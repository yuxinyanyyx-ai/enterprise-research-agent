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theme/theme2.xml" ContentType="application/vnd.openxmlformats-officedocument.theme+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theme/theme3.xml" ContentType="application/vnd.openxmlformats-officedocument.theme+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theme/theme4.xml" ContentType="application/vnd.openxmlformats-officedocument.theme+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theme/theme5.xml" ContentType="application/vnd.openxmlformats-officedocument.theme+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slideLayouts/slideLayout174.xml" ContentType="application/vnd.openxmlformats-officedocument.presentationml.slideLayout+xml"/>
  <Override PartName="/ppt/slideLayouts/slideLayout175.xml" ContentType="application/vnd.openxmlformats-officedocument.presentationml.slideLayout+xml"/>
  <Override PartName="/ppt/slideLayouts/slideLayout176.xml" ContentType="application/vnd.openxmlformats-officedocument.presentationml.slideLayout+xml"/>
  <Override PartName="/ppt/slideLayouts/slideLayout177.xml" ContentType="application/vnd.openxmlformats-officedocument.presentationml.slideLayout+xml"/>
  <Override PartName="/ppt/slideLayouts/slideLayout178.xml" ContentType="application/vnd.openxmlformats-officedocument.presentationml.slideLayout+xml"/>
  <Override PartName="/ppt/slideLayouts/slideLayout179.xml" ContentType="application/vnd.openxmlformats-officedocument.presentationml.slideLayout+xml"/>
  <Override PartName="/ppt/slideLayouts/slideLayout180.xml" ContentType="application/vnd.openxmlformats-officedocument.presentationml.slideLayout+xml"/>
  <Override PartName="/ppt/slideLayouts/slideLayout181.xml" ContentType="application/vnd.openxmlformats-officedocument.presentationml.slideLayout+xml"/>
  <Override PartName="/ppt/slideLayouts/slideLayout182.xml" ContentType="application/vnd.openxmlformats-officedocument.presentationml.slideLayout+xml"/>
  <Override PartName="/ppt/slideLayouts/slideLayout183.xml" ContentType="application/vnd.openxmlformats-officedocument.presentationml.slideLayout+xml"/>
  <Override PartName="/ppt/slideLayouts/slideLayout184.xml" ContentType="application/vnd.openxmlformats-officedocument.presentationml.slideLayout+xml"/>
  <Override PartName="/ppt/slideLayouts/slideLayout185.xml" ContentType="application/vnd.openxmlformats-officedocument.presentationml.slideLayout+xml"/>
  <Override PartName="/ppt/slideLayouts/slideLayout186.xml" ContentType="application/vnd.openxmlformats-officedocument.presentationml.slideLayout+xml"/>
  <Override PartName="/ppt/slideLayouts/slideLayout187.xml" ContentType="application/vnd.openxmlformats-officedocument.presentationml.slideLayout+xml"/>
  <Override PartName="/ppt/slideLayouts/slideLayout188.xml" ContentType="application/vnd.openxmlformats-officedocument.presentationml.slideLayout+xml"/>
  <Override PartName="/ppt/slideLayouts/slideLayout189.xml" ContentType="application/vnd.openxmlformats-officedocument.presentationml.slideLayout+xml"/>
  <Override PartName="/ppt/slideLayouts/slideLayout190.xml" ContentType="application/vnd.openxmlformats-officedocument.presentationml.slideLayout+xml"/>
  <Override PartName="/ppt/slideLayouts/slideLayout191.xml" ContentType="application/vnd.openxmlformats-officedocument.presentationml.slideLayout+xml"/>
  <Override PartName="/ppt/slideLayouts/slideLayout192.xml" ContentType="application/vnd.openxmlformats-officedocument.presentationml.slideLayout+xml"/>
  <Override PartName="/ppt/slideLayouts/slideLayout193.xml" ContentType="application/vnd.openxmlformats-officedocument.presentationml.slideLayout+xml"/>
  <Override PartName="/ppt/slideLayouts/slideLayout194.xml" ContentType="application/vnd.openxmlformats-officedocument.presentationml.slideLayout+xml"/>
  <Override PartName="/ppt/slideLayouts/slideLayout195.xml" ContentType="application/vnd.openxmlformats-officedocument.presentationml.slideLayout+xml"/>
  <Override PartName="/ppt/slideLayouts/slideLayout196.xml" ContentType="application/vnd.openxmlformats-officedocument.presentationml.slideLayout+xml"/>
  <Override PartName="/ppt/slideLayouts/slideLayout197.xml" ContentType="application/vnd.openxmlformats-officedocument.presentationml.slideLayout+xml"/>
  <Override PartName="/ppt/slideLayouts/slideLayout198.xml" ContentType="application/vnd.openxmlformats-officedocument.presentationml.slideLayout+xml"/>
  <Override PartName="/ppt/slideLayouts/slideLayout199.xml" ContentType="application/vnd.openxmlformats-officedocument.presentationml.slideLayout+xml"/>
  <Override PartName="/ppt/slideLayouts/slideLayout200.xml" ContentType="application/vnd.openxmlformats-officedocument.presentationml.slideLayout+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tags/tag2.xml" ContentType="application/vnd.openxmlformats-officedocument.presentationml.tags+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omments/comment1.xml" ContentType="application/vnd.openxmlformats-officedocument.presentationml.comments+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4"/>
    <p:sldMasterId id="2147483676" r:id="rId5"/>
    <p:sldMasterId id="2147483707" r:id="rId6"/>
    <p:sldMasterId id="2147483743" r:id="rId7"/>
    <p:sldMasterId id="2147483779" r:id="rId8"/>
    <p:sldMasterId id="2147483815" r:id="rId9"/>
  </p:sldMasterIdLst>
  <p:notesMasterIdLst>
    <p:notesMasterId r:id="rId45"/>
  </p:notesMasterIdLst>
  <p:handoutMasterIdLst>
    <p:handoutMasterId r:id="rId46"/>
  </p:handoutMasterIdLst>
  <p:sldIdLst>
    <p:sldId id="2943" r:id="rId10"/>
    <p:sldId id="930" r:id="rId11"/>
    <p:sldId id="3002" r:id="rId12"/>
    <p:sldId id="315" r:id="rId13"/>
    <p:sldId id="2993" r:id="rId14"/>
    <p:sldId id="2971" r:id="rId15"/>
    <p:sldId id="2973" r:id="rId16"/>
    <p:sldId id="3003" r:id="rId17"/>
    <p:sldId id="3005" r:id="rId18"/>
    <p:sldId id="2996" r:id="rId19"/>
    <p:sldId id="3009" r:id="rId20"/>
    <p:sldId id="2998" r:id="rId21"/>
    <p:sldId id="3006" r:id="rId22"/>
    <p:sldId id="2999" r:id="rId23"/>
    <p:sldId id="3008" r:id="rId24"/>
    <p:sldId id="274" r:id="rId25"/>
    <p:sldId id="384" r:id="rId26"/>
    <p:sldId id="2949" r:id="rId27"/>
    <p:sldId id="2946" r:id="rId28"/>
    <p:sldId id="281" r:id="rId29"/>
    <p:sldId id="2991" r:id="rId30"/>
    <p:sldId id="2989" r:id="rId31"/>
    <p:sldId id="2990" r:id="rId32"/>
    <p:sldId id="285" r:id="rId33"/>
    <p:sldId id="290" r:id="rId34"/>
    <p:sldId id="272" r:id="rId35"/>
    <p:sldId id="262" r:id="rId36"/>
    <p:sldId id="277" r:id="rId37"/>
    <p:sldId id="279" r:id="rId38"/>
    <p:sldId id="278" r:id="rId39"/>
    <p:sldId id="280" r:id="rId40"/>
    <p:sldId id="286" r:id="rId41"/>
    <p:sldId id="287" r:id="rId42"/>
    <p:sldId id="288" r:id="rId43"/>
    <p:sldId id="289" r:id="rId44"/>
  </p:sldIdLst>
  <p:sldSz cx="9144000" cy="5143500" type="screen16x9"/>
  <p:notesSz cx="6858000" cy="9144000"/>
  <p:custDataLst>
    <p:tags r:id="rId47"/>
  </p:custDataLst>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Example charts" id="{7B6C9A1C-66FB-4DF4-8A3D-7368AC87FD10}">
          <p14:sldIdLst>
            <p14:sldId id="2943"/>
            <p14:sldId id="930"/>
            <p14:sldId id="3002"/>
            <p14:sldId id="315"/>
            <p14:sldId id="2993"/>
            <p14:sldId id="2971"/>
            <p14:sldId id="2973"/>
            <p14:sldId id="3003"/>
            <p14:sldId id="3005"/>
            <p14:sldId id="2996"/>
            <p14:sldId id="3009"/>
            <p14:sldId id="2998"/>
            <p14:sldId id="3006"/>
            <p14:sldId id="2999"/>
            <p14:sldId id="3008"/>
            <p14:sldId id="274"/>
            <p14:sldId id="384"/>
            <p14:sldId id="2949"/>
            <p14:sldId id="2946"/>
          </p14:sldIdLst>
        </p14:section>
        <p14:section name="study design" id="{BBF7D296-FB0D-4D25-8437-0BA0EB77DDB1}">
          <p14:sldIdLst>
            <p14:sldId id="281"/>
            <p14:sldId id="2991"/>
            <p14:sldId id="2989"/>
            <p14:sldId id="2990"/>
            <p14:sldId id="285"/>
            <p14:sldId id="290"/>
            <p14:sldId id="272"/>
            <p14:sldId id="262"/>
          </p14:sldIdLst>
        </p14:section>
        <p14:section name="背景" id="{9F770D7B-39AB-461B-B3DA-3AE7C27767B8}">
          <p14:sldIdLst>
            <p14:sldId id="277"/>
            <p14:sldId id="279"/>
            <p14:sldId id="278"/>
            <p14:sldId id="280"/>
            <p14:sldId id="286"/>
            <p14:sldId id="287"/>
            <p14:sldId id="288"/>
            <p14:sldId id="289"/>
          </p14:sldIdLst>
        </p14:section>
        <p14:section name="back-up" id="{74999ADB-AC8B-4838-9EBE-38797146C033}">
          <p14:sldIdLst/>
        </p14:section>
      </p14:sectionLst>
    </p:ext>
    <p:ext uri="{EFAFB233-063F-42B5-8137-9DF3F51BA10A}">
      <p15:sldGuideLst xmlns:p15="http://schemas.microsoft.com/office/powerpoint/2012/main">
        <p15:guide id="1" orient="horz" userDrawn="1">
          <p15:clr>
            <a:srgbClr val="A4A3A4"/>
          </p15:clr>
        </p15:guide>
        <p15:guide id="2" pos="469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Wang,Yuan (HP Medicine) BII-CN-S" initials="W(MBCS" lastIdx="4" clrIdx="0"/>
  <p:cmAuthor id="2" name="Zhou,Yijun (HP Med Affairs) BII-CN-S" initials="Z(MABCS" lastIdx="73" clrIdx="1"/>
  <p:cmAuthor id="3" name="Feng,Guoze (MED MA) BII-CN-B" initials="F(MBCB" lastIdx="6" clrIdx="2"/>
  <p:cmAuthor id="4" name="金竹 郭" initials="金郭" lastIdx="9" clrIdx="3"/>
  <p:cmAuthor id="5" name="Chen,Dr.,Ying (HP Medicine) BII-CN-S" initials="C(MBCS" lastIdx="10" clrIdx="4">
    <p:extLst>
      <p:ext uri="{19B8F6BF-5375-455C-9EA6-DF929625EA0E}">
        <p15:presenceInfo xmlns:p15="http://schemas.microsoft.com/office/powerpoint/2012/main" userId="S::ying_4.chen@boehringer-ingelheim.com::7c019f49-0ee9-4787-9ac5-a11d3b82d6d2"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1F497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495AFEA-1F5D-B5DF-74CC-0B9233CE17A2}" v="1" dt="2024-04-25T09:17:45.675"/>
  </p1510:revLst>
</p1510:revInfo>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2833802-FEF1-4C79-8D5D-14CF1EAF98D9}" styleName="浅色样式 2 - 强调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0E3FDE45-AF77-4B5C-9715-49D594BDF05E}" styleName="浅色样式 1 - 强调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3B4B98B0-60AC-42C2-AFA5-B58CD77FA1E5}" styleName="浅色样式 1 - 强调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0660B408-B3CF-4A94-85FC-2B1E0A45F4A2}" styleName="深色样式 2 - 强调 1/强调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7" d="100"/>
          <a:sy n="97" d="100"/>
        </p:scale>
        <p:origin x="400" y="80"/>
      </p:cViewPr>
      <p:guideLst>
        <p:guide orient="horz"/>
        <p:guide pos="469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4.xml"/><Relationship Id="rId18" Type="http://schemas.openxmlformats.org/officeDocument/2006/relationships/slide" Target="slides/slide9.xml"/><Relationship Id="rId26" Type="http://schemas.openxmlformats.org/officeDocument/2006/relationships/slide" Target="slides/slide17.xml"/><Relationship Id="rId39" Type="http://schemas.openxmlformats.org/officeDocument/2006/relationships/slide" Target="slides/slide30.xml"/><Relationship Id="rId21" Type="http://schemas.openxmlformats.org/officeDocument/2006/relationships/slide" Target="slides/slide12.xml"/><Relationship Id="rId34" Type="http://schemas.openxmlformats.org/officeDocument/2006/relationships/slide" Target="slides/slide25.xml"/><Relationship Id="rId42" Type="http://schemas.openxmlformats.org/officeDocument/2006/relationships/slide" Target="slides/slide33.xml"/><Relationship Id="rId47" Type="http://schemas.openxmlformats.org/officeDocument/2006/relationships/tags" Target="tags/tag1.xml"/><Relationship Id="rId50" Type="http://schemas.openxmlformats.org/officeDocument/2006/relationships/viewProps" Target="viewProps.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7.xml"/><Relationship Id="rId29" Type="http://schemas.openxmlformats.org/officeDocument/2006/relationships/slide" Target="slides/slide20.xml"/><Relationship Id="rId11" Type="http://schemas.openxmlformats.org/officeDocument/2006/relationships/slide" Target="slides/slide2.xml"/><Relationship Id="rId24" Type="http://schemas.openxmlformats.org/officeDocument/2006/relationships/slide" Target="slides/slide15.xml"/><Relationship Id="rId32" Type="http://schemas.openxmlformats.org/officeDocument/2006/relationships/slide" Target="slides/slide23.xml"/><Relationship Id="rId37" Type="http://schemas.openxmlformats.org/officeDocument/2006/relationships/slide" Target="slides/slide28.xml"/><Relationship Id="rId40" Type="http://schemas.openxmlformats.org/officeDocument/2006/relationships/slide" Target="slides/slide31.xml"/><Relationship Id="rId45" Type="http://schemas.openxmlformats.org/officeDocument/2006/relationships/notesMaster" Target="notesMasters/notesMaster1.xml"/><Relationship Id="rId53" Type="http://schemas.microsoft.com/office/2016/11/relationships/changesInfo" Target="changesInfos/changesInfo1.xml"/><Relationship Id="rId5" Type="http://schemas.openxmlformats.org/officeDocument/2006/relationships/slideMaster" Target="slideMasters/slideMaster2.xml"/><Relationship Id="rId10" Type="http://schemas.openxmlformats.org/officeDocument/2006/relationships/slide" Target="slides/slide1.xml"/><Relationship Id="rId19" Type="http://schemas.openxmlformats.org/officeDocument/2006/relationships/slide" Target="slides/slide10.xml"/><Relationship Id="rId31" Type="http://schemas.openxmlformats.org/officeDocument/2006/relationships/slide" Target="slides/slide22.xml"/><Relationship Id="rId44" Type="http://schemas.openxmlformats.org/officeDocument/2006/relationships/slide" Target="slides/slide35.xml"/><Relationship Id="rId52"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Master" Target="slideMasters/slideMaster6.xml"/><Relationship Id="rId14" Type="http://schemas.openxmlformats.org/officeDocument/2006/relationships/slide" Target="slides/slide5.xml"/><Relationship Id="rId22" Type="http://schemas.openxmlformats.org/officeDocument/2006/relationships/slide" Target="slides/slide13.xml"/><Relationship Id="rId27" Type="http://schemas.openxmlformats.org/officeDocument/2006/relationships/slide" Target="slides/slide18.xml"/><Relationship Id="rId30" Type="http://schemas.openxmlformats.org/officeDocument/2006/relationships/slide" Target="slides/slide21.xml"/><Relationship Id="rId35" Type="http://schemas.openxmlformats.org/officeDocument/2006/relationships/slide" Target="slides/slide26.xml"/><Relationship Id="rId43" Type="http://schemas.openxmlformats.org/officeDocument/2006/relationships/slide" Target="slides/slide34.xml"/><Relationship Id="rId48" Type="http://schemas.openxmlformats.org/officeDocument/2006/relationships/commentAuthors" Target="commentAuthors.xml"/><Relationship Id="rId8" Type="http://schemas.openxmlformats.org/officeDocument/2006/relationships/slideMaster" Target="slideMasters/slideMaster5.xml"/><Relationship Id="rId51" Type="http://schemas.openxmlformats.org/officeDocument/2006/relationships/theme" Target="theme/theme1.xml"/><Relationship Id="rId3" Type="http://schemas.openxmlformats.org/officeDocument/2006/relationships/customXml" Target="../customXml/item3.xml"/><Relationship Id="rId12" Type="http://schemas.openxmlformats.org/officeDocument/2006/relationships/slide" Target="slides/slide3.xml"/><Relationship Id="rId17" Type="http://schemas.openxmlformats.org/officeDocument/2006/relationships/slide" Target="slides/slide8.xml"/><Relationship Id="rId25" Type="http://schemas.openxmlformats.org/officeDocument/2006/relationships/slide" Target="slides/slide16.xml"/><Relationship Id="rId33" Type="http://schemas.openxmlformats.org/officeDocument/2006/relationships/slide" Target="slides/slide24.xml"/><Relationship Id="rId38" Type="http://schemas.openxmlformats.org/officeDocument/2006/relationships/slide" Target="slides/slide29.xml"/><Relationship Id="rId46" Type="http://schemas.openxmlformats.org/officeDocument/2006/relationships/handoutMaster" Target="handoutMasters/handoutMaster1.xml"/><Relationship Id="rId20" Type="http://schemas.openxmlformats.org/officeDocument/2006/relationships/slide" Target="slides/slide11.xml"/><Relationship Id="rId41" Type="http://schemas.openxmlformats.org/officeDocument/2006/relationships/slide" Target="slides/slide32.xml"/><Relationship Id="rId54"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6.xml"/><Relationship Id="rId23" Type="http://schemas.openxmlformats.org/officeDocument/2006/relationships/slide" Target="slides/slide14.xml"/><Relationship Id="rId28" Type="http://schemas.openxmlformats.org/officeDocument/2006/relationships/slide" Target="slides/slide19.xml"/><Relationship Id="rId36" Type="http://schemas.openxmlformats.org/officeDocument/2006/relationships/slide" Target="slides/slide27.xml"/><Relationship Id="rId49"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i,Yuting (HP Medicine) BII-CN-S" userId="S::yuting.li@boehringer-ingelheim.com::ce8fbb54-122c-426d-b8da-fdcc5e1b5022" providerId="AD" clId="Web-{E495AFEA-1F5D-B5DF-74CC-0B9233CE17A2}"/>
    <pc:docChg chg="sldOrd">
      <pc:chgData name="Li,Yuting (HP Medicine) BII-CN-S" userId="S::yuting.li@boehringer-ingelheim.com::ce8fbb54-122c-426d-b8da-fdcc5e1b5022" providerId="AD" clId="Web-{E495AFEA-1F5D-B5DF-74CC-0B9233CE17A2}" dt="2024-04-25T09:17:45.675" v="0"/>
      <pc:docMkLst>
        <pc:docMk/>
      </pc:docMkLst>
      <pc:sldChg chg="ord">
        <pc:chgData name="Li,Yuting (HP Medicine) BII-CN-S" userId="S::yuting.li@boehringer-ingelheim.com::ce8fbb54-122c-426d-b8da-fdcc5e1b5022" providerId="AD" clId="Web-{E495AFEA-1F5D-B5DF-74CC-0B9233CE17A2}" dt="2024-04-25T09:17:45.675" v="0"/>
        <pc:sldMkLst>
          <pc:docMk/>
          <pc:sldMk cId="0" sldId="2971"/>
        </pc:sldMkLst>
      </pc:sldChg>
    </pc:docChg>
  </pc:docChgLst>
  <pc:docChgLst>
    <pc:chgData name="Zhou,Yijun (HP Med Affairs) BII-CN-S" userId="0f879695-5e99-4ee3-b98d-c94eb04a766e" providerId="ADAL" clId="{16ADD58A-AF50-473D-977C-DD72BEB43974}"/>
    <pc:docChg chg="undo custSel addSld delSld modSld sldOrd modSection">
      <pc:chgData name="Zhou,Yijun (HP Med Affairs) BII-CN-S" userId="0f879695-5e99-4ee3-b98d-c94eb04a766e" providerId="ADAL" clId="{16ADD58A-AF50-473D-977C-DD72BEB43974}" dt="2024-04-24T16:04:20.217" v="1930" actId="113"/>
      <pc:docMkLst>
        <pc:docMk/>
      </pc:docMkLst>
      <pc:sldChg chg="modSp mod">
        <pc:chgData name="Zhou,Yijun (HP Med Affairs) BII-CN-S" userId="0f879695-5e99-4ee3-b98d-c94eb04a766e" providerId="ADAL" clId="{16ADD58A-AF50-473D-977C-DD72BEB43974}" dt="2024-04-23T07:19:29.473" v="492" actId="20577"/>
        <pc:sldMkLst>
          <pc:docMk/>
          <pc:sldMk cId="0" sldId="290"/>
        </pc:sldMkLst>
        <pc:spChg chg="mod">
          <ac:chgData name="Zhou,Yijun (HP Med Affairs) BII-CN-S" userId="0f879695-5e99-4ee3-b98d-c94eb04a766e" providerId="ADAL" clId="{16ADD58A-AF50-473D-977C-DD72BEB43974}" dt="2024-04-23T07:19:29.473" v="492" actId="20577"/>
          <ac:spMkLst>
            <pc:docMk/>
            <pc:sldMk cId="0" sldId="290"/>
            <ac:spMk id="2" creationId="{00000000-0000-0000-0000-000000000000}"/>
          </ac:spMkLst>
        </pc:spChg>
      </pc:sldChg>
      <pc:sldChg chg="modSp mod">
        <pc:chgData name="Zhou,Yijun (HP Med Affairs) BII-CN-S" userId="0f879695-5e99-4ee3-b98d-c94eb04a766e" providerId="ADAL" clId="{16ADD58A-AF50-473D-977C-DD72BEB43974}" dt="2024-04-24T16:04:20.217" v="1930" actId="113"/>
        <pc:sldMkLst>
          <pc:docMk/>
          <pc:sldMk cId="3643685851" sldId="384"/>
        </pc:sldMkLst>
        <pc:spChg chg="mod">
          <ac:chgData name="Zhou,Yijun (HP Med Affairs) BII-CN-S" userId="0f879695-5e99-4ee3-b98d-c94eb04a766e" providerId="ADAL" clId="{16ADD58A-AF50-473D-977C-DD72BEB43974}" dt="2024-04-23T07:18:25.340" v="486" actId="20577"/>
          <ac:spMkLst>
            <pc:docMk/>
            <pc:sldMk cId="3643685851" sldId="384"/>
            <ac:spMk id="3" creationId="{E596EBEC-DF84-C306-0344-B53F5906C819}"/>
          </ac:spMkLst>
        </pc:spChg>
        <pc:spChg chg="mod">
          <ac:chgData name="Zhou,Yijun (HP Med Affairs) BII-CN-S" userId="0f879695-5e99-4ee3-b98d-c94eb04a766e" providerId="ADAL" clId="{16ADD58A-AF50-473D-977C-DD72BEB43974}" dt="2024-04-24T16:04:20.217" v="1930" actId="113"/>
          <ac:spMkLst>
            <pc:docMk/>
            <pc:sldMk cId="3643685851" sldId="384"/>
            <ac:spMk id="15" creationId="{F7561143-C9B0-4886-B14D-D85B04E77EC2}"/>
          </ac:spMkLst>
        </pc:spChg>
      </pc:sldChg>
      <pc:sldChg chg="modSp mod modShow">
        <pc:chgData name="Zhou,Yijun (HP Med Affairs) BII-CN-S" userId="0f879695-5e99-4ee3-b98d-c94eb04a766e" providerId="ADAL" clId="{16ADD58A-AF50-473D-977C-DD72BEB43974}" dt="2024-04-24T14:57:54.123" v="825" actId="115"/>
        <pc:sldMkLst>
          <pc:docMk/>
          <pc:sldMk cId="0" sldId="930"/>
        </pc:sldMkLst>
        <pc:spChg chg="mod">
          <ac:chgData name="Zhou,Yijun (HP Med Affairs) BII-CN-S" userId="0f879695-5e99-4ee3-b98d-c94eb04a766e" providerId="ADAL" clId="{16ADD58A-AF50-473D-977C-DD72BEB43974}" dt="2024-04-24T14:57:54.123" v="825" actId="115"/>
          <ac:spMkLst>
            <pc:docMk/>
            <pc:sldMk cId="0" sldId="930"/>
            <ac:spMk id="5" creationId="{00000000-0000-0000-0000-000000000000}"/>
          </ac:spMkLst>
        </pc:spChg>
      </pc:sldChg>
      <pc:sldChg chg="modSp mod">
        <pc:chgData name="Zhou,Yijun (HP Med Affairs) BII-CN-S" userId="0f879695-5e99-4ee3-b98d-c94eb04a766e" providerId="ADAL" clId="{16ADD58A-AF50-473D-977C-DD72BEB43974}" dt="2024-04-23T06:58:29.437" v="14" actId="20577"/>
        <pc:sldMkLst>
          <pc:docMk/>
          <pc:sldMk cId="0" sldId="2943"/>
        </pc:sldMkLst>
        <pc:spChg chg="mod">
          <ac:chgData name="Zhou,Yijun (HP Med Affairs) BII-CN-S" userId="0f879695-5e99-4ee3-b98d-c94eb04a766e" providerId="ADAL" clId="{16ADD58A-AF50-473D-977C-DD72BEB43974}" dt="2024-04-22T11:35:15.622" v="2" actId="20577"/>
          <ac:spMkLst>
            <pc:docMk/>
            <pc:sldMk cId="0" sldId="2943"/>
            <ac:spMk id="2" creationId="{00000000-0000-0000-0000-000000000000}"/>
          </ac:spMkLst>
        </pc:spChg>
        <pc:spChg chg="mod">
          <ac:chgData name="Zhou,Yijun (HP Med Affairs) BII-CN-S" userId="0f879695-5e99-4ee3-b98d-c94eb04a766e" providerId="ADAL" clId="{16ADD58A-AF50-473D-977C-DD72BEB43974}" dt="2024-04-23T06:58:29.437" v="14" actId="20577"/>
          <ac:spMkLst>
            <pc:docMk/>
            <pc:sldMk cId="0" sldId="2943"/>
            <ac:spMk id="6" creationId="{00000000-0000-0000-0000-000000000000}"/>
          </ac:spMkLst>
        </pc:spChg>
      </pc:sldChg>
      <pc:sldChg chg="del">
        <pc:chgData name="Zhou,Yijun (HP Med Affairs) BII-CN-S" userId="0f879695-5e99-4ee3-b98d-c94eb04a766e" providerId="ADAL" clId="{16ADD58A-AF50-473D-977C-DD72BEB43974}" dt="2024-04-23T07:19:19.109" v="488" actId="47"/>
        <pc:sldMkLst>
          <pc:docMk/>
          <pc:sldMk cId="1405107786" sldId="2975"/>
        </pc:sldMkLst>
      </pc:sldChg>
      <pc:sldChg chg="modSp mod">
        <pc:chgData name="Zhou,Yijun (HP Med Affairs) BII-CN-S" userId="0f879695-5e99-4ee3-b98d-c94eb04a766e" providerId="ADAL" clId="{16ADD58A-AF50-473D-977C-DD72BEB43974}" dt="2024-04-24T15:23:48.415" v="831" actId="20577"/>
        <pc:sldMkLst>
          <pc:docMk/>
          <pc:sldMk cId="1007832895" sldId="2993"/>
        </pc:sldMkLst>
        <pc:graphicFrameChg chg="modGraphic">
          <ac:chgData name="Zhou,Yijun (HP Med Affairs) BII-CN-S" userId="0f879695-5e99-4ee3-b98d-c94eb04a766e" providerId="ADAL" clId="{16ADD58A-AF50-473D-977C-DD72BEB43974}" dt="2024-04-24T15:23:48.415" v="831" actId="20577"/>
          <ac:graphicFrameMkLst>
            <pc:docMk/>
            <pc:sldMk cId="1007832895" sldId="2993"/>
            <ac:graphicFrameMk id="8" creationId="{60F87898-7E60-0562-28B8-4634FAB7B10F}"/>
          </ac:graphicFrameMkLst>
        </pc:graphicFrameChg>
      </pc:sldChg>
      <pc:sldChg chg="del">
        <pc:chgData name="Zhou,Yijun (HP Med Affairs) BII-CN-S" userId="0f879695-5e99-4ee3-b98d-c94eb04a766e" providerId="ADAL" clId="{16ADD58A-AF50-473D-977C-DD72BEB43974}" dt="2024-04-23T07:19:08.898" v="487" actId="47"/>
        <pc:sldMkLst>
          <pc:docMk/>
          <pc:sldMk cId="893501828" sldId="2995"/>
        </pc:sldMkLst>
      </pc:sldChg>
      <pc:sldChg chg="modSp mod">
        <pc:chgData name="Zhou,Yijun (HP Med Affairs) BII-CN-S" userId="0f879695-5e99-4ee3-b98d-c94eb04a766e" providerId="ADAL" clId="{16ADD58A-AF50-473D-977C-DD72BEB43974}" dt="2024-04-23T07:18:00.177" v="475" actId="20577"/>
        <pc:sldMkLst>
          <pc:docMk/>
          <pc:sldMk cId="1383676205" sldId="2996"/>
        </pc:sldMkLst>
        <pc:spChg chg="mod">
          <ac:chgData name="Zhou,Yijun (HP Med Affairs) BII-CN-S" userId="0f879695-5e99-4ee3-b98d-c94eb04a766e" providerId="ADAL" clId="{16ADD58A-AF50-473D-977C-DD72BEB43974}" dt="2024-04-23T07:18:00.177" v="475" actId="20577"/>
          <ac:spMkLst>
            <pc:docMk/>
            <pc:sldMk cId="1383676205" sldId="2996"/>
            <ac:spMk id="5" creationId="{00000000-0000-0000-0000-000000000000}"/>
          </ac:spMkLst>
        </pc:spChg>
      </pc:sldChg>
      <pc:sldChg chg="modSp mod">
        <pc:chgData name="Zhou,Yijun (HP Med Affairs) BII-CN-S" userId="0f879695-5e99-4ee3-b98d-c94eb04a766e" providerId="ADAL" clId="{16ADD58A-AF50-473D-977C-DD72BEB43974}" dt="2024-04-24T16:03:09.262" v="1929" actId="20577"/>
        <pc:sldMkLst>
          <pc:docMk/>
          <pc:sldMk cId="317351849" sldId="2998"/>
        </pc:sldMkLst>
        <pc:spChg chg="mod">
          <ac:chgData name="Zhou,Yijun (HP Med Affairs) BII-CN-S" userId="0f879695-5e99-4ee3-b98d-c94eb04a766e" providerId="ADAL" clId="{16ADD58A-AF50-473D-977C-DD72BEB43974}" dt="2024-04-24T16:02:56.181" v="1916" actId="20577"/>
          <ac:spMkLst>
            <pc:docMk/>
            <pc:sldMk cId="317351849" sldId="2998"/>
            <ac:spMk id="5" creationId="{00000000-0000-0000-0000-000000000000}"/>
          </ac:spMkLst>
        </pc:spChg>
        <pc:spChg chg="mod">
          <ac:chgData name="Zhou,Yijun (HP Med Affairs) BII-CN-S" userId="0f879695-5e99-4ee3-b98d-c94eb04a766e" providerId="ADAL" clId="{16ADD58A-AF50-473D-977C-DD72BEB43974}" dt="2024-04-24T16:02:45.838" v="1905" actId="1076"/>
          <ac:spMkLst>
            <pc:docMk/>
            <pc:sldMk cId="317351849" sldId="2998"/>
            <ac:spMk id="8" creationId="{3F712784-BAFC-D50F-51F7-09D86C67CFC4}"/>
          </ac:spMkLst>
        </pc:spChg>
        <pc:spChg chg="mod">
          <ac:chgData name="Zhou,Yijun (HP Med Affairs) BII-CN-S" userId="0f879695-5e99-4ee3-b98d-c94eb04a766e" providerId="ADAL" clId="{16ADD58A-AF50-473D-977C-DD72BEB43974}" dt="2024-04-24T16:03:09.262" v="1929" actId="20577"/>
          <ac:spMkLst>
            <pc:docMk/>
            <pc:sldMk cId="317351849" sldId="2998"/>
            <ac:spMk id="9" creationId="{9640A702-DEA1-5FD9-D2FD-6143CA6BFEE5}"/>
          </ac:spMkLst>
        </pc:spChg>
      </pc:sldChg>
      <pc:sldChg chg="modSp mod">
        <pc:chgData name="Zhou,Yijun (HP Med Affairs) BII-CN-S" userId="0f879695-5e99-4ee3-b98d-c94eb04a766e" providerId="ADAL" clId="{16ADD58A-AF50-473D-977C-DD72BEB43974}" dt="2024-04-24T15:47:44.694" v="1689" actId="20577"/>
        <pc:sldMkLst>
          <pc:docMk/>
          <pc:sldMk cId="1440499038" sldId="2999"/>
        </pc:sldMkLst>
        <pc:spChg chg="mod">
          <ac:chgData name="Zhou,Yijun (HP Med Affairs) BII-CN-S" userId="0f879695-5e99-4ee3-b98d-c94eb04a766e" providerId="ADAL" clId="{16ADD58A-AF50-473D-977C-DD72BEB43974}" dt="2024-04-23T07:07:38.666" v="131" actId="20577"/>
          <ac:spMkLst>
            <pc:docMk/>
            <pc:sldMk cId="1440499038" sldId="2999"/>
            <ac:spMk id="5" creationId="{00000000-0000-0000-0000-000000000000}"/>
          </ac:spMkLst>
        </pc:spChg>
        <pc:spChg chg="mod">
          <ac:chgData name="Zhou,Yijun (HP Med Affairs) BII-CN-S" userId="0f879695-5e99-4ee3-b98d-c94eb04a766e" providerId="ADAL" clId="{16ADD58A-AF50-473D-977C-DD72BEB43974}" dt="2024-04-24T15:47:44.694" v="1689" actId="20577"/>
          <ac:spMkLst>
            <pc:docMk/>
            <pc:sldMk cId="1440499038" sldId="2999"/>
            <ac:spMk id="9" creationId="{9640A702-DEA1-5FD9-D2FD-6143CA6BFEE5}"/>
          </ac:spMkLst>
        </pc:spChg>
        <pc:graphicFrameChg chg="mod modGraphic">
          <ac:chgData name="Zhou,Yijun (HP Med Affairs) BII-CN-S" userId="0f879695-5e99-4ee3-b98d-c94eb04a766e" providerId="ADAL" clId="{16ADD58A-AF50-473D-977C-DD72BEB43974}" dt="2024-04-23T07:20:16.902" v="516" actId="255"/>
          <ac:graphicFrameMkLst>
            <pc:docMk/>
            <pc:sldMk cId="1440499038" sldId="2999"/>
            <ac:graphicFrameMk id="2" creationId="{3643C470-02F8-FAA4-3CD2-115A3C339928}"/>
          </ac:graphicFrameMkLst>
        </pc:graphicFrameChg>
      </pc:sldChg>
      <pc:sldChg chg="modSp del mod">
        <pc:chgData name="Zhou,Yijun (HP Med Affairs) BII-CN-S" userId="0f879695-5e99-4ee3-b98d-c94eb04a766e" providerId="ADAL" clId="{16ADD58A-AF50-473D-977C-DD72BEB43974}" dt="2024-04-23T07:16:16.528" v="448" actId="47"/>
        <pc:sldMkLst>
          <pc:docMk/>
          <pc:sldMk cId="3483582726" sldId="3001"/>
        </pc:sldMkLst>
        <pc:spChg chg="mod">
          <ac:chgData name="Zhou,Yijun (HP Med Affairs) BII-CN-S" userId="0f879695-5e99-4ee3-b98d-c94eb04a766e" providerId="ADAL" clId="{16ADD58A-AF50-473D-977C-DD72BEB43974}" dt="2024-04-23T02:48:01.972" v="9" actId="20577"/>
          <ac:spMkLst>
            <pc:docMk/>
            <pc:sldMk cId="3483582726" sldId="3001"/>
            <ac:spMk id="2" creationId="{00000000-0000-0000-0000-000000000000}"/>
          </ac:spMkLst>
        </pc:spChg>
      </pc:sldChg>
      <pc:sldChg chg="mod modShow">
        <pc:chgData name="Zhou,Yijun (HP Med Affairs) BII-CN-S" userId="0f879695-5e99-4ee3-b98d-c94eb04a766e" providerId="ADAL" clId="{16ADD58A-AF50-473D-977C-DD72BEB43974}" dt="2024-04-23T07:17:38.559" v="473" actId="729"/>
        <pc:sldMkLst>
          <pc:docMk/>
          <pc:sldMk cId="2619531342" sldId="3002"/>
        </pc:sldMkLst>
      </pc:sldChg>
      <pc:sldChg chg="modSp mod">
        <pc:chgData name="Zhou,Yijun (HP Med Affairs) BII-CN-S" userId="0f879695-5e99-4ee3-b98d-c94eb04a766e" providerId="ADAL" clId="{16ADD58A-AF50-473D-977C-DD72BEB43974}" dt="2024-04-24T15:56:01.979" v="1786" actId="115"/>
        <pc:sldMkLst>
          <pc:docMk/>
          <pc:sldMk cId="1920672516" sldId="3003"/>
        </pc:sldMkLst>
        <pc:spChg chg="mod">
          <ac:chgData name="Zhou,Yijun (HP Med Affairs) BII-CN-S" userId="0f879695-5e99-4ee3-b98d-c94eb04a766e" providerId="ADAL" clId="{16ADD58A-AF50-473D-977C-DD72BEB43974}" dt="2024-04-24T15:56:01.979" v="1786" actId="115"/>
          <ac:spMkLst>
            <pc:docMk/>
            <pc:sldMk cId="1920672516" sldId="3003"/>
            <ac:spMk id="2" creationId="{00000000-0000-0000-0000-000000000000}"/>
          </ac:spMkLst>
        </pc:spChg>
        <pc:spChg chg="mod">
          <ac:chgData name="Zhou,Yijun (HP Med Affairs) BII-CN-S" userId="0f879695-5e99-4ee3-b98d-c94eb04a766e" providerId="ADAL" clId="{16ADD58A-AF50-473D-977C-DD72BEB43974}" dt="2024-04-24T15:48:55.296" v="1696" actId="20577"/>
          <ac:spMkLst>
            <pc:docMk/>
            <pc:sldMk cId="1920672516" sldId="3003"/>
            <ac:spMk id="5" creationId="{00000000-0000-0000-0000-000000000000}"/>
          </ac:spMkLst>
        </pc:spChg>
        <pc:spChg chg="mod">
          <ac:chgData name="Zhou,Yijun (HP Med Affairs) BII-CN-S" userId="0f879695-5e99-4ee3-b98d-c94eb04a766e" providerId="ADAL" clId="{16ADD58A-AF50-473D-977C-DD72BEB43974}" dt="2024-04-24T15:49:21.473" v="1703" actId="1076"/>
          <ac:spMkLst>
            <pc:docMk/>
            <pc:sldMk cId="1920672516" sldId="3003"/>
            <ac:spMk id="9" creationId="{DA23C392-DA04-85C6-6743-CE7707886DAD}"/>
          </ac:spMkLst>
        </pc:spChg>
      </pc:sldChg>
      <pc:sldChg chg="modSp mod modShow">
        <pc:chgData name="Zhou,Yijun (HP Med Affairs) BII-CN-S" userId="0f879695-5e99-4ee3-b98d-c94eb04a766e" providerId="ADAL" clId="{16ADD58A-AF50-473D-977C-DD72BEB43974}" dt="2024-04-23T06:59:42.609" v="23" actId="20577"/>
        <pc:sldMkLst>
          <pc:docMk/>
          <pc:sldMk cId="382575062" sldId="3005"/>
        </pc:sldMkLst>
        <pc:spChg chg="mod">
          <ac:chgData name="Zhou,Yijun (HP Med Affairs) BII-CN-S" userId="0f879695-5e99-4ee3-b98d-c94eb04a766e" providerId="ADAL" clId="{16ADD58A-AF50-473D-977C-DD72BEB43974}" dt="2024-04-23T06:59:42.609" v="23" actId="20577"/>
          <ac:spMkLst>
            <pc:docMk/>
            <pc:sldMk cId="382575062" sldId="3005"/>
            <ac:spMk id="5" creationId="{00000000-0000-0000-0000-000000000000}"/>
          </ac:spMkLst>
        </pc:spChg>
      </pc:sldChg>
      <pc:sldChg chg="addSp delSp modSp mod">
        <pc:chgData name="Zhou,Yijun (HP Med Affairs) BII-CN-S" userId="0f879695-5e99-4ee3-b98d-c94eb04a766e" providerId="ADAL" clId="{16ADD58A-AF50-473D-977C-DD72BEB43974}" dt="2024-04-23T08:55:07.473" v="813" actId="1076"/>
        <pc:sldMkLst>
          <pc:docMk/>
          <pc:sldMk cId="3644400262" sldId="3006"/>
        </pc:sldMkLst>
        <pc:spChg chg="mod">
          <ac:chgData name="Zhou,Yijun (HP Med Affairs) BII-CN-S" userId="0f879695-5e99-4ee3-b98d-c94eb04a766e" providerId="ADAL" clId="{16ADD58A-AF50-473D-977C-DD72BEB43974}" dt="2024-04-23T07:08:38.646" v="141" actId="164"/>
          <ac:spMkLst>
            <pc:docMk/>
            <pc:sldMk cId="3644400262" sldId="3006"/>
            <ac:spMk id="3" creationId="{00000000-0000-0000-0000-000000000000}"/>
          </ac:spMkLst>
        </pc:spChg>
        <pc:spChg chg="mod">
          <ac:chgData name="Zhou,Yijun (HP Med Affairs) BII-CN-S" userId="0f879695-5e99-4ee3-b98d-c94eb04a766e" providerId="ADAL" clId="{16ADD58A-AF50-473D-977C-DD72BEB43974}" dt="2024-04-23T07:04:20.932" v="52" actId="571"/>
          <ac:spMkLst>
            <pc:docMk/>
            <pc:sldMk cId="3644400262" sldId="3006"/>
            <ac:spMk id="5" creationId="{00000000-0000-0000-0000-000000000000}"/>
          </ac:spMkLst>
        </pc:spChg>
        <pc:spChg chg="mod">
          <ac:chgData name="Zhou,Yijun (HP Med Affairs) BII-CN-S" userId="0f879695-5e99-4ee3-b98d-c94eb04a766e" providerId="ADAL" clId="{16ADD58A-AF50-473D-977C-DD72BEB43974}" dt="2024-04-23T08:29:10.175" v="521" actId="14100"/>
          <ac:spMkLst>
            <pc:docMk/>
            <pc:sldMk cId="3644400262" sldId="3006"/>
            <ac:spMk id="6" creationId="{00000000-0000-0000-0000-000000000000}"/>
          </ac:spMkLst>
        </pc:spChg>
        <pc:spChg chg="del mod">
          <ac:chgData name="Zhou,Yijun (HP Med Affairs) BII-CN-S" userId="0f879695-5e99-4ee3-b98d-c94eb04a766e" providerId="ADAL" clId="{16ADD58A-AF50-473D-977C-DD72BEB43974}" dt="2024-04-23T07:08:05.948" v="138" actId="478"/>
          <ac:spMkLst>
            <pc:docMk/>
            <pc:sldMk cId="3644400262" sldId="3006"/>
            <ac:spMk id="7" creationId="{00000000-0000-0000-0000-000000000000}"/>
          </ac:spMkLst>
        </pc:spChg>
        <pc:spChg chg="mod">
          <ac:chgData name="Zhou,Yijun (HP Med Affairs) BII-CN-S" userId="0f879695-5e99-4ee3-b98d-c94eb04a766e" providerId="ADAL" clId="{16ADD58A-AF50-473D-977C-DD72BEB43974}" dt="2024-04-23T07:08:38.646" v="141" actId="164"/>
          <ac:spMkLst>
            <pc:docMk/>
            <pc:sldMk cId="3644400262" sldId="3006"/>
            <ac:spMk id="9" creationId="{00000000-0000-0000-0000-000000000000}"/>
          </ac:spMkLst>
        </pc:spChg>
        <pc:spChg chg="mod">
          <ac:chgData name="Zhou,Yijun (HP Med Affairs) BII-CN-S" userId="0f879695-5e99-4ee3-b98d-c94eb04a766e" providerId="ADAL" clId="{16ADD58A-AF50-473D-977C-DD72BEB43974}" dt="2024-04-23T07:08:38.646" v="141" actId="164"/>
          <ac:spMkLst>
            <pc:docMk/>
            <pc:sldMk cId="3644400262" sldId="3006"/>
            <ac:spMk id="10" creationId="{00000000-0000-0000-0000-000000000000}"/>
          </ac:spMkLst>
        </pc:spChg>
        <pc:spChg chg="mod">
          <ac:chgData name="Zhou,Yijun (HP Med Affairs) BII-CN-S" userId="0f879695-5e99-4ee3-b98d-c94eb04a766e" providerId="ADAL" clId="{16ADD58A-AF50-473D-977C-DD72BEB43974}" dt="2024-04-23T07:04:20.932" v="52" actId="571"/>
          <ac:spMkLst>
            <pc:docMk/>
            <pc:sldMk cId="3644400262" sldId="3006"/>
            <ac:spMk id="11" creationId="{00000000-0000-0000-0000-000000000000}"/>
          </ac:spMkLst>
        </pc:spChg>
        <pc:spChg chg="mod">
          <ac:chgData name="Zhou,Yijun (HP Med Affairs) BII-CN-S" userId="0f879695-5e99-4ee3-b98d-c94eb04a766e" providerId="ADAL" clId="{16ADD58A-AF50-473D-977C-DD72BEB43974}" dt="2024-04-23T07:08:38.646" v="141" actId="164"/>
          <ac:spMkLst>
            <pc:docMk/>
            <pc:sldMk cId="3644400262" sldId="3006"/>
            <ac:spMk id="12" creationId="{00000000-0000-0000-0000-000000000000}"/>
          </ac:spMkLst>
        </pc:spChg>
        <pc:spChg chg="mod">
          <ac:chgData name="Zhou,Yijun (HP Med Affairs) BII-CN-S" userId="0f879695-5e99-4ee3-b98d-c94eb04a766e" providerId="ADAL" clId="{16ADD58A-AF50-473D-977C-DD72BEB43974}" dt="2024-04-23T07:08:38.646" v="141" actId="164"/>
          <ac:spMkLst>
            <pc:docMk/>
            <pc:sldMk cId="3644400262" sldId="3006"/>
            <ac:spMk id="13" creationId="{8D67691C-F848-DE88-656D-ED8EF768CD4A}"/>
          </ac:spMkLst>
        </pc:spChg>
        <pc:spChg chg="mod">
          <ac:chgData name="Zhou,Yijun (HP Med Affairs) BII-CN-S" userId="0f879695-5e99-4ee3-b98d-c94eb04a766e" providerId="ADAL" clId="{16ADD58A-AF50-473D-977C-DD72BEB43974}" dt="2024-04-23T07:04:20.932" v="52" actId="571"/>
          <ac:spMkLst>
            <pc:docMk/>
            <pc:sldMk cId="3644400262" sldId="3006"/>
            <ac:spMk id="14" creationId="{00000000-0000-0000-0000-000000000000}"/>
          </ac:spMkLst>
        </pc:spChg>
        <pc:spChg chg="mod">
          <ac:chgData name="Zhou,Yijun (HP Med Affairs) BII-CN-S" userId="0f879695-5e99-4ee3-b98d-c94eb04a766e" providerId="ADAL" clId="{16ADD58A-AF50-473D-977C-DD72BEB43974}" dt="2024-04-23T07:08:38.646" v="141" actId="164"/>
          <ac:spMkLst>
            <pc:docMk/>
            <pc:sldMk cId="3644400262" sldId="3006"/>
            <ac:spMk id="15" creationId="{00000000-0000-0000-0000-000000000000}"/>
          </ac:spMkLst>
        </pc:spChg>
        <pc:spChg chg="mod">
          <ac:chgData name="Zhou,Yijun (HP Med Affairs) BII-CN-S" userId="0f879695-5e99-4ee3-b98d-c94eb04a766e" providerId="ADAL" clId="{16ADD58A-AF50-473D-977C-DD72BEB43974}" dt="2024-04-23T07:08:38.646" v="141" actId="164"/>
          <ac:spMkLst>
            <pc:docMk/>
            <pc:sldMk cId="3644400262" sldId="3006"/>
            <ac:spMk id="16" creationId="{00000000-0000-0000-0000-000000000000}"/>
          </ac:spMkLst>
        </pc:spChg>
        <pc:spChg chg="mod">
          <ac:chgData name="Zhou,Yijun (HP Med Affairs) BII-CN-S" userId="0f879695-5e99-4ee3-b98d-c94eb04a766e" providerId="ADAL" clId="{16ADD58A-AF50-473D-977C-DD72BEB43974}" dt="2024-04-23T07:08:38.646" v="141" actId="164"/>
          <ac:spMkLst>
            <pc:docMk/>
            <pc:sldMk cId="3644400262" sldId="3006"/>
            <ac:spMk id="17" creationId="{FD10D1C3-D61A-8CE5-9A30-57B80CB075EE}"/>
          </ac:spMkLst>
        </pc:spChg>
        <pc:spChg chg="mod">
          <ac:chgData name="Zhou,Yijun (HP Med Affairs) BII-CN-S" userId="0f879695-5e99-4ee3-b98d-c94eb04a766e" providerId="ADAL" clId="{16ADD58A-AF50-473D-977C-DD72BEB43974}" dt="2024-04-23T07:08:38.646" v="141" actId="164"/>
          <ac:spMkLst>
            <pc:docMk/>
            <pc:sldMk cId="3644400262" sldId="3006"/>
            <ac:spMk id="18" creationId="{00000000-0000-0000-0000-000000000000}"/>
          </ac:spMkLst>
        </pc:spChg>
        <pc:spChg chg="mod">
          <ac:chgData name="Zhou,Yijun (HP Med Affairs) BII-CN-S" userId="0f879695-5e99-4ee3-b98d-c94eb04a766e" providerId="ADAL" clId="{16ADD58A-AF50-473D-977C-DD72BEB43974}" dt="2024-04-23T07:08:38.646" v="141" actId="164"/>
          <ac:spMkLst>
            <pc:docMk/>
            <pc:sldMk cId="3644400262" sldId="3006"/>
            <ac:spMk id="19" creationId="{00000000-0000-0000-0000-000000000000}"/>
          </ac:spMkLst>
        </pc:spChg>
        <pc:spChg chg="mod">
          <ac:chgData name="Zhou,Yijun (HP Med Affairs) BII-CN-S" userId="0f879695-5e99-4ee3-b98d-c94eb04a766e" providerId="ADAL" clId="{16ADD58A-AF50-473D-977C-DD72BEB43974}" dt="2024-04-23T08:29:21.699" v="523" actId="1076"/>
          <ac:spMkLst>
            <pc:docMk/>
            <pc:sldMk cId="3644400262" sldId="3006"/>
            <ac:spMk id="20" creationId="{00000000-0000-0000-0000-000000000000}"/>
          </ac:spMkLst>
        </pc:spChg>
        <pc:spChg chg="mod">
          <ac:chgData name="Zhou,Yijun (HP Med Affairs) BII-CN-S" userId="0f879695-5e99-4ee3-b98d-c94eb04a766e" providerId="ADAL" clId="{16ADD58A-AF50-473D-977C-DD72BEB43974}" dt="2024-04-23T07:08:15.577" v="140" actId="1076"/>
          <ac:spMkLst>
            <pc:docMk/>
            <pc:sldMk cId="3644400262" sldId="3006"/>
            <ac:spMk id="21" creationId="{DDC437CD-FEB8-EC24-2AB6-C393A971FEFA}"/>
          </ac:spMkLst>
        </pc:spChg>
        <pc:spChg chg="mod">
          <ac:chgData name="Zhou,Yijun (HP Med Affairs) BII-CN-S" userId="0f879695-5e99-4ee3-b98d-c94eb04a766e" providerId="ADAL" clId="{16ADD58A-AF50-473D-977C-DD72BEB43974}" dt="2024-04-23T07:08:38.646" v="141" actId="164"/>
          <ac:spMkLst>
            <pc:docMk/>
            <pc:sldMk cId="3644400262" sldId="3006"/>
            <ac:spMk id="22" creationId="{00000000-0000-0000-0000-000000000000}"/>
          </ac:spMkLst>
        </pc:spChg>
        <pc:spChg chg="mod">
          <ac:chgData name="Zhou,Yijun (HP Med Affairs) BII-CN-S" userId="0f879695-5e99-4ee3-b98d-c94eb04a766e" providerId="ADAL" clId="{16ADD58A-AF50-473D-977C-DD72BEB43974}" dt="2024-04-23T08:29:15.094" v="522" actId="1076"/>
          <ac:spMkLst>
            <pc:docMk/>
            <pc:sldMk cId="3644400262" sldId="3006"/>
            <ac:spMk id="23" creationId="{00000000-0000-0000-0000-000000000000}"/>
          </ac:spMkLst>
        </pc:spChg>
        <pc:spChg chg="mod">
          <ac:chgData name="Zhou,Yijun (HP Med Affairs) BII-CN-S" userId="0f879695-5e99-4ee3-b98d-c94eb04a766e" providerId="ADAL" clId="{16ADD58A-AF50-473D-977C-DD72BEB43974}" dt="2024-04-23T07:08:38.646" v="141" actId="164"/>
          <ac:spMkLst>
            <pc:docMk/>
            <pc:sldMk cId="3644400262" sldId="3006"/>
            <ac:spMk id="24" creationId="{00000000-0000-0000-0000-000000000000}"/>
          </ac:spMkLst>
        </pc:spChg>
        <pc:spChg chg="mod">
          <ac:chgData name="Zhou,Yijun (HP Med Affairs) BII-CN-S" userId="0f879695-5e99-4ee3-b98d-c94eb04a766e" providerId="ADAL" clId="{16ADD58A-AF50-473D-977C-DD72BEB43974}" dt="2024-04-23T07:04:20.932" v="52" actId="571"/>
          <ac:spMkLst>
            <pc:docMk/>
            <pc:sldMk cId="3644400262" sldId="3006"/>
            <ac:spMk id="25" creationId="{00000000-0000-0000-0000-000000000000}"/>
          </ac:spMkLst>
        </pc:spChg>
        <pc:spChg chg="mod">
          <ac:chgData name="Zhou,Yijun (HP Med Affairs) BII-CN-S" userId="0f879695-5e99-4ee3-b98d-c94eb04a766e" providerId="ADAL" clId="{16ADD58A-AF50-473D-977C-DD72BEB43974}" dt="2024-04-23T07:04:20.932" v="52" actId="571"/>
          <ac:spMkLst>
            <pc:docMk/>
            <pc:sldMk cId="3644400262" sldId="3006"/>
            <ac:spMk id="26" creationId="{00000000-0000-0000-0000-000000000000}"/>
          </ac:spMkLst>
        </pc:spChg>
        <pc:spChg chg="mod">
          <ac:chgData name="Zhou,Yijun (HP Med Affairs) BII-CN-S" userId="0f879695-5e99-4ee3-b98d-c94eb04a766e" providerId="ADAL" clId="{16ADD58A-AF50-473D-977C-DD72BEB43974}" dt="2024-04-23T07:04:20.932" v="52" actId="571"/>
          <ac:spMkLst>
            <pc:docMk/>
            <pc:sldMk cId="3644400262" sldId="3006"/>
            <ac:spMk id="27" creationId="{00000000-0000-0000-0000-000000000000}"/>
          </ac:spMkLst>
        </pc:spChg>
        <pc:spChg chg="mod">
          <ac:chgData name="Zhou,Yijun (HP Med Affairs) BII-CN-S" userId="0f879695-5e99-4ee3-b98d-c94eb04a766e" providerId="ADAL" clId="{16ADD58A-AF50-473D-977C-DD72BEB43974}" dt="2024-04-23T07:08:15.577" v="140" actId="1076"/>
          <ac:spMkLst>
            <pc:docMk/>
            <pc:sldMk cId="3644400262" sldId="3006"/>
            <ac:spMk id="28" creationId="{EA89E1C0-2A13-C0D8-02C7-5BEC8FAFA7F9}"/>
          </ac:spMkLst>
        </pc:spChg>
        <pc:spChg chg="mod">
          <ac:chgData name="Zhou,Yijun (HP Med Affairs) BII-CN-S" userId="0f879695-5e99-4ee3-b98d-c94eb04a766e" providerId="ADAL" clId="{16ADD58A-AF50-473D-977C-DD72BEB43974}" dt="2024-04-23T07:04:20.932" v="52" actId="571"/>
          <ac:spMkLst>
            <pc:docMk/>
            <pc:sldMk cId="3644400262" sldId="3006"/>
            <ac:spMk id="29" creationId="{00000000-0000-0000-0000-000000000000}"/>
          </ac:spMkLst>
        </pc:spChg>
        <pc:spChg chg="mod">
          <ac:chgData name="Zhou,Yijun (HP Med Affairs) BII-CN-S" userId="0f879695-5e99-4ee3-b98d-c94eb04a766e" providerId="ADAL" clId="{16ADD58A-AF50-473D-977C-DD72BEB43974}" dt="2024-04-23T07:04:20.932" v="52" actId="571"/>
          <ac:spMkLst>
            <pc:docMk/>
            <pc:sldMk cId="3644400262" sldId="3006"/>
            <ac:spMk id="30" creationId="{00000000-0000-0000-0000-000000000000}"/>
          </ac:spMkLst>
        </pc:spChg>
        <pc:spChg chg="mod">
          <ac:chgData name="Zhou,Yijun (HP Med Affairs) BII-CN-S" userId="0f879695-5e99-4ee3-b98d-c94eb04a766e" providerId="ADAL" clId="{16ADD58A-AF50-473D-977C-DD72BEB43974}" dt="2024-04-23T07:04:20.932" v="52" actId="571"/>
          <ac:spMkLst>
            <pc:docMk/>
            <pc:sldMk cId="3644400262" sldId="3006"/>
            <ac:spMk id="31" creationId="{00000000-0000-0000-0000-000000000000}"/>
          </ac:spMkLst>
        </pc:spChg>
        <pc:spChg chg="mod">
          <ac:chgData name="Zhou,Yijun (HP Med Affairs) BII-CN-S" userId="0f879695-5e99-4ee3-b98d-c94eb04a766e" providerId="ADAL" clId="{16ADD58A-AF50-473D-977C-DD72BEB43974}" dt="2024-04-23T07:04:20.932" v="52" actId="571"/>
          <ac:spMkLst>
            <pc:docMk/>
            <pc:sldMk cId="3644400262" sldId="3006"/>
            <ac:spMk id="32" creationId="{00000000-0000-0000-0000-000000000000}"/>
          </ac:spMkLst>
        </pc:spChg>
        <pc:spChg chg="mod">
          <ac:chgData name="Zhou,Yijun (HP Med Affairs) BII-CN-S" userId="0f879695-5e99-4ee3-b98d-c94eb04a766e" providerId="ADAL" clId="{16ADD58A-AF50-473D-977C-DD72BEB43974}" dt="2024-04-23T07:08:15.577" v="140" actId="1076"/>
          <ac:spMkLst>
            <pc:docMk/>
            <pc:sldMk cId="3644400262" sldId="3006"/>
            <ac:spMk id="33" creationId="{BCE0378F-9A73-BDE9-75A3-507E315C9B03}"/>
          </ac:spMkLst>
        </pc:spChg>
        <pc:spChg chg="mod">
          <ac:chgData name="Zhou,Yijun (HP Med Affairs) BII-CN-S" userId="0f879695-5e99-4ee3-b98d-c94eb04a766e" providerId="ADAL" clId="{16ADD58A-AF50-473D-977C-DD72BEB43974}" dt="2024-04-23T07:08:15.577" v="140" actId="1076"/>
          <ac:spMkLst>
            <pc:docMk/>
            <pc:sldMk cId="3644400262" sldId="3006"/>
            <ac:spMk id="34" creationId="{3153FC32-D03D-73EE-B60E-7750E2BAF00A}"/>
          </ac:spMkLst>
        </pc:spChg>
        <pc:spChg chg="add del mod">
          <ac:chgData name="Zhou,Yijun (HP Med Affairs) BII-CN-S" userId="0f879695-5e99-4ee3-b98d-c94eb04a766e" providerId="ADAL" clId="{16ADD58A-AF50-473D-977C-DD72BEB43974}" dt="2024-04-23T07:04:23.761" v="54" actId="478"/>
          <ac:spMkLst>
            <pc:docMk/>
            <pc:sldMk cId="3644400262" sldId="3006"/>
            <ac:spMk id="35" creationId="{EF09A5E8-7AFC-50D0-B8EF-097AB58CB017}"/>
          </ac:spMkLst>
        </pc:spChg>
        <pc:spChg chg="mod">
          <ac:chgData name="Zhou,Yijun (HP Med Affairs) BII-CN-S" userId="0f879695-5e99-4ee3-b98d-c94eb04a766e" providerId="ADAL" clId="{16ADD58A-AF50-473D-977C-DD72BEB43974}" dt="2024-04-23T07:08:15.577" v="140" actId="1076"/>
          <ac:spMkLst>
            <pc:docMk/>
            <pc:sldMk cId="3644400262" sldId="3006"/>
            <ac:spMk id="36" creationId="{441FD3A7-D3AF-2004-55B7-3D5C9E35C066}"/>
          </ac:spMkLst>
        </pc:spChg>
        <pc:spChg chg="del">
          <ac:chgData name="Zhou,Yijun (HP Med Affairs) BII-CN-S" userId="0f879695-5e99-4ee3-b98d-c94eb04a766e" providerId="ADAL" clId="{16ADD58A-AF50-473D-977C-DD72BEB43974}" dt="2024-04-23T07:03:28.533" v="46" actId="478"/>
          <ac:spMkLst>
            <pc:docMk/>
            <pc:sldMk cId="3644400262" sldId="3006"/>
            <ac:spMk id="37" creationId="{F7D5B2CC-4843-BE6C-3BB0-1952ED47E8DE}"/>
          </ac:spMkLst>
        </pc:spChg>
        <pc:spChg chg="mod">
          <ac:chgData name="Zhou,Yijun (HP Med Affairs) BII-CN-S" userId="0f879695-5e99-4ee3-b98d-c94eb04a766e" providerId="ADAL" clId="{16ADD58A-AF50-473D-977C-DD72BEB43974}" dt="2024-04-23T07:06:06.170" v="112" actId="1076"/>
          <ac:spMkLst>
            <pc:docMk/>
            <pc:sldMk cId="3644400262" sldId="3006"/>
            <ac:spMk id="38" creationId="{00000000-0000-0000-0000-000000000000}"/>
          </ac:spMkLst>
        </pc:spChg>
        <pc:spChg chg="mod">
          <ac:chgData name="Zhou,Yijun (HP Med Affairs) BII-CN-S" userId="0f879695-5e99-4ee3-b98d-c94eb04a766e" providerId="ADAL" clId="{16ADD58A-AF50-473D-977C-DD72BEB43974}" dt="2024-04-23T07:05:40.306" v="107" actId="1076"/>
          <ac:spMkLst>
            <pc:docMk/>
            <pc:sldMk cId="3644400262" sldId="3006"/>
            <ac:spMk id="39" creationId="{00000000-0000-0000-0000-000000000000}"/>
          </ac:spMkLst>
        </pc:spChg>
        <pc:spChg chg="mod">
          <ac:chgData name="Zhou,Yijun (HP Med Affairs) BII-CN-S" userId="0f879695-5e99-4ee3-b98d-c94eb04a766e" providerId="ADAL" clId="{16ADD58A-AF50-473D-977C-DD72BEB43974}" dt="2024-04-23T07:05:25.121" v="103" actId="1035"/>
          <ac:spMkLst>
            <pc:docMk/>
            <pc:sldMk cId="3644400262" sldId="3006"/>
            <ac:spMk id="40" creationId="{00000000-0000-0000-0000-000000000000}"/>
          </ac:spMkLst>
        </pc:spChg>
        <pc:spChg chg="mod">
          <ac:chgData name="Zhou,Yijun (HP Med Affairs) BII-CN-S" userId="0f879695-5e99-4ee3-b98d-c94eb04a766e" providerId="ADAL" clId="{16ADD58A-AF50-473D-977C-DD72BEB43974}" dt="2024-04-23T07:06:22.416" v="115" actId="1076"/>
          <ac:spMkLst>
            <pc:docMk/>
            <pc:sldMk cId="3644400262" sldId="3006"/>
            <ac:spMk id="41" creationId="{00000000-0000-0000-0000-000000000000}"/>
          </ac:spMkLst>
        </pc:spChg>
        <pc:spChg chg="mod">
          <ac:chgData name="Zhou,Yijun (HP Med Affairs) BII-CN-S" userId="0f879695-5e99-4ee3-b98d-c94eb04a766e" providerId="ADAL" clId="{16ADD58A-AF50-473D-977C-DD72BEB43974}" dt="2024-04-23T07:05:47.359" v="108" actId="14100"/>
          <ac:spMkLst>
            <pc:docMk/>
            <pc:sldMk cId="3644400262" sldId="3006"/>
            <ac:spMk id="42" creationId="{00000000-0000-0000-0000-000000000000}"/>
          </ac:spMkLst>
        </pc:spChg>
        <pc:spChg chg="mod">
          <ac:chgData name="Zhou,Yijun (HP Med Affairs) BII-CN-S" userId="0f879695-5e99-4ee3-b98d-c94eb04a766e" providerId="ADAL" clId="{16ADD58A-AF50-473D-977C-DD72BEB43974}" dt="2024-04-23T07:06:15.933" v="113" actId="1076"/>
          <ac:spMkLst>
            <pc:docMk/>
            <pc:sldMk cId="3644400262" sldId="3006"/>
            <ac:spMk id="43" creationId="{00000000-0000-0000-0000-000000000000}"/>
          </ac:spMkLst>
        </pc:spChg>
        <pc:spChg chg="mod">
          <ac:chgData name="Zhou,Yijun (HP Med Affairs) BII-CN-S" userId="0f879695-5e99-4ee3-b98d-c94eb04a766e" providerId="ADAL" clId="{16ADD58A-AF50-473D-977C-DD72BEB43974}" dt="2024-04-23T07:05:05.812" v="96" actId="1076"/>
          <ac:spMkLst>
            <pc:docMk/>
            <pc:sldMk cId="3644400262" sldId="3006"/>
            <ac:spMk id="44" creationId="{00000000-0000-0000-0000-000000000000}"/>
          </ac:spMkLst>
        </pc:spChg>
        <pc:spChg chg="mod">
          <ac:chgData name="Zhou,Yijun (HP Med Affairs) BII-CN-S" userId="0f879695-5e99-4ee3-b98d-c94eb04a766e" providerId="ADAL" clId="{16ADD58A-AF50-473D-977C-DD72BEB43974}" dt="2024-04-23T07:05:08.983" v="97" actId="1076"/>
          <ac:spMkLst>
            <pc:docMk/>
            <pc:sldMk cId="3644400262" sldId="3006"/>
            <ac:spMk id="45" creationId="{00000000-0000-0000-0000-000000000000}"/>
          </ac:spMkLst>
        </pc:spChg>
        <pc:spChg chg="del">
          <ac:chgData name="Zhou,Yijun (HP Med Affairs) BII-CN-S" userId="0f879695-5e99-4ee3-b98d-c94eb04a766e" providerId="ADAL" clId="{16ADD58A-AF50-473D-977C-DD72BEB43974}" dt="2024-04-23T07:03:26.475" v="44" actId="478"/>
          <ac:spMkLst>
            <pc:docMk/>
            <pc:sldMk cId="3644400262" sldId="3006"/>
            <ac:spMk id="46" creationId="{4BBE1578-5592-06D8-1B4B-042E3F8B9812}"/>
          </ac:spMkLst>
        </pc:spChg>
        <pc:spChg chg="del">
          <ac:chgData name="Zhou,Yijun (HP Med Affairs) BII-CN-S" userId="0f879695-5e99-4ee3-b98d-c94eb04a766e" providerId="ADAL" clId="{16ADD58A-AF50-473D-977C-DD72BEB43974}" dt="2024-04-23T07:03:27.678" v="45" actId="478"/>
          <ac:spMkLst>
            <pc:docMk/>
            <pc:sldMk cId="3644400262" sldId="3006"/>
            <ac:spMk id="47" creationId="{BB40E6F0-4C6C-C8BA-105C-B13EFBA8D359}"/>
          </ac:spMkLst>
        </pc:spChg>
        <pc:spChg chg="mod">
          <ac:chgData name="Zhou,Yijun (HP Med Affairs) BII-CN-S" userId="0f879695-5e99-4ee3-b98d-c94eb04a766e" providerId="ADAL" clId="{16ADD58A-AF50-473D-977C-DD72BEB43974}" dt="2024-04-23T07:08:15.577" v="140" actId="1076"/>
          <ac:spMkLst>
            <pc:docMk/>
            <pc:sldMk cId="3644400262" sldId="3006"/>
            <ac:spMk id="48" creationId="{020D5148-538C-6DF2-FF14-7EEC616028E9}"/>
          </ac:spMkLst>
        </pc:spChg>
        <pc:spChg chg="mod">
          <ac:chgData name="Zhou,Yijun (HP Med Affairs) BII-CN-S" userId="0f879695-5e99-4ee3-b98d-c94eb04a766e" providerId="ADAL" clId="{16ADD58A-AF50-473D-977C-DD72BEB43974}" dt="2024-04-23T07:08:15.577" v="140" actId="1076"/>
          <ac:spMkLst>
            <pc:docMk/>
            <pc:sldMk cId="3644400262" sldId="3006"/>
            <ac:spMk id="49" creationId="{9364A840-46E8-0D19-B815-4E179AA4CA47}"/>
          </ac:spMkLst>
        </pc:spChg>
        <pc:spChg chg="del">
          <ac:chgData name="Zhou,Yijun (HP Med Affairs) BII-CN-S" userId="0f879695-5e99-4ee3-b98d-c94eb04a766e" providerId="ADAL" clId="{16ADD58A-AF50-473D-977C-DD72BEB43974}" dt="2024-04-23T07:04:59.412" v="95" actId="478"/>
          <ac:spMkLst>
            <pc:docMk/>
            <pc:sldMk cId="3644400262" sldId="3006"/>
            <ac:spMk id="50" creationId="{3011077D-BA76-1DE3-E25A-EA79DACEB788}"/>
          </ac:spMkLst>
        </pc:spChg>
        <pc:spChg chg="add del mod">
          <ac:chgData name="Zhou,Yijun (HP Med Affairs) BII-CN-S" userId="0f879695-5e99-4ee3-b98d-c94eb04a766e" providerId="ADAL" clId="{16ADD58A-AF50-473D-977C-DD72BEB43974}" dt="2024-04-23T07:04:23.761" v="54" actId="478"/>
          <ac:spMkLst>
            <pc:docMk/>
            <pc:sldMk cId="3644400262" sldId="3006"/>
            <ac:spMk id="51" creationId="{C980CFAA-ED50-5CDF-5687-32F7E0EA26F2}"/>
          </ac:spMkLst>
        </pc:spChg>
        <pc:spChg chg="mod">
          <ac:chgData name="Zhou,Yijun (HP Med Affairs) BII-CN-S" userId="0f879695-5e99-4ee3-b98d-c94eb04a766e" providerId="ADAL" clId="{16ADD58A-AF50-473D-977C-DD72BEB43974}" dt="2024-04-23T07:08:38.646" v="141" actId="164"/>
          <ac:spMkLst>
            <pc:docMk/>
            <pc:sldMk cId="3644400262" sldId="3006"/>
            <ac:spMk id="52" creationId="{BCDB1A70-2679-526B-830A-2FBD7C7F8BA7}"/>
          </ac:spMkLst>
        </pc:spChg>
        <pc:spChg chg="mod">
          <ac:chgData name="Zhou,Yijun (HP Med Affairs) BII-CN-S" userId="0f879695-5e99-4ee3-b98d-c94eb04a766e" providerId="ADAL" clId="{16ADD58A-AF50-473D-977C-DD72BEB43974}" dt="2024-04-23T07:08:15.577" v="140" actId="1076"/>
          <ac:spMkLst>
            <pc:docMk/>
            <pc:sldMk cId="3644400262" sldId="3006"/>
            <ac:spMk id="53" creationId="{469E2370-2731-9B0F-09B7-276C06D4051A}"/>
          </ac:spMkLst>
        </pc:spChg>
        <pc:spChg chg="add mod">
          <ac:chgData name="Zhou,Yijun (HP Med Affairs) BII-CN-S" userId="0f879695-5e99-4ee3-b98d-c94eb04a766e" providerId="ADAL" clId="{16ADD58A-AF50-473D-977C-DD72BEB43974}" dt="2024-04-23T07:08:15.577" v="140" actId="1076"/>
          <ac:spMkLst>
            <pc:docMk/>
            <pc:sldMk cId="3644400262" sldId="3006"/>
            <ac:spMk id="54" creationId="{7710ECBE-5AC9-130E-3E2C-80B845CBDBE5}"/>
          </ac:spMkLst>
        </pc:spChg>
        <pc:spChg chg="add mod">
          <ac:chgData name="Zhou,Yijun (HP Med Affairs) BII-CN-S" userId="0f879695-5e99-4ee3-b98d-c94eb04a766e" providerId="ADAL" clId="{16ADD58A-AF50-473D-977C-DD72BEB43974}" dt="2024-04-23T07:08:15.577" v="140" actId="1076"/>
          <ac:spMkLst>
            <pc:docMk/>
            <pc:sldMk cId="3644400262" sldId="3006"/>
            <ac:spMk id="55" creationId="{5CE9A469-3CEB-55C8-22C3-5B773348BDD9}"/>
          </ac:spMkLst>
        </pc:spChg>
        <pc:spChg chg="add mod">
          <ac:chgData name="Zhou,Yijun (HP Med Affairs) BII-CN-S" userId="0f879695-5e99-4ee3-b98d-c94eb04a766e" providerId="ADAL" clId="{16ADD58A-AF50-473D-977C-DD72BEB43974}" dt="2024-04-23T07:08:15.577" v="140" actId="1076"/>
          <ac:spMkLst>
            <pc:docMk/>
            <pc:sldMk cId="3644400262" sldId="3006"/>
            <ac:spMk id="56" creationId="{4B312AF9-594C-0E97-3C71-6E29EA0909A2}"/>
          </ac:spMkLst>
        </pc:spChg>
        <pc:spChg chg="add mod">
          <ac:chgData name="Zhou,Yijun (HP Med Affairs) BII-CN-S" userId="0f879695-5e99-4ee3-b98d-c94eb04a766e" providerId="ADAL" clId="{16ADD58A-AF50-473D-977C-DD72BEB43974}" dt="2024-04-23T07:08:02.832" v="137" actId="20577"/>
          <ac:spMkLst>
            <pc:docMk/>
            <pc:sldMk cId="3644400262" sldId="3006"/>
            <ac:spMk id="57" creationId="{42689363-F7F1-7DF9-30E4-79641B7B5226}"/>
          </ac:spMkLst>
        </pc:spChg>
        <pc:spChg chg="add del mod">
          <ac:chgData name="Zhou,Yijun (HP Med Affairs) BII-CN-S" userId="0f879695-5e99-4ee3-b98d-c94eb04a766e" providerId="ADAL" clId="{16ADD58A-AF50-473D-977C-DD72BEB43974}" dt="2024-04-23T07:08:07.947" v="139" actId="478"/>
          <ac:spMkLst>
            <pc:docMk/>
            <pc:sldMk cId="3644400262" sldId="3006"/>
            <ac:spMk id="59" creationId="{36C90ECE-A3A1-8F20-1E78-4AE092B40424}"/>
          </ac:spMkLst>
        </pc:spChg>
        <pc:grpChg chg="mod">
          <ac:chgData name="Zhou,Yijun (HP Med Affairs) BII-CN-S" userId="0f879695-5e99-4ee3-b98d-c94eb04a766e" providerId="ADAL" clId="{16ADD58A-AF50-473D-977C-DD72BEB43974}" dt="2024-04-23T07:04:20.932" v="52" actId="571"/>
          <ac:grpSpMkLst>
            <pc:docMk/>
            <pc:sldMk cId="3644400262" sldId="3006"/>
            <ac:grpSpMk id="2" creationId="{00000000-0000-0000-0000-000000000000}"/>
          </ac:grpSpMkLst>
        </pc:grpChg>
        <pc:grpChg chg="mod">
          <ac:chgData name="Zhou,Yijun (HP Med Affairs) BII-CN-S" userId="0f879695-5e99-4ee3-b98d-c94eb04a766e" providerId="ADAL" clId="{16ADD58A-AF50-473D-977C-DD72BEB43974}" dt="2024-04-23T08:55:07.473" v="813" actId="1076"/>
          <ac:grpSpMkLst>
            <pc:docMk/>
            <pc:sldMk cId="3644400262" sldId="3006"/>
            <ac:grpSpMk id="4" creationId="{00000000-0000-0000-0000-000000000000}"/>
          </ac:grpSpMkLst>
        </pc:grpChg>
        <pc:grpChg chg="add mod">
          <ac:chgData name="Zhou,Yijun (HP Med Affairs) BII-CN-S" userId="0f879695-5e99-4ee3-b98d-c94eb04a766e" providerId="ADAL" clId="{16ADD58A-AF50-473D-977C-DD72BEB43974}" dt="2024-04-23T08:29:27.405" v="525" actId="1076"/>
          <ac:grpSpMkLst>
            <pc:docMk/>
            <pc:sldMk cId="3644400262" sldId="3006"/>
            <ac:grpSpMk id="60" creationId="{26919F58-3B6D-CA13-89AB-353A192FBE9A}"/>
          </ac:grpSpMkLst>
        </pc:grpChg>
        <pc:graphicFrameChg chg="mod">
          <ac:chgData name="Zhou,Yijun (HP Med Affairs) BII-CN-S" userId="0f879695-5e99-4ee3-b98d-c94eb04a766e" providerId="ADAL" clId="{16ADD58A-AF50-473D-977C-DD72BEB43974}" dt="2024-04-23T07:08:15.577" v="140" actId="1076"/>
          <ac:graphicFrameMkLst>
            <pc:docMk/>
            <pc:sldMk cId="3644400262" sldId="3006"/>
            <ac:graphicFrameMk id="8" creationId="{00000000-0000-0000-0000-000000000000}"/>
          </ac:graphicFrameMkLst>
        </pc:graphicFrameChg>
      </pc:sldChg>
      <pc:sldChg chg="modSp del mod modShow">
        <pc:chgData name="Zhou,Yijun (HP Med Affairs) BII-CN-S" userId="0f879695-5e99-4ee3-b98d-c94eb04a766e" providerId="ADAL" clId="{16ADD58A-AF50-473D-977C-DD72BEB43974}" dt="2024-04-24T15:47:57.224" v="1690" actId="47"/>
        <pc:sldMkLst>
          <pc:docMk/>
          <pc:sldMk cId="3108717906" sldId="3007"/>
        </pc:sldMkLst>
        <pc:graphicFrameChg chg="modGraphic">
          <ac:chgData name="Zhou,Yijun (HP Med Affairs) BII-CN-S" userId="0f879695-5e99-4ee3-b98d-c94eb04a766e" providerId="ADAL" clId="{16ADD58A-AF50-473D-977C-DD72BEB43974}" dt="2024-04-23T08:40:23.882" v="529" actId="20577"/>
          <ac:graphicFrameMkLst>
            <pc:docMk/>
            <pc:sldMk cId="3108717906" sldId="3007"/>
            <ac:graphicFrameMk id="10" creationId="{8216B327-424D-FB27-4BAA-F52DE971E761}"/>
          </ac:graphicFrameMkLst>
        </pc:graphicFrameChg>
      </pc:sldChg>
      <pc:sldChg chg="addSp modSp mod">
        <pc:chgData name="Zhou,Yijun (HP Med Affairs) BII-CN-S" userId="0f879695-5e99-4ee3-b98d-c94eb04a766e" providerId="ADAL" clId="{16ADD58A-AF50-473D-977C-DD72BEB43974}" dt="2024-04-23T08:55:57.913" v="824" actId="20577"/>
        <pc:sldMkLst>
          <pc:docMk/>
          <pc:sldMk cId="1500308059" sldId="3008"/>
        </pc:sldMkLst>
        <pc:spChg chg="add mod">
          <ac:chgData name="Zhou,Yijun (HP Med Affairs) BII-CN-S" userId="0f879695-5e99-4ee3-b98d-c94eb04a766e" providerId="ADAL" clId="{16ADD58A-AF50-473D-977C-DD72BEB43974}" dt="2024-04-23T08:55:57.913" v="824" actId="20577"/>
          <ac:spMkLst>
            <pc:docMk/>
            <pc:sldMk cId="1500308059" sldId="3008"/>
            <ac:spMk id="2" creationId="{B63D0640-02E0-86B9-12C1-60DC6F8B441F}"/>
          </ac:spMkLst>
        </pc:spChg>
        <pc:spChg chg="mod">
          <ac:chgData name="Zhou,Yijun (HP Med Affairs) BII-CN-S" userId="0f879695-5e99-4ee3-b98d-c94eb04a766e" providerId="ADAL" clId="{16ADD58A-AF50-473D-977C-DD72BEB43974}" dt="2024-04-23T08:53:31.445" v="808" actId="1076"/>
          <ac:spMkLst>
            <pc:docMk/>
            <pc:sldMk cId="1500308059" sldId="3008"/>
            <ac:spMk id="5" creationId="{6A208D85-58C0-F34F-9718-93B7311594D7}"/>
          </ac:spMkLst>
        </pc:spChg>
        <pc:spChg chg="mod">
          <ac:chgData name="Zhou,Yijun (HP Med Affairs) BII-CN-S" userId="0f879695-5e99-4ee3-b98d-c94eb04a766e" providerId="ADAL" clId="{16ADD58A-AF50-473D-977C-DD72BEB43974}" dt="2024-04-23T08:53:31.445" v="808" actId="1076"/>
          <ac:spMkLst>
            <pc:docMk/>
            <pc:sldMk cId="1500308059" sldId="3008"/>
            <ac:spMk id="6" creationId="{085FA289-F648-87A9-9D11-7C4CEF6487BB}"/>
          </ac:spMkLst>
        </pc:spChg>
        <pc:spChg chg="mod">
          <ac:chgData name="Zhou,Yijun (HP Med Affairs) BII-CN-S" userId="0f879695-5e99-4ee3-b98d-c94eb04a766e" providerId="ADAL" clId="{16ADD58A-AF50-473D-977C-DD72BEB43974}" dt="2024-04-23T08:53:54.165" v="810" actId="14100"/>
          <ac:spMkLst>
            <pc:docMk/>
            <pc:sldMk cId="1500308059" sldId="3008"/>
            <ac:spMk id="11" creationId="{F32777AD-F1D4-B202-5E5D-5F903D76D6C6}"/>
          </ac:spMkLst>
        </pc:spChg>
        <pc:spChg chg="mod">
          <ac:chgData name="Zhou,Yijun (HP Med Affairs) BII-CN-S" userId="0f879695-5e99-4ee3-b98d-c94eb04a766e" providerId="ADAL" clId="{16ADD58A-AF50-473D-977C-DD72BEB43974}" dt="2024-04-23T08:53:56.195" v="811" actId="14100"/>
          <ac:spMkLst>
            <pc:docMk/>
            <pc:sldMk cId="1500308059" sldId="3008"/>
            <ac:spMk id="12" creationId="{BCEF3AA7-50F0-2B95-1460-E6CA888E98F9}"/>
          </ac:spMkLst>
        </pc:spChg>
        <pc:graphicFrameChg chg="mod modGraphic">
          <ac:chgData name="Zhou,Yijun (HP Med Affairs) BII-CN-S" userId="0f879695-5e99-4ee3-b98d-c94eb04a766e" providerId="ADAL" clId="{16ADD58A-AF50-473D-977C-DD72BEB43974}" dt="2024-04-23T08:53:47.808" v="809" actId="1076"/>
          <ac:graphicFrameMkLst>
            <pc:docMk/>
            <pc:sldMk cId="1500308059" sldId="3008"/>
            <ac:graphicFrameMk id="10" creationId="{8216B327-424D-FB27-4BAA-F52DE971E761}"/>
          </ac:graphicFrameMkLst>
        </pc:graphicFrameChg>
      </pc:sldChg>
      <pc:sldChg chg="delSp modSp add mod ord">
        <pc:chgData name="Zhou,Yijun (HP Med Affairs) BII-CN-S" userId="0f879695-5e99-4ee3-b98d-c94eb04a766e" providerId="ADAL" clId="{16ADD58A-AF50-473D-977C-DD72BEB43974}" dt="2024-04-24T16:03:00.761" v="1921" actId="20577"/>
        <pc:sldMkLst>
          <pc:docMk/>
          <pc:sldMk cId="2195185078" sldId="3009"/>
        </pc:sldMkLst>
        <pc:spChg chg="mod">
          <ac:chgData name="Zhou,Yijun (HP Med Affairs) BII-CN-S" userId="0f879695-5e99-4ee3-b98d-c94eb04a766e" providerId="ADAL" clId="{16ADD58A-AF50-473D-977C-DD72BEB43974}" dt="2024-04-24T16:03:00.761" v="1921" actId="20577"/>
          <ac:spMkLst>
            <pc:docMk/>
            <pc:sldMk cId="2195185078" sldId="3009"/>
            <ac:spMk id="5" creationId="{00000000-0000-0000-0000-000000000000}"/>
          </ac:spMkLst>
        </pc:spChg>
        <pc:spChg chg="del mod">
          <ac:chgData name="Zhou,Yijun (HP Med Affairs) BII-CN-S" userId="0f879695-5e99-4ee3-b98d-c94eb04a766e" providerId="ADAL" clId="{16ADD58A-AF50-473D-977C-DD72BEB43974}" dt="2024-04-24T15:37:35.705" v="1443" actId="478"/>
          <ac:spMkLst>
            <pc:docMk/>
            <pc:sldMk cId="2195185078" sldId="3009"/>
            <ac:spMk id="8" creationId="{3F712784-BAFC-D50F-51F7-09D86C67CFC4}"/>
          </ac:spMkLst>
        </pc:spChg>
        <pc:spChg chg="mod ord">
          <ac:chgData name="Zhou,Yijun (HP Med Affairs) BII-CN-S" userId="0f879695-5e99-4ee3-b98d-c94eb04a766e" providerId="ADAL" clId="{16ADD58A-AF50-473D-977C-DD72BEB43974}" dt="2024-04-24T16:02:30.838" v="1904" actId="20577"/>
          <ac:spMkLst>
            <pc:docMk/>
            <pc:sldMk cId="2195185078" sldId="3009"/>
            <ac:spMk id="9" creationId="{9640A702-DEA1-5FD9-D2FD-6143CA6BFEE5}"/>
          </ac:spMkLst>
        </pc:spChg>
      </pc:sldChg>
    </pc:docChg>
  </pc:docChgLst>
</pc:chgInfo>
</file>

<file path=ppt/comments/comment1.xml><?xml version="1.0" encoding="utf-8"?>
<p:cmLst xmlns:a="http://schemas.openxmlformats.org/drawingml/2006/main" xmlns:r="http://schemas.openxmlformats.org/officeDocument/2006/relationships" xmlns:p="http://schemas.openxmlformats.org/presentationml/2006/main">
  <p:cm authorId="2" dt="2024-01-05T09:16:06.001" idx="16">
    <p:pos x="3110" y="637"/>
    <p:text>住院+门诊（占北京总20/30%），30家。其他医院有200家左右</p:text>
  </p:cm>
</p:cmLst>
</file>

<file path=ppt/diagrams/_rels/data1.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svg"/><Relationship Id="rId1" Type="http://schemas.openxmlformats.org/officeDocument/2006/relationships/image" Target="../media/image35.png"/><Relationship Id="rId6" Type="http://schemas.openxmlformats.org/officeDocument/2006/relationships/image" Target="../media/image40.svg"/><Relationship Id="rId5" Type="http://schemas.openxmlformats.org/officeDocument/2006/relationships/image" Target="../media/image39.png"/><Relationship Id="rId4" Type="http://schemas.openxmlformats.org/officeDocument/2006/relationships/image" Target="../media/image38.svg"/></Relationships>
</file>

<file path=ppt/diagrams/_rels/data2.xml.rels><?xml version="1.0" encoding="UTF-8" standalone="yes"?>
<Relationships xmlns="http://schemas.openxmlformats.org/package/2006/relationships"><Relationship Id="rId8" Type="http://schemas.openxmlformats.org/officeDocument/2006/relationships/image" Target="../media/image51.svg"/><Relationship Id="rId3" Type="http://schemas.openxmlformats.org/officeDocument/2006/relationships/image" Target="../media/image46.png"/><Relationship Id="rId7" Type="http://schemas.openxmlformats.org/officeDocument/2006/relationships/image" Target="../media/image50.png"/><Relationship Id="rId2" Type="http://schemas.openxmlformats.org/officeDocument/2006/relationships/image" Target="../media/image45.svg"/><Relationship Id="rId1" Type="http://schemas.openxmlformats.org/officeDocument/2006/relationships/image" Target="../media/image44.png"/><Relationship Id="rId6" Type="http://schemas.openxmlformats.org/officeDocument/2006/relationships/image" Target="../media/image49.svg"/><Relationship Id="rId5" Type="http://schemas.openxmlformats.org/officeDocument/2006/relationships/image" Target="../media/image48.png"/><Relationship Id="rId10" Type="http://schemas.openxmlformats.org/officeDocument/2006/relationships/image" Target="../media/image53.svg"/><Relationship Id="rId4" Type="http://schemas.openxmlformats.org/officeDocument/2006/relationships/image" Target="../media/image47.svg"/><Relationship Id="rId9" Type="http://schemas.openxmlformats.org/officeDocument/2006/relationships/image" Target="../media/image52.png"/></Relationships>
</file>

<file path=ppt/diagrams/_rels/drawing1.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svg"/><Relationship Id="rId1" Type="http://schemas.openxmlformats.org/officeDocument/2006/relationships/image" Target="../media/image35.png"/><Relationship Id="rId6" Type="http://schemas.openxmlformats.org/officeDocument/2006/relationships/image" Target="../media/image40.svg"/><Relationship Id="rId5" Type="http://schemas.openxmlformats.org/officeDocument/2006/relationships/image" Target="../media/image39.png"/><Relationship Id="rId4" Type="http://schemas.openxmlformats.org/officeDocument/2006/relationships/image" Target="../media/image38.svg"/></Relationships>
</file>

<file path=ppt/diagrams/_rels/drawing2.xml.rels><?xml version="1.0" encoding="UTF-8" standalone="yes"?>
<Relationships xmlns="http://schemas.openxmlformats.org/package/2006/relationships"><Relationship Id="rId8" Type="http://schemas.openxmlformats.org/officeDocument/2006/relationships/image" Target="../media/image51.svg"/><Relationship Id="rId3" Type="http://schemas.openxmlformats.org/officeDocument/2006/relationships/image" Target="../media/image46.png"/><Relationship Id="rId7" Type="http://schemas.openxmlformats.org/officeDocument/2006/relationships/image" Target="../media/image50.png"/><Relationship Id="rId2" Type="http://schemas.openxmlformats.org/officeDocument/2006/relationships/image" Target="../media/image45.svg"/><Relationship Id="rId1" Type="http://schemas.openxmlformats.org/officeDocument/2006/relationships/image" Target="../media/image44.png"/><Relationship Id="rId6" Type="http://schemas.openxmlformats.org/officeDocument/2006/relationships/image" Target="../media/image49.svg"/><Relationship Id="rId5" Type="http://schemas.openxmlformats.org/officeDocument/2006/relationships/image" Target="../media/image48.png"/><Relationship Id="rId10" Type="http://schemas.openxmlformats.org/officeDocument/2006/relationships/image" Target="../media/image53.svg"/><Relationship Id="rId4" Type="http://schemas.openxmlformats.org/officeDocument/2006/relationships/image" Target="../media/image47.svg"/><Relationship Id="rId9" Type="http://schemas.openxmlformats.org/officeDocument/2006/relationships/image" Target="../media/image52.png"/></Relationships>
</file>

<file path=ppt/diagrams/colors1.xml><?xml version="1.0" encoding="utf-8"?>
<dgm:colorsDef xmlns:dgm="http://schemas.openxmlformats.org/drawingml/2006/diagram" xmlns:a="http://schemas.openxmlformats.org/drawingml/2006/main" uniqueId="urn:microsoft.com/office/officeart/2005/8/colors/accent1_2#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1">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B8ACAF40-C358-4CEB-953D-CFC7A7DB3D55}" type="doc">
      <dgm:prSet loTypeId="urn:microsoft.com/office/officeart/2018/2/layout/IconVerticalSolidList" loCatId="icon" qsTypeId="urn:microsoft.com/office/officeart/2005/8/quickstyle/simple1#2" qsCatId="simple" csTypeId="urn:microsoft.com/office/officeart/2005/8/colors/accent1_2#2" csCatId="accent1" phldr="1"/>
      <dgm:spPr/>
      <dgm:t>
        <a:bodyPr/>
        <a:lstStyle/>
        <a:p>
          <a:endParaRPr lang="en-US"/>
        </a:p>
      </dgm:t>
    </dgm:pt>
    <dgm:pt modelId="{E9657C4C-E9D5-42D4-99F2-6104357FC1B2}">
      <dgm:prSet custT="1"/>
      <dgm:spPr/>
      <dgm:t>
        <a:bodyPr/>
        <a:lstStyle/>
        <a:p>
          <a:r>
            <a:rPr lang="en-US" sz="1400"/>
            <a:t>Data will be obtained from Beijing Municipal Health</a:t>
          </a:r>
          <a:r>
            <a:rPr lang="en-US" altLang="zh-CN" sz="1400"/>
            <a:t> Commission(</a:t>
          </a:r>
          <a:r>
            <a:rPr lang="zh-CN" altLang="en-US" sz="1400"/>
            <a:t>北京卫健委数据库</a:t>
          </a:r>
          <a:r>
            <a:rPr lang="en-US" altLang="zh-CN" sz="1400"/>
            <a:t>)</a:t>
          </a:r>
          <a:endParaRPr lang="en-US" sz="1400"/>
        </a:p>
      </dgm:t>
    </dgm:pt>
    <dgm:pt modelId="{17086237-3AB7-4D27-BE46-952823F1D36E}" type="parTrans" cxnId="{F1E89C77-9E32-4DDD-8EA1-F6C0F145C819}">
      <dgm:prSet/>
      <dgm:spPr/>
      <dgm:t>
        <a:bodyPr/>
        <a:lstStyle/>
        <a:p>
          <a:endParaRPr lang="en-US" sz="1400"/>
        </a:p>
      </dgm:t>
    </dgm:pt>
    <dgm:pt modelId="{DEC7B6D6-34E7-4218-B32D-8829253EEEA5}" type="sibTrans" cxnId="{F1E89C77-9E32-4DDD-8EA1-F6C0F145C819}">
      <dgm:prSet/>
      <dgm:spPr/>
      <dgm:t>
        <a:bodyPr/>
        <a:lstStyle/>
        <a:p>
          <a:endParaRPr lang="en-US" sz="1400"/>
        </a:p>
      </dgm:t>
    </dgm:pt>
    <dgm:pt modelId="{422AFBAD-7039-4B13-B16B-1E7692EE58F4}">
      <dgm:prSet custT="1"/>
      <dgm:spPr/>
      <dgm:t>
        <a:bodyPr/>
        <a:lstStyle/>
        <a:p>
          <a:r>
            <a:rPr lang="en-US" altLang="zh-CN" sz="1400" dirty="0"/>
            <a:t>It covers in-patient and out-patient data of 30 tertiary hospitals from 2017,  as well as cover page of in-patient medical records of 300+ hospitals in Beijing from 2008</a:t>
          </a:r>
          <a:endParaRPr lang="en-US" sz="1400" dirty="0"/>
        </a:p>
      </dgm:t>
    </dgm:pt>
    <dgm:pt modelId="{9A208FB1-13E8-4A00-978F-EB5BB848FFA9}" type="parTrans" cxnId="{159CCC0F-D25F-4378-B9F1-94B2790565E7}">
      <dgm:prSet/>
      <dgm:spPr/>
      <dgm:t>
        <a:bodyPr/>
        <a:lstStyle/>
        <a:p>
          <a:endParaRPr lang="en-US" sz="1400"/>
        </a:p>
      </dgm:t>
    </dgm:pt>
    <dgm:pt modelId="{53D7D8EA-EE49-47C0-B91D-6458F1DC32B2}" type="sibTrans" cxnId="{159CCC0F-D25F-4378-B9F1-94B2790565E7}">
      <dgm:prSet/>
      <dgm:spPr/>
      <dgm:t>
        <a:bodyPr/>
        <a:lstStyle/>
        <a:p>
          <a:endParaRPr lang="en-US" sz="1400"/>
        </a:p>
      </dgm:t>
    </dgm:pt>
    <dgm:pt modelId="{20BD2D0E-4F31-4362-B3C7-33E2A4FA87D9}">
      <dgm:prSet custT="1"/>
      <dgm:spPr/>
      <dgm:t>
        <a:bodyPr/>
        <a:lstStyle/>
        <a:p>
          <a:r>
            <a:rPr lang="en-US" altLang="zh-CN" sz="1400"/>
            <a:t>Total outpatient/ER visits and inpatient numbers for dermatology departments across all hospitals in Beijing </a:t>
          </a:r>
          <a:endParaRPr lang="en-US" sz="1400"/>
        </a:p>
      </dgm:t>
    </dgm:pt>
    <dgm:pt modelId="{F4975B82-8521-40D5-9FF8-8778696EF095}" type="parTrans" cxnId="{3333DB85-FE13-4FEF-9457-C8613DE9EDB4}">
      <dgm:prSet/>
      <dgm:spPr/>
      <dgm:t>
        <a:bodyPr/>
        <a:lstStyle/>
        <a:p>
          <a:endParaRPr lang="en-US" sz="1400"/>
        </a:p>
      </dgm:t>
    </dgm:pt>
    <dgm:pt modelId="{96D9DEE7-19E3-4330-A6FD-B8E2CE811290}" type="sibTrans" cxnId="{3333DB85-FE13-4FEF-9457-C8613DE9EDB4}">
      <dgm:prSet/>
      <dgm:spPr/>
      <dgm:t>
        <a:bodyPr/>
        <a:lstStyle/>
        <a:p>
          <a:endParaRPr lang="en-US" sz="1400"/>
        </a:p>
      </dgm:t>
    </dgm:pt>
    <dgm:pt modelId="{10A02724-D389-4357-BF13-BD9A4E94BC1F}" type="pres">
      <dgm:prSet presAssocID="{B8ACAF40-C358-4CEB-953D-CFC7A7DB3D55}" presName="root" presStyleCnt="0">
        <dgm:presLayoutVars>
          <dgm:dir/>
          <dgm:resizeHandles val="exact"/>
        </dgm:presLayoutVars>
      </dgm:prSet>
      <dgm:spPr/>
    </dgm:pt>
    <dgm:pt modelId="{31E10707-A8CE-46A1-8AD4-6EA51AB8C557}" type="pres">
      <dgm:prSet presAssocID="{E9657C4C-E9D5-42D4-99F2-6104357FC1B2}" presName="compNode" presStyleCnt="0"/>
      <dgm:spPr/>
    </dgm:pt>
    <dgm:pt modelId="{A4E4F864-8B40-4BA9-B2AE-E809BFF792B7}" type="pres">
      <dgm:prSet presAssocID="{E9657C4C-E9D5-42D4-99F2-6104357FC1B2}" presName="bgRect" presStyleLbl="bgShp" presStyleIdx="0" presStyleCnt="3"/>
      <dgm:spPr/>
    </dgm:pt>
    <dgm:pt modelId="{32B1957E-2892-492E-9527-888EA116E357}" type="pres">
      <dgm:prSet presAssocID="{E9657C4C-E9D5-42D4-99F2-6104357FC1B2}"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pt>
    <dgm:pt modelId="{2B8BE74B-1A1D-4FEC-88CB-7F43C63DE64E}" type="pres">
      <dgm:prSet presAssocID="{E9657C4C-E9D5-42D4-99F2-6104357FC1B2}" presName="spaceRect" presStyleCnt="0"/>
      <dgm:spPr/>
    </dgm:pt>
    <dgm:pt modelId="{4B956494-E0EB-4577-950A-CAB213B009A5}" type="pres">
      <dgm:prSet presAssocID="{E9657C4C-E9D5-42D4-99F2-6104357FC1B2}" presName="parTx" presStyleLbl="revTx" presStyleIdx="0" presStyleCnt="3">
        <dgm:presLayoutVars>
          <dgm:chMax val="0"/>
          <dgm:chPref val="0"/>
        </dgm:presLayoutVars>
      </dgm:prSet>
      <dgm:spPr/>
    </dgm:pt>
    <dgm:pt modelId="{263AB22B-0D4E-425D-9AC8-48F5E03F5DE7}" type="pres">
      <dgm:prSet presAssocID="{DEC7B6D6-34E7-4218-B32D-8829253EEEA5}" presName="sibTrans" presStyleCnt="0"/>
      <dgm:spPr/>
    </dgm:pt>
    <dgm:pt modelId="{EFC4391F-65FB-4577-8CAE-311C259E74A3}" type="pres">
      <dgm:prSet presAssocID="{422AFBAD-7039-4B13-B16B-1E7692EE58F4}" presName="compNode" presStyleCnt="0"/>
      <dgm:spPr/>
    </dgm:pt>
    <dgm:pt modelId="{3F8FADD2-95ED-4AB3-B5C5-1144282824DC}" type="pres">
      <dgm:prSet presAssocID="{422AFBAD-7039-4B13-B16B-1E7692EE58F4}" presName="bgRect" presStyleLbl="bgShp" presStyleIdx="1" presStyleCnt="3"/>
      <dgm:spPr/>
    </dgm:pt>
    <dgm:pt modelId="{BAF9B105-D95A-4521-8EE6-6E9196465A08}" type="pres">
      <dgm:prSet presAssocID="{422AFBAD-7039-4B13-B16B-1E7692EE58F4}"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pt>
    <dgm:pt modelId="{2A5A35E3-89C7-4574-8C12-5856130F8455}" type="pres">
      <dgm:prSet presAssocID="{422AFBAD-7039-4B13-B16B-1E7692EE58F4}" presName="spaceRect" presStyleCnt="0"/>
      <dgm:spPr/>
    </dgm:pt>
    <dgm:pt modelId="{274DD358-C455-4D79-88E1-9BB1AF87156F}" type="pres">
      <dgm:prSet presAssocID="{422AFBAD-7039-4B13-B16B-1E7692EE58F4}" presName="parTx" presStyleLbl="revTx" presStyleIdx="1" presStyleCnt="3">
        <dgm:presLayoutVars>
          <dgm:chMax val="0"/>
          <dgm:chPref val="0"/>
        </dgm:presLayoutVars>
      </dgm:prSet>
      <dgm:spPr/>
    </dgm:pt>
    <dgm:pt modelId="{BB06B3B4-0A7A-4625-A6A7-A46215072199}" type="pres">
      <dgm:prSet presAssocID="{53D7D8EA-EE49-47C0-B91D-6458F1DC32B2}" presName="sibTrans" presStyleCnt="0"/>
      <dgm:spPr/>
    </dgm:pt>
    <dgm:pt modelId="{CE473DE8-76F2-4609-B15D-C5832BB7A943}" type="pres">
      <dgm:prSet presAssocID="{20BD2D0E-4F31-4362-B3C7-33E2A4FA87D9}" presName="compNode" presStyleCnt="0"/>
      <dgm:spPr/>
    </dgm:pt>
    <dgm:pt modelId="{1804EAF6-590F-4335-B697-76FC8BC85C15}" type="pres">
      <dgm:prSet presAssocID="{20BD2D0E-4F31-4362-B3C7-33E2A4FA87D9}" presName="bgRect" presStyleLbl="bgShp" presStyleIdx="2" presStyleCnt="3"/>
      <dgm:spPr/>
    </dgm:pt>
    <dgm:pt modelId="{A38373FE-E109-429E-8A22-12843FF2816C}" type="pres">
      <dgm:prSet presAssocID="{20BD2D0E-4F31-4362-B3C7-33E2A4FA87D9}"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pt>
    <dgm:pt modelId="{A46EA419-1492-4E73-B0FA-CAF4B96FA493}" type="pres">
      <dgm:prSet presAssocID="{20BD2D0E-4F31-4362-B3C7-33E2A4FA87D9}" presName="spaceRect" presStyleCnt="0"/>
      <dgm:spPr/>
    </dgm:pt>
    <dgm:pt modelId="{C36CCAEA-B26A-411A-91A4-F822396D7981}" type="pres">
      <dgm:prSet presAssocID="{20BD2D0E-4F31-4362-B3C7-33E2A4FA87D9}" presName="parTx" presStyleLbl="revTx" presStyleIdx="2" presStyleCnt="3">
        <dgm:presLayoutVars>
          <dgm:chMax val="0"/>
          <dgm:chPref val="0"/>
        </dgm:presLayoutVars>
      </dgm:prSet>
      <dgm:spPr/>
    </dgm:pt>
  </dgm:ptLst>
  <dgm:cxnLst>
    <dgm:cxn modelId="{159CCC0F-D25F-4378-B9F1-94B2790565E7}" srcId="{B8ACAF40-C358-4CEB-953D-CFC7A7DB3D55}" destId="{422AFBAD-7039-4B13-B16B-1E7692EE58F4}" srcOrd="1" destOrd="0" parTransId="{9A208FB1-13E8-4A00-978F-EB5BB848FFA9}" sibTransId="{53D7D8EA-EE49-47C0-B91D-6458F1DC32B2}"/>
    <dgm:cxn modelId="{20CA3F61-2AF2-4EC6-AFBF-99CACD9A8A5A}" type="presOf" srcId="{20BD2D0E-4F31-4362-B3C7-33E2A4FA87D9}" destId="{C36CCAEA-B26A-411A-91A4-F822396D7981}" srcOrd="0" destOrd="0" presId="urn:microsoft.com/office/officeart/2018/2/layout/IconVerticalSolidList"/>
    <dgm:cxn modelId="{5C91CC53-45E0-4F43-A293-98CA132C7861}" type="presOf" srcId="{B8ACAF40-C358-4CEB-953D-CFC7A7DB3D55}" destId="{10A02724-D389-4357-BF13-BD9A4E94BC1F}" srcOrd="0" destOrd="0" presId="urn:microsoft.com/office/officeart/2018/2/layout/IconVerticalSolidList"/>
    <dgm:cxn modelId="{F0572E77-7276-46B5-9A65-B6AE8C33B344}" type="presOf" srcId="{E9657C4C-E9D5-42D4-99F2-6104357FC1B2}" destId="{4B956494-E0EB-4577-950A-CAB213B009A5}" srcOrd="0" destOrd="0" presId="urn:microsoft.com/office/officeart/2018/2/layout/IconVerticalSolidList"/>
    <dgm:cxn modelId="{F1E89C77-9E32-4DDD-8EA1-F6C0F145C819}" srcId="{B8ACAF40-C358-4CEB-953D-CFC7A7DB3D55}" destId="{E9657C4C-E9D5-42D4-99F2-6104357FC1B2}" srcOrd="0" destOrd="0" parTransId="{17086237-3AB7-4D27-BE46-952823F1D36E}" sibTransId="{DEC7B6D6-34E7-4218-B32D-8829253EEEA5}"/>
    <dgm:cxn modelId="{3333DB85-FE13-4FEF-9457-C8613DE9EDB4}" srcId="{B8ACAF40-C358-4CEB-953D-CFC7A7DB3D55}" destId="{20BD2D0E-4F31-4362-B3C7-33E2A4FA87D9}" srcOrd="2" destOrd="0" parTransId="{F4975B82-8521-40D5-9FF8-8778696EF095}" sibTransId="{96D9DEE7-19E3-4330-A6FD-B8E2CE811290}"/>
    <dgm:cxn modelId="{23AE80AC-2FB5-41A5-9392-5547B652E3FD}" type="presOf" srcId="{422AFBAD-7039-4B13-B16B-1E7692EE58F4}" destId="{274DD358-C455-4D79-88E1-9BB1AF87156F}" srcOrd="0" destOrd="0" presId="urn:microsoft.com/office/officeart/2018/2/layout/IconVerticalSolidList"/>
    <dgm:cxn modelId="{D267C869-9F21-4742-98E9-8ED4894499A0}" type="presParOf" srcId="{10A02724-D389-4357-BF13-BD9A4E94BC1F}" destId="{31E10707-A8CE-46A1-8AD4-6EA51AB8C557}" srcOrd="0" destOrd="0" presId="urn:microsoft.com/office/officeart/2018/2/layout/IconVerticalSolidList"/>
    <dgm:cxn modelId="{99A82ACE-05A9-4570-9277-5652F0BC6E48}" type="presParOf" srcId="{31E10707-A8CE-46A1-8AD4-6EA51AB8C557}" destId="{A4E4F864-8B40-4BA9-B2AE-E809BFF792B7}" srcOrd="0" destOrd="0" presId="urn:microsoft.com/office/officeart/2018/2/layout/IconVerticalSolidList"/>
    <dgm:cxn modelId="{84923660-0B2F-4E86-890D-9DA917C1B9E7}" type="presParOf" srcId="{31E10707-A8CE-46A1-8AD4-6EA51AB8C557}" destId="{32B1957E-2892-492E-9527-888EA116E357}" srcOrd="1" destOrd="0" presId="urn:microsoft.com/office/officeart/2018/2/layout/IconVerticalSolidList"/>
    <dgm:cxn modelId="{9B51140E-60CE-40FD-A2CF-FB8CF6B1F0E9}" type="presParOf" srcId="{31E10707-A8CE-46A1-8AD4-6EA51AB8C557}" destId="{2B8BE74B-1A1D-4FEC-88CB-7F43C63DE64E}" srcOrd="2" destOrd="0" presId="urn:microsoft.com/office/officeart/2018/2/layout/IconVerticalSolidList"/>
    <dgm:cxn modelId="{6B05DDF1-BB1E-4C6D-ABCD-6DDEFFE697F5}" type="presParOf" srcId="{31E10707-A8CE-46A1-8AD4-6EA51AB8C557}" destId="{4B956494-E0EB-4577-950A-CAB213B009A5}" srcOrd="3" destOrd="0" presId="urn:microsoft.com/office/officeart/2018/2/layout/IconVerticalSolidList"/>
    <dgm:cxn modelId="{9E5B0508-CD94-4222-9ADB-272B08691413}" type="presParOf" srcId="{10A02724-D389-4357-BF13-BD9A4E94BC1F}" destId="{263AB22B-0D4E-425D-9AC8-48F5E03F5DE7}" srcOrd="1" destOrd="0" presId="urn:microsoft.com/office/officeart/2018/2/layout/IconVerticalSolidList"/>
    <dgm:cxn modelId="{60ED7DF7-CEEA-435C-A8B3-6F48D79AF0EF}" type="presParOf" srcId="{10A02724-D389-4357-BF13-BD9A4E94BC1F}" destId="{EFC4391F-65FB-4577-8CAE-311C259E74A3}" srcOrd="2" destOrd="0" presId="urn:microsoft.com/office/officeart/2018/2/layout/IconVerticalSolidList"/>
    <dgm:cxn modelId="{B0D9CCB1-B515-423A-A878-947F0F58BEC2}" type="presParOf" srcId="{EFC4391F-65FB-4577-8CAE-311C259E74A3}" destId="{3F8FADD2-95ED-4AB3-B5C5-1144282824DC}" srcOrd="0" destOrd="0" presId="urn:microsoft.com/office/officeart/2018/2/layout/IconVerticalSolidList"/>
    <dgm:cxn modelId="{347D9290-33EE-42EE-B922-50E9DD5D8C3E}" type="presParOf" srcId="{EFC4391F-65FB-4577-8CAE-311C259E74A3}" destId="{BAF9B105-D95A-4521-8EE6-6E9196465A08}" srcOrd="1" destOrd="0" presId="urn:microsoft.com/office/officeart/2018/2/layout/IconVerticalSolidList"/>
    <dgm:cxn modelId="{BF9CFADC-F497-4F25-8300-CF22DA37A11F}" type="presParOf" srcId="{EFC4391F-65FB-4577-8CAE-311C259E74A3}" destId="{2A5A35E3-89C7-4574-8C12-5856130F8455}" srcOrd="2" destOrd="0" presId="urn:microsoft.com/office/officeart/2018/2/layout/IconVerticalSolidList"/>
    <dgm:cxn modelId="{465B40EF-9128-48EE-9B9E-979864B246CF}" type="presParOf" srcId="{EFC4391F-65FB-4577-8CAE-311C259E74A3}" destId="{274DD358-C455-4D79-88E1-9BB1AF87156F}" srcOrd="3" destOrd="0" presId="urn:microsoft.com/office/officeart/2018/2/layout/IconVerticalSolidList"/>
    <dgm:cxn modelId="{23E2E03B-52BD-450B-BFDF-C1EAD928948F}" type="presParOf" srcId="{10A02724-D389-4357-BF13-BD9A4E94BC1F}" destId="{BB06B3B4-0A7A-4625-A6A7-A46215072199}" srcOrd="3" destOrd="0" presId="urn:microsoft.com/office/officeart/2018/2/layout/IconVerticalSolidList"/>
    <dgm:cxn modelId="{95CDC779-2624-4071-A472-27FA927119AE}" type="presParOf" srcId="{10A02724-D389-4357-BF13-BD9A4E94BC1F}" destId="{CE473DE8-76F2-4609-B15D-C5832BB7A943}" srcOrd="4" destOrd="0" presId="urn:microsoft.com/office/officeart/2018/2/layout/IconVerticalSolidList"/>
    <dgm:cxn modelId="{B547B893-92FB-49D5-B7E9-2EFD4009B9C2}" type="presParOf" srcId="{CE473DE8-76F2-4609-B15D-C5832BB7A943}" destId="{1804EAF6-590F-4335-B697-76FC8BC85C15}" srcOrd="0" destOrd="0" presId="urn:microsoft.com/office/officeart/2018/2/layout/IconVerticalSolidList"/>
    <dgm:cxn modelId="{3E5E07A3-FE09-437E-8BC4-22EDAB3ADAAD}" type="presParOf" srcId="{CE473DE8-76F2-4609-B15D-C5832BB7A943}" destId="{A38373FE-E109-429E-8A22-12843FF2816C}" srcOrd="1" destOrd="0" presId="urn:microsoft.com/office/officeart/2018/2/layout/IconVerticalSolidList"/>
    <dgm:cxn modelId="{62D389FB-E8CC-4099-85D2-FF4AB16477F8}" type="presParOf" srcId="{CE473DE8-76F2-4609-B15D-C5832BB7A943}" destId="{A46EA419-1492-4E73-B0FA-CAF4B96FA493}" srcOrd="2" destOrd="0" presId="urn:microsoft.com/office/officeart/2018/2/layout/IconVerticalSolidList"/>
    <dgm:cxn modelId="{ABF956E2-B017-4B94-924D-2673A8A7666E}" type="presParOf" srcId="{CE473DE8-76F2-4609-B15D-C5832BB7A943}" destId="{C36CCAEA-B26A-411A-91A4-F822396D7981}"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7AB12D3-F34E-4237-BEC4-4AF5DBFF23EB}" type="doc">
      <dgm:prSet loTypeId="urn:microsoft.com/office/officeart/2018/2/layout/IconVerticalSolidList" loCatId="icon" qsTypeId="urn:microsoft.com/office/officeart/2005/8/quickstyle/simple1#1" qsCatId="simple" csTypeId="urn:microsoft.com/office/officeart/2005/8/colors/accent1_2#1" csCatId="accent1" phldr="1"/>
      <dgm:spPr/>
      <dgm:t>
        <a:bodyPr/>
        <a:lstStyle/>
        <a:p>
          <a:endParaRPr lang="en-US"/>
        </a:p>
      </dgm:t>
    </dgm:pt>
    <dgm:pt modelId="{FA408A32-C812-4F49-86B3-3D622A13F8EF}">
      <dgm:prSet/>
      <dgm:spPr/>
      <dgm:t>
        <a:bodyPr/>
        <a:lstStyle/>
        <a:p>
          <a:r>
            <a:rPr lang="en-US" b="0"/>
            <a:t>Severe pain</a:t>
          </a:r>
          <a:endParaRPr lang="en-US"/>
        </a:p>
      </dgm:t>
    </dgm:pt>
    <dgm:pt modelId="{0F0E02E9-4FAF-4298-873E-4867FA52D75C}" type="parTrans" cxnId="{FAF48B45-4BD6-4A6D-9888-2E622BD83DB3}">
      <dgm:prSet/>
      <dgm:spPr/>
      <dgm:t>
        <a:bodyPr/>
        <a:lstStyle/>
        <a:p>
          <a:endParaRPr lang="en-US"/>
        </a:p>
      </dgm:t>
    </dgm:pt>
    <dgm:pt modelId="{AAAA756B-4D6F-4D94-96F7-29BC6899BCB8}" type="sibTrans" cxnId="{FAF48B45-4BD6-4A6D-9888-2E622BD83DB3}">
      <dgm:prSet/>
      <dgm:spPr/>
      <dgm:t>
        <a:bodyPr/>
        <a:lstStyle/>
        <a:p>
          <a:endParaRPr lang="en-US"/>
        </a:p>
      </dgm:t>
    </dgm:pt>
    <dgm:pt modelId="{DDD6C3B2-31A1-4810-B0E4-15D5351CFD75}">
      <dgm:prSet/>
      <dgm:spPr/>
      <dgm:t>
        <a:bodyPr/>
        <a:lstStyle/>
        <a:p>
          <a:r>
            <a:rPr lang="en-US" b="0"/>
            <a:t>Sleep disturbances</a:t>
          </a:r>
          <a:endParaRPr lang="en-US"/>
        </a:p>
      </dgm:t>
    </dgm:pt>
    <dgm:pt modelId="{6AE45F66-8247-4424-8731-B23C5A801E3A}" type="parTrans" cxnId="{571F95D9-D384-4410-8D38-E437A12F2593}">
      <dgm:prSet/>
      <dgm:spPr/>
      <dgm:t>
        <a:bodyPr/>
        <a:lstStyle/>
        <a:p>
          <a:endParaRPr lang="en-US"/>
        </a:p>
      </dgm:t>
    </dgm:pt>
    <dgm:pt modelId="{8F7954C6-7F51-4504-95EF-9E7965B23ED6}" type="sibTrans" cxnId="{571F95D9-D384-4410-8D38-E437A12F2593}">
      <dgm:prSet/>
      <dgm:spPr/>
      <dgm:t>
        <a:bodyPr/>
        <a:lstStyle/>
        <a:p>
          <a:endParaRPr lang="en-US"/>
        </a:p>
      </dgm:t>
    </dgm:pt>
    <dgm:pt modelId="{E7CB98B5-D1D4-4AA2-92B4-365591162DAB}">
      <dgm:prSet/>
      <dgm:spPr/>
      <dgm:t>
        <a:bodyPr/>
        <a:lstStyle/>
        <a:p>
          <a:r>
            <a:rPr lang="en-US" b="0"/>
            <a:t>Poor appetite</a:t>
          </a:r>
          <a:endParaRPr lang="en-US"/>
        </a:p>
      </dgm:t>
    </dgm:pt>
    <dgm:pt modelId="{07F78A6B-167C-4319-8E19-496D4A4E8357}" type="parTrans" cxnId="{CEF5A5C4-45B4-4625-88FA-2182C9939BE5}">
      <dgm:prSet/>
      <dgm:spPr/>
      <dgm:t>
        <a:bodyPr/>
        <a:lstStyle/>
        <a:p>
          <a:endParaRPr lang="en-US"/>
        </a:p>
      </dgm:t>
    </dgm:pt>
    <dgm:pt modelId="{2FF69F77-B40C-4E95-9EF3-A5D7779933FB}" type="sibTrans" cxnId="{CEF5A5C4-45B4-4625-88FA-2182C9939BE5}">
      <dgm:prSet/>
      <dgm:spPr/>
      <dgm:t>
        <a:bodyPr/>
        <a:lstStyle/>
        <a:p>
          <a:endParaRPr lang="en-US"/>
        </a:p>
      </dgm:t>
    </dgm:pt>
    <dgm:pt modelId="{53CF58C1-8F57-408C-874E-109E41FD8C81}">
      <dgm:prSet/>
      <dgm:spPr/>
      <dgm:t>
        <a:bodyPr/>
        <a:lstStyle/>
        <a:p>
          <a:r>
            <a:rPr lang="en-US" b="0"/>
            <a:t>High rates of depression, anxiety and social isolation: chronic wounds with associated drainage</a:t>
          </a:r>
          <a:endParaRPr lang="en-US"/>
        </a:p>
      </dgm:t>
    </dgm:pt>
    <dgm:pt modelId="{2E3C2119-CA3A-4DE3-9436-BE8628F6A900}" type="parTrans" cxnId="{AE2386BB-F63A-4DCD-9CEC-BF64B61127DE}">
      <dgm:prSet/>
      <dgm:spPr/>
      <dgm:t>
        <a:bodyPr/>
        <a:lstStyle/>
        <a:p>
          <a:endParaRPr lang="en-US"/>
        </a:p>
      </dgm:t>
    </dgm:pt>
    <dgm:pt modelId="{5390EF0B-156A-4907-929D-AC94B73FA9B2}" type="sibTrans" cxnId="{AE2386BB-F63A-4DCD-9CEC-BF64B61127DE}">
      <dgm:prSet/>
      <dgm:spPr/>
      <dgm:t>
        <a:bodyPr/>
        <a:lstStyle/>
        <a:p>
          <a:endParaRPr lang="en-US"/>
        </a:p>
      </dgm:t>
    </dgm:pt>
    <dgm:pt modelId="{AFB52062-35C6-4309-9A52-906F4681F8CF}">
      <dgm:prSet/>
      <dgm:spPr/>
      <dgm:t>
        <a:bodyPr/>
        <a:lstStyle/>
        <a:p>
          <a:r>
            <a:rPr lang="en-US" b="0"/>
            <a:t>Delays in diagnosis </a:t>
          </a:r>
          <a:endParaRPr lang="en-US"/>
        </a:p>
      </dgm:t>
    </dgm:pt>
    <dgm:pt modelId="{B7F1AD60-6093-4D49-943E-A106A180571C}" type="parTrans" cxnId="{973B10E9-5B1A-4E05-84E2-D92E5A7DCC71}">
      <dgm:prSet/>
      <dgm:spPr/>
      <dgm:t>
        <a:bodyPr/>
        <a:lstStyle/>
        <a:p>
          <a:endParaRPr lang="en-US"/>
        </a:p>
      </dgm:t>
    </dgm:pt>
    <dgm:pt modelId="{4CABC246-E901-4CAF-BD3A-432C24B68076}" type="sibTrans" cxnId="{973B10E9-5B1A-4E05-84E2-D92E5A7DCC71}">
      <dgm:prSet/>
      <dgm:spPr/>
      <dgm:t>
        <a:bodyPr/>
        <a:lstStyle/>
        <a:p>
          <a:endParaRPr lang="en-US"/>
        </a:p>
      </dgm:t>
    </dgm:pt>
    <dgm:pt modelId="{6BA8E78A-13E0-457E-AF82-5FEC766A3740}">
      <dgm:prSet/>
      <dgm:spPr/>
      <dgm:t>
        <a:bodyPr/>
        <a:lstStyle/>
        <a:p>
          <a:r>
            <a:rPr lang="en-US"/>
            <a:t>Multiple disease-exacerbating </a:t>
          </a:r>
          <a:r>
            <a:rPr lang="en-US" err="1"/>
            <a:t>debridements</a:t>
          </a:r>
          <a:endParaRPr lang="en-US"/>
        </a:p>
      </dgm:t>
    </dgm:pt>
    <dgm:pt modelId="{879F844D-8684-442D-97BD-6990929504F0}" type="parTrans" cxnId="{E1CE73F2-03EC-4105-AE6D-26A6BED50A38}">
      <dgm:prSet/>
      <dgm:spPr/>
      <dgm:t>
        <a:bodyPr/>
        <a:lstStyle/>
        <a:p>
          <a:endParaRPr lang="en-US"/>
        </a:p>
      </dgm:t>
    </dgm:pt>
    <dgm:pt modelId="{704158C4-0E21-4554-8410-367886565E48}" type="sibTrans" cxnId="{E1CE73F2-03EC-4105-AE6D-26A6BED50A38}">
      <dgm:prSet/>
      <dgm:spPr/>
      <dgm:t>
        <a:bodyPr/>
        <a:lstStyle/>
        <a:p>
          <a:endParaRPr lang="en-US"/>
        </a:p>
      </dgm:t>
    </dgm:pt>
    <dgm:pt modelId="{FBB42999-E361-43AD-BC97-8ED4DFF6E640}">
      <dgm:prSet/>
      <dgm:spPr/>
      <dgm:t>
        <a:bodyPr/>
        <a:lstStyle/>
        <a:p>
          <a:r>
            <a:rPr lang="en-US"/>
            <a:t>Unnecessary antibiotics</a:t>
          </a:r>
        </a:p>
      </dgm:t>
    </dgm:pt>
    <dgm:pt modelId="{98E1EDCD-D4AF-47E3-B251-AEF25C996635}" type="parTrans" cxnId="{C176DE42-26AC-4273-BAC0-52DBAEEA08BE}">
      <dgm:prSet/>
      <dgm:spPr/>
      <dgm:t>
        <a:bodyPr/>
        <a:lstStyle/>
        <a:p>
          <a:endParaRPr lang="en-US"/>
        </a:p>
      </dgm:t>
    </dgm:pt>
    <dgm:pt modelId="{AB56F058-C614-4AC0-877E-A872770723AF}" type="sibTrans" cxnId="{C176DE42-26AC-4273-BAC0-52DBAEEA08BE}">
      <dgm:prSet/>
      <dgm:spPr/>
      <dgm:t>
        <a:bodyPr/>
        <a:lstStyle/>
        <a:p>
          <a:endParaRPr lang="en-US"/>
        </a:p>
      </dgm:t>
    </dgm:pt>
    <dgm:pt modelId="{00A64A28-D949-42A5-8EA3-062F54C21457}">
      <dgm:prSet/>
      <dgm:spPr/>
      <dgm:t>
        <a:bodyPr/>
        <a:lstStyle/>
        <a:p>
          <a:r>
            <a:rPr lang="en-US"/>
            <a:t>Other inappropriate therapies</a:t>
          </a:r>
        </a:p>
      </dgm:t>
    </dgm:pt>
    <dgm:pt modelId="{490DD911-40F5-427C-8E72-42A8A0838288}" type="parTrans" cxnId="{A1672451-0B64-4664-A7F0-97AABE127035}">
      <dgm:prSet/>
      <dgm:spPr/>
      <dgm:t>
        <a:bodyPr/>
        <a:lstStyle/>
        <a:p>
          <a:endParaRPr lang="en-US"/>
        </a:p>
      </dgm:t>
    </dgm:pt>
    <dgm:pt modelId="{308DF15D-EE1E-4A96-A724-A7C5B3F89834}" type="sibTrans" cxnId="{A1672451-0B64-4664-A7F0-97AABE127035}">
      <dgm:prSet/>
      <dgm:spPr/>
      <dgm:t>
        <a:bodyPr/>
        <a:lstStyle/>
        <a:p>
          <a:endParaRPr lang="en-US"/>
        </a:p>
      </dgm:t>
    </dgm:pt>
    <dgm:pt modelId="{F8F59C0B-E751-4BAA-BAA2-ECA36F9739C4}" type="pres">
      <dgm:prSet presAssocID="{D7AB12D3-F34E-4237-BEC4-4AF5DBFF23EB}" presName="root" presStyleCnt="0">
        <dgm:presLayoutVars>
          <dgm:dir/>
          <dgm:resizeHandles val="exact"/>
        </dgm:presLayoutVars>
      </dgm:prSet>
      <dgm:spPr/>
    </dgm:pt>
    <dgm:pt modelId="{2FC7CA61-2CE4-4B4B-8F60-891F2D0EB60C}" type="pres">
      <dgm:prSet presAssocID="{FA408A32-C812-4F49-86B3-3D622A13F8EF}" presName="compNode" presStyleCnt="0"/>
      <dgm:spPr/>
    </dgm:pt>
    <dgm:pt modelId="{A043A606-1E72-4E79-8D7C-1DDDA19F7EC3}" type="pres">
      <dgm:prSet presAssocID="{FA408A32-C812-4F49-86B3-3D622A13F8EF}" presName="bgRect" presStyleLbl="bgShp" presStyleIdx="0" presStyleCnt="5"/>
      <dgm:spPr/>
    </dgm:pt>
    <dgm:pt modelId="{EA90AD10-0AD1-408B-92A4-14C86CDD0574}" type="pres">
      <dgm:prSet presAssocID="{FA408A32-C812-4F49-86B3-3D622A13F8EF}"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pt>
    <dgm:pt modelId="{BDF82630-41A9-4E5F-A2E0-2F2B913F41BE}" type="pres">
      <dgm:prSet presAssocID="{FA408A32-C812-4F49-86B3-3D622A13F8EF}" presName="spaceRect" presStyleCnt="0"/>
      <dgm:spPr/>
    </dgm:pt>
    <dgm:pt modelId="{EECB742F-85CA-4256-B48A-F4A1DA54CC86}" type="pres">
      <dgm:prSet presAssocID="{FA408A32-C812-4F49-86B3-3D622A13F8EF}" presName="parTx" presStyleLbl="revTx" presStyleIdx="0" presStyleCnt="6">
        <dgm:presLayoutVars>
          <dgm:chMax val="0"/>
          <dgm:chPref val="0"/>
        </dgm:presLayoutVars>
      </dgm:prSet>
      <dgm:spPr/>
    </dgm:pt>
    <dgm:pt modelId="{D6DEF709-67BF-452A-8BA9-CF7D1D1EA37A}" type="pres">
      <dgm:prSet presAssocID="{AAAA756B-4D6F-4D94-96F7-29BC6899BCB8}" presName="sibTrans" presStyleCnt="0"/>
      <dgm:spPr/>
    </dgm:pt>
    <dgm:pt modelId="{18367E2A-F9BB-46EF-A327-BBB711E696B7}" type="pres">
      <dgm:prSet presAssocID="{DDD6C3B2-31A1-4810-B0E4-15D5351CFD75}" presName="compNode" presStyleCnt="0"/>
      <dgm:spPr/>
    </dgm:pt>
    <dgm:pt modelId="{6E151C0D-F787-4C1D-AA65-78E4DC2048C0}" type="pres">
      <dgm:prSet presAssocID="{DDD6C3B2-31A1-4810-B0E4-15D5351CFD75}" presName="bgRect" presStyleLbl="bgShp" presStyleIdx="1" presStyleCnt="5"/>
      <dgm:spPr/>
    </dgm:pt>
    <dgm:pt modelId="{6283AC20-8F02-4368-A4C1-15690321E920}" type="pres">
      <dgm:prSet presAssocID="{DDD6C3B2-31A1-4810-B0E4-15D5351CFD75}"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pt>
    <dgm:pt modelId="{A86AF7AC-18D2-4CBF-9272-8C22ADF1E260}" type="pres">
      <dgm:prSet presAssocID="{DDD6C3B2-31A1-4810-B0E4-15D5351CFD75}" presName="spaceRect" presStyleCnt="0"/>
      <dgm:spPr/>
    </dgm:pt>
    <dgm:pt modelId="{50A2CE26-C254-4843-8131-F48FC85ECBFA}" type="pres">
      <dgm:prSet presAssocID="{DDD6C3B2-31A1-4810-B0E4-15D5351CFD75}" presName="parTx" presStyleLbl="revTx" presStyleIdx="1" presStyleCnt="6">
        <dgm:presLayoutVars>
          <dgm:chMax val="0"/>
          <dgm:chPref val="0"/>
        </dgm:presLayoutVars>
      </dgm:prSet>
      <dgm:spPr/>
    </dgm:pt>
    <dgm:pt modelId="{D2ADA682-A7F3-4CDD-A513-F5955CC5B9B9}" type="pres">
      <dgm:prSet presAssocID="{8F7954C6-7F51-4504-95EF-9E7965B23ED6}" presName="sibTrans" presStyleCnt="0"/>
      <dgm:spPr/>
    </dgm:pt>
    <dgm:pt modelId="{8F61F1C4-F1DB-4EBE-A1AC-681A8B352FD5}" type="pres">
      <dgm:prSet presAssocID="{E7CB98B5-D1D4-4AA2-92B4-365591162DAB}" presName="compNode" presStyleCnt="0"/>
      <dgm:spPr/>
    </dgm:pt>
    <dgm:pt modelId="{FA1A77CF-FAF5-444E-BF1E-3F35280EC766}" type="pres">
      <dgm:prSet presAssocID="{E7CB98B5-D1D4-4AA2-92B4-365591162DAB}" presName="bgRect" presStyleLbl="bgShp" presStyleIdx="2" presStyleCnt="5"/>
      <dgm:spPr/>
    </dgm:pt>
    <dgm:pt modelId="{1C6AB142-2FD2-4A4E-85C0-9B5315CBAE6A}" type="pres">
      <dgm:prSet presAssocID="{E7CB98B5-D1D4-4AA2-92B4-365591162DAB}"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pt>
    <dgm:pt modelId="{FD3FCCC4-7EC4-45D8-A02D-AF1C708DAB6C}" type="pres">
      <dgm:prSet presAssocID="{E7CB98B5-D1D4-4AA2-92B4-365591162DAB}" presName="spaceRect" presStyleCnt="0"/>
      <dgm:spPr/>
    </dgm:pt>
    <dgm:pt modelId="{FC88FC22-639B-4B1A-93B2-FDB72CD98852}" type="pres">
      <dgm:prSet presAssocID="{E7CB98B5-D1D4-4AA2-92B4-365591162DAB}" presName="parTx" presStyleLbl="revTx" presStyleIdx="2" presStyleCnt="6">
        <dgm:presLayoutVars>
          <dgm:chMax val="0"/>
          <dgm:chPref val="0"/>
        </dgm:presLayoutVars>
      </dgm:prSet>
      <dgm:spPr/>
    </dgm:pt>
    <dgm:pt modelId="{AAF627D5-5232-4A41-84A5-8FFD7FE512EF}" type="pres">
      <dgm:prSet presAssocID="{2FF69F77-B40C-4E95-9EF3-A5D7779933FB}" presName="sibTrans" presStyleCnt="0"/>
      <dgm:spPr/>
    </dgm:pt>
    <dgm:pt modelId="{57B3446F-5BB8-4C5D-A785-6AABA751468A}" type="pres">
      <dgm:prSet presAssocID="{53CF58C1-8F57-408C-874E-109E41FD8C81}" presName="compNode" presStyleCnt="0"/>
      <dgm:spPr/>
    </dgm:pt>
    <dgm:pt modelId="{76E96CE0-E5B0-4FA8-BAA2-F7FBA44CAD8F}" type="pres">
      <dgm:prSet presAssocID="{53CF58C1-8F57-408C-874E-109E41FD8C81}" presName="bgRect" presStyleLbl="bgShp" presStyleIdx="3" presStyleCnt="5"/>
      <dgm:spPr/>
    </dgm:pt>
    <dgm:pt modelId="{76403ADD-C1C6-4CB2-B0E4-AC7F0198CBB6}" type="pres">
      <dgm:prSet presAssocID="{53CF58C1-8F57-408C-874E-109E41FD8C81}"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pt>
    <dgm:pt modelId="{891A1521-9133-4B0E-AAB0-9BD1FADE1823}" type="pres">
      <dgm:prSet presAssocID="{53CF58C1-8F57-408C-874E-109E41FD8C81}" presName="spaceRect" presStyleCnt="0"/>
      <dgm:spPr/>
    </dgm:pt>
    <dgm:pt modelId="{DAD046CE-BF0E-4582-8474-3E3FE8723F7D}" type="pres">
      <dgm:prSet presAssocID="{53CF58C1-8F57-408C-874E-109E41FD8C81}" presName="parTx" presStyleLbl="revTx" presStyleIdx="3" presStyleCnt="6">
        <dgm:presLayoutVars>
          <dgm:chMax val="0"/>
          <dgm:chPref val="0"/>
        </dgm:presLayoutVars>
      </dgm:prSet>
      <dgm:spPr/>
    </dgm:pt>
    <dgm:pt modelId="{44F827A0-7BC4-48D8-9EF3-446B1C0BA8D9}" type="pres">
      <dgm:prSet presAssocID="{5390EF0B-156A-4907-929D-AC94B73FA9B2}" presName="sibTrans" presStyleCnt="0"/>
      <dgm:spPr/>
    </dgm:pt>
    <dgm:pt modelId="{FFE844A9-7546-42C5-93B6-306F3A3527AB}" type="pres">
      <dgm:prSet presAssocID="{AFB52062-35C6-4309-9A52-906F4681F8CF}" presName="compNode" presStyleCnt="0"/>
      <dgm:spPr/>
    </dgm:pt>
    <dgm:pt modelId="{488C154C-BC7D-485D-B7E4-A7277814AE1E}" type="pres">
      <dgm:prSet presAssocID="{AFB52062-35C6-4309-9A52-906F4681F8CF}" presName="bgRect" presStyleLbl="bgShp" presStyleIdx="4" presStyleCnt="5"/>
      <dgm:spPr/>
    </dgm:pt>
    <dgm:pt modelId="{F52185D2-1DD0-4E0A-B062-22C8D9554113}" type="pres">
      <dgm:prSet presAssocID="{AFB52062-35C6-4309-9A52-906F4681F8CF}"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pt>
    <dgm:pt modelId="{C3C4F4A8-05AB-4450-90D2-31610F8FE54B}" type="pres">
      <dgm:prSet presAssocID="{AFB52062-35C6-4309-9A52-906F4681F8CF}" presName="spaceRect" presStyleCnt="0"/>
      <dgm:spPr/>
    </dgm:pt>
    <dgm:pt modelId="{09FD17F6-15E7-4581-A269-C5E9B71F74FB}" type="pres">
      <dgm:prSet presAssocID="{AFB52062-35C6-4309-9A52-906F4681F8CF}" presName="parTx" presStyleLbl="revTx" presStyleIdx="4" presStyleCnt="6">
        <dgm:presLayoutVars>
          <dgm:chMax val="0"/>
          <dgm:chPref val="0"/>
        </dgm:presLayoutVars>
      </dgm:prSet>
      <dgm:spPr/>
    </dgm:pt>
    <dgm:pt modelId="{308CE589-26B0-4A97-85E6-8C377930FB3C}" type="pres">
      <dgm:prSet presAssocID="{AFB52062-35C6-4309-9A52-906F4681F8CF}" presName="desTx" presStyleLbl="revTx" presStyleIdx="5" presStyleCnt="6" custLinFactNeighborX="-39809" custLinFactNeighborY="764">
        <dgm:presLayoutVars/>
      </dgm:prSet>
      <dgm:spPr/>
    </dgm:pt>
  </dgm:ptLst>
  <dgm:cxnLst>
    <dgm:cxn modelId="{19671700-2DAE-405E-A28F-92B357B6CEC2}" type="presOf" srcId="{DDD6C3B2-31A1-4810-B0E4-15D5351CFD75}" destId="{50A2CE26-C254-4843-8131-F48FC85ECBFA}" srcOrd="0" destOrd="0" presId="urn:microsoft.com/office/officeart/2018/2/layout/IconVerticalSolidList"/>
    <dgm:cxn modelId="{2FA41101-CEA3-4A7C-9E5E-59BE45AFD1E2}" type="presOf" srcId="{53CF58C1-8F57-408C-874E-109E41FD8C81}" destId="{DAD046CE-BF0E-4582-8474-3E3FE8723F7D}" srcOrd="0" destOrd="0" presId="urn:microsoft.com/office/officeart/2018/2/layout/IconVerticalSolidList"/>
    <dgm:cxn modelId="{B7E7E412-F147-49D8-BCE8-DFCD392DBB71}" type="presOf" srcId="{00A64A28-D949-42A5-8EA3-062F54C21457}" destId="{308CE589-26B0-4A97-85E6-8C377930FB3C}" srcOrd="0" destOrd="2" presId="urn:microsoft.com/office/officeart/2018/2/layout/IconVerticalSolidList"/>
    <dgm:cxn modelId="{C176DE42-26AC-4273-BAC0-52DBAEEA08BE}" srcId="{AFB52062-35C6-4309-9A52-906F4681F8CF}" destId="{FBB42999-E361-43AD-BC97-8ED4DFF6E640}" srcOrd="1" destOrd="0" parTransId="{98E1EDCD-D4AF-47E3-B251-AEF25C996635}" sibTransId="{AB56F058-C614-4AC0-877E-A872770723AF}"/>
    <dgm:cxn modelId="{FAF48B45-4BD6-4A6D-9888-2E622BD83DB3}" srcId="{D7AB12D3-F34E-4237-BEC4-4AF5DBFF23EB}" destId="{FA408A32-C812-4F49-86B3-3D622A13F8EF}" srcOrd="0" destOrd="0" parTransId="{0F0E02E9-4FAF-4298-873E-4867FA52D75C}" sibTransId="{AAAA756B-4D6F-4D94-96F7-29BC6899BCB8}"/>
    <dgm:cxn modelId="{6510ED6A-477B-4961-9CE3-34FE591643DA}" type="presOf" srcId="{E7CB98B5-D1D4-4AA2-92B4-365591162DAB}" destId="{FC88FC22-639B-4B1A-93B2-FDB72CD98852}" srcOrd="0" destOrd="0" presId="urn:microsoft.com/office/officeart/2018/2/layout/IconVerticalSolidList"/>
    <dgm:cxn modelId="{1323F66E-7251-4700-BA47-FA52A6601CC1}" type="presOf" srcId="{D7AB12D3-F34E-4237-BEC4-4AF5DBFF23EB}" destId="{F8F59C0B-E751-4BAA-BAA2-ECA36F9739C4}" srcOrd="0" destOrd="0" presId="urn:microsoft.com/office/officeart/2018/2/layout/IconVerticalSolidList"/>
    <dgm:cxn modelId="{3BB1C36F-9087-4009-B9CE-B3F4965AD44D}" type="presOf" srcId="{AFB52062-35C6-4309-9A52-906F4681F8CF}" destId="{09FD17F6-15E7-4581-A269-C5E9B71F74FB}" srcOrd="0" destOrd="0" presId="urn:microsoft.com/office/officeart/2018/2/layout/IconVerticalSolidList"/>
    <dgm:cxn modelId="{A1672451-0B64-4664-A7F0-97AABE127035}" srcId="{AFB52062-35C6-4309-9A52-906F4681F8CF}" destId="{00A64A28-D949-42A5-8EA3-062F54C21457}" srcOrd="2" destOrd="0" parTransId="{490DD911-40F5-427C-8E72-42A8A0838288}" sibTransId="{308DF15D-EE1E-4A96-A724-A7C5B3F89834}"/>
    <dgm:cxn modelId="{B25E4284-83FA-4256-8D6E-DDE53DAB5713}" type="presOf" srcId="{FBB42999-E361-43AD-BC97-8ED4DFF6E640}" destId="{308CE589-26B0-4A97-85E6-8C377930FB3C}" srcOrd="0" destOrd="1" presId="urn:microsoft.com/office/officeart/2018/2/layout/IconVerticalSolidList"/>
    <dgm:cxn modelId="{E24D368C-9381-4F07-9F8F-335D204A72E1}" type="presOf" srcId="{FA408A32-C812-4F49-86B3-3D622A13F8EF}" destId="{EECB742F-85CA-4256-B48A-F4A1DA54CC86}" srcOrd="0" destOrd="0" presId="urn:microsoft.com/office/officeart/2018/2/layout/IconVerticalSolidList"/>
    <dgm:cxn modelId="{AE2386BB-F63A-4DCD-9CEC-BF64B61127DE}" srcId="{D7AB12D3-F34E-4237-BEC4-4AF5DBFF23EB}" destId="{53CF58C1-8F57-408C-874E-109E41FD8C81}" srcOrd="3" destOrd="0" parTransId="{2E3C2119-CA3A-4DE3-9436-BE8628F6A900}" sibTransId="{5390EF0B-156A-4907-929D-AC94B73FA9B2}"/>
    <dgm:cxn modelId="{CEF5A5C4-45B4-4625-88FA-2182C9939BE5}" srcId="{D7AB12D3-F34E-4237-BEC4-4AF5DBFF23EB}" destId="{E7CB98B5-D1D4-4AA2-92B4-365591162DAB}" srcOrd="2" destOrd="0" parTransId="{07F78A6B-167C-4319-8E19-496D4A4E8357}" sibTransId="{2FF69F77-B40C-4E95-9EF3-A5D7779933FB}"/>
    <dgm:cxn modelId="{571F95D9-D384-4410-8D38-E437A12F2593}" srcId="{D7AB12D3-F34E-4237-BEC4-4AF5DBFF23EB}" destId="{DDD6C3B2-31A1-4810-B0E4-15D5351CFD75}" srcOrd="1" destOrd="0" parTransId="{6AE45F66-8247-4424-8731-B23C5A801E3A}" sibTransId="{8F7954C6-7F51-4504-95EF-9E7965B23ED6}"/>
    <dgm:cxn modelId="{F41453DE-8CDE-4C07-913C-037135621050}" type="presOf" srcId="{6BA8E78A-13E0-457E-AF82-5FEC766A3740}" destId="{308CE589-26B0-4A97-85E6-8C377930FB3C}" srcOrd="0" destOrd="0" presId="urn:microsoft.com/office/officeart/2018/2/layout/IconVerticalSolidList"/>
    <dgm:cxn modelId="{973B10E9-5B1A-4E05-84E2-D92E5A7DCC71}" srcId="{D7AB12D3-F34E-4237-BEC4-4AF5DBFF23EB}" destId="{AFB52062-35C6-4309-9A52-906F4681F8CF}" srcOrd="4" destOrd="0" parTransId="{B7F1AD60-6093-4D49-943E-A106A180571C}" sibTransId="{4CABC246-E901-4CAF-BD3A-432C24B68076}"/>
    <dgm:cxn modelId="{E1CE73F2-03EC-4105-AE6D-26A6BED50A38}" srcId="{AFB52062-35C6-4309-9A52-906F4681F8CF}" destId="{6BA8E78A-13E0-457E-AF82-5FEC766A3740}" srcOrd="0" destOrd="0" parTransId="{879F844D-8684-442D-97BD-6990929504F0}" sibTransId="{704158C4-0E21-4554-8410-367886565E48}"/>
    <dgm:cxn modelId="{09190C10-9F8C-49FF-A7B5-31338325B64C}" type="presParOf" srcId="{F8F59C0B-E751-4BAA-BAA2-ECA36F9739C4}" destId="{2FC7CA61-2CE4-4B4B-8F60-891F2D0EB60C}" srcOrd="0" destOrd="0" presId="urn:microsoft.com/office/officeart/2018/2/layout/IconVerticalSolidList"/>
    <dgm:cxn modelId="{061B7BDC-1A8F-471C-9A13-C8CB5392C0A9}" type="presParOf" srcId="{2FC7CA61-2CE4-4B4B-8F60-891F2D0EB60C}" destId="{A043A606-1E72-4E79-8D7C-1DDDA19F7EC3}" srcOrd="0" destOrd="0" presId="urn:microsoft.com/office/officeart/2018/2/layout/IconVerticalSolidList"/>
    <dgm:cxn modelId="{09B697D9-35DC-42BB-895B-273386405999}" type="presParOf" srcId="{2FC7CA61-2CE4-4B4B-8F60-891F2D0EB60C}" destId="{EA90AD10-0AD1-408B-92A4-14C86CDD0574}" srcOrd="1" destOrd="0" presId="urn:microsoft.com/office/officeart/2018/2/layout/IconVerticalSolidList"/>
    <dgm:cxn modelId="{EE129D9D-A4C2-409C-94D3-8D290DD23903}" type="presParOf" srcId="{2FC7CA61-2CE4-4B4B-8F60-891F2D0EB60C}" destId="{BDF82630-41A9-4E5F-A2E0-2F2B913F41BE}" srcOrd="2" destOrd="0" presId="urn:microsoft.com/office/officeart/2018/2/layout/IconVerticalSolidList"/>
    <dgm:cxn modelId="{79262231-43D7-4D74-BBF9-3FCD757CA5B2}" type="presParOf" srcId="{2FC7CA61-2CE4-4B4B-8F60-891F2D0EB60C}" destId="{EECB742F-85CA-4256-B48A-F4A1DA54CC86}" srcOrd="3" destOrd="0" presId="urn:microsoft.com/office/officeart/2018/2/layout/IconVerticalSolidList"/>
    <dgm:cxn modelId="{83310A1A-BE1D-4637-B7C5-1AE94CB1F24D}" type="presParOf" srcId="{F8F59C0B-E751-4BAA-BAA2-ECA36F9739C4}" destId="{D6DEF709-67BF-452A-8BA9-CF7D1D1EA37A}" srcOrd="1" destOrd="0" presId="urn:microsoft.com/office/officeart/2018/2/layout/IconVerticalSolidList"/>
    <dgm:cxn modelId="{854C339C-9F6D-4669-97AC-8B618CF0E6A2}" type="presParOf" srcId="{F8F59C0B-E751-4BAA-BAA2-ECA36F9739C4}" destId="{18367E2A-F9BB-46EF-A327-BBB711E696B7}" srcOrd="2" destOrd="0" presId="urn:microsoft.com/office/officeart/2018/2/layout/IconVerticalSolidList"/>
    <dgm:cxn modelId="{85F96F17-1BB5-406A-9295-6427C80AC06F}" type="presParOf" srcId="{18367E2A-F9BB-46EF-A327-BBB711E696B7}" destId="{6E151C0D-F787-4C1D-AA65-78E4DC2048C0}" srcOrd="0" destOrd="0" presId="urn:microsoft.com/office/officeart/2018/2/layout/IconVerticalSolidList"/>
    <dgm:cxn modelId="{38574903-9A9A-4134-80CB-35ABA99ECF45}" type="presParOf" srcId="{18367E2A-F9BB-46EF-A327-BBB711E696B7}" destId="{6283AC20-8F02-4368-A4C1-15690321E920}" srcOrd="1" destOrd="0" presId="urn:microsoft.com/office/officeart/2018/2/layout/IconVerticalSolidList"/>
    <dgm:cxn modelId="{983111A0-BDE0-4418-861F-A8FB3EF5A76A}" type="presParOf" srcId="{18367E2A-F9BB-46EF-A327-BBB711E696B7}" destId="{A86AF7AC-18D2-4CBF-9272-8C22ADF1E260}" srcOrd="2" destOrd="0" presId="urn:microsoft.com/office/officeart/2018/2/layout/IconVerticalSolidList"/>
    <dgm:cxn modelId="{4B8BDC75-0355-458E-A6C4-34F22FA96E99}" type="presParOf" srcId="{18367E2A-F9BB-46EF-A327-BBB711E696B7}" destId="{50A2CE26-C254-4843-8131-F48FC85ECBFA}" srcOrd="3" destOrd="0" presId="urn:microsoft.com/office/officeart/2018/2/layout/IconVerticalSolidList"/>
    <dgm:cxn modelId="{36EC719E-B8EE-443E-AC74-3E48BEF7850E}" type="presParOf" srcId="{F8F59C0B-E751-4BAA-BAA2-ECA36F9739C4}" destId="{D2ADA682-A7F3-4CDD-A513-F5955CC5B9B9}" srcOrd="3" destOrd="0" presId="urn:microsoft.com/office/officeart/2018/2/layout/IconVerticalSolidList"/>
    <dgm:cxn modelId="{DD0DB1C9-1F06-4F4A-A8E2-E2682E301AE1}" type="presParOf" srcId="{F8F59C0B-E751-4BAA-BAA2-ECA36F9739C4}" destId="{8F61F1C4-F1DB-4EBE-A1AC-681A8B352FD5}" srcOrd="4" destOrd="0" presId="urn:microsoft.com/office/officeart/2018/2/layout/IconVerticalSolidList"/>
    <dgm:cxn modelId="{E02956E9-5834-4AEB-B366-1FFDFAB7B186}" type="presParOf" srcId="{8F61F1C4-F1DB-4EBE-A1AC-681A8B352FD5}" destId="{FA1A77CF-FAF5-444E-BF1E-3F35280EC766}" srcOrd="0" destOrd="0" presId="urn:microsoft.com/office/officeart/2018/2/layout/IconVerticalSolidList"/>
    <dgm:cxn modelId="{0E004DAA-F874-4924-93AB-4E5367B694F8}" type="presParOf" srcId="{8F61F1C4-F1DB-4EBE-A1AC-681A8B352FD5}" destId="{1C6AB142-2FD2-4A4E-85C0-9B5315CBAE6A}" srcOrd="1" destOrd="0" presId="urn:microsoft.com/office/officeart/2018/2/layout/IconVerticalSolidList"/>
    <dgm:cxn modelId="{35E625E9-0535-45A6-A6CE-D7A63B8CD134}" type="presParOf" srcId="{8F61F1C4-F1DB-4EBE-A1AC-681A8B352FD5}" destId="{FD3FCCC4-7EC4-45D8-A02D-AF1C708DAB6C}" srcOrd="2" destOrd="0" presId="urn:microsoft.com/office/officeart/2018/2/layout/IconVerticalSolidList"/>
    <dgm:cxn modelId="{49C44B85-644B-479B-B274-76695EDAA585}" type="presParOf" srcId="{8F61F1C4-F1DB-4EBE-A1AC-681A8B352FD5}" destId="{FC88FC22-639B-4B1A-93B2-FDB72CD98852}" srcOrd="3" destOrd="0" presId="urn:microsoft.com/office/officeart/2018/2/layout/IconVerticalSolidList"/>
    <dgm:cxn modelId="{D4292BCF-F583-4397-BB00-2A3CD4213A9C}" type="presParOf" srcId="{F8F59C0B-E751-4BAA-BAA2-ECA36F9739C4}" destId="{AAF627D5-5232-4A41-84A5-8FFD7FE512EF}" srcOrd="5" destOrd="0" presId="urn:microsoft.com/office/officeart/2018/2/layout/IconVerticalSolidList"/>
    <dgm:cxn modelId="{FAD3F3EE-C634-4596-9450-FDBC5AD14566}" type="presParOf" srcId="{F8F59C0B-E751-4BAA-BAA2-ECA36F9739C4}" destId="{57B3446F-5BB8-4C5D-A785-6AABA751468A}" srcOrd="6" destOrd="0" presId="urn:microsoft.com/office/officeart/2018/2/layout/IconVerticalSolidList"/>
    <dgm:cxn modelId="{AA1BA724-0ED8-4935-A1B3-B7428D212DA6}" type="presParOf" srcId="{57B3446F-5BB8-4C5D-A785-6AABA751468A}" destId="{76E96CE0-E5B0-4FA8-BAA2-F7FBA44CAD8F}" srcOrd="0" destOrd="0" presId="urn:microsoft.com/office/officeart/2018/2/layout/IconVerticalSolidList"/>
    <dgm:cxn modelId="{EF9486A6-F72A-4BF3-877E-BF9D44F4FC75}" type="presParOf" srcId="{57B3446F-5BB8-4C5D-A785-6AABA751468A}" destId="{76403ADD-C1C6-4CB2-B0E4-AC7F0198CBB6}" srcOrd="1" destOrd="0" presId="urn:microsoft.com/office/officeart/2018/2/layout/IconVerticalSolidList"/>
    <dgm:cxn modelId="{BEBCF907-BA0B-4817-9454-89374FF2A505}" type="presParOf" srcId="{57B3446F-5BB8-4C5D-A785-6AABA751468A}" destId="{891A1521-9133-4B0E-AAB0-9BD1FADE1823}" srcOrd="2" destOrd="0" presId="urn:microsoft.com/office/officeart/2018/2/layout/IconVerticalSolidList"/>
    <dgm:cxn modelId="{293ED5C0-3A4C-4282-AD9F-4FCC83943891}" type="presParOf" srcId="{57B3446F-5BB8-4C5D-A785-6AABA751468A}" destId="{DAD046CE-BF0E-4582-8474-3E3FE8723F7D}" srcOrd="3" destOrd="0" presId="urn:microsoft.com/office/officeart/2018/2/layout/IconVerticalSolidList"/>
    <dgm:cxn modelId="{AB8406CB-7C83-401E-AF5F-244C9BE11B52}" type="presParOf" srcId="{F8F59C0B-E751-4BAA-BAA2-ECA36F9739C4}" destId="{44F827A0-7BC4-48D8-9EF3-446B1C0BA8D9}" srcOrd="7" destOrd="0" presId="urn:microsoft.com/office/officeart/2018/2/layout/IconVerticalSolidList"/>
    <dgm:cxn modelId="{781948CD-EB38-467B-962D-B39D86B2F84C}" type="presParOf" srcId="{F8F59C0B-E751-4BAA-BAA2-ECA36F9739C4}" destId="{FFE844A9-7546-42C5-93B6-306F3A3527AB}" srcOrd="8" destOrd="0" presId="urn:microsoft.com/office/officeart/2018/2/layout/IconVerticalSolidList"/>
    <dgm:cxn modelId="{ECD8F5B5-5289-47CF-B595-0D250F2020D0}" type="presParOf" srcId="{FFE844A9-7546-42C5-93B6-306F3A3527AB}" destId="{488C154C-BC7D-485D-B7E4-A7277814AE1E}" srcOrd="0" destOrd="0" presId="urn:microsoft.com/office/officeart/2018/2/layout/IconVerticalSolidList"/>
    <dgm:cxn modelId="{2E19927A-DFC4-4948-8713-0559B678A4CD}" type="presParOf" srcId="{FFE844A9-7546-42C5-93B6-306F3A3527AB}" destId="{F52185D2-1DD0-4E0A-B062-22C8D9554113}" srcOrd="1" destOrd="0" presId="urn:microsoft.com/office/officeart/2018/2/layout/IconVerticalSolidList"/>
    <dgm:cxn modelId="{1FAE043E-30D4-4468-84F7-F063C40AD657}" type="presParOf" srcId="{FFE844A9-7546-42C5-93B6-306F3A3527AB}" destId="{C3C4F4A8-05AB-4450-90D2-31610F8FE54B}" srcOrd="2" destOrd="0" presId="urn:microsoft.com/office/officeart/2018/2/layout/IconVerticalSolidList"/>
    <dgm:cxn modelId="{9D3F913B-97BE-4258-9D4E-5AC4A9E7B588}" type="presParOf" srcId="{FFE844A9-7546-42C5-93B6-306F3A3527AB}" destId="{09FD17F6-15E7-4581-A269-C5E9B71F74FB}" srcOrd="3" destOrd="0" presId="urn:microsoft.com/office/officeart/2018/2/layout/IconVerticalSolidList"/>
    <dgm:cxn modelId="{1C9B5CA4-3CAB-4F06-9EF2-452DBC338BC8}" type="presParOf" srcId="{FFE844A9-7546-42C5-93B6-306F3A3527AB}" destId="{308CE589-26B0-4A97-85E6-8C377930FB3C}" srcOrd="4"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4E4F864-8B40-4BA9-B2AE-E809BFF792B7}">
      <dsp:nvSpPr>
        <dsp:cNvPr id="0" name=""/>
        <dsp:cNvSpPr/>
      </dsp:nvSpPr>
      <dsp:spPr>
        <a:xfrm>
          <a:off x="0" y="350"/>
          <a:ext cx="8424863" cy="819606"/>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2B1957E-2892-492E-9527-888EA116E357}">
      <dsp:nvSpPr>
        <dsp:cNvPr id="0" name=""/>
        <dsp:cNvSpPr/>
      </dsp:nvSpPr>
      <dsp:spPr>
        <a:xfrm>
          <a:off x="247930" y="184761"/>
          <a:ext cx="450783" cy="450783"/>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B956494-E0EB-4577-950A-CAB213B009A5}">
      <dsp:nvSpPr>
        <dsp:cNvPr id="0" name=""/>
        <dsp:cNvSpPr/>
      </dsp:nvSpPr>
      <dsp:spPr bwMode="white">
        <a:xfrm>
          <a:off x="946645" y="350"/>
          <a:ext cx="7478217" cy="81960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6742" tIns="86742" rIns="86742" bIns="86742" numCol="1" spcCol="1270" anchor="ctr" anchorCtr="0">
          <a:noAutofit/>
        </a:bodyPr>
        <a:lstStyle/>
        <a:p>
          <a:pPr marL="0" lvl="0" indent="0" algn="l" defTabSz="622300">
            <a:lnSpc>
              <a:spcPct val="90000"/>
            </a:lnSpc>
            <a:spcBef>
              <a:spcPct val="0"/>
            </a:spcBef>
            <a:spcAft>
              <a:spcPct val="35000"/>
            </a:spcAft>
            <a:buNone/>
          </a:pPr>
          <a:r>
            <a:rPr lang="en-US" sz="1400" kern="1200"/>
            <a:t>Data will be obtained from Beijing Municipal Health</a:t>
          </a:r>
          <a:r>
            <a:rPr lang="en-US" altLang="zh-CN" sz="1400" kern="1200"/>
            <a:t> Commission(</a:t>
          </a:r>
          <a:r>
            <a:rPr lang="zh-CN" altLang="en-US" sz="1400" kern="1200"/>
            <a:t>北京卫健委数据库</a:t>
          </a:r>
          <a:r>
            <a:rPr lang="en-US" altLang="zh-CN" sz="1400" kern="1200"/>
            <a:t>)</a:t>
          </a:r>
          <a:endParaRPr lang="en-US" sz="1400" kern="1200"/>
        </a:p>
      </dsp:txBody>
      <dsp:txXfrm>
        <a:off x="946645" y="350"/>
        <a:ext cx="7478217" cy="819606"/>
      </dsp:txXfrm>
    </dsp:sp>
    <dsp:sp modelId="{3F8FADD2-95ED-4AB3-B5C5-1144282824DC}">
      <dsp:nvSpPr>
        <dsp:cNvPr id="0" name=""/>
        <dsp:cNvSpPr/>
      </dsp:nvSpPr>
      <dsp:spPr>
        <a:xfrm>
          <a:off x="0" y="1024858"/>
          <a:ext cx="8424863" cy="819606"/>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AF9B105-D95A-4521-8EE6-6E9196465A08}">
      <dsp:nvSpPr>
        <dsp:cNvPr id="0" name=""/>
        <dsp:cNvSpPr/>
      </dsp:nvSpPr>
      <dsp:spPr>
        <a:xfrm>
          <a:off x="247930" y="1209269"/>
          <a:ext cx="450783" cy="450783"/>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74DD358-C455-4D79-88E1-9BB1AF87156F}">
      <dsp:nvSpPr>
        <dsp:cNvPr id="0" name=""/>
        <dsp:cNvSpPr/>
      </dsp:nvSpPr>
      <dsp:spPr bwMode="white">
        <a:xfrm>
          <a:off x="946645" y="1024858"/>
          <a:ext cx="7478217" cy="81960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6742" tIns="86742" rIns="86742" bIns="86742" numCol="1" spcCol="1270" anchor="ctr" anchorCtr="0">
          <a:noAutofit/>
        </a:bodyPr>
        <a:lstStyle/>
        <a:p>
          <a:pPr marL="0" lvl="0" indent="0" algn="l" defTabSz="622300">
            <a:lnSpc>
              <a:spcPct val="90000"/>
            </a:lnSpc>
            <a:spcBef>
              <a:spcPct val="0"/>
            </a:spcBef>
            <a:spcAft>
              <a:spcPct val="35000"/>
            </a:spcAft>
            <a:buNone/>
          </a:pPr>
          <a:r>
            <a:rPr lang="en-US" altLang="zh-CN" sz="1400" kern="1200" dirty="0"/>
            <a:t>It covers in-patient and out-patient data of 30 tertiary hospitals from 2017,  as well as cover page of in-patient medical records of 300+ hospitals in Beijing from 2008</a:t>
          </a:r>
          <a:endParaRPr lang="en-US" sz="1400" kern="1200" dirty="0"/>
        </a:p>
      </dsp:txBody>
      <dsp:txXfrm>
        <a:off x="946645" y="1024858"/>
        <a:ext cx="7478217" cy="819606"/>
      </dsp:txXfrm>
    </dsp:sp>
    <dsp:sp modelId="{1804EAF6-590F-4335-B697-76FC8BC85C15}">
      <dsp:nvSpPr>
        <dsp:cNvPr id="0" name=""/>
        <dsp:cNvSpPr/>
      </dsp:nvSpPr>
      <dsp:spPr>
        <a:xfrm>
          <a:off x="0" y="2049366"/>
          <a:ext cx="8424863" cy="819606"/>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38373FE-E109-429E-8A22-12843FF2816C}">
      <dsp:nvSpPr>
        <dsp:cNvPr id="0" name=""/>
        <dsp:cNvSpPr/>
      </dsp:nvSpPr>
      <dsp:spPr>
        <a:xfrm>
          <a:off x="247930" y="2233777"/>
          <a:ext cx="450783" cy="450783"/>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36CCAEA-B26A-411A-91A4-F822396D7981}">
      <dsp:nvSpPr>
        <dsp:cNvPr id="0" name=""/>
        <dsp:cNvSpPr/>
      </dsp:nvSpPr>
      <dsp:spPr bwMode="white">
        <a:xfrm>
          <a:off x="946645" y="2049366"/>
          <a:ext cx="7478217" cy="81960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6742" tIns="86742" rIns="86742" bIns="86742" numCol="1" spcCol="1270" anchor="ctr" anchorCtr="0">
          <a:noAutofit/>
        </a:bodyPr>
        <a:lstStyle/>
        <a:p>
          <a:pPr marL="0" lvl="0" indent="0" algn="l" defTabSz="622300">
            <a:lnSpc>
              <a:spcPct val="90000"/>
            </a:lnSpc>
            <a:spcBef>
              <a:spcPct val="0"/>
            </a:spcBef>
            <a:spcAft>
              <a:spcPct val="35000"/>
            </a:spcAft>
            <a:buNone/>
          </a:pPr>
          <a:r>
            <a:rPr lang="en-US" altLang="zh-CN" sz="1400" kern="1200"/>
            <a:t>Total outpatient/ER visits and inpatient numbers for dermatology departments across all hospitals in Beijing </a:t>
          </a:r>
          <a:endParaRPr lang="en-US" sz="1400" kern="1200"/>
        </a:p>
      </dsp:txBody>
      <dsp:txXfrm>
        <a:off x="946645" y="2049366"/>
        <a:ext cx="7478217" cy="81960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043A606-1E72-4E79-8D7C-1DDDA19F7EC3}">
      <dsp:nvSpPr>
        <dsp:cNvPr id="0" name=""/>
        <dsp:cNvSpPr/>
      </dsp:nvSpPr>
      <dsp:spPr>
        <a:xfrm>
          <a:off x="0" y="4179"/>
          <a:ext cx="8424863" cy="547606"/>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A90AD10-0AD1-408B-92A4-14C86CDD0574}">
      <dsp:nvSpPr>
        <dsp:cNvPr id="0" name=""/>
        <dsp:cNvSpPr/>
      </dsp:nvSpPr>
      <dsp:spPr>
        <a:xfrm>
          <a:off x="165651" y="127390"/>
          <a:ext cx="301183" cy="301183"/>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ECB742F-85CA-4256-B48A-F4A1DA54CC86}">
      <dsp:nvSpPr>
        <dsp:cNvPr id="0" name=""/>
        <dsp:cNvSpPr/>
      </dsp:nvSpPr>
      <dsp:spPr bwMode="white">
        <a:xfrm>
          <a:off x="632485" y="4179"/>
          <a:ext cx="7791758" cy="54760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955" tIns="57955" rIns="57955" bIns="57955" numCol="1" spcCol="1270" anchor="ctr" anchorCtr="0">
          <a:noAutofit/>
        </a:bodyPr>
        <a:lstStyle/>
        <a:p>
          <a:pPr marL="0" lvl="0" indent="0" algn="l" defTabSz="622300">
            <a:lnSpc>
              <a:spcPct val="90000"/>
            </a:lnSpc>
            <a:spcBef>
              <a:spcPct val="0"/>
            </a:spcBef>
            <a:spcAft>
              <a:spcPct val="35000"/>
            </a:spcAft>
            <a:buNone/>
          </a:pPr>
          <a:r>
            <a:rPr lang="en-US" sz="1400" b="0" kern="1200"/>
            <a:t>Severe pain</a:t>
          </a:r>
          <a:endParaRPr lang="en-US" sz="1400" kern="1200"/>
        </a:p>
      </dsp:txBody>
      <dsp:txXfrm>
        <a:off x="632485" y="4179"/>
        <a:ext cx="7791758" cy="547606"/>
      </dsp:txXfrm>
    </dsp:sp>
    <dsp:sp modelId="{6E151C0D-F787-4C1D-AA65-78E4DC2048C0}">
      <dsp:nvSpPr>
        <dsp:cNvPr id="0" name=""/>
        <dsp:cNvSpPr/>
      </dsp:nvSpPr>
      <dsp:spPr>
        <a:xfrm>
          <a:off x="0" y="688687"/>
          <a:ext cx="8424863" cy="547606"/>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283AC20-8F02-4368-A4C1-15690321E920}">
      <dsp:nvSpPr>
        <dsp:cNvPr id="0" name=""/>
        <dsp:cNvSpPr/>
      </dsp:nvSpPr>
      <dsp:spPr>
        <a:xfrm>
          <a:off x="165651" y="811899"/>
          <a:ext cx="301183" cy="301183"/>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0A2CE26-C254-4843-8131-F48FC85ECBFA}">
      <dsp:nvSpPr>
        <dsp:cNvPr id="0" name=""/>
        <dsp:cNvSpPr/>
      </dsp:nvSpPr>
      <dsp:spPr bwMode="white">
        <a:xfrm>
          <a:off x="632485" y="688687"/>
          <a:ext cx="7791758" cy="54760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955" tIns="57955" rIns="57955" bIns="57955" numCol="1" spcCol="1270" anchor="ctr" anchorCtr="0">
          <a:noAutofit/>
        </a:bodyPr>
        <a:lstStyle/>
        <a:p>
          <a:pPr marL="0" lvl="0" indent="0" algn="l" defTabSz="622300">
            <a:lnSpc>
              <a:spcPct val="90000"/>
            </a:lnSpc>
            <a:spcBef>
              <a:spcPct val="0"/>
            </a:spcBef>
            <a:spcAft>
              <a:spcPct val="35000"/>
            </a:spcAft>
            <a:buNone/>
          </a:pPr>
          <a:r>
            <a:rPr lang="en-US" sz="1400" b="0" kern="1200"/>
            <a:t>Sleep disturbances</a:t>
          </a:r>
          <a:endParaRPr lang="en-US" sz="1400" kern="1200"/>
        </a:p>
      </dsp:txBody>
      <dsp:txXfrm>
        <a:off x="632485" y="688687"/>
        <a:ext cx="7791758" cy="547606"/>
      </dsp:txXfrm>
    </dsp:sp>
    <dsp:sp modelId="{FA1A77CF-FAF5-444E-BF1E-3F35280EC766}">
      <dsp:nvSpPr>
        <dsp:cNvPr id="0" name=""/>
        <dsp:cNvSpPr/>
      </dsp:nvSpPr>
      <dsp:spPr>
        <a:xfrm>
          <a:off x="0" y="1373196"/>
          <a:ext cx="8424863" cy="547606"/>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C6AB142-2FD2-4A4E-85C0-9B5315CBAE6A}">
      <dsp:nvSpPr>
        <dsp:cNvPr id="0" name=""/>
        <dsp:cNvSpPr/>
      </dsp:nvSpPr>
      <dsp:spPr>
        <a:xfrm>
          <a:off x="165651" y="1496408"/>
          <a:ext cx="301183" cy="301183"/>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C88FC22-639B-4B1A-93B2-FDB72CD98852}">
      <dsp:nvSpPr>
        <dsp:cNvPr id="0" name=""/>
        <dsp:cNvSpPr/>
      </dsp:nvSpPr>
      <dsp:spPr bwMode="white">
        <a:xfrm>
          <a:off x="632485" y="1373196"/>
          <a:ext cx="7791758" cy="54760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955" tIns="57955" rIns="57955" bIns="57955" numCol="1" spcCol="1270" anchor="ctr" anchorCtr="0">
          <a:noAutofit/>
        </a:bodyPr>
        <a:lstStyle/>
        <a:p>
          <a:pPr marL="0" lvl="0" indent="0" algn="l" defTabSz="622300">
            <a:lnSpc>
              <a:spcPct val="90000"/>
            </a:lnSpc>
            <a:spcBef>
              <a:spcPct val="0"/>
            </a:spcBef>
            <a:spcAft>
              <a:spcPct val="35000"/>
            </a:spcAft>
            <a:buNone/>
          </a:pPr>
          <a:r>
            <a:rPr lang="en-US" sz="1400" b="0" kern="1200"/>
            <a:t>Poor appetite</a:t>
          </a:r>
          <a:endParaRPr lang="en-US" sz="1400" kern="1200"/>
        </a:p>
      </dsp:txBody>
      <dsp:txXfrm>
        <a:off x="632485" y="1373196"/>
        <a:ext cx="7791758" cy="547606"/>
      </dsp:txXfrm>
    </dsp:sp>
    <dsp:sp modelId="{76E96CE0-E5B0-4FA8-BAA2-F7FBA44CAD8F}">
      <dsp:nvSpPr>
        <dsp:cNvPr id="0" name=""/>
        <dsp:cNvSpPr/>
      </dsp:nvSpPr>
      <dsp:spPr>
        <a:xfrm>
          <a:off x="0" y="2057705"/>
          <a:ext cx="8424863" cy="547606"/>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6403ADD-C1C6-4CB2-B0E4-AC7F0198CBB6}">
      <dsp:nvSpPr>
        <dsp:cNvPr id="0" name=""/>
        <dsp:cNvSpPr/>
      </dsp:nvSpPr>
      <dsp:spPr>
        <a:xfrm>
          <a:off x="165651" y="2180916"/>
          <a:ext cx="301183" cy="301183"/>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AD046CE-BF0E-4582-8474-3E3FE8723F7D}">
      <dsp:nvSpPr>
        <dsp:cNvPr id="0" name=""/>
        <dsp:cNvSpPr/>
      </dsp:nvSpPr>
      <dsp:spPr bwMode="white">
        <a:xfrm>
          <a:off x="632485" y="2057705"/>
          <a:ext cx="7791758" cy="54760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955" tIns="57955" rIns="57955" bIns="57955" numCol="1" spcCol="1270" anchor="ctr" anchorCtr="0">
          <a:noAutofit/>
        </a:bodyPr>
        <a:lstStyle/>
        <a:p>
          <a:pPr marL="0" lvl="0" indent="0" algn="l" defTabSz="622300">
            <a:lnSpc>
              <a:spcPct val="90000"/>
            </a:lnSpc>
            <a:spcBef>
              <a:spcPct val="0"/>
            </a:spcBef>
            <a:spcAft>
              <a:spcPct val="35000"/>
            </a:spcAft>
            <a:buNone/>
          </a:pPr>
          <a:r>
            <a:rPr lang="en-US" sz="1400" b="0" kern="1200"/>
            <a:t>High rates of depression, anxiety and social isolation: chronic wounds with associated drainage</a:t>
          </a:r>
          <a:endParaRPr lang="en-US" sz="1400" kern="1200"/>
        </a:p>
      </dsp:txBody>
      <dsp:txXfrm>
        <a:off x="632485" y="2057705"/>
        <a:ext cx="7791758" cy="547606"/>
      </dsp:txXfrm>
    </dsp:sp>
    <dsp:sp modelId="{488C154C-BC7D-485D-B7E4-A7277814AE1E}">
      <dsp:nvSpPr>
        <dsp:cNvPr id="0" name=""/>
        <dsp:cNvSpPr/>
      </dsp:nvSpPr>
      <dsp:spPr>
        <a:xfrm>
          <a:off x="0" y="2742213"/>
          <a:ext cx="8424863" cy="547606"/>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52185D2-1DD0-4E0A-B062-22C8D9554113}">
      <dsp:nvSpPr>
        <dsp:cNvPr id="0" name=""/>
        <dsp:cNvSpPr/>
      </dsp:nvSpPr>
      <dsp:spPr>
        <a:xfrm>
          <a:off x="165651" y="2865425"/>
          <a:ext cx="301183" cy="301183"/>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9FD17F6-15E7-4581-A269-C5E9B71F74FB}">
      <dsp:nvSpPr>
        <dsp:cNvPr id="0" name=""/>
        <dsp:cNvSpPr/>
      </dsp:nvSpPr>
      <dsp:spPr bwMode="white">
        <a:xfrm>
          <a:off x="632485" y="2742213"/>
          <a:ext cx="3791188" cy="54760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955" tIns="57955" rIns="57955" bIns="57955" numCol="1" spcCol="1270" anchor="ctr" anchorCtr="0">
          <a:noAutofit/>
        </a:bodyPr>
        <a:lstStyle/>
        <a:p>
          <a:pPr marL="0" lvl="0" indent="0" algn="l" defTabSz="622300">
            <a:lnSpc>
              <a:spcPct val="90000"/>
            </a:lnSpc>
            <a:spcBef>
              <a:spcPct val="0"/>
            </a:spcBef>
            <a:spcAft>
              <a:spcPct val="35000"/>
            </a:spcAft>
            <a:buNone/>
          </a:pPr>
          <a:r>
            <a:rPr lang="en-US" sz="1400" b="0" kern="1200"/>
            <a:t>Delays in diagnosis </a:t>
          </a:r>
          <a:endParaRPr lang="en-US" sz="1400" kern="1200"/>
        </a:p>
      </dsp:txBody>
      <dsp:txXfrm>
        <a:off x="632485" y="2742213"/>
        <a:ext cx="3791188" cy="547606"/>
      </dsp:txXfrm>
    </dsp:sp>
    <dsp:sp modelId="{308CE589-26B0-4A97-85E6-8C377930FB3C}">
      <dsp:nvSpPr>
        <dsp:cNvPr id="0" name=""/>
        <dsp:cNvSpPr/>
      </dsp:nvSpPr>
      <dsp:spPr bwMode="white">
        <a:xfrm>
          <a:off x="2831087" y="2746393"/>
          <a:ext cx="4000570" cy="54760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955" tIns="57955" rIns="57955" bIns="57955" numCol="1" spcCol="1270" anchor="ctr" anchorCtr="0">
          <a:noAutofit/>
        </a:bodyPr>
        <a:lstStyle/>
        <a:p>
          <a:pPr marL="0" lvl="0" indent="0" algn="l" defTabSz="488950">
            <a:lnSpc>
              <a:spcPct val="90000"/>
            </a:lnSpc>
            <a:spcBef>
              <a:spcPct val="0"/>
            </a:spcBef>
            <a:spcAft>
              <a:spcPct val="35000"/>
            </a:spcAft>
            <a:buNone/>
          </a:pPr>
          <a:r>
            <a:rPr lang="en-US" sz="1100" kern="1200"/>
            <a:t>Multiple disease-exacerbating </a:t>
          </a:r>
          <a:r>
            <a:rPr lang="en-US" sz="1100" kern="1200" err="1"/>
            <a:t>debridements</a:t>
          </a:r>
          <a:endParaRPr lang="en-US" sz="1100" kern="1200"/>
        </a:p>
        <a:p>
          <a:pPr marL="0" lvl="0" indent="0" algn="l" defTabSz="488950">
            <a:lnSpc>
              <a:spcPct val="90000"/>
            </a:lnSpc>
            <a:spcBef>
              <a:spcPct val="0"/>
            </a:spcBef>
            <a:spcAft>
              <a:spcPct val="35000"/>
            </a:spcAft>
            <a:buNone/>
          </a:pPr>
          <a:r>
            <a:rPr lang="en-US" sz="1100" kern="1200"/>
            <a:t>Unnecessary antibiotics</a:t>
          </a:r>
        </a:p>
        <a:p>
          <a:pPr marL="0" lvl="0" indent="0" algn="l" defTabSz="488950">
            <a:lnSpc>
              <a:spcPct val="90000"/>
            </a:lnSpc>
            <a:spcBef>
              <a:spcPct val="0"/>
            </a:spcBef>
            <a:spcAft>
              <a:spcPct val="35000"/>
            </a:spcAft>
            <a:buNone/>
          </a:pPr>
          <a:r>
            <a:rPr lang="en-US" sz="1100" kern="1200"/>
            <a:t>Other inappropriate therapies</a:t>
          </a:r>
        </a:p>
      </dsp:txBody>
      <dsp:txXfrm>
        <a:off x="2831087" y="2746393"/>
        <a:ext cx="4000570" cy="547606"/>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parTxLTRAlign" val="l"/>
            <dgm:param type="parTxRTLAlign" val="r"/>
            <dgm:param type="shpTxLTRAlignCh" val="l"/>
            <dgm:param type="shpTxRTLAlignCh" val="r"/>
            <dgm:param type="txAnchorVert" val="mid"/>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parTxLTRAlign" val="l"/>
                <dgm:param type="parTxRTLAlign" val="r"/>
                <dgm:param type="shpTxLTRAlignCh" val="l"/>
                <dgm:param type="shpTxRTLAlignCh" val="r"/>
                <dgm:param type="stBulletLvl" val="0"/>
                <dgm:param type="txAnchorVertCh" val="mid"/>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parTxLTRAlign" val="l"/>
            <dgm:param type="parTxRTLAlign" val="r"/>
            <dgm:param type="shpTxLTRAlignCh" val="l"/>
            <dgm:param type="shpTxRTLAlignCh" val="r"/>
            <dgm:param type="txAnchorVert" val="mid"/>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parTxLTRAlign" val="l"/>
                <dgm:param type="parTxRTLAlign" val="r"/>
                <dgm:param type="shpTxLTRAlignCh" val="l"/>
                <dgm:param type="shpTxRTLAlignCh" val="r"/>
                <dgm:param type="stBulletLvl" val="0"/>
                <dgm:param type="txAnchorVertCh" val="mid"/>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2">
  <dgm:title val=""/>
  <dgm:desc val=""/>
  <dgm:catLst>
    <dgm:cat type="simple" pri="10100"/>
  </dgm:catLst>
  <dgm:scene3d>
    <a:camera prst="orthographicFront"/>
    <a:lightRig rig="threePt" dir="t"/>
  </dgm:scene3d>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8.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t>2024/4/25</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BISansOpti"/>
              </a:defRPr>
            </a:lvl1pPr>
          </a:lstStyle>
          <a:p>
            <a:endParaRPr lang="de-DE"/>
          </a:p>
        </p:txBody>
      </p:sp>
      <p:sp>
        <p:nvSpPr>
          <p:cNvPr id="3" name="Datumsplatzhalt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BISansOpti"/>
              </a:defRPr>
            </a:lvl1pPr>
          </a:lstStyle>
          <a:p>
            <a:fld id="{1704522E-CA49-444F-A3F4-1E49B55AA7A5}" type="datetimeFigureOut">
              <a:rPr lang="de-DE" smtClean="0"/>
              <a:t>25.04.2024</a:t>
            </a:fld>
            <a:endParaRPr lang="de-DE"/>
          </a:p>
        </p:txBody>
      </p:sp>
      <p:sp>
        <p:nvSpPr>
          <p:cNvPr id="4" name="Folienbildplatzhalt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atin typeface="BISansOpti"/>
              </a:defRPr>
            </a:lvl1pPr>
          </a:lstStyle>
          <a:p>
            <a:endParaRPr lang="de-DE"/>
          </a:p>
        </p:txBody>
      </p:sp>
      <p:sp>
        <p:nvSpPr>
          <p:cNvPr id="7" name="Foliennummernplatzhalt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atin typeface="BISansOpti"/>
              </a:defRPr>
            </a:lvl1pPr>
          </a:lstStyle>
          <a:p>
            <a:fld id="{240BD463-D209-4FAB-A722-B2AFE81AC984}" type="slidenum">
              <a:rPr lang="de-DE" smtClean="0"/>
              <a:t>‹#›</a:t>
            </a:fld>
            <a:endParaRPr lang="de-DE"/>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BISansOpti"/>
        <a:ea typeface="+mn-ea"/>
        <a:cs typeface="+mn-cs"/>
      </a:defRPr>
    </a:lvl1pPr>
    <a:lvl2pPr marL="457200" algn="l" defTabSz="914400" rtl="0" eaLnBrk="1" latinLnBrk="0" hangingPunct="1">
      <a:defRPr sz="1200" kern="1200">
        <a:solidFill>
          <a:schemeClr val="tx1"/>
        </a:solidFill>
        <a:latin typeface="BISansOpti"/>
        <a:ea typeface="+mn-ea"/>
        <a:cs typeface="+mn-cs"/>
      </a:defRPr>
    </a:lvl2pPr>
    <a:lvl3pPr marL="914400" algn="l" defTabSz="914400" rtl="0" eaLnBrk="1" latinLnBrk="0" hangingPunct="1">
      <a:defRPr sz="1200" kern="1200">
        <a:solidFill>
          <a:schemeClr val="tx1"/>
        </a:solidFill>
        <a:latin typeface="BISansOpti"/>
        <a:ea typeface="+mn-ea"/>
        <a:cs typeface="+mn-cs"/>
      </a:defRPr>
    </a:lvl3pPr>
    <a:lvl4pPr marL="1371600" algn="l" defTabSz="914400" rtl="0" eaLnBrk="1" latinLnBrk="0" hangingPunct="1">
      <a:defRPr sz="1200" kern="1200">
        <a:solidFill>
          <a:schemeClr val="tx1"/>
        </a:solidFill>
        <a:latin typeface="BISansOpti"/>
        <a:ea typeface="+mn-ea"/>
        <a:cs typeface="+mn-cs"/>
      </a:defRPr>
    </a:lvl4pPr>
    <a:lvl5pPr marL="1828800" algn="l" defTabSz="914400" rtl="0" eaLnBrk="1" latinLnBrk="0" hangingPunct="1">
      <a:defRPr sz="1200" kern="1200">
        <a:solidFill>
          <a:schemeClr val="tx1"/>
        </a:solidFill>
        <a:latin typeface="BISansOpti"/>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欧元汇率：</a:t>
            </a:r>
            <a:r>
              <a:rPr lang="en-US" altLang="zh-CN"/>
              <a:t>7.6</a:t>
            </a:r>
          </a:p>
          <a:p>
            <a:pPr lvl="0" algn="l"/>
            <a:r>
              <a:rPr lang="en-US" altLang="zh-CN" sz="1200" b="0" i="0"/>
              <a:t>Leveraging the teaching and research collaboration with Peking University (PKU)</a:t>
            </a:r>
            <a:endParaRPr lang="zh-CN" altLang="zh-CN" sz="120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AE0F40CF-2733-4C56-A7AA-CF92D36177EE}" type="slidenum">
              <a:rPr kumimoji="0" lang="zh-TW" altLang="en-US" sz="1200" b="0" i="0" u="none" strike="noStrike" kern="1200" cap="none" spc="0" normalizeH="0" baseline="0" noProof="0" smtClean="0">
                <a:ln>
                  <a:noFill/>
                </a:ln>
                <a:solidFill>
                  <a:prstClr val="black"/>
                </a:solidFill>
                <a:effectLst/>
                <a:uLnTx/>
                <a:uFillTx/>
                <a:latin typeface="Arial" panose="020B0604020202020204" pitchFamily="34" charset="0"/>
                <a:ea typeface="PMingLiU" panose="02020500000000000000" pitchFamily="18" charset="-120"/>
                <a:cs typeface="Arial" panose="020B0604020202020204" pitchFamily="34" charset="0"/>
              </a:rPr>
              <a:t>2</a:t>
            </a:fld>
            <a:endParaRPr kumimoji="0" lang="zh-TW" altLang="en-US" sz="1200" b="0" i="0" u="none" strike="noStrike" kern="1200" cap="none" spc="0" normalizeH="0" baseline="0" noProof="0">
              <a:ln>
                <a:noFill/>
              </a:ln>
              <a:solidFill>
                <a:prstClr val="black"/>
              </a:solidFill>
              <a:effectLst/>
              <a:uLnTx/>
              <a:uFillTx/>
              <a:latin typeface="Arial" panose="020B0604020202020204" pitchFamily="34" charset="0"/>
              <a:ea typeface="PMingLiU" panose="02020500000000000000" pitchFamily="18" charset="-120"/>
              <a:cs typeface="Arial" panose="020B0604020202020204"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a:t>2008-2017</a:t>
            </a:r>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40BD463-D209-4FAB-A722-B2AFE81AC984}" type="slidenum">
              <a:rPr kumimoji="0" lang="de-DE" sz="1200" b="0" i="0" u="none" strike="noStrike" kern="1200" cap="none" spc="0" normalizeH="0" baseline="0" noProof="0" smtClean="0">
                <a:ln>
                  <a:noFill/>
                </a:ln>
                <a:solidFill>
                  <a:prstClr val="black"/>
                </a:solidFill>
                <a:effectLst/>
                <a:uLnTx/>
                <a:uFillTx/>
                <a:latin typeface="BISansOpt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de-DE" sz="1200" b="0" i="0" u="none" strike="noStrike" kern="1200" cap="none" spc="0" normalizeH="0" baseline="0" noProof="0">
              <a:ln>
                <a:noFill/>
              </a:ln>
              <a:solidFill>
                <a:prstClr val="black"/>
              </a:solidFill>
              <a:effectLst/>
              <a:uLnTx/>
              <a:uFillTx/>
              <a:latin typeface="BISansOpti"/>
              <a:ea typeface="+mn-ea"/>
              <a:cs typeface="+mn-cs"/>
            </a:endParaRPr>
          </a:p>
        </p:txBody>
      </p:sp>
    </p:spTree>
    <p:extLst>
      <p:ext uri="{BB962C8B-B14F-4D97-AF65-F5344CB8AC3E}">
        <p14:creationId xmlns:p14="http://schemas.microsoft.com/office/powerpoint/2010/main" val="213840704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a:t>2008-2017</a:t>
            </a:r>
          </a:p>
        </p:txBody>
      </p:sp>
      <p:sp>
        <p:nvSpPr>
          <p:cNvPr id="4" name="灯片编号占位符 3"/>
          <p:cNvSpPr>
            <a:spLocks noGrp="1"/>
          </p:cNvSpPr>
          <p:nvPr>
            <p:ph type="sldNum" sz="quarter" idx="5"/>
          </p:nvPr>
        </p:nvSpPr>
        <p:spPr/>
        <p:txBody>
          <a:bodyPr/>
          <a:lstStyle/>
          <a:p>
            <a:fld id="{240BD463-D209-4FAB-A722-B2AFE81AC984}" type="slidenum">
              <a:rPr lang="de-DE" smtClean="0"/>
              <a:t>4</a:t>
            </a:fld>
            <a:endParaRPr lang="de-DE"/>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a:t>2008-2017</a:t>
            </a:r>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40BD463-D209-4FAB-A722-B2AFE81AC984}" type="slidenum">
              <a:rPr kumimoji="0" lang="de-DE" sz="1200" b="0" i="0" u="none" strike="noStrike" kern="1200" cap="none" spc="0" normalizeH="0" baseline="0" noProof="0" smtClean="0">
                <a:ln>
                  <a:noFill/>
                </a:ln>
                <a:solidFill>
                  <a:prstClr val="black"/>
                </a:solidFill>
                <a:effectLst/>
                <a:uLnTx/>
                <a:uFillTx/>
                <a:latin typeface="BISansOpt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de-DE" sz="1200" b="0" i="0" u="none" strike="noStrike" kern="1200" cap="none" spc="0" normalizeH="0" baseline="0" noProof="0">
              <a:ln>
                <a:noFill/>
              </a:ln>
              <a:solidFill>
                <a:prstClr val="black"/>
              </a:solidFill>
              <a:effectLst/>
              <a:uLnTx/>
              <a:uFillTx/>
              <a:latin typeface="BISansOpti"/>
              <a:ea typeface="+mn-ea"/>
              <a:cs typeface="+mn-cs"/>
            </a:endParaRPr>
          </a:p>
        </p:txBody>
      </p:sp>
    </p:spTree>
    <p:extLst>
      <p:ext uri="{BB962C8B-B14F-4D97-AF65-F5344CB8AC3E}">
        <p14:creationId xmlns:p14="http://schemas.microsoft.com/office/powerpoint/2010/main" val="96636077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en-US" altLang="zh-CN"/>
              <a:t>HS </a:t>
            </a:r>
            <a:r>
              <a:rPr lang="zh-CN" altLang="en-US"/>
              <a:t>窦道</a:t>
            </a:r>
            <a:r>
              <a:rPr lang="en-US" altLang="zh-CN"/>
              <a:t> </a:t>
            </a:r>
            <a:r>
              <a:rPr lang="zh-CN" altLang="en-US"/>
              <a:t>需要花费的时间和金钱成本？</a:t>
            </a:r>
          </a:p>
        </p:txBody>
      </p:sp>
    </p:spTree>
    <p:extLst>
      <p:ext uri="{BB962C8B-B14F-4D97-AF65-F5344CB8AC3E}">
        <p14:creationId xmlns:p14="http://schemas.microsoft.com/office/powerpoint/2010/main" val="202610877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en-US" altLang="zh-CN"/>
              <a:t>HS </a:t>
            </a:r>
            <a:r>
              <a:rPr lang="zh-CN" altLang="en-US"/>
              <a:t>窦道</a:t>
            </a:r>
            <a:r>
              <a:rPr lang="en-US" altLang="zh-CN"/>
              <a:t> </a:t>
            </a:r>
            <a:r>
              <a:rPr lang="zh-CN" altLang="en-US"/>
              <a:t>需要花费的时间和金钱成本？</a:t>
            </a:r>
          </a:p>
        </p:txBody>
      </p:sp>
    </p:spTree>
    <p:extLst>
      <p:ext uri="{BB962C8B-B14F-4D97-AF65-F5344CB8AC3E}">
        <p14:creationId xmlns:p14="http://schemas.microsoft.com/office/powerpoint/2010/main" val="90227295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en-US" altLang="zh-CN"/>
              <a:t>HS </a:t>
            </a:r>
            <a:r>
              <a:rPr lang="zh-CN" altLang="en-US"/>
              <a:t>窦道</a:t>
            </a:r>
            <a:r>
              <a:rPr lang="en-US" altLang="zh-CN"/>
              <a:t> </a:t>
            </a:r>
            <a:r>
              <a:rPr lang="zh-CN" altLang="en-US"/>
              <a:t>需要花费的时间和金钱成本？</a:t>
            </a:r>
          </a:p>
        </p:txBody>
      </p:sp>
    </p:spTree>
    <p:extLst>
      <p:ext uri="{BB962C8B-B14F-4D97-AF65-F5344CB8AC3E}">
        <p14:creationId xmlns:p14="http://schemas.microsoft.com/office/powerpoint/2010/main" val="329025888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extLst>
      <p:ext uri="{BB962C8B-B14F-4D97-AF65-F5344CB8AC3E}">
        <p14:creationId xmlns:p14="http://schemas.microsoft.com/office/powerpoint/2010/main" val="257728489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extLst>
      <p:ext uri="{BB962C8B-B14F-4D97-AF65-F5344CB8AC3E}">
        <p14:creationId xmlns:p14="http://schemas.microsoft.com/office/powerpoint/2010/main" val="104043492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a:t>时间表重新修改</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173FAF3-89A6-4E8E-81C2-01429F0D814B}"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40202392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extLst>
      <p:ext uri="{BB962C8B-B14F-4D97-AF65-F5344CB8AC3E}">
        <p14:creationId xmlns:p14="http://schemas.microsoft.com/office/powerpoint/2010/main" val="13078595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洗脱期：</a:t>
            </a:r>
            <a:r>
              <a:rPr lang="en-US" altLang="zh-CN"/>
              <a:t>5</a:t>
            </a:r>
            <a:r>
              <a:rPr lang="zh-CN" altLang="en-US"/>
              <a:t>年：</a:t>
            </a:r>
            <a:endParaRPr lang="en-US" altLang="zh-CN"/>
          </a:p>
          <a:p>
            <a:r>
              <a:rPr lang="en-US" altLang="zh-CN"/>
              <a:t>0-9</a:t>
            </a:r>
            <a:r>
              <a:rPr lang="zh-CN" altLang="en-US"/>
              <a:t>，</a:t>
            </a:r>
            <a:r>
              <a:rPr lang="en-US" altLang="zh-CN">
                <a:highlight>
                  <a:srgbClr val="FFFF00"/>
                </a:highlight>
              </a:rPr>
              <a:t>10-11</a:t>
            </a:r>
            <a:r>
              <a:rPr lang="zh-CN" altLang="en-US">
                <a:highlight>
                  <a:srgbClr val="FFFF00"/>
                </a:highlight>
              </a:rPr>
              <a:t>，</a:t>
            </a:r>
            <a:r>
              <a:rPr lang="en-US" altLang="zh-CN">
                <a:highlight>
                  <a:srgbClr val="FFFF00"/>
                </a:highlight>
              </a:rPr>
              <a:t>12-17</a:t>
            </a:r>
            <a:r>
              <a:rPr lang="zh-CN" altLang="en-US">
                <a:highlight>
                  <a:srgbClr val="FFFF00"/>
                </a:highlight>
              </a:rPr>
              <a:t>，</a:t>
            </a:r>
            <a:r>
              <a:rPr lang="en-US" altLang="zh-CN">
                <a:highlight>
                  <a:srgbClr val="FFFF00"/>
                </a:highlight>
              </a:rPr>
              <a:t>18-19</a:t>
            </a:r>
          </a:p>
          <a:p>
            <a:r>
              <a:rPr lang="en-US" altLang="zh-CN"/>
              <a:t>2020</a:t>
            </a:r>
            <a:r>
              <a:rPr lang="zh-CN" altLang="en-US"/>
              <a:t>年人口普查，北京市（分母）</a:t>
            </a:r>
            <a:endParaRPr lang="en-US" altLang="zh-CN"/>
          </a:p>
          <a:p>
            <a:r>
              <a:rPr lang="zh-CN" altLang="en-US"/>
              <a:t>分子：门急诊（</a:t>
            </a:r>
            <a:r>
              <a:rPr lang="en-US" altLang="zh-CN"/>
              <a:t>30</a:t>
            </a:r>
            <a:r>
              <a:rPr lang="zh-CN" altLang="en-US"/>
              <a:t>）</a:t>
            </a:r>
            <a:r>
              <a:rPr lang="en-US" altLang="zh-CN"/>
              <a:t>+</a:t>
            </a:r>
            <a:r>
              <a:rPr lang="zh-CN" altLang="en-US"/>
              <a:t>全北京住院（全北京）。估算门急诊</a:t>
            </a:r>
          </a:p>
          <a:p>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en-US" altLang="zh-CN"/>
              <a:t>HS </a:t>
            </a:r>
            <a:r>
              <a:rPr lang="zh-CN" altLang="en-US"/>
              <a:t>窦道</a:t>
            </a:r>
            <a:r>
              <a:rPr lang="en-US" altLang="zh-CN"/>
              <a:t> </a:t>
            </a:r>
            <a:r>
              <a:rPr lang="zh-CN" altLang="en-US"/>
              <a:t>需要花费的时间和金钱成本？</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a:p>
        </p:txBody>
      </p:sp>
      <p:sp>
        <p:nvSpPr>
          <p:cNvPr id="4" name="灯片编号占位符 3"/>
          <p:cNvSpPr>
            <a:spLocks noGrp="1"/>
          </p:cNvSpPr>
          <p:nvPr>
            <p:ph type="sldNum" sz="quarter" idx="5"/>
          </p:nvPr>
        </p:nvSpPr>
        <p:spPr/>
        <p:txBody>
          <a:bodyPr/>
          <a:lstStyle/>
          <a:p>
            <a:fld id="{240BD463-D209-4FAB-A722-B2AFE81AC984}" type="slidenum">
              <a:rPr lang="de-DE" smtClean="0"/>
              <a:t>33</a:t>
            </a:fld>
            <a:endParaRPr lang="de-DE"/>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9.png"/><Relationship Id="rId1" Type="http://schemas.openxmlformats.org/officeDocument/2006/relationships/slideMaster" Target="../slideMasters/slideMaster3.xml"/><Relationship Id="rId5" Type="http://schemas.openxmlformats.org/officeDocument/2006/relationships/image" Target="../media/image13.svg"/><Relationship Id="rId4" Type="http://schemas.openxmlformats.org/officeDocument/2006/relationships/image" Target="../media/image12.png"/></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Master" Target="../slideMasters/slideMaster3.xml"/><Relationship Id="rId5" Type="http://schemas.openxmlformats.org/officeDocument/2006/relationships/image" Target="../media/image17.svg"/><Relationship Id="rId4" Type="http://schemas.openxmlformats.org/officeDocument/2006/relationships/image" Target="../media/image16.png"/></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png"/><Relationship Id="rId1" Type="http://schemas.openxmlformats.org/officeDocument/2006/relationships/slideMaster" Target="../slideMasters/slideMaster3.xml"/><Relationship Id="rId6" Type="http://schemas.openxmlformats.org/officeDocument/2006/relationships/image" Target="../media/image22.png"/><Relationship Id="rId5" Type="http://schemas.openxmlformats.org/officeDocument/2006/relationships/image" Target="../media/image21.svg"/><Relationship Id="rId4" Type="http://schemas.openxmlformats.org/officeDocument/2006/relationships/image" Target="../media/image20.png"/></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3.xml"/><Relationship Id="rId6" Type="http://schemas.openxmlformats.org/officeDocument/2006/relationships/image" Target="../media/image22.png"/><Relationship Id="rId5" Type="http://schemas.openxmlformats.org/officeDocument/2006/relationships/image" Target="../media/image13.svg"/><Relationship Id="rId4" Type="http://schemas.openxmlformats.org/officeDocument/2006/relationships/image" Target="../media/image12.png"/></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14.png"/><Relationship Id="rId1" Type="http://schemas.openxmlformats.org/officeDocument/2006/relationships/slideMaster" Target="../slideMasters/slideMaster3.xml"/><Relationship Id="rId6" Type="http://schemas.openxmlformats.org/officeDocument/2006/relationships/image" Target="../media/image22.png"/><Relationship Id="rId5" Type="http://schemas.openxmlformats.org/officeDocument/2006/relationships/image" Target="../media/image24.svg"/><Relationship Id="rId4" Type="http://schemas.openxmlformats.org/officeDocument/2006/relationships/image" Target="../media/image12.png"/></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4.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14.png"/><Relationship Id="rId1" Type="http://schemas.openxmlformats.org/officeDocument/2006/relationships/slideMaster" Target="../slideMasters/slideMaster3.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6.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14.png"/><Relationship Id="rId1" Type="http://schemas.openxmlformats.org/officeDocument/2006/relationships/slideMaster" Target="../slideMasters/slideMaster3.xml"/></Relationships>
</file>

<file path=ppt/slideLayouts/_rels/slideLayout67.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14.png"/><Relationship Id="rId1" Type="http://schemas.openxmlformats.org/officeDocument/2006/relationships/slideMaster" Target="../slideMasters/slideMaster3.xml"/><Relationship Id="rId4" Type="http://schemas.openxmlformats.org/officeDocument/2006/relationships/image" Target="../media/image22.png"/></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9.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14.png"/><Relationship Id="rId1" Type="http://schemas.openxmlformats.org/officeDocument/2006/relationships/slideMaster" Target="../slideMasters/slideMaster3.xml"/></Relationships>
</file>

<file path=ppt/slideLayouts/_rels/slideLayout70.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9.png"/><Relationship Id="rId1" Type="http://schemas.openxmlformats.org/officeDocument/2006/relationships/slideMaster" Target="../slideMasters/slideMaster3.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2.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14.png"/><Relationship Id="rId1" Type="http://schemas.openxmlformats.org/officeDocument/2006/relationships/slideMaster" Target="../slideMasters/slideMaster3.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3.xml"/></Relationships>
</file>

<file path=ppt/slideLayouts/_rels/slideLayout7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3.xml"/></Relationships>
</file>

<file path=ppt/slideLayouts/_rels/slideLayout7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3.xml"/></Relationships>
</file>

<file path=ppt/slideLayouts/_rels/slideLayout79.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png"/><Relationship Id="rId1" Type="http://schemas.openxmlformats.org/officeDocument/2006/relationships/slideMaster" Target="../slideMasters/slideMaster3.xml"/><Relationship Id="rId4" Type="http://schemas.openxmlformats.org/officeDocument/2006/relationships/image" Target="../media/image22.png"/></Relationships>
</file>

<file path=ppt/slideLayouts/_rels/slideLayout80.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14.png"/><Relationship Id="rId1" Type="http://schemas.openxmlformats.org/officeDocument/2006/relationships/slideMaster" Target="../slideMasters/slideMaster3.xml"/><Relationship Id="rId4" Type="http://schemas.openxmlformats.org/officeDocument/2006/relationships/image" Target="../media/image22.png"/></Relationships>
</file>

<file path=ppt/slideLayouts/_rels/slideLayout81.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image" Target="../media/image14.png"/><Relationship Id="rId1" Type="http://schemas.openxmlformats.org/officeDocument/2006/relationships/slideMaster" Target="../slideMasters/slideMaster3.xml"/><Relationship Id="rId4" Type="http://schemas.openxmlformats.org/officeDocument/2006/relationships/image" Target="../media/image22.png"/></Relationships>
</file>

<file path=ppt/slideLayouts/_rels/slideLayout82.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png"/><Relationship Id="rId1" Type="http://schemas.openxmlformats.org/officeDocument/2006/relationships/slideMaster" Target="../slideMasters/slideMaster3.xml"/><Relationship Id="rId4" Type="http://schemas.openxmlformats.org/officeDocument/2006/relationships/image" Target="../media/image22.png"/></Relationships>
</file>

<file path=ppt/slideLayouts/_rels/slideLayout83.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png"/><Relationship Id="rId1" Type="http://schemas.openxmlformats.org/officeDocument/2006/relationships/slideMaster" Target="../slideMasters/slideMaster3.xml"/><Relationship Id="rId4" Type="http://schemas.openxmlformats.org/officeDocument/2006/relationships/image" Target="../media/image22.png"/></Relationships>
</file>

<file path=ppt/slideLayouts/_rels/slideLayout84.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png"/><Relationship Id="rId1" Type="http://schemas.openxmlformats.org/officeDocument/2006/relationships/slideMaster" Target="../slideMasters/slideMaster3.xml"/><Relationship Id="rId4" Type="http://schemas.openxmlformats.org/officeDocument/2006/relationships/image" Target="../media/image22.png"/></Relationships>
</file>

<file path=ppt/slideLayouts/_rels/slideLayout85.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png"/><Relationship Id="rId1" Type="http://schemas.openxmlformats.org/officeDocument/2006/relationships/slideMaster" Target="../slideMasters/slideMaster3.xml"/><Relationship Id="rId4" Type="http://schemas.openxmlformats.org/officeDocument/2006/relationships/image" Target="../media/image22.png"/></Relationships>
</file>

<file path=ppt/slideLayouts/_rels/slideLayout86.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png"/><Relationship Id="rId1" Type="http://schemas.openxmlformats.org/officeDocument/2006/relationships/slideMaster" Target="../slideMasters/slideMaster3.xml"/><Relationship Id="rId4" Type="http://schemas.openxmlformats.org/officeDocument/2006/relationships/image" Target="../media/image22.png"/></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9.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14.png"/><Relationship Id="rId1" Type="http://schemas.openxmlformats.org/officeDocument/2006/relationships/slideMaster" Target="../slideMasters/slideMaster3.xml"/><Relationship Id="rId4" Type="http://schemas.openxmlformats.org/officeDocument/2006/relationships/image" Target="../media/image22.png"/></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9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Master" Target="../slideMasters/slideMaster3.xml"/><Relationship Id="rId5" Type="http://schemas.openxmlformats.org/officeDocument/2006/relationships/image" Target="../media/image29.png"/><Relationship Id="rId4" Type="http://schemas.openxmlformats.org/officeDocument/2006/relationships/image" Target="../media/image28.jpeg"/></Relationships>
</file>

<file path=ppt/slideLayouts/_rels/slideLayout93.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9.png"/><Relationship Id="rId1" Type="http://schemas.openxmlformats.org/officeDocument/2006/relationships/slideMaster" Target="../slideMasters/slideMaster4.xml"/><Relationship Id="rId5" Type="http://schemas.openxmlformats.org/officeDocument/2006/relationships/image" Target="../media/image13.svg"/><Relationship Id="rId4" Type="http://schemas.openxmlformats.org/officeDocument/2006/relationships/image" Target="../media/image12.png"/></Relationships>
</file>

<file path=ppt/slideLayouts/_rels/slideLayout94.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Master" Target="../slideMasters/slideMaster4.xml"/><Relationship Id="rId5" Type="http://schemas.openxmlformats.org/officeDocument/2006/relationships/image" Target="../media/image17.svg"/><Relationship Id="rId4" Type="http://schemas.openxmlformats.org/officeDocument/2006/relationships/image" Target="../media/image16.png"/></Relationships>
</file>

<file path=ppt/slideLayouts/_rels/slideLayout95.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png"/><Relationship Id="rId1" Type="http://schemas.openxmlformats.org/officeDocument/2006/relationships/slideMaster" Target="../slideMasters/slideMaster4.xml"/><Relationship Id="rId6" Type="http://schemas.openxmlformats.org/officeDocument/2006/relationships/image" Target="../media/image22.png"/><Relationship Id="rId5" Type="http://schemas.openxmlformats.org/officeDocument/2006/relationships/image" Target="../media/image21.svg"/><Relationship Id="rId4" Type="http://schemas.openxmlformats.org/officeDocument/2006/relationships/image" Target="../media/image20.png"/></Relationships>
</file>

<file path=ppt/slideLayouts/_rels/slideLayout96.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4.xml"/><Relationship Id="rId6" Type="http://schemas.openxmlformats.org/officeDocument/2006/relationships/image" Target="../media/image22.png"/><Relationship Id="rId5" Type="http://schemas.openxmlformats.org/officeDocument/2006/relationships/image" Target="../media/image13.svg"/><Relationship Id="rId4" Type="http://schemas.openxmlformats.org/officeDocument/2006/relationships/image" Target="../media/image12.png"/></Relationships>
</file>

<file path=ppt/slideLayouts/_rels/slideLayout97.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14.png"/><Relationship Id="rId1" Type="http://schemas.openxmlformats.org/officeDocument/2006/relationships/slideMaster" Target="../slideMasters/slideMaster4.xml"/><Relationship Id="rId6" Type="http://schemas.openxmlformats.org/officeDocument/2006/relationships/image" Target="../media/image22.png"/><Relationship Id="rId5" Type="http://schemas.openxmlformats.org/officeDocument/2006/relationships/image" Target="../media/image24.svg"/><Relationship Id="rId4" Type="http://schemas.openxmlformats.org/officeDocument/2006/relationships/image" Target="../media/image12.png"/></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9.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14.png"/><Relationship Id="rId1" Type="http://schemas.openxmlformats.org/officeDocument/2006/relationships/slideMaster" Target="../slideMasters/slideMaster4.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1.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14.png"/><Relationship Id="rId1" Type="http://schemas.openxmlformats.org/officeDocument/2006/relationships/slideMaster" Target="../slideMasters/slideMaster4.xml"/></Relationships>
</file>

<file path=ppt/slideLayouts/_rels/slideLayout102.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14.png"/><Relationship Id="rId1" Type="http://schemas.openxmlformats.org/officeDocument/2006/relationships/slideMaster" Target="../slideMasters/slideMaster4.xml"/><Relationship Id="rId4" Type="http://schemas.openxmlformats.org/officeDocument/2006/relationships/image" Target="../media/image22.png"/></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4.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14.png"/><Relationship Id="rId1" Type="http://schemas.openxmlformats.org/officeDocument/2006/relationships/slideMaster" Target="../slideMasters/slideMaster4.xml"/></Relationships>
</file>

<file path=ppt/slideLayouts/_rels/slideLayout105.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7.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14.png"/><Relationship Id="rId1" Type="http://schemas.openxmlformats.org/officeDocument/2006/relationships/slideMaster" Target="../slideMasters/slideMaster4.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4.xml"/></Relationships>
</file>

<file path=ppt/slideLayouts/_rels/slideLayout11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4.xml"/></Relationships>
</file>

<file path=ppt/slideLayouts/_rels/slideLayout11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4.xml"/></Relationships>
</file>

<file path=ppt/slideLayouts/_rels/slideLayout114.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png"/><Relationship Id="rId1" Type="http://schemas.openxmlformats.org/officeDocument/2006/relationships/slideMaster" Target="../slideMasters/slideMaster4.xml"/><Relationship Id="rId4" Type="http://schemas.openxmlformats.org/officeDocument/2006/relationships/image" Target="../media/image22.png"/></Relationships>
</file>

<file path=ppt/slideLayouts/_rels/slideLayout115.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14.png"/><Relationship Id="rId1" Type="http://schemas.openxmlformats.org/officeDocument/2006/relationships/slideMaster" Target="../slideMasters/slideMaster4.xml"/><Relationship Id="rId4" Type="http://schemas.openxmlformats.org/officeDocument/2006/relationships/image" Target="../media/image22.png"/></Relationships>
</file>

<file path=ppt/slideLayouts/_rels/slideLayout116.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image" Target="../media/image14.png"/><Relationship Id="rId1" Type="http://schemas.openxmlformats.org/officeDocument/2006/relationships/slideMaster" Target="../slideMasters/slideMaster4.xml"/><Relationship Id="rId4" Type="http://schemas.openxmlformats.org/officeDocument/2006/relationships/image" Target="../media/image22.png"/></Relationships>
</file>

<file path=ppt/slideLayouts/_rels/slideLayout117.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png"/><Relationship Id="rId1" Type="http://schemas.openxmlformats.org/officeDocument/2006/relationships/slideMaster" Target="../slideMasters/slideMaster4.xml"/><Relationship Id="rId4" Type="http://schemas.openxmlformats.org/officeDocument/2006/relationships/image" Target="../media/image22.png"/></Relationships>
</file>

<file path=ppt/slideLayouts/_rels/slideLayout118.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png"/><Relationship Id="rId1" Type="http://schemas.openxmlformats.org/officeDocument/2006/relationships/slideMaster" Target="../slideMasters/slideMaster4.xml"/><Relationship Id="rId4" Type="http://schemas.openxmlformats.org/officeDocument/2006/relationships/image" Target="../media/image22.png"/></Relationships>
</file>

<file path=ppt/slideLayouts/_rels/slideLayout119.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png"/><Relationship Id="rId1" Type="http://schemas.openxmlformats.org/officeDocument/2006/relationships/slideMaster" Target="../slideMasters/slideMaster4.xml"/><Relationship Id="rId4" Type="http://schemas.openxmlformats.org/officeDocument/2006/relationships/image" Target="../media/image22.png"/></Relationships>
</file>

<file path=ppt/slideLayouts/_rels/slideLayout120.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png"/><Relationship Id="rId1" Type="http://schemas.openxmlformats.org/officeDocument/2006/relationships/slideMaster" Target="../slideMasters/slideMaster4.xml"/><Relationship Id="rId4" Type="http://schemas.openxmlformats.org/officeDocument/2006/relationships/image" Target="../media/image22.png"/></Relationships>
</file>

<file path=ppt/slideLayouts/_rels/slideLayout121.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png"/><Relationship Id="rId1" Type="http://schemas.openxmlformats.org/officeDocument/2006/relationships/slideMaster" Target="../slideMasters/slideMaster4.xml"/><Relationship Id="rId4" Type="http://schemas.openxmlformats.org/officeDocument/2006/relationships/image" Target="../media/image22.png"/></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4.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14.png"/><Relationship Id="rId1" Type="http://schemas.openxmlformats.org/officeDocument/2006/relationships/slideMaster" Target="../slideMasters/slideMaster4.xml"/><Relationship Id="rId4" Type="http://schemas.openxmlformats.org/officeDocument/2006/relationships/image" Target="../media/image22.png"/></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4.xml"/></Relationships>
</file>

<file path=ppt/slideLayouts/_rels/slideLayout12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Master" Target="../slideMasters/slideMaster4.xml"/><Relationship Id="rId5" Type="http://schemas.openxmlformats.org/officeDocument/2006/relationships/image" Target="../media/image29.png"/><Relationship Id="rId4" Type="http://schemas.openxmlformats.org/officeDocument/2006/relationships/image" Target="../media/image28.jpeg"/></Relationships>
</file>

<file path=ppt/slideLayouts/_rels/slideLayout128.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9.png"/><Relationship Id="rId1" Type="http://schemas.openxmlformats.org/officeDocument/2006/relationships/slideMaster" Target="../slideMasters/slideMaster5.xml"/><Relationship Id="rId5" Type="http://schemas.openxmlformats.org/officeDocument/2006/relationships/image" Target="../media/image13.svg"/><Relationship Id="rId4" Type="http://schemas.openxmlformats.org/officeDocument/2006/relationships/image" Target="../media/image12.png"/></Relationships>
</file>

<file path=ppt/slideLayouts/_rels/slideLayout129.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Master" Target="../slideMasters/slideMaster5.xml"/><Relationship Id="rId5" Type="http://schemas.openxmlformats.org/officeDocument/2006/relationships/image" Target="../media/image17.svg"/><Relationship Id="rId4" Type="http://schemas.openxmlformats.org/officeDocument/2006/relationships/image" Target="../media/image16.png"/></Relationships>
</file>

<file path=ppt/slideLayouts/_rels/slideLayout130.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png"/><Relationship Id="rId1" Type="http://schemas.openxmlformats.org/officeDocument/2006/relationships/slideMaster" Target="../slideMasters/slideMaster5.xml"/><Relationship Id="rId6" Type="http://schemas.openxmlformats.org/officeDocument/2006/relationships/image" Target="../media/image22.png"/><Relationship Id="rId5" Type="http://schemas.openxmlformats.org/officeDocument/2006/relationships/image" Target="../media/image21.svg"/><Relationship Id="rId4" Type="http://schemas.openxmlformats.org/officeDocument/2006/relationships/image" Target="../media/image20.png"/></Relationships>
</file>

<file path=ppt/slideLayouts/_rels/slideLayout131.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5.xml"/><Relationship Id="rId6" Type="http://schemas.openxmlformats.org/officeDocument/2006/relationships/image" Target="../media/image22.png"/><Relationship Id="rId5" Type="http://schemas.openxmlformats.org/officeDocument/2006/relationships/image" Target="../media/image13.svg"/><Relationship Id="rId4" Type="http://schemas.openxmlformats.org/officeDocument/2006/relationships/image" Target="../media/image12.png"/></Relationships>
</file>

<file path=ppt/slideLayouts/_rels/slideLayout132.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14.png"/><Relationship Id="rId1" Type="http://schemas.openxmlformats.org/officeDocument/2006/relationships/slideMaster" Target="../slideMasters/slideMaster5.xml"/><Relationship Id="rId6" Type="http://schemas.openxmlformats.org/officeDocument/2006/relationships/image" Target="../media/image22.png"/><Relationship Id="rId5" Type="http://schemas.openxmlformats.org/officeDocument/2006/relationships/image" Target="../media/image24.svg"/><Relationship Id="rId4" Type="http://schemas.openxmlformats.org/officeDocument/2006/relationships/image" Target="../media/image12.png"/></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4.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14.png"/><Relationship Id="rId1" Type="http://schemas.openxmlformats.org/officeDocument/2006/relationships/slideMaster" Target="../slideMasters/slideMaster5.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6.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14.png"/><Relationship Id="rId1" Type="http://schemas.openxmlformats.org/officeDocument/2006/relationships/slideMaster" Target="../slideMasters/slideMaster5.xml"/></Relationships>
</file>

<file path=ppt/slideLayouts/_rels/slideLayout137.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14.png"/><Relationship Id="rId1" Type="http://schemas.openxmlformats.org/officeDocument/2006/relationships/slideMaster" Target="../slideMasters/slideMaster5.xml"/><Relationship Id="rId4" Type="http://schemas.openxmlformats.org/officeDocument/2006/relationships/image" Target="../media/image22.png"/></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9.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14.png"/><Relationship Id="rId1" Type="http://schemas.openxmlformats.org/officeDocument/2006/relationships/slideMaster" Target="../slideMasters/slideMaster5.xml"/></Relationships>
</file>

<file path=ppt/slideLayouts/_rels/slideLayout140.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9.png"/><Relationship Id="rId1" Type="http://schemas.openxmlformats.org/officeDocument/2006/relationships/slideMaster" Target="../slideMasters/slideMaster5.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42.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14.png"/><Relationship Id="rId1" Type="http://schemas.openxmlformats.org/officeDocument/2006/relationships/slideMaster" Target="../slideMasters/slideMaster5.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4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5.xml"/></Relationships>
</file>

<file path=ppt/slideLayouts/_rels/slideLayout14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5.xml"/></Relationships>
</file>

<file path=ppt/slideLayouts/_rels/slideLayout14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5.xml"/></Relationships>
</file>

<file path=ppt/slideLayouts/_rels/slideLayout149.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png"/><Relationship Id="rId1" Type="http://schemas.openxmlformats.org/officeDocument/2006/relationships/slideMaster" Target="../slideMasters/slideMaster5.xml"/><Relationship Id="rId4" Type="http://schemas.openxmlformats.org/officeDocument/2006/relationships/image" Target="../media/image22.png"/></Relationships>
</file>

<file path=ppt/slideLayouts/_rels/slideLayout150.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14.png"/><Relationship Id="rId1" Type="http://schemas.openxmlformats.org/officeDocument/2006/relationships/slideMaster" Target="../slideMasters/slideMaster5.xml"/><Relationship Id="rId4" Type="http://schemas.openxmlformats.org/officeDocument/2006/relationships/image" Target="../media/image22.png"/></Relationships>
</file>

<file path=ppt/slideLayouts/_rels/slideLayout151.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image" Target="../media/image14.png"/><Relationship Id="rId1" Type="http://schemas.openxmlformats.org/officeDocument/2006/relationships/slideMaster" Target="../slideMasters/slideMaster5.xml"/><Relationship Id="rId4" Type="http://schemas.openxmlformats.org/officeDocument/2006/relationships/image" Target="../media/image22.png"/></Relationships>
</file>

<file path=ppt/slideLayouts/_rels/slideLayout152.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png"/><Relationship Id="rId1" Type="http://schemas.openxmlformats.org/officeDocument/2006/relationships/slideMaster" Target="../slideMasters/slideMaster5.xml"/><Relationship Id="rId4" Type="http://schemas.openxmlformats.org/officeDocument/2006/relationships/image" Target="../media/image22.png"/></Relationships>
</file>

<file path=ppt/slideLayouts/_rels/slideLayout153.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png"/><Relationship Id="rId1" Type="http://schemas.openxmlformats.org/officeDocument/2006/relationships/slideMaster" Target="../slideMasters/slideMaster5.xml"/><Relationship Id="rId4" Type="http://schemas.openxmlformats.org/officeDocument/2006/relationships/image" Target="../media/image22.png"/></Relationships>
</file>

<file path=ppt/slideLayouts/_rels/slideLayout154.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png"/><Relationship Id="rId1" Type="http://schemas.openxmlformats.org/officeDocument/2006/relationships/slideMaster" Target="../slideMasters/slideMaster5.xml"/><Relationship Id="rId4" Type="http://schemas.openxmlformats.org/officeDocument/2006/relationships/image" Target="../media/image22.png"/></Relationships>
</file>

<file path=ppt/slideLayouts/_rels/slideLayout155.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png"/><Relationship Id="rId1" Type="http://schemas.openxmlformats.org/officeDocument/2006/relationships/slideMaster" Target="../slideMasters/slideMaster5.xml"/><Relationship Id="rId4" Type="http://schemas.openxmlformats.org/officeDocument/2006/relationships/image" Target="../media/image22.png"/></Relationships>
</file>

<file path=ppt/slideLayouts/_rels/slideLayout156.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png"/><Relationship Id="rId1" Type="http://schemas.openxmlformats.org/officeDocument/2006/relationships/slideMaster" Target="../slideMasters/slideMaster5.xml"/><Relationship Id="rId4" Type="http://schemas.openxmlformats.org/officeDocument/2006/relationships/image" Target="../media/image22.png"/></Relationships>
</file>

<file path=ppt/slideLayouts/_rels/slideLayout1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59.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14.png"/><Relationship Id="rId1" Type="http://schemas.openxmlformats.org/officeDocument/2006/relationships/slideMaster" Target="../slideMasters/slideMaster5.xml"/><Relationship Id="rId4" Type="http://schemas.openxmlformats.org/officeDocument/2006/relationships/image" Target="../media/image22.png"/></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6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5.xml"/></Relationships>
</file>

<file path=ppt/slideLayouts/_rels/slideLayout16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Master" Target="../slideMasters/slideMaster5.xml"/><Relationship Id="rId5" Type="http://schemas.openxmlformats.org/officeDocument/2006/relationships/image" Target="../media/image29.png"/><Relationship Id="rId4" Type="http://schemas.openxmlformats.org/officeDocument/2006/relationships/image" Target="../media/image28.jpeg"/></Relationships>
</file>

<file path=ppt/slideLayouts/_rels/slideLayout163.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9.png"/><Relationship Id="rId1" Type="http://schemas.openxmlformats.org/officeDocument/2006/relationships/slideMaster" Target="../slideMasters/slideMaster6.xml"/><Relationship Id="rId5" Type="http://schemas.openxmlformats.org/officeDocument/2006/relationships/image" Target="../media/image13.svg"/><Relationship Id="rId4" Type="http://schemas.openxmlformats.org/officeDocument/2006/relationships/image" Target="../media/image12.png"/></Relationships>
</file>

<file path=ppt/slideLayouts/_rels/slideLayout164.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Master" Target="../slideMasters/slideMaster6.xml"/><Relationship Id="rId5" Type="http://schemas.openxmlformats.org/officeDocument/2006/relationships/image" Target="../media/image17.svg"/><Relationship Id="rId4" Type="http://schemas.openxmlformats.org/officeDocument/2006/relationships/image" Target="../media/image16.png"/></Relationships>
</file>

<file path=ppt/slideLayouts/_rels/slideLayout165.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png"/><Relationship Id="rId1" Type="http://schemas.openxmlformats.org/officeDocument/2006/relationships/slideMaster" Target="../slideMasters/slideMaster6.xml"/><Relationship Id="rId6" Type="http://schemas.openxmlformats.org/officeDocument/2006/relationships/image" Target="../media/image22.png"/><Relationship Id="rId5" Type="http://schemas.openxmlformats.org/officeDocument/2006/relationships/image" Target="../media/image21.svg"/><Relationship Id="rId4" Type="http://schemas.openxmlformats.org/officeDocument/2006/relationships/image" Target="../media/image20.png"/></Relationships>
</file>

<file path=ppt/slideLayouts/_rels/slideLayout166.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6.xml"/><Relationship Id="rId6" Type="http://schemas.openxmlformats.org/officeDocument/2006/relationships/image" Target="../media/image22.png"/><Relationship Id="rId5" Type="http://schemas.openxmlformats.org/officeDocument/2006/relationships/image" Target="../media/image13.svg"/><Relationship Id="rId4" Type="http://schemas.openxmlformats.org/officeDocument/2006/relationships/image" Target="../media/image12.png"/></Relationships>
</file>

<file path=ppt/slideLayouts/_rels/slideLayout167.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14.png"/><Relationship Id="rId1" Type="http://schemas.openxmlformats.org/officeDocument/2006/relationships/slideMaster" Target="../slideMasters/slideMaster6.xml"/><Relationship Id="rId6" Type="http://schemas.openxmlformats.org/officeDocument/2006/relationships/image" Target="../media/image22.png"/><Relationship Id="rId5" Type="http://schemas.openxmlformats.org/officeDocument/2006/relationships/image" Target="../media/image24.svg"/><Relationship Id="rId4" Type="http://schemas.openxmlformats.org/officeDocument/2006/relationships/image" Target="../media/image12.png"/></Relationships>
</file>

<file path=ppt/slideLayouts/_rels/slideLayout16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69.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14.png"/><Relationship Id="rId1" Type="http://schemas.openxmlformats.org/officeDocument/2006/relationships/slideMaster" Target="../slideMasters/slideMaster6.xml"/></Relationships>
</file>

<file path=ppt/slideLayouts/_rels/slideLayout17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71.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14.png"/><Relationship Id="rId1" Type="http://schemas.openxmlformats.org/officeDocument/2006/relationships/slideMaster" Target="../slideMasters/slideMaster6.xml"/></Relationships>
</file>

<file path=ppt/slideLayouts/_rels/slideLayout172.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14.png"/><Relationship Id="rId1" Type="http://schemas.openxmlformats.org/officeDocument/2006/relationships/slideMaster" Target="../slideMasters/slideMaster6.xml"/><Relationship Id="rId4" Type="http://schemas.openxmlformats.org/officeDocument/2006/relationships/image" Target="../media/image22.png"/></Relationships>
</file>

<file path=ppt/slideLayouts/_rels/slideLayout17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74.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14.png"/><Relationship Id="rId1" Type="http://schemas.openxmlformats.org/officeDocument/2006/relationships/slideMaster" Target="../slideMasters/slideMaster6.xml"/></Relationships>
</file>

<file path=ppt/slideLayouts/_rels/slideLayout175.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9.png"/><Relationship Id="rId1" Type="http://schemas.openxmlformats.org/officeDocument/2006/relationships/slideMaster" Target="../slideMasters/slideMaster6.xml"/></Relationships>
</file>

<file path=ppt/slideLayouts/_rels/slideLayout17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77.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14.png"/><Relationship Id="rId1" Type="http://schemas.openxmlformats.org/officeDocument/2006/relationships/slideMaster" Target="../slideMasters/slideMaster6.xml"/></Relationships>
</file>

<file path=ppt/slideLayouts/_rels/slideLayout17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7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8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8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6.xml"/></Relationships>
</file>

<file path=ppt/slideLayouts/_rels/slideLayout18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6.xml"/></Relationships>
</file>

<file path=ppt/slideLayouts/_rels/slideLayout18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6.xml"/></Relationships>
</file>

<file path=ppt/slideLayouts/_rels/slideLayout184.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png"/><Relationship Id="rId1" Type="http://schemas.openxmlformats.org/officeDocument/2006/relationships/slideMaster" Target="../slideMasters/slideMaster6.xml"/><Relationship Id="rId4" Type="http://schemas.openxmlformats.org/officeDocument/2006/relationships/image" Target="../media/image22.png"/></Relationships>
</file>

<file path=ppt/slideLayouts/_rels/slideLayout185.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14.png"/><Relationship Id="rId1" Type="http://schemas.openxmlformats.org/officeDocument/2006/relationships/slideMaster" Target="../slideMasters/slideMaster6.xml"/><Relationship Id="rId4" Type="http://schemas.openxmlformats.org/officeDocument/2006/relationships/image" Target="../media/image22.png"/></Relationships>
</file>

<file path=ppt/slideLayouts/_rels/slideLayout186.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image" Target="../media/image14.png"/><Relationship Id="rId1" Type="http://schemas.openxmlformats.org/officeDocument/2006/relationships/slideMaster" Target="../slideMasters/slideMaster6.xml"/><Relationship Id="rId4" Type="http://schemas.openxmlformats.org/officeDocument/2006/relationships/image" Target="../media/image22.png"/></Relationships>
</file>

<file path=ppt/slideLayouts/_rels/slideLayout187.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png"/><Relationship Id="rId1" Type="http://schemas.openxmlformats.org/officeDocument/2006/relationships/slideMaster" Target="../slideMasters/slideMaster6.xml"/><Relationship Id="rId4" Type="http://schemas.openxmlformats.org/officeDocument/2006/relationships/image" Target="../media/image22.png"/></Relationships>
</file>

<file path=ppt/slideLayouts/_rels/slideLayout188.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png"/><Relationship Id="rId1" Type="http://schemas.openxmlformats.org/officeDocument/2006/relationships/slideMaster" Target="../slideMasters/slideMaster6.xml"/><Relationship Id="rId4" Type="http://schemas.openxmlformats.org/officeDocument/2006/relationships/image" Target="../media/image22.png"/></Relationships>
</file>

<file path=ppt/slideLayouts/_rels/slideLayout189.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png"/><Relationship Id="rId1" Type="http://schemas.openxmlformats.org/officeDocument/2006/relationships/slideMaster" Target="../slideMasters/slideMaster6.xml"/><Relationship Id="rId4" Type="http://schemas.openxmlformats.org/officeDocument/2006/relationships/image" Target="../media/image22.png"/></Relationships>
</file>

<file path=ppt/slideLayouts/_rels/slideLayout190.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png"/><Relationship Id="rId1" Type="http://schemas.openxmlformats.org/officeDocument/2006/relationships/slideMaster" Target="../slideMasters/slideMaster6.xml"/><Relationship Id="rId4" Type="http://schemas.openxmlformats.org/officeDocument/2006/relationships/image" Target="../media/image22.png"/></Relationships>
</file>

<file path=ppt/slideLayouts/_rels/slideLayout191.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png"/><Relationship Id="rId1" Type="http://schemas.openxmlformats.org/officeDocument/2006/relationships/slideMaster" Target="../slideMasters/slideMaster6.xml"/><Relationship Id="rId4" Type="http://schemas.openxmlformats.org/officeDocument/2006/relationships/image" Target="../media/image22.png"/></Relationships>
</file>

<file path=ppt/slideLayouts/_rels/slideLayout19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9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94.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14.png"/><Relationship Id="rId1" Type="http://schemas.openxmlformats.org/officeDocument/2006/relationships/slideMaster" Target="../slideMasters/slideMaster6.xml"/><Relationship Id="rId4" Type="http://schemas.openxmlformats.org/officeDocument/2006/relationships/image" Target="../media/image22.png"/></Relationships>
</file>

<file path=ppt/slideLayouts/_rels/slideLayout19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9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6.xml"/></Relationships>
</file>

<file path=ppt/slideLayouts/_rels/slideLayout19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Master" Target="../slideMasters/slideMaster6.xml"/><Relationship Id="rId5" Type="http://schemas.openxmlformats.org/officeDocument/2006/relationships/image" Target="../media/image29.png"/><Relationship Id="rId4" Type="http://schemas.openxmlformats.org/officeDocument/2006/relationships/image" Target="../media/image28.jpeg"/></Relationships>
</file>

<file path=ppt/slideLayouts/_rels/slideLayout19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6.xml"/></Relationships>
</file>

<file path=ppt/slideLayouts/_rels/slideLayout199.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image" Target="../media/image30.jpeg"/><Relationship Id="rId1" Type="http://schemas.openxmlformats.org/officeDocument/2006/relationships/slideMaster" Target="../slideMasters/slideMaster6.xml"/></Relationships>
</file>

<file path=ppt/slideLayouts/_rels/slideLayout200.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image" Target="../media/image32.jpeg"/><Relationship Id="rId1" Type="http://schemas.openxmlformats.org/officeDocument/2006/relationships/slideMaster" Target="../slideMasters/slideMaster6.xml"/><Relationship Id="rId4" Type="http://schemas.openxmlformats.org/officeDocument/2006/relationships/image" Target="../media/image34.jpe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page_01">
    <p:spTree>
      <p:nvGrpSpPr>
        <p:cNvPr id="1" name=""/>
        <p:cNvGrpSpPr/>
        <p:nvPr/>
      </p:nvGrpSpPr>
      <p:grpSpPr>
        <a:xfrm>
          <a:off x="0" y="0"/>
          <a:ext cx="0" cy="0"/>
          <a:chOff x="0" y="0"/>
          <a:chExt cx="0" cy="0"/>
        </a:xfrm>
      </p:grpSpPr>
      <p:sp>
        <p:nvSpPr>
          <p:cNvPr id="12" name="Rechteck 11"/>
          <p:cNvSpPr/>
          <p:nvPr userDrawn="1"/>
        </p:nvSpPr>
        <p:spPr>
          <a:xfrm>
            <a:off x="0" y="2196370"/>
            <a:ext cx="9144000" cy="2947130"/>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400" noProof="0">
              <a:solidFill>
                <a:schemeClr val="tx1"/>
              </a:solidFill>
              <a:latin typeface="BISansOpti"/>
            </a:endParaRPr>
          </a:p>
        </p:txBody>
      </p:sp>
      <p:pic>
        <p:nvPicPr>
          <p:cNvPr id="1026" name="Picture 2"/>
          <p:cNvPicPr>
            <a:picLocks noChangeAspect="1" noChangeArrowheads="1"/>
          </p:cNvPicPr>
          <p:nvPr userDrawn="1"/>
        </p:nvPicPr>
        <p:blipFill rotWithShape="1">
          <a:blip r:embed="rId2" cstate="email"/>
          <a:srcRect l="16231" t="19013" b="13976"/>
          <a:stretch>
            <a:fillRect/>
          </a:stretch>
        </p:blipFill>
        <p:spPr bwMode="auto">
          <a:xfrm>
            <a:off x="0" y="0"/>
            <a:ext cx="6429790" cy="5143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24" name="Gerade Verbindung 23"/>
          <p:cNvCxnSpPr/>
          <p:nvPr/>
        </p:nvCxnSpPr>
        <p:spPr>
          <a:xfrm>
            <a:off x="0" y="1869292"/>
            <a:ext cx="9143999" cy="0"/>
          </a:xfrm>
          <a:prstGeom prst="line">
            <a:avLst/>
          </a:prstGeom>
          <a:ln w="12700">
            <a:solidFill>
              <a:srgbClr val="003366"/>
            </a:solidFill>
          </a:ln>
        </p:spPr>
        <p:style>
          <a:lnRef idx="1">
            <a:schemeClr val="accent1"/>
          </a:lnRef>
          <a:fillRef idx="0">
            <a:schemeClr val="accent1"/>
          </a:fillRef>
          <a:effectRef idx="0">
            <a:schemeClr val="accent1"/>
          </a:effectRef>
          <a:fontRef idx="minor">
            <a:schemeClr val="tx1"/>
          </a:fontRef>
        </p:style>
      </p:cxnSp>
      <p:sp>
        <p:nvSpPr>
          <p:cNvPr id="2" name="Titel 1"/>
          <p:cNvSpPr>
            <a:spLocks noGrp="1"/>
          </p:cNvSpPr>
          <p:nvPr>
            <p:ph type="ctrTitle" hasCustomPrompt="1"/>
          </p:nvPr>
        </p:nvSpPr>
        <p:spPr>
          <a:xfrm>
            <a:off x="367575" y="1991163"/>
            <a:ext cx="5884369" cy="738664"/>
          </a:xfrm>
        </p:spPr>
        <p:txBody>
          <a:bodyPr wrap="square" lIns="0">
            <a:spAutoFit/>
          </a:bodyPr>
          <a:lstStyle>
            <a:lvl1pPr>
              <a:defRPr sz="4800" baseline="0">
                <a:solidFill>
                  <a:srgbClr val="003366"/>
                </a:solidFill>
              </a:defRPr>
            </a:lvl1pPr>
          </a:lstStyle>
          <a:p>
            <a:r>
              <a:rPr lang="en-GB" noProof="0"/>
              <a:t>Click to add title</a:t>
            </a:r>
          </a:p>
        </p:txBody>
      </p:sp>
      <p:sp>
        <p:nvSpPr>
          <p:cNvPr id="3" name="Untertitel 2"/>
          <p:cNvSpPr>
            <a:spLocks noGrp="1"/>
          </p:cNvSpPr>
          <p:nvPr>
            <p:ph type="subTitle" idx="1" hasCustomPrompt="1"/>
          </p:nvPr>
        </p:nvSpPr>
        <p:spPr>
          <a:xfrm>
            <a:off x="367574" y="3572753"/>
            <a:ext cx="5884369" cy="369332"/>
          </a:xfrm>
        </p:spPr>
        <p:txBody>
          <a:bodyPr wrap="square">
            <a:spAutoFit/>
          </a:bodyPr>
          <a:lstStyle>
            <a:lvl1pPr marL="0" indent="0" algn="l">
              <a:buNone/>
              <a:defRPr sz="2400" b="0" i="0" baseline="0">
                <a:solidFill>
                  <a:srgbClr val="003366"/>
                </a:solidFill>
                <a:latin typeface="BISansOptiCond"/>
                <a:cs typeface="BISansOptiCond"/>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noProof="0"/>
              <a:t>Click to add subtitle</a:t>
            </a:r>
          </a:p>
        </p:txBody>
      </p:sp>
      <p:cxnSp>
        <p:nvCxnSpPr>
          <p:cNvPr id="10" name="Gerade Verbindung 9"/>
          <p:cNvCxnSpPr/>
          <p:nvPr userDrawn="1"/>
        </p:nvCxnSpPr>
        <p:spPr>
          <a:xfrm>
            <a:off x="0" y="1869292"/>
            <a:ext cx="9143999" cy="0"/>
          </a:xfrm>
          <a:prstGeom prst="line">
            <a:avLst/>
          </a:prstGeom>
          <a:ln w="12700">
            <a:solidFill>
              <a:srgbClr val="003366"/>
            </a:solidFill>
          </a:ln>
        </p:spPr>
        <p:style>
          <a:lnRef idx="1">
            <a:schemeClr val="accent1"/>
          </a:lnRef>
          <a:fillRef idx="0">
            <a:schemeClr val="accent1"/>
          </a:fillRef>
          <a:effectRef idx="0">
            <a:schemeClr val="accent1"/>
          </a:effectRef>
          <a:fontRef idx="minor">
            <a:schemeClr val="tx1"/>
          </a:fontRef>
        </p:style>
      </p:cxnSp>
      <p:pic>
        <p:nvPicPr>
          <p:cNvPr id="9" name="Grafik 21"/>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519694" y="4416838"/>
            <a:ext cx="1259701" cy="3816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page_02">
    <p:spTree>
      <p:nvGrpSpPr>
        <p:cNvPr id="1" name=""/>
        <p:cNvGrpSpPr/>
        <p:nvPr/>
      </p:nvGrpSpPr>
      <p:grpSpPr>
        <a:xfrm>
          <a:off x="0" y="0"/>
          <a:ext cx="0" cy="0"/>
          <a:chOff x="0" y="0"/>
          <a:chExt cx="0" cy="0"/>
        </a:xfrm>
      </p:grpSpPr>
      <p:sp>
        <p:nvSpPr>
          <p:cNvPr id="13" name="Rechteck 12"/>
          <p:cNvSpPr/>
          <p:nvPr userDrawn="1"/>
        </p:nvSpPr>
        <p:spPr>
          <a:xfrm>
            <a:off x="0" y="2196370"/>
            <a:ext cx="9144000" cy="2947130"/>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400" noProof="0">
              <a:solidFill>
                <a:schemeClr val="tx1"/>
              </a:solidFill>
              <a:latin typeface="BISansOpti"/>
            </a:endParaRPr>
          </a:p>
        </p:txBody>
      </p:sp>
      <p:pic>
        <p:nvPicPr>
          <p:cNvPr id="14" name="Picture 2"/>
          <p:cNvPicPr>
            <a:picLocks noChangeAspect="1" noChangeArrowheads="1"/>
          </p:cNvPicPr>
          <p:nvPr userDrawn="1"/>
        </p:nvPicPr>
        <p:blipFill rotWithShape="1">
          <a:blip r:embed="rId2" cstate="email"/>
          <a:srcRect l="16231" t="19013" b="13976"/>
          <a:stretch>
            <a:fillRect/>
          </a:stretch>
        </p:blipFill>
        <p:spPr bwMode="auto">
          <a:xfrm>
            <a:off x="0" y="0"/>
            <a:ext cx="6429790" cy="5143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24" name="Gerade Verbindung 23"/>
          <p:cNvCxnSpPr/>
          <p:nvPr/>
        </p:nvCxnSpPr>
        <p:spPr>
          <a:xfrm>
            <a:off x="0" y="1869292"/>
            <a:ext cx="9143999" cy="0"/>
          </a:xfrm>
          <a:prstGeom prst="line">
            <a:avLst/>
          </a:prstGeom>
          <a:ln w="12700">
            <a:solidFill>
              <a:srgbClr val="003366"/>
            </a:solidFill>
          </a:ln>
        </p:spPr>
        <p:style>
          <a:lnRef idx="1">
            <a:schemeClr val="accent1"/>
          </a:lnRef>
          <a:fillRef idx="0">
            <a:schemeClr val="accent1"/>
          </a:fillRef>
          <a:effectRef idx="0">
            <a:schemeClr val="accent1"/>
          </a:effectRef>
          <a:fontRef idx="minor">
            <a:schemeClr val="tx1"/>
          </a:fontRef>
        </p:style>
      </p:cxnSp>
      <p:sp>
        <p:nvSpPr>
          <p:cNvPr id="2" name="Titel 1"/>
          <p:cNvSpPr>
            <a:spLocks noGrp="1"/>
          </p:cNvSpPr>
          <p:nvPr>
            <p:ph type="ctrTitle" hasCustomPrompt="1"/>
          </p:nvPr>
        </p:nvSpPr>
        <p:spPr>
          <a:xfrm>
            <a:off x="367575" y="1991163"/>
            <a:ext cx="5374856" cy="738664"/>
          </a:xfrm>
        </p:spPr>
        <p:txBody>
          <a:bodyPr wrap="square">
            <a:spAutoFit/>
          </a:bodyPr>
          <a:lstStyle>
            <a:lvl1pPr>
              <a:defRPr sz="4800">
                <a:solidFill>
                  <a:srgbClr val="003366"/>
                </a:solidFill>
              </a:defRPr>
            </a:lvl1pPr>
          </a:lstStyle>
          <a:p>
            <a:r>
              <a:rPr lang="en-GB" noProof="0"/>
              <a:t>Click to add title</a:t>
            </a:r>
          </a:p>
        </p:txBody>
      </p:sp>
      <p:sp>
        <p:nvSpPr>
          <p:cNvPr id="3" name="Untertitel 2"/>
          <p:cNvSpPr>
            <a:spLocks noGrp="1"/>
          </p:cNvSpPr>
          <p:nvPr>
            <p:ph type="subTitle" idx="1" hasCustomPrompt="1"/>
          </p:nvPr>
        </p:nvSpPr>
        <p:spPr>
          <a:xfrm>
            <a:off x="367575" y="3572753"/>
            <a:ext cx="5374856" cy="369332"/>
          </a:xfrm>
        </p:spPr>
        <p:txBody>
          <a:bodyPr wrap="square">
            <a:spAutoFit/>
          </a:bodyPr>
          <a:lstStyle>
            <a:lvl1pPr marL="0" indent="0" algn="l">
              <a:buNone/>
              <a:defRPr sz="2400" b="0" i="0">
                <a:solidFill>
                  <a:srgbClr val="003366"/>
                </a:solidFill>
                <a:latin typeface="BISansOptiCond"/>
                <a:cs typeface="BISansOptiCond"/>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noProof="0"/>
              <a:t>Click to add subtitle</a:t>
            </a:r>
          </a:p>
        </p:txBody>
      </p:sp>
      <p:cxnSp>
        <p:nvCxnSpPr>
          <p:cNvPr id="11" name="Gerade Verbindung 10"/>
          <p:cNvCxnSpPr/>
          <p:nvPr userDrawn="1"/>
        </p:nvCxnSpPr>
        <p:spPr>
          <a:xfrm>
            <a:off x="0" y="1869292"/>
            <a:ext cx="9143999" cy="0"/>
          </a:xfrm>
          <a:prstGeom prst="line">
            <a:avLst/>
          </a:prstGeom>
          <a:ln w="12700">
            <a:solidFill>
              <a:srgbClr val="003366"/>
            </a:solidFill>
          </a:ln>
        </p:spPr>
        <p:style>
          <a:lnRef idx="1">
            <a:schemeClr val="accent1"/>
          </a:lnRef>
          <a:fillRef idx="0">
            <a:schemeClr val="accent1"/>
          </a:fillRef>
          <a:effectRef idx="0">
            <a:schemeClr val="accent1"/>
          </a:effectRef>
          <a:fontRef idx="minor">
            <a:schemeClr val="tx1"/>
          </a:fontRef>
        </p:style>
      </p:cxnSp>
      <p:sp>
        <p:nvSpPr>
          <p:cNvPr id="5" name="Textplatzhalter 4"/>
          <p:cNvSpPr>
            <a:spLocks noGrp="1"/>
          </p:cNvSpPr>
          <p:nvPr>
            <p:ph type="body" sz="quarter" idx="10" hasCustomPrompt="1"/>
          </p:nvPr>
        </p:nvSpPr>
        <p:spPr>
          <a:xfrm>
            <a:off x="5793393" y="279537"/>
            <a:ext cx="2260800" cy="2260800"/>
          </a:xfrm>
          <a:prstGeom prst="ellipse">
            <a:avLst/>
          </a:prstGeom>
          <a:gradFill flip="none" rotWithShape="1">
            <a:gsLst>
              <a:gs pos="0">
                <a:srgbClr val="002142"/>
              </a:gs>
              <a:gs pos="100000">
                <a:srgbClr val="275187"/>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ormAutofit/>
          </a:bodyPr>
          <a:lstStyle>
            <a:lvl1pPr marL="0" indent="0" algn="ctr">
              <a:buNone/>
              <a:defRPr lang="de-DE" sz="3000" b="0" i="0" dirty="0">
                <a:solidFill>
                  <a:schemeClr val="bg1"/>
                </a:solidFill>
                <a:latin typeface="BISansOptiCond"/>
                <a:cs typeface="BISansOptiCond"/>
              </a:defRPr>
            </a:lvl1pPr>
          </a:lstStyle>
          <a:p>
            <a:pPr marL="0" lvl="0" algn="ctr"/>
            <a:r>
              <a:rPr lang="en-GB" noProof="0"/>
              <a:t>Add. info [font size variable]</a:t>
            </a:r>
          </a:p>
        </p:txBody>
      </p:sp>
      <p:pic>
        <p:nvPicPr>
          <p:cNvPr id="10" name="Grafik 21"/>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519694" y="4416838"/>
            <a:ext cx="1259701" cy="3816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hapter title_01">
    <p:spTree>
      <p:nvGrpSpPr>
        <p:cNvPr id="1" name=""/>
        <p:cNvGrpSpPr/>
        <p:nvPr/>
      </p:nvGrpSpPr>
      <p:grpSpPr>
        <a:xfrm>
          <a:off x="0" y="0"/>
          <a:ext cx="0" cy="0"/>
          <a:chOff x="0" y="0"/>
          <a:chExt cx="0" cy="0"/>
        </a:xfrm>
      </p:grpSpPr>
      <p:sp>
        <p:nvSpPr>
          <p:cNvPr id="13" name="Rechteck 12"/>
          <p:cNvSpPr/>
          <p:nvPr userDrawn="1"/>
        </p:nvSpPr>
        <p:spPr>
          <a:xfrm>
            <a:off x="0" y="0"/>
            <a:ext cx="9144000" cy="5143500"/>
          </a:xfrm>
          <a:prstGeom prst="rect">
            <a:avLst/>
          </a:prstGeom>
          <a:gradFill>
            <a:gsLst>
              <a:gs pos="0">
                <a:srgbClr val="89C0FF"/>
              </a:gs>
              <a:gs pos="100000">
                <a:srgbClr val="5486C1"/>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latin typeface="BISansOpti"/>
            </a:endParaRPr>
          </a:p>
        </p:txBody>
      </p:sp>
      <p:cxnSp>
        <p:nvCxnSpPr>
          <p:cNvPr id="17" name="Gerade Verbindung 16"/>
          <p:cNvCxnSpPr/>
          <p:nvPr/>
        </p:nvCxnSpPr>
        <p:spPr>
          <a:xfrm>
            <a:off x="0" y="1869292"/>
            <a:ext cx="9144000" cy="0"/>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19" name="Textplatzhalter 18"/>
          <p:cNvSpPr>
            <a:spLocks noGrp="1"/>
          </p:cNvSpPr>
          <p:nvPr>
            <p:ph type="body" sz="quarter" idx="11" hasCustomPrompt="1"/>
          </p:nvPr>
        </p:nvSpPr>
        <p:spPr>
          <a:xfrm>
            <a:off x="351828" y="1980097"/>
            <a:ext cx="8235318" cy="738664"/>
          </a:xfrm>
        </p:spPr>
        <p:txBody>
          <a:bodyPr wrap="square">
            <a:spAutoFit/>
          </a:bodyPr>
          <a:lstStyle>
            <a:lvl1pPr marL="0" indent="0">
              <a:buNone/>
              <a:defRPr sz="4800" b="0" i="0">
                <a:solidFill>
                  <a:schemeClr val="bg1"/>
                </a:solidFill>
                <a:latin typeface="BISansOptiCond"/>
                <a:cs typeface="BISansOptiCond"/>
              </a:defRPr>
            </a:lvl1pPr>
          </a:lstStyle>
          <a:p>
            <a:pPr lvl="0"/>
            <a:r>
              <a:rPr lang="en-GB" noProof="0"/>
              <a:t>Click to add chapter title</a:t>
            </a:r>
          </a:p>
        </p:txBody>
      </p:sp>
      <p:sp>
        <p:nvSpPr>
          <p:cNvPr id="20" name="Textplatzhalter 18"/>
          <p:cNvSpPr>
            <a:spLocks noGrp="1"/>
          </p:cNvSpPr>
          <p:nvPr>
            <p:ph type="body" sz="quarter" idx="12" hasCustomPrompt="1"/>
          </p:nvPr>
        </p:nvSpPr>
        <p:spPr>
          <a:xfrm>
            <a:off x="351829" y="2788611"/>
            <a:ext cx="4059236" cy="369332"/>
          </a:xfrm>
        </p:spPr>
        <p:txBody>
          <a:bodyPr wrap="square">
            <a:spAutoFit/>
          </a:bodyPr>
          <a:lstStyle>
            <a:lvl1pPr marL="0" indent="0">
              <a:buNone/>
              <a:defRPr sz="2400" b="0" i="0">
                <a:solidFill>
                  <a:schemeClr val="bg1"/>
                </a:solidFill>
                <a:latin typeface="BISansOptiCond"/>
                <a:cs typeface="BISansOptiCond"/>
              </a:defRPr>
            </a:lvl1pPr>
          </a:lstStyle>
          <a:p>
            <a:pPr lvl="0"/>
            <a:r>
              <a:rPr lang="en-GB" noProof="0"/>
              <a:t>Click to add text</a:t>
            </a:r>
          </a:p>
        </p:txBody>
      </p:sp>
      <p:cxnSp>
        <p:nvCxnSpPr>
          <p:cNvPr id="10" name="Gerade Verbindung 9"/>
          <p:cNvCxnSpPr/>
          <p:nvPr userDrawn="1"/>
        </p:nvCxnSpPr>
        <p:spPr>
          <a:xfrm>
            <a:off x="0" y="1869292"/>
            <a:ext cx="9144000" cy="0"/>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pic>
        <p:nvPicPr>
          <p:cNvPr id="8" name="Grafik 1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519694" y="4416838"/>
            <a:ext cx="1259701" cy="3816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hapter title_02">
    <p:spTree>
      <p:nvGrpSpPr>
        <p:cNvPr id="1" name=""/>
        <p:cNvGrpSpPr/>
        <p:nvPr/>
      </p:nvGrpSpPr>
      <p:grpSpPr>
        <a:xfrm>
          <a:off x="0" y="0"/>
          <a:ext cx="0" cy="0"/>
          <a:chOff x="0" y="0"/>
          <a:chExt cx="0" cy="0"/>
        </a:xfrm>
      </p:grpSpPr>
      <p:sp>
        <p:nvSpPr>
          <p:cNvPr id="13" name="Rechteck 12"/>
          <p:cNvSpPr/>
          <p:nvPr userDrawn="1"/>
        </p:nvSpPr>
        <p:spPr>
          <a:xfrm>
            <a:off x="0" y="0"/>
            <a:ext cx="9144000" cy="5143500"/>
          </a:xfrm>
          <a:prstGeom prst="rect">
            <a:avLst/>
          </a:prstGeom>
          <a:gradFill>
            <a:gsLst>
              <a:gs pos="0">
                <a:srgbClr val="89C0FF"/>
              </a:gs>
              <a:gs pos="100000">
                <a:srgbClr val="5486C1"/>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latin typeface="BISansOpti"/>
            </a:endParaRPr>
          </a:p>
        </p:txBody>
      </p:sp>
      <p:cxnSp>
        <p:nvCxnSpPr>
          <p:cNvPr id="17" name="Gerade Verbindung 16"/>
          <p:cNvCxnSpPr/>
          <p:nvPr/>
        </p:nvCxnSpPr>
        <p:spPr>
          <a:xfrm>
            <a:off x="0" y="1869292"/>
            <a:ext cx="9144000" cy="0"/>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19" name="Textplatzhalter 18"/>
          <p:cNvSpPr>
            <a:spLocks noGrp="1"/>
          </p:cNvSpPr>
          <p:nvPr>
            <p:ph type="body" sz="quarter" idx="11" hasCustomPrompt="1"/>
          </p:nvPr>
        </p:nvSpPr>
        <p:spPr>
          <a:xfrm>
            <a:off x="351828" y="1980097"/>
            <a:ext cx="4059237" cy="1477328"/>
          </a:xfrm>
        </p:spPr>
        <p:txBody>
          <a:bodyPr wrap="square">
            <a:spAutoFit/>
          </a:bodyPr>
          <a:lstStyle>
            <a:lvl1pPr marL="0" indent="0">
              <a:buNone/>
              <a:defRPr sz="4800" b="0" i="0">
                <a:solidFill>
                  <a:schemeClr val="bg1"/>
                </a:solidFill>
                <a:latin typeface="BISansOptiCond"/>
                <a:cs typeface="BISansOptiCond"/>
              </a:defRPr>
            </a:lvl1pPr>
          </a:lstStyle>
          <a:p>
            <a:pPr lvl="0"/>
            <a:r>
              <a:rPr lang="en-GB" noProof="0"/>
              <a:t>Click to add chapter title</a:t>
            </a:r>
          </a:p>
        </p:txBody>
      </p:sp>
      <p:sp>
        <p:nvSpPr>
          <p:cNvPr id="20" name="Textplatzhalter 18"/>
          <p:cNvSpPr>
            <a:spLocks noGrp="1"/>
          </p:cNvSpPr>
          <p:nvPr>
            <p:ph type="body" sz="quarter" idx="12" hasCustomPrompt="1"/>
          </p:nvPr>
        </p:nvSpPr>
        <p:spPr>
          <a:xfrm>
            <a:off x="351829" y="3467847"/>
            <a:ext cx="4059236" cy="369332"/>
          </a:xfrm>
        </p:spPr>
        <p:txBody>
          <a:bodyPr wrap="square">
            <a:spAutoFit/>
          </a:bodyPr>
          <a:lstStyle>
            <a:lvl1pPr marL="0" indent="0">
              <a:buNone/>
              <a:defRPr sz="2400" b="0" i="0">
                <a:solidFill>
                  <a:schemeClr val="bg1"/>
                </a:solidFill>
                <a:latin typeface="BISansOptiCond"/>
                <a:cs typeface="BISansOptiCond"/>
              </a:defRPr>
            </a:lvl1pPr>
          </a:lstStyle>
          <a:p>
            <a:pPr lvl="0"/>
            <a:r>
              <a:rPr lang="en-GB" noProof="0"/>
              <a:t>Click to add text</a:t>
            </a:r>
          </a:p>
        </p:txBody>
      </p:sp>
      <p:cxnSp>
        <p:nvCxnSpPr>
          <p:cNvPr id="10" name="Gerade Verbindung 9"/>
          <p:cNvCxnSpPr/>
          <p:nvPr userDrawn="1"/>
        </p:nvCxnSpPr>
        <p:spPr>
          <a:xfrm>
            <a:off x="0" y="1869292"/>
            <a:ext cx="9144000" cy="0"/>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25" name="Textplatzhalter 24"/>
          <p:cNvSpPr>
            <a:spLocks noGrp="1"/>
          </p:cNvSpPr>
          <p:nvPr>
            <p:ph type="body" sz="quarter" idx="13" hasCustomPrompt="1"/>
          </p:nvPr>
        </p:nvSpPr>
        <p:spPr>
          <a:xfrm>
            <a:off x="4566017" y="381581"/>
            <a:ext cx="2768400" cy="2768400"/>
          </a:xfrm>
          <a:prstGeom prst="ellipse">
            <a:avLst/>
          </a:prstGeom>
          <a:gradFill>
            <a:gsLst>
              <a:gs pos="0">
                <a:schemeClr val="bg1"/>
              </a:gs>
              <a:gs pos="100000">
                <a:schemeClr val="bg1">
                  <a:alpha val="59000"/>
                </a:schemeClr>
              </a:gs>
            </a:gsLst>
            <a:lin ang="9000000" scaled="0"/>
          </a:gradFill>
          <a:ln>
            <a:noFill/>
          </a:ln>
        </p:spPr>
        <p:txBody>
          <a:bodyPr anchor="ctr" anchorCtr="0"/>
          <a:lstStyle>
            <a:lvl1pPr marL="0" indent="0" algn="ctr">
              <a:spcBef>
                <a:spcPts val="0"/>
              </a:spcBef>
              <a:buNone/>
              <a:defRPr sz="2400" b="0" i="0" baseline="0">
                <a:solidFill>
                  <a:srgbClr val="003366"/>
                </a:solidFill>
                <a:latin typeface="BISansOptiCond"/>
                <a:cs typeface="BISansOptiCond"/>
              </a:defRPr>
            </a:lvl1pPr>
          </a:lstStyle>
          <a:p>
            <a:pPr lvl="0"/>
            <a:r>
              <a:rPr lang="en-GB" noProof="0"/>
              <a:t>Click to add text</a:t>
            </a:r>
          </a:p>
        </p:txBody>
      </p:sp>
      <p:pic>
        <p:nvPicPr>
          <p:cNvPr id="9" name="Grafik 1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519694" y="4416838"/>
            <a:ext cx="1259701" cy="3816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hapter title_03">
    <p:spTree>
      <p:nvGrpSpPr>
        <p:cNvPr id="1" name=""/>
        <p:cNvGrpSpPr/>
        <p:nvPr/>
      </p:nvGrpSpPr>
      <p:grpSpPr>
        <a:xfrm>
          <a:off x="0" y="0"/>
          <a:ext cx="0" cy="0"/>
          <a:chOff x="0" y="0"/>
          <a:chExt cx="0" cy="0"/>
        </a:xfrm>
      </p:grpSpPr>
      <p:sp>
        <p:nvSpPr>
          <p:cNvPr id="14" name="Rechteck 13"/>
          <p:cNvSpPr/>
          <p:nvPr userDrawn="1"/>
        </p:nvSpPr>
        <p:spPr>
          <a:xfrm>
            <a:off x="0" y="0"/>
            <a:ext cx="9144000" cy="5143500"/>
          </a:xfrm>
          <a:prstGeom prst="rect">
            <a:avLst/>
          </a:prstGeom>
          <a:gradFill>
            <a:gsLst>
              <a:gs pos="0">
                <a:srgbClr val="89C0FF"/>
              </a:gs>
              <a:gs pos="100000">
                <a:srgbClr val="5486C1"/>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latin typeface="BISansOpti"/>
            </a:endParaRPr>
          </a:p>
        </p:txBody>
      </p:sp>
      <p:cxnSp>
        <p:nvCxnSpPr>
          <p:cNvPr id="17" name="Gerade Verbindung 16"/>
          <p:cNvCxnSpPr/>
          <p:nvPr/>
        </p:nvCxnSpPr>
        <p:spPr>
          <a:xfrm>
            <a:off x="0" y="1869292"/>
            <a:ext cx="9144000" cy="0"/>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19" name="Textplatzhalter 18"/>
          <p:cNvSpPr>
            <a:spLocks noGrp="1"/>
          </p:cNvSpPr>
          <p:nvPr>
            <p:ph type="body" sz="quarter" idx="11" hasCustomPrompt="1"/>
          </p:nvPr>
        </p:nvSpPr>
        <p:spPr>
          <a:xfrm>
            <a:off x="351828" y="1980097"/>
            <a:ext cx="4059237" cy="1477328"/>
          </a:xfrm>
        </p:spPr>
        <p:txBody>
          <a:bodyPr wrap="square">
            <a:spAutoFit/>
          </a:bodyPr>
          <a:lstStyle>
            <a:lvl1pPr marL="0" indent="0">
              <a:buNone/>
              <a:defRPr sz="4800" b="0" i="0">
                <a:solidFill>
                  <a:schemeClr val="bg1"/>
                </a:solidFill>
                <a:latin typeface="BISansOptiCond"/>
                <a:cs typeface="BISansOptiCond"/>
              </a:defRPr>
            </a:lvl1pPr>
          </a:lstStyle>
          <a:p>
            <a:pPr lvl="0"/>
            <a:r>
              <a:rPr lang="en-GB" noProof="0"/>
              <a:t>Click to add chapter title</a:t>
            </a:r>
          </a:p>
        </p:txBody>
      </p:sp>
      <p:sp>
        <p:nvSpPr>
          <p:cNvPr id="20" name="Textplatzhalter 18"/>
          <p:cNvSpPr>
            <a:spLocks noGrp="1"/>
          </p:cNvSpPr>
          <p:nvPr>
            <p:ph type="body" sz="quarter" idx="12" hasCustomPrompt="1"/>
          </p:nvPr>
        </p:nvSpPr>
        <p:spPr>
          <a:xfrm>
            <a:off x="351829" y="3467847"/>
            <a:ext cx="2954642" cy="369332"/>
          </a:xfrm>
        </p:spPr>
        <p:txBody>
          <a:bodyPr wrap="square">
            <a:spAutoFit/>
          </a:bodyPr>
          <a:lstStyle>
            <a:lvl1pPr marL="0" indent="0">
              <a:buNone/>
              <a:defRPr sz="2400" b="0" i="0">
                <a:solidFill>
                  <a:schemeClr val="bg1"/>
                </a:solidFill>
                <a:latin typeface="BISansOptiCond"/>
                <a:cs typeface="BISansOptiCond"/>
              </a:defRPr>
            </a:lvl1pPr>
          </a:lstStyle>
          <a:p>
            <a:pPr lvl="0"/>
            <a:r>
              <a:rPr lang="en-GB" noProof="0"/>
              <a:t>Click to add text</a:t>
            </a:r>
          </a:p>
        </p:txBody>
      </p:sp>
      <p:cxnSp>
        <p:nvCxnSpPr>
          <p:cNvPr id="13" name="Gerade Verbindung 12"/>
          <p:cNvCxnSpPr/>
          <p:nvPr userDrawn="1"/>
        </p:nvCxnSpPr>
        <p:spPr>
          <a:xfrm>
            <a:off x="0" y="1869292"/>
            <a:ext cx="9144000" cy="0"/>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9" name="Textplatzhalter 24"/>
          <p:cNvSpPr>
            <a:spLocks noGrp="1"/>
          </p:cNvSpPr>
          <p:nvPr>
            <p:ph type="body" sz="quarter" idx="14" hasCustomPrompt="1"/>
          </p:nvPr>
        </p:nvSpPr>
        <p:spPr>
          <a:xfrm>
            <a:off x="4566017" y="381581"/>
            <a:ext cx="2768400" cy="2768400"/>
          </a:xfrm>
          <a:prstGeom prst="ellipse">
            <a:avLst/>
          </a:prstGeom>
          <a:gradFill>
            <a:gsLst>
              <a:gs pos="0">
                <a:schemeClr val="bg1"/>
              </a:gs>
              <a:gs pos="100000">
                <a:schemeClr val="bg1">
                  <a:alpha val="59000"/>
                </a:schemeClr>
              </a:gs>
            </a:gsLst>
            <a:lin ang="9000000" scaled="0"/>
          </a:gradFill>
          <a:ln>
            <a:noFill/>
          </a:ln>
        </p:spPr>
        <p:txBody>
          <a:bodyPr anchor="ctr" anchorCtr="0"/>
          <a:lstStyle>
            <a:lvl1pPr marL="0" indent="0" algn="ctr">
              <a:spcBef>
                <a:spcPts val="0"/>
              </a:spcBef>
              <a:buNone/>
              <a:defRPr sz="2400" b="0" i="0" baseline="0">
                <a:solidFill>
                  <a:srgbClr val="003366"/>
                </a:solidFill>
                <a:latin typeface="BISansOptiCond"/>
                <a:cs typeface="BISansOptiCond"/>
              </a:defRPr>
            </a:lvl1pPr>
          </a:lstStyle>
          <a:p>
            <a:pPr lvl="0"/>
            <a:r>
              <a:rPr lang="en-GB" noProof="0"/>
              <a:t>Click to add text</a:t>
            </a:r>
          </a:p>
        </p:txBody>
      </p:sp>
      <p:sp>
        <p:nvSpPr>
          <p:cNvPr id="23" name="Bildplatzhalter 22"/>
          <p:cNvSpPr>
            <a:spLocks noGrp="1"/>
          </p:cNvSpPr>
          <p:nvPr>
            <p:ph type="pic" sz="quarter" idx="13" hasCustomPrompt="1"/>
          </p:nvPr>
        </p:nvSpPr>
        <p:spPr>
          <a:xfrm>
            <a:off x="3359168" y="2342800"/>
            <a:ext cx="2260800" cy="2260800"/>
          </a:xfrm>
          <a:prstGeom prst="ellipse">
            <a:avLst/>
          </a:prstGeom>
        </p:spPr>
        <p:txBody>
          <a:bodyPr/>
          <a:lstStyle>
            <a:lvl1pPr marL="0" indent="0" algn="ctr">
              <a:buNone/>
              <a:defRPr sz="900"/>
            </a:lvl1pPr>
          </a:lstStyle>
          <a:p>
            <a:r>
              <a:rPr lang="en-GB" noProof="0"/>
              <a:t>Click to add picture</a:t>
            </a:r>
          </a:p>
        </p:txBody>
      </p:sp>
      <p:pic>
        <p:nvPicPr>
          <p:cNvPr id="10" name="Grafik 1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519694" y="4416838"/>
            <a:ext cx="1259701" cy="3816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Standard page_01">
    <p:spTree>
      <p:nvGrpSpPr>
        <p:cNvPr id="1" name=""/>
        <p:cNvGrpSpPr/>
        <p:nvPr/>
      </p:nvGrpSpPr>
      <p:grpSpPr>
        <a:xfrm>
          <a:off x="0" y="0"/>
          <a:ext cx="0" cy="0"/>
          <a:chOff x="0" y="0"/>
          <a:chExt cx="0" cy="0"/>
        </a:xfrm>
      </p:grpSpPr>
      <p:sp>
        <p:nvSpPr>
          <p:cNvPr id="9" name="Rechteck 8"/>
          <p:cNvSpPr/>
          <p:nvPr userDrawn="1"/>
        </p:nvSpPr>
        <p:spPr>
          <a:xfrm>
            <a:off x="0" y="2196370"/>
            <a:ext cx="9144000" cy="2947130"/>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400" noProof="0">
              <a:solidFill>
                <a:schemeClr val="tx1"/>
              </a:solidFill>
              <a:latin typeface="BISansOpti"/>
            </a:endParaRPr>
          </a:p>
        </p:txBody>
      </p:sp>
      <p:cxnSp>
        <p:nvCxnSpPr>
          <p:cNvPr id="5" name="Gerade Verbindung 4"/>
          <p:cNvCxnSpPr/>
          <p:nvPr userDrawn="1"/>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3" name="Datumsplatzhalter 2"/>
          <p:cNvSpPr>
            <a:spLocks noGrp="1"/>
          </p:cNvSpPr>
          <p:nvPr>
            <p:ph type="dt" sz="half" idx="10"/>
          </p:nvPr>
        </p:nvSpPr>
        <p:spPr/>
        <p:txBody>
          <a:bodyPr/>
          <a:lstStyle/>
          <a:p>
            <a:fld id="{3A4F5901-183E-4A00-9284-9EF186007567}" type="datetime1">
              <a:rPr lang="en-GB" smtClean="0"/>
              <a:t>25/04/2024</a:t>
            </a:fld>
            <a:endParaRPr lang="en-GB"/>
          </a:p>
        </p:txBody>
      </p:sp>
      <p:sp>
        <p:nvSpPr>
          <p:cNvPr id="4" name="Fußzeilenplatzhalter 3"/>
          <p:cNvSpPr>
            <a:spLocks noGrp="1"/>
          </p:cNvSpPr>
          <p:nvPr>
            <p:ph type="ftr" sz="quarter" idx="11"/>
          </p:nvPr>
        </p:nvSpPr>
        <p:spPr/>
        <p:txBody>
          <a:bodyPr/>
          <a:lstStyle/>
          <a:p>
            <a:r>
              <a:rPr lang="en-GB"/>
              <a:t>Presentation title, date, author</a:t>
            </a:r>
          </a:p>
        </p:txBody>
      </p:sp>
      <p:sp>
        <p:nvSpPr>
          <p:cNvPr id="6" name="Foliennummernplatzhalter 5"/>
          <p:cNvSpPr>
            <a:spLocks noGrp="1"/>
          </p:cNvSpPr>
          <p:nvPr>
            <p:ph type="sldNum" sz="quarter" idx="12"/>
          </p:nvPr>
        </p:nvSpPr>
        <p:spPr/>
        <p:txBody>
          <a:bodyPr/>
          <a:lstStyle/>
          <a:p>
            <a:fld id="{143B55C4-4F5A-416B-997D-6CE47EB0A945}" type="slidenum">
              <a:rPr lang="en-GB" smtClean="0"/>
              <a:t>‹#›</a:t>
            </a:fld>
            <a:endParaRPr lang="en-GB"/>
          </a:p>
        </p:txBody>
      </p:sp>
      <p:sp>
        <p:nvSpPr>
          <p:cNvPr id="8" name="Titel 7"/>
          <p:cNvSpPr>
            <a:spLocks noGrp="1"/>
          </p:cNvSpPr>
          <p:nvPr>
            <p:ph type="title" hasCustomPrompt="1"/>
          </p:nvPr>
        </p:nvSpPr>
        <p:spPr/>
        <p:txBody>
          <a:bodyPr/>
          <a:lstStyle/>
          <a:p>
            <a:r>
              <a:rPr lang="en-GB" noProof="0"/>
              <a:t>Click to add headline</a:t>
            </a:r>
          </a:p>
        </p:txBody>
      </p:sp>
      <p:pic>
        <p:nvPicPr>
          <p:cNvPr id="10" name="Grafik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64443" y="4864131"/>
            <a:ext cx="630270" cy="19051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Standard page_02">
    <p:spTree>
      <p:nvGrpSpPr>
        <p:cNvPr id="1" name=""/>
        <p:cNvGrpSpPr/>
        <p:nvPr/>
      </p:nvGrpSpPr>
      <p:grpSpPr>
        <a:xfrm>
          <a:off x="0" y="0"/>
          <a:ext cx="0" cy="0"/>
          <a:chOff x="0" y="0"/>
          <a:chExt cx="0" cy="0"/>
        </a:xfrm>
      </p:grpSpPr>
      <p:sp>
        <p:nvSpPr>
          <p:cNvPr id="11" name="Rechteck 10"/>
          <p:cNvSpPr/>
          <p:nvPr userDrawn="1"/>
        </p:nvSpPr>
        <p:spPr>
          <a:xfrm>
            <a:off x="0" y="2196370"/>
            <a:ext cx="9144000" cy="2947130"/>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400" noProof="0">
              <a:solidFill>
                <a:schemeClr val="tx1"/>
              </a:solidFill>
              <a:latin typeface="BISansOpti"/>
            </a:endParaRPr>
          </a:p>
        </p:txBody>
      </p:sp>
      <p:sp>
        <p:nvSpPr>
          <p:cNvPr id="3" name="Inhaltsplatzhalter 2"/>
          <p:cNvSpPr>
            <a:spLocks noGrp="1"/>
          </p:cNvSpPr>
          <p:nvPr>
            <p:ph idx="1" hasCustomPrompt="1"/>
          </p:nvPr>
        </p:nvSpPr>
        <p:spPr/>
        <p:txBody>
          <a:bodyPr/>
          <a:lstStyle/>
          <a:p>
            <a:pPr lvl="0"/>
            <a:r>
              <a:rPr lang="en-GB" noProof="0"/>
              <a:t>Click to add text</a:t>
            </a:r>
          </a:p>
        </p:txBody>
      </p:sp>
      <p:cxnSp>
        <p:nvCxnSpPr>
          <p:cNvPr id="7" name="Gerade Verbindung 6"/>
          <p:cNvCxnSpPr/>
          <p:nvPr userDrawn="1"/>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4" name="Datumsplatzhalter 3"/>
          <p:cNvSpPr>
            <a:spLocks noGrp="1"/>
          </p:cNvSpPr>
          <p:nvPr>
            <p:ph type="dt" sz="half" idx="10"/>
          </p:nvPr>
        </p:nvSpPr>
        <p:spPr/>
        <p:txBody>
          <a:bodyPr/>
          <a:lstStyle/>
          <a:p>
            <a:fld id="{B3E07332-38B6-41B2-81EE-18FB39B43C71}" type="datetime1">
              <a:rPr lang="en-GB" smtClean="0"/>
              <a:t>25/04/2024</a:t>
            </a:fld>
            <a:endParaRPr lang="en-GB"/>
          </a:p>
        </p:txBody>
      </p:sp>
      <p:sp>
        <p:nvSpPr>
          <p:cNvPr id="5" name="Fußzeilenplatzhalter 4"/>
          <p:cNvSpPr>
            <a:spLocks noGrp="1"/>
          </p:cNvSpPr>
          <p:nvPr>
            <p:ph type="ftr" sz="quarter" idx="11"/>
          </p:nvPr>
        </p:nvSpPr>
        <p:spPr/>
        <p:txBody>
          <a:bodyPr/>
          <a:lstStyle/>
          <a:p>
            <a:r>
              <a:rPr lang="en-GB"/>
              <a:t>Presentation title, date, author</a:t>
            </a:r>
          </a:p>
        </p:txBody>
      </p:sp>
      <p:sp>
        <p:nvSpPr>
          <p:cNvPr id="6" name="Foliennummernplatzhalter 5"/>
          <p:cNvSpPr>
            <a:spLocks noGrp="1"/>
          </p:cNvSpPr>
          <p:nvPr>
            <p:ph type="sldNum" sz="quarter" idx="12"/>
          </p:nvPr>
        </p:nvSpPr>
        <p:spPr/>
        <p:txBody>
          <a:bodyPr/>
          <a:lstStyle/>
          <a:p>
            <a:fld id="{143B55C4-4F5A-416B-997D-6CE47EB0A945}" type="slidenum">
              <a:rPr lang="en-GB" smtClean="0"/>
              <a:t>‹#›</a:t>
            </a:fld>
            <a:endParaRPr lang="en-GB"/>
          </a:p>
        </p:txBody>
      </p:sp>
      <p:sp>
        <p:nvSpPr>
          <p:cNvPr id="8" name="Titel 7"/>
          <p:cNvSpPr>
            <a:spLocks noGrp="1"/>
          </p:cNvSpPr>
          <p:nvPr>
            <p:ph type="title" hasCustomPrompt="1"/>
          </p:nvPr>
        </p:nvSpPr>
        <p:spPr>
          <a:xfrm>
            <a:off x="367575" y="140400"/>
            <a:ext cx="8408850" cy="553998"/>
          </a:xfrm>
        </p:spPr>
        <p:txBody>
          <a:bodyPr/>
          <a:lstStyle>
            <a:lvl1pPr>
              <a:defRPr sz="3600"/>
            </a:lvl1pPr>
          </a:lstStyle>
          <a:p>
            <a:r>
              <a:rPr lang="en-GB" noProof="0"/>
              <a:t>Click to add headline</a:t>
            </a:r>
          </a:p>
        </p:txBody>
      </p:sp>
      <p:pic>
        <p:nvPicPr>
          <p:cNvPr id="10" name="Grafik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64443" y="4864131"/>
            <a:ext cx="630270" cy="19051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Standard page_03">
    <p:spTree>
      <p:nvGrpSpPr>
        <p:cNvPr id="1" name=""/>
        <p:cNvGrpSpPr/>
        <p:nvPr/>
      </p:nvGrpSpPr>
      <p:grpSpPr>
        <a:xfrm>
          <a:off x="0" y="0"/>
          <a:ext cx="0" cy="0"/>
          <a:chOff x="0" y="0"/>
          <a:chExt cx="0" cy="0"/>
        </a:xfrm>
      </p:grpSpPr>
      <p:sp>
        <p:nvSpPr>
          <p:cNvPr id="12" name="Rechteck 11"/>
          <p:cNvSpPr/>
          <p:nvPr userDrawn="1"/>
        </p:nvSpPr>
        <p:spPr>
          <a:xfrm>
            <a:off x="0" y="2196370"/>
            <a:ext cx="9144000" cy="2947130"/>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400" noProof="0">
              <a:solidFill>
                <a:schemeClr val="tx1"/>
              </a:solidFill>
              <a:latin typeface="BISansOpti"/>
            </a:endParaRPr>
          </a:p>
        </p:txBody>
      </p:sp>
      <p:sp>
        <p:nvSpPr>
          <p:cNvPr id="3" name="Inhaltsplatzhalter 2"/>
          <p:cNvSpPr>
            <a:spLocks noGrp="1"/>
          </p:cNvSpPr>
          <p:nvPr>
            <p:ph idx="1" hasCustomPrompt="1"/>
          </p:nvPr>
        </p:nvSpPr>
        <p:spPr/>
        <p:txBody>
          <a:bodyPr/>
          <a:lstStyle>
            <a:lvl1pPr>
              <a:defRPr>
                <a:solidFill>
                  <a:srgbClr val="000000"/>
                </a:solidFill>
              </a:defRPr>
            </a:lvl1pPr>
          </a:lstStyle>
          <a:p>
            <a:pPr lvl="0"/>
            <a:r>
              <a:rPr lang="en-GB" noProof="0"/>
              <a:t>Click to add text</a:t>
            </a:r>
          </a:p>
        </p:txBody>
      </p:sp>
      <p:cxnSp>
        <p:nvCxnSpPr>
          <p:cNvPr id="5" name="Gerade Verbindung 4"/>
          <p:cNvCxnSpPr/>
          <p:nvPr/>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cxnSp>
        <p:nvCxnSpPr>
          <p:cNvPr id="11" name="Gerade Verbindung 10"/>
          <p:cNvCxnSpPr/>
          <p:nvPr userDrawn="1"/>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6" name="Datumsplatzhalter 5"/>
          <p:cNvSpPr>
            <a:spLocks noGrp="1"/>
          </p:cNvSpPr>
          <p:nvPr>
            <p:ph type="dt" sz="half" idx="10"/>
          </p:nvPr>
        </p:nvSpPr>
        <p:spPr/>
        <p:txBody>
          <a:bodyPr/>
          <a:lstStyle/>
          <a:p>
            <a:fld id="{1C661359-A780-4E12-A6C3-DC4E2163D090}" type="datetime1">
              <a:rPr lang="en-GB" smtClean="0"/>
              <a:t>25/04/2024</a:t>
            </a:fld>
            <a:endParaRPr lang="en-GB"/>
          </a:p>
        </p:txBody>
      </p:sp>
      <p:sp>
        <p:nvSpPr>
          <p:cNvPr id="7" name="Fußzeilenplatzhalter 6"/>
          <p:cNvSpPr>
            <a:spLocks noGrp="1"/>
          </p:cNvSpPr>
          <p:nvPr>
            <p:ph type="ftr" sz="quarter" idx="11"/>
          </p:nvPr>
        </p:nvSpPr>
        <p:spPr/>
        <p:txBody>
          <a:bodyPr/>
          <a:lstStyle/>
          <a:p>
            <a:r>
              <a:rPr lang="en-GB"/>
              <a:t>Presentation title, date, author</a:t>
            </a:r>
          </a:p>
        </p:txBody>
      </p:sp>
      <p:sp>
        <p:nvSpPr>
          <p:cNvPr id="8" name="Foliennummernplatzhalter 7"/>
          <p:cNvSpPr>
            <a:spLocks noGrp="1"/>
          </p:cNvSpPr>
          <p:nvPr>
            <p:ph type="sldNum" sz="quarter" idx="12"/>
          </p:nvPr>
        </p:nvSpPr>
        <p:spPr/>
        <p:txBody>
          <a:bodyPr/>
          <a:lstStyle/>
          <a:p>
            <a:fld id="{143B55C4-4F5A-416B-997D-6CE47EB0A945}" type="slidenum">
              <a:rPr lang="en-GB" smtClean="0"/>
              <a:t>‹#›</a:t>
            </a:fld>
            <a:endParaRPr lang="en-GB"/>
          </a:p>
        </p:txBody>
      </p:sp>
      <p:sp>
        <p:nvSpPr>
          <p:cNvPr id="14" name="Titel 7"/>
          <p:cNvSpPr>
            <a:spLocks noGrp="1"/>
          </p:cNvSpPr>
          <p:nvPr>
            <p:ph type="title" hasCustomPrompt="1"/>
          </p:nvPr>
        </p:nvSpPr>
        <p:spPr>
          <a:xfrm>
            <a:off x="367575" y="290572"/>
            <a:ext cx="8408850" cy="369332"/>
          </a:xfrm>
        </p:spPr>
        <p:txBody>
          <a:bodyPr/>
          <a:lstStyle/>
          <a:p>
            <a:r>
              <a:rPr lang="en-GB" noProof="0"/>
              <a:t>Click to add headline</a:t>
            </a:r>
          </a:p>
        </p:txBody>
      </p:sp>
      <p:pic>
        <p:nvPicPr>
          <p:cNvPr id="15" name="Grafik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64443" y="4864131"/>
            <a:ext cx="630270" cy="19051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Standard page_04">
    <p:spTree>
      <p:nvGrpSpPr>
        <p:cNvPr id="1" name=""/>
        <p:cNvGrpSpPr/>
        <p:nvPr/>
      </p:nvGrpSpPr>
      <p:grpSpPr>
        <a:xfrm>
          <a:off x="0" y="0"/>
          <a:ext cx="0" cy="0"/>
          <a:chOff x="0" y="0"/>
          <a:chExt cx="0" cy="0"/>
        </a:xfrm>
      </p:grpSpPr>
      <p:sp>
        <p:nvSpPr>
          <p:cNvPr id="12" name="Rechteck 11"/>
          <p:cNvSpPr/>
          <p:nvPr userDrawn="1"/>
        </p:nvSpPr>
        <p:spPr>
          <a:xfrm>
            <a:off x="0" y="2196370"/>
            <a:ext cx="9144000" cy="2947130"/>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400" noProof="0">
              <a:solidFill>
                <a:schemeClr val="tx1"/>
              </a:solidFill>
              <a:latin typeface="BISansOpti"/>
            </a:endParaRPr>
          </a:p>
        </p:txBody>
      </p:sp>
      <p:cxnSp>
        <p:nvCxnSpPr>
          <p:cNvPr id="5" name="Gerade Verbindung 4"/>
          <p:cNvCxnSpPr/>
          <p:nvPr/>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cxnSp>
        <p:nvCxnSpPr>
          <p:cNvPr id="11" name="Gerade Verbindung 10"/>
          <p:cNvCxnSpPr/>
          <p:nvPr userDrawn="1"/>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3" name="Datumsplatzhalter 2"/>
          <p:cNvSpPr>
            <a:spLocks noGrp="1"/>
          </p:cNvSpPr>
          <p:nvPr>
            <p:ph type="dt" sz="half" idx="10"/>
          </p:nvPr>
        </p:nvSpPr>
        <p:spPr/>
        <p:txBody>
          <a:bodyPr/>
          <a:lstStyle/>
          <a:p>
            <a:fld id="{C111D5BD-A427-4B29-9DEE-6B9E4BFFF318}" type="datetime1">
              <a:rPr lang="en-GB" smtClean="0"/>
              <a:t>25/04/2024</a:t>
            </a:fld>
            <a:endParaRPr lang="en-GB"/>
          </a:p>
        </p:txBody>
      </p:sp>
      <p:sp>
        <p:nvSpPr>
          <p:cNvPr id="4" name="Fußzeilenplatzhalter 3"/>
          <p:cNvSpPr>
            <a:spLocks noGrp="1"/>
          </p:cNvSpPr>
          <p:nvPr>
            <p:ph type="ftr" sz="quarter" idx="11"/>
          </p:nvPr>
        </p:nvSpPr>
        <p:spPr/>
        <p:txBody>
          <a:bodyPr/>
          <a:lstStyle/>
          <a:p>
            <a:r>
              <a:rPr lang="en-GB"/>
              <a:t>Presentation title, date, author</a:t>
            </a:r>
          </a:p>
        </p:txBody>
      </p:sp>
      <p:sp>
        <p:nvSpPr>
          <p:cNvPr id="6" name="Foliennummernplatzhalter 5"/>
          <p:cNvSpPr>
            <a:spLocks noGrp="1"/>
          </p:cNvSpPr>
          <p:nvPr>
            <p:ph type="sldNum" sz="quarter" idx="12"/>
          </p:nvPr>
        </p:nvSpPr>
        <p:spPr/>
        <p:txBody>
          <a:bodyPr/>
          <a:lstStyle/>
          <a:p>
            <a:fld id="{143B55C4-4F5A-416B-997D-6CE47EB0A945}" type="slidenum">
              <a:rPr lang="en-GB" smtClean="0"/>
              <a:t>‹#›</a:t>
            </a:fld>
            <a:endParaRPr lang="en-GB"/>
          </a:p>
        </p:txBody>
      </p:sp>
      <p:sp>
        <p:nvSpPr>
          <p:cNvPr id="15" name="Titel 7"/>
          <p:cNvSpPr>
            <a:spLocks noGrp="1"/>
          </p:cNvSpPr>
          <p:nvPr>
            <p:ph type="title" hasCustomPrompt="1"/>
          </p:nvPr>
        </p:nvSpPr>
        <p:spPr>
          <a:xfrm>
            <a:off x="367575" y="290572"/>
            <a:ext cx="8408850" cy="369332"/>
          </a:xfrm>
        </p:spPr>
        <p:txBody>
          <a:bodyPr/>
          <a:lstStyle/>
          <a:p>
            <a:r>
              <a:rPr lang="en-GB" noProof="0"/>
              <a:t>Click to add headline</a:t>
            </a:r>
          </a:p>
        </p:txBody>
      </p:sp>
      <p:pic>
        <p:nvPicPr>
          <p:cNvPr id="16" name="Grafik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64443" y="4864131"/>
            <a:ext cx="630270" cy="190510"/>
          </a:xfrm>
          <a:prstGeom prst="rect">
            <a:avLst/>
          </a:prstGeom>
        </p:spPr>
      </p:pic>
      <p:sp>
        <p:nvSpPr>
          <p:cNvPr id="7" name="Inhaltsplatzhalter 6"/>
          <p:cNvSpPr>
            <a:spLocks noGrp="1"/>
          </p:cNvSpPr>
          <p:nvPr>
            <p:ph sz="quarter" idx="13" hasCustomPrompt="1"/>
          </p:nvPr>
        </p:nvSpPr>
        <p:spPr>
          <a:xfrm>
            <a:off x="1771200" y="1198800"/>
            <a:ext cx="5616000" cy="3394800"/>
          </a:xfrm>
        </p:spPr>
        <p:txBody>
          <a:bodyPr/>
          <a:lstStyle>
            <a:lvl1pPr marL="0" indent="0">
              <a:spcBef>
                <a:spcPts val="600"/>
              </a:spcBef>
              <a:buNone/>
              <a:defRPr>
                <a:latin typeface="+mn-lt"/>
              </a:defRPr>
            </a:lvl1pPr>
            <a:lvl2pPr marL="266700" indent="0">
              <a:buNone/>
              <a:defRPr>
                <a:latin typeface="+mn-lt"/>
              </a:defRPr>
            </a:lvl2pPr>
            <a:lvl3pPr marL="450850" indent="0">
              <a:buNone/>
              <a:defRPr>
                <a:latin typeface="+mn-lt"/>
              </a:defRPr>
            </a:lvl3pPr>
            <a:lvl4pPr marL="628650" indent="0">
              <a:buNone/>
              <a:defRPr>
                <a:latin typeface="+mn-lt"/>
              </a:defRPr>
            </a:lvl4pPr>
            <a:lvl5pPr marL="806450" indent="0">
              <a:buNone/>
              <a:defRPr>
                <a:latin typeface="+mn-lt"/>
              </a:defRPr>
            </a:lvl5pPr>
          </a:lstStyle>
          <a:p>
            <a:pPr lvl="0"/>
            <a:r>
              <a:rPr lang="en-GB" noProof="0"/>
              <a:t>Click to add text</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Diagram slide_01">
    <p:spTree>
      <p:nvGrpSpPr>
        <p:cNvPr id="1" name=""/>
        <p:cNvGrpSpPr/>
        <p:nvPr/>
      </p:nvGrpSpPr>
      <p:grpSpPr>
        <a:xfrm>
          <a:off x="0" y="0"/>
          <a:ext cx="0" cy="0"/>
          <a:chOff x="0" y="0"/>
          <a:chExt cx="0" cy="0"/>
        </a:xfrm>
      </p:grpSpPr>
      <p:sp>
        <p:nvSpPr>
          <p:cNvPr id="14" name="Rechteck 13"/>
          <p:cNvSpPr/>
          <p:nvPr userDrawn="1"/>
        </p:nvSpPr>
        <p:spPr>
          <a:xfrm>
            <a:off x="0" y="2196370"/>
            <a:ext cx="9144000" cy="2947130"/>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400" noProof="0">
              <a:solidFill>
                <a:schemeClr val="tx1"/>
              </a:solidFill>
              <a:latin typeface="BISansOpti"/>
            </a:endParaRPr>
          </a:p>
        </p:txBody>
      </p:sp>
      <p:sp>
        <p:nvSpPr>
          <p:cNvPr id="15" name="Rechteck 14"/>
          <p:cNvSpPr/>
          <p:nvPr userDrawn="1"/>
        </p:nvSpPr>
        <p:spPr>
          <a:xfrm>
            <a:off x="0" y="1035590"/>
            <a:ext cx="9144000" cy="2947130"/>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400" noProof="0">
              <a:solidFill>
                <a:schemeClr val="tx1"/>
              </a:solidFill>
              <a:latin typeface="BISansOpti"/>
            </a:endParaRPr>
          </a:p>
        </p:txBody>
      </p:sp>
      <p:sp>
        <p:nvSpPr>
          <p:cNvPr id="3" name="Inhaltsplatzhalter 2"/>
          <p:cNvSpPr>
            <a:spLocks noGrp="1"/>
          </p:cNvSpPr>
          <p:nvPr>
            <p:ph idx="1" hasCustomPrompt="1"/>
          </p:nvPr>
        </p:nvSpPr>
        <p:spPr>
          <a:xfrm>
            <a:off x="367575" y="1200151"/>
            <a:ext cx="2934425" cy="2782569"/>
          </a:xfrm>
        </p:spPr>
        <p:txBody>
          <a:bodyPr/>
          <a:lstStyle/>
          <a:p>
            <a:pPr lvl="0"/>
            <a:r>
              <a:rPr lang="en-GB" noProof="0"/>
              <a:t>Click to add text</a:t>
            </a:r>
          </a:p>
        </p:txBody>
      </p:sp>
      <p:cxnSp>
        <p:nvCxnSpPr>
          <p:cNvPr id="5" name="Gerade Verbindung 4"/>
          <p:cNvCxnSpPr/>
          <p:nvPr/>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cxnSp>
        <p:nvCxnSpPr>
          <p:cNvPr id="13" name="Gerade Verbindung 12"/>
          <p:cNvCxnSpPr/>
          <p:nvPr userDrawn="1"/>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4" name="Datumsplatzhalter 3"/>
          <p:cNvSpPr>
            <a:spLocks noGrp="1"/>
          </p:cNvSpPr>
          <p:nvPr>
            <p:ph type="dt" sz="half" idx="10"/>
          </p:nvPr>
        </p:nvSpPr>
        <p:spPr/>
        <p:txBody>
          <a:bodyPr/>
          <a:lstStyle/>
          <a:p>
            <a:fld id="{19D781AB-E714-4F09-8D28-226A45E82554}" type="datetime1">
              <a:rPr lang="en-GB" smtClean="0"/>
              <a:t>25/04/2024</a:t>
            </a:fld>
            <a:endParaRPr lang="en-GB"/>
          </a:p>
        </p:txBody>
      </p:sp>
      <p:sp>
        <p:nvSpPr>
          <p:cNvPr id="6" name="Fußzeilenplatzhalter 5"/>
          <p:cNvSpPr>
            <a:spLocks noGrp="1"/>
          </p:cNvSpPr>
          <p:nvPr>
            <p:ph type="ftr" sz="quarter" idx="11"/>
          </p:nvPr>
        </p:nvSpPr>
        <p:spPr/>
        <p:txBody>
          <a:bodyPr/>
          <a:lstStyle/>
          <a:p>
            <a:r>
              <a:rPr lang="en-GB"/>
              <a:t>Presentation title, date, author</a:t>
            </a:r>
          </a:p>
        </p:txBody>
      </p:sp>
      <p:sp>
        <p:nvSpPr>
          <p:cNvPr id="7" name="Foliennummernplatzhalter 6"/>
          <p:cNvSpPr>
            <a:spLocks noGrp="1"/>
          </p:cNvSpPr>
          <p:nvPr>
            <p:ph type="sldNum" sz="quarter" idx="12"/>
          </p:nvPr>
        </p:nvSpPr>
        <p:spPr/>
        <p:txBody>
          <a:bodyPr/>
          <a:lstStyle/>
          <a:p>
            <a:fld id="{143B55C4-4F5A-416B-997D-6CE47EB0A945}" type="slidenum">
              <a:rPr lang="en-GB" smtClean="0"/>
              <a:t>‹#›</a:t>
            </a:fld>
            <a:endParaRPr lang="en-GB"/>
          </a:p>
        </p:txBody>
      </p:sp>
      <p:sp>
        <p:nvSpPr>
          <p:cNvPr id="12" name="Titel 7"/>
          <p:cNvSpPr>
            <a:spLocks noGrp="1"/>
          </p:cNvSpPr>
          <p:nvPr>
            <p:ph type="title" hasCustomPrompt="1"/>
          </p:nvPr>
        </p:nvSpPr>
        <p:spPr>
          <a:xfrm>
            <a:off x="367575" y="290572"/>
            <a:ext cx="8408850" cy="369332"/>
          </a:xfrm>
        </p:spPr>
        <p:txBody>
          <a:bodyPr/>
          <a:lstStyle/>
          <a:p>
            <a:r>
              <a:rPr lang="en-GB" noProof="0"/>
              <a:t>Click to add headline</a:t>
            </a:r>
          </a:p>
        </p:txBody>
      </p:sp>
      <p:pic>
        <p:nvPicPr>
          <p:cNvPr id="16" name="Grafik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64443" y="4864131"/>
            <a:ext cx="630270" cy="19051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Text slide_01">
    <p:spTree>
      <p:nvGrpSpPr>
        <p:cNvPr id="1" name=""/>
        <p:cNvGrpSpPr/>
        <p:nvPr/>
      </p:nvGrpSpPr>
      <p:grpSpPr>
        <a:xfrm>
          <a:off x="0" y="0"/>
          <a:ext cx="0" cy="0"/>
          <a:chOff x="0" y="0"/>
          <a:chExt cx="0" cy="0"/>
        </a:xfrm>
      </p:grpSpPr>
      <p:sp>
        <p:nvSpPr>
          <p:cNvPr id="12" name="Rechteck 11"/>
          <p:cNvSpPr/>
          <p:nvPr userDrawn="1"/>
        </p:nvSpPr>
        <p:spPr>
          <a:xfrm>
            <a:off x="0" y="2196370"/>
            <a:ext cx="9144000" cy="2947130"/>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400" noProof="0">
              <a:solidFill>
                <a:schemeClr val="tx1"/>
              </a:solidFill>
              <a:latin typeface="BISansOpti"/>
            </a:endParaRPr>
          </a:p>
        </p:txBody>
      </p:sp>
      <p:sp>
        <p:nvSpPr>
          <p:cNvPr id="15" name="Textplatzhalter 4"/>
          <p:cNvSpPr>
            <a:spLocks noGrp="1"/>
          </p:cNvSpPr>
          <p:nvPr>
            <p:ph type="body" sz="quarter" idx="10" hasCustomPrompt="1"/>
          </p:nvPr>
        </p:nvSpPr>
        <p:spPr>
          <a:xfrm>
            <a:off x="-169856" y="778811"/>
            <a:ext cx="1738800" cy="1738800"/>
          </a:xfrm>
          <a:prstGeom prst="ellipse">
            <a:avLst/>
          </a:prstGeom>
          <a:solidFill>
            <a:srgbClr val="669999"/>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lvl1pPr marL="0" indent="0" algn="ctr">
              <a:buNone/>
              <a:defRPr lang="en-US" sz="2000" b="0" i="0" dirty="0" smtClean="0">
                <a:solidFill>
                  <a:schemeClr val="bg1"/>
                </a:solidFill>
                <a:latin typeface="BISansOptiCond"/>
                <a:cs typeface="BISansOptiCond"/>
              </a:defRPr>
            </a:lvl1pPr>
          </a:lstStyle>
          <a:p>
            <a:pPr marL="0" lvl="0" algn="ctr"/>
            <a:r>
              <a:rPr lang="en-GB" noProof="0"/>
              <a:t>Add. info [font size variable]</a:t>
            </a:r>
          </a:p>
        </p:txBody>
      </p:sp>
      <p:cxnSp>
        <p:nvCxnSpPr>
          <p:cNvPr id="6" name="Gerade Verbindung 5"/>
          <p:cNvCxnSpPr/>
          <p:nvPr/>
        </p:nvCxnSpPr>
        <p:spPr>
          <a:xfrm>
            <a:off x="0" y="1268735"/>
            <a:ext cx="9144000" cy="0"/>
          </a:xfrm>
          <a:prstGeom prst="line">
            <a:avLst/>
          </a:prstGeom>
          <a:ln w="12700">
            <a:solidFill>
              <a:srgbClr val="FF9900"/>
            </a:solidFill>
          </a:ln>
          <a:effectLst/>
        </p:spPr>
        <p:style>
          <a:lnRef idx="2">
            <a:schemeClr val="accent1"/>
          </a:lnRef>
          <a:fillRef idx="0">
            <a:schemeClr val="accent1"/>
          </a:fillRef>
          <a:effectRef idx="1">
            <a:schemeClr val="accent1"/>
          </a:effectRef>
          <a:fontRef idx="minor">
            <a:schemeClr val="tx1"/>
          </a:fontRef>
        </p:style>
      </p:cxnSp>
      <p:cxnSp>
        <p:nvCxnSpPr>
          <p:cNvPr id="11" name="Gerade Verbindung 10"/>
          <p:cNvCxnSpPr/>
          <p:nvPr userDrawn="1"/>
        </p:nvCxnSpPr>
        <p:spPr>
          <a:xfrm>
            <a:off x="0" y="1268735"/>
            <a:ext cx="9144000" cy="0"/>
          </a:xfrm>
          <a:prstGeom prst="line">
            <a:avLst/>
          </a:prstGeom>
          <a:ln w="12700">
            <a:solidFill>
              <a:srgbClr val="FF9900"/>
            </a:solidFill>
          </a:ln>
          <a:effectLst/>
        </p:spPr>
        <p:style>
          <a:lnRef idx="2">
            <a:schemeClr val="accent1"/>
          </a:lnRef>
          <a:fillRef idx="0">
            <a:schemeClr val="accent1"/>
          </a:fillRef>
          <a:effectRef idx="1">
            <a:schemeClr val="accent1"/>
          </a:effectRef>
          <a:fontRef idx="minor">
            <a:schemeClr val="tx1"/>
          </a:fontRef>
        </p:style>
      </p:cxnSp>
      <p:sp>
        <p:nvSpPr>
          <p:cNvPr id="4" name="Datumsplatzhalter 3"/>
          <p:cNvSpPr>
            <a:spLocks noGrp="1"/>
          </p:cNvSpPr>
          <p:nvPr>
            <p:ph type="dt" sz="half" idx="12"/>
          </p:nvPr>
        </p:nvSpPr>
        <p:spPr/>
        <p:txBody>
          <a:bodyPr/>
          <a:lstStyle/>
          <a:p>
            <a:fld id="{EC17428A-2D47-45E0-A069-3589CCCD6CCB}" type="datetime1">
              <a:rPr lang="en-GB" smtClean="0"/>
              <a:t>25/04/2024</a:t>
            </a:fld>
            <a:endParaRPr lang="en-GB"/>
          </a:p>
        </p:txBody>
      </p:sp>
      <p:sp>
        <p:nvSpPr>
          <p:cNvPr id="5" name="Fußzeilenplatzhalter 4"/>
          <p:cNvSpPr>
            <a:spLocks noGrp="1"/>
          </p:cNvSpPr>
          <p:nvPr>
            <p:ph type="ftr" sz="quarter" idx="13"/>
          </p:nvPr>
        </p:nvSpPr>
        <p:spPr/>
        <p:txBody>
          <a:bodyPr/>
          <a:lstStyle/>
          <a:p>
            <a:r>
              <a:rPr lang="en-GB"/>
              <a:t>Presentation title, date, author</a:t>
            </a:r>
          </a:p>
        </p:txBody>
      </p:sp>
      <p:sp>
        <p:nvSpPr>
          <p:cNvPr id="7" name="Foliennummernplatzhalter 6"/>
          <p:cNvSpPr>
            <a:spLocks noGrp="1"/>
          </p:cNvSpPr>
          <p:nvPr>
            <p:ph type="sldNum" sz="quarter" idx="14"/>
          </p:nvPr>
        </p:nvSpPr>
        <p:spPr/>
        <p:txBody>
          <a:bodyPr/>
          <a:lstStyle/>
          <a:p>
            <a:fld id="{143B55C4-4F5A-416B-997D-6CE47EB0A945}" type="slidenum">
              <a:rPr lang="en-GB" smtClean="0"/>
              <a:t>‹#›</a:t>
            </a:fld>
            <a:endParaRPr lang="en-GB"/>
          </a:p>
        </p:txBody>
      </p:sp>
      <p:sp>
        <p:nvSpPr>
          <p:cNvPr id="8" name="Titel 7"/>
          <p:cNvSpPr>
            <a:spLocks noGrp="1"/>
          </p:cNvSpPr>
          <p:nvPr>
            <p:ph type="title" hasCustomPrompt="1"/>
          </p:nvPr>
        </p:nvSpPr>
        <p:spPr>
          <a:xfrm>
            <a:off x="1771575" y="659904"/>
            <a:ext cx="5065660" cy="369332"/>
          </a:xfrm>
        </p:spPr>
        <p:txBody>
          <a:bodyPr/>
          <a:lstStyle/>
          <a:p>
            <a:r>
              <a:rPr lang="en-GB" noProof="0"/>
              <a:t>Click to add headline</a:t>
            </a:r>
          </a:p>
        </p:txBody>
      </p:sp>
      <p:pic>
        <p:nvPicPr>
          <p:cNvPr id="16" name="Grafik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64443" y="4864131"/>
            <a:ext cx="630270" cy="190510"/>
          </a:xfrm>
          <a:prstGeom prst="rect">
            <a:avLst/>
          </a:prstGeom>
        </p:spPr>
      </p:pic>
      <p:sp>
        <p:nvSpPr>
          <p:cNvPr id="13" name="Inhaltsplatzhalter 6"/>
          <p:cNvSpPr>
            <a:spLocks noGrp="1"/>
          </p:cNvSpPr>
          <p:nvPr>
            <p:ph sz="quarter" idx="15" hasCustomPrompt="1"/>
          </p:nvPr>
        </p:nvSpPr>
        <p:spPr>
          <a:xfrm>
            <a:off x="1771200" y="1504800"/>
            <a:ext cx="5616000" cy="2955600"/>
          </a:xfrm>
        </p:spPr>
        <p:txBody>
          <a:bodyPr/>
          <a:lstStyle>
            <a:lvl1pPr marL="0" indent="0">
              <a:spcBef>
                <a:spcPts val="600"/>
              </a:spcBef>
              <a:buNone/>
              <a:defRPr>
                <a:latin typeface="+mn-lt"/>
              </a:defRPr>
            </a:lvl1pPr>
            <a:lvl2pPr marL="266700" indent="0">
              <a:buNone/>
              <a:defRPr>
                <a:latin typeface="+mn-lt"/>
              </a:defRPr>
            </a:lvl2pPr>
            <a:lvl3pPr marL="450850" indent="0">
              <a:buNone/>
              <a:defRPr>
                <a:latin typeface="+mn-lt"/>
              </a:defRPr>
            </a:lvl3pPr>
            <a:lvl4pPr marL="628650" indent="0">
              <a:buNone/>
              <a:defRPr>
                <a:latin typeface="+mn-lt"/>
              </a:defRPr>
            </a:lvl4pPr>
            <a:lvl5pPr marL="806450" indent="0">
              <a:buNone/>
              <a:defRPr>
                <a:latin typeface="+mn-lt"/>
              </a:defRPr>
            </a:lvl5pPr>
          </a:lstStyle>
          <a:p>
            <a:pPr lvl="0"/>
            <a:r>
              <a:rPr lang="en-GB" noProof="0"/>
              <a:t>Click to add text</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Organisational chart_01">
    <p:spTree>
      <p:nvGrpSpPr>
        <p:cNvPr id="1" name=""/>
        <p:cNvGrpSpPr/>
        <p:nvPr/>
      </p:nvGrpSpPr>
      <p:grpSpPr>
        <a:xfrm>
          <a:off x="0" y="0"/>
          <a:ext cx="0" cy="0"/>
          <a:chOff x="0" y="0"/>
          <a:chExt cx="0" cy="0"/>
        </a:xfrm>
      </p:grpSpPr>
      <p:sp>
        <p:nvSpPr>
          <p:cNvPr id="11" name="Rechteck 10"/>
          <p:cNvSpPr/>
          <p:nvPr userDrawn="1"/>
        </p:nvSpPr>
        <p:spPr>
          <a:xfrm>
            <a:off x="0" y="2196370"/>
            <a:ext cx="9144000" cy="2947130"/>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400" noProof="0">
              <a:solidFill>
                <a:schemeClr val="tx1"/>
              </a:solidFill>
              <a:latin typeface="BISansOpti"/>
            </a:endParaRPr>
          </a:p>
        </p:txBody>
      </p:sp>
      <p:cxnSp>
        <p:nvCxnSpPr>
          <p:cNvPr id="5" name="Gerade Verbindung 4"/>
          <p:cNvCxnSpPr/>
          <p:nvPr/>
        </p:nvCxnSpPr>
        <p:spPr>
          <a:xfrm>
            <a:off x="0" y="1869292"/>
            <a:ext cx="9144000" cy="0"/>
          </a:xfrm>
          <a:prstGeom prst="line">
            <a:avLst/>
          </a:prstGeom>
          <a:ln w="12700">
            <a:solidFill>
              <a:srgbClr val="6699CC"/>
            </a:solidFill>
          </a:ln>
        </p:spPr>
        <p:style>
          <a:lnRef idx="1">
            <a:schemeClr val="accent1"/>
          </a:lnRef>
          <a:fillRef idx="0">
            <a:schemeClr val="accent1"/>
          </a:fillRef>
          <a:effectRef idx="0">
            <a:schemeClr val="accent1"/>
          </a:effectRef>
          <a:fontRef idx="minor">
            <a:schemeClr val="tx1"/>
          </a:fontRef>
        </p:style>
      </p:cxnSp>
      <p:cxnSp>
        <p:nvCxnSpPr>
          <p:cNvPr id="10" name="Gerade Verbindung 9"/>
          <p:cNvCxnSpPr/>
          <p:nvPr userDrawn="1"/>
        </p:nvCxnSpPr>
        <p:spPr>
          <a:xfrm>
            <a:off x="0" y="1869292"/>
            <a:ext cx="9144000" cy="0"/>
          </a:xfrm>
          <a:prstGeom prst="line">
            <a:avLst/>
          </a:prstGeom>
          <a:ln w="12700">
            <a:solidFill>
              <a:srgbClr val="6699CC"/>
            </a:solidFill>
          </a:ln>
        </p:spPr>
        <p:style>
          <a:lnRef idx="1">
            <a:schemeClr val="accent1"/>
          </a:lnRef>
          <a:fillRef idx="0">
            <a:schemeClr val="accent1"/>
          </a:fillRef>
          <a:effectRef idx="0">
            <a:schemeClr val="accent1"/>
          </a:effectRef>
          <a:fontRef idx="minor">
            <a:schemeClr val="tx1"/>
          </a:fontRef>
        </p:style>
      </p:cxnSp>
      <p:sp>
        <p:nvSpPr>
          <p:cNvPr id="3" name="Datumsplatzhalter 2"/>
          <p:cNvSpPr>
            <a:spLocks noGrp="1"/>
          </p:cNvSpPr>
          <p:nvPr>
            <p:ph type="dt" sz="half" idx="10"/>
          </p:nvPr>
        </p:nvSpPr>
        <p:spPr/>
        <p:txBody>
          <a:bodyPr/>
          <a:lstStyle/>
          <a:p>
            <a:fld id="{1EC6BB9B-C051-45A6-8B80-D4145CF47D8A}" type="datetime1">
              <a:rPr lang="en-GB" smtClean="0"/>
              <a:t>25/04/2024</a:t>
            </a:fld>
            <a:endParaRPr lang="en-GB"/>
          </a:p>
        </p:txBody>
      </p:sp>
      <p:sp>
        <p:nvSpPr>
          <p:cNvPr id="4" name="Fußzeilenplatzhalter 3"/>
          <p:cNvSpPr>
            <a:spLocks noGrp="1"/>
          </p:cNvSpPr>
          <p:nvPr>
            <p:ph type="ftr" sz="quarter" idx="11"/>
          </p:nvPr>
        </p:nvSpPr>
        <p:spPr/>
        <p:txBody>
          <a:bodyPr/>
          <a:lstStyle/>
          <a:p>
            <a:r>
              <a:rPr lang="en-GB"/>
              <a:t>Presentation title, date, author</a:t>
            </a:r>
          </a:p>
        </p:txBody>
      </p:sp>
      <p:sp>
        <p:nvSpPr>
          <p:cNvPr id="6" name="Foliennummernplatzhalter 5"/>
          <p:cNvSpPr>
            <a:spLocks noGrp="1"/>
          </p:cNvSpPr>
          <p:nvPr>
            <p:ph type="sldNum" sz="quarter" idx="12"/>
          </p:nvPr>
        </p:nvSpPr>
        <p:spPr/>
        <p:txBody>
          <a:bodyPr/>
          <a:lstStyle/>
          <a:p>
            <a:fld id="{143B55C4-4F5A-416B-997D-6CE47EB0A945}" type="slidenum">
              <a:rPr lang="en-GB" smtClean="0"/>
              <a:t>‹#›</a:t>
            </a:fld>
            <a:endParaRPr lang="en-GB"/>
          </a:p>
        </p:txBody>
      </p:sp>
      <p:pic>
        <p:nvPicPr>
          <p:cNvPr id="9" name="Grafik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64443" y="4864131"/>
            <a:ext cx="630270" cy="19051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Stand-alone">
    <p:spTree>
      <p:nvGrpSpPr>
        <p:cNvPr id="1" name=""/>
        <p:cNvGrpSpPr/>
        <p:nvPr/>
      </p:nvGrpSpPr>
      <p:grpSpPr>
        <a:xfrm>
          <a:off x="0" y="0"/>
          <a:ext cx="0" cy="0"/>
          <a:chOff x="0" y="0"/>
          <a:chExt cx="0" cy="0"/>
        </a:xfrm>
      </p:grpSpPr>
      <p:sp>
        <p:nvSpPr>
          <p:cNvPr id="4" name="Datumsplatzhalter 3"/>
          <p:cNvSpPr>
            <a:spLocks noGrp="1"/>
          </p:cNvSpPr>
          <p:nvPr>
            <p:ph type="dt" sz="half" idx="10"/>
          </p:nvPr>
        </p:nvSpPr>
        <p:spPr/>
        <p:txBody>
          <a:bodyPr/>
          <a:lstStyle/>
          <a:p>
            <a:fld id="{74E185D7-72A7-4578-96CD-5EF608923CBF}" type="datetime1">
              <a:rPr lang="en-GB" noProof="0" smtClean="0"/>
              <a:t>25/04/2024</a:t>
            </a:fld>
            <a:endParaRPr lang="en-GB" noProof="0"/>
          </a:p>
        </p:txBody>
      </p:sp>
      <p:sp>
        <p:nvSpPr>
          <p:cNvPr id="5" name="Fußzeilenplatzhalter 4"/>
          <p:cNvSpPr>
            <a:spLocks noGrp="1"/>
          </p:cNvSpPr>
          <p:nvPr>
            <p:ph type="ftr" sz="quarter" idx="11"/>
          </p:nvPr>
        </p:nvSpPr>
        <p:spPr/>
        <p:txBody>
          <a:bodyPr/>
          <a:lstStyle/>
          <a:p>
            <a:r>
              <a:rPr lang="en-GB" noProof="0"/>
              <a:t>Presentation title, date, author</a:t>
            </a:r>
          </a:p>
        </p:txBody>
      </p:sp>
      <p:sp>
        <p:nvSpPr>
          <p:cNvPr id="6" name="Foliennummernplatzhalter 5"/>
          <p:cNvSpPr>
            <a:spLocks noGrp="1"/>
          </p:cNvSpPr>
          <p:nvPr>
            <p:ph type="sldNum" sz="quarter" idx="12"/>
          </p:nvPr>
        </p:nvSpPr>
        <p:spPr/>
        <p:txBody>
          <a:bodyPr/>
          <a:lstStyle/>
          <a:p>
            <a:fld id="{143B55C4-4F5A-416B-997D-6CE47EB0A945}" type="slidenum">
              <a:rPr lang="en-GB" noProof="0" smtClean="0"/>
              <a:t>‹#›</a:t>
            </a:fld>
            <a:endParaRPr lang="en-GB" noProof="0"/>
          </a:p>
        </p:txBody>
      </p:sp>
      <p:cxnSp>
        <p:nvCxnSpPr>
          <p:cNvPr id="7" name="Gerade Verbindung 6"/>
          <p:cNvCxnSpPr/>
          <p:nvPr userDrawn="1"/>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pic>
        <p:nvPicPr>
          <p:cNvPr id="8" name="Grafik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64443" y="4864131"/>
            <a:ext cx="630270" cy="19051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Titel 36pt und Inhalt">
    <p:spTree>
      <p:nvGrpSpPr>
        <p:cNvPr id="1" name=""/>
        <p:cNvGrpSpPr/>
        <p:nvPr/>
      </p:nvGrpSpPr>
      <p:grpSpPr>
        <a:xfrm>
          <a:off x="0" y="0"/>
          <a:ext cx="0" cy="0"/>
          <a:chOff x="0" y="0"/>
          <a:chExt cx="0" cy="0"/>
        </a:xfrm>
      </p:grpSpPr>
      <p:sp>
        <p:nvSpPr>
          <p:cNvPr id="3" name="Inhaltsplatzhalter 2"/>
          <p:cNvSpPr>
            <a:spLocks noGrp="1"/>
          </p:cNvSpPr>
          <p:nvPr>
            <p:ph idx="1" hasCustomPrompt="1"/>
          </p:nvPr>
        </p:nvSpPr>
        <p:spPr/>
        <p:txBody>
          <a:bodyPr/>
          <a:lstStyle/>
          <a:p>
            <a:pPr lvl="0"/>
            <a:r>
              <a:rPr lang="en-GB" noProof="0"/>
              <a:t>Click to add text</a:t>
            </a:r>
          </a:p>
        </p:txBody>
      </p:sp>
      <p:sp>
        <p:nvSpPr>
          <p:cNvPr id="4" name="Datumsplatzhalter 3"/>
          <p:cNvSpPr>
            <a:spLocks noGrp="1"/>
          </p:cNvSpPr>
          <p:nvPr>
            <p:ph type="dt" sz="half" idx="10"/>
          </p:nvPr>
        </p:nvSpPr>
        <p:spPr/>
        <p:txBody>
          <a:bodyPr/>
          <a:lstStyle/>
          <a:p>
            <a:fld id="{B97B442D-D596-4A22-B59F-2B4C559DB2B8}" type="datetime1">
              <a:rPr lang="en-GB" noProof="0" smtClean="0"/>
              <a:t>25/04/2024</a:t>
            </a:fld>
            <a:endParaRPr lang="en-GB" noProof="0"/>
          </a:p>
        </p:txBody>
      </p:sp>
      <p:sp>
        <p:nvSpPr>
          <p:cNvPr id="5" name="Fußzeilenplatzhalter 4"/>
          <p:cNvSpPr>
            <a:spLocks noGrp="1"/>
          </p:cNvSpPr>
          <p:nvPr>
            <p:ph type="ftr" sz="quarter" idx="11"/>
          </p:nvPr>
        </p:nvSpPr>
        <p:spPr/>
        <p:txBody>
          <a:bodyPr/>
          <a:lstStyle/>
          <a:p>
            <a:r>
              <a:rPr lang="en-GB" noProof="0"/>
              <a:t>Presentation title, date, author</a:t>
            </a:r>
          </a:p>
        </p:txBody>
      </p:sp>
      <p:sp>
        <p:nvSpPr>
          <p:cNvPr id="6" name="Foliennummernplatzhalter 5"/>
          <p:cNvSpPr>
            <a:spLocks noGrp="1"/>
          </p:cNvSpPr>
          <p:nvPr>
            <p:ph type="sldNum" sz="quarter" idx="12"/>
          </p:nvPr>
        </p:nvSpPr>
        <p:spPr/>
        <p:txBody>
          <a:bodyPr/>
          <a:lstStyle/>
          <a:p>
            <a:fld id="{143B55C4-4F5A-416B-997D-6CE47EB0A945}" type="slidenum">
              <a:rPr lang="en-GB" noProof="0" smtClean="0"/>
              <a:t>‹#›</a:t>
            </a:fld>
            <a:endParaRPr lang="en-GB" noProof="0"/>
          </a:p>
        </p:txBody>
      </p:sp>
      <p:cxnSp>
        <p:nvCxnSpPr>
          <p:cNvPr id="7" name="Gerade Verbindung 6"/>
          <p:cNvCxnSpPr/>
          <p:nvPr userDrawn="1"/>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8" name="Titel 7"/>
          <p:cNvSpPr>
            <a:spLocks noGrp="1"/>
          </p:cNvSpPr>
          <p:nvPr>
            <p:ph type="title" hasCustomPrompt="1"/>
          </p:nvPr>
        </p:nvSpPr>
        <p:spPr>
          <a:xfrm>
            <a:off x="367575" y="140400"/>
            <a:ext cx="8408850" cy="553998"/>
          </a:xfrm>
        </p:spPr>
        <p:txBody>
          <a:bodyPr/>
          <a:lstStyle>
            <a:lvl1pPr>
              <a:defRPr sz="3600"/>
            </a:lvl1pPr>
          </a:lstStyle>
          <a:p>
            <a:r>
              <a:rPr lang="en-GB" noProof="0"/>
              <a:t>Click to add headline</a:t>
            </a:r>
          </a:p>
        </p:txBody>
      </p:sp>
      <p:pic>
        <p:nvPicPr>
          <p:cNvPr id="9" name="Grafik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64443" y="4864131"/>
            <a:ext cx="630270" cy="19051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Titel 24pt und Inhalt">
    <p:spTree>
      <p:nvGrpSpPr>
        <p:cNvPr id="1" name=""/>
        <p:cNvGrpSpPr/>
        <p:nvPr/>
      </p:nvGrpSpPr>
      <p:grpSpPr>
        <a:xfrm>
          <a:off x="0" y="0"/>
          <a:ext cx="0" cy="0"/>
          <a:chOff x="0" y="0"/>
          <a:chExt cx="0" cy="0"/>
        </a:xfrm>
      </p:grpSpPr>
      <p:sp>
        <p:nvSpPr>
          <p:cNvPr id="3" name="Inhaltsplatzhalter 2"/>
          <p:cNvSpPr>
            <a:spLocks noGrp="1"/>
          </p:cNvSpPr>
          <p:nvPr>
            <p:ph idx="1" hasCustomPrompt="1"/>
          </p:nvPr>
        </p:nvSpPr>
        <p:spPr/>
        <p:txBody>
          <a:bodyPr/>
          <a:lstStyle/>
          <a:p>
            <a:pPr lvl="0"/>
            <a:r>
              <a:rPr lang="en-GB" noProof="0"/>
              <a:t>Click to add text</a:t>
            </a:r>
          </a:p>
        </p:txBody>
      </p:sp>
      <p:sp>
        <p:nvSpPr>
          <p:cNvPr id="4" name="Datumsplatzhalter 3"/>
          <p:cNvSpPr>
            <a:spLocks noGrp="1"/>
          </p:cNvSpPr>
          <p:nvPr>
            <p:ph type="dt" sz="half" idx="10"/>
          </p:nvPr>
        </p:nvSpPr>
        <p:spPr/>
        <p:txBody>
          <a:bodyPr/>
          <a:lstStyle/>
          <a:p>
            <a:fld id="{98F3AA7F-89C7-4646-B972-BDD77134FD4C}" type="datetime1">
              <a:rPr lang="en-GB" noProof="0" smtClean="0"/>
              <a:t>25/04/2024</a:t>
            </a:fld>
            <a:endParaRPr lang="en-GB" noProof="0"/>
          </a:p>
        </p:txBody>
      </p:sp>
      <p:sp>
        <p:nvSpPr>
          <p:cNvPr id="5" name="Fußzeilenplatzhalter 4"/>
          <p:cNvSpPr>
            <a:spLocks noGrp="1"/>
          </p:cNvSpPr>
          <p:nvPr>
            <p:ph type="ftr" sz="quarter" idx="11"/>
          </p:nvPr>
        </p:nvSpPr>
        <p:spPr/>
        <p:txBody>
          <a:bodyPr/>
          <a:lstStyle/>
          <a:p>
            <a:r>
              <a:rPr lang="en-GB" noProof="0"/>
              <a:t>Presentation title, date, author</a:t>
            </a:r>
          </a:p>
        </p:txBody>
      </p:sp>
      <p:sp>
        <p:nvSpPr>
          <p:cNvPr id="6" name="Foliennummernplatzhalter 5"/>
          <p:cNvSpPr>
            <a:spLocks noGrp="1"/>
          </p:cNvSpPr>
          <p:nvPr>
            <p:ph type="sldNum" sz="quarter" idx="12"/>
          </p:nvPr>
        </p:nvSpPr>
        <p:spPr/>
        <p:txBody>
          <a:bodyPr/>
          <a:lstStyle/>
          <a:p>
            <a:fld id="{143B55C4-4F5A-416B-997D-6CE47EB0A945}" type="slidenum">
              <a:rPr lang="en-GB" noProof="0" smtClean="0"/>
              <a:t>‹#›</a:t>
            </a:fld>
            <a:endParaRPr lang="en-GB" noProof="0"/>
          </a:p>
        </p:txBody>
      </p:sp>
      <p:cxnSp>
        <p:nvCxnSpPr>
          <p:cNvPr id="7" name="Gerade Verbindung 6"/>
          <p:cNvCxnSpPr/>
          <p:nvPr userDrawn="1"/>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8" name="Titel 7"/>
          <p:cNvSpPr>
            <a:spLocks noGrp="1"/>
          </p:cNvSpPr>
          <p:nvPr>
            <p:ph type="title" hasCustomPrompt="1"/>
          </p:nvPr>
        </p:nvSpPr>
        <p:spPr>
          <a:xfrm>
            <a:off x="367575" y="290572"/>
            <a:ext cx="8408850" cy="369332"/>
          </a:xfrm>
        </p:spPr>
        <p:txBody>
          <a:bodyPr/>
          <a:lstStyle/>
          <a:p>
            <a:r>
              <a:rPr lang="en-GB" noProof="0"/>
              <a:t>Click to add headline</a:t>
            </a:r>
          </a:p>
        </p:txBody>
      </p:sp>
      <p:pic>
        <p:nvPicPr>
          <p:cNvPr id="9" name="Grafik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64443" y="4864131"/>
            <a:ext cx="630270" cy="19051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Standard page_05">
    <p:spTree>
      <p:nvGrpSpPr>
        <p:cNvPr id="1" name=""/>
        <p:cNvGrpSpPr/>
        <p:nvPr/>
      </p:nvGrpSpPr>
      <p:grpSpPr>
        <a:xfrm>
          <a:off x="0" y="0"/>
          <a:ext cx="0" cy="0"/>
          <a:chOff x="0" y="0"/>
          <a:chExt cx="0" cy="0"/>
        </a:xfrm>
      </p:grpSpPr>
      <p:sp>
        <p:nvSpPr>
          <p:cNvPr id="4" name="Datumsplatzhalter 3"/>
          <p:cNvSpPr>
            <a:spLocks noGrp="1"/>
          </p:cNvSpPr>
          <p:nvPr>
            <p:ph type="dt" sz="half" idx="12"/>
          </p:nvPr>
        </p:nvSpPr>
        <p:spPr/>
        <p:txBody>
          <a:bodyPr/>
          <a:lstStyle/>
          <a:p>
            <a:fld id="{9C15FEBD-85B6-4A0B-9BA4-99E119B10886}" type="datetime1">
              <a:rPr lang="en-GB" noProof="0" smtClean="0"/>
              <a:t>25/04/2024</a:t>
            </a:fld>
            <a:endParaRPr lang="en-GB" noProof="0"/>
          </a:p>
        </p:txBody>
      </p:sp>
      <p:sp>
        <p:nvSpPr>
          <p:cNvPr id="6" name="Fußzeilenplatzhalter 5"/>
          <p:cNvSpPr>
            <a:spLocks noGrp="1"/>
          </p:cNvSpPr>
          <p:nvPr>
            <p:ph type="ftr" sz="quarter" idx="13"/>
          </p:nvPr>
        </p:nvSpPr>
        <p:spPr/>
        <p:txBody>
          <a:bodyPr/>
          <a:lstStyle/>
          <a:p>
            <a:r>
              <a:rPr lang="en-GB" noProof="0"/>
              <a:t>Presentation title, date, author</a:t>
            </a:r>
          </a:p>
        </p:txBody>
      </p:sp>
      <p:sp>
        <p:nvSpPr>
          <p:cNvPr id="7" name="Foliennummernplatzhalter 6"/>
          <p:cNvSpPr>
            <a:spLocks noGrp="1"/>
          </p:cNvSpPr>
          <p:nvPr>
            <p:ph type="sldNum" sz="quarter" idx="14"/>
          </p:nvPr>
        </p:nvSpPr>
        <p:spPr/>
        <p:txBody>
          <a:bodyPr/>
          <a:lstStyle/>
          <a:p>
            <a:fld id="{143B55C4-4F5A-416B-997D-6CE47EB0A945}" type="slidenum">
              <a:rPr lang="en-GB" noProof="0" smtClean="0"/>
              <a:t>‹#›</a:t>
            </a:fld>
            <a:endParaRPr lang="en-GB" noProof="0"/>
          </a:p>
        </p:txBody>
      </p:sp>
      <p:cxnSp>
        <p:nvCxnSpPr>
          <p:cNvPr id="8" name="Gerade Verbindung 7"/>
          <p:cNvCxnSpPr/>
          <p:nvPr userDrawn="1"/>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9" name="Titel 7"/>
          <p:cNvSpPr>
            <a:spLocks noGrp="1"/>
          </p:cNvSpPr>
          <p:nvPr>
            <p:ph type="title" hasCustomPrompt="1"/>
          </p:nvPr>
        </p:nvSpPr>
        <p:spPr>
          <a:xfrm>
            <a:off x="367575" y="290572"/>
            <a:ext cx="8408850" cy="369332"/>
          </a:xfrm>
        </p:spPr>
        <p:txBody>
          <a:bodyPr/>
          <a:lstStyle/>
          <a:p>
            <a:r>
              <a:rPr lang="en-GB" noProof="0"/>
              <a:t>Click to add headline</a:t>
            </a:r>
          </a:p>
        </p:txBody>
      </p:sp>
      <p:pic>
        <p:nvPicPr>
          <p:cNvPr id="10" name="Grafik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64443" y="4864131"/>
            <a:ext cx="630270" cy="190510"/>
          </a:xfrm>
          <a:prstGeom prst="rect">
            <a:avLst/>
          </a:prstGeom>
        </p:spPr>
      </p:pic>
      <p:sp>
        <p:nvSpPr>
          <p:cNvPr id="11" name="Inhaltsplatzhalter 6"/>
          <p:cNvSpPr>
            <a:spLocks noGrp="1"/>
          </p:cNvSpPr>
          <p:nvPr>
            <p:ph sz="quarter" idx="15" hasCustomPrompt="1"/>
          </p:nvPr>
        </p:nvSpPr>
        <p:spPr>
          <a:xfrm>
            <a:off x="1771200" y="1198800"/>
            <a:ext cx="5616000" cy="3394800"/>
          </a:xfrm>
        </p:spPr>
        <p:txBody>
          <a:bodyPr/>
          <a:lstStyle>
            <a:lvl1pPr marL="0" indent="0">
              <a:spcBef>
                <a:spcPts val="600"/>
              </a:spcBef>
              <a:buNone/>
              <a:defRPr>
                <a:latin typeface="+mn-lt"/>
              </a:defRPr>
            </a:lvl1pPr>
            <a:lvl2pPr marL="266700" indent="0">
              <a:buNone/>
              <a:defRPr>
                <a:latin typeface="+mn-lt"/>
              </a:defRPr>
            </a:lvl2pPr>
            <a:lvl3pPr marL="450850" indent="0">
              <a:buNone/>
              <a:defRPr>
                <a:latin typeface="+mn-lt"/>
              </a:defRPr>
            </a:lvl3pPr>
            <a:lvl4pPr marL="628650" indent="0">
              <a:buNone/>
              <a:defRPr>
                <a:latin typeface="+mn-lt"/>
              </a:defRPr>
            </a:lvl4pPr>
            <a:lvl5pPr marL="806450" indent="0">
              <a:buNone/>
              <a:defRPr>
                <a:latin typeface="+mn-lt"/>
              </a:defRPr>
            </a:lvl5pPr>
          </a:lstStyle>
          <a:p>
            <a:pPr lvl="0"/>
            <a:r>
              <a:rPr lang="en-GB" noProof="0"/>
              <a:t>Click to add text</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Diagram slide_02">
    <p:spTree>
      <p:nvGrpSpPr>
        <p:cNvPr id="1" name=""/>
        <p:cNvGrpSpPr/>
        <p:nvPr/>
      </p:nvGrpSpPr>
      <p:grpSpPr>
        <a:xfrm>
          <a:off x="0" y="0"/>
          <a:ext cx="0" cy="0"/>
          <a:chOff x="0" y="0"/>
          <a:chExt cx="0" cy="0"/>
        </a:xfrm>
      </p:grpSpPr>
      <p:sp>
        <p:nvSpPr>
          <p:cNvPr id="3" name="Inhaltsplatzhalter 2"/>
          <p:cNvSpPr>
            <a:spLocks noGrp="1"/>
          </p:cNvSpPr>
          <p:nvPr>
            <p:ph idx="1" hasCustomPrompt="1"/>
          </p:nvPr>
        </p:nvSpPr>
        <p:spPr>
          <a:xfrm>
            <a:off x="367575" y="1200151"/>
            <a:ext cx="2934425" cy="2782569"/>
          </a:xfrm>
        </p:spPr>
        <p:txBody>
          <a:bodyPr/>
          <a:lstStyle>
            <a:lvl1pPr>
              <a:defRPr baseline="0"/>
            </a:lvl1pPr>
          </a:lstStyle>
          <a:p>
            <a:pPr lvl="0"/>
            <a:r>
              <a:rPr lang="en-GB" noProof="0"/>
              <a:t>Click to add text</a:t>
            </a:r>
          </a:p>
        </p:txBody>
      </p:sp>
      <p:sp>
        <p:nvSpPr>
          <p:cNvPr id="4" name="Datumsplatzhalter 3"/>
          <p:cNvSpPr>
            <a:spLocks noGrp="1"/>
          </p:cNvSpPr>
          <p:nvPr>
            <p:ph type="dt" sz="half" idx="12"/>
          </p:nvPr>
        </p:nvSpPr>
        <p:spPr/>
        <p:txBody>
          <a:bodyPr/>
          <a:lstStyle/>
          <a:p>
            <a:fld id="{C7B72EF1-134D-476C-B146-ED8DB9215F2F}" type="datetime1">
              <a:rPr lang="en-GB" noProof="0" smtClean="0"/>
              <a:t>25/04/2024</a:t>
            </a:fld>
            <a:endParaRPr lang="en-GB" noProof="0"/>
          </a:p>
        </p:txBody>
      </p:sp>
      <p:sp>
        <p:nvSpPr>
          <p:cNvPr id="6" name="Fußzeilenplatzhalter 5"/>
          <p:cNvSpPr>
            <a:spLocks noGrp="1"/>
          </p:cNvSpPr>
          <p:nvPr>
            <p:ph type="ftr" sz="quarter" idx="13"/>
          </p:nvPr>
        </p:nvSpPr>
        <p:spPr/>
        <p:txBody>
          <a:bodyPr/>
          <a:lstStyle/>
          <a:p>
            <a:r>
              <a:rPr lang="en-GB" noProof="0"/>
              <a:t>Presentation title, date, author</a:t>
            </a:r>
          </a:p>
        </p:txBody>
      </p:sp>
      <p:sp>
        <p:nvSpPr>
          <p:cNvPr id="7" name="Foliennummernplatzhalter 6"/>
          <p:cNvSpPr>
            <a:spLocks noGrp="1"/>
          </p:cNvSpPr>
          <p:nvPr>
            <p:ph type="sldNum" sz="quarter" idx="14"/>
          </p:nvPr>
        </p:nvSpPr>
        <p:spPr/>
        <p:txBody>
          <a:bodyPr/>
          <a:lstStyle/>
          <a:p>
            <a:fld id="{143B55C4-4F5A-416B-997D-6CE47EB0A945}" type="slidenum">
              <a:rPr lang="en-GB" noProof="0" smtClean="0"/>
              <a:t>‹#›</a:t>
            </a:fld>
            <a:endParaRPr lang="en-GB" noProof="0"/>
          </a:p>
        </p:txBody>
      </p:sp>
      <p:cxnSp>
        <p:nvCxnSpPr>
          <p:cNvPr id="8" name="Gerade Verbindung 7"/>
          <p:cNvCxnSpPr/>
          <p:nvPr userDrawn="1"/>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9" name="Titel 7"/>
          <p:cNvSpPr>
            <a:spLocks noGrp="1"/>
          </p:cNvSpPr>
          <p:nvPr>
            <p:ph type="title" hasCustomPrompt="1"/>
          </p:nvPr>
        </p:nvSpPr>
        <p:spPr>
          <a:xfrm>
            <a:off x="367575" y="290572"/>
            <a:ext cx="8408850" cy="369332"/>
          </a:xfrm>
        </p:spPr>
        <p:txBody>
          <a:bodyPr/>
          <a:lstStyle/>
          <a:p>
            <a:r>
              <a:rPr lang="en-GB" noProof="0"/>
              <a:t>Click to add headline</a:t>
            </a:r>
          </a:p>
        </p:txBody>
      </p:sp>
      <p:pic>
        <p:nvPicPr>
          <p:cNvPr id="10" name="Grafik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64443" y="4864131"/>
            <a:ext cx="630270" cy="19051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blank" preserve="1">
  <p:cSld name="Leer">
    <p:spTree>
      <p:nvGrpSpPr>
        <p:cNvPr id="1" name=""/>
        <p:cNvGrpSpPr/>
        <p:nvPr/>
      </p:nvGrpSpPr>
      <p:grpSpPr>
        <a:xfrm>
          <a:off x="0" y="0"/>
          <a:ext cx="0" cy="0"/>
          <a:chOff x="0" y="0"/>
          <a:chExt cx="0" cy="0"/>
        </a:xfrm>
      </p:grpSpPr>
      <p:sp>
        <p:nvSpPr>
          <p:cNvPr id="2" name="Datumsplatzhalter 1"/>
          <p:cNvSpPr>
            <a:spLocks noGrp="1"/>
          </p:cNvSpPr>
          <p:nvPr>
            <p:ph type="dt" sz="half" idx="10"/>
          </p:nvPr>
        </p:nvSpPr>
        <p:spPr/>
        <p:txBody>
          <a:bodyPr/>
          <a:lstStyle/>
          <a:p>
            <a:fld id="{BA5CE2E9-12A2-427C-965D-EA946F81C33E}" type="datetime1">
              <a:rPr lang="en-GB" noProof="0" smtClean="0"/>
              <a:t>25/04/2024</a:t>
            </a:fld>
            <a:endParaRPr lang="en-GB" noProof="0"/>
          </a:p>
        </p:txBody>
      </p:sp>
      <p:sp>
        <p:nvSpPr>
          <p:cNvPr id="3" name="Fußzeilenplatzhalter 2"/>
          <p:cNvSpPr>
            <a:spLocks noGrp="1"/>
          </p:cNvSpPr>
          <p:nvPr>
            <p:ph type="ftr" sz="quarter" idx="11"/>
          </p:nvPr>
        </p:nvSpPr>
        <p:spPr/>
        <p:txBody>
          <a:bodyPr/>
          <a:lstStyle/>
          <a:p>
            <a:r>
              <a:rPr lang="en-GB" noProof="0"/>
              <a:t>Presentation title, date, author</a:t>
            </a:r>
          </a:p>
        </p:txBody>
      </p:sp>
      <p:sp>
        <p:nvSpPr>
          <p:cNvPr id="4" name="Foliennummernplatzhalter 3"/>
          <p:cNvSpPr>
            <a:spLocks noGrp="1"/>
          </p:cNvSpPr>
          <p:nvPr>
            <p:ph type="sldNum" sz="quarter" idx="12"/>
          </p:nvPr>
        </p:nvSpPr>
        <p:spPr/>
        <p:txBody>
          <a:bodyPr/>
          <a:lstStyle/>
          <a:p>
            <a:fld id="{143B55C4-4F5A-416B-997D-6CE47EB0A945}" type="slidenum">
              <a:rPr lang="en-GB" noProof="0" smtClean="0"/>
              <a:t>‹#›</a:t>
            </a:fld>
            <a:endParaRPr lang="en-GB" noProof="0"/>
          </a:p>
        </p:txBody>
      </p:sp>
      <p:pic>
        <p:nvPicPr>
          <p:cNvPr id="5" name="Grafik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64443" y="4864131"/>
            <a:ext cx="630270" cy="19051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Circle segment_01">
    <p:spTree>
      <p:nvGrpSpPr>
        <p:cNvPr id="1" name=""/>
        <p:cNvGrpSpPr/>
        <p:nvPr/>
      </p:nvGrpSpPr>
      <p:grpSpPr>
        <a:xfrm>
          <a:off x="0" y="0"/>
          <a:ext cx="0" cy="0"/>
          <a:chOff x="0" y="0"/>
          <a:chExt cx="0" cy="0"/>
        </a:xfrm>
      </p:grpSpPr>
      <p:sp>
        <p:nvSpPr>
          <p:cNvPr id="9" name="Rechteck 8"/>
          <p:cNvSpPr/>
          <p:nvPr userDrawn="1"/>
        </p:nvSpPr>
        <p:spPr>
          <a:xfrm>
            <a:off x="0" y="2196370"/>
            <a:ext cx="9144000" cy="2947130"/>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400" noProof="0">
              <a:solidFill>
                <a:schemeClr val="tx1"/>
              </a:solidFill>
              <a:latin typeface="BISansOpti"/>
            </a:endParaRPr>
          </a:p>
        </p:txBody>
      </p:sp>
      <p:cxnSp>
        <p:nvCxnSpPr>
          <p:cNvPr id="5" name="Gerade Verbindung 4"/>
          <p:cNvCxnSpPr/>
          <p:nvPr userDrawn="1"/>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3" name="Datumsplatzhalter 2"/>
          <p:cNvSpPr>
            <a:spLocks noGrp="1"/>
          </p:cNvSpPr>
          <p:nvPr>
            <p:ph type="dt" sz="half" idx="10"/>
          </p:nvPr>
        </p:nvSpPr>
        <p:spPr/>
        <p:txBody>
          <a:bodyPr/>
          <a:lstStyle/>
          <a:p>
            <a:fld id="{3A4F5901-183E-4A00-9284-9EF186007567}" type="datetime1">
              <a:rPr lang="en-GB" smtClean="0"/>
              <a:t>25/04/2024</a:t>
            </a:fld>
            <a:endParaRPr lang="en-GB"/>
          </a:p>
        </p:txBody>
      </p:sp>
      <p:sp>
        <p:nvSpPr>
          <p:cNvPr id="4" name="Fußzeilenplatzhalter 3"/>
          <p:cNvSpPr>
            <a:spLocks noGrp="1"/>
          </p:cNvSpPr>
          <p:nvPr>
            <p:ph type="ftr" sz="quarter" idx="11"/>
          </p:nvPr>
        </p:nvSpPr>
        <p:spPr/>
        <p:txBody>
          <a:bodyPr/>
          <a:lstStyle/>
          <a:p>
            <a:r>
              <a:rPr lang="en-GB"/>
              <a:t>Presentation title, date, author</a:t>
            </a:r>
          </a:p>
        </p:txBody>
      </p:sp>
      <p:sp>
        <p:nvSpPr>
          <p:cNvPr id="6" name="Foliennummernplatzhalter 5"/>
          <p:cNvSpPr>
            <a:spLocks noGrp="1"/>
          </p:cNvSpPr>
          <p:nvPr>
            <p:ph type="sldNum" sz="quarter" idx="12"/>
          </p:nvPr>
        </p:nvSpPr>
        <p:spPr/>
        <p:txBody>
          <a:bodyPr/>
          <a:lstStyle/>
          <a:p>
            <a:fld id="{143B55C4-4F5A-416B-997D-6CE47EB0A945}" type="slidenum">
              <a:rPr lang="en-GB" smtClean="0"/>
              <a:t>‹#›</a:t>
            </a:fld>
            <a:endParaRPr lang="en-GB"/>
          </a:p>
        </p:txBody>
      </p:sp>
      <p:sp>
        <p:nvSpPr>
          <p:cNvPr id="10" name="Rechteck 12"/>
          <p:cNvSpPr/>
          <p:nvPr userDrawn="1"/>
        </p:nvSpPr>
        <p:spPr>
          <a:xfrm>
            <a:off x="2" y="735013"/>
            <a:ext cx="3672981" cy="3960812"/>
          </a:xfrm>
          <a:custGeom>
            <a:avLst/>
            <a:gdLst/>
            <a:ahLst/>
            <a:cxnLst/>
            <a:rect l="l" t="t" r="r" b="b"/>
            <a:pathLst>
              <a:path w="3672981" h="3960812">
                <a:moveTo>
                  <a:pt x="0" y="0"/>
                </a:moveTo>
                <a:lnTo>
                  <a:pt x="3361658" y="0"/>
                </a:lnTo>
                <a:lnTo>
                  <a:pt x="3412473" y="127738"/>
                </a:lnTo>
                <a:cubicBezTo>
                  <a:pt x="3581102" y="597230"/>
                  <a:pt x="3672981" y="1103310"/>
                  <a:pt x="3672981" y="1630850"/>
                </a:cubicBezTo>
                <a:cubicBezTo>
                  <a:pt x="3672981" y="2378998"/>
                  <a:pt x="3488190" y="3083985"/>
                  <a:pt x="3161761" y="3702659"/>
                </a:cubicBezTo>
                <a:lnTo>
                  <a:pt x="3012298" y="3960812"/>
                </a:lnTo>
                <a:lnTo>
                  <a:pt x="0" y="3960812"/>
                </a:lnTo>
                <a:close/>
              </a:path>
            </a:pathLst>
          </a:custGeom>
          <a:solidFill>
            <a:srgbClr val="1F497D"/>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de-DE" sz="1400" err="1">
              <a:solidFill>
                <a:schemeClr val="tx1"/>
              </a:solidFill>
              <a:latin typeface="BISansOpti"/>
            </a:endParaRPr>
          </a:p>
        </p:txBody>
      </p:sp>
      <p:sp>
        <p:nvSpPr>
          <p:cNvPr id="11" name="Bildplatzhalter 20"/>
          <p:cNvSpPr>
            <a:spLocks noGrp="1"/>
          </p:cNvSpPr>
          <p:nvPr>
            <p:ph type="pic" sz="quarter" idx="13"/>
          </p:nvPr>
        </p:nvSpPr>
        <p:spPr>
          <a:xfrm>
            <a:off x="-2" y="731224"/>
            <a:ext cx="3579143" cy="3963175"/>
          </a:xfrm>
          <a:custGeom>
            <a:avLst/>
            <a:gdLst>
              <a:gd name="connsiteX0" fmla="*/ 0 w 3582000"/>
              <a:gd name="connsiteY0" fmla="*/ 0 h 3960000"/>
              <a:gd name="connsiteX1" fmla="*/ 1791000 w 3582000"/>
              <a:gd name="connsiteY1" fmla="*/ 0 h 3960000"/>
              <a:gd name="connsiteX2" fmla="*/ 3582000 w 3582000"/>
              <a:gd name="connsiteY2" fmla="*/ 1980000 h 3960000"/>
              <a:gd name="connsiteX3" fmla="*/ 1791000 w 3582000"/>
              <a:gd name="connsiteY3" fmla="*/ 3960000 h 3960000"/>
              <a:gd name="connsiteX4" fmla="*/ 0 w 3582000"/>
              <a:gd name="connsiteY4" fmla="*/ 3960000 h 3960000"/>
              <a:gd name="connsiteX5" fmla="*/ 0 w 3582000"/>
              <a:gd name="connsiteY5" fmla="*/ 0 h 3960000"/>
              <a:gd name="connsiteX0-1" fmla="*/ 0 w 3669107"/>
              <a:gd name="connsiteY0-2" fmla="*/ 0 h 3960000"/>
              <a:gd name="connsiteX1-3" fmla="*/ 1791000 w 3669107"/>
              <a:gd name="connsiteY1-4" fmla="*/ 0 h 3960000"/>
              <a:gd name="connsiteX2-5" fmla="*/ 3225219 w 3669107"/>
              <a:gd name="connsiteY2-6" fmla="*/ 807894 h 3960000"/>
              <a:gd name="connsiteX3-7" fmla="*/ 3582000 w 3669107"/>
              <a:gd name="connsiteY3-8" fmla="*/ 1980000 h 3960000"/>
              <a:gd name="connsiteX4-9" fmla="*/ 1791000 w 3669107"/>
              <a:gd name="connsiteY4-10" fmla="*/ 3960000 h 3960000"/>
              <a:gd name="connsiteX5-11" fmla="*/ 0 w 3669107"/>
              <a:gd name="connsiteY5-12" fmla="*/ 3960000 h 3960000"/>
              <a:gd name="connsiteX6" fmla="*/ 0 w 3669107"/>
              <a:gd name="connsiteY6" fmla="*/ 0 h 3960000"/>
              <a:gd name="connsiteX0-13" fmla="*/ 0 w 3597300"/>
              <a:gd name="connsiteY0-14" fmla="*/ 0 h 3960000"/>
              <a:gd name="connsiteX1-15" fmla="*/ 1791000 w 3597300"/>
              <a:gd name="connsiteY1-16" fmla="*/ 0 h 3960000"/>
              <a:gd name="connsiteX2-17" fmla="*/ 3225219 w 3597300"/>
              <a:gd name="connsiteY2-18" fmla="*/ 807894 h 3960000"/>
              <a:gd name="connsiteX3-19" fmla="*/ 3582000 w 3597300"/>
              <a:gd name="connsiteY3-20" fmla="*/ 1980000 h 3960000"/>
              <a:gd name="connsiteX4-21" fmla="*/ 2862382 w 3597300"/>
              <a:gd name="connsiteY4-22" fmla="*/ 3307821 h 3960000"/>
              <a:gd name="connsiteX5-23" fmla="*/ 1791000 w 3597300"/>
              <a:gd name="connsiteY5-24" fmla="*/ 3960000 h 3960000"/>
              <a:gd name="connsiteX6-25" fmla="*/ 0 w 3597300"/>
              <a:gd name="connsiteY6-26" fmla="*/ 3960000 h 3960000"/>
              <a:gd name="connsiteX7" fmla="*/ 0 w 3597300"/>
              <a:gd name="connsiteY7" fmla="*/ 0 h 3960000"/>
              <a:gd name="connsiteX0-27" fmla="*/ 0 w 3597300"/>
              <a:gd name="connsiteY0-28" fmla="*/ 0 h 3960000"/>
              <a:gd name="connsiteX1-29" fmla="*/ 3261025 w 3597300"/>
              <a:gd name="connsiteY1-30" fmla="*/ 3175 h 3960000"/>
              <a:gd name="connsiteX2-31" fmla="*/ 3225219 w 3597300"/>
              <a:gd name="connsiteY2-32" fmla="*/ 807894 h 3960000"/>
              <a:gd name="connsiteX3-33" fmla="*/ 3582000 w 3597300"/>
              <a:gd name="connsiteY3-34" fmla="*/ 1980000 h 3960000"/>
              <a:gd name="connsiteX4-35" fmla="*/ 2862382 w 3597300"/>
              <a:gd name="connsiteY4-36" fmla="*/ 3307821 h 3960000"/>
              <a:gd name="connsiteX5-37" fmla="*/ 1791000 w 3597300"/>
              <a:gd name="connsiteY5-38" fmla="*/ 3960000 h 3960000"/>
              <a:gd name="connsiteX6-39" fmla="*/ 0 w 3597300"/>
              <a:gd name="connsiteY6-40" fmla="*/ 3960000 h 3960000"/>
              <a:gd name="connsiteX7-41" fmla="*/ 0 w 3597300"/>
              <a:gd name="connsiteY7-42" fmla="*/ 0 h 3960000"/>
              <a:gd name="connsiteX0-43" fmla="*/ 0 w 3597300"/>
              <a:gd name="connsiteY0-44" fmla="*/ 0 h 3960000"/>
              <a:gd name="connsiteX1-45" fmla="*/ 3019725 w 3597300"/>
              <a:gd name="connsiteY1-46" fmla="*/ 282575 h 3960000"/>
              <a:gd name="connsiteX2-47" fmla="*/ 3225219 w 3597300"/>
              <a:gd name="connsiteY2-48" fmla="*/ 807894 h 3960000"/>
              <a:gd name="connsiteX3-49" fmla="*/ 3582000 w 3597300"/>
              <a:gd name="connsiteY3-50" fmla="*/ 1980000 h 3960000"/>
              <a:gd name="connsiteX4-51" fmla="*/ 2862382 w 3597300"/>
              <a:gd name="connsiteY4-52" fmla="*/ 3307821 h 3960000"/>
              <a:gd name="connsiteX5-53" fmla="*/ 1791000 w 3597300"/>
              <a:gd name="connsiteY5-54" fmla="*/ 3960000 h 3960000"/>
              <a:gd name="connsiteX6-55" fmla="*/ 0 w 3597300"/>
              <a:gd name="connsiteY6-56" fmla="*/ 3960000 h 3960000"/>
              <a:gd name="connsiteX7-57" fmla="*/ 0 w 3597300"/>
              <a:gd name="connsiteY7-58" fmla="*/ 0 h 3960000"/>
              <a:gd name="connsiteX0-59" fmla="*/ 0 w 3597300"/>
              <a:gd name="connsiteY0-60" fmla="*/ 3175 h 3963175"/>
              <a:gd name="connsiteX1-61" fmla="*/ 3264200 w 3597300"/>
              <a:gd name="connsiteY1-62" fmla="*/ 0 h 3963175"/>
              <a:gd name="connsiteX2-63" fmla="*/ 3225219 w 3597300"/>
              <a:gd name="connsiteY2-64" fmla="*/ 811069 h 3963175"/>
              <a:gd name="connsiteX3-65" fmla="*/ 3582000 w 3597300"/>
              <a:gd name="connsiteY3-66" fmla="*/ 1983175 h 3963175"/>
              <a:gd name="connsiteX4-67" fmla="*/ 2862382 w 3597300"/>
              <a:gd name="connsiteY4-68" fmla="*/ 3310996 h 3963175"/>
              <a:gd name="connsiteX5-69" fmla="*/ 1791000 w 3597300"/>
              <a:gd name="connsiteY5-70" fmla="*/ 3963175 h 3963175"/>
              <a:gd name="connsiteX6-71" fmla="*/ 0 w 3597300"/>
              <a:gd name="connsiteY6-72" fmla="*/ 3963175 h 3963175"/>
              <a:gd name="connsiteX7-73" fmla="*/ 0 w 3597300"/>
              <a:gd name="connsiteY7-74" fmla="*/ 3175 h 3963175"/>
              <a:gd name="connsiteX0-75" fmla="*/ 0 w 3597300"/>
              <a:gd name="connsiteY0-76" fmla="*/ 3175 h 3963175"/>
              <a:gd name="connsiteX1-77" fmla="*/ 3264200 w 3597300"/>
              <a:gd name="connsiteY1-78" fmla="*/ 0 h 3963175"/>
              <a:gd name="connsiteX2-79" fmla="*/ 3225219 w 3597300"/>
              <a:gd name="connsiteY2-80" fmla="*/ 811069 h 3963175"/>
              <a:gd name="connsiteX3-81" fmla="*/ 3582000 w 3597300"/>
              <a:gd name="connsiteY3-82" fmla="*/ 1983175 h 3963175"/>
              <a:gd name="connsiteX4-83" fmla="*/ 2862382 w 3597300"/>
              <a:gd name="connsiteY4-84" fmla="*/ 3310996 h 3963175"/>
              <a:gd name="connsiteX5-85" fmla="*/ 1791000 w 3597300"/>
              <a:gd name="connsiteY5-86" fmla="*/ 3963175 h 3963175"/>
              <a:gd name="connsiteX6-87" fmla="*/ 0 w 3597300"/>
              <a:gd name="connsiteY6-88" fmla="*/ 3963175 h 3963175"/>
              <a:gd name="connsiteX7-89" fmla="*/ 0 w 3597300"/>
              <a:gd name="connsiteY7-90" fmla="*/ 3175 h 3963175"/>
              <a:gd name="connsiteX0-91" fmla="*/ 0 w 3616616"/>
              <a:gd name="connsiteY0-92" fmla="*/ 21630 h 3981630"/>
              <a:gd name="connsiteX1-93" fmla="*/ 3264200 w 3616616"/>
              <a:gd name="connsiteY1-94" fmla="*/ 18455 h 3981630"/>
              <a:gd name="connsiteX2-95" fmla="*/ 3323644 w 3616616"/>
              <a:gd name="connsiteY2-96" fmla="*/ 184999 h 3981630"/>
              <a:gd name="connsiteX3-97" fmla="*/ 3582000 w 3616616"/>
              <a:gd name="connsiteY3-98" fmla="*/ 2001630 h 3981630"/>
              <a:gd name="connsiteX4-99" fmla="*/ 2862382 w 3616616"/>
              <a:gd name="connsiteY4-100" fmla="*/ 3329451 h 3981630"/>
              <a:gd name="connsiteX5-101" fmla="*/ 1791000 w 3616616"/>
              <a:gd name="connsiteY5-102" fmla="*/ 3981630 h 3981630"/>
              <a:gd name="connsiteX6-103" fmla="*/ 0 w 3616616"/>
              <a:gd name="connsiteY6-104" fmla="*/ 3981630 h 3981630"/>
              <a:gd name="connsiteX7-105" fmla="*/ 0 w 3616616"/>
              <a:gd name="connsiteY7-106" fmla="*/ 21630 h 3981630"/>
              <a:gd name="connsiteX0-107" fmla="*/ 0 w 3616616"/>
              <a:gd name="connsiteY0-108" fmla="*/ 3175 h 3963175"/>
              <a:gd name="connsiteX1-109" fmla="*/ 3264200 w 3616616"/>
              <a:gd name="connsiteY1-110" fmla="*/ 0 h 3963175"/>
              <a:gd name="connsiteX2-111" fmla="*/ 3323644 w 3616616"/>
              <a:gd name="connsiteY2-112" fmla="*/ 166544 h 3963175"/>
              <a:gd name="connsiteX3-113" fmla="*/ 3582000 w 3616616"/>
              <a:gd name="connsiteY3-114" fmla="*/ 1983175 h 3963175"/>
              <a:gd name="connsiteX4-115" fmla="*/ 2862382 w 3616616"/>
              <a:gd name="connsiteY4-116" fmla="*/ 3310996 h 3963175"/>
              <a:gd name="connsiteX5-117" fmla="*/ 1791000 w 3616616"/>
              <a:gd name="connsiteY5-118" fmla="*/ 3963175 h 3963175"/>
              <a:gd name="connsiteX6-119" fmla="*/ 0 w 3616616"/>
              <a:gd name="connsiteY6-120" fmla="*/ 3963175 h 3963175"/>
              <a:gd name="connsiteX7-121" fmla="*/ 0 w 3616616"/>
              <a:gd name="connsiteY7-122" fmla="*/ 3175 h 3963175"/>
              <a:gd name="connsiteX0-123" fmla="*/ 0 w 3601265"/>
              <a:gd name="connsiteY0-124" fmla="*/ 3175 h 3963175"/>
              <a:gd name="connsiteX1-125" fmla="*/ 3264200 w 3601265"/>
              <a:gd name="connsiteY1-126" fmla="*/ 0 h 3963175"/>
              <a:gd name="connsiteX2-127" fmla="*/ 3323644 w 3601265"/>
              <a:gd name="connsiteY2-128" fmla="*/ 166544 h 3963175"/>
              <a:gd name="connsiteX3-129" fmla="*/ 3582000 w 3601265"/>
              <a:gd name="connsiteY3-130" fmla="*/ 1983175 h 3963175"/>
              <a:gd name="connsiteX4-131" fmla="*/ 2862382 w 3601265"/>
              <a:gd name="connsiteY4-132" fmla="*/ 3310996 h 3963175"/>
              <a:gd name="connsiteX5-133" fmla="*/ 1791000 w 3601265"/>
              <a:gd name="connsiteY5-134" fmla="*/ 3963175 h 3963175"/>
              <a:gd name="connsiteX6-135" fmla="*/ 0 w 3601265"/>
              <a:gd name="connsiteY6-136" fmla="*/ 3963175 h 3963175"/>
              <a:gd name="connsiteX7-137" fmla="*/ 0 w 3601265"/>
              <a:gd name="connsiteY7-138" fmla="*/ 3175 h 3963175"/>
              <a:gd name="connsiteX0-139" fmla="*/ 0 w 3364734"/>
              <a:gd name="connsiteY0-140" fmla="*/ 3175 h 3963175"/>
              <a:gd name="connsiteX1-141" fmla="*/ 3264200 w 3364734"/>
              <a:gd name="connsiteY1-142" fmla="*/ 0 h 3963175"/>
              <a:gd name="connsiteX2-143" fmla="*/ 3323644 w 3364734"/>
              <a:gd name="connsiteY2-144" fmla="*/ 166544 h 3963175"/>
              <a:gd name="connsiteX3-145" fmla="*/ 3016850 w 3364734"/>
              <a:gd name="connsiteY3-146" fmla="*/ 1614875 h 3963175"/>
              <a:gd name="connsiteX4-147" fmla="*/ 2862382 w 3364734"/>
              <a:gd name="connsiteY4-148" fmla="*/ 3310996 h 3963175"/>
              <a:gd name="connsiteX5-149" fmla="*/ 1791000 w 3364734"/>
              <a:gd name="connsiteY5-150" fmla="*/ 3963175 h 3963175"/>
              <a:gd name="connsiteX6-151" fmla="*/ 0 w 3364734"/>
              <a:gd name="connsiteY6-152" fmla="*/ 3963175 h 3963175"/>
              <a:gd name="connsiteX7-153" fmla="*/ 0 w 3364734"/>
              <a:gd name="connsiteY7-154" fmla="*/ 3175 h 3963175"/>
              <a:gd name="connsiteX0-155" fmla="*/ 0 w 3598344"/>
              <a:gd name="connsiteY0-156" fmla="*/ 3175 h 3963175"/>
              <a:gd name="connsiteX1-157" fmla="*/ 3264200 w 3598344"/>
              <a:gd name="connsiteY1-158" fmla="*/ 0 h 3963175"/>
              <a:gd name="connsiteX2-159" fmla="*/ 3323644 w 3598344"/>
              <a:gd name="connsiteY2-160" fmla="*/ 166544 h 3963175"/>
              <a:gd name="connsiteX3-161" fmla="*/ 3578825 w 3598344"/>
              <a:gd name="connsiteY3-162" fmla="*/ 1640275 h 3963175"/>
              <a:gd name="connsiteX4-163" fmla="*/ 2862382 w 3598344"/>
              <a:gd name="connsiteY4-164" fmla="*/ 3310996 h 3963175"/>
              <a:gd name="connsiteX5-165" fmla="*/ 1791000 w 3598344"/>
              <a:gd name="connsiteY5-166" fmla="*/ 3963175 h 3963175"/>
              <a:gd name="connsiteX6-167" fmla="*/ 0 w 3598344"/>
              <a:gd name="connsiteY6-168" fmla="*/ 3963175 h 3963175"/>
              <a:gd name="connsiteX7-169" fmla="*/ 0 w 3598344"/>
              <a:gd name="connsiteY7-170" fmla="*/ 3175 h 3963175"/>
              <a:gd name="connsiteX0-171" fmla="*/ 0 w 3612056"/>
              <a:gd name="connsiteY0-172" fmla="*/ 3175 h 3963175"/>
              <a:gd name="connsiteX1-173" fmla="*/ 3264200 w 3612056"/>
              <a:gd name="connsiteY1-174" fmla="*/ 0 h 3963175"/>
              <a:gd name="connsiteX2-175" fmla="*/ 3323644 w 3612056"/>
              <a:gd name="connsiteY2-176" fmla="*/ 166544 h 3963175"/>
              <a:gd name="connsiteX3-177" fmla="*/ 3578825 w 3612056"/>
              <a:gd name="connsiteY3-178" fmla="*/ 1640275 h 3963175"/>
              <a:gd name="connsiteX4-179" fmla="*/ 2862382 w 3612056"/>
              <a:gd name="connsiteY4-180" fmla="*/ 3310996 h 3963175"/>
              <a:gd name="connsiteX5-181" fmla="*/ 1791000 w 3612056"/>
              <a:gd name="connsiteY5-182" fmla="*/ 3963175 h 3963175"/>
              <a:gd name="connsiteX6-183" fmla="*/ 0 w 3612056"/>
              <a:gd name="connsiteY6-184" fmla="*/ 3963175 h 3963175"/>
              <a:gd name="connsiteX7-185" fmla="*/ 0 w 3612056"/>
              <a:gd name="connsiteY7-186" fmla="*/ 3175 h 3963175"/>
              <a:gd name="connsiteX0-187" fmla="*/ 0 w 3635528"/>
              <a:gd name="connsiteY0-188" fmla="*/ 3175 h 3963175"/>
              <a:gd name="connsiteX1-189" fmla="*/ 3264200 w 3635528"/>
              <a:gd name="connsiteY1-190" fmla="*/ 0 h 3963175"/>
              <a:gd name="connsiteX2-191" fmla="*/ 3323644 w 3635528"/>
              <a:gd name="connsiteY2-192" fmla="*/ 166544 h 3963175"/>
              <a:gd name="connsiteX3-193" fmla="*/ 3578825 w 3635528"/>
              <a:gd name="connsiteY3-194" fmla="*/ 1640275 h 3963175"/>
              <a:gd name="connsiteX4-195" fmla="*/ 2862382 w 3635528"/>
              <a:gd name="connsiteY4-196" fmla="*/ 3310996 h 3963175"/>
              <a:gd name="connsiteX5-197" fmla="*/ 1791000 w 3635528"/>
              <a:gd name="connsiteY5-198" fmla="*/ 3963175 h 3963175"/>
              <a:gd name="connsiteX6-199" fmla="*/ 0 w 3635528"/>
              <a:gd name="connsiteY6-200" fmla="*/ 3963175 h 3963175"/>
              <a:gd name="connsiteX7-201" fmla="*/ 0 w 3635528"/>
              <a:gd name="connsiteY7-202" fmla="*/ 3175 h 3963175"/>
              <a:gd name="connsiteX0-203" fmla="*/ 0 w 3578828"/>
              <a:gd name="connsiteY0-204" fmla="*/ 3175 h 3963175"/>
              <a:gd name="connsiteX1-205" fmla="*/ 3264200 w 3578828"/>
              <a:gd name="connsiteY1-206" fmla="*/ 0 h 3963175"/>
              <a:gd name="connsiteX2-207" fmla="*/ 3323644 w 3578828"/>
              <a:gd name="connsiteY2-208" fmla="*/ 166544 h 3963175"/>
              <a:gd name="connsiteX3-209" fmla="*/ 3578825 w 3578828"/>
              <a:gd name="connsiteY3-210" fmla="*/ 1640275 h 3963175"/>
              <a:gd name="connsiteX4-211" fmla="*/ 2862382 w 3578828"/>
              <a:gd name="connsiteY4-212" fmla="*/ 3310996 h 3963175"/>
              <a:gd name="connsiteX5-213" fmla="*/ 1791000 w 3578828"/>
              <a:gd name="connsiteY5-214" fmla="*/ 3963175 h 3963175"/>
              <a:gd name="connsiteX6-215" fmla="*/ 0 w 3578828"/>
              <a:gd name="connsiteY6-216" fmla="*/ 3963175 h 3963175"/>
              <a:gd name="connsiteX7-217" fmla="*/ 0 w 3578828"/>
              <a:gd name="connsiteY7-218" fmla="*/ 3175 h 3963175"/>
              <a:gd name="connsiteX0-219" fmla="*/ 0 w 3578942"/>
              <a:gd name="connsiteY0-220" fmla="*/ 3175 h 3963175"/>
              <a:gd name="connsiteX1-221" fmla="*/ 3264200 w 3578942"/>
              <a:gd name="connsiteY1-222" fmla="*/ 0 h 3963175"/>
              <a:gd name="connsiteX2-223" fmla="*/ 3323644 w 3578942"/>
              <a:gd name="connsiteY2-224" fmla="*/ 166544 h 3963175"/>
              <a:gd name="connsiteX3-225" fmla="*/ 3578825 w 3578942"/>
              <a:gd name="connsiteY3-226" fmla="*/ 1640275 h 3963175"/>
              <a:gd name="connsiteX4-227" fmla="*/ 2862382 w 3578942"/>
              <a:gd name="connsiteY4-228" fmla="*/ 3310996 h 3963175"/>
              <a:gd name="connsiteX5-229" fmla="*/ 1791000 w 3578942"/>
              <a:gd name="connsiteY5-230" fmla="*/ 3963175 h 3963175"/>
              <a:gd name="connsiteX6-231" fmla="*/ 0 w 3578942"/>
              <a:gd name="connsiteY6-232" fmla="*/ 3963175 h 3963175"/>
              <a:gd name="connsiteX7-233" fmla="*/ 0 w 3578942"/>
              <a:gd name="connsiteY7-234" fmla="*/ 3175 h 3963175"/>
              <a:gd name="connsiteX0-235" fmla="*/ 0 w 3578942"/>
              <a:gd name="connsiteY0-236" fmla="*/ 3175 h 3963175"/>
              <a:gd name="connsiteX1-237" fmla="*/ 3264200 w 3578942"/>
              <a:gd name="connsiteY1-238" fmla="*/ 0 h 3963175"/>
              <a:gd name="connsiteX2-239" fmla="*/ 3323644 w 3578942"/>
              <a:gd name="connsiteY2-240" fmla="*/ 166544 h 3963175"/>
              <a:gd name="connsiteX3-241" fmla="*/ 3578825 w 3578942"/>
              <a:gd name="connsiteY3-242" fmla="*/ 1640275 h 3963175"/>
              <a:gd name="connsiteX4-243" fmla="*/ 2862382 w 3578942"/>
              <a:gd name="connsiteY4-244" fmla="*/ 3310996 h 3963175"/>
              <a:gd name="connsiteX5-245" fmla="*/ 1791000 w 3578942"/>
              <a:gd name="connsiteY5-246" fmla="*/ 3963175 h 3963175"/>
              <a:gd name="connsiteX6-247" fmla="*/ 0 w 3578942"/>
              <a:gd name="connsiteY6-248" fmla="*/ 3963175 h 3963175"/>
              <a:gd name="connsiteX7-249" fmla="*/ 0 w 3578942"/>
              <a:gd name="connsiteY7-250" fmla="*/ 3175 h 3963175"/>
              <a:gd name="connsiteX0-251" fmla="*/ 0 w 3590408"/>
              <a:gd name="connsiteY0-252" fmla="*/ 3175 h 3974831"/>
              <a:gd name="connsiteX1-253" fmla="*/ 3264200 w 3590408"/>
              <a:gd name="connsiteY1-254" fmla="*/ 0 h 3974831"/>
              <a:gd name="connsiteX2-255" fmla="*/ 3323644 w 3590408"/>
              <a:gd name="connsiteY2-256" fmla="*/ 166544 h 3974831"/>
              <a:gd name="connsiteX3-257" fmla="*/ 3578825 w 3590408"/>
              <a:gd name="connsiteY3-258" fmla="*/ 1640275 h 3974831"/>
              <a:gd name="connsiteX4-259" fmla="*/ 3002082 w 3590408"/>
              <a:gd name="connsiteY4-260" fmla="*/ 3809471 h 3974831"/>
              <a:gd name="connsiteX5-261" fmla="*/ 1791000 w 3590408"/>
              <a:gd name="connsiteY5-262" fmla="*/ 3963175 h 3974831"/>
              <a:gd name="connsiteX6-263" fmla="*/ 0 w 3590408"/>
              <a:gd name="connsiteY6-264" fmla="*/ 3963175 h 3974831"/>
              <a:gd name="connsiteX7-265" fmla="*/ 0 w 3590408"/>
              <a:gd name="connsiteY7-266" fmla="*/ 3175 h 3974831"/>
              <a:gd name="connsiteX0-267" fmla="*/ 0 w 3590408"/>
              <a:gd name="connsiteY0-268" fmla="*/ 3175 h 3974831"/>
              <a:gd name="connsiteX1-269" fmla="*/ 3264200 w 3590408"/>
              <a:gd name="connsiteY1-270" fmla="*/ 0 h 3974831"/>
              <a:gd name="connsiteX2-271" fmla="*/ 3323644 w 3590408"/>
              <a:gd name="connsiteY2-272" fmla="*/ 166544 h 3974831"/>
              <a:gd name="connsiteX3-273" fmla="*/ 3578825 w 3590408"/>
              <a:gd name="connsiteY3-274" fmla="*/ 1640275 h 3974831"/>
              <a:gd name="connsiteX4-275" fmla="*/ 3002082 w 3590408"/>
              <a:gd name="connsiteY4-276" fmla="*/ 3809471 h 3974831"/>
              <a:gd name="connsiteX5-277" fmla="*/ 1791000 w 3590408"/>
              <a:gd name="connsiteY5-278" fmla="*/ 3963175 h 3974831"/>
              <a:gd name="connsiteX6-279" fmla="*/ 0 w 3590408"/>
              <a:gd name="connsiteY6-280" fmla="*/ 3963175 h 3974831"/>
              <a:gd name="connsiteX7-281" fmla="*/ 0 w 3590408"/>
              <a:gd name="connsiteY7-282" fmla="*/ 3175 h 3974831"/>
              <a:gd name="connsiteX0-283" fmla="*/ 0 w 3590408"/>
              <a:gd name="connsiteY0-284" fmla="*/ 3175 h 3975950"/>
              <a:gd name="connsiteX1-285" fmla="*/ 3264200 w 3590408"/>
              <a:gd name="connsiteY1-286" fmla="*/ 0 h 3975950"/>
              <a:gd name="connsiteX2-287" fmla="*/ 3323644 w 3590408"/>
              <a:gd name="connsiteY2-288" fmla="*/ 166544 h 3975950"/>
              <a:gd name="connsiteX3-289" fmla="*/ 3578825 w 3590408"/>
              <a:gd name="connsiteY3-290" fmla="*/ 1640275 h 3975950"/>
              <a:gd name="connsiteX4-291" fmla="*/ 3002082 w 3590408"/>
              <a:gd name="connsiteY4-292" fmla="*/ 3809471 h 3975950"/>
              <a:gd name="connsiteX5-293" fmla="*/ 2908600 w 3590408"/>
              <a:gd name="connsiteY5-294" fmla="*/ 3966350 h 3975950"/>
              <a:gd name="connsiteX6-295" fmla="*/ 0 w 3590408"/>
              <a:gd name="connsiteY6-296" fmla="*/ 3963175 h 3975950"/>
              <a:gd name="connsiteX7-297" fmla="*/ 0 w 3590408"/>
              <a:gd name="connsiteY7-298" fmla="*/ 3175 h 3975950"/>
              <a:gd name="connsiteX0-299" fmla="*/ 0 w 3590408"/>
              <a:gd name="connsiteY0-300" fmla="*/ 3175 h 3966350"/>
              <a:gd name="connsiteX1-301" fmla="*/ 3264200 w 3590408"/>
              <a:gd name="connsiteY1-302" fmla="*/ 0 h 3966350"/>
              <a:gd name="connsiteX2-303" fmla="*/ 3323644 w 3590408"/>
              <a:gd name="connsiteY2-304" fmla="*/ 166544 h 3966350"/>
              <a:gd name="connsiteX3-305" fmla="*/ 3578825 w 3590408"/>
              <a:gd name="connsiteY3-306" fmla="*/ 1640275 h 3966350"/>
              <a:gd name="connsiteX4-307" fmla="*/ 3002082 w 3590408"/>
              <a:gd name="connsiteY4-308" fmla="*/ 3809471 h 3966350"/>
              <a:gd name="connsiteX5-309" fmla="*/ 2908600 w 3590408"/>
              <a:gd name="connsiteY5-310" fmla="*/ 3966350 h 3966350"/>
              <a:gd name="connsiteX6-311" fmla="*/ 0 w 3590408"/>
              <a:gd name="connsiteY6-312" fmla="*/ 3963175 h 3966350"/>
              <a:gd name="connsiteX7-313" fmla="*/ 0 w 3590408"/>
              <a:gd name="connsiteY7-314" fmla="*/ 3175 h 3966350"/>
              <a:gd name="connsiteX0-315" fmla="*/ 0 w 3590408"/>
              <a:gd name="connsiteY0-316" fmla="*/ 3175 h 3966350"/>
              <a:gd name="connsiteX1-317" fmla="*/ 3264200 w 3590408"/>
              <a:gd name="connsiteY1-318" fmla="*/ 0 h 3966350"/>
              <a:gd name="connsiteX2-319" fmla="*/ 3323644 w 3590408"/>
              <a:gd name="connsiteY2-320" fmla="*/ 166544 h 3966350"/>
              <a:gd name="connsiteX3-321" fmla="*/ 3578825 w 3590408"/>
              <a:gd name="connsiteY3-322" fmla="*/ 1640275 h 3966350"/>
              <a:gd name="connsiteX4-323" fmla="*/ 3002082 w 3590408"/>
              <a:gd name="connsiteY4-324" fmla="*/ 3809471 h 3966350"/>
              <a:gd name="connsiteX5-325" fmla="*/ 2908600 w 3590408"/>
              <a:gd name="connsiteY5-326" fmla="*/ 3966350 h 3966350"/>
              <a:gd name="connsiteX6-327" fmla="*/ 0 w 3590408"/>
              <a:gd name="connsiteY6-328" fmla="*/ 3963175 h 3966350"/>
              <a:gd name="connsiteX7-329" fmla="*/ 0 w 3590408"/>
              <a:gd name="connsiteY7-330" fmla="*/ 3175 h 3966350"/>
              <a:gd name="connsiteX0-331" fmla="*/ 0 w 3590408"/>
              <a:gd name="connsiteY0-332" fmla="*/ 3175 h 3966350"/>
              <a:gd name="connsiteX1-333" fmla="*/ 3264200 w 3590408"/>
              <a:gd name="connsiteY1-334" fmla="*/ 0 h 3966350"/>
              <a:gd name="connsiteX2-335" fmla="*/ 3323644 w 3590408"/>
              <a:gd name="connsiteY2-336" fmla="*/ 166544 h 3966350"/>
              <a:gd name="connsiteX3-337" fmla="*/ 3578825 w 3590408"/>
              <a:gd name="connsiteY3-338" fmla="*/ 1640275 h 3966350"/>
              <a:gd name="connsiteX4-339" fmla="*/ 3002082 w 3590408"/>
              <a:gd name="connsiteY4-340" fmla="*/ 3809471 h 3966350"/>
              <a:gd name="connsiteX5-341" fmla="*/ 2908600 w 3590408"/>
              <a:gd name="connsiteY5-342" fmla="*/ 3966350 h 3966350"/>
              <a:gd name="connsiteX6-343" fmla="*/ 0 w 3590408"/>
              <a:gd name="connsiteY6-344" fmla="*/ 3963175 h 3966350"/>
              <a:gd name="connsiteX7-345" fmla="*/ 0 w 3590408"/>
              <a:gd name="connsiteY7-346" fmla="*/ 3175 h 3966350"/>
              <a:gd name="connsiteX0-347" fmla="*/ 0 w 3580367"/>
              <a:gd name="connsiteY0-348" fmla="*/ 3175 h 3966350"/>
              <a:gd name="connsiteX1-349" fmla="*/ 3264200 w 3580367"/>
              <a:gd name="connsiteY1-350" fmla="*/ 0 h 3966350"/>
              <a:gd name="connsiteX2-351" fmla="*/ 3323644 w 3580367"/>
              <a:gd name="connsiteY2-352" fmla="*/ 166544 h 3966350"/>
              <a:gd name="connsiteX3-353" fmla="*/ 3578825 w 3580367"/>
              <a:gd name="connsiteY3-354" fmla="*/ 1640275 h 3966350"/>
              <a:gd name="connsiteX4-355" fmla="*/ 3002082 w 3580367"/>
              <a:gd name="connsiteY4-356" fmla="*/ 3809471 h 3966350"/>
              <a:gd name="connsiteX5-357" fmla="*/ 2908600 w 3580367"/>
              <a:gd name="connsiteY5-358" fmla="*/ 3966350 h 3966350"/>
              <a:gd name="connsiteX6-359" fmla="*/ 0 w 3580367"/>
              <a:gd name="connsiteY6-360" fmla="*/ 3963175 h 3966350"/>
              <a:gd name="connsiteX7-361" fmla="*/ 0 w 3580367"/>
              <a:gd name="connsiteY7-362" fmla="*/ 3175 h 3966350"/>
              <a:gd name="connsiteX0-363" fmla="*/ 0 w 3578976"/>
              <a:gd name="connsiteY0-364" fmla="*/ 3175 h 3966350"/>
              <a:gd name="connsiteX1-365" fmla="*/ 3264200 w 3578976"/>
              <a:gd name="connsiteY1-366" fmla="*/ 0 h 3966350"/>
              <a:gd name="connsiteX2-367" fmla="*/ 3323644 w 3578976"/>
              <a:gd name="connsiteY2-368" fmla="*/ 166544 h 3966350"/>
              <a:gd name="connsiteX3-369" fmla="*/ 3578825 w 3578976"/>
              <a:gd name="connsiteY3-370" fmla="*/ 1640275 h 3966350"/>
              <a:gd name="connsiteX4-371" fmla="*/ 3002082 w 3578976"/>
              <a:gd name="connsiteY4-372" fmla="*/ 3809471 h 3966350"/>
              <a:gd name="connsiteX5-373" fmla="*/ 2908600 w 3578976"/>
              <a:gd name="connsiteY5-374" fmla="*/ 3966350 h 3966350"/>
              <a:gd name="connsiteX6-375" fmla="*/ 0 w 3578976"/>
              <a:gd name="connsiteY6-376" fmla="*/ 3963175 h 3966350"/>
              <a:gd name="connsiteX7-377" fmla="*/ 0 w 3578976"/>
              <a:gd name="connsiteY7-378" fmla="*/ 3175 h 3966350"/>
              <a:gd name="connsiteX0-379" fmla="*/ 0 w 3579143"/>
              <a:gd name="connsiteY0-380" fmla="*/ 3175 h 3966350"/>
              <a:gd name="connsiteX1-381" fmla="*/ 3264200 w 3579143"/>
              <a:gd name="connsiteY1-382" fmla="*/ 0 h 3966350"/>
              <a:gd name="connsiteX2-383" fmla="*/ 3323644 w 3579143"/>
              <a:gd name="connsiteY2-384" fmla="*/ 166544 h 3966350"/>
              <a:gd name="connsiteX3-385" fmla="*/ 3578825 w 3579143"/>
              <a:gd name="connsiteY3-386" fmla="*/ 1640275 h 3966350"/>
              <a:gd name="connsiteX4-387" fmla="*/ 3002082 w 3579143"/>
              <a:gd name="connsiteY4-388" fmla="*/ 3809471 h 3966350"/>
              <a:gd name="connsiteX5-389" fmla="*/ 2908600 w 3579143"/>
              <a:gd name="connsiteY5-390" fmla="*/ 3966350 h 3966350"/>
              <a:gd name="connsiteX6-391" fmla="*/ 0 w 3579143"/>
              <a:gd name="connsiteY6-392" fmla="*/ 3963175 h 3966350"/>
              <a:gd name="connsiteX7-393" fmla="*/ 0 w 3579143"/>
              <a:gd name="connsiteY7-394" fmla="*/ 3175 h 3966350"/>
              <a:gd name="connsiteX0-395" fmla="*/ 0 w 3579143"/>
              <a:gd name="connsiteY0-396" fmla="*/ 3175 h 4131450"/>
              <a:gd name="connsiteX1-397" fmla="*/ 3264200 w 3579143"/>
              <a:gd name="connsiteY1-398" fmla="*/ 0 h 4131450"/>
              <a:gd name="connsiteX2-399" fmla="*/ 3323644 w 3579143"/>
              <a:gd name="connsiteY2-400" fmla="*/ 166544 h 4131450"/>
              <a:gd name="connsiteX3-401" fmla="*/ 3578825 w 3579143"/>
              <a:gd name="connsiteY3-402" fmla="*/ 1640275 h 4131450"/>
              <a:gd name="connsiteX4-403" fmla="*/ 3002082 w 3579143"/>
              <a:gd name="connsiteY4-404" fmla="*/ 3809471 h 4131450"/>
              <a:gd name="connsiteX5-405" fmla="*/ 3159425 w 3579143"/>
              <a:gd name="connsiteY5-406" fmla="*/ 4131450 h 4131450"/>
              <a:gd name="connsiteX6-407" fmla="*/ 0 w 3579143"/>
              <a:gd name="connsiteY6-408" fmla="*/ 3963175 h 4131450"/>
              <a:gd name="connsiteX7-409" fmla="*/ 0 w 3579143"/>
              <a:gd name="connsiteY7-410" fmla="*/ 3175 h 4131450"/>
              <a:gd name="connsiteX0-411" fmla="*/ 0 w 3579143"/>
              <a:gd name="connsiteY0-412" fmla="*/ 3175 h 3963175"/>
              <a:gd name="connsiteX1-413" fmla="*/ 3264200 w 3579143"/>
              <a:gd name="connsiteY1-414" fmla="*/ 0 h 3963175"/>
              <a:gd name="connsiteX2-415" fmla="*/ 3323644 w 3579143"/>
              <a:gd name="connsiteY2-416" fmla="*/ 166544 h 3963175"/>
              <a:gd name="connsiteX3-417" fmla="*/ 3578825 w 3579143"/>
              <a:gd name="connsiteY3-418" fmla="*/ 1640275 h 3963175"/>
              <a:gd name="connsiteX4-419" fmla="*/ 3002082 w 3579143"/>
              <a:gd name="connsiteY4-420" fmla="*/ 3809471 h 3963175"/>
              <a:gd name="connsiteX5-421" fmla="*/ 2905425 w 3579143"/>
              <a:gd name="connsiteY5-422" fmla="*/ 3963175 h 3963175"/>
              <a:gd name="connsiteX6-423" fmla="*/ 0 w 3579143"/>
              <a:gd name="connsiteY6-424" fmla="*/ 3963175 h 3963175"/>
              <a:gd name="connsiteX7-425" fmla="*/ 0 w 3579143"/>
              <a:gd name="connsiteY7-426" fmla="*/ 3175 h 3963175"/>
              <a:gd name="connsiteX0-427" fmla="*/ 0 w 3579143"/>
              <a:gd name="connsiteY0-428" fmla="*/ 3175 h 3963175"/>
              <a:gd name="connsiteX1-429" fmla="*/ 3264200 w 3579143"/>
              <a:gd name="connsiteY1-430" fmla="*/ 0 h 3963175"/>
              <a:gd name="connsiteX2-431" fmla="*/ 3323644 w 3579143"/>
              <a:gd name="connsiteY2-432" fmla="*/ 166544 h 3963175"/>
              <a:gd name="connsiteX3-433" fmla="*/ 3578825 w 3579143"/>
              <a:gd name="connsiteY3-434" fmla="*/ 1640275 h 3963175"/>
              <a:gd name="connsiteX4-435" fmla="*/ 3002082 w 3579143"/>
              <a:gd name="connsiteY4-436" fmla="*/ 3809471 h 3963175"/>
              <a:gd name="connsiteX5-437" fmla="*/ 2905425 w 3579143"/>
              <a:gd name="connsiteY5-438" fmla="*/ 3963175 h 3963175"/>
              <a:gd name="connsiteX6-439" fmla="*/ 0 w 3579143"/>
              <a:gd name="connsiteY6-440" fmla="*/ 3963175 h 3963175"/>
              <a:gd name="connsiteX7-441" fmla="*/ 0 w 3579143"/>
              <a:gd name="connsiteY7-442" fmla="*/ 3175 h 3963175"/>
              <a:gd name="connsiteX0-443" fmla="*/ 0 w 3579143"/>
              <a:gd name="connsiteY0-444" fmla="*/ 3175 h 3963175"/>
              <a:gd name="connsiteX1-445" fmla="*/ 3264200 w 3579143"/>
              <a:gd name="connsiteY1-446" fmla="*/ 0 h 3963175"/>
              <a:gd name="connsiteX2-447" fmla="*/ 3323644 w 3579143"/>
              <a:gd name="connsiteY2-448" fmla="*/ 166544 h 3963175"/>
              <a:gd name="connsiteX3-449" fmla="*/ 3578825 w 3579143"/>
              <a:gd name="connsiteY3-450" fmla="*/ 1640275 h 3963175"/>
              <a:gd name="connsiteX4-451" fmla="*/ 3002082 w 3579143"/>
              <a:gd name="connsiteY4-452" fmla="*/ 3809471 h 3963175"/>
              <a:gd name="connsiteX5-453" fmla="*/ 2905425 w 3579143"/>
              <a:gd name="connsiteY5-454" fmla="*/ 3963175 h 3963175"/>
              <a:gd name="connsiteX6-455" fmla="*/ 0 w 3579143"/>
              <a:gd name="connsiteY6-456" fmla="*/ 3963175 h 3963175"/>
              <a:gd name="connsiteX7-457" fmla="*/ 0 w 3579143"/>
              <a:gd name="connsiteY7-458" fmla="*/ 3175 h 3963175"/>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25" y="connsiteY6-26"/>
              </a:cxn>
              <a:cxn ang="0">
                <a:pos x="connsiteX7-41" y="connsiteY7-42"/>
              </a:cxn>
            </a:cxnLst>
            <a:rect l="l" t="t" r="r" b="b"/>
            <a:pathLst>
              <a:path w="3579143" h="3963175">
                <a:moveTo>
                  <a:pt x="0" y="3175"/>
                </a:moveTo>
                <a:lnTo>
                  <a:pt x="3264200" y="0"/>
                </a:lnTo>
                <a:cubicBezTo>
                  <a:pt x="3287387" y="61624"/>
                  <a:pt x="3301369" y="106419"/>
                  <a:pt x="3323644" y="166544"/>
                </a:cubicBezTo>
                <a:cubicBezTo>
                  <a:pt x="3491969" y="623544"/>
                  <a:pt x="3568919" y="877546"/>
                  <a:pt x="3578825" y="1640275"/>
                </a:cubicBezTo>
                <a:cubicBezTo>
                  <a:pt x="3588731" y="2403004"/>
                  <a:pt x="3367257" y="3165146"/>
                  <a:pt x="3002082" y="3809471"/>
                </a:cubicBezTo>
                <a:cubicBezTo>
                  <a:pt x="2973457" y="3863246"/>
                  <a:pt x="3011014" y="3800503"/>
                  <a:pt x="2905425" y="3963175"/>
                </a:cubicBezTo>
                <a:lnTo>
                  <a:pt x="0" y="3963175"/>
                </a:lnTo>
                <a:lnTo>
                  <a:pt x="0" y="3175"/>
                </a:lnTo>
                <a:close/>
              </a:path>
            </a:pathLst>
          </a:custGeom>
          <a:noFill/>
          <a:ln>
            <a:noFill/>
          </a:ln>
        </p:spPr>
        <p:txBody>
          <a:bodyPr lIns="720000" tIns="720000" rIns="720000" bIns="720000">
            <a:normAutofit/>
          </a:bodyPr>
          <a:lstStyle>
            <a:lvl1pPr marL="0" indent="0" algn="ctr">
              <a:buNone/>
              <a:defRPr sz="1400" baseline="0">
                <a:solidFill>
                  <a:schemeClr val="bg1"/>
                </a:solidFill>
              </a:defRPr>
            </a:lvl1pPr>
          </a:lstStyle>
          <a:p>
            <a:r>
              <a:rPr lang="zh-CN" altLang="en-US"/>
              <a:t>单击图标添加图片</a:t>
            </a:r>
            <a:endParaRPr lang="de-DE"/>
          </a:p>
        </p:txBody>
      </p:sp>
      <p:sp>
        <p:nvSpPr>
          <p:cNvPr id="13" name="Titel 7"/>
          <p:cNvSpPr>
            <a:spLocks noGrp="1"/>
          </p:cNvSpPr>
          <p:nvPr>
            <p:ph type="title" hasCustomPrompt="1"/>
          </p:nvPr>
        </p:nvSpPr>
        <p:spPr>
          <a:xfrm>
            <a:off x="367575" y="290572"/>
            <a:ext cx="8408850" cy="369332"/>
          </a:xfrm>
        </p:spPr>
        <p:txBody>
          <a:bodyPr/>
          <a:lstStyle/>
          <a:p>
            <a:r>
              <a:rPr lang="en-GB" noProof="0"/>
              <a:t>Click to add headline</a:t>
            </a:r>
          </a:p>
        </p:txBody>
      </p:sp>
      <p:sp>
        <p:nvSpPr>
          <p:cNvPr id="14" name="Inhaltsplatzhalter 11"/>
          <p:cNvSpPr>
            <a:spLocks noGrp="1"/>
          </p:cNvSpPr>
          <p:nvPr>
            <p:ph sz="quarter" idx="14" hasCustomPrompt="1"/>
          </p:nvPr>
        </p:nvSpPr>
        <p:spPr>
          <a:xfrm>
            <a:off x="3848399" y="1198800"/>
            <a:ext cx="4928026" cy="3394800"/>
          </a:xfrm>
        </p:spPr>
        <p:txBody>
          <a:bodyPr/>
          <a:lstStyle>
            <a:lvl1pPr>
              <a:defRPr baseline="0">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en-GB" noProof="0"/>
              <a:t>Click to add text</a:t>
            </a:r>
          </a:p>
        </p:txBody>
      </p:sp>
      <p:pic>
        <p:nvPicPr>
          <p:cNvPr id="12" name="Grafik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64443" y="4864131"/>
            <a:ext cx="630270" cy="19051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Circle segment_02">
    <p:spTree>
      <p:nvGrpSpPr>
        <p:cNvPr id="1" name=""/>
        <p:cNvGrpSpPr/>
        <p:nvPr/>
      </p:nvGrpSpPr>
      <p:grpSpPr>
        <a:xfrm>
          <a:off x="0" y="0"/>
          <a:ext cx="0" cy="0"/>
          <a:chOff x="0" y="0"/>
          <a:chExt cx="0" cy="0"/>
        </a:xfrm>
      </p:grpSpPr>
      <p:sp>
        <p:nvSpPr>
          <p:cNvPr id="9" name="Rechteck 8"/>
          <p:cNvSpPr/>
          <p:nvPr userDrawn="1"/>
        </p:nvSpPr>
        <p:spPr>
          <a:xfrm>
            <a:off x="0" y="2196370"/>
            <a:ext cx="9144000" cy="2947130"/>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400" noProof="0">
              <a:solidFill>
                <a:schemeClr val="tx1"/>
              </a:solidFill>
              <a:latin typeface="BISansOpti"/>
            </a:endParaRPr>
          </a:p>
        </p:txBody>
      </p:sp>
      <p:cxnSp>
        <p:nvCxnSpPr>
          <p:cNvPr id="5" name="Gerade Verbindung 4"/>
          <p:cNvCxnSpPr/>
          <p:nvPr userDrawn="1"/>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3" name="Datumsplatzhalter 2"/>
          <p:cNvSpPr>
            <a:spLocks noGrp="1"/>
          </p:cNvSpPr>
          <p:nvPr>
            <p:ph type="dt" sz="half" idx="10"/>
          </p:nvPr>
        </p:nvSpPr>
        <p:spPr/>
        <p:txBody>
          <a:bodyPr/>
          <a:lstStyle/>
          <a:p>
            <a:fld id="{3A4F5901-183E-4A00-9284-9EF186007567}" type="datetime1">
              <a:rPr lang="en-GB" smtClean="0"/>
              <a:t>25/04/2024</a:t>
            </a:fld>
            <a:endParaRPr lang="en-GB"/>
          </a:p>
        </p:txBody>
      </p:sp>
      <p:sp>
        <p:nvSpPr>
          <p:cNvPr id="4" name="Fußzeilenplatzhalter 3"/>
          <p:cNvSpPr>
            <a:spLocks noGrp="1"/>
          </p:cNvSpPr>
          <p:nvPr>
            <p:ph type="ftr" sz="quarter" idx="11"/>
          </p:nvPr>
        </p:nvSpPr>
        <p:spPr/>
        <p:txBody>
          <a:bodyPr/>
          <a:lstStyle/>
          <a:p>
            <a:r>
              <a:rPr lang="en-GB"/>
              <a:t>Presentation title, date, author</a:t>
            </a:r>
          </a:p>
        </p:txBody>
      </p:sp>
      <p:sp>
        <p:nvSpPr>
          <p:cNvPr id="6" name="Foliennummernplatzhalter 5"/>
          <p:cNvSpPr>
            <a:spLocks noGrp="1"/>
          </p:cNvSpPr>
          <p:nvPr>
            <p:ph type="sldNum" sz="quarter" idx="12"/>
          </p:nvPr>
        </p:nvSpPr>
        <p:spPr/>
        <p:txBody>
          <a:bodyPr/>
          <a:lstStyle/>
          <a:p>
            <a:fld id="{143B55C4-4F5A-416B-997D-6CE47EB0A945}" type="slidenum">
              <a:rPr lang="en-GB" smtClean="0"/>
              <a:t>‹#›</a:t>
            </a:fld>
            <a:endParaRPr lang="en-GB"/>
          </a:p>
        </p:txBody>
      </p:sp>
      <p:sp>
        <p:nvSpPr>
          <p:cNvPr id="10" name="Rechteck 12"/>
          <p:cNvSpPr/>
          <p:nvPr userDrawn="1"/>
        </p:nvSpPr>
        <p:spPr>
          <a:xfrm>
            <a:off x="2" y="735013"/>
            <a:ext cx="3672981" cy="3960812"/>
          </a:xfrm>
          <a:custGeom>
            <a:avLst/>
            <a:gdLst/>
            <a:ahLst/>
            <a:cxnLst/>
            <a:rect l="l" t="t" r="r" b="b"/>
            <a:pathLst>
              <a:path w="3672981" h="3960812">
                <a:moveTo>
                  <a:pt x="0" y="0"/>
                </a:moveTo>
                <a:lnTo>
                  <a:pt x="3361658" y="0"/>
                </a:lnTo>
                <a:lnTo>
                  <a:pt x="3412473" y="127738"/>
                </a:lnTo>
                <a:cubicBezTo>
                  <a:pt x="3581102" y="597230"/>
                  <a:pt x="3672981" y="1103310"/>
                  <a:pt x="3672981" y="1630850"/>
                </a:cubicBezTo>
                <a:cubicBezTo>
                  <a:pt x="3672981" y="2378998"/>
                  <a:pt x="3488190" y="3083985"/>
                  <a:pt x="3161761" y="3702659"/>
                </a:cubicBezTo>
                <a:lnTo>
                  <a:pt x="3012298" y="3960812"/>
                </a:lnTo>
                <a:lnTo>
                  <a:pt x="0" y="3960812"/>
                </a:lnTo>
                <a:close/>
              </a:path>
            </a:pathLst>
          </a:cu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de-DE" sz="1400" err="1">
              <a:solidFill>
                <a:schemeClr val="tx1"/>
              </a:solidFill>
              <a:latin typeface="BISansOpti"/>
            </a:endParaRPr>
          </a:p>
        </p:txBody>
      </p:sp>
      <p:sp>
        <p:nvSpPr>
          <p:cNvPr id="11" name="Bildplatzhalter 20"/>
          <p:cNvSpPr>
            <a:spLocks noGrp="1"/>
          </p:cNvSpPr>
          <p:nvPr>
            <p:ph type="pic" sz="quarter" idx="13"/>
          </p:nvPr>
        </p:nvSpPr>
        <p:spPr>
          <a:xfrm>
            <a:off x="-2" y="731224"/>
            <a:ext cx="3579143" cy="3963175"/>
          </a:xfrm>
          <a:custGeom>
            <a:avLst/>
            <a:gdLst>
              <a:gd name="connsiteX0" fmla="*/ 0 w 3582000"/>
              <a:gd name="connsiteY0" fmla="*/ 0 h 3960000"/>
              <a:gd name="connsiteX1" fmla="*/ 1791000 w 3582000"/>
              <a:gd name="connsiteY1" fmla="*/ 0 h 3960000"/>
              <a:gd name="connsiteX2" fmla="*/ 3582000 w 3582000"/>
              <a:gd name="connsiteY2" fmla="*/ 1980000 h 3960000"/>
              <a:gd name="connsiteX3" fmla="*/ 1791000 w 3582000"/>
              <a:gd name="connsiteY3" fmla="*/ 3960000 h 3960000"/>
              <a:gd name="connsiteX4" fmla="*/ 0 w 3582000"/>
              <a:gd name="connsiteY4" fmla="*/ 3960000 h 3960000"/>
              <a:gd name="connsiteX5" fmla="*/ 0 w 3582000"/>
              <a:gd name="connsiteY5" fmla="*/ 0 h 3960000"/>
              <a:gd name="connsiteX0-1" fmla="*/ 0 w 3669107"/>
              <a:gd name="connsiteY0-2" fmla="*/ 0 h 3960000"/>
              <a:gd name="connsiteX1-3" fmla="*/ 1791000 w 3669107"/>
              <a:gd name="connsiteY1-4" fmla="*/ 0 h 3960000"/>
              <a:gd name="connsiteX2-5" fmla="*/ 3225219 w 3669107"/>
              <a:gd name="connsiteY2-6" fmla="*/ 807894 h 3960000"/>
              <a:gd name="connsiteX3-7" fmla="*/ 3582000 w 3669107"/>
              <a:gd name="connsiteY3-8" fmla="*/ 1980000 h 3960000"/>
              <a:gd name="connsiteX4-9" fmla="*/ 1791000 w 3669107"/>
              <a:gd name="connsiteY4-10" fmla="*/ 3960000 h 3960000"/>
              <a:gd name="connsiteX5-11" fmla="*/ 0 w 3669107"/>
              <a:gd name="connsiteY5-12" fmla="*/ 3960000 h 3960000"/>
              <a:gd name="connsiteX6" fmla="*/ 0 w 3669107"/>
              <a:gd name="connsiteY6" fmla="*/ 0 h 3960000"/>
              <a:gd name="connsiteX0-13" fmla="*/ 0 w 3597300"/>
              <a:gd name="connsiteY0-14" fmla="*/ 0 h 3960000"/>
              <a:gd name="connsiteX1-15" fmla="*/ 1791000 w 3597300"/>
              <a:gd name="connsiteY1-16" fmla="*/ 0 h 3960000"/>
              <a:gd name="connsiteX2-17" fmla="*/ 3225219 w 3597300"/>
              <a:gd name="connsiteY2-18" fmla="*/ 807894 h 3960000"/>
              <a:gd name="connsiteX3-19" fmla="*/ 3582000 w 3597300"/>
              <a:gd name="connsiteY3-20" fmla="*/ 1980000 h 3960000"/>
              <a:gd name="connsiteX4-21" fmla="*/ 2862382 w 3597300"/>
              <a:gd name="connsiteY4-22" fmla="*/ 3307821 h 3960000"/>
              <a:gd name="connsiteX5-23" fmla="*/ 1791000 w 3597300"/>
              <a:gd name="connsiteY5-24" fmla="*/ 3960000 h 3960000"/>
              <a:gd name="connsiteX6-25" fmla="*/ 0 w 3597300"/>
              <a:gd name="connsiteY6-26" fmla="*/ 3960000 h 3960000"/>
              <a:gd name="connsiteX7" fmla="*/ 0 w 3597300"/>
              <a:gd name="connsiteY7" fmla="*/ 0 h 3960000"/>
              <a:gd name="connsiteX0-27" fmla="*/ 0 w 3597300"/>
              <a:gd name="connsiteY0-28" fmla="*/ 0 h 3960000"/>
              <a:gd name="connsiteX1-29" fmla="*/ 3261025 w 3597300"/>
              <a:gd name="connsiteY1-30" fmla="*/ 3175 h 3960000"/>
              <a:gd name="connsiteX2-31" fmla="*/ 3225219 w 3597300"/>
              <a:gd name="connsiteY2-32" fmla="*/ 807894 h 3960000"/>
              <a:gd name="connsiteX3-33" fmla="*/ 3582000 w 3597300"/>
              <a:gd name="connsiteY3-34" fmla="*/ 1980000 h 3960000"/>
              <a:gd name="connsiteX4-35" fmla="*/ 2862382 w 3597300"/>
              <a:gd name="connsiteY4-36" fmla="*/ 3307821 h 3960000"/>
              <a:gd name="connsiteX5-37" fmla="*/ 1791000 w 3597300"/>
              <a:gd name="connsiteY5-38" fmla="*/ 3960000 h 3960000"/>
              <a:gd name="connsiteX6-39" fmla="*/ 0 w 3597300"/>
              <a:gd name="connsiteY6-40" fmla="*/ 3960000 h 3960000"/>
              <a:gd name="connsiteX7-41" fmla="*/ 0 w 3597300"/>
              <a:gd name="connsiteY7-42" fmla="*/ 0 h 3960000"/>
              <a:gd name="connsiteX0-43" fmla="*/ 0 w 3597300"/>
              <a:gd name="connsiteY0-44" fmla="*/ 0 h 3960000"/>
              <a:gd name="connsiteX1-45" fmla="*/ 3019725 w 3597300"/>
              <a:gd name="connsiteY1-46" fmla="*/ 282575 h 3960000"/>
              <a:gd name="connsiteX2-47" fmla="*/ 3225219 w 3597300"/>
              <a:gd name="connsiteY2-48" fmla="*/ 807894 h 3960000"/>
              <a:gd name="connsiteX3-49" fmla="*/ 3582000 w 3597300"/>
              <a:gd name="connsiteY3-50" fmla="*/ 1980000 h 3960000"/>
              <a:gd name="connsiteX4-51" fmla="*/ 2862382 w 3597300"/>
              <a:gd name="connsiteY4-52" fmla="*/ 3307821 h 3960000"/>
              <a:gd name="connsiteX5-53" fmla="*/ 1791000 w 3597300"/>
              <a:gd name="connsiteY5-54" fmla="*/ 3960000 h 3960000"/>
              <a:gd name="connsiteX6-55" fmla="*/ 0 w 3597300"/>
              <a:gd name="connsiteY6-56" fmla="*/ 3960000 h 3960000"/>
              <a:gd name="connsiteX7-57" fmla="*/ 0 w 3597300"/>
              <a:gd name="connsiteY7-58" fmla="*/ 0 h 3960000"/>
              <a:gd name="connsiteX0-59" fmla="*/ 0 w 3597300"/>
              <a:gd name="connsiteY0-60" fmla="*/ 3175 h 3963175"/>
              <a:gd name="connsiteX1-61" fmla="*/ 3264200 w 3597300"/>
              <a:gd name="connsiteY1-62" fmla="*/ 0 h 3963175"/>
              <a:gd name="connsiteX2-63" fmla="*/ 3225219 w 3597300"/>
              <a:gd name="connsiteY2-64" fmla="*/ 811069 h 3963175"/>
              <a:gd name="connsiteX3-65" fmla="*/ 3582000 w 3597300"/>
              <a:gd name="connsiteY3-66" fmla="*/ 1983175 h 3963175"/>
              <a:gd name="connsiteX4-67" fmla="*/ 2862382 w 3597300"/>
              <a:gd name="connsiteY4-68" fmla="*/ 3310996 h 3963175"/>
              <a:gd name="connsiteX5-69" fmla="*/ 1791000 w 3597300"/>
              <a:gd name="connsiteY5-70" fmla="*/ 3963175 h 3963175"/>
              <a:gd name="connsiteX6-71" fmla="*/ 0 w 3597300"/>
              <a:gd name="connsiteY6-72" fmla="*/ 3963175 h 3963175"/>
              <a:gd name="connsiteX7-73" fmla="*/ 0 w 3597300"/>
              <a:gd name="connsiteY7-74" fmla="*/ 3175 h 3963175"/>
              <a:gd name="connsiteX0-75" fmla="*/ 0 w 3597300"/>
              <a:gd name="connsiteY0-76" fmla="*/ 3175 h 3963175"/>
              <a:gd name="connsiteX1-77" fmla="*/ 3264200 w 3597300"/>
              <a:gd name="connsiteY1-78" fmla="*/ 0 h 3963175"/>
              <a:gd name="connsiteX2-79" fmla="*/ 3225219 w 3597300"/>
              <a:gd name="connsiteY2-80" fmla="*/ 811069 h 3963175"/>
              <a:gd name="connsiteX3-81" fmla="*/ 3582000 w 3597300"/>
              <a:gd name="connsiteY3-82" fmla="*/ 1983175 h 3963175"/>
              <a:gd name="connsiteX4-83" fmla="*/ 2862382 w 3597300"/>
              <a:gd name="connsiteY4-84" fmla="*/ 3310996 h 3963175"/>
              <a:gd name="connsiteX5-85" fmla="*/ 1791000 w 3597300"/>
              <a:gd name="connsiteY5-86" fmla="*/ 3963175 h 3963175"/>
              <a:gd name="connsiteX6-87" fmla="*/ 0 w 3597300"/>
              <a:gd name="connsiteY6-88" fmla="*/ 3963175 h 3963175"/>
              <a:gd name="connsiteX7-89" fmla="*/ 0 w 3597300"/>
              <a:gd name="connsiteY7-90" fmla="*/ 3175 h 3963175"/>
              <a:gd name="connsiteX0-91" fmla="*/ 0 w 3616616"/>
              <a:gd name="connsiteY0-92" fmla="*/ 21630 h 3981630"/>
              <a:gd name="connsiteX1-93" fmla="*/ 3264200 w 3616616"/>
              <a:gd name="connsiteY1-94" fmla="*/ 18455 h 3981630"/>
              <a:gd name="connsiteX2-95" fmla="*/ 3323644 w 3616616"/>
              <a:gd name="connsiteY2-96" fmla="*/ 184999 h 3981630"/>
              <a:gd name="connsiteX3-97" fmla="*/ 3582000 w 3616616"/>
              <a:gd name="connsiteY3-98" fmla="*/ 2001630 h 3981630"/>
              <a:gd name="connsiteX4-99" fmla="*/ 2862382 w 3616616"/>
              <a:gd name="connsiteY4-100" fmla="*/ 3329451 h 3981630"/>
              <a:gd name="connsiteX5-101" fmla="*/ 1791000 w 3616616"/>
              <a:gd name="connsiteY5-102" fmla="*/ 3981630 h 3981630"/>
              <a:gd name="connsiteX6-103" fmla="*/ 0 w 3616616"/>
              <a:gd name="connsiteY6-104" fmla="*/ 3981630 h 3981630"/>
              <a:gd name="connsiteX7-105" fmla="*/ 0 w 3616616"/>
              <a:gd name="connsiteY7-106" fmla="*/ 21630 h 3981630"/>
              <a:gd name="connsiteX0-107" fmla="*/ 0 w 3616616"/>
              <a:gd name="connsiteY0-108" fmla="*/ 3175 h 3963175"/>
              <a:gd name="connsiteX1-109" fmla="*/ 3264200 w 3616616"/>
              <a:gd name="connsiteY1-110" fmla="*/ 0 h 3963175"/>
              <a:gd name="connsiteX2-111" fmla="*/ 3323644 w 3616616"/>
              <a:gd name="connsiteY2-112" fmla="*/ 166544 h 3963175"/>
              <a:gd name="connsiteX3-113" fmla="*/ 3582000 w 3616616"/>
              <a:gd name="connsiteY3-114" fmla="*/ 1983175 h 3963175"/>
              <a:gd name="connsiteX4-115" fmla="*/ 2862382 w 3616616"/>
              <a:gd name="connsiteY4-116" fmla="*/ 3310996 h 3963175"/>
              <a:gd name="connsiteX5-117" fmla="*/ 1791000 w 3616616"/>
              <a:gd name="connsiteY5-118" fmla="*/ 3963175 h 3963175"/>
              <a:gd name="connsiteX6-119" fmla="*/ 0 w 3616616"/>
              <a:gd name="connsiteY6-120" fmla="*/ 3963175 h 3963175"/>
              <a:gd name="connsiteX7-121" fmla="*/ 0 w 3616616"/>
              <a:gd name="connsiteY7-122" fmla="*/ 3175 h 3963175"/>
              <a:gd name="connsiteX0-123" fmla="*/ 0 w 3601265"/>
              <a:gd name="connsiteY0-124" fmla="*/ 3175 h 3963175"/>
              <a:gd name="connsiteX1-125" fmla="*/ 3264200 w 3601265"/>
              <a:gd name="connsiteY1-126" fmla="*/ 0 h 3963175"/>
              <a:gd name="connsiteX2-127" fmla="*/ 3323644 w 3601265"/>
              <a:gd name="connsiteY2-128" fmla="*/ 166544 h 3963175"/>
              <a:gd name="connsiteX3-129" fmla="*/ 3582000 w 3601265"/>
              <a:gd name="connsiteY3-130" fmla="*/ 1983175 h 3963175"/>
              <a:gd name="connsiteX4-131" fmla="*/ 2862382 w 3601265"/>
              <a:gd name="connsiteY4-132" fmla="*/ 3310996 h 3963175"/>
              <a:gd name="connsiteX5-133" fmla="*/ 1791000 w 3601265"/>
              <a:gd name="connsiteY5-134" fmla="*/ 3963175 h 3963175"/>
              <a:gd name="connsiteX6-135" fmla="*/ 0 w 3601265"/>
              <a:gd name="connsiteY6-136" fmla="*/ 3963175 h 3963175"/>
              <a:gd name="connsiteX7-137" fmla="*/ 0 w 3601265"/>
              <a:gd name="connsiteY7-138" fmla="*/ 3175 h 3963175"/>
              <a:gd name="connsiteX0-139" fmla="*/ 0 w 3364734"/>
              <a:gd name="connsiteY0-140" fmla="*/ 3175 h 3963175"/>
              <a:gd name="connsiteX1-141" fmla="*/ 3264200 w 3364734"/>
              <a:gd name="connsiteY1-142" fmla="*/ 0 h 3963175"/>
              <a:gd name="connsiteX2-143" fmla="*/ 3323644 w 3364734"/>
              <a:gd name="connsiteY2-144" fmla="*/ 166544 h 3963175"/>
              <a:gd name="connsiteX3-145" fmla="*/ 3016850 w 3364734"/>
              <a:gd name="connsiteY3-146" fmla="*/ 1614875 h 3963175"/>
              <a:gd name="connsiteX4-147" fmla="*/ 2862382 w 3364734"/>
              <a:gd name="connsiteY4-148" fmla="*/ 3310996 h 3963175"/>
              <a:gd name="connsiteX5-149" fmla="*/ 1791000 w 3364734"/>
              <a:gd name="connsiteY5-150" fmla="*/ 3963175 h 3963175"/>
              <a:gd name="connsiteX6-151" fmla="*/ 0 w 3364734"/>
              <a:gd name="connsiteY6-152" fmla="*/ 3963175 h 3963175"/>
              <a:gd name="connsiteX7-153" fmla="*/ 0 w 3364734"/>
              <a:gd name="connsiteY7-154" fmla="*/ 3175 h 3963175"/>
              <a:gd name="connsiteX0-155" fmla="*/ 0 w 3598344"/>
              <a:gd name="connsiteY0-156" fmla="*/ 3175 h 3963175"/>
              <a:gd name="connsiteX1-157" fmla="*/ 3264200 w 3598344"/>
              <a:gd name="connsiteY1-158" fmla="*/ 0 h 3963175"/>
              <a:gd name="connsiteX2-159" fmla="*/ 3323644 w 3598344"/>
              <a:gd name="connsiteY2-160" fmla="*/ 166544 h 3963175"/>
              <a:gd name="connsiteX3-161" fmla="*/ 3578825 w 3598344"/>
              <a:gd name="connsiteY3-162" fmla="*/ 1640275 h 3963175"/>
              <a:gd name="connsiteX4-163" fmla="*/ 2862382 w 3598344"/>
              <a:gd name="connsiteY4-164" fmla="*/ 3310996 h 3963175"/>
              <a:gd name="connsiteX5-165" fmla="*/ 1791000 w 3598344"/>
              <a:gd name="connsiteY5-166" fmla="*/ 3963175 h 3963175"/>
              <a:gd name="connsiteX6-167" fmla="*/ 0 w 3598344"/>
              <a:gd name="connsiteY6-168" fmla="*/ 3963175 h 3963175"/>
              <a:gd name="connsiteX7-169" fmla="*/ 0 w 3598344"/>
              <a:gd name="connsiteY7-170" fmla="*/ 3175 h 3963175"/>
              <a:gd name="connsiteX0-171" fmla="*/ 0 w 3612056"/>
              <a:gd name="connsiteY0-172" fmla="*/ 3175 h 3963175"/>
              <a:gd name="connsiteX1-173" fmla="*/ 3264200 w 3612056"/>
              <a:gd name="connsiteY1-174" fmla="*/ 0 h 3963175"/>
              <a:gd name="connsiteX2-175" fmla="*/ 3323644 w 3612056"/>
              <a:gd name="connsiteY2-176" fmla="*/ 166544 h 3963175"/>
              <a:gd name="connsiteX3-177" fmla="*/ 3578825 w 3612056"/>
              <a:gd name="connsiteY3-178" fmla="*/ 1640275 h 3963175"/>
              <a:gd name="connsiteX4-179" fmla="*/ 2862382 w 3612056"/>
              <a:gd name="connsiteY4-180" fmla="*/ 3310996 h 3963175"/>
              <a:gd name="connsiteX5-181" fmla="*/ 1791000 w 3612056"/>
              <a:gd name="connsiteY5-182" fmla="*/ 3963175 h 3963175"/>
              <a:gd name="connsiteX6-183" fmla="*/ 0 w 3612056"/>
              <a:gd name="connsiteY6-184" fmla="*/ 3963175 h 3963175"/>
              <a:gd name="connsiteX7-185" fmla="*/ 0 w 3612056"/>
              <a:gd name="connsiteY7-186" fmla="*/ 3175 h 3963175"/>
              <a:gd name="connsiteX0-187" fmla="*/ 0 w 3635528"/>
              <a:gd name="connsiteY0-188" fmla="*/ 3175 h 3963175"/>
              <a:gd name="connsiteX1-189" fmla="*/ 3264200 w 3635528"/>
              <a:gd name="connsiteY1-190" fmla="*/ 0 h 3963175"/>
              <a:gd name="connsiteX2-191" fmla="*/ 3323644 w 3635528"/>
              <a:gd name="connsiteY2-192" fmla="*/ 166544 h 3963175"/>
              <a:gd name="connsiteX3-193" fmla="*/ 3578825 w 3635528"/>
              <a:gd name="connsiteY3-194" fmla="*/ 1640275 h 3963175"/>
              <a:gd name="connsiteX4-195" fmla="*/ 2862382 w 3635528"/>
              <a:gd name="connsiteY4-196" fmla="*/ 3310996 h 3963175"/>
              <a:gd name="connsiteX5-197" fmla="*/ 1791000 w 3635528"/>
              <a:gd name="connsiteY5-198" fmla="*/ 3963175 h 3963175"/>
              <a:gd name="connsiteX6-199" fmla="*/ 0 w 3635528"/>
              <a:gd name="connsiteY6-200" fmla="*/ 3963175 h 3963175"/>
              <a:gd name="connsiteX7-201" fmla="*/ 0 w 3635528"/>
              <a:gd name="connsiteY7-202" fmla="*/ 3175 h 3963175"/>
              <a:gd name="connsiteX0-203" fmla="*/ 0 w 3578828"/>
              <a:gd name="connsiteY0-204" fmla="*/ 3175 h 3963175"/>
              <a:gd name="connsiteX1-205" fmla="*/ 3264200 w 3578828"/>
              <a:gd name="connsiteY1-206" fmla="*/ 0 h 3963175"/>
              <a:gd name="connsiteX2-207" fmla="*/ 3323644 w 3578828"/>
              <a:gd name="connsiteY2-208" fmla="*/ 166544 h 3963175"/>
              <a:gd name="connsiteX3-209" fmla="*/ 3578825 w 3578828"/>
              <a:gd name="connsiteY3-210" fmla="*/ 1640275 h 3963175"/>
              <a:gd name="connsiteX4-211" fmla="*/ 2862382 w 3578828"/>
              <a:gd name="connsiteY4-212" fmla="*/ 3310996 h 3963175"/>
              <a:gd name="connsiteX5-213" fmla="*/ 1791000 w 3578828"/>
              <a:gd name="connsiteY5-214" fmla="*/ 3963175 h 3963175"/>
              <a:gd name="connsiteX6-215" fmla="*/ 0 w 3578828"/>
              <a:gd name="connsiteY6-216" fmla="*/ 3963175 h 3963175"/>
              <a:gd name="connsiteX7-217" fmla="*/ 0 w 3578828"/>
              <a:gd name="connsiteY7-218" fmla="*/ 3175 h 3963175"/>
              <a:gd name="connsiteX0-219" fmla="*/ 0 w 3578942"/>
              <a:gd name="connsiteY0-220" fmla="*/ 3175 h 3963175"/>
              <a:gd name="connsiteX1-221" fmla="*/ 3264200 w 3578942"/>
              <a:gd name="connsiteY1-222" fmla="*/ 0 h 3963175"/>
              <a:gd name="connsiteX2-223" fmla="*/ 3323644 w 3578942"/>
              <a:gd name="connsiteY2-224" fmla="*/ 166544 h 3963175"/>
              <a:gd name="connsiteX3-225" fmla="*/ 3578825 w 3578942"/>
              <a:gd name="connsiteY3-226" fmla="*/ 1640275 h 3963175"/>
              <a:gd name="connsiteX4-227" fmla="*/ 2862382 w 3578942"/>
              <a:gd name="connsiteY4-228" fmla="*/ 3310996 h 3963175"/>
              <a:gd name="connsiteX5-229" fmla="*/ 1791000 w 3578942"/>
              <a:gd name="connsiteY5-230" fmla="*/ 3963175 h 3963175"/>
              <a:gd name="connsiteX6-231" fmla="*/ 0 w 3578942"/>
              <a:gd name="connsiteY6-232" fmla="*/ 3963175 h 3963175"/>
              <a:gd name="connsiteX7-233" fmla="*/ 0 w 3578942"/>
              <a:gd name="connsiteY7-234" fmla="*/ 3175 h 3963175"/>
              <a:gd name="connsiteX0-235" fmla="*/ 0 w 3578942"/>
              <a:gd name="connsiteY0-236" fmla="*/ 3175 h 3963175"/>
              <a:gd name="connsiteX1-237" fmla="*/ 3264200 w 3578942"/>
              <a:gd name="connsiteY1-238" fmla="*/ 0 h 3963175"/>
              <a:gd name="connsiteX2-239" fmla="*/ 3323644 w 3578942"/>
              <a:gd name="connsiteY2-240" fmla="*/ 166544 h 3963175"/>
              <a:gd name="connsiteX3-241" fmla="*/ 3578825 w 3578942"/>
              <a:gd name="connsiteY3-242" fmla="*/ 1640275 h 3963175"/>
              <a:gd name="connsiteX4-243" fmla="*/ 2862382 w 3578942"/>
              <a:gd name="connsiteY4-244" fmla="*/ 3310996 h 3963175"/>
              <a:gd name="connsiteX5-245" fmla="*/ 1791000 w 3578942"/>
              <a:gd name="connsiteY5-246" fmla="*/ 3963175 h 3963175"/>
              <a:gd name="connsiteX6-247" fmla="*/ 0 w 3578942"/>
              <a:gd name="connsiteY6-248" fmla="*/ 3963175 h 3963175"/>
              <a:gd name="connsiteX7-249" fmla="*/ 0 w 3578942"/>
              <a:gd name="connsiteY7-250" fmla="*/ 3175 h 3963175"/>
              <a:gd name="connsiteX0-251" fmla="*/ 0 w 3590408"/>
              <a:gd name="connsiteY0-252" fmla="*/ 3175 h 3974831"/>
              <a:gd name="connsiteX1-253" fmla="*/ 3264200 w 3590408"/>
              <a:gd name="connsiteY1-254" fmla="*/ 0 h 3974831"/>
              <a:gd name="connsiteX2-255" fmla="*/ 3323644 w 3590408"/>
              <a:gd name="connsiteY2-256" fmla="*/ 166544 h 3974831"/>
              <a:gd name="connsiteX3-257" fmla="*/ 3578825 w 3590408"/>
              <a:gd name="connsiteY3-258" fmla="*/ 1640275 h 3974831"/>
              <a:gd name="connsiteX4-259" fmla="*/ 3002082 w 3590408"/>
              <a:gd name="connsiteY4-260" fmla="*/ 3809471 h 3974831"/>
              <a:gd name="connsiteX5-261" fmla="*/ 1791000 w 3590408"/>
              <a:gd name="connsiteY5-262" fmla="*/ 3963175 h 3974831"/>
              <a:gd name="connsiteX6-263" fmla="*/ 0 w 3590408"/>
              <a:gd name="connsiteY6-264" fmla="*/ 3963175 h 3974831"/>
              <a:gd name="connsiteX7-265" fmla="*/ 0 w 3590408"/>
              <a:gd name="connsiteY7-266" fmla="*/ 3175 h 3974831"/>
              <a:gd name="connsiteX0-267" fmla="*/ 0 w 3590408"/>
              <a:gd name="connsiteY0-268" fmla="*/ 3175 h 3974831"/>
              <a:gd name="connsiteX1-269" fmla="*/ 3264200 w 3590408"/>
              <a:gd name="connsiteY1-270" fmla="*/ 0 h 3974831"/>
              <a:gd name="connsiteX2-271" fmla="*/ 3323644 w 3590408"/>
              <a:gd name="connsiteY2-272" fmla="*/ 166544 h 3974831"/>
              <a:gd name="connsiteX3-273" fmla="*/ 3578825 w 3590408"/>
              <a:gd name="connsiteY3-274" fmla="*/ 1640275 h 3974831"/>
              <a:gd name="connsiteX4-275" fmla="*/ 3002082 w 3590408"/>
              <a:gd name="connsiteY4-276" fmla="*/ 3809471 h 3974831"/>
              <a:gd name="connsiteX5-277" fmla="*/ 1791000 w 3590408"/>
              <a:gd name="connsiteY5-278" fmla="*/ 3963175 h 3974831"/>
              <a:gd name="connsiteX6-279" fmla="*/ 0 w 3590408"/>
              <a:gd name="connsiteY6-280" fmla="*/ 3963175 h 3974831"/>
              <a:gd name="connsiteX7-281" fmla="*/ 0 w 3590408"/>
              <a:gd name="connsiteY7-282" fmla="*/ 3175 h 3974831"/>
              <a:gd name="connsiteX0-283" fmla="*/ 0 w 3590408"/>
              <a:gd name="connsiteY0-284" fmla="*/ 3175 h 3975950"/>
              <a:gd name="connsiteX1-285" fmla="*/ 3264200 w 3590408"/>
              <a:gd name="connsiteY1-286" fmla="*/ 0 h 3975950"/>
              <a:gd name="connsiteX2-287" fmla="*/ 3323644 w 3590408"/>
              <a:gd name="connsiteY2-288" fmla="*/ 166544 h 3975950"/>
              <a:gd name="connsiteX3-289" fmla="*/ 3578825 w 3590408"/>
              <a:gd name="connsiteY3-290" fmla="*/ 1640275 h 3975950"/>
              <a:gd name="connsiteX4-291" fmla="*/ 3002082 w 3590408"/>
              <a:gd name="connsiteY4-292" fmla="*/ 3809471 h 3975950"/>
              <a:gd name="connsiteX5-293" fmla="*/ 2908600 w 3590408"/>
              <a:gd name="connsiteY5-294" fmla="*/ 3966350 h 3975950"/>
              <a:gd name="connsiteX6-295" fmla="*/ 0 w 3590408"/>
              <a:gd name="connsiteY6-296" fmla="*/ 3963175 h 3975950"/>
              <a:gd name="connsiteX7-297" fmla="*/ 0 w 3590408"/>
              <a:gd name="connsiteY7-298" fmla="*/ 3175 h 3975950"/>
              <a:gd name="connsiteX0-299" fmla="*/ 0 w 3590408"/>
              <a:gd name="connsiteY0-300" fmla="*/ 3175 h 3966350"/>
              <a:gd name="connsiteX1-301" fmla="*/ 3264200 w 3590408"/>
              <a:gd name="connsiteY1-302" fmla="*/ 0 h 3966350"/>
              <a:gd name="connsiteX2-303" fmla="*/ 3323644 w 3590408"/>
              <a:gd name="connsiteY2-304" fmla="*/ 166544 h 3966350"/>
              <a:gd name="connsiteX3-305" fmla="*/ 3578825 w 3590408"/>
              <a:gd name="connsiteY3-306" fmla="*/ 1640275 h 3966350"/>
              <a:gd name="connsiteX4-307" fmla="*/ 3002082 w 3590408"/>
              <a:gd name="connsiteY4-308" fmla="*/ 3809471 h 3966350"/>
              <a:gd name="connsiteX5-309" fmla="*/ 2908600 w 3590408"/>
              <a:gd name="connsiteY5-310" fmla="*/ 3966350 h 3966350"/>
              <a:gd name="connsiteX6-311" fmla="*/ 0 w 3590408"/>
              <a:gd name="connsiteY6-312" fmla="*/ 3963175 h 3966350"/>
              <a:gd name="connsiteX7-313" fmla="*/ 0 w 3590408"/>
              <a:gd name="connsiteY7-314" fmla="*/ 3175 h 3966350"/>
              <a:gd name="connsiteX0-315" fmla="*/ 0 w 3590408"/>
              <a:gd name="connsiteY0-316" fmla="*/ 3175 h 3966350"/>
              <a:gd name="connsiteX1-317" fmla="*/ 3264200 w 3590408"/>
              <a:gd name="connsiteY1-318" fmla="*/ 0 h 3966350"/>
              <a:gd name="connsiteX2-319" fmla="*/ 3323644 w 3590408"/>
              <a:gd name="connsiteY2-320" fmla="*/ 166544 h 3966350"/>
              <a:gd name="connsiteX3-321" fmla="*/ 3578825 w 3590408"/>
              <a:gd name="connsiteY3-322" fmla="*/ 1640275 h 3966350"/>
              <a:gd name="connsiteX4-323" fmla="*/ 3002082 w 3590408"/>
              <a:gd name="connsiteY4-324" fmla="*/ 3809471 h 3966350"/>
              <a:gd name="connsiteX5-325" fmla="*/ 2908600 w 3590408"/>
              <a:gd name="connsiteY5-326" fmla="*/ 3966350 h 3966350"/>
              <a:gd name="connsiteX6-327" fmla="*/ 0 w 3590408"/>
              <a:gd name="connsiteY6-328" fmla="*/ 3963175 h 3966350"/>
              <a:gd name="connsiteX7-329" fmla="*/ 0 w 3590408"/>
              <a:gd name="connsiteY7-330" fmla="*/ 3175 h 3966350"/>
              <a:gd name="connsiteX0-331" fmla="*/ 0 w 3590408"/>
              <a:gd name="connsiteY0-332" fmla="*/ 3175 h 3966350"/>
              <a:gd name="connsiteX1-333" fmla="*/ 3264200 w 3590408"/>
              <a:gd name="connsiteY1-334" fmla="*/ 0 h 3966350"/>
              <a:gd name="connsiteX2-335" fmla="*/ 3323644 w 3590408"/>
              <a:gd name="connsiteY2-336" fmla="*/ 166544 h 3966350"/>
              <a:gd name="connsiteX3-337" fmla="*/ 3578825 w 3590408"/>
              <a:gd name="connsiteY3-338" fmla="*/ 1640275 h 3966350"/>
              <a:gd name="connsiteX4-339" fmla="*/ 3002082 w 3590408"/>
              <a:gd name="connsiteY4-340" fmla="*/ 3809471 h 3966350"/>
              <a:gd name="connsiteX5-341" fmla="*/ 2908600 w 3590408"/>
              <a:gd name="connsiteY5-342" fmla="*/ 3966350 h 3966350"/>
              <a:gd name="connsiteX6-343" fmla="*/ 0 w 3590408"/>
              <a:gd name="connsiteY6-344" fmla="*/ 3963175 h 3966350"/>
              <a:gd name="connsiteX7-345" fmla="*/ 0 w 3590408"/>
              <a:gd name="connsiteY7-346" fmla="*/ 3175 h 3966350"/>
              <a:gd name="connsiteX0-347" fmla="*/ 0 w 3580367"/>
              <a:gd name="connsiteY0-348" fmla="*/ 3175 h 3966350"/>
              <a:gd name="connsiteX1-349" fmla="*/ 3264200 w 3580367"/>
              <a:gd name="connsiteY1-350" fmla="*/ 0 h 3966350"/>
              <a:gd name="connsiteX2-351" fmla="*/ 3323644 w 3580367"/>
              <a:gd name="connsiteY2-352" fmla="*/ 166544 h 3966350"/>
              <a:gd name="connsiteX3-353" fmla="*/ 3578825 w 3580367"/>
              <a:gd name="connsiteY3-354" fmla="*/ 1640275 h 3966350"/>
              <a:gd name="connsiteX4-355" fmla="*/ 3002082 w 3580367"/>
              <a:gd name="connsiteY4-356" fmla="*/ 3809471 h 3966350"/>
              <a:gd name="connsiteX5-357" fmla="*/ 2908600 w 3580367"/>
              <a:gd name="connsiteY5-358" fmla="*/ 3966350 h 3966350"/>
              <a:gd name="connsiteX6-359" fmla="*/ 0 w 3580367"/>
              <a:gd name="connsiteY6-360" fmla="*/ 3963175 h 3966350"/>
              <a:gd name="connsiteX7-361" fmla="*/ 0 w 3580367"/>
              <a:gd name="connsiteY7-362" fmla="*/ 3175 h 3966350"/>
              <a:gd name="connsiteX0-363" fmla="*/ 0 w 3578976"/>
              <a:gd name="connsiteY0-364" fmla="*/ 3175 h 3966350"/>
              <a:gd name="connsiteX1-365" fmla="*/ 3264200 w 3578976"/>
              <a:gd name="connsiteY1-366" fmla="*/ 0 h 3966350"/>
              <a:gd name="connsiteX2-367" fmla="*/ 3323644 w 3578976"/>
              <a:gd name="connsiteY2-368" fmla="*/ 166544 h 3966350"/>
              <a:gd name="connsiteX3-369" fmla="*/ 3578825 w 3578976"/>
              <a:gd name="connsiteY3-370" fmla="*/ 1640275 h 3966350"/>
              <a:gd name="connsiteX4-371" fmla="*/ 3002082 w 3578976"/>
              <a:gd name="connsiteY4-372" fmla="*/ 3809471 h 3966350"/>
              <a:gd name="connsiteX5-373" fmla="*/ 2908600 w 3578976"/>
              <a:gd name="connsiteY5-374" fmla="*/ 3966350 h 3966350"/>
              <a:gd name="connsiteX6-375" fmla="*/ 0 w 3578976"/>
              <a:gd name="connsiteY6-376" fmla="*/ 3963175 h 3966350"/>
              <a:gd name="connsiteX7-377" fmla="*/ 0 w 3578976"/>
              <a:gd name="connsiteY7-378" fmla="*/ 3175 h 3966350"/>
              <a:gd name="connsiteX0-379" fmla="*/ 0 w 3579143"/>
              <a:gd name="connsiteY0-380" fmla="*/ 3175 h 3966350"/>
              <a:gd name="connsiteX1-381" fmla="*/ 3264200 w 3579143"/>
              <a:gd name="connsiteY1-382" fmla="*/ 0 h 3966350"/>
              <a:gd name="connsiteX2-383" fmla="*/ 3323644 w 3579143"/>
              <a:gd name="connsiteY2-384" fmla="*/ 166544 h 3966350"/>
              <a:gd name="connsiteX3-385" fmla="*/ 3578825 w 3579143"/>
              <a:gd name="connsiteY3-386" fmla="*/ 1640275 h 3966350"/>
              <a:gd name="connsiteX4-387" fmla="*/ 3002082 w 3579143"/>
              <a:gd name="connsiteY4-388" fmla="*/ 3809471 h 3966350"/>
              <a:gd name="connsiteX5-389" fmla="*/ 2908600 w 3579143"/>
              <a:gd name="connsiteY5-390" fmla="*/ 3966350 h 3966350"/>
              <a:gd name="connsiteX6-391" fmla="*/ 0 w 3579143"/>
              <a:gd name="connsiteY6-392" fmla="*/ 3963175 h 3966350"/>
              <a:gd name="connsiteX7-393" fmla="*/ 0 w 3579143"/>
              <a:gd name="connsiteY7-394" fmla="*/ 3175 h 3966350"/>
              <a:gd name="connsiteX0-395" fmla="*/ 0 w 3579143"/>
              <a:gd name="connsiteY0-396" fmla="*/ 3175 h 4131450"/>
              <a:gd name="connsiteX1-397" fmla="*/ 3264200 w 3579143"/>
              <a:gd name="connsiteY1-398" fmla="*/ 0 h 4131450"/>
              <a:gd name="connsiteX2-399" fmla="*/ 3323644 w 3579143"/>
              <a:gd name="connsiteY2-400" fmla="*/ 166544 h 4131450"/>
              <a:gd name="connsiteX3-401" fmla="*/ 3578825 w 3579143"/>
              <a:gd name="connsiteY3-402" fmla="*/ 1640275 h 4131450"/>
              <a:gd name="connsiteX4-403" fmla="*/ 3002082 w 3579143"/>
              <a:gd name="connsiteY4-404" fmla="*/ 3809471 h 4131450"/>
              <a:gd name="connsiteX5-405" fmla="*/ 3159425 w 3579143"/>
              <a:gd name="connsiteY5-406" fmla="*/ 4131450 h 4131450"/>
              <a:gd name="connsiteX6-407" fmla="*/ 0 w 3579143"/>
              <a:gd name="connsiteY6-408" fmla="*/ 3963175 h 4131450"/>
              <a:gd name="connsiteX7-409" fmla="*/ 0 w 3579143"/>
              <a:gd name="connsiteY7-410" fmla="*/ 3175 h 4131450"/>
              <a:gd name="connsiteX0-411" fmla="*/ 0 w 3579143"/>
              <a:gd name="connsiteY0-412" fmla="*/ 3175 h 3963175"/>
              <a:gd name="connsiteX1-413" fmla="*/ 3264200 w 3579143"/>
              <a:gd name="connsiteY1-414" fmla="*/ 0 h 3963175"/>
              <a:gd name="connsiteX2-415" fmla="*/ 3323644 w 3579143"/>
              <a:gd name="connsiteY2-416" fmla="*/ 166544 h 3963175"/>
              <a:gd name="connsiteX3-417" fmla="*/ 3578825 w 3579143"/>
              <a:gd name="connsiteY3-418" fmla="*/ 1640275 h 3963175"/>
              <a:gd name="connsiteX4-419" fmla="*/ 3002082 w 3579143"/>
              <a:gd name="connsiteY4-420" fmla="*/ 3809471 h 3963175"/>
              <a:gd name="connsiteX5-421" fmla="*/ 2905425 w 3579143"/>
              <a:gd name="connsiteY5-422" fmla="*/ 3963175 h 3963175"/>
              <a:gd name="connsiteX6-423" fmla="*/ 0 w 3579143"/>
              <a:gd name="connsiteY6-424" fmla="*/ 3963175 h 3963175"/>
              <a:gd name="connsiteX7-425" fmla="*/ 0 w 3579143"/>
              <a:gd name="connsiteY7-426" fmla="*/ 3175 h 3963175"/>
              <a:gd name="connsiteX0-427" fmla="*/ 0 w 3579143"/>
              <a:gd name="connsiteY0-428" fmla="*/ 3175 h 3963175"/>
              <a:gd name="connsiteX1-429" fmla="*/ 3264200 w 3579143"/>
              <a:gd name="connsiteY1-430" fmla="*/ 0 h 3963175"/>
              <a:gd name="connsiteX2-431" fmla="*/ 3323644 w 3579143"/>
              <a:gd name="connsiteY2-432" fmla="*/ 166544 h 3963175"/>
              <a:gd name="connsiteX3-433" fmla="*/ 3578825 w 3579143"/>
              <a:gd name="connsiteY3-434" fmla="*/ 1640275 h 3963175"/>
              <a:gd name="connsiteX4-435" fmla="*/ 3002082 w 3579143"/>
              <a:gd name="connsiteY4-436" fmla="*/ 3809471 h 3963175"/>
              <a:gd name="connsiteX5-437" fmla="*/ 2905425 w 3579143"/>
              <a:gd name="connsiteY5-438" fmla="*/ 3963175 h 3963175"/>
              <a:gd name="connsiteX6-439" fmla="*/ 0 w 3579143"/>
              <a:gd name="connsiteY6-440" fmla="*/ 3963175 h 3963175"/>
              <a:gd name="connsiteX7-441" fmla="*/ 0 w 3579143"/>
              <a:gd name="connsiteY7-442" fmla="*/ 3175 h 3963175"/>
              <a:gd name="connsiteX0-443" fmla="*/ 0 w 3579143"/>
              <a:gd name="connsiteY0-444" fmla="*/ 3175 h 3963175"/>
              <a:gd name="connsiteX1-445" fmla="*/ 3264200 w 3579143"/>
              <a:gd name="connsiteY1-446" fmla="*/ 0 h 3963175"/>
              <a:gd name="connsiteX2-447" fmla="*/ 3323644 w 3579143"/>
              <a:gd name="connsiteY2-448" fmla="*/ 166544 h 3963175"/>
              <a:gd name="connsiteX3-449" fmla="*/ 3578825 w 3579143"/>
              <a:gd name="connsiteY3-450" fmla="*/ 1640275 h 3963175"/>
              <a:gd name="connsiteX4-451" fmla="*/ 3002082 w 3579143"/>
              <a:gd name="connsiteY4-452" fmla="*/ 3809471 h 3963175"/>
              <a:gd name="connsiteX5-453" fmla="*/ 2905425 w 3579143"/>
              <a:gd name="connsiteY5-454" fmla="*/ 3963175 h 3963175"/>
              <a:gd name="connsiteX6-455" fmla="*/ 0 w 3579143"/>
              <a:gd name="connsiteY6-456" fmla="*/ 3963175 h 3963175"/>
              <a:gd name="connsiteX7-457" fmla="*/ 0 w 3579143"/>
              <a:gd name="connsiteY7-458" fmla="*/ 3175 h 3963175"/>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25" y="connsiteY6-26"/>
              </a:cxn>
              <a:cxn ang="0">
                <a:pos x="connsiteX7-41" y="connsiteY7-42"/>
              </a:cxn>
            </a:cxnLst>
            <a:rect l="l" t="t" r="r" b="b"/>
            <a:pathLst>
              <a:path w="3579143" h="3963175">
                <a:moveTo>
                  <a:pt x="0" y="3175"/>
                </a:moveTo>
                <a:lnTo>
                  <a:pt x="3264200" y="0"/>
                </a:lnTo>
                <a:cubicBezTo>
                  <a:pt x="3287387" y="61624"/>
                  <a:pt x="3301369" y="106419"/>
                  <a:pt x="3323644" y="166544"/>
                </a:cubicBezTo>
                <a:cubicBezTo>
                  <a:pt x="3491969" y="623544"/>
                  <a:pt x="3568919" y="877546"/>
                  <a:pt x="3578825" y="1640275"/>
                </a:cubicBezTo>
                <a:cubicBezTo>
                  <a:pt x="3588731" y="2403004"/>
                  <a:pt x="3367257" y="3165146"/>
                  <a:pt x="3002082" y="3809471"/>
                </a:cubicBezTo>
                <a:cubicBezTo>
                  <a:pt x="2973457" y="3863246"/>
                  <a:pt x="3011014" y="3800503"/>
                  <a:pt x="2905425" y="3963175"/>
                </a:cubicBezTo>
                <a:lnTo>
                  <a:pt x="0" y="3963175"/>
                </a:lnTo>
                <a:lnTo>
                  <a:pt x="0" y="3175"/>
                </a:lnTo>
                <a:close/>
              </a:path>
            </a:pathLst>
          </a:custGeom>
          <a:noFill/>
          <a:ln>
            <a:noFill/>
          </a:ln>
        </p:spPr>
        <p:txBody>
          <a:bodyPr lIns="720000" tIns="720000" rIns="720000" bIns="720000">
            <a:normAutofit/>
          </a:bodyPr>
          <a:lstStyle>
            <a:lvl1pPr marL="0" indent="0" algn="ctr">
              <a:buNone/>
              <a:defRPr sz="1400" baseline="0">
                <a:solidFill>
                  <a:schemeClr val="bg1"/>
                </a:solidFill>
              </a:defRPr>
            </a:lvl1pPr>
          </a:lstStyle>
          <a:p>
            <a:r>
              <a:rPr lang="zh-CN" altLang="en-US"/>
              <a:t>单击图标添加图片</a:t>
            </a:r>
            <a:endParaRPr lang="de-DE"/>
          </a:p>
        </p:txBody>
      </p:sp>
      <p:sp>
        <p:nvSpPr>
          <p:cNvPr id="12" name="Titel 7"/>
          <p:cNvSpPr>
            <a:spLocks noGrp="1"/>
          </p:cNvSpPr>
          <p:nvPr>
            <p:ph type="title" hasCustomPrompt="1"/>
          </p:nvPr>
        </p:nvSpPr>
        <p:spPr>
          <a:xfrm>
            <a:off x="367575" y="290572"/>
            <a:ext cx="8408850" cy="369332"/>
          </a:xfrm>
        </p:spPr>
        <p:txBody>
          <a:bodyPr/>
          <a:lstStyle/>
          <a:p>
            <a:r>
              <a:rPr lang="en-GB" noProof="0"/>
              <a:t>Click to add headline</a:t>
            </a:r>
          </a:p>
        </p:txBody>
      </p:sp>
      <p:sp>
        <p:nvSpPr>
          <p:cNvPr id="14" name="Inhaltsplatzhalter 11"/>
          <p:cNvSpPr>
            <a:spLocks noGrp="1"/>
          </p:cNvSpPr>
          <p:nvPr>
            <p:ph sz="quarter" idx="14" hasCustomPrompt="1"/>
          </p:nvPr>
        </p:nvSpPr>
        <p:spPr>
          <a:xfrm>
            <a:off x="3848399" y="1198800"/>
            <a:ext cx="4928026" cy="3394800"/>
          </a:xfrm>
        </p:spPr>
        <p:txBody>
          <a:bodyPr/>
          <a:lstStyle>
            <a:lvl1pPr>
              <a:defRPr baseline="0">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en-GB" noProof="0"/>
              <a:t>Click to add text</a:t>
            </a:r>
          </a:p>
        </p:txBody>
      </p:sp>
      <p:pic>
        <p:nvPicPr>
          <p:cNvPr id="13" name="Grafik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64443" y="4864131"/>
            <a:ext cx="630270" cy="19051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Circle segment_03">
    <p:spTree>
      <p:nvGrpSpPr>
        <p:cNvPr id="1" name=""/>
        <p:cNvGrpSpPr/>
        <p:nvPr/>
      </p:nvGrpSpPr>
      <p:grpSpPr>
        <a:xfrm>
          <a:off x="0" y="0"/>
          <a:ext cx="0" cy="0"/>
          <a:chOff x="0" y="0"/>
          <a:chExt cx="0" cy="0"/>
        </a:xfrm>
      </p:grpSpPr>
      <p:sp>
        <p:nvSpPr>
          <p:cNvPr id="9" name="Rechteck 8"/>
          <p:cNvSpPr/>
          <p:nvPr userDrawn="1"/>
        </p:nvSpPr>
        <p:spPr>
          <a:xfrm>
            <a:off x="0" y="2196370"/>
            <a:ext cx="9144000" cy="2947130"/>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400" noProof="0">
              <a:solidFill>
                <a:schemeClr val="tx1"/>
              </a:solidFill>
              <a:latin typeface="BISansOpti"/>
            </a:endParaRPr>
          </a:p>
        </p:txBody>
      </p:sp>
      <p:cxnSp>
        <p:nvCxnSpPr>
          <p:cNvPr id="5" name="Gerade Verbindung 4"/>
          <p:cNvCxnSpPr/>
          <p:nvPr userDrawn="1"/>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3" name="Datumsplatzhalter 2"/>
          <p:cNvSpPr>
            <a:spLocks noGrp="1"/>
          </p:cNvSpPr>
          <p:nvPr>
            <p:ph type="dt" sz="half" idx="10"/>
          </p:nvPr>
        </p:nvSpPr>
        <p:spPr/>
        <p:txBody>
          <a:bodyPr/>
          <a:lstStyle/>
          <a:p>
            <a:fld id="{3A4F5901-183E-4A00-9284-9EF186007567}" type="datetime1">
              <a:rPr lang="en-GB" smtClean="0"/>
              <a:t>25/04/2024</a:t>
            </a:fld>
            <a:endParaRPr lang="en-GB"/>
          </a:p>
        </p:txBody>
      </p:sp>
      <p:sp>
        <p:nvSpPr>
          <p:cNvPr id="4" name="Fußzeilenplatzhalter 3"/>
          <p:cNvSpPr>
            <a:spLocks noGrp="1"/>
          </p:cNvSpPr>
          <p:nvPr>
            <p:ph type="ftr" sz="quarter" idx="11"/>
          </p:nvPr>
        </p:nvSpPr>
        <p:spPr/>
        <p:txBody>
          <a:bodyPr/>
          <a:lstStyle/>
          <a:p>
            <a:r>
              <a:rPr lang="en-GB"/>
              <a:t>Presentation title, date, author</a:t>
            </a:r>
          </a:p>
        </p:txBody>
      </p:sp>
      <p:sp>
        <p:nvSpPr>
          <p:cNvPr id="6" name="Foliennummernplatzhalter 5"/>
          <p:cNvSpPr>
            <a:spLocks noGrp="1"/>
          </p:cNvSpPr>
          <p:nvPr>
            <p:ph type="sldNum" sz="quarter" idx="12"/>
          </p:nvPr>
        </p:nvSpPr>
        <p:spPr/>
        <p:txBody>
          <a:bodyPr/>
          <a:lstStyle/>
          <a:p>
            <a:fld id="{143B55C4-4F5A-416B-997D-6CE47EB0A945}" type="slidenum">
              <a:rPr lang="en-GB" smtClean="0"/>
              <a:t>‹#›</a:t>
            </a:fld>
            <a:endParaRPr lang="en-GB"/>
          </a:p>
        </p:txBody>
      </p:sp>
      <p:sp>
        <p:nvSpPr>
          <p:cNvPr id="10" name="Rechteck 12"/>
          <p:cNvSpPr/>
          <p:nvPr userDrawn="1"/>
        </p:nvSpPr>
        <p:spPr>
          <a:xfrm>
            <a:off x="2" y="735013"/>
            <a:ext cx="3672981" cy="3960812"/>
          </a:xfrm>
          <a:custGeom>
            <a:avLst/>
            <a:gdLst/>
            <a:ahLst/>
            <a:cxnLst/>
            <a:rect l="l" t="t" r="r" b="b"/>
            <a:pathLst>
              <a:path w="3672981" h="3960812">
                <a:moveTo>
                  <a:pt x="0" y="0"/>
                </a:moveTo>
                <a:lnTo>
                  <a:pt x="3361658" y="0"/>
                </a:lnTo>
                <a:lnTo>
                  <a:pt x="3412473" y="127738"/>
                </a:lnTo>
                <a:cubicBezTo>
                  <a:pt x="3581102" y="597230"/>
                  <a:pt x="3672981" y="1103310"/>
                  <a:pt x="3672981" y="1630850"/>
                </a:cubicBezTo>
                <a:cubicBezTo>
                  <a:pt x="3672981" y="2378998"/>
                  <a:pt x="3488190" y="3083985"/>
                  <a:pt x="3161761" y="3702659"/>
                </a:cubicBezTo>
                <a:lnTo>
                  <a:pt x="3012298" y="3960812"/>
                </a:lnTo>
                <a:lnTo>
                  <a:pt x="0" y="3960812"/>
                </a:lnTo>
                <a:close/>
              </a:path>
            </a:pathLst>
          </a:custGeom>
          <a:solidFill>
            <a:schemeClr val="accent2"/>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de-DE" sz="1400" err="1">
              <a:solidFill>
                <a:schemeClr val="tx1"/>
              </a:solidFill>
              <a:latin typeface="BISansOpti"/>
            </a:endParaRPr>
          </a:p>
        </p:txBody>
      </p:sp>
      <p:sp>
        <p:nvSpPr>
          <p:cNvPr id="11" name="Bildplatzhalter 20"/>
          <p:cNvSpPr>
            <a:spLocks noGrp="1"/>
          </p:cNvSpPr>
          <p:nvPr>
            <p:ph type="pic" sz="quarter" idx="13"/>
          </p:nvPr>
        </p:nvSpPr>
        <p:spPr>
          <a:xfrm>
            <a:off x="-2" y="731224"/>
            <a:ext cx="3579143" cy="3963175"/>
          </a:xfrm>
          <a:custGeom>
            <a:avLst/>
            <a:gdLst>
              <a:gd name="connsiteX0" fmla="*/ 0 w 3582000"/>
              <a:gd name="connsiteY0" fmla="*/ 0 h 3960000"/>
              <a:gd name="connsiteX1" fmla="*/ 1791000 w 3582000"/>
              <a:gd name="connsiteY1" fmla="*/ 0 h 3960000"/>
              <a:gd name="connsiteX2" fmla="*/ 3582000 w 3582000"/>
              <a:gd name="connsiteY2" fmla="*/ 1980000 h 3960000"/>
              <a:gd name="connsiteX3" fmla="*/ 1791000 w 3582000"/>
              <a:gd name="connsiteY3" fmla="*/ 3960000 h 3960000"/>
              <a:gd name="connsiteX4" fmla="*/ 0 w 3582000"/>
              <a:gd name="connsiteY4" fmla="*/ 3960000 h 3960000"/>
              <a:gd name="connsiteX5" fmla="*/ 0 w 3582000"/>
              <a:gd name="connsiteY5" fmla="*/ 0 h 3960000"/>
              <a:gd name="connsiteX0-1" fmla="*/ 0 w 3669107"/>
              <a:gd name="connsiteY0-2" fmla="*/ 0 h 3960000"/>
              <a:gd name="connsiteX1-3" fmla="*/ 1791000 w 3669107"/>
              <a:gd name="connsiteY1-4" fmla="*/ 0 h 3960000"/>
              <a:gd name="connsiteX2-5" fmla="*/ 3225219 w 3669107"/>
              <a:gd name="connsiteY2-6" fmla="*/ 807894 h 3960000"/>
              <a:gd name="connsiteX3-7" fmla="*/ 3582000 w 3669107"/>
              <a:gd name="connsiteY3-8" fmla="*/ 1980000 h 3960000"/>
              <a:gd name="connsiteX4-9" fmla="*/ 1791000 w 3669107"/>
              <a:gd name="connsiteY4-10" fmla="*/ 3960000 h 3960000"/>
              <a:gd name="connsiteX5-11" fmla="*/ 0 w 3669107"/>
              <a:gd name="connsiteY5-12" fmla="*/ 3960000 h 3960000"/>
              <a:gd name="connsiteX6" fmla="*/ 0 w 3669107"/>
              <a:gd name="connsiteY6" fmla="*/ 0 h 3960000"/>
              <a:gd name="connsiteX0-13" fmla="*/ 0 w 3597300"/>
              <a:gd name="connsiteY0-14" fmla="*/ 0 h 3960000"/>
              <a:gd name="connsiteX1-15" fmla="*/ 1791000 w 3597300"/>
              <a:gd name="connsiteY1-16" fmla="*/ 0 h 3960000"/>
              <a:gd name="connsiteX2-17" fmla="*/ 3225219 w 3597300"/>
              <a:gd name="connsiteY2-18" fmla="*/ 807894 h 3960000"/>
              <a:gd name="connsiteX3-19" fmla="*/ 3582000 w 3597300"/>
              <a:gd name="connsiteY3-20" fmla="*/ 1980000 h 3960000"/>
              <a:gd name="connsiteX4-21" fmla="*/ 2862382 w 3597300"/>
              <a:gd name="connsiteY4-22" fmla="*/ 3307821 h 3960000"/>
              <a:gd name="connsiteX5-23" fmla="*/ 1791000 w 3597300"/>
              <a:gd name="connsiteY5-24" fmla="*/ 3960000 h 3960000"/>
              <a:gd name="connsiteX6-25" fmla="*/ 0 w 3597300"/>
              <a:gd name="connsiteY6-26" fmla="*/ 3960000 h 3960000"/>
              <a:gd name="connsiteX7" fmla="*/ 0 w 3597300"/>
              <a:gd name="connsiteY7" fmla="*/ 0 h 3960000"/>
              <a:gd name="connsiteX0-27" fmla="*/ 0 w 3597300"/>
              <a:gd name="connsiteY0-28" fmla="*/ 0 h 3960000"/>
              <a:gd name="connsiteX1-29" fmla="*/ 3261025 w 3597300"/>
              <a:gd name="connsiteY1-30" fmla="*/ 3175 h 3960000"/>
              <a:gd name="connsiteX2-31" fmla="*/ 3225219 w 3597300"/>
              <a:gd name="connsiteY2-32" fmla="*/ 807894 h 3960000"/>
              <a:gd name="connsiteX3-33" fmla="*/ 3582000 w 3597300"/>
              <a:gd name="connsiteY3-34" fmla="*/ 1980000 h 3960000"/>
              <a:gd name="connsiteX4-35" fmla="*/ 2862382 w 3597300"/>
              <a:gd name="connsiteY4-36" fmla="*/ 3307821 h 3960000"/>
              <a:gd name="connsiteX5-37" fmla="*/ 1791000 w 3597300"/>
              <a:gd name="connsiteY5-38" fmla="*/ 3960000 h 3960000"/>
              <a:gd name="connsiteX6-39" fmla="*/ 0 w 3597300"/>
              <a:gd name="connsiteY6-40" fmla="*/ 3960000 h 3960000"/>
              <a:gd name="connsiteX7-41" fmla="*/ 0 w 3597300"/>
              <a:gd name="connsiteY7-42" fmla="*/ 0 h 3960000"/>
              <a:gd name="connsiteX0-43" fmla="*/ 0 w 3597300"/>
              <a:gd name="connsiteY0-44" fmla="*/ 0 h 3960000"/>
              <a:gd name="connsiteX1-45" fmla="*/ 3019725 w 3597300"/>
              <a:gd name="connsiteY1-46" fmla="*/ 282575 h 3960000"/>
              <a:gd name="connsiteX2-47" fmla="*/ 3225219 w 3597300"/>
              <a:gd name="connsiteY2-48" fmla="*/ 807894 h 3960000"/>
              <a:gd name="connsiteX3-49" fmla="*/ 3582000 w 3597300"/>
              <a:gd name="connsiteY3-50" fmla="*/ 1980000 h 3960000"/>
              <a:gd name="connsiteX4-51" fmla="*/ 2862382 w 3597300"/>
              <a:gd name="connsiteY4-52" fmla="*/ 3307821 h 3960000"/>
              <a:gd name="connsiteX5-53" fmla="*/ 1791000 w 3597300"/>
              <a:gd name="connsiteY5-54" fmla="*/ 3960000 h 3960000"/>
              <a:gd name="connsiteX6-55" fmla="*/ 0 w 3597300"/>
              <a:gd name="connsiteY6-56" fmla="*/ 3960000 h 3960000"/>
              <a:gd name="connsiteX7-57" fmla="*/ 0 w 3597300"/>
              <a:gd name="connsiteY7-58" fmla="*/ 0 h 3960000"/>
              <a:gd name="connsiteX0-59" fmla="*/ 0 w 3597300"/>
              <a:gd name="connsiteY0-60" fmla="*/ 3175 h 3963175"/>
              <a:gd name="connsiteX1-61" fmla="*/ 3264200 w 3597300"/>
              <a:gd name="connsiteY1-62" fmla="*/ 0 h 3963175"/>
              <a:gd name="connsiteX2-63" fmla="*/ 3225219 w 3597300"/>
              <a:gd name="connsiteY2-64" fmla="*/ 811069 h 3963175"/>
              <a:gd name="connsiteX3-65" fmla="*/ 3582000 w 3597300"/>
              <a:gd name="connsiteY3-66" fmla="*/ 1983175 h 3963175"/>
              <a:gd name="connsiteX4-67" fmla="*/ 2862382 w 3597300"/>
              <a:gd name="connsiteY4-68" fmla="*/ 3310996 h 3963175"/>
              <a:gd name="connsiteX5-69" fmla="*/ 1791000 w 3597300"/>
              <a:gd name="connsiteY5-70" fmla="*/ 3963175 h 3963175"/>
              <a:gd name="connsiteX6-71" fmla="*/ 0 w 3597300"/>
              <a:gd name="connsiteY6-72" fmla="*/ 3963175 h 3963175"/>
              <a:gd name="connsiteX7-73" fmla="*/ 0 w 3597300"/>
              <a:gd name="connsiteY7-74" fmla="*/ 3175 h 3963175"/>
              <a:gd name="connsiteX0-75" fmla="*/ 0 w 3597300"/>
              <a:gd name="connsiteY0-76" fmla="*/ 3175 h 3963175"/>
              <a:gd name="connsiteX1-77" fmla="*/ 3264200 w 3597300"/>
              <a:gd name="connsiteY1-78" fmla="*/ 0 h 3963175"/>
              <a:gd name="connsiteX2-79" fmla="*/ 3225219 w 3597300"/>
              <a:gd name="connsiteY2-80" fmla="*/ 811069 h 3963175"/>
              <a:gd name="connsiteX3-81" fmla="*/ 3582000 w 3597300"/>
              <a:gd name="connsiteY3-82" fmla="*/ 1983175 h 3963175"/>
              <a:gd name="connsiteX4-83" fmla="*/ 2862382 w 3597300"/>
              <a:gd name="connsiteY4-84" fmla="*/ 3310996 h 3963175"/>
              <a:gd name="connsiteX5-85" fmla="*/ 1791000 w 3597300"/>
              <a:gd name="connsiteY5-86" fmla="*/ 3963175 h 3963175"/>
              <a:gd name="connsiteX6-87" fmla="*/ 0 w 3597300"/>
              <a:gd name="connsiteY6-88" fmla="*/ 3963175 h 3963175"/>
              <a:gd name="connsiteX7-89" fmla="*/ 0 w 3597300"/>
              <a:gd name="connsiteY7-90" fmla="*/ 3175 h 3963175"/>
              <a:gd name="connsiteX0-91" fmla="*/ 0 w 3616616"/>
              <a:gd name="connsiteY0-92" fmla="*/ 21630 h 3981630"/>
              <a:gd name="connsiteX1-93" fmla="*/ 3264200 w 3616616"/>
              <a:gd name="connsiteY1-94" fmla="*/ 18455 h 3981630"/>
              <a:gd name="connsiteX2-95" fmla="*/ 3323644 w 3616616"/>
              <a:gd name="connsiteY2-96" fmla="*/ 184999 h 3981630"/>
              <a:gd name="connsiteX3-97" fmla="*/ 3582000 w 3616616"/>
              <a:gd name="connsiteY3-98" fmla="*/ 2001630 h 3981630"/>
              <a:gd name="connsiteX4-99" fmla="*/ 2862382 w 3616616"/>
              <a:gd name="connsiteY4-100" fmla="*/ 3329451 h 3981630"/>
              <a:gd name="connsiteX5-101" fmla="*/ 1791000 w 3616616"/>
              <a:gd name="connsiteY5-102" fmla="*/ 3981630 h 3981630"/>
              <a:gd name="connsiteX6-103" fmla="*/ 0 w 3616616"/>
              <a:gd name="connsiteY6-104" fmla="*/ 3981630 h 3981630"/>
              <a:gd name="connsiteX7-105" fmla="*/ 0 w 3616616"/>
              <a:gd name="connsiteY7-106" fmla="*/ 21630 h 3981630"/>
              <a:gd name="connsiteX0-107" fmla="*/ 0 w 3616616"/>
              <a:gd name="connsiteY0-108" fmla="*/ 3175 h 3963175"/>
              <a:gd name="connsiteX1-109" fmla="*/ 3264200 w 3616616"/>
              <a:gd name="connsiteY1-110" fmla="*/ 0 h 3963175"/>
              <a:gd name="connsiteX2-111" fmla="*/ 3323644 w 3616616"/>
              <a:gd name="connsiteY2-112" fmla="*/ 166544 h 3963175"/>
              <a:gd name="connsiteX3-113" fmla="*/ 3582000 w 3616616"/>
              <a:gd name="connsiteY3-114" fmla="*/ 1983175 h 3963175"/>
              <a:gd name="connsiteX4-115" fmla="*/ 2862382 w 3616616"/>
              <a:gd name="connsiteY4-116" fmla="*/ 3310996 h 3963175"/>
              <a:gd name="connsiteX5-117" fmla="*/ 1791000 w 3616616"/>
              <a:gd name="connsiteY5-118" fmla="*/ 3963175 h 3963175"/>
              <a:gd name="connsiteX6-119" fmla="*/ 0 w 3616616"/>
              <a:gd name="connsiteY6-120" fmla="*/ 3963175 h 3963175"/>
              <a:gd name="connsiteX7-121" fmla="*/ 0 w 3616616"/>
              <a:gd name="connsiteY7-122" fmla="*/ 3175 h 3963175"/>
              <a:gd name="connsiteX0-123" fmla="*/ 0 w 3601265"/>
              <a:gd name="connsiteY0-124" fmla="*/ 3175 h 3963175"/>
              <a:gd name="connsiteX1-125" fmla="*/ 3264200 w 3601265"/>
              <a:gd name="connsiteY1-126" fmla="*/ 0 h 3963175"/>
              <a:gd name="connsiteX2-127" fmla="*/ 3323644 w 3601265"/>
              <a:gd name="connsiteY2-128" fmla="*/ 166544 h 3963175"/>
              <a:gd name="connsiteX3-129" fmla="*/ 3582000 w 3601265"/>
              <a:gd name="connsiteY3-130" fmla="*/ 1983175 h 3963175"/>
              <a:gd name="connsiteX4-131" fmla="*/ 2862382 w 3601265"/>
              <a:gd name="connsiteY4-132" fmla="*/ 3310996 h 3963175"/>
              <a:gd name="connsiteX5-133" fmla="*/ 1791000 w 3601265"/>
              <a:gd name="connsiteY5-134" fmla="*/ 3963175 h 3963175"/>
              <a:gd name="connsiteX6-135" fmla="*/ 0 w 3601265"/>
              <a:gd name="connsiteY6-136" fmla="*/ 3963175 h 3963175"/>
              <a:gd name="connsiteX7-137" fmla="*/ 0 w 3601265"/>
              <a:gd name="connsiteY7-138" fmla="*/ 3175 h 3963175"/>
              <a:gd name="connsiteX0-139" fmla="*/ 0 w 3364734"/>
              <a:gd name="connsiteY0-140" fmla="*/ 3175 h 3963175"/>
              <a:gd name="connsiteX1-141" fmla="*/ 3264200 w 3364734"/>
              <a:gd name="connsiteY1-142" fmla="*/ 0 h 3963175"/>
              <a:gd name="connsiteX2-143" fmla="*/ 3323644 w 3364734"/>
              <a:gd name="connsiteY2-144" fmla="*/ 166544 h 3963175"/>
              <a:gd name="connsiteX3-145" fmla="*/ 3016850 w 3364734"/>
              <a:gd name="connsiteY3-146" fmla="*/ 1614875 h 3963175"/>
              <a:gd name="connsiteX4-147" fmla="*/ 2862382 w 3364734"/>
              <a:gd name="connsiteY4-148" fmla="*/ 3310996 h 3963175"/>
              <a:gd name="connsiteX5-149" fmla="*/ 1791000 w 3364734"/>
              <a:gd name="connsiteY5-150" fmla="*/ 3963175 h 3963175"/>
              <a:gd name="connsiteX6-151" fmla="*/ 0 w 3364734"/>
              <a:gd name="connsiteY6-152" fmla="*/ 3963175 h 3963175"/>
              <a:gd name="connsiteX7-153" fmla="*/ 0 w 3364734"/>
              <a:gd name="connsiteY7-154" fmla="*/ 3175 h 3963175"/>
              <a:gd name="connsiteX0-155" fmla="*/ 0 w 3598344"/>
              <a:gd name="connsiteY0-156" fmla="*/ 3175 h 3963175"/>
              <a:gd name="connsiteX1-157" fmla="*/ 3264200 w 3598344"/>
              <a:gd name="connsiteY1-158" fmla="*/ 0 h 3963175"/>
              <a:gd name="connsiteX2-159" fmla="*/ 3323644 w 3598344"/>
              <a:gd name="connsiteY2-160" fmla="*/ 166544 h 3963175"/>
              <a:gd name="connsiteX3-161" fmla="*/ 3578825 w 3598344"/>
              <a:gd name="connsiteY3-162" fmla="*/ 1640275 h 3963175"/>
              <a:gd name="connsiteX4-163" fmla="*/ 2862382 w 3598344"/>
              <a:gd name="connsiteY4-164" fmla="*/ 3310996 h 3963175"/>
              <a:gd name="connsiteX5-165" fmla="*/ 1791000 w 3598344"/>
              <a:gd name="connsiteY5-166" fmla="*/ 3963175 h 3963175"/>
              <a:gd name="connsiteX6-167" fmla="*/ 0 w 3598344"/>
              <a:gd name="connsiteY6-168" fmla="*/ 3963175 h 3963175"/>
              <a:gd name="connsiteX7-169" fmla="*/ 0 w 3598344"/>
              <a:gd name="connsiteY7-170" fmla="*/ 3175 h 3963175"/>
              <a:gd name="connsiteX0-171" fmla="*/ 0 w 3612056"/>
              <a:gd name="connsiteY0-172" fmla="*/ 3175 h 3963175"/>
              <a:gd name="connsiteX1-173" fmla="*/ 3264200 w 3612056"/>
              <a:gd name="connsiteY1-174" fmla="*/ 0 h 3963175"/>
              <a:gd name="connsiteX2-175" fmla="*/ 3323644 w 3612056"/>
              <a:gd name="connsiteY2-176" fmla="*/ 166544 h 3963175"/>
              <a:gd name="connsiteX3-177" fmla="*/ 3578825 w 3612056"/>
              <a:gd name="connsiteY3-178" fmla="*/ 1640275 h 3963175"/>
              <a:gd name="connsiteX4-179" fmla="*/ 2862382 w 3612056"/>
              <a:gd name="connsiteY4-180" fmla="*/ 3310996 h 3963175"/>
              <a:gd name="connsiteX5-181" fmla="*/ 1791000 w 3612056"/>
              <a:gd name="connsiteY5-182" fmla="*/ 3963175 h 3963175"/>
              <a:gd name="connsiteX6-183" fmla="*/ 0 w 3612056"/>
              <a:gd name="connsiteY6-184" fmla="*/ 3963175 h 3963175"/>
              <a:gd name="connsiteX7-185" fmla="*/ 0 w 3612056"/>
              <a:gd name="connsiteY7-186" fmla="*/ 3175 h 3963175"/>
              <a:gd name="connsiteX0-187" fmla="*/ 0 w 3635528"/>
              <a:gd name="connsiteY0-188" fmla="*/ 3175 h 3963175"/>
              <a:gd name="connsiteX1-189" fmla="*/ 3264200 w 3635528"/>
              <a:gd name="connsiteY1-190" fmla="*/ 0 h 3963175"/>
              <a:gd name="connsiteX2-191" fmla="*/ 3323644 w 3635528"/>
              <a:gd name="connsiteY2-192" fmla="*/ 166544 h 3963175"/>
              <a:gd name="connsiteX3-193" fmla="*/ 3578825 w 3635528"/>
              <a:gd name="connsiteY3-194" fmla="*/ 1640275 h 3963175"/>
              <a:gd name="connsiteX4-195" fmla="*/ 2862382 w 3635528"/>
              <a:gd name="connsiteY4-196" fmla="*/ 3310996 h 3963175"/>
              <a:gd name="connsiteX5-197" fmla="*/ 1791000 w 3635528"/>
              <a:gd name="connsiteY5-198" fmla="*/ 3963175 h 3963175"/>
              <a:gd name="connsiteX6-199" fmla="*/ 0 w 3635528"/>
              <a:gd name="connsiteY6-200" fmla="*/ 3963175 h 3963175"/>
              <a:gd name="connsiteX7-201" fmla="*/ 0 w 3635528"/>
              <a:gd name="connsiteY7-202" fmla="*/ 3175 h 3963175"/>
              <a:gd name="connsiteX0-203" fmla="*/ 0 w 3578828"/>
              <a:gd name="connsiteY0-204" fmla="*/ 3175 h 3963175"/>
              <a:gd name="connsiteX1-205" fmla="*/ 3264200 w 3578828"/>
              <a:gd name="connsiteY1-206" fmla="*/ 0 h 3963175"/>
              <a:gd name="connsiteX2-207" fmla="*/ 3323644 w 3578828"/>
              <a:gd name="connsiteY2-208" fmla="*/ 166544 h 3963175"/>
              <a:gd name="connsiteX3-209" fmla="*/ 3578825 w 3578828"/>
              <a:gd name="connsiteY3-210" fmla="*/ 1640275 h 3963175"/>
              <a:gd name="connsiteX4-211" fmla="*/ 2862382 w 3578828"/>
              <a:gd name="connsiteY4-212" fmla="*/ 3310996 h 3963175"/>
              <a:gd name="connsiteX5-213" fmla="*/ 1791000 w 3578828"/>
              <a:gd name="connsiteY5-214" fmla="*/ 3963175 h 3963175"/>
              <a:gd name="connsiteX6-215" fmla="*/ 0 w 3578828"/>
              <a:gd name="connsiteY6-216" fmla="*/ 3963175 h 3963175"/>
              <a:gd name="connsiteX7-217" fmla="*/ 0 w 3578828"/>
              <a:gd name="connsiteY7-218" fmla="*/ 3175 h 3963175"/>
              <a:gd name="connsiteX0-219" fmla="*/ 0 w 3578942"/>
              <a:gd name="connsiteY0-220" fmla="*/ 3175 h 3963175"/>
              <a:gd name="connsiteX1-221" fmla="*/ 3264200 w 3578942"/>
              <a:gd name="connsiteY1-222" fmla="*/ 0 h 3963175"/>
              <a:gd name="connsiteX2-223" fmla="*/ 3323644 w 3578942"/>
              <a:gd name="connsiteY2-224" fmla="*/ 166544 h 3963175"/>
              <a:gd name="connsiteX3-225" fmla="*/ 3578825 w 3578942"/>
              <a:gd name="connsiteY3-226" fmla="*/ 1640275 h 3963175"/>
              <a:gd name="connsiteX4-227" fmla="*/ 2862382 w 3578942"/>
              <a:gd name="connsiteY4-228" fmla="*/ 3310996 h 3963175"/>
              <a:gd name="connsiteX5-229" fmla="*/ 1791000 w 3578942"/>
              <a:gd name="connsiteY5-230" fmla="*/ 3963175 h 3963175"/>
              <a:gd name="connsiteX6-231" fmla="*/ 0 w 3578942"/>
              <a:gd name="connsiteY6-232" fmla="*/ 3963175 h 3963175"/>
              <a:gd name="connsiteX7-233" fmla="*/ 0 w 3578942"/>
              <a:gd name="connsiteY7-234" fmla="*/ 3175 h 3963175"/>
              <a:gd name="connsiteX0-235" fmla="*/ 0 w 3578942"/>
              <a:gd name="connsiteY0-236" fmla="*/ 3175 h 3963175"/>
              <a:gd name="connsiteX1-237" fmla="*/ 3264200 w 3578942"/>
              <a:gd name="connsiteY1-238" fmla="*/ 0 h 3963175"/>
              <a:gd name="connsiteX2-239" fmla="*/ 3323644 w 3578942"/>
              <a:gd name="connsiteY2-240" fmla="*/ 166544 h 3963175"/>
              <a:gd name="connsiteX3-241" fmla="*/ 3578825 w 3578942"/>
              <a:gd name="connsiteY3-242" fmla="*/ 1640275 h 3963175"/>
              <a:gd name="connsiteX4-243" fmla="*/ 2862382 w 3578942"/>
              <a:gd name="connsiteY4-244" fmla="*/ 3310996 h 3963175"/>
              <a:gd name="connsiteX5-245" fmla="*/ 1791000 w 3578942"/>
              <a:gd name="connsiteY5-246" fmla="*/ 3963175 h 3963175"/>
              <a:gd name="connsiteX6-247" fmla="*/ 0 w 3578942"/>
              <a:gd name="connsiteY6-248" fmla="*/ 3963175 h 3963175"/>
              <a:gd name="connsiteX7-249" fmla="*/ 0 w 3578942"/>
              <a:gd name="connsiteY7-250" fmla="*/ 3175 h 3963175"/>
              <a:gd name="connsiteX0-251" fmla="*/ 0 w 3590408"/>
              <a:gd name="connsiteY0-252" fmla="*/ 3175 h 3974831"/>
              <a:gd name="connsiteX1-253" fmla="*/ 3264200 w 3590408"/>
              <a:gd name="connsiteY1-254" fmla="*/ 0 h 3974831"/>
              <a:gd name="connsiteX2-255" fmla="*/ 3323644 w 3590408"/>
              <a:gd name="connsiteY2-256" fmla="*/ 166544 h 3974831"/>
              <a:gd name="connsiteX3-257" fmla="*/ 3578825 w 3590408"/>
              <a:gd name="connsiteY3-258" fmla="*/ 1640275 h 3974831"/>
              <a:gd name="connsiteX4-259" fmla="*/ 3002082 w 3590408"/>
              <a:gd name="connsiteY4-260" fmla="*/ 3809471 h 3974831"/>
              <a:gd name="connsiteX5-261" fmla="*/ 1791000 w 3590408"/>
              <a:gd name="connsiteY5-262" fmla="*/ 3963175 h 3974831"/>
              <a:gd name="connsiteX6-263" fmla="*/ 0 w 3590408"/>
              <a:gd name="connsiteY6-264" fmla="*/ 3963175 h 3974831"/>
              <a:gd name="connsiteX7-265" fmla="*/ 0 w 3590408"/>
              <a:gd name="connsiteY7-266" fmla="*/ 3175 h 3974831"/>
              <a:gd name="connsiteX0-267" fmla="*/ 0 w 3590408"/>
              <a:gd name="connsiteY0-268" fmla="*/ 3175 h 3974831"/>
              <a:gd name="connsiteX1-269" fmla="*/ 3264200 w 3590408"/>
              <a:gd name="connsiteY1-270" fmla="*/ 0 h 3974831"/>
              <a:gd name="connsiteX2-271" fmla="*/ 3323644 w 3590408"/>
              <a:gd name="connsiteY2-272" fmla="*/ 166544 h 3974831"/>
              <a:gd name="connsiteX3-273" fmla="*/ 3578825 w 3590408"/>
              <a:gd name="connsiteY3-274" fmla="*/ 1640275 h 3974831"/>
              <a:gd name="connsiteX4-275" fmla="*/ 3002082 w 3590408"/>
              <a:gd name="connsiteY4-276" fmla="*/ 3809471 h 3974831"/>
              <a:gd name="connsiteX5-277" fmla="*/ 1791000 w 3590408"/>
              <a:gd name="connsiteY5-278" fmla="*/ 3963175 h 3974831"/>
              <a:gd name="connsiteX6-279" fmla="*/ 0 w 3590408"/>
              <a:gd name="connsiteY6-280" fmla="*/ 3963175 h 3974831"/>
              <a:gd name="connsiteX7-281" fmla="*/ 0 w 3590408"/>
              <a:gd name="connsiteY7-282" fmla="*/ 3175 h 3974831"/>
              <a:gd name="connsiteX0-283" fmla="*/ 0 w 3590408"/>
              <a:gd name="connsiteY0-284" fmla="*/ 3175 h 3975950"/>
              <a:gd name="connsiteX1-285" fmla="*/ 3264200 w 3590408"/>
              <a:gd name="connsiteY1-286" fmla="*/ 0 h 3975950"/>
              <a:gd name="connsiteX2-287" fmla="*/ 3323644 w 3590408"/>
              <a:gd name="connsiteY2-288" fmla="*/ 166544 h 3975950"/>
              <a:gd name="connsiteX3-289" fmla="*/ 3578825 w 3590408"/>
              <a:gd name="connsiteY3-290" fmla="*/ 1640275 h 3975950"/>
              <a:gd name="connsiteX4-291" fmla="*/ 3002082 w 3590408"/>
              <a:gd name="connsiteY4-292" fmla="*/ 3809471 h 3975950"/>
              <a:gd name="connsiteX5-293" fmla="*/ 2908600 w 3590408"/>
              <a:gd name="connsiteY5-294" fmla="*/ 3966350 h 3975950"/>
              <a:gd name="connsiteX6-295" fmla="*/ 0 w 3590408"/>
              <a:gd name="connsiteY6-296" fmla="*/ 3963175 h 3975950"/>
              <a:gd name="connsiteX7-297" fmla="*/ 0 w 3590408"/>
              <a:gd name="connsiteY7-298" fmla="*/ 3175 h 3975950"/>
              <a:gd name="connsiteX0-299" fmla="*/ 0 w 3590408"/>
              <a:gd name="connsiteY0-300" fmla="*/ 3175 h 3966350"/>
              <a:gd name="connsiteX1-301" fmla="*/ 3264200 w 3590408"/>
              <a:gd name="connsiteY1-302" fmla="*/ 0 h 3966350"/>
              <a:gd name="connsiteX2-303" fmla="*/ 3323644 w 3590408"/>
              <a:gd name="connsiteY2-304" fmla="*/ 166544 h 3966350"/>
              <a:gd name="connsiteX3-305" fmla="*/ 3578825 w 3590408"/>
              <a:gd name="connsiteY3-306" fmla="*/ 1640275 h 3966350"/>
              <a:gd name="connsiteX4-307" fmla="*/ 3002082 w 3590408"/>
              <a:gd name="connsiteY4-308" fmla="*/ 3809471 h 3966350"/>
              <a:gd name="connsiteX5-309" fmla="*/ 2908600 w 3590408"/>
              <a:gd name="connsiteY5-310" fmla="*/ 3966350 h 3966350"/>
              <a:gd name="connsiteX6-311" fmla="*/ 0 w 3590408"/>
              <a:gd name="connsiteY6-312" fmla="*/ 3963175 h 3966350"/>
              <a:gd name="connsiteX7-313" fmla="*/ 0 w 3590408"/>
              <a:gd name="connsiteY7-314" fmla="*/ 3175 h 3966350"/>
              <a:gd name="connsiteX0-315" fmla="*/ 0 w 3590408"/>
              <a:gd name="connsiteY0-316" fmla="*/ 3175 h 3966350"/>
              <a:gd name="connsiteX1-317" fmla="*/ 3264200 w 3590408"/>
              <a:gd name="connsiteY1-318" fmla="*/ 0 h 3966350"/>
              <a:gd name="connsiteX2-319" fmla="*/ 3323644 w 3590408"/>
              <a:gd name="connsiteY2-320" fmla="*/ 166544 h 3966350"/>
              <a:gd name="connsiteX3-321" fmla="*/ 3578825 w 3590408"/>
              <a:gd name="connsiteY3-322" fmla="*/ 1640275 h 3966350"/>
              <a:gd name="connsiteX4-323" fmla="*/ 3002082 w 3590408"/>
              <a:gd name="connsiteY4-324" fmla="*/ 3809471 h 3966350"/>
              <a:gd name="connsiteX5-325" fmla="*/ 2908600 w 3590408"/>
              <a:gd name="connsiteY5-326" fmla="*/ 3966350 h 3966350"/>
              <a:gd name="connsiteX6-327" fmla="*/ 0 w 3590408"/>
              <a:gd name="connsiteY6-328" fmla="*/ 3963175 h 3966350"/>
              <a:gd name="connsiteX7-329" fmla="*/ 0 w 3590408"/>
              <a:gd name="connsiteY7-330" fmla="*/ 3175 h 3966350"/>
              <a:gd name="connsiteX0-331" fmla="*/ 0 w 3590408"/>
              <a:gd name="connsiteY0-332" fmla="*/ 3175 h 3966350"/>
              <a:gd name="connsiteX1-333" fmla="*/ 3264200 w 3590408"/>
              <a:gd name="connsiteY1-334" fmla="*/ 0 h 3966350"/>
              <a:gd name="connsiteX2-335" fmla="*/ 3323644 w 3590408"/>
              <a:gd name="connsiteY2-336" fmla="*/ 166544 h 3966350"/>
              <a:gd name="connsiteX3-337" fmla="*/ 3578825 w 3590408"/>
              <a:gd name="connsiteY3-338" fmla="*/ 1640275 h 3966350"/>
              <a:gd name="connsiteX4-339" fmla="*/ 3002082 w 3590408"/>
              <a:gd name="connsiteY4-340" fmla="*/ 3809471 h 3966350"/>
              <a:gd name="connsiteX5-341" fmla="*/ 2908600 w 3590408"/>
              <a:gd name="connsiteY5-342" fmla="*/ 3966350 h 3966350"/>
              <a:gd name="connsiteX6-343" fmla="*/ 0 w 3590408"/>
              <a:gd name="connsiteY6-344" fmla="*/ 3963175 h 3966350"/>
              <a:gd name="connsiteX7-345" fmla="*/ 0 w 3590408"/>
              <a:gd name="connsiteY7-346" fmla="*/ 3175 h 3966350"/>
              <a:gd name="connsiteX0-347" fmla="*/ 0 w 3580367"/>
              <a:gd name="connsiteY0-348" fmla="*/ 3175 h 3966350"/>
              <a:gd name="connsiteX1-349" fmla="*/ 3264200 w 3580367"/>
              <a:gd name="connsiteY1-350" fmla="*/ 0 h 3966350"/>
              <a:gd name="connsiteX2-351" fmla="*/ 3323644 w 3580367"/>
              <a:gd name="connsiteY2-352" fmla="*/ 166544 h 3966350"/>
              <a:gd name="connsiteX3-353" fmla="*/ 3578825 w 3580367"/>
              <a:gd name="connsiteY3-354" fmla="*/ 1640275 h 3966350"/>
              <a:gd name="connsiteX4-355" fmla="*/ 3002082 w 3580367"/>
              <a:gd name="connsiteY4-356" fmla="*/ 3809471 h 3966350"/>
              <a:gd name="connsiteX5-357" fmla="*/ 2908600 w 3580367"/>
              <a:gd name="connsiteY5-358" fmla="*/ 3966350 h 3966350"/>
              <a:gd name="connsiteX6-359" fmla="*/ 0 w 3580367"/>
              <a:gd name="connsiteY6-360" fmla="*/ 3963175 h 3966350"/>
              <a:gd name="connsiteX7-361" fmla="*/ 0 w 3580367"/>
              <a:gd name="connsiteY7-362" fmla="*/ 3175 h 3966350"/>
              <a:gd name="connsiteX0-363" fmla="*/ 0 w 3578976"/>
              <a:gd name="connsiteY0-364" fmla="*/ 3175 h 3966350"/>
              <a:gd name="connsiteX1-365" fmla="*/ 3264200 w 3578976"/>
              <a:gd name="connsiteY1-366" fmla="*/ 0 h 3966350"/>
              <a:gd name="connsiteX2-367" fmla="*/ 3323644 w 3578976"/>
              <a:gd name="connsiteY2-368" fmla="*/ 166544 h 3966350"/>
              <a:gd name="connsiteX3-369" fmla="*/ 3578825 w 3578976"/>
              <a:gd name="connsiteY3-370" fmla="*/ 1640275 h 3966350"/>
              <a:gd name="connsiteX4-371" fmla="*/ 3002082 w 3578976"/>
              <a:gd name="connsiteY4-372" fmla="*/ 3809471 h 3966350"/>
              <a:gd name="connsiteX5-373" fmla="*/ 2908600 w 3578976"/>
              <a:gd name="connsiteY5-374" fmla="*/ 3966350 h 3966350"/>
              <a:gd name="connsiteX6-375" fmla="*/ 0 w 3578976"/>
              <a:gd name="connsiteY6-376" fmla="*/ 3963175 h 3966350"/>
              <a:gd name="connsiteX7-377" fmla="*/ 0 w 3578976"/>
              <a:gd name="connsiteY7-378" fmla="*/ 3175 h 3966350"/>
              <a:gd name="connsiteX0-379" fmla="*/ 0 w 3579143"/>
              <a:gd name="connsiteY0-380" fmla="*/ 3175 h 3966350"/>
              <a:gd name="connsiteX1-381" fmla="*/ 3264200 w 3579143"/>
              <a:gd name="connsiteY1-382" fmla="*/ 0 h 3966350"/>
              <a:gd name="connsiteX2-383" fmla="*/ 3323644 w 3579143"/>
              <a:gd name="connsiteY2-384" fmla="*/ 166544 h 3966350"/>
              <a:gd name="connsiteX3-385" fmla="*/ 3578825 w 3579143"/>
              <a:gd name="connsiteY3-386" fmla="*/ 1640275 h 3966350"/>
              <a:gd name="connsiteX4-387" fmla="*/ 3002082 w 3579143"/>
              <a:gd name="connsiteY4-388" fmla="*/ 3809471 h 3966350"/>
              <a:gd name="connsiteX5-389" fmla="*/ 2908600 w 3579143"/>
              <a:gd name="connsiteY5-390" fmla="*/ 3966350 h 3966350"/>
              <a:gd name="connsiteX6-391" fmla="*/ 0 w 3579143"/>
              <a:gd name="connsiteY6-392" fmla="*/ 3963175 h 3966350"/>
              <a:gd name="connsiteX7-393" fmla="*/ 0 w 3579143"/>
              <a:gd name="connsiteY7-394" fmla="*/ 3175 h 3966350"/>
              <a:gd name="connsiteX0-395" fmla="*/ 0 w 3579143"/>
              <a:gd name="connsiteY0-396" fmla="*/ 3175 h 4131450"/>
              <a:gd name="connsiteX1-397" fmla="*/ 3264200 w 3579143"/>
              <a:gd name="connsiteY1-398" fmla="*/ 0 h 4131450"/>
              <a:gd name="connsiteX2-399" fmla="*/ 3323644 w 3579143"/>
              <a:gd name="connsiteY2-400" fmla="*/ 166544 h 4131450"/>
              <a:gd name="connsiteX3-401" fmla="*/ 3578825 w 3579143"/>
              <a:gd name="connsiteY3-402" fmla="*/ 1640275 h 4131450"/>
              <a:gd name="connsiteX4-403" fmla="*/ 3002082 w 3579143"/>
              <a:gd name="connsiteY4-404" fmla="*/ 3809471 h 4131450"/>
              <a:gd name="connsiteX5-405" fmla="*/ 3159425 w 3579143"/>
              <a:gd name="connsiteY5-406" fmla="*/ 4131450 h 4131450"/>
              <a:gd name="connsiteX6-407" fmla="*/ 0 w 3579143"/>
              <a:gd name="connsiteY6-408" fmla="*/ 3963175 h 4131450"/>
              <a:gd name="connsiteX7-409" fmla="*/ 0 w 3579143"/>
              <a:gd name="connsiteY7-410" fmla="*/ 3175 h 4131450"/>
              <a:gd name="connsiteX0-411" fmla="*/ 0 w 3579143"/>
              <a:gd name="connsiteY0-412" fmla="*/ 3175 h 3963175"/>
              <a:gd name="connsiteX1-413" fmla="*/ 3264200 w 3579143"/>
              <a:gd name="connsiteY1-414" fmla="*/ 0 h 3963175"/>
              <a:gd name="connsiteX2-415" fmla="*/ 3323644 w 3579143"/>
              <a:gd name="connsiteY2-416" fmla="*/ 166544 h 3963175"/>
              <a:gd name="connsiteX3-417" fmla="*/ 3578825 w 3579143"/>
              <a:gd name="connsiteY3-418" fmla="*/ 1640275 h 3963175"/>
              <a:gd name="connsiteX4-419" fmla="*/ 3002082 w 3579143"/>
              <a:gd name="connsiteY4-420" fmla="*/ 3809471 h 3963175"/>
              <a:gd name="connsiteX5-421" fmla="*/ 2905425 w 3579143"/>
              <a:gd name="connsiteY5-422" fmla="*/ 3963175 h 3963175"/>
              <a:gd name="connsiteX6-423" fmla="*/ 0 w 3579143"/>
              <a:gd name="connsiteY6-424" fmla="*/ 3963175 h 3963175"/>
              <a:gd name="connsiteX7-425" fmla="*/ 0 w 3579143"/>
              <a:gd name="connsiteY7-426" fmla="*/ 3175 h 3963175"/>
              <a:gd name="connsiteX0-427" fmla="*/ 0 w 3579143"/>
              <a:gd name="connsiteY0-428" fmla="*/ 3175 h 3963175"/>
              <a:gd name="connsiteX1-429" fmla="*/ 3264200 w 3579143"/>
              <a:gd name="connsiteY1-430" fmla="*/ 0 h 3963175"/>
              <a:gd name="connsiteX2-431" fmla="*/ 3323644 w 3579143"/>
              <a:gd name="connsiteY2-432" fmla="*/ 166544 h 3963175"/>
              <a:gd name="connsiteX3-433" fmla="*/ 3578825 w 3579143"/>
              <a:gd name="connsiteY3-434" fmla="*/ 1640275 h 3963175"/>
              <a:gd name="connsiteX4-435" fmla="*/ 3002082 w 3579143"/>
              <a:gd name="connsiteY4-436" fmla="*/ 3809471 h 3963175"/>
              <a:gd name="connsiteX5-437" fmla="*/ 2905425 w 3579143"/>
              <a:gd name="connsiteY5-438" fmla="*/ 3963175 h 3963175"/>
              <a:gd name="connsiteX6-439" fmla="*/ 0 w 3579143"/>
              <a:gd name="connsiteY6-440" fmla="*/ 3963175 h 3963175"/>
              <a:gd name="connsiteX7-441" fmla="*/ 0 w 3579143"/>
              <a:gd name="connsiteY7-442" fmla="*/ 3175 h 3963175"/>
              <a:gd name="connsiteX0-443" fmla="*/ 0 w 3579143"/>
              <a:gd name="connsiteY0-444" fmla="*/ 3175 h 3963175"/>
              <a:gd name="connsiteX1-445" fmla="*/ 3264200 w 3579143"/>
              <a:gd name="connsiteY1-446" fmla="*/ 0 h 3963175"/>
              <a:gd name="connsiteX2-447" fmla="*/ 3323644 w 3579143"/>
              <a:gd name="connsiteY2-448" fmla="*/ 166544 h 3963175"/>
              <a:gd name="connsiteX3-449" fmla="*/ 3578825 w 3579143"/>
              <a:gd name="connsiteY3-450" fmla="*/ 1640275 h 3963175"/>
              <a:gd name="connsiteX4-451" fmla="*/ 3002082 w 3579143"/>
              <a:gd name="connsiteY4-452" fmla="*/ 3809471 h 3963175"/>
              <a:gd name="connsiteX5-453" fmla="*/ 2905425 w 3579143"/>
              <a:gd name="connsiteY5-454" fmla="*/ 3963175 h 3963175"/>
              <a:gd name="connsiteX6-455" fmla="*/ 0 w 3579143"/>
              <a:gd name="connsiteY6-456" fmla="*/ 3963175 h 3963175"/>
              <a:gd name="connsiteX7-457" fmla="*/ 0 w 3579143"/>
              <a:gd name="connsiteY7-458" fmla="*/ 3175 h 3963175"/>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25" y="connsiteY6-26"/>
              </a:cxn>
              <a:cxn ang="0">
                <a:pos x="connsiteX7-41" y="connsiteY7-42"/>
              </a:cxn>
            </a:cxnLst>
            <a:rect l="l" t="t" r="r" b="b"/>
            <a:pathLst>
              <a:path w="3579143" h="3963175">
                <a:moveTo>
                  <a:pt x="0" y="3175"/>
                </a:moveTo>
                <a:lnTo>
                  <a:pt x="3264200" y="0"/>
                </a:lnTo>
                <a:cubicBezTo>
                  <a:pt x="3287387" y="61624"/>
                  <a:pt x="3301369" y="106419"/>
                  <a:pt x="3323644" y="166544"/>
                </a:cubicBezTo>
                <a:cubicBezTo>
                  <a:pt x="3491969" y="623544"/>
                  <a:pt x="3568919" y="877546"/>
                  <a:pt x="3578825" y="1640275"/>
                </a:cubicBezTo>
                <a:cubicBezTo>
                  <a:pt x="3588731" y="2403004"/>
                  <a:pt x="3367257" y="3165146"/>
                  <a:pt x="3002082" y="3809471"/>
                </a:cubicBezTo>
                <a:cubicBezTo>
                  <a:pt x="2973457" y="3863246"/>
                  <a:pt x="3011014" y="3800503"/>
                  <a:pt x="2905425" y="3963175"/>
                </a:cubicBezTo>
                <a:lnTo>
                  <a:pt x="0" y="3963175"/>
                </a:lnTo>
                <a:lnTo>
                  <a:pt x="0" y="3175"/>
                </a:lnTo>
                <a:close/>
              </a:path>
            </a:pathLst>
          </a:custGeom>
          <a:noFill/>
          <a:ln>
            <a:noFill/>
          </a:ln>
        </p:spPr>
        <p:txBody>
          <a:bodyPr lIns="720000" tIns="720000" rIns="720000" bIns="720000">
            <a:normAutofit/>
          </a:bodyPr>
          <a:lstStyle>
            <a:lvl1pPr marL="0" indent="0" algn="ctr">
              <a:buNone/>
              <a:defRPr sz="1400" baseline="0">
                <a:solidFill>
                  <a:schemeClr val="bg1"/>
                </a:solidFill>
              </a:defRPr>
            </a:lvl1pPr>
          </a:lstStyle>
          <a:p>
            <a:r>
              <a:rPr lang="zh-CN" altLang="en-US"/>
              <a:t>单击图标添加图片</a:t>
            </a:r>
            <a:endParaRPr lang="de-DE"/>
          </a:p>
        </p:txBody>
      </p:sp>
      <p:sp>
        <p:nvSpPr>
          <p:cNvPr id="12" name="Titel 7"/>
          <p:cNvSpPr>
            <a:spLocks noGrp="1"/>
          </p:cNvSpPr>
          <p:nvPr>
            <p:ph type="title" hasCustomPrompt="1"/>
          </p:nvPr>
        </p:nvSpPr>
        <p:spPr>
          <a:xfrm>
            <a:off x="367575" y="290572"/>
            <a:ext cx="8408850" cy="369332"/>
          </a:xfrm>
        </p:spPr>
        <p:txBody>
          <a:bodyPr/>
          <a:lstStyle/>
          <a:p>
            <a:r>
              <a:rPr lang="en-GB" noProof="0"/>
              <a:t>Click to add headline</a:t>
            </a:r>
          </a:p>
        </p:txBody>
      </p:sp>
      <p:sp>
        <p:nvSpPr>
          <p:cNvPr id="14" name="Inhaltsplatzhalter 11"/>
          <p:cNvSpPr>
            <a:spLocks noGrp="1"/>
          </p:cNvSpPr>
          <p:nvPr>
            <p:ph sz="quarter" idx="14" hasCustomPrompt="1"/>
          </p:nvPr>
        </p:nvSpPr>
        <p:spPr>
          <a:xfrm>
            <a:off x="3848399" y="1198800"/>
            <a:ext cx="4928026" cy="3394800"/>
          </a:xfrm>
        </p:spPr>
        <p:txBody>
          <a:bodyPr/>
          <a:lstStyle>
            <a:lvl1pPr>
              <a:defRPr baseline="0">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en-GB" noProof="0"/>
              <a:t>Click to add text</a:t>
            </a:r>
          </a:p>
        </p:txBody>
      </p:sp>
      <p:pic>
        <p:nvPicPr>
          <p:cNvPr id="13" name="Grafik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64443" y="4864131"/>
            <a:ext cx="630270" cy="19051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Circle segment_04">
    <p:spTree>
      <p:nvGrpSpPr>
        <p:cNvPr id="1" name=""/>
        <p:cNvGrpSpPr/>
        <p:nvPr/>
      </p:nvGrpSpPr>
      <p:grpSpPr>
        <a:xfrm>
          <a:off x="0" y="0"/>
          <a:ext cx="0" cy="0"/>
          <a:chOff x="0" y="0"/>
          <a:chExt cx="0" cy="0"/>
        </a:xfrm>
      </p:grpSpPr>
      <p:sp>
        <p:nvSpPr>
          <p:cNvPr id="9" name="Rechteck 8"/>
          <p:cNvSpPr/>
          <p:nvPr userDrawn="1"/>
        </p:nvSpPr>
        <p:spPr>
          <a:xfrm>
            <a:off x="0" y="2196370"/>
            <a:ext cx="9144000" cy="2947130"/>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400" noProof="0">
              <a:solidFill>
                <a:schemeClr val="tx1"/>
              </a:solidFill>
              <a:latin typeface="BISansOpti"/>
            </a:endParaRPr>
          </a:p>
        </p:txBody>
      </p:sp>
      <p:cxnSp>
        <p:nvCxnSpPr>
          <p:cNvPr id="5" name="Gerade Verbindung 4"/>
          <p:cNvCxnSpPr/>
          <p:nvPr userDrawn="1"/>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3" name="Datumsplatzhalter 2"/>
          <p:cNvSpPr>
            <a:spLocks noGrp="1"/>
          </p:cNvSpPr>
          <p:nvPr>
            <p:ph type="dt" sz="half" idx="10"/>
          </p:nvPr>
        </p:nvSpPr>
        <p:spPr/>
        <p:txBody>
          <a:bodyPr/>
          <a:lstStyle/>
          <a:p>
            <a:fld id="{3A4F5901-183E-4A00-9284-9EF186007567}" type="datetime1">
              <a:rPr lang="en-GB" smtClean="0"/>
              <a:t>25/04/2024</a:t>
            </a:fld>
            <a:endParaRPr lang="en-GB"/>
          </a:p>
        </p:txBody>
      </p:sp>
      <p:sp>
        <p:nvSpPr>
          <p:cNvPr id="4" name="Fußzeilenplatzhalter 3"/>
          <p:cNvSpPr>
            <a:spLocks noGrp="1"/>
          </p:cNvSpPr>
          <p:nvPr>
            <p:ph type="ftr" sz="quarter" idx="11"/>
          </p:nvPr>
        </p:nvSpPr>
        <p:spPr/>
        <p:txBody>
          <a:bodyPr/>
          <a:lstStyle/>
          <a:p>
            <a:r>
              <a:rPr lang="en-GB"/>
              <a:t>Presentation title, date, author</a:t>
            </a:r>
          </a:p>
        </p:txBody>
      </p:sp>
      <p:sp>
        <p:nvSpPr>
          <p:cNvPr id="6" name="Foliennummernplatzhalter 5"/>
          <p:cNvSpPr>
            <a:spLocks noGrp="1"/>
          </p:cNvSpPr>
          <p:nvPr>
            <p:ph type="sldNum" sz="quarter" idx="12"/>
          </p:nvPr>
        </p:nvSpPr>
        <p:spPr/>
        <p:txBody>
          <a:bodyPr/>
          <a:lstStyle/>
          <a:p>
            <a:fld id="{143B55C4-4F5A-416B-997D-6CE47EB0A945}" type="slidenum">
              <a:rPr lang="en-GB" smtClean="0"/>
              <a:t>‹#›</a:t>
            </a:fld>
            <a:endParaRPr lang="en-GB"/>
          </a:p>
        </p:txBody>
      </p:sp>
      <p:sp>
        <p:nvSpPr>
          <p:cNvPr id="10" name="Rechteck 12"/>
          <p:cNvSpPr/>
          <p:nvPr userDrawn="1"/>
        </p:nvSpPr>
        <p:spPr>
          <a:xfrm>
            <a:off x="2" y="735013"/>
            <a:ext cx="3672981" cy="3960812"/>
          </a:xfrm>
          <a:custGeom>
            <a:avLst/>
            <a:gdLst/>
            <a:ahLst/>
            <a:cxnLst/>
            <a:rect l="l" t="t" r="r" b="b"/>
            <a:pathLst>
              <a:path w="3672981" h="3960812">
                <a:moveTo>
                  <a:pt x="0" y="0"/>
                </a:moveTo>
                <a:lnTo>
                  <a:pt x="3361658" y="0"/>
                </a:lnTo>
                <a:lnTo>
                  <a:pt x="3412473" y="127738"/>
                </a:lnTo>
                <a:cubicBezTo>
                  <a:pt x="3581102" y="597230"/>
                  <a:pt x="3672981" y="1103310"/>
                  <a:pt x="3672981" y="1630850"/>
                </a:cubicBezTo>
                <a:cubicBezTo>
                  <a:pt x="3672981" y="2378998"/>
                  <a:pt x="3488190" y="3083985"/>
                  <a:pt x="3161761" y="3702659"/>
                </a:cubicBezTo>
                <a:lnTo>
                  <a:pt x="3012298" y="3960812"/>
                </a:lnTo>
                <a:lnTo>
                  <a:pt x="0" y="3960812"/>
                </a:lnTo>
                <a:close/>
              </a:path>
            </a:pathLst>
          </a:custGeom>
          <a:solidFill>
            <a:schemeClr val="accent3"/>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de-DE" sz="1400" err="1">
              <a:solidFill>
                <a:schemeClr val="tx1"/>
              </a:solidFill>
              <a:latin typeface="BISansOpti"/>
            </a:endParaRPr>
          </a:p>
        </p:txBody>
      </p:sp>
      <p:sp>
        <p:nvSpPr>
          <p:cNvPr id="11" name="Bildplatzhalter 20"/>
          <p:cNvSpPr>
            <a:spLocks noGrp="1"/>
          </p:cNvSpPr>
          <p:nvPr>
            <p:ph type="pic" sz="quarter" idx="13"/>
          </p:nvPr>
        </p:nvSpPr>
        <p:spPr>
          <a:xfrm>
            <a:off x="-2" y="731224"/>
            <a:ext cx="3579143" cy="3963175"/>
          </a:xfrm>
          <a:custGeom>
            <a:avLst/>
            <a:gdLst>
              <a:gd name="connsiteX0" fmla="*/ 0 w 3582000"/>
              <a:gd name="connsiteY0" fmla="*/ 0 h 3960000"/>
              <a:gd name="connsiteX1" fmla="*/ 1791000 w 3582000"/>
              <a:gd name="connsiteY1" fmla="*/ 0 h 3960000"/>
              <a:gd name="connsiteX2" fmla="*/ 3582000 w 3582000"/>
              <a:gd name="connsiteY2" fmla="*/ 1980000 h 3960000"/>
              <a:gd name="connsiteX3" fmla="*/ 1791000 w 3582000"/>
              <a:gd name="connsiteY3" fmla="*/ 3960000 h 3960000"/>
              <a:gd name="connsiteX4" fmla="*/ 0 w 3582000"/>
              <a:gd name="connsiteY4" fmla="*/ 3960000 h 3960000"/>
              <a:gd name="connsiteX5" fmla="*/ 0 w 3582000"/>
              <a:gd name="connsiteY5" fmla="*/ 0 h 3960000"/>
              <a:gd name="connsiteX0-1" fmla="*/ 0 w 3669107"/>
              <a:gd name="connsiteY0-2" fmla="*/ 0 h 3960000"/>
              <a:gd name="connsiteX1-3" fmla="*/ 1791000 w 3669107"/>
              <a:gd name="connsiteY1-4" fmla="*/ 0 h 3960000"/>
              <a:gd name="connsiteX2-5" fmla="*/ 3225219 w 3669107"/>
              <a:gd name="connsiteY2-6" fmla="*/ 807894 h 3960000"/>
              <a:gd name="connsiteX3-7" fmla="*/ 3582000 w 3669107"/>
              <a:gd name="connsiteY3-8" fmla="*/ 1980000 h 3960000"/>
              <a:gd name="connsiteX4-9" fmla="*/ 1791000 w 3669107"/>
              <a:gd name="connsiteY4-10" fmla="*/ 3960000 h 3960000"/>
              <a:gd name="connsiteX5-11" fmla="*/ 0 w 3669107"/>
              <a:gd name="connsiteY5-12" fmla="*/ 3960000 h 3960000"/>
              <a:gd name="connsiteX6" fmla="*/ 0 w 3669107"/>
              <a:gd name="connsiteY6" fmla="*/ 0 h 3960000"/>
              <a:gd name="connsiteX0-13" fmla="*/ 0 w 3597300"/>
              <a:gd name="connsiteY0-14" fmla="*/ 0 h 3960000"/>
              <a:gd name="connsiteX1-15" fmla="*/ 1791000 w 3597300"/>
              <a:gd name="connsiteY1-16" fmla="*/ 0 h 3960000"/>
              <a:gd name="connsiteX2-17" fmla="*/ 3225219 w 3597300"/>
              <a:gd name="connsiteY2-18" fmla="*/ 807894 h 3960000"/>
              <a:gd name="connsiteX3-19" fmla="*/ 3582000 w 3597300"/>
              <a:gd name="connsiteY3-20" fmla="*/ 1980000 h 3960000"/>
              <a:gd name="connsiteX4-21" fmla="*/ 2862382 w 3597300"/>
              <a:gd name="connsiteY4-22" fmla="*/ 3307821 h 3960000"/>
              <a:gd name="connsiteX5-23" fmla="*/ 1791000 w 3597300"/>
              <a:gd name="connsiteY5-24" fmla="*/ 3960000 h 3960000"/>
              <a:gd name="connsiteX6-25" fmla="*/ 0 w 3597300"/>
              <a:gd name="connsiteY6-26" fmla="*/ 3960000 h 3960000"/>
              <a:gd name="connsiteX7" fmla="*/ 0 w 3597300"/>
              <a:gd name="connsiteY7" fmla="*/ 0 h 3960000"/>
              <a:gd name="connsiteX0-27" fmla="*/ 0 w 3597300"/>
              <a:gd name="connsiteY0-28" fmla="*/ 0 h 3960000"/>
              <a:gd name="connsiteX1-29" fmla="*/ 3261025 w 3597300"/>
              <a:gd name="connsiteY1-30" fmla="*/ 3175 h 3960000"/>
              <a:gd name="connsiteX2-31" fmla="*/ 3225219 w 3597300"/>
              <a:gd name="connsiteY2-32" fmla="*/ 807894 h 3960000"/>
              <a:gd name="connsiteX3-33" fmla="*/ 3582000 w 3597300"/>
              <a:gd name="connsiteY3-34" fmla="*/ 1980000 h 3960000"/>
              <a:gd name="connsiteX4-35" fmla="*/ 2862382 w 3597300"/>
              <a:gd name="connsiteY4-36" fmla="*/ 3307821 h 3960000"/>
              <a:gd name="connsiteX5-37" fmla="*/ 1791000 w 3597300"/>
              <a:gd name="connsiteY5-38" fmla="*/ 3960000 h 3960000"/>
              <a:gd name="connsiteX6-39" fmla="*/ 0 w 3597300"/>
              <a:gd name="connsiteY6-40" fmla="*/ 3960000 h 3960000"/>
              <a:gd name="connsiteX7-41" fmla="*/ 0 w 3597300"/>
              <a:gd name="connsiteY7-42" fmla="*/ 0 h 3960000"/>
              <a:gd name="connsiteX0-43" fmla="*/ 0 w 3597300"/>
              <a:gd name="connsiteY0-44" fmla="*/ 0 h 3960000"/>
              <a:gd name="connsiteX1-45" fmla="*/ 3019725 w 3597300"/>
              <a:gd name="connsiteY1-46" fmla="*/ 282575 h 3960000"/>
              <a:gd name="connsiteX2-47" fmla="*/ 3225219 w 3597300"/>
              <a:gd name="connsiteY2-48" fmla="*/ 807894 h 3960000"/>
              <a:gd name="connsiteX3-49" fmla="*/ 3582000 w 3597300"/>
              <a:gd name="connsiteY3-50" fmla="*/ 1980000 h 3960000"/>
              <a:gd name="connsiteX4-51" fmla="*/ 2862382 w 3597300"/>
              <a:gd name="connsiteY4-52" fmla="*/ 3307821 h 3960000"/>
              <a:gd name="connsiteX5-53" fmla="*/ 1791000 w 3597300"/>
              <a:gd name="connsiteY5-54" fmla="*/ 3960000 h 3960000"/>
              <a:gd name="connsiteX6-55" fmla="*/ 0 w 3597300"/>
              <a:gd name="connsiteY6-56" fmla="*/ 3960000 h 3960000"/>
              <a:gd name="connsiteX7-57" fmla="*/ 0 w 3597300"/>
              <a:gd name="connsiteY7-58" fmla="*/ 0 h 3960000"/>
              <a:gd name="connsiteX0-59" fmla="*/ 0 w 3597300"/>
              <a:gd name="connsiteY0-60" fmla="*/ 3175 h 3963175"/>
              <a:gd name="connsiteX1-61" fmla="*/ 3264200 w 3597300"/>
              <a:gd name="connsiteY1-62" fmla="*/ 0 h 3963175"/>
              <a:gd name="connsiteX2-63" fmla="*/ 3225219 w 3597300"/>
              <a:gd name="connsiteY2-64" fmla="*/ 811069 h 3963175"/>
              <a:gd name="connsiteX3-65" fmla="*/ 3582000 w 3597300"/>
              <a:gd name="connsiteY3-66" fmla="*/ 1983175 h 3963175"/>
              <a:gd name="connsiteX4-67" fmla="*/ 2862382 w 3597300"/>
              <a:gd name="connsiteY4-68" fmla="*/ 3310996 h 3963175"/>
              <a:gd name="connsiteX5-69" fmla="*/ 1791000 w 3597300"/>
              <a:gd name="connsiteY5-70" fmla="*/ 3963175 h 3963175"/>
              <a:gd name="connsiteX6-71" fmla="*/ 0 w 3597300"/>
              <a:gd name="connsiteY6-72" fmla="*/ 3963175 h 3963175"/>
              <a:gd name="connsiteX7-73" fmla="*/ 0 w 3597300"/>
              <a:gd name="connsiteY7-74" fmla="*/ 3175 h 3963175"/>
              <a:gd name="connsiteX0-75" fmla="*/ 0 w 3597300"/>
              <a:gd name="connsiteY0-76" fmla="*/ 3175 h 3963175"/>
              <a:gd name="connsiteX1-77" fmla="*/ 3264200 w 3597300"/>
              <a:gd name="connsiteY1-78" fmla="*/ 0 h 3963175"/>
              <a:gd name="connsiteX2-79" fmla="*/ 3225219 w 3597300"/>
              <a:gd name="connsiteY2-80" fmla="*/ 811069 h 3963175"/>
              <a:gd name="connsiteX3-81" fmla="*/ 3582000 w 3597300"/>
              <a:gd name="connsiteY3-82" fmla="*/ 1983175 h 3963175"/>
              <a:gd name="connsiteX4-83" fmla="*/ 2862382 w 3597300"/>
              <a:gd name="connsiteY4-84" fmla="*/ 3310996 h 3963175"/>
              <a:gd name="connsiteX5-85" fmla="*/ 1791000 w 3597300"/>
              <a:gd name="connsiteY5-86" fmla="*/ 3963175 h 3963175"/>
              <a:gd name="connsiteX6-87" fmla="*/ 0 w 3597300"/>
              <a:gd name="connsiteY6-88" fmla="*/ 3963175 h 3963175"/>
              <a:gd name="connsiteX7-89" fmla="*/ 0 w 3597300"/>
              <a:gd name="connsiteY7-90" fmla="*/ 3175 h 3963175"/>
              <a:gd name="connsiteX0-91" fmla="*/ 0 w 3616616"/>
              <a:gd name="connsiteY0-92" fmla="*/ 21630 h 3981630"/>
              <a:gd name="connsiteX1-93" fmla="*/ 3264200 w 3616616"/>
              <a:gd name="connsiteY1-94" fmla="*/ 18455 h 3981630"/>
              <a:gd name="connsiteX2-95" fmla="*/ 3323644 w 3616616"/>
              <a:gd name="connsiteY2-96" fmla="*/ 184999 h 3981630"/>
              <a:gd name="connsiteX3-97" fmla="*/ 3582000 w 3616616"/>
              <a:gd name="connsiteY3-98" fmla="*/ 2001630 h 3981630"/>
              <a:gd name="connsiteX4-99" fmla="*/ 2862382 w 3616616"/>
              <a:gd name="connsiteY4-100" fmla="*/ 3329451 h 3981630"/>
              <a:gd name="connsiteX5-101" fmla="*/ 1791000 w 3616616"/>
              <a:gd name="connsiteY5-102" fmla="*/ 3981630 h 3981630"/>
              <a:gd name="connsiteX6-103" fmla="*/ 0 w 3616616"/>
              <a:gd name="connsiteY6-104" fmla="*/ 3981630 h 3981630"/>
              <a:gd name="connsiteX7-105" fmla="*/ 0 w 3616616"/>
              <a:gd name="connsiteY7-106" fmla="*/ 21630 h 3981630"/>
              <a:gd name="connsiteX0-107" fmla="*/ 0 w 3616616"/>
              <a:gd name="connsiteY0-108" fmla="*/ 3175 h 3963175"/>
              <a:gd name="connsiteX1-109" fmla="*/ 3264200 w 3616616"/>
              <a:gd name="connsiteY1-110" fmla="*/ 0 h 3963175"/>
              <a:gd name="connsiteX2-111" fmla="*/ 3323644 w 3616616"/>
              <a:gd name="connsiteY2-112" fmla="*/ 166544 h 3963175"/>
              <a:gd name="connsiteX3-113" fmla="*/ 3582000 w 3616616"/>
              <a:gd name="connsiteY3-114" fmla="*/ 1983175 h 3963175"/>
              <a:gd name="connsiteX4-115" fmla="*/ 2862382 w 3616616"/>
              <a:gd name="connsiteY4-116" fmla="*/ 3310996 h 3963175"/>
              <a:gd name="connsiteX5-117" fmla="*/ 1791000 w 3616616"/>
              <a:gd name="connsiteY5-118" fmla="*/ 3963175 h 3963175"/>
              <a:gd name="connsiteX6-119" fmla="*/ 0 w 3616616"/>
              <a:gd name="connsiteY6-120" fmla="*/ 3963175 h 3963175"/>
              <a:gd name="connsiteX7-121" fmla="*/ 0 w 3616616"/>
              <a:gd name="connsiteY7-122" fmla="*/ 3175 h 3963175"/>
              <a:gd name="connsiteX0-123" fmla="*/ 0 w 3601265"/>
              <a:gd name="connsiteY0-124" fmla="*/ 3175 h 3963175"/>
              <a:gd name="connsiteX1-125" fmla="*/ 3264200 w 3601265"/>
              <a:gd name="connsiteY1-126" fmla="*/ 0 h 3963175"/>
              <a:gd name="connsiteX2-127" fmla="*/ 3323644 w 3601265"/>
              <a:gd name="connsiteY2-128" fmla="*/ 166544 h 3963175"/>
              <a:gd name="connsiteX3-129" fmla="*/ 3582000 w 3601265"/>
              <a:gd name="connsiteY3-130" fmla="*/ 1983175 h 3963175"/>
              <a:gd name="connsiteX4-131" fmla="*/ 2862382 w 3601265"/>
              <a:gd name="connsiteY4-132" fmla="*/ 3310996 h 3963175"/>
              <a:gd name="connsiteX5-133" fmla="*/ 1791000 w 3601265"/>
              <a:gd name="connsiteY5-134" fmla="*/ 3963175 h 3963175"/>
              <a:gd name="connsiteX6-135" fmla="*/ 0 w 3601265"/>
              <a:gd name="connsiteY6-136" fmla="*/ 3963175 h 3963175"/>
              <a:gd name="connsiteX7-137" fmla="*/ 0 w 3601265"/>
              <a:gd name="connsiteY7-138" fmla="*/ 3175 h 3963175"/>
              <a:gd name="connsiteX0-139" fmla="*/ 0 w 3364734"/>
              <a:gd name="connsiteY0-140" fmla="*/ 3175 h 3963175"/>
              <a:gd name="connsiteX1-141" fmla="*/ 3264200 w 3364734"/>
              <a:gd name="connsiteY1-142" fmla="*/ 0 h 3963175"/>
              <a:gd name="connsiteX2-143" fmla="*/ 3323644 w 3364734"/>
              <a:gd name="connsiteY2-144" fmla="*/ 166544 h 3963175"/>
              <a:gd name="connsiteX3-145" fmla="*/ 3016850 w 3364734"/>
              <a:gd name="connsiteY3-146" fmla="*/ 1614875 h 3963175"/>
              <a:gd name="connsiteX4-147" fmla="*/ 2862382 w 3364734"/>
              <a:gd name="connsiteY4-148" fmla="*/ 3310996 h 3963175"/>
              <a:gd name="connsiteX5-149" fmla="*/ 1791000 w 3364734"/>
              <a:gd name="connsiteY5-150" fmla="*/ 3963175 h 3963175"/>
              <a:gd name="connsiteX6-151" fmla="*/ 0 w 3364734"/>
              <a:gd name="connsiteY6-152" fmla="*/ 3963175 h 3963175"/>
              <a:gd name="connsiteX7-153" fmla="*/ 0 w 3364734"/>
              <a:gd name="connsiteY7-154" fmla="*/ 3175 h 3963175"/>
              <a:gd name="connsiteX0-155" fmla="*/ 0 w 3598344"/>
              <a:gd name="connsiteY0-156" fmla="*/ 3175 h 3963175"/>
              <a:gd name="connsiteX1-157" fmla="*/ 3264200 w 3598344"/>
              <a:gd name="connsiteY1-158" fmla="*/ 0 h 3963175"/>
              <a:gd name="connsiteX2-159" fmla="*/ 3323644 w 3598344"/>
              <a:gd name="connsiteY2-160" fmla="*/ 166544 h 3963175"/>
              <a:gd name="connsiteX3-161" fmla="*/ 3578825 w 3598344"/>
              <a:gd name="connsiteY3-162" fmla="*/ 1640275 h 3963175"/>
              <a:gd name="connsiteX4-163" fmla="*/ 2862382 w 3598344"/>
              <a:gd name="connsiteY4-164" fmla="*/ 3310996 h 3963175"/>
              <a:gd name="connsiteX5-165" fmla="*/ 1791000 w 3598344"/>
              <a:gd name="connsiteY5-166" fmla="*/ 3963175 h 3963175"/>
              <a:gd name="connsiteX6-167" fmla="*/ 0 w 3598344"/>
              <a:gd name="connsiteY6-168" fmla="*/ 3963175 h 3963175"/>
              <a:gd name="connsiteX7-169" fmla="*/ 0 w 3598344"/>
              <a:gd name="connsiteY7-170" fmla="*/ 3175 h 3963175"/>
              <a:gd name="connsiteX0-171" fmla="*/ 0 w 3612056"/>
              <a:gd name="connsiteY0-172" fmla="*/ 3175 h 3963175"/>
              <a:gd name="connsiteX1-173" fmla="*/ 3264200 w 3612056"/>
              <a:gd name="connsiteY1-174" fmla="*/ 0 h 3963175"/>
              <a:gd name="connsiteX2-175" fmla="*/ 3323644 w 3612056"/>
              <a:gd name="connsiteY2-176" fmla="*/ 166544 h 3963175"/>
              <a:gd name="connsiteX3-177" fmla="*/ 3578825 w 3612056"/>
              <a:gd name="connsiteY3-178" fmla="*/ 1640275 h 3963175"/>
              <a:gd name="connsiteX4-179" fmla="*/ 2862382 w 3612056"/>
              <a:gd name="connsiteY4-180" fmla="*/ 3310996 h 3963175"/>
              <a:gd name="connsiteX5-181" fmla="*/ 1791000 w 3612056"/>
              <a:gd name="connsiteY5-182" fmla="*/ 3963175 h 3963175"/>
              <a:gd name="connsiteX6-183" fmla="*/ 0 w 3612056"/>
              <a:gd name="connsiteY6-184" fmla="*/ 3963175 h 3963175"/>
              <a:gd name="connsiteX7-185" fmla="*/ 0 w 3612056"/>
              <a:gd name="connsiteY7-186" fmla="*/ 3175 h 3963175"/>
              <a:gd name="connsiteX0-187" fmla="*/ 0 w 3635528"/>
              <a:gd name="connsiteY0-188" fmla="*/ 3175 h 3963175"/>
              <a:gd name="connsiteX1-189" fmla="*/ 3264200 w 3635528"/>
              <a:gd name="connsiteY1-190" fmla="*/ 0 h 3963175"/>
              <a:gd name="connsiteX2-191" fmla="*/ 3323644 w 3635528"/>
              <a:gd name="connsiteY2-192" fmla="*/ 166544 h 3963175"/>
              <a:gd name="connsiteX3-193" fmla="*/ 3578825 w 3635528"/>
              <a:gd name="connsiteY3-194" fmla="*/ 1640275 h 3963175"/>
              <a:gd name="connsiteX4-195" fmla="*/ 2862382 w 3635528"/>
              <a:gd name="connsiteY4-196" fmla="*/ 3310996 h 3963175"/>
              <a:gd name="connsiteX5-197" fmla="*/ 1791000 w 3635528"/>
              <a:gd name="connsiteY5-198" fmla="*/ 3963175 h 3963175"/>
              <a:gd name="connsiteX6-199" fmla="*/ 0 w 3635528"/>
              <a:gd name="connsiteY6-200" fmla="*/ 3963175 h 3963175"/>
              <a:gd name="connsiteX7-201" fmla="*/ 0 w 3635528"/>
              <a:gd name="connsiteY7-202" fmla="*/ 3175 h 3963175"/>
              <a:gd name="connsiteX0-203" fmla="*/ 0 w 3578828"/>
              <a:gd name="connsiteY0-204" fmla="*/ 3175 h 3963175"/>
              <a:gd name="connsiteX1-205" fmla="*/ 3264200 w 3578828"/>
              <a:gd name="connsiteY1-206" fmla="*/ 0 h 3963175"/>
              <a:gd name="connsiteX2-207" fmla="*/ 3323644 w 3578828"/>
              <a:gd name="connsiteY2-208" fmla="*/ 166544 h 3963175"/>
              <a:gd name="connsiteX3-209" fmla="*/ 3578825 w 3578828"/>
              <a:gd name="connsiteY3-210" fmla="*/ 1640275 h 3963175"/>
              <a:gd name="connsiteX4-211" fmla="*/ 2862382 w 3578828"/>
              <a:gd name="connsiteY4-212" fmla="*/ 3310996 h 3963175"/>
              <a:gd name="connsiteX5-213" fmla="*/ 1791000 w 3578828"/>
              <a:gd name="connsiteY5-214" fmla="*/ 3963175 h 3963175"/>
              <a:gd name="connsiteX6-215" fmla="*/ 0 w 3578828"/>
              <a:gd name="connsiteY6-216" fmla="*/ 3963175 h 3963175"/>
              <a:gd name="connsiteX7-217" fmla="*/ 0 w 3578828"/>
              <a:gd name="connsiteY7-218" fmla="*/ 3175 h 3963175"/>
              <a:gd name="connsiteX0-219" fmla="*/ 0 w 3578942"/>
              <a:gd name="connsiteY0-220" fmla="*/ 3175 h 3963175"/>
              <a:gd name="connsiteX1-221" fmla="*/ 3264200 w 3578942"/>
              <a:gd name="connsiteY1-222" fmla="*/ 0 h 3963175"/>
              <a:gd name="connsiteX2-223" fmla="*/ 3323644 w 3578942"/>
              <a:gd name="connsiteY2-224" fmla="*/ 166544 h 3963175"/>
              <a:gd name="connsiteX3-225" fmla="*/ 3578825 w 3578942"/>
              <a:gd name="connsiteY3-226" fmla="*/ 1640275 h 3963175"/>
              <a:gd name="connsiteX4-227" fmla="*/ 2862382 w 3578942"/>
              <a:gd name="connsiteY4-228" fmla="*/ 3310996 h 3963175"/>
              <a:gd name="connsiteX5-229" fmla="*/ 1791000 w 3578942"/>
              <a:gd name="connsiteY5-230" fmla="*/ 3963175 h 3963175"/>
              <a:gd name="connsiteX6-231" fmla="*/ 0 w 3578942"/>
              <a:gd name="connsiteY6-232" fmla="*/ 3963175 h 3963175"/>
              <a:gd name="connsiteX7-233" fmla="*/ 0 w 3578942"/>
              <a:gd name="connsiteY7-234" fmla="*/ 3175 h 3963175"/>
              <a:gd name="connsiteX0-235" fmla="*/ 0 w 3578942"/>
              <a:gd name="connsiteY0-236" fmla="*/ 3175 h 3963175"/>
              <a:gd name="connsiteX1-237" fmla="*/ 3264200 w 3578942"/>
              <a:gd name="connsiteY1-238" fmla="*/ 0 h 3963175"/>
              <a:gd name="connsiteX2-239" fmla="*/ 3323644 w 3578942"/>
              <a:gd name="connsiteY2-240" fmla="*/ 166544 h 3963175"/>
              <a:gd name="connsiteX3-241" fmla="*/ 3578825 w 3578942"/>
              <a:gd name="connsiteY3-242" fmla="*/ 1640275 h 3963175"/>
              <a:gd name="connsiteX4-243" fmla="*/ 2862382 w 3578942"/>
              <a:gd name="connsiteY4-244" fmla="*/ 3310996 h 3963175"/>
              <a:gd name="connsiteX5-245" fmla="*/ 1791000 w 3578942"/>
              <a:gd name="connsiteY5-246" fmla="*/ 3963175 h 3963175"/>
              <a:gd name="connsiteX6-247" fmla="*/ 0 w 3578942"/>
              <a:gd name="connsiteY6-248" fmla="*/ 3963175 h 3963175"/>
              <a:gd name="connsiteX7-249" fmla="*/ 0 w 3578942"/>
              <a:gd name="connsiteY7-250" fmla="*/ 3175 h 3963175"/>
              <a:gd name="connsiteX0-251" fmla="*/ 0 w 3590408"/>
              <a:gd name="connsiteY0-252" fmla="*/ 3175 h 3974831"/>
              <a:gd name="connsiteX1-253" fmla="*/ 3264200 w 3590408"/>
              <a:gd name="connsiteY1-254" fmla="*/ 0 h 3974831"/>
              <a:gd name="connsiteX2-255" fmla="*/ 3323644 w 3590408"/>
              <a:gd name="connsiteY2-256" fmla="*/ 166544 h 3974831"/>
              <a:gd name="connsiteX3-257" fmla="*/ 3578825 w 3590408"/>
              <a:gd name="connsiteY3-258" fmla="*/ 1640275 h 3974831"/>
              <a:gd name="connsiteX4-259" fmla="*/ 3002082 w 3590408"/>
              <a:gd name="connsiteY4-260" fmla="*/ 3809471 h 3974831"/>
              <a:gd name="connsiteX5-261" fmla="*/ 1791000 w 3590408"/>
              <a:gd name="connsiteY5-262" fmla="*/ 3963175 h 3974831"/>
              <a:gd name="connsiteX6-263" fmla="*/ 0 w 3590408"/>
              <a:gd name="connsiteY6-264" fmla="*/ 3963175 h 3974831"/>
              <a:gd name="connsiteX7-265" fmla="*/ 0 w 3590408"/>
              <a:gd name="connsiteY7-266" fmla="*/ 3175 h 3974831"/>
              <a:gd name="connsiteX0-267" fmla="*/ 0 w 3590408"/>
              <a:gd name="connsiteY0-268" fmla="*/ 3175 h 3974831"/>
              <a:gd name="connsiteX1-269" fmla="*/ 3264200 w 3590408"/>
              <a:gd name="connsiteY1-270" fmla="*/ 0 h 3974831"/>
              <a:gd name="connsiteX2-271" fmla="*/ 3323644 w 3590408"/>
              <a:gd name="connsiteY2-272" fmla="*/ 166544 h 3974831"/>
              <a:gd name="connsiteX3-273" fmla="*/ 3578825 w 3590408"/>
              <a:gd name="connsiteY3-274" fmla="*/ 1640275 h 3974831"/>
              <a:gd name="connsiteX4-275" fmla="*/ 3002082 w 3590408"/>
              <a:gd name="connsiteY4-276" fmla="*/ 3809471 h 3974831"/>
              <a:gd name="connsiteX5-277" fmla="*/ 1791000 w 3590408"/>
              <a:gd name="connsiteY5-278" fmla="*/ 3963175 h 3974831"/>
              <a:gd name="connsiteX6-279" fmla="*/ 0 w 3590408"/>
              <a:gd name="connsiteY6-280" fmla="*/ 3963175 h 3974831"/>
              <a:gd name="connsiteX7-281" fmla="*/ 0 w 3590408"/>
              <a:gd name="connsiteY7-282" fmla="*/ 3175 h 3974831"/>
              <a:gd name="connsiteX0-283" fmla="*/ 0 w 3590408"/>
              <a:gd name="connsiteY0-284" fmla="*/ 3175 h 3975950"/>
              <a:gd name="connsiteX1-285" fmla="*/ 3264200 w 3590408"/>
              <a:gd name="connsiteY1-286" fmla="*/ 0 h 3975950"/>
              <a:gd name="connsiteX2-287" fmla="*/ 3323644 w 3590408"/>
              <a:gd name="connsiteY2-288" fmla="*/ 166544 h 3975950"/>
              <a:gd name="connsiteX3-289" fmla="*/ 3578825 w 3590408"/>
              <a:gd name="connsiteY3-290" fmla="*/ 1640275 h 3975950"/>
              <a:gd name="connsiteX4-291" fmla="*/ 3002082 w 3590408"/>
              <a:gd name="connsiteY4-292" fmla="*/ 3809471 h 3975950"/>
              <a:gd name="connsiteX5-293" fmla="*/ 2908600 w 3590408"/>
              <a:gd name="connsiteY5-294" fmla="*/ 3966350 h 3975950"/>
              <a:gd name="connsiteX6-295" fmla="*/ 0 w 3590408"/>
              <a:gd name="connsiteY6-296" fmla="*/ 3963175 h 3975950"/>
              <a:gd name="connsiteX7-297" fmla="*/ 0 w 3590408"/>
              <a:gd name="connsiteY7-298" fmla="*/ 3175 h 3975950"/>
              <a:gd name="connsiteX0-299" fmla="*/ 0 w 3590408"/>
              <a:gd name="connsiteY0-300" fmla="*/ 3175 h 3966350"/>
              <a:gd name="connsiteX1-301" fmla="*/ 3264200 w 3590408"/>
              <a:gd name="connsiteY1-302" fmla="*/ 0 h 3966350"/>
              <a:gd name="connsiteX2-303" fmla="*/ 3323644 w 3590408"/>
              <a:gd name="connsiteY2-304" fmla="*/ 166544 h 3966350"/>
              <a:gd name="connsiteX3-305" fmla="*/ 3578825 w 3590408"/>
              <a:gd name="connsiteY3-306" fmla="*/ 1640275 h 3966350"/>
              <a:gd name="connsiteX4-307" fmla="*/ 3002082 w 3590408"/>
              <a:gd name="connsiteY4-308" fmla="*/ 3809471 h 3966350"/>
              <a:gd name="connsiteX5-309" fmla="*/ 2908600 w 3590408"/>
              <a:gd name="connsiteY5-310" fmla="*/ 3966350 h 3966350"/>
              <a:gd name="connsiteX6-311" fmla="*/ 0 w 3590408"/>
              <a:gd name="connsiteY6-312" fmla="*/ 3963175 h 3966350"/>
              <a:gd name="connsiteX7-313" fmla="*/ 0 w 3590408"/>
              <a:gd name="connsiteY7-314" fmla="*/ 3175 h 3966350"/>
              <a:gd name="connsiteX0-315" fmla="*/ 0 w 3590408"/>
              <a:gd name="connsiteY0-316" fmla="*/ 3175 h 3966350"/>
              <a:gd name="connsiteX1-317" fmla="*/ 3264200 w 3590408"/>
              <a:gd name="connsiteY1-318" fmla="*/ 0 h 3966350"/>
              <a:gd name="connsiteX2-319" fmla="*/ 3323644 w 3590408"/>
              <a:gd name="connsiteY2-320" fmla="*/ 166544 h 3966350"/>
              <a:gd name="connsiteX3-321" fmla="*/ 3578825 w 3590408"/>
              <a:gd name="connsiteY3-322" fmla="*/ 1640275 h 3966350"/>
              <a:gd name="connsiteX4-323" fmla="*/ 3002082 w 3590408"/>
              <a:gd name="connsiteY4-324" fmla="*/ 3809471 h 3966350"/>
              <a:gd name="connsiteX5-325" fmla="*/ 2908600 w 3590408"/>
              <a:gd name="connsiteY5-326" fmla="*/ 3966350 h 3966350"/>
              <a:gd name="connsiteX6-327" fmla="*/ 0 w 3590408"/>
              <a:gd name="connsiteY6-328" fmla="*/ 3963175 h 3966350"/>
              <a:gd name="connsiteX7-329" fmla="*/ 0 w 3590408"/>
              <a:gd name="connsiteY7-330" fmla="*/ 3175 h 3966350"/>
              <a:gd name="connsiteX0-331" fmla="*/ 0 w 3590408"/>
              <a:gd name="connsiteY0-332" fmla="*/ 3175 h 3966350"/>
              <a:gd name="connsiteX1-333" fmla="*/ 3264200 w 3590408"/>
              <a:gd name="connsiteY1-334" fmla="*/ 0 h 3966350"/>
              <a:gd name="connsiteX2-335" fmla="*/ 3323644 w 3590408"/>
              <a:gd name="connsiteY2-336" fmla="*/ 166544 h 3966350"/>
              <a:gd name="connsiteX3-337" fmla="*/ 3578825 w 3590408"/>
              <a:gd name="connsiteY3-338" fmla="*/ 1640275 h 3966350"/>
              <a:gd name="connsiteX4-339" fmla="*/ 3002082 w 3590408"/>
              <a:gd name="connsiteY4-340" fmla="*/ 3809471 h 3966350"/>
              <a:gd name="connsiteX5-341" fmla="*/ 2908600 w 3590408"/>
              <a:gd name="connsiteY5-342" fmla="*/ 3966350 h 3966350"/>
              <a:gd name="connsiteX6-343" fmla="*/ 0 w 3590408"/>
              <a:gd name="connsiteY6-344" fmla="*/ 3963175 h 3966350"/>
              <a:gd name="connsiteX7-345" fmla="*/ 0 w 3590408"/>
              <a:gd name="connsiteY7-346" fmla="*/ 3175 h 3966350"/>
              <a:gd name="connsiteX0-347" fmla="*/ 0 w 3580367"/>
              <a:gd name="connsiteY0-348" fmla="*/ 3175 h 3966350"/>
              <a:gd name="connsiteX1-349" fmla="*/ 3264200 w 3580367"/>
              <a:gd name="connsiteY1-350" fmla="*/ 0 h 3966350"/>
              <a:gd name="connsiteX2-351" fmla="*/ 3323644 w 3580367"/>
              <a:gd name="connsiteY2-352" fmla="*/ 166544 h 3966350"/>
              <a:gd name="connsiteX3-353" fmla="*/ 3578825 w 3580367"/>
              <a:gd name="connsiteY3-354" fmla="*/ 1640275 h 3966350"/>
              <a:gd name="connsiteX4-355" fmla="*/ 3002082 w 3580367"/>
              <a:gd name="connsiteY4-356" fmla="*/ 3809471 h 3966350"/>
              <a:gd name="connsiteX5-357" fmla="*/ 2908600 w 3580367"/>
              <a:gd name="connsiteY5-358" fmla="*/ 3966350 h 3966350"/>
              <a:gd name="connsiteX6-359" fmla="*/ 0 w 3580367"/>
              <a:gd name="connsiteY6-360" fmla="*/ 3963175 h 3966350"/>
              <a:gd name="connsiteX7-361" fmla="*/ 0 w 3580367"/>
              <a:gd name="connsiteY7-362" fmla="*/ 3175 h 3966350"/>
              <a:gd name="connsiteX0-363" fmla="*/ 0 w 3578976"/>
              <a:gd name="connsiteY0-364" fmla="*/ 3175 h 3966350"/>
              <a:gd name="connsiteX1-365" fmla="*/ 3264200 w 3578976"/>
              <a:gd name="connsiteY1-366" fmla="*/ 0 h 3966350"/>
              <a:gd name="connsiteX2-367" fmla="*/ 3323644 w 3578976"/>
              <a:gd name="connsiteY2-368" fmla="*/ 166544 h 3966350"/>
              <a:gd name="connsiteX3-369" fmla="*/ 3578825 w 3578976"/>
              <a:gd name="connsiteY3-370" fmla="*/ 1640275 h 3966350"/>
              <a:gd name="connsiteX4-371" fmla="*/ 3002082 w 3578976"/>
              <a:gd name="connsiteY4-372" fmla="*/ 3809471 h 3966350"/>
              <a:gd name="connsiteX5-373" fmla="*/ 2908600 w 3578976"/>
              <a:gd name="connsiteY5-374" fmla="*/ 3966350 h 3966350"/>
              <a:gd name="connsiteX6-375" fmla="*/ 0 w 3578976"/>
              <a:gd name="connsiteY6-376" fmla="*/ 3963175 h 3966350"/>
              <a:gd name="connsiteX7-377" fmla="*/ 0 w 3578976"/>
              <a:gd name="connsiteY7-378" fmla="*/ 3175 h 3966350"/>
              <a:gd name="connsiteX0-379" fmla="*/ 0 w 3579143"/>
              <a:gd name="connsiteY0-380" fmla="*/ 3175 h 3966350"/>
              <a:gd name="connsiteX1-381" fmla="*/ 3264200 w 3579143"/>
              <a:gd name="connsiteY1-382" fmla="*/ 0 h 3966350"/>
              <a:gd name="connsiteX2-383" fmla="*/ 3323644 w 3579143"/>
              <a:gd name="connsiteY2-384" fmla="*/ 166544 h 3966350"/>
              <a:gd name="connsiteX3-385" fmla="*/ 3578825 w 3579143"/>
              <a:gd name="connsiteY3-386" fmla="*/ 1640275 h 3966350"/>
              <a:gd name="connsiteX4-387" fmla="*/ 3002082 w 3579143"/>
              <a:gd name="connsiteY4-388" fmla="*/ 3809471 h 3966350"/>
              <a:gd name="connsiteX5-389" fmla="*/ 2908600 w 3579143"/>
              <a:gd name="connsiteY5-390" fmla="*/ 3966350 h 3966350"/>
              <a:gd name="connsiteX6-391" fmla="*/ 0 w 3579143"/>
              <a:gd name="connsiteY6-392" fmla="*/ 3963175 h 3966350"/>
              <a:gd name="connsiteX7-393" fmla="*/ 0 w 3579143"/>
              <a:gd name="connsiteY7-394" fmla="*/ 3175 h 3966350"/>
              <a:gd name="connsiteX0-395" fmla="*/ 0 w 3579143"/>
              <a:gd name="connsiteY0-396" fmla="*/ 3175 h 4131450"/>
              <a:gd name="connsiteX1-397" fmla="*/ 3264200 w 3579143"/>
              <a:gd name="connsiteY1-398" fmla="*/ 0 h 4131450"/>
              <a:gd name="connsiteX2-399" fmla="*/ 3323644 w 3579143"/>
              <a:gd name="connsiteY2-400" fmla="*/ 166544 h 4131450"/>
              <a:gd name="connsiteX3-401" fmla="*/ 3578825 w 3579143"/>
              <a:gd name="connsiteY3-402" fmla="*/ 1640275 h 4131450"/>
              <a:gd name="connsiteX4-403" fmla="*/ 3002082 w 3579143"/>
              <a:gd name="connsiteY4-404" fmla="*/ 3809471 h 4131450"/>
              <a:gd name="connsiteX5-405" fmla="*/ 3159425 w 3579143"/>
              <a:gd name="connsiteY5-406" fmla="*/ 4131450 h 4131450"/>
              <a:gd name="connsiteX6-407" fmla="*/ 0 w 3579143"/>
              <a:gd name="connsiteY6-408" fmla="*/ 3963175 h 4131450"/>
              <a:gd name="connsiteX7-409" fmla="*/ 0 w 3579143"/>
              <a:gd name="connsiteY7-410" fmla="*/ 3175 h 4131450"/>
              <a:gd name="connsiteX0-411" fmla="*/ 0 w 3579143"/>
              <a:gd name="connsiteY0-412" fmla="*/ 3175 h 3963175"/>
              <a:gd name="connsiteX1-413" fmla="*/ 3264200 w 3579143"/>
              <a:gd name="connsiteY1-414" fmla="*/ 0 h 3963175"/>
              <a:gd name="connsiteX2-415" fmla="*/ 3323644 w 3579143"/>
              <a:gd name="connsiteY2-416" fmla="*/ 166544 h 3963175"/>
              <a:gd name="connsiteX3-417" fmla="*/ 3578825 w 3579143"/>
              <a:gd name="connsiteY3-418" fmla="*/ 1640275 h 3963175"/>
              <a:gd name="connsiteX4-419" fmla="*/ 3002082 w 3579143"/>
              <a:gd name="connsiteY4-420" fmla="*/ 3809471 h 3963175"/>
              <a:gd name="connsiteX5-421" fmla="*/ 2905425 w 3579143"/>
              <a:gd name="connsiteY5-422" fmla="*/ 3963175 h 3963175"/>
              <a:gd name="connsiteX6-423" fmla="*/ 0 w 3579143"/>
              <a:gd name="connsiteY6-424" fmla="*/ 3963175 h 3963175"/>
              <a:gd name="connsiteX7-425" fmla="*/ 0 w 3579143"/>
              <a:gd name="connsiteY7-426" fmla="*/ 3175 h 3963175"/>
              <a:gd name="connsiteX0-427" fmla="*/ 0 w 3579143"/>
              <a:gd name="connsiteY0-428" fmla="*/ 3175 h 3963175"/>
              <a:gd name="connsiteX1-429" fmla="*/ 3264200 w 3579143"/>
              <a:gd name="connsiteY1-430" fmla="*/ 0 h 3963175"/>
              <a:gd name="connsiteX2-431" fmla="*/ 3323644 w 3579143"/>
              <a:gd name="connsiteY2-432" fmla="*/ 166544 h 3963175"/>
              <a:gd name="connsiteX3-433" fmla="*/ 3578825 w 3579143"/>
              <a:gd name="connsiteY3-434" fmla="*/ 1640275 h 3963175"/>
              <a:gd name="connsiteX4-435" fmla="*/ 3002082 w 3579143"/>
              <a:gd name="connsiteY4-436" fmla="*/ 3809471 h 3963175"/>
              <a:gd name="connsiteX5-437" fmla="*/ 2905425 w 3579143"/>
              <a:gd name="connsiteY5-438" fmla="*/ 3963175 h 3963175"/>
              <a:gd name="connsiteX6-439" fmla="*/ 0 w 3579143"/>
              <a:gd name="connsiteY6-440" fmla="*/ 3963175 h 3963175"/>
              <a:gd name="connsiteX7-441" fmla="*/ 0 w 3579143"/>
              <a:gd name="connsiteY7-442" fmla="*/ 3175 h 3963175"/>
              <a:gd name="connsiteX0-443" fmla="*/ 0 w 3579143"/>
              <a:gd name="connsiteY0-444" fmla="*/ 3175 h 3963175"/>
              <a:gd name="connsiteX1-445" fmla="*/ 3264200 w 3579143"/>
              <a:gd name="connsiteY1-446" fmla="*/ 0 h 3963175"/>
              <a:gd name="connsiteX2-447" fmla="*/ 3323644 w 3579143"/>
              <a:gd name="connsiteY2-448" fmla="*/ 166544 h 3963175"/>
              <a:gd name="connsiteX3-449" fmla="*/ 3578825 w 3579143"/>
              <a:gd name="connsiteY3-450" fmla="*/ 1640275 h 3963175"/>
              <a:gd name="connsiteX4-451" fmla="*/ 3002082 w 3579143"/>
              <a:gd name="connsiteY4-452" fmla="*/ 3809471 h 3963175"/>
              <a:gd name="connsiteX5-453" fmla="*/ 2905425 w 3579143"/>
              <a:gd name="connsiteY5-454" fmla="*/ 3963175 h 3963175"/>
              <a:gd name="connsiteX6-455" fmla="*/ 0 w 3579143"/>
              <a:gd name="connsiteY6-456" fmla="*/ 3963175 h 3963175"/>
              <a:gd name="connsiteX7-457" fmla="*/ 0 w 3579143"/>
              <a:gd name="connsiteY7-458" fmla="*/ 3175 h 3963175"/>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25" y="connsiteY6-26"/>
              </a:cxn>
              <a:cxn ang="0">
                <a:pos x="connsiteX7-41" y="connsiteY7-42"/>
              </a:cxn>
            </a:cxnLst>
            <a:rect l="l" t="t" r="r" b="b"/>
            <a:pathLst>
              <a:path w="3579143" h="3963175">
                <a:moveTo>
                  <a:pt x="0" y="3175"/>
                </a:moveTo>
                <a:lnTo>
                  <a:pt x="3264200" y="0"/>
                </a:lnTo>
                <a:cubicBezTo>
                  <a:pt x="3287387" y="61624"/>
                  <a:pt x="3301369" y="106419"/>
                  <a:pt x="3323644" y="166544"/>
                </a:cubicBezTo>
                <a:cubicBezTo>
                  <a:pt x="3491969" y="623544"/>
                  <a:pt x="3568919" y="877546"/>
                  <a:pt x="3578825" y="1640275"/>
                </a:cubicBezTo>
                <a:cubicBezTo>
                  <a:pt x="3588731" y="2403004"/>
                  <a:pt x="3367257" y="3165146"/>
                  <a:pt x="3002082" y="3809471"/>
                </a:cubicBezTo>
                <a:cubicBezTo>
                  <a:pt x="2973457" y="3863246"/>
                  <a:pt x="3011014" y="3800503"/>
                  <a:pt x="2905425" y="3963175"/>
                </a:cubicBezTo>
                <a:lnTo>
                  <a:pt x="0" y="3963175"/>
                </a:lnTo>
                <a:lnTo>
                  <a:pt x="0" y="3175"/>
                </a:lnTo>
                <a:close/>
              </a:path>
            </a:pathLst>
          </a:custGeom>
          <a:noFill/>
          <a:ln>
            <a:noFill/>
          </a:ln>
        </p:spPr>
        <p:txBody>
          <a:bodyPr lIns="720000" tIns="720000" rIns="720000" bIns="720000">
            <a:normAutofit/>
          </a:bodyPr>
          <a:lstStyle>
            <a:lvl1pPr marL="0" indent="0" algn="ctr">
              <a:buNone/>
              <a:defRPr sz="1400" baseline="0">
                <a:solidFill>
                  <a:schemeClr val="bg1"/>
                </a:solidFill>
              </a:defRPr>
            </a:lvl1pPr>
          </a:lstStyle>
          <a:p>
            <a:r>
              <a:rPr lang="zh-CN" altLang="en-US"/>
              <a:t>单击图标添加图片</a:t>
            </a:r>
            <a:endParaRPr lang="de-DE"/>
          </a:p>
        </p:txBody>
      </p:sp>
      <p:sp>
        <p:nvSpPr>
          <p:cNvPr id="12" name="Titel 7"/>
          <p:cNvSpPr>
            <a:spLocks noGrp="1"/>
          </p:cNvSpPr>
          <p:nvPr>
            <p:ph type="title" hasCustomPrompt="1"/>
          </p:nvPr>
        </p:nvSpPr>
        <p:spPr>
          <a:xfrm>
            <a:off x="367575" y="290572"/>
            <a:ext cx="8408850" cy="369332"/>
          </a:xfrm>
        </p:spPr>
        <p:txBody>
          <a:bodyPr/>
          <a:lstStyle/>
          <a:p>
            <a:r>
              <a:rPr lang="en-GB" noProof="0"/>
              <a:t>Click to add headline</a:t>
            </a:r>
          </a:p>
        </p:txBody>
      </p:sp>
      <p:sp>
        <p:nvSpPr>
          <p:cNvPr id="14" name="Inhaltsplatzhalter 11"/>
          <p:cNvSpPr>
            <a:spLocks noGrp="1"/>
          </p:cNvSpPr>
          <p:nvPr>
            <p:ph sz="quarter" idx="14" hasCustomPrompt="1"/>
          </p:nvPr>
        </p:nvSpPr>
        <p:spPr>
          <a:xfrm>
            <a:off x="3848399" y="1198800"/>
            <a:ext cx="4928026" cy="3394800"/>
          </a:xfrm>
        </p:spPr>
        <p:txBody>
          <a:bodyPr/>
          <a:lstStyle>
            <a:lvl1pPr>
              <a:defRPr baseline="0">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en-GB" noProof="0"/>
              <a:t>Click to add text</a:t>
            </a:r>
          </a:p>
        </p:txBody>
      </p:sp>
      <p:pic>
        <p:nvPicPr>
          <p:cNvPr id="13" name="Grafik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64443" y="4864131"/>
            <a:ext cx="630270" cy="19051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Circle segment_05">
    <p:spTree>
      <p:nvGrpSpPr>
        <p:cNvPr id="1" name=""/>
        <p:cNvGrpSpPr/>
        <p:nvPr/>
      </p:nvGrpSpPr>
      <p:grpSpPr>
        <a:xfrm>
          <a:off x="0" y="0"/>
          <a:ext cx="0" cy="0"/>
          <a:chOff x="0" y="0"/>
          <a:chExt cx="0" cy="0"/>
        </a:xfrm>
      </p:grpSpPr>
      <p:sp>
        <p:nvSpPr>
          <p:cNvPr id="9" name="Rechteck 8"/>
          <p:cNvSpPr/>
          <p:nvPr userDrawn="1"/>
        </p:nvSpPr>
        <p:spPr>
          <a:xfrm>
            <a:off x="0" y="2196370"/>
            <a:ext cx="9144000" cy="2947130"/>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400" noProof="0">
              <a:solidFill>
                <a:schemeClr val="tx1"/>
              </a:solidFill>
              <a:latin typeface="BISansOpti"/>
            </a:endParaRPr>
          </a:p>
        </p:txBody>
      </p:sp>
      <p:cxnSp>
        <p:nvCxnSpPr>
          <p:cNvPr id="5" name="Gerade Verbindung 4"/>
          <p:cNvCxnSpPr/>
          <p:nvPr userDrawn="1"/>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3" name="Datumsplatzhalter 2"/>
          <p:cNvSpPr>
            <a:spLocks noGrp="1"/>
          </p:cNvSpPr>
          <p:nvPr>
            <p:ph type="dt" sz="half" idx="10"/>
          </p:nvPr>
        </p:nvSpPr>
        <p:spPr/>
        <p:txBody>
          <a:bodyPr/>
          <a:lstStyle/>
          <a:p>
            <a:fld id="{3A4F5901-183E-4A00-9284-9EF186007567}" type="datetime1">
              <a:rPr lang="en-GB" smtClean="0"/>
              <a:t>25/04/2024</a:t>
            </a:fld>
            <a:endParaRPr lang="en-GB"/>
          </a:p>
        </p:txBody>
      </p:sp>
      <p:sp>
        <p:nvSpPr>
          <p:cNvPr id="4" name="Fußzeilenplatzhalter 3"/>
          <p:cNvSpPr>
            <a:spLocks noGrp="1"/>
          </p:cNvSpPr>
          <p:nvPr>
            <p:ph type="ftr" sz="quarter" idx="11"/>
          </p:nvPr>
        </p:nvSpPr>
        <p:spPr/>
        <p:txBody>
          <a:bodyPr/>
          <a:lstStyle/>
          <a:p>
            <a:r>
              <a:rPr lang="en-GB"/>
              <a:t>Presentation title, date, author</a:t>
            </a:r>
          </a:p>
        </p:txBody>
      </p:sp>
      <p:sp>
        <p:nvSpPr>
          <p:cNvPr id="6" name="Foliennummernplatzhalter 5"/>
          <p:cNvSpPr>
            <a:spLocks noGrp="1"/>
          </p:cNvSpPr>
          <p:nvPr>
            <p:ph type="sldNum" sz="quarter" idx="12"/>
          </p:nvPr>
        </p:nvSpPr>
        <p:spPr/>
        <p:txBody>
          <a:bodyPr/>
          <a:lstStyle/>
          <a:p>
            <a:fld id="{143B55C4-4F5A-416B-997D-6CE47EB0A945}" type="slidenum">
              <a:rPr lang="en-GB" smtClean="0"/>
              <a:t>‹#›</a:t>
            </a:fld>
            <a:endParaRPr lang="en-GB"/>
          </a:p>
        </p:txBody>
      </p:sp>
      <p:sp>
        <p:nvSpPr>
          <p:cNvPr id="10" name="Rechteck 12"/>
          <p:cNvSpPr/>
          <p:nvPr userDrawn="1"/>
        </p:nvSpPr>
        <p:spPr>
          <a:xfrm>
            <a:off x="2" y="735013"/>
            <a:ext cx="3672981" cy="3960812"/>
          </a:xfrm>
          <a:custGeom>
            <a:avLst/>
            <a:gdLst/>
            <a:ahLst/>
            <a:cxnLst/>
            <a:rect l="l" t="t" r="r" b="b"/>
            <a:pathLst>
              <a:path w="3672981" h="3960812">
                <a:moveTo>
                  <a:pt x="0" y="0"/>
                </a:moveTo>
                <a:lnTo>
                  <a:pt x="3361658" y="0"/>
                </a:lnTo>
                <a:lnTo>
                  <a:pt x="3412473" y="127738"/>
                </a:lnTo>
                <a:cubicBezTo>
                  <a:pt x="3581102" y="597230"/>
                  <a:pt x="3672981" y="1103310"/>
                  <a:pt x="3672981" y="1630850"/>
                </a:cubicBezTo>
                <a:cubicBezTo>
                  <a:pt x="3672981" y="2378998"/>
                  <a:pt x="3488190" y="3083985"/>
                  <a:pt x="3161761" y="3702659"/>
                </a:cubicBezTo>
                <a:lnTo>
                  <a:pt x="3012298" y="3960812"/>
                </a:lnTo>
                <a:lnTo>
                  <a:pt x="0" y="3960812"/>
                </a:lnTo>
                <a:close/>
              </a:path>
            </a:pathLst>
          </a:custGeom>
          <a:solidFill>
            <a:schemeClr val="accent4"/>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de-DE" sz="1400" err="1">
              <a:solidFill>
                <a:schemeClr val="tx1"/>
              </a:solidFill>
              <a:latin typeface="BISansOpti"/>
            </a:endParaRPr>
          </a:p>
        </p:txBody>
      </p:sp>
      <p:sp>
        <p:nvSpPr>
          <p:cNvPr id="11" name="Bildplatzhalter 20"/>
          <p:cNvSpPr>
            <a:spLocks noGrp="1"/>
          </p:cNvSpPr>
          <p:nvPr>
            <p:ph type="pic" sz="quarter" idx="13"/>
          </p:nvPr>
        </p:nvSpPr>
        <p:spPr>
          <a:xfrm>
            <a:off x="-2" y="731224"/>
            <a:ext cx="3579143" cy="3963175"/>
          </a:xfrm>
          <a:custGeom>
            <a:avLst/>
            <a:gdLst>
              <a:gd name="connsiteX0" fmla="*/ 0 w 3582000"/>
              <a:gd name="connsiteY0" fmla="*/ 0 h 3960000"/>
              <a:gd name="connsiteX1" fmla="*/ 1791000 w 3582000"/>
              <a:gd name="connsiteY1" fmla="*/ 0 h 3960000"/>
              <a:gd name="connsiteX2" fmla="*/ 3582000 w 3582000"/>
              <a:gd name="connsiteY2" fmla="*/ 1980000 h 3960000"/>
              <a:gd name="connsiteX3" fmla="*/ 1791000 w 3582000"/>
              <a:gd name="connsiteY3" fmla="*/ 3960000 h 3960000"/>
              <a:gd name="connsiteX4" fmla="*/ 0 w 3582000"/>
              <a:gd name="connsiteY4" fmla="*/ 3960000 h 3960000"/>
              <a:gd name="connsiteX5" fmla="*/ 0 w 3582000"/>
              <a:gd name="connsiteY5" fmla="*/ 0 h 3960000"/>
              <a:gd name="connsiteX0-1" fmla="*/ 0 w 3669107"/>
              <a:gd name="connsiteY0-2" fmla="*/ 0 h 3960000"/>
              <a:gd name="connsiteX1-3" fmla="*/ 1791000 w 3669107"/>
              <a:gd name="connsiteY1-4" fmla="*/ 0 h 3960000"/>
              <a:gd name="connsiteX2-5" fmla="*/ 3225219 w 3669107"/>
              <a:gd name="connsiteY2-6" fmla="*/ 807894 h 3960000"/>
              <a:gd name="connsiteX3-7" fmla="*/ 3582000 w 3669107"/>
              <a:gd name="connsiteY3-8" fmla="*/ 1980000 h 3960000"/>
              <a:gd name="connsiteX4-9" fmla="*/ 1791000 w 3669107"/>
              <a:gd name="connsiteY4-10" fmla="*/ 3960000 h 3960000"/>
              <a:gd name="connsiteX5-11" fmla="*/ 0 w 3669107"/>
              <a:gd name="connsiteY5-12" fmla="*/ 3960000 h 3960000"/>
              <a:gd name="connsiteX6" fmla="*/ 0 w 3669107"/>
              <a:gd name="connsiteY6" fmla="*/ 0 h 3960000"/>
              <a:gd name="connsiteX0-13" fmla="*/ 0 w 3597300"/>
              <a:gd name="connsiteY0-14" fmla="*/ 0 h 3960000"/>
              <a:gd name="connsiteX1-15" fmla="*/ 1791000 w 3597300"/>
              <a:gd name="connsiteY1-16" fmla="*/ 0 h 3960000"/>
              <a:gd name="connsiteX2-17" fmla="*/ 3225219 w 3597300"/>
              <a:gd name="connsiteY2-18" fmla="*/ 807894 h 3960000"/>
              <a:gd name="connsiteX3-19" fmla="*/ 3582000 w 3597300"/>
              <a:gd name="connsiteY3-20" fmla="*/ 1980000 h 3960000"/>
              <a:gd name="connsiteX4-21" fmla="*/ 2862382 w 3597300"/>
              <a:gd name="connsiteY4-22" fmla="*/ 3307821 h 3960000"/>
              <a:gd name="connsiteX5-23" fmla="*/ 1791000 w 3597300"/>
              <a:gd name="connsiteY5-24" fmla="*/ 3960000 h 3960000"/>
              <a:gd name="connsiteX6-25" fmla="*/ 0 w 3597300"/>
              <a:gd name="connsiteY6-26" fmla="*/ 3960000 h 3960000"/>
              <a:gd name="connsiteX7" fmla="*/ 0 w 3597300"/>
              <a:gd name="connsiteY7" fmla="*/ 0 h 3960000"/>
              <a:gd name="connsiteX0-27" fmla="*/ 0 w 3597300"/>
              <a:gd name="connsiteY0-28" fmla="*/ 0 h 3960000"/>
              <a:gd name="connsiteX1-29" fmla="*/ 3261025 w 3597300"/>
              <a:gd name="connsiteY1-30" fmla="*/ 3175 h 3960000"/>
              <a:gd name="connsiteX2-31" fmla="*/ 3225219 w 3597300"/>
              <a:gd name="connsiteY2-32" fmla="*/ 807894 h 3960000"/>
              <a:gd name="connsiteX3-33" fmla="*/ 3582000 w 3597300"/>
              <a:gd name="connsiteY3-34" fmla="*/ 1980000 h 3960000"/>
              <a:gd name="connsiteX4-35" fmla="*/ 2862382 w 3597300"/>
              <a:gd name="connsiteY4-36" fmla="*/ 3307821 h 3960000"/>
              <a:gd name="connsiteX5-37" fmla="*/ 1791000 w 3597300"/>
              <a:gd name="connsiteY5-38" fmla="*/ 3960000 h 3960000"/>
              <a:gd name="connsiteX6-39" fmla="*/ 0 w 3597300"/>
              <a:gd name="connsiteY6-40" fmla="*/ 3960000 h 3960000"/>
              <a:gd name="connsiteX7-41" fmla="*/ 0 w 3597300"/>
              <a:gd name="connsiteY7-42" fmla="*/ 0 h 3960000"/>
              <a:gd name="connsiteX0-43" fmla="*/ 0 w 3597300"/>
              <a:gd name="connsiteY0-44" fmla="*/ 0 h 3960000"/>
              <a:gd name="connsiteX1-45" fmla="*/ 3019725 w 3597300"/>
              <a:gd name="connsiteY1-46" fmla="*/ 282575 h 3960000"/>
              <a:gd name="connsiteX2-47" fmla="*/ 3225219 w 3597300"/>
              <a:gd name="connsiteY2-48" fmla="*/ 807894 h 3960000"/>
              <a:gd name="connsiteX3-49" fmla="*/ 3582000 w 3597300"/>
              <a:gd name="connsiteY3-50" fmla="*/ 1980000 h 3960000"/>
              <a:gd name="connsiteX4-51" fmla="*/ 2862382 w 3597300"/>
              <a:gd name="connsiteY4-52" fmla="*/ 3307821 h 3960000"/>
              <a:gd name="connsiteX5-53" fmla="*/ 1791000 w 3597300"/>
              <a:gd name="connsiteY5-54" fmla="*/ 3960000 h 3960000"/>
              <a:gd name="connsiteX6-55" fmla="*/ 0 w 3597300"/>
              <a:gd name="connsiteY6-56" fmla="*/ 3960000 h 3960000"/>
              <a:gd name="connsiteX7-57" fmla="*/ 0 w 3597300"/>
              <a:gd name="connsiteY7-58" fmla="*/ 0 h 3960000"/>
              <a:gd name="connsiteX0-59" fmla="*/ 0 w 3597300"/>
              <a:gd name="connsiteY0-60" fmla="*/ 3175 h 3963175"/>
              <a:gd name="connsiteX1-61" fmla="*/ 3264200 w 3597300"/>
              <a:gd name="connsiteY1-62" fmla="*/ 0 h 3963175"/>
              <a:gd name="connsiteX2-63" fmla="*/ 3225219 w 3597300"/>
              <a:gd name="connsiteY2-64" fmla="*/ 811069 h 3963175"/>
              <a:gd name="connsiteX3-65" fmla="*/ 3582000 w 3597300"/>
              <a:gd name="connsiteY3-66" fmla="*/ 1983175 h 3963175"/>
              <a:gd name="connsiteX4-67" fmla="*/ 2862382 w 3597300"/>
              <a:gd name="connsiteY4-68" fmla="*/ 3310996 h 3963175"/>
              <a:gd name="connsiteX5-69" fmla="*/ 1791000 w 3597300"/>
              <a:gd name="connsiteY5-70" fmla="*/ 3963175 h 3963175"/>
              <a:gd name="connsiteX6-71" fmla="*/ 0 w 3597300"/>
              <a:gd name="connsiteY6-72" fmla="*/ 3963175 h 3963175"/>
              <a:gd name="connsiteX7-73" fmla="*/ 0 w 3597300"/>
              <a:gd name="connsiteY7-74" fmla="*/ 3175 h 3963175"/>
              <a:gd name="connsiteX0-75" fmla="*/ 0 w 3597300"/>
              <a:gd name="connsiteY0-76" fmla="*/ 3175 h 3963175"/>
              <a:gd name="connsiteX1-77" fmla="*/ 3264200 w 3597300"/>
              <a:gd name="connsiteY1-78" fmla="*/ 0 h 3963175"/>
              <a:gd name="connsiteX2-79" fmla="*/ 3225219 w 3597300"/>
              <a:gd name="connsiteY2-80" fmla="*/ 811069 h 3963175"/>
              <a:gd name="connsiteX3-81" fmla="*/ 3582000 w 3597300"/>
              <a:gd name="connsiteY3-82" fmla="*/ 1983175 h 3963175"/>
              <a:gd name="connsiteX4-83" fmla="*/ 2862382 w 3597300"/>
              <a:gd name="connsiteY4-84" fmla="*/ 3310996 h 3963175"/>
              <a:gd name="connsiteX5-85" fmla="*/ 1791000 w 3597300"/>
              <a:gd name="connsiteY5-86" fmla="*/ 3963175 h 3963175"/>
              <a:gd name="connsiteX6-87" fmla="*/ 0 w 3597300"/>
              <a:gd name="connsiteY6-88" fmla="*/ 3963175 h 3963175"/>
              <a:gd name="connsiteX7-89" fmla="*/ 0 w 3597300"/>
              <a:gd name="connsiteY7-90" fmla="*/ 3175 h 3963175"/>
              <a:gd name="connsiteX0-91" fmla="*/ 0 w 3616616"/>
              <a:gd name="connsiteY0-92" fmla="*/ 21630 h 3981630"/>
              <a:gd name="connsiteX1-93" fmla="*/ 3264200 w 3616616"/>
              <a:gd name="connsiteY1-94" fmla="*/ 18455 h 3981630"/>
              <a:gd name="connsiteX2-95" fmla="*/ 3323644 w 3616616"/>
              <a:gd name="connsiteY2-96" fmla="*/ 184999 h 3981630"/>
              <a:gd name="connsiteX3-97" fmla="*/ 3582000 w 3616616"/>
              <a:gd name="connsiteY3-98" fmla="*/ 2001630 h 3981630"/>
              <a:gd name="connsiteX4-99" fmla="*/ 2862382 w 3616616"/>
              <a:gd name="connsiteY4-100" fmla="*/ 3329451 h 3981630"/>
              <a:gd name="connsiteX5-101" fmla="*/ 1791000 w 3616616"/>
              <a:gd name="connsiteY5-102" fmla="*/ 3981630 h 3981630"/>
              <a:gd name="connsiteX6-103" fmla="*/ 0 w 3616616"/>
              <a:gd name="connsiteY6-104" fmla="*/ 3981630 h 3981630"/>
              <a:gd name="connsiteX7-105" fmla="*/ 0 w 3616616"/>
              <a:gd name="connsiteY7-106" fmla="*/ 21630 h 3981630"/>
              <a:gd name="connsiteX0-107" fmla="*/ 0 w 3616616"/>
              <a:gd name="connsiteY0-108" fmla="*/ 3175 h 3963175"/>
              <a:gd name="connsiteX1-109" fmla="*/ 3264200 w 3616616"/>
              <a:gd name="connsiteY1-110" fmla="*/ 0 h 3963175"/>
              <a:gd name="connsiteX2-111" fmla="*/ 3323644 w 3616616"/>
              <a:gd name="connsiteY2-112" fmla="*/ 166544 h 3963175"/>
              <a:gd name="connsiteX3-113" fmla="*/ 3582000 w 3616616"/>
              <a:gd name="connsiteY3-114" fmla="*/ 1983175 h 3963175"/>
              <a:gd name="connsiteX4-115" fmla="*/ 2862382 w 3616616"/>
              <a:gd name="connsiteY4-116" fmla="*/ 3310996 h 3963175"/>
              <a:gd name="connsiteX5-117" fmla="*/ 1791000 w 3616616"/>
              <a:gd name="connsiteY5-118" fmla="*/ 3963175 h 3963175"/>
              <a:gd name="connsiteX6-119" fmla="*/ 0 w 3616616"/>
              <a:gd name="connsiteY6-120" fmla="*/ 3963175 h 3963175"/>
              <a:gd name="connsiteX7-121" fmla="*/ 0 w 3616616"/>
              <a:gd name="connsiteY7-122" fmla="*/ 3175 h 3963175"/>
              <a:gd name="connsiteX0-123" fmla="*/ 0 w 3601265"/>
              <a:gd name="connsiteY0-124" fmla="*/ 3175 h 3963175"/>
              <a:gd name="connsiteX1-125" fmla="*/ 3264200 w 3601265"/>
              <a:gd name="connsiteY1-126" fmla="*/ 0 h 3963175"/>
              <a:gd name="connsiteX2-127" fmla="*/ 3323644 w 3601265"/>
              <a:gd name="connsiteY2-128" fmla="*/ 166544 h 3963175"/>
              <a:gd name="connsiteX3-129" fmla="*/ 3582000 w 3601265"/>
              <a:gd name="connsiteY3-130" fmla="*/ 1983175 h 3963175"/>
              <a:gd name="connsiteX4-131" fmla="*/ 2862382 w 3601265"/>
              <a:gd name="connsiteY4-132" fmla="*/ 3310996 h 3963175"/>
              <a:gd name="connsiteX5-133" fmla="*/ 1791000 w 3601265"/>
              <a:gd name="connsiteY5-134" fmla="*/ 3963175 h 3963175"/>
              <a:gd name="connsiteX6-135" fmla="*/ 0 w 3601265"/>
              <a:gd name="connsiteY6-136" fmla="*/ 3963175 h 3963175"/>
              <a:gd name="connsiteX7-137" fmla="*/ 0 w 3601265"/>
              <a:gd name="connsiteY7-138" fmla="*/ 3175 h 3963175"/>
              <a:gd name="connsiteX0-139" fmla="*/ 0 w 3364734"/>
              <a:gd name="connsiteY0-140" fmla="*/ 3175 h 3963175"/>
              <a:gd name="connsiteX1-141" fmla="*/ 3264200 w 3364734"/>
              <a:gd name="connsiteY1-142" fmla="*/ 0 h 3963175"/>
              <a:gd name="connsiteX2-143" fmla="*/ 3323644 w 3364734"/>
              <a:gd name="connsiteY2-144" fmla="*/ 166544 h 3963175"/>
              <a:gd name="connsiteX3-145" fmla="*/ 3016850 w 3364734"/>
              <a:gd name="connsiteY3-146" fmla="*/ 1614875 h 3963175"/>
              <a:gd name="connsiteX4-147" fmla="*/ 2862382 w 3364734"/>
              <a:gd name="connsiteY4-148" fmla="*/ 3310996 h 3963175"/>
              <a:gd name="connsiteX5-149" fmla="*/ 1791000 w 3364734"/>
              <a:gd name="connsiteY5-150" fmla="*/ 3963175 h 3963175"/>
              <a:gd name="connsiteX6-151" fmla="*/ 0 w 3364734"/>
              <a:gd name="connsiteY6-152" fmla="*/ 3963175 h 3963175"/>
              <a:gd name="connsiteX7-153" fmla="*/ 0 w 3364734"/>
              <a:gd name="connsiteY7-154" fmla="*/ 3175 h 3963175"/>
              <a:gd name="connsiteX0-155" fmla="*/ 0 w 3598344"/>
              <a:gd name="connsiteY0-156" fmla="*/ 3175 h 3963175"/>
              <a:gd name="connsiteX1-157" fmla="*/ 3264200 w 3598344"/>
              <a:gd name="connsiteY1-158" fmla="*/ 0 h 3963175"/>
              <a:gd name="connsiteX2-159" fmla="*/ 3323644 w 3598344"/>
              <a:gd name="connsiteY2-160" fmla="*/ 166544 h 3963175"/>
              <a:gd name="connsiteX3-161" fmla="*/ 3578825 w 3598344"/>
              <a:gd name="connsiteY3-162" fmla="*/ 1640275 h 3963175"/>
              <a:gd name="connsiteX4-163" fmla="*/ 2862382 w 3598344"/>
              <a:gd name="connsiteY4-164" fmla="*/ 3310996 h 3963175"/>
              <a:gd name="connsiteX5-165" fmla="*/ 1791000 w 3598344"/>
              <a:gd name="connsiteY5-166" fmla="*/ 3963175 h 3963175"/>
              <a:gd name="connsiteX6-167" fmla="*/ 0 w 3598344"/>
              <a:gd name="connsiteY6-168" fmla="*/ 3963175 h 3963175"/>
              <a:gd name="connsiteX7-169" fmla="*/ 0 w 3598344"/>
              <a:gd name="connsiteY7-170" fmla="*/ 3175 h 3963175"/>
              <a:gd name="connsiteX0-171" fmla="*/ 0 w 3612056"/>
              <a:gd name="connsiteY0-172" fmla="*/ 3175 h 3963175"/>
              <a:gd name="connsiteX1-173" fmla="*/ 3264200 w 3612056"/>
              <a:gd name="connsiteY1-174" fmla="*/ 0 h 3963175"/>
              <a:gd name="connsiteX2-175" fmla="*/ 3323644 w 3612056"/>
              <a:gd name="connsiteY2-176" fmla="*/ 166544 h 3963175"/>
              <a:gd name="connsiteX3-177" fmla="*/ 3578825 w 3612056"/>
              <a:gd name="connsiteY3-178" fmla="*/ 1640275 h 3963175"/>
              <a:gd name="connsiteX4-179" fmla="*/ 2862382 w 3612056"/>
              <a:gd name="connsiteY4-180" fmla="*/ 3310996 h 3963175"/>
              <a:gd name="connsiteX5-181" fmla="*/ 1791000 w 3612056"/>
              <a:gd name="connsiteY5-182" fmla="*/ 3963175 h 3963175"/>
              <a:gd name="connsiteX6-183" fmla="*/ 0 w 3612056"/>
              <a:gd name="connsiteY6-184" fmla="*/ 3963175 h 3963175"/>
              <a:gd name="connsiteX7-185" fmla="*/ 0 w 3612056"/>
              <a:gd name="connsiteY7-186" fmla="*/ 3175 h 3963175"/>
              <a:gd name="connsiteX0-187" fmla="*/ 0 w 3635528"/>
              <a:gd name="connsiteY0-188" fmla="*/ 3175 h 3963175"/>
              <a:gd name="connsiteX1-189" fmla="*/ 3264200 w 3635528"/>
              <a:gd name="connsiteY1-190" fmla="*/ 0 h 3963175"/>
              <a:gd name="connsiteX2-191" fmla="*/ 3323644 w 3635528"/>
              <a:gd name="connsiteY2-192" fmla="*/ 166544 h 3963175"/>
              <a:gd name="connsiteX3-193" fmla="*/ 3578825 w 3635528"/>
              <a:gd name="connsiteY3-194" fmla="*/ 1640275 h 3963175"/>
              <a:gd name="connsiteX4-195" fmla="*/ 2862382 w 3635528"/>
              <a:gd name="connsiteY4-196" fmla="*/ 3310996 h 3963175"/>
              <a:gd name="connsiteX5-197" fmla="*/ 1791000 w 3635528"/>
              <a:gd name="connsiteY5-198" fmla="*/ 3963175 h 3963175"/>
              <a:gd name="connsiteX6-199" fmla="*/ 0 w 3635528"/>
              <a:gd name="connsiteY6-200" fmla="*/ 3963175 h 3963175"/>
              <a:gd name="connsiteX7-201" fmla="*/ 0 w 3635528"/>
              <a:gd name="connsiteY7-202" fmla="*/ 3175 h 3963175"/>
              <a:gd name="connsiteX0-203" fmla="*/ 0 w 3578828"/>
              <a:gd name="connsiteY0-204" fmla="*/ 3175 h 3963175"/>
              <a:gd name="connsiteX1-205" fmla="*/ 3264200 w 3578828"/>
              <a:gd name="connsiteY1-206" fmla="*/ 0 h 3963175"/>
              <a:gd name="connsiteX2-207" fmla="*/ 3323644 w 3578828"/>
              <a:gd name="connsiteY2-208" fmla="*/ 166544 h 3963175"/>
              <a:gd name="connsiteX3-209" fmla="*/ 3578825 w 3578828"/>
              <a:gd name="connsiteY3-210" fmla="*/ 1640275 h 3963175"/>
              <a:gd name="connsiteX4-211" fmla="*/ 2862382 w 3578828"/>
              <a:gd name="connsiteY4-212" fmla="*/ 3310996 h 3963175"/>
              <a:gd name="connsiteX5-213" fmla="*/ 1791000 w 3578828"/>
              <a:gd name="connsiteY5-214" fmla="*/ 3963175 h 3963175"/>
              <a:gd name="connsiteX6-215" fmla="*/ 0 w 3578828"/>
              <a:gd name="connsiteY6-216" fmla="*/ 3963175 h 3963175"/>
              <a:gd name="connsiteX7-217" fmla="*/ 0 w 3578828"/>
              <a:gd name="connsiteY7-218" fmla="*/ 3175 h 3963175"/>
              <a:gd name="connsiteX0-219" fmla="*/ 0 w 3578942"/>
              <a:gd name="connsiteY0-220" fmla="*/ 3175 h 3963175"/>
              <a:gd name="connsiteX1-221" fmla="*/ 3264200 w 3578942"/>
              <a:gd name="connsiteY1-222" fmla="*/ 0 h 3963175"/>
              <a:gd name="connsiteX2-223" fmla="*/ 3323644 w 3578942"/>
              <a:gd name="connsiteY2-224" fmla="*/ 166544 h 3963175"/>
              <a:gd name="connsiteX3-225" fmla="*/ 3578825 w 3578942"/>
              <a:gd name="connsiteY3-226" fmla="*/ 1640275 h 3963175"/>
              <a:gd name="connsiteX4-227" fmla="*/ 2862382 w 3578942"/>
              <a:gd name="connsiteY4-228" fmla="*/ 3310996 h 3963175"/>
              <a:gd name="connsiteX5-229" fmla="*/ 1791000 w 3578942"/>
              <a:gd name="connsiteY5-230" fmla="*/ 3963175 h 3963175"/>
              <a:gd name="connsiteX6-231" fmla="*/ 0 w 3578942"/>
              <a:gd name="connsiteY6-232" fmla="*/ 3963175 h 3963175"/>
              <a:gd name="connsiteX7-233" fmla="*/ 0 w 3578942"/>
              <a:gd name="connsiteY7-234" fmla="*/ 3175 h 3963175"/>
              <a:gd name="connsiteX0-235" fmla="*/ 0 w 3578942"/>
              <a:gd name="connsiteY0-236" fmla="*/ 3175 h 3963175"/>
              <a:gd name="connsiteX1-237" fmla="*/ 3264200 w 3578942"/>
              <a:gd name="connsiteY1-238" fmla="*/ 0 h 3963175"/>
              <a:gd name="connsiteX2-239" fmla="*/ 3323644 w 3578942"/>
              <a:gd name="connsiteY2-240" fmla="*/ 166544 h 3963175"/>
              <a:gd name="connsiteX3-241" fmla="*/ 3578825 w 3578942"/>
              <a:gd name="connsiteY3-242" fmla="*/ 1640275 h 3963175"/>
              <a:gd name="connsiteX4-243" fmla="*/ 2862382 w 3578942"/>
              <a:gd name="connsiteY4-244" fmla="*/ 3310996 h 3963175"/>
              <a:gd name="connsiteX5-245" fmla="*/ 1791000 w 3578942"/>
              <a:gd name="connsiteY5-246" fmla="*/ 3963175 h 3963175"/>
              <a:gd name="connsiteX6-247" fmla="*/ 0 w 3578942"/>
              <a:gd name="connsiteY6-248" fmla="*/ 3963175 h 3963175"/>
              <a:gd name="connsiteX7-249" fmla="*/ 0 w 3578942"/>
              <a:gd name="connsiteY7-250" fmla="*/ 3175 h 3963175"/>
              <a:gd name="connsiteX0-251" fmla="*/ 0 w 3590408"/>
              <a:gd name="connsiteY0-252" fmla="*/ 3175 h 3974831"/>
              <a:gd name="connsiteX1-253" fmla="*/ 3264200 w 3590408"/>
              <a:gd name="connsiteY1-254" fmla="*/ 0 h 3974831"/>
              <a:gd name="connsiteX2-255" fmla="*/ 3323644 w 3590408"/>
              <a:gd name="connsiteY2-256" fmla="*/ 166544 h 3974831"/>
              <a:gd name="connsiteX3-257" fmla="*/ 3578825 w 3590408"/>
              <a:gd name="connsiteY3-258" fmla="*/ 1640275 h 3974831"/>
              <a:gd name="connsiteX4-259" fmla="*/ 3002082 w 3590408"/>
              <a:gd name="connsiteY4-260" fmla="*/ 3809471 h 3974831"/>
              <a:gd name="connsiteX5-261" fmla="*/ 1791000 w 3590408"/>
              <a:gd name="connsiteY5-262" fmla="*/ 3963175 h 3974831"/>
              <a:gd name="connsiteX6-263" fmla="*/ 0 w 3590408"/>
              <a:gd name="connsiteY6-264" fmla="*/ 3963175 h 3974831"/>
              <a:gd name="connsiteX7-265" fmla="*/ 0 w 3590408"/>
              <a:gd name="connsiteY7-266" fmla="*/ 3175 h 3974831"/>
              <a:gd name="connsiteX0-267" fmla="*/ 0 w 3590408"/>
              <a:gd name="connsiteY0-268" fmla="*/ 3175 h 3974831"/>
              <a:gd name="connsiteX1-269" fmla="*/ 3264200 w 3590408"/>
              <a:gd name="connsiteY1-270" fmla="*/ 0 h 3974831"/>
              <a:gd name="connsiteX2-271" fmla="*/ 3323644 w 3590408"/>
              <a:gd name="connsiteY2-272" fmla="*/ 166544 h 3974831"/>
              <a:gd name="connsiteX3-273" fmla="*/ 3578825 w 3590408"/>
              <a:gd name="connsiteY3-274" fmla="*/ 1640275 h 3974831"/>
              <a:gd name="connsiteX4-275" fmla="*/ 3002082 w 3590408"/>
              <a:gd name="connsiteY4-276" fmla="*/ 3809471 h 3974831"/>
              <a:gd name="connsiteX5-277" fmla="*/ 1791000 w 3590408"/>
              <a:gd name="connsiteY5-278" fmla="*/ 3963175 h 3974831"/>
              <a:gd name="connsiteX6-279" fmla="*/ 0 w 3590408"/>
              <a:gd name="connsiteY6-280" fmla="*/ 3963175 h 3974831"/>
              <a:gd name="connsiteX7-281" fmla="*/ 0 w 3590408"/>
              <a:gd name="connsiteY7-282" fmla="*/ 3175 h 3974831"/>
              <a:gd name="connsiteX0-283" fmla="*/ 0 w 3590408"/>
              <a:gd name="connsiteY0-284" fmla="*/ 3175 h 3975950"/>
              <a:gd name="connsiteX1-285" fmla="*/ 3264200 w 3590408"/>
              <a:gd name="connsiteY1-286" fmla="*/ 0 h 3975950"/>
              <a:gd name="connsiteX2-287" fmla="*/ 3323644 w 3590408"/>
              <a:gd name="connsiteY2-288" fmla="*/ 166544 h 3975950"/>
              <a:gd name="connsiteX3-289" fmla="*/ 3578825 w 3590408"/>
              <a:gd name="connsiteY3-290" fmla="*/ 1640275 h 3975950"/>
              <a:gd name="connsiteX4-291" fmla="*/ 3002082 w 3590408"/>
              <a:gd name="connsiteY4-292" fmla="*/ 3809471 h 3975950"/>
              <a:gd name="connsiteX5-293" fmla="*/ 2908600 w 3590408"/>
              <a:gd name="connsiteY5-294" fmla="*/ 3966350 h 3975950"/>
              <a:gd name="connsiteX6-295" fmla="*/ 0 w 3590408"/>
              <a:gd name="connsiteY6-296" fmla="*/ 3963175 h 3975950"/>
              <a:gd name="connsiteX7-297" fmla="*/ 0 w 3590408"/>
              <a:gd name="connsiteY7-298" fmla="*/ 3175 h 3975950"/>
              <a:gd name="connsiteX0-299" fmla="*/ 0 w 3590408"/>
              <a:gd name="connsiteY0-300" fmla="*/ 3175 h 3966350"/>
              <a:gd name="connsiteX1-301" fmla="*/ 3264200 w 3590408"/>
              <a:gd name="connsiteY1-302" fmla="*/ 0 h 3966350"/>
              <a:gd name="connsiteX2-303" fmla="*/ 3323644 w 3590408"/>
              <a:gd name="connsiteY2-304" fmla="*/ 166544 h 3966350"/>
              <a:gd name="connsiteX3-305" fmla="*/ 3578825 w 3590408"/>
              <a:gd name="connsiteY3-306" fmla="*/ 1640275 h 3966350"/>
              <a:gd name="connsiteX4-307" fmla="*/ 3002082 w 3590408"/>
              <a:gd name="connsiteY4-308" fmla="*/ 3809471 h 3966350"/>
              <a:gd name="connsiteX5-309" fmla="*/ 2908600 w 3590408"/>
              <a:gd name="connsiteY5-310" fmla="*/ 3966350 h 3966350"/>
              <a:gd name="connsiteX6-311" fmla="*/ 0 w 3590408"/>
              <a:gd name="connsiteY6-312" fmla="*/ 3963175 h 3966350"/>
              <a:gd name="connsiteX7-313" fmla="*/ 0 w 3590408"/>
              <a:gd name="connsiteY7-314" fmla="*/ 3175 h 3966350"/>
              <a:gd name="connsiteX0-315" fmla="*/ 0 w 3590408"/>
              <a:gd name="connsiteY0-316" fmla="*/ 3175 h 3966350"/>
              <a:gd name="connsiteX1-317" fmla="*/ 3264200 w 3590408"/>
              <a:gd name="connsiteY1-318" fmla="*/ 0 h 3966350"/>
              <a:gd name="connsiteX2-319" fmla="*/ 3323644 w 3590408"/>
              <a:gd name="connsiteY2-320" fmla="*/ 166544 h 3966350"/>
              <a:gd name="connsiteX3-321" fmla="*/ 3578825 w 3590408"/>
              <a:gd name="connsiteY3-322" fmla="*/ 1640275 h 3966350"/>
              <a:gd name="connsiteX4-323" fmla="*/ 3002082 w 3590408"/>
              <a:gd name="connsiteY4-324" fmla="*/ 3809471 h 3966350"/>
              <a:gd name="connsiteX5-325" fmla="*/ 2908600 w 3590408"/>
              <a:gd name="connsiteY5-326" fmla="*/ 3966350 h 3966350"/>
              <a:gd name="connsiteX6-327" fmla="*/ 0 w 3590408"/>
              <a:gd name="connsiteY6-328" fmla="*/ 3963175 h 3966350"/>
              <a:gd name="connsiteX7-329" fmla="*/ 0 w 3590408"/>
              <a:gd name="connsiteY7-330" fmla="*/ 3175 h 3966350"/>
              <a:gd name="connsiteX0-331" fmla="*/ 0 w 3590408"/>
              <a:gd name="connsiteY0-332" fmla="*/ 3175 h 3966350"/>
              <a:gd name="connsiteX1-333" fmla="*/ 3264200 w 3590408"/>
              <a:gd name="connsiteY1-334" fmla="*/ 0 h 3966350"/>
              <a:gd name="connsiteX2-335" fmla="*/ 3323644 w 3590408"/>
              <a:gd name="connsiteY2-336" fmla="*/ 166544 h 3966350"/>
              <a:gd name="connsiteX3-337" fmla="*/ 3578825 w 3590408"/>
              <a:gd name="connsiteY3-338" fmla="*/ 1640275 h 3966350"/>
              <a:gd name="connsiteX4-339" fmla="*/ 3002082 w 3590408"/>
              <a:gd name="connsiteY4-340" fmla="*/ 3809471 h 3966350"/>
              <a:gd name="connsiteX5-341" fmla="*/ 2908600 w 3590408"/>
              <a:gd name="connsiteY5-342" fmla="*/ 3966350 h 3966350"/>
              <a:gd name="connsiteX6-343" fmla="*/ 0 w 3590408"/>
              <a:gd name="connsiteY6-344" fmla="*/ 3963175 h 3966350"/>
              <a:gd name="connsiteX7-345" fmla="*/ 0 w 3590408"/>
              <a:gd name="connsiteY7-346" fmla="*/ 3175 h 3966350"/>
              <a:gd name="connsiteX0-347" fmla="*/ 0 w 3580367"/>
              <a:gd name="connsiteY0-348" fmla="*/ 3175 h 3966350"/>
              <a:gd name="connsiteX1-349" fmla="*/ 3264200 w 3580367"/>
              <a:gd name="connsiteY1-350" fmla="*/ 0 h 3966350"/>
              <a:gd name="connsiteX2-351" fmla="*/ 3323644 w 3580367"/>
              <a:gd name="connsiteY2-352" fmla="*/ 166544 h 3966350"/>
              <a:gd name="connsiteX3-353" fmla="*/ 3578825 w 3580367"/>
              <a:gd name="connsiteY3-354" fmla="*/ 1640275 h 3966350"/>
              <a:gd name="connsiteX4-355" fmla="*/ 3002082 w 3580367"/>
              <a:gd name="connsiteY4-356" fmla="*/ 3809471 h 3966350"/>
              <a:gd name="connsiteX5-357" fmla="*/ 2908600 w 3580367"/>
              <a:gd name="connsiteY5-358" fmla="*/ 3966350 h 3966350"/>
              <a:gd name="connsiteX6-359" fmla="*/ 0 w 3580367"/>
              <a:gd name="connsiteY6-360" fmla="*/ 3963175 h 3966350"/>
              <a:gd name="connsiteX7-361" fmla="*/ 0 w 3580367"/>
              <a:gd name="connsiteY7-362" fmla="*/ 3175 h 3966350"/>
              <a:gd name="connsiteX0-363" fmla="*/ 0 w 3578976"/>
              <a:gd name="connsiteY0-364" fmla="*/ 3175 h 3966350"/>
              <a:gd name="connsiteX1-365" fmla="*/ 3264200 w 3578976"/>
              <a:gd name="connsiteY1-366" fmla="*/ 0 h 3966350"/>
              <a:gd name="connsiteX2-367" fmla="*/ 3323644 w 3578976"/>
              <a:gd name="connsiteY2-368" fmla="*/ 166544 h 3966350"/>
              <a:gd name="connsiteX3-369" fmla="*/ 3578825 w 3578976"/>
              <a:gd name="connsiteY3-370" fmla="*/ 1640275 h 3966350"/>
              <a:gd name="connsiteX4-371" fmla="*/ 3002082 w 3578976"/>
              <a:gd name="connsiteY4-372" fmla="*/ 3809471 h 3966350"/>
              <a:gd name="connsiteX5-373" fmla="*/ 2908600 w 3578976"/>
              <a:gd name="connsiteY5-374" fmla="*/ 3966350 h 3966350"/>
              <a:gd name="connsiteX6-375" fmla="*/ 0 w 3578976"/>
              <a:gd name="connsiteY6-376" fmla="*/ 3963175 h 3966350"/>
              <a:gd name="connsiteX7-377" fmla="*/ 0 w 3578976"/>
              <a:gd name="connsiteY7-378" fmla="*/ 3175 h 3966350"/>
              <a:gd name="connsiteX0-379" fmla="*/ 0 w 3579143"/>
              <a:gd name="connsiteY0-380" fmla="*/ 3175 h 3966350"/>
              <a:gd name="connsiteX1-381" fmla="*/ 3264200 w 3579143"/>
              <a:gd name="connsiteY1-382" fmla="*/ 0 h 3966350"/>
              <a:gd name="connsiteX2-383" fmla="*/ 3323644 w 3579143"/>
              <a:gd name="connsiteY2-384" fmla="*/ 166544 h 3966350"/>
              <a:gd name="connsiteX3-385" fmla="*/ 3578825 w 3579143"/>
              <a:gd name="connsiteY3-386" fmla="*/ 1640275 h 3966350"/>
              <a:gd name="connsiteX4-387" fmla="*/ 3002082 w 3579143"/>
              <a:gd name="connsiteY4-388" fmla="*/ 3809471 h 3966350"/>
              <a:gd name="connsiteX5-389" fmla="*/ 2908600 w 3579143"/>
              <a:gd name="connsiteY5-390" fmla="*/ 3966350 h 3966350"/>
              <a:gd name="connsiteX6-391" fmla="*/ 0 w 3579143"/>
              <a:gd name="connsiteY6-392" fmla="*/ 3963175 h 3966350"/>
              <a:gd name="connsiteX7-393" fmla="*/ 0 w 3579143"/>
              <a:gd name="connsiteY7-394" fmla="*/ 3175 h 3966350"/>
              <a:gd name="connsiteX0-395" fmla="*/ 0 w 3579143"/>
              <a:gd name="connsiteY0-396" fmla="*/ 3175 h 4131450"/>
              <a:gd name="connsiteX1-397" fmla="*/ 3264200 w 3579143"/>
              <a:gd name="connsiteY1-398" fmla="*/ 0 h 4131450"/>
              <a:gd name="connsiteX2-399" fmla="*/ 3323644 w 3579143"/>
              <a:gd name="connsiteY2-400" fmla="*/ 166544 h 4131450"/>
              <a:gd name="connsiteX3-401" fmla="*/ 3578825 w 3579143"/>
              <a:gd name="connsiteY3-402" fmla="*/ 1640275 h 4131450"/>
              <a:gd name="connsiteX4-403" fmla="*/ 3002082 w 3579143"/>
              <a:gd name="connsiteY4-404" fmla="*/ 3809471 h 4131450"/>
              <a:gd name="connsiteX5-405" fmla="*/ 3159425 w 3579143"/>
              <a:gd name="connsiteY5-406" fmla="*/ 4131450 h 4131450"/>
              <a:gd name="connsiteX6-407" fmla="*/ 0 w 3579143"/>
              <a:gd name="connsiteY6-408" fmla="*/ 3963175 h 4131450"/>
              <a:gd name="connsiteX7-409" fmla="*/ 0 w 3579143"/>
              <a:gd name="connsiteY7-410" fmla="*/ 3175 h 4131450"/>
              <a:gd name="connsiteX0-411" fmla="*/ 0 w 3579143"/>
              <a:gd name="connsiteY0-412" fmla="*/ 3175 h 3963175"/>
              <a:gd name="connsiteX1-413" fmla="*/ 3264200 w 3579143"/>
              <a:gd name="connsiteY1-414" fmla="*/ 0 h 3963175"/>
              <a:gd name="connsiteX2-415" fmla="*/ 3323644 w 3579143"/>
              <a:gd name="connsiteY2-416" fmla="*/ 166544 h 3963175"/>
              <a:gd name="connsiteX3-417" fmla="*/ 3578825 w 3579143"/>
              <a:gd name="connsiteY3-418" fmla="*/ 1640275 h 3963175"/>
              <a:gd name="connsiteX4-419" fmla="*/ 3002082 w 3579143"/>
              <a:gd name="connsiteY4-420" fmla="*/ 3809471 h 3963175"/>
              <a:gd name="connsiteX5-421" fmla="*/ 2905425 w 3579143"/>
              <a:gd name="connsiteY5-422" fmla="*/ 3963175 h 3963175"/>
              <a:gd name="connsiteX6-423" fmla="*/ 0 w 3579143"/>
              <a:gd name="connsiteY6-424" fmla="*/ 3963175 h 3963175"/>
              <a:gd name="connsiteX7-425" fmla="*/ 0 w 3579143"/>
              <a:gd name="connsiteY7-426" fmla="*/ 3175 h 3963175"/>
              <a:gd name="connsiteX0-427" fmla="*/ 0 w 3579143"/>
              <a:gd name="connsiteY0-428" fmla="*/ 3175 h 3963175"/>
              <a:gd name="connsiteX1-429" fmla="*/ 3264200 w 3579143"/>
              <a:gd name="connsiteY1-430" fmla="*/ 0 h 3963175"/>
              <a:gd name="connsiteX2-431" fmla="*/ 3323644 w 3579143"/>
              <a:gd name="connsiteY2-432" fmla="*/ 166544 h 3963175"/>
              <a:gd name="connsiteX3-433" fmla="*/ 3578825 w 3579143"/>
              <a:gd name="connsiteY3-434" fmla="*/ 1640275 h 3963175"/>
              <a:gd name="connsiteX4-435" fmla="*/ 3002082 w 3579143"/>
              <a:gd name="connsiteY4-436" fmla="*/ 3809471 h 3963175"/>
              <a:gd name="connsiteX5-437" fmla="*/ 2905425 w 3579143"/>
              <a:gd name="connsiteY5-438" fmla="*/ 3963175 h 3963175"/>
              <a:gd name="connsiteX6-439" fmla="*/ 0 w 3579143"/>
              <a:gd name="connsiteY6-440" fmla="*/ 3963175 h 3963175"/>
              <a:gd name="connsiteX7-441" fmla="*/ 0 w 3579143"/>
              <a:gd name="connsiteY7-442" fmla="*/ 3175 h 3963175"/>
              <a:gd name="connsiteX0-443" fmla="*/ 0 w 3579143"/>
              <a:gd name="connsiteY0-444" fmla="*/ 3175 h 3963175"/>
              <a:gd name="connsiteX1-445" fmla="*/ 3264200 w 3579143"/>
              <a:gd name="connsiteY1-446" fmla="*/ 0 h 3963175"/>
              <a:gd name="connsiteX2-447" fmla="*/ 3323644 w 3579143"/>
              <a:gd name="connsiteY2-448" fmla="*/ 166544 h 3963175"/>
              <a:gd name="connsiteX3-449" fmla="*/ 3578825 w 3579143"/>
              <a:gd name="connsiteY3-450" fmla="*/ 1640275 h 3963175"/>
              <a:gd name="connsiteX4-451" fmla="*/ 3002082 w 3579143"/>
              <a:gd name="connsiteY4-452" fmla="*/ 3809471 h 3963175"/>
              <a:gd name="connsiteX5-453" fmla="*/ 2905425 w 3579143"/>
              <a:gd name="connsiteY5-454" fmla="*/ 3963175 h 3963175"/>
              <a:gd name="connsiteX6-455" fmla="*/ 0 w 3579143"/>
              <a:gd name="connsiteY6-456" fmla="*/ 3963175 h 3963175"/>
              <a:gd name="connsiteX7-457" fmla="*/ 0 w 3579143"/>
              <a:gd name="connsiteY7-458" fmla="*/ 3175 h 3963175"/>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25" y="connsiteY6-26"/>
              </a:cxn>
              <a:cxn ang="0">
                <a:pos x="connsiteX7-41" y="connsiteY7-42"/>
              </a:cxn>
            </a:cxnLst>
            <a:rect l="l" t="t" r="r" b="b"/>
            <a:pathLst>
              <a:path w="3579143" h="3963175">
                <a:moveTo>
                  <a:pt x="0" y="3175"/>
                </a:moveTo>
                <a:lnTo>
                  <a:pt x="3264200" y="0"/>
                </a:lnTo>
                <a:cubicBezTo>
                  <a:pt x="3287387" y="61624"/>
                  <a:pt x="3301369" y="106419"/>
                  <a:pt x="3323644" y="166544"/>
                </a:cubicBezTo>
                <a:cubicBezTo>
                  <a:pt x="3491969" y="623544"/>
                  <a:pt x="3568919" y="877546"/>
                  <a:pt x="3578825" y="1640275"/>
                </a:cubicBezTo>
                <a:cubicBezTo>
                  <a:pt x="3588731" y="2403004"/>
                  <a:pt x="3367257" y="3165146"/>
                  <a:pt x="3002082" y="3809471"/>
                </a:cubicBezTo>
                <a:cubicBezTo>
                  <a:pt x="2973457" y="3863246"/>
                  <a:pt x="3011014" y="3800503"/>
                  <a:pt x="2905425" y="3963175"/>
                </a:cubicBezTo>
                <a:lnTo>
                  <a:pt x="0" y="3963175"/>
                </a:lnTo>
                <a:lnTo>
                  <a:pt x="0" y="3175"/>
                </a:lnTo>
                <a:close/>
              </a:path>
            </a:pathLst>
          </a:custGeom>
          <a:noFill/>
          <a:ln>
            <a:noFill/>
          </a:ln>
        </p:spPr>
        <p:txBody>
          <a:bodyPr lIns="720000" tIns="720000" rIns="720000" bIns="720000">
            <a:normAutofit/>
          </a:bodyPr>
          <a:lstStyle>
            <a:lvl1pPr marL="0" indent="0" algn="ctr">
              <a:buNone/>
              <a:defRPr sz="1400" baseline="0">
                <a:solidFill>
                  <a:schemeClr val="bg1"/>
                </a:solidFill>
              </a:defRPr>
            </a:lvl1pPr>
          </a:lstStyle>
          <a:p>
            <a:r>
              <a:rPr lang="zh-CN" altLang="en-US"/>
              <a:t>单击图标添加图片</a:t>
            </a:r>
            <a:endParaRPr lang="de-DE"/>
          </a:p>
        </p:txBody>
      </p:sp>
      <p:sp>
        <p:nvSpPr>
          <p:cNvPr id="12" name="Titel 7"/>
          <p:cNvSpPr>
            <a:spLocks noGrp="1"/>
          </p:cNvSpPr>
          <p:nvPr>
            <p:ph type="title" hasCustomPrompt="1"/>
          </p:nvPr>
        </p:nvSpPr>
        <p:spPr>
          <a:xfrm>
            <a:off x="367575" y="290572"/>
            <a:ext cx="8408850" cy="369332"/>
          </a:xfrm>
        </p:spPr>
        <p:txBody>
          <a:bodyPr/>
          <a:lstStyle/>
          <a:p>
            <a:r>
              <a:rPr lang="en-GB" noProof="0"/>
              <a:t>Click to add headline</a:t>
            </a:r>
          </a:p>
        </p:txBody>
      </p:sp>
      <p:sp>
        <p:nvSpPr>
          <p:cNvPr id="14" name="Inhaltsplatzhalter 11"/>
          <p:cNvSpPr>
            <a:spLocks noGrp="1"/>
          </p:cNvSpPr>
          <p:nvPr>
            <p:ph sz="quarter" idx="14" hasCustomPrompt="1"/>
          </p:nvPr>
        </p:nvSpPr>
        <p:spPr>
          <a:xfrm>
            <a:off x="3848399" y="1198800"/>
            <a:ext cx="4928026" cy="3394800"/>
          </a:xfrm>
        </p:spPr>
        <p:txBody>
          <a:bodyPr/>
          <a:lstStyle>
            <a:lvl1pPr>
              <a:defRPr baseline="0">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en-GB" noProof="0"/>
              <a:t>Click to add text</a:t>
            </a:r>
          </a:p>
        </p:txBody>
      </p:sp>
      <p:pic>
        <p:nvPicPr>
          <p:cNvPr id="13" name="Grafik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64443" y="4864131"/>
            <a:ext cx="630270" cy="19051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Circle segment_06">
    <p:spTree>
      <p:nvGrpSpPr>
        <p:cNvPr id="1" name=""/>
        <p:cNvGrpSpPr/>
        <p:nvPr/>
      </p:nvGrpSpPr>
      <p:grpSpPr>
        <a:xfrm>
          <a:off x="0" y="0"/>
          <a:ext cx="0" cy="0"/>
          <a:chOff x="0" y="0"/>
          <a:chExt cx="0" cy="0"/>
        </a:xfrm>
      </p:grpSpPr>
      <p:sp>
        <p:nvSpPr>
          <p:cNvPr id="9" name="Rechteck 8"/>
          <p:cNvSpPr/>
          <p:nvPr userDrawn="1"/>
        </p:nvSpPr>
        <p:spPr>
          <a:xfrm>
            <a:off x="0" y="2196370"/>
            <a:ext cx="9144000" cy="2947130"/>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400" noProof="0">
              <a:solidFill>
                <a:schemeClr val="tx1"/>
              </a:solidFill>
              <a:latin typeface="BISansOpti"/>
            </a:endParaRPr>
          </a:p>
        </p:txBody>
      </p:sp>
      <p:cxnSp>
        <p:nvCxnSpPr>
          <p:cNvPr id="5" name="Gerade Verbindung 4"/>
          <p:cNvCxnSpPr/>
          <p:nvPr userDrawn="1"/>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3" name="Datumsplatzhalter 2"/>
          <p:cNvSpPr>
            <a:spLocks noGrp="1"/>
          </p:cNvSpPr>
          <p:nvPr>
            <p:ph type="dt" sz="half" idx="10"/>
          </p:nvPr>
        </p:nvSpPr>
        <p:spPr/>
        <p:txBody>
          <a:bodyPr/>
          <a:lstStyle/>
          <a:p>
            <a:fld id="{3A4F5901-183E-4A00-9284-9EF186007567}" type="datetime1">
              <a:rPr lang="en-GB" smtClean="0"/>
              <a:t>25/04/2024</a:t>
            </a:fld>
            <a:endParaRPr lang="en-GB"/>
          </a:p>
        </p:txBody>
      </p:sp>
      <p:sp>
        <p:nvSpPr>
          <p:cNvPr id="4" name="Fußzeilenplatzhalter 3"/>
          <p:cNvSpPr>
            <a:spLocks noGrp="1"/>
          </p:cNvSpPr>
          <p:nvPr>
            <p:ph type="ftr" sz="quarter" idx="11"/>
          </p:nvPr>
        </p:nvSpPr>
        <p:spPr/>
        <p:txBody>
          <a:bodyPr/>
          <a:lstStyle/>
          <a:p>
            <a:r>
              <a:rPr lang="en-GB"/>
              <a:t>Presentation title, date, author</a:t>
            </a:r>
          </a:p>
        </p:txBody>
      </p:sp>
      <p:sp>
        <p:nvSpPr>
          <p:cNvPr id="6" name="Foliennummernplatzhalter 5"/>
          <p:cNvSpPr>
            <a:spLocks noGrp="1"/>
          </p:cNvSpPr>
          <p:nvPr>
            <p:ph type="sldNum" sz="quarter" idx="12"/>
          </p:nvPr>
        </p:nvSpPr>
        <p:spPr/>
        <p:txBody>
          <a:bodyPr/>
          <a:lstStyle/>
          <a:p>
            <a:fld id="{143B55C4-4F5A-416B-997D-6CE47EB0A945}" type="slidenum">
              <a:rPr lang="en-GB" smtClean="0"/>
              <a:t>‹#›</a:t>
            </a:fld>
            <a:endParaRPr lang="en-GB"/>
          </a:p>
        </p:txBody>
      </p:sp>
      <p:sp>
        <p:nvSpPr>
          <p:cNvPr id="10" name="Rechteck 12"/>
          <p:cNvSpPr/>
          <p:nvPr userDrawn="1"/>
        </p:nvSpPr>
        <p:spPr>
          <a:xfrm>
            <a:off x="2" y="735013"/>
            <a:ext cx="3672981" cy="3960812"/>
          </a:xfrm>
          <a:custGeom>
            <a:avLst/>
            <a:gdLst/>
            <a:ahLst/>
            <a:cxnLst/>
            <a:rect l="l" t="t" r="r" b="b"/>
            <a:pathLst>
              <a:path w="3672981" h="3960812">
                <a:moveTo>
                  <a:pt x="0" y="0"/>
                </a:moveTo>
                <a:lnTo>
                  <a:pt x="3361658" y="0"/>
                </a:lnTo>
                <a:lnTo>
                  <a:pt x="3412473" y="127738"/>
                </a:lnTo>
                <a:cubicBezTo>
                  <a:pt x="3581102" y="597230"/>
                  <a:pt x="3672981" y="1103310"/>
                  <a:pt x="3672981" y="1630850"/>
                </a:cubicBezTo>
                <a:cubicBezTo>
                  <a:pt x="3672981" y="2378998"/>
                  <a:pt x="3488190" y="3083985"/>
                  <a:pt x="3161761" y="3702659"/>
                </a:cubicBezTo>
                <a:lnTo>
                  <a:pt x="3012298" y="3960812"/>
                </a:lnTo>
                <a:lnTo>
                  <a:pt x="0" y="3960812"/>
                </a:lnTo>
                <a:close/>
              </a:path>
            </a:pathLst>
          </a:custGeom>
          <a:solidFill>
            <a:schemeClr val="accent5"/>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de-DE" sz="1400" err="1">
              <a:solidFill>
                <a:schemeClr val="tx1"/>
              </a:solidFill>
              <a:latin typeface="BISansOpti"/>
            </a:endParaRPr>
          </a:p>
        </p:txBody>
      </p:sp>
      <p:sp>
        <p:nvSpPr>
          <p:cNvPr id="11" name="Bildplatzhalter 20"/>
          <p:cNvSpPr>
            <a:spLocks noGrp="1"/>
          </p:cNvSpPr>
          <p:nvPr>
            <p:ph type="pic" sz="quarter" idx="13"/>
          </p:nvPr>
        </p:nvSpPr>
        <p:spPr>
          <a:xfrm>
            <a:off x="-2" y="731224"/>
            <a:ext cx="3579143" cy="3963175"/>
          </a:xfrm>
          <a:custGeom>
            <a:avLst/>
            <a:gdLst>
              <a:gd name="connsiteX0" fmla="*/ 0 w 3582000"/>
              <a:gd name="connsiteY0" fmla="*/ 0 h 3960000"/>
              <a:gd name="connsiteX1" fmla="*/ 1791000 w 3582000"/>
              <a:gd name="connsiteY1" fmla="*/ 0 h 3960000"/>
              <a:gd name="connsiteX2" fmla="*/ 3582000 w 3582000"/>
              <a:gd name="connsiteY2" fmla="*/ 1980000 h 3960000"/>
              <a:gd name="connsiteX3" fmla="*/ 1791000 w 3582000"/>
              <a:gd name="connsiteY3" fmla="*/ 3960000 h 3960000"/>
              <a:gd name="connsiteX4" fmla="*/ 0 w 3582000"/>
              <a:gd name="connsiteY4" fmla="*/ 3960000 h 3960000"/>
              <a:gd name="connsiteX5" fmla="*/ 0 w 3582000"/>
              <a:gd name="connsiteY5" fmla="*/ 0 h 3960000"/>
              <a:gd name="connsiteX0-1" fmla="*/ 0 w 3669107"/>
              <a:gd name="connsiteY0-2" fmla="*/ 0 h 3960000"/>
              <a:gd name="connsiteX1-3" fmla="*/ 1791000 w 3669107"/>
              <a:gd name="connsiteY1-4" fmla="*/ 0 h 3960000"/>
              <a:gd name="connsiteX2-5" fmla="*/ 3225219 w 3669107"/>
              <a:gd name="connsiteY2-6" fmla="*/ 807894 h 3960000"/>
              <a:gd name="connsiteX3-7" fmla="*/ 3582000 w 3669107"/>
              <a:gd name="connsiteY3-8" fmla="*/ 1980000 h 3960000"/>
              <a:gd name="connsiteX4-9" fmla="*/ 1791000 w 3669107"/>
              <a:gd name="connsiteY4-10" fmla="*/ 3960000 h 3960000"/>
              <a:gd name="connsiteX5-11" fmla="*/ 0 w 3669107"/>
              <a:gd name="connsiteY5-12" fmla="*/ 3960000 h 3960000"/>
              <a:gd name="connsiteX6" fmla="*/ 0 w 3669107"/>
              <a:gd name="connsiteY6" fmla="*/ 0 h 3960000"/>
              <a:gd name="connsiteX0-13" fmla="*/ 0 w 3597300"/>
              <a:gd name="connsiteY0-14" fmla="*/ 0 h 3960000"/>
              <a:gd name="connsiteX1-15" fmla="*/ 1791000 w 3597300"/>
              <a:gd name="connsiteY1-16" fmla="*/ 0 h 3960000"/>
              <a:gd name="connsiteX2-17" fmla="*/ 3225219 w 3597300"/>
              <a:gd name="connsiteY2-18" fmla="*/ 807894 h 3960000"/>
              <a:gd name="connsiteX3-19" fmla="*/ 3582000 w 3597300"/>
              <a:gd name="connsiteY3-20" fmla="*/ 1980000 h 3960000"/>
              <a:gd name="connsiteX4-21" fmla="*/ 2862382 w 3597300"/>
              <a:gd name="connsiteY4-22" fmla="*/ 3307821 h 3960000"/>
              <a:gd name="connsiteX5-23" fmla="*/ 1791000 w 3597300"/>
              <a:gd name="connsiteY5-24" fmla="*/ 3960000 h 3960000"/>
              <a:gd name="connsiteX6-25" fmla="*/ 0 w 3597300"/>
              <a:gd name="connsiteY6-26" fmla="*/ 3960000 h 3960000"/>
              <a:gd name="connsiteX7" fmla="*/ 0 w 3597300"/>
              <a:gd name="connsiteY7" fmla="*/ 0 h 3960000"/>
              <a:gd name="connsiteX0-27" fmla="*/ 0 w 3597300"/>
              <a:gd name="connsiteY0-28" fmla="*/ 0 h 3960000"/>
              <a:gd name="connsiteX1-29" fmla="*/ 3261025 w 3597300"/>
              <a:gd name="connsiteY1-30" fmla="*/ 3175 h 3960000"/>
              <a:gd name="connsiteX2-31" fmla="*/ 3225219 w 3597300"/>
              <a:gd name="connsiteY2-32" fmla="*/ 807894 h 3960000"/>
              <a:gd name="connsiteX3-33" fmla="*/ 3582000 w 3597300"/>
              <a:gd name="connsiteY3-34" fmla="*/ 1980000 h 3960000"/>
              <a:gd name="connsiteX4-35" fmla="*/ 2862382 w 3597300"/>
              <a:gd name="connsiteY4-36" fmla="*/ 3307821 h 3960000"/>
              <a:gd name="connsiteX5-37" fmla="*/ 1791000 w 3597300"/>
              <a:gd name="connsiteY5-38" fmla="*/ 3960000 h 3960000"/>
              <a:gd name="connsiteX6-39" fmla="*/ 0 w 3597300"/>
              <a:gd name="connsiteY6-40" fmla="*/ 3960000 h 3960000"/>
              <a:gd name="connsiteX7-41" fmla="*/ 0 w 3597300"/>
              <a:gd name="connsiteY7-42" fmla="*/ 0 h 3960000"/>
              <a:gd name="connsiteX0-43" fmla="*/ 0 w 3597300"/>
              <a:gd name="connsiteY0-44" fmla="*/ 0 h 3960000"/>
              <a:gd name="connsiteX1-45" fmla="*/ 3019725 w 3597300"/>
              <a:gd name="connsiteY1-46" fmla="*/ 282575 h 3960000"/>
              <a:gd name="connsiteX2-47" fmla="*/ 3225219 w 3597300"/>
              <a:gd name="connsiteY2-48" fmla="*/ 807894 h 3960000"/>
              <a:gd name="connsiteX3-49" fmla="*/ 3582000 w 3597300"/>
              <a:gd name="connsiteY3-50" fmla="*/ 1980000 h 3960000"/>
              <a:gd name="connsiteX4-51" fmla="*/ 2862382 w 3597300"/>
              <a:gd name="connsiteY4-52" fmla="*/ 3307821 h 3960000"/>
              <a:gd name="connsiteX5-53" fmla="*/ 1791000 w 3597300"/>
              <a:gd name="connsiteY5-54" fmla="*/ 3960000 h 3960000"/>
              <a:gd name="connsiteX6-55" fmla="*/ 0 w 3597300"/>
              <a:gd name="connsiteY6-56" fmla="*/ 3960000 h 3960000"/>
              <a:gd name="connsiteX7-57" fmla="*/ 0 w 3597300"/>
              <a:gd name="connsiteY7-58" fmla="*/ 0 h 3960000"/>
              <a:gd name="connsiteX0-59" fmla="*/ 0 w 3597300"/>
              <a:gd name="connsiteY0-60" fmla="*/ 3175 h 3963175"/>
              <a:gd name="connsiteX1-61" fmla="*/ 3264200 w 3597300"/>
              <a:gd name="connsiteY1-62" fmla="*/ 0 h 3963175"/>
              <a:gd name="connsiteX2-63" fmla="*/ 3225219 w 3597300"/>
              <a:gd name="connsiteY2-64" fmla="*/ 811069 h 3963175"/>
              <a:gd name="connsiteX3-65" fmla="*/ 3582000 w 3597300"/>
              <a:gd name="connsiteY3-66" fmla="*/ 1983175 h 3963175"/>
              <a:gd name="connsiteX4-67" fmla="*/ 2862382 w 3597300"/>
              <a:gd name="connsiteY4-68" fmla="*/ 3310996 h 3963175"/>
              <a:gd name="connsiteX5-69" fmla="*/ 1791000 w 3597300"/>
              <a:gd name="connsiteY5-70" fmla="*/ 3963175 h 3963175"/>
              <a:gd name="connsiteX6-71" fmla="*/ 0 w 3597300"/>
              <a:gd name="connsiteY6-72" fmla="*/ 3963175 h 3963175"/>
              <a:gd name="connsiteX7-73" fmla="*/ 0 w 3597300"/>
              <a:gd name="connsiteY7-74" fmla="*/ 3175 h 3963175"/>
              <a:gd name="connsiteX0-75" fmla="*/ 0 w 3597300"/>
              <a:gd name="connsiteY0-76" fmla="*/ 3175 h 3963175"/>
              <a:gd name="connsiteX1-77" fmla="*/ 3264200 w 3597300"/>
              <a:gd name="connsiteY1-78" fmla="*/ 0 h 3963175"/>
              <a:gd name="connsiteX2-79" fmla="*/ 3225219 w 3597300"/>
              <a:gd name="connsiteY2-80" fmla="*/ 811069 h 3963175"/>
              <a:gd name="connsiteX3-81" fmla="*/ 3582000 w 3597300"/>
              <a:gd name="connsiteY3-82" fmla="*/ 1983175 h 3963175"/>
              <a:gd name="connsiteX4-83" fmla="*/ 2862382 w 3597300"/>
              <a:gd name="connsiteY4-84" fmla="*/ 3310996 h 3963175"/>
              <a:gd name="connsiteX5-85" fmla="*/ 1791000 w 3597300"/>
              <a:gd name="connsiteY5-86" fmla="*/ 3963175 h 3963175"/>
              <a:gd name="connsiteX6-87" fmla="*/ 0 w 3597300"/>
              <a:gd name="connsiteY6-88" fmla="*/ 3963175 h 3963175"/>
              <a:gd name="connsiteX7-89" fmla="*/ 0 w 3597300"/>
              <a:gd name="connsiteY7-90" fmla="*/ 3175 h 3963175"/>
              <a:gd name="connsiteX0-91" fmla="*/ 0 w 3616616"/>
              <a:gd name="connsiteY0-92" fmla="*/ 21630 h 3981630"/>
              <a:gd name="connsiteX1-93" fmla="*/ 3264200 w 3616616"/>
              <a:gd name="connsiteY1-94" fmla="*/ 18455 h 3981630"/>
              <a:gd name="connsiteX2-95" fmla="*/ 3323644 w 3616616"/>
              <a:gd name="connsiteY2-96" fmla="*/ 184999 h 3981630"/>
              <a:gd name="connsiteX3-97" fmla="*/ 3582000 w 3616616"/>
              <a:gd name="connsiteY3-98" fmla="*/ 2001630 h 3981630"/>
              <a:gd name="connsiteX4-99" fmla="*/ 2862382 w 3616616"/>
              <a:gd name="connsiteY4-100" fmla="*/ 3329451 h 3981630"/>
              <a:gd name="connsiteX5-101" fmla="*/ 1791000 w 3616616"/>
              <a:gd name="connsiteY5-102" fmla="*/ 3981630 h 3981630"/>
              <a:gd name="connsiteX6-103" fmla="*/ 0 w 3616616"/>
              <a:gd name="connsiteY6-104" fmla="*/ 3981630 h 3981630"/>
              <a:gd name="connsiteX7-105" fmla="*/ 0 w 3616616"/>
              <a:gd name="connsiteY7-106" fmla="*/ 21630 h 3981630"/>
              <a:gd name="connsiteX0-107" fmla="*/ 0 w 3616616"/>
              <a:gd name="connsiteY0-108" fmla="*/ 3175 h 3963175"/>
              <a:gd name="connsiteX1-109" fmla="*/ 3264200 w 3616616"/>
              <a:gd name="connsiteY1-110" fmla="*/ 0 h 3963175"/>
              <a:gd name="connsiteX2-111" fmla="*/ 3323644 w 3616616"/>
              <a:gd name="connsiteY2-112" fmla="*/ 166544 h 3963175"/>
              <a:gd name="connsiteX3-113" fmla="*/ 3582000 w 3616616"/>
              <a:gd name="connsiteY3-114" fmla="*/ 1983175 h 3963175"/>
              <a:gd name="connsiteX4-115" fmla="*/ 2862382 w 3616616"/>
              <a:gd name="connsiteY4-116" fmla="*/ 3310996 h 3963175"/>
              <a:gd name="connsiteX5-117" fmla="*/ 1791000 w 3616616"/>
              <a:gd name="connsiteY5-118" fmla="*/ 3963175 h 3963175"/>
              <a:gd name="connsiteX6-119" fmla="*/ 0 w 3616616"/>
              <a:gd name="connsiteY6-120" fmla="*/ 3963175 h 3963175"/>
              <a:gd name="connsiteX7-121" fmla="*/ 0 w 3616616"/>
              <a:gd name="connsiteY7-122" fmla="*/ 3175 h 3963175"/>
              <a:gd name="connsiteX0-123" fmla="*/ 0 w 3601265"/>
              <a:gd name="connsiteY0-124" fmla="*/ 3175 h 3963175"/>
              <a:gd name="connsiteX1-125" fmla="*/ 3264200 w 3601265"/>
              <a:gd name="connsiteY1-126" fmla="*/ 0 h 3963175"/>
              <a:gd name="connsiteX2-127" fmla="*/ 3323644 w 3601265"/>
              <a:gd name="connsiteY2-128" fmla="*/ 166544 h 3963175"/>
              <a:gd name="connsiteX3-129" fmla="*/ 3582000 w 3601265"/>
              <a:gd name="connsiteY3-130" fmla="*/ 1983175 h 3963175"/>
              <a:gd name="connsiteX4-131" fmla="*/ 2862382 w 3601265"/>
              <a:gd name="connsiteY4-132" fmla="*/ 3310996 h 3963175"/>
              <a:gd name="connsiteX5-133" fmla="*/ 1791000 w 3601265"/>
              <a:gd name="connsiteY5-134" fmla="*/ 3963175 h 3963175"/>
              <a:gd name="connsiteX6-135" fmla="*/ 0 w 3601265"/>
              <a:gd name="connsiteY6-136" fmla="*/ 3963175 h 3963175"/>
              <a:gd name="connsiteX7-137" fmla="*/ 0 w 3601265"/>
              <a:gd name="connsiteY7-138" fmla="*/ 3175 h 3963175"/>
              <a:gd name="connsiteX0-139" fmla="*/ 0 w 3364734"/>
              <a:gd name="connsiteY0-140" fmla="*/ 3175 h 3963175"/>
              <a:gd name="connsiteX1-141" fmla="*/ 3264200 w 3364734"/>
              <a:gd name="connsiteY1-142" fmla="*/ 0 h 3963175"/>
              <a:gd name="connsiteX2-143" fmla="*/ 3323644 w 3364734"/>
              <a:gd name="connsiteY2-144" fmla="*/ 166544 h 3963175"/>
              <a:gd name="connsiteX3-145" fmla="*/ 3016850 w 3364734"/>
              <a:gd name="connsiteY3-146" fmla="*/ 1614875 h 3963175"/>
              <a:gd name="connsiteX4-147" fmla="*/ 2862382 w 3364734"/>
              <a:gd name="connsiteY4-148" fmla="*/ 3310996 h 3963175"/>
              <a:gd name="connsiteX5-149" fmla="*/ 1791000 w 3364734"/>
              <a:gd name="connsiteY5-150" fmla="*/ 3963175 h 3963175"/>
              <a:gd name="connsiteX6-151" fmla="*/ 0 w 3364734"/>
              <a:gd name="connsiteY6-152" fmla="*/ 3963175 h 3963175"/>
              <a:gd name="connsiteX7-153" fmla="*/ 0 w 3364734"/>
              <a:gd name="connsiteY7-154" fmla="*/ 3175 h 3963175"/>
              <a:gd name="connsiteX0-155" fmla="*/ 0 w 3598344"/>
              <a:gd name="connsiteY0-156" fmla="*/ 3175 h 3963175"/>
              <a:gd name="connsiteX1-157" fmla="*/ 3264200 w 3598344"/>
              <a:gd name="connsiteY1-158" fmla="*/ 0 h 3963175"/>
              <a:gd name="connsiteX2-159" fmla="*/ 3323644 w 3598344"/>
              <a:gd name="connsiteY2-160" fmla="*/ 166544 h 3963175"/>
              <a:gd name="connsiteX3-161" fmla="*/ 3578825 w 3598344"/>
              <a:gd name="connsiteY3-162" fmla="*/ 1640275 h 3963175"/>
              <a:gd name="connsiteX4-163" fmla="*/ 2862382 w 3598344"/>
              <a:gd name="connsiteY4-164" fmla="*/ 3310996 h 3963175"/>
              <a:gd name="connsiteX5-165" fmla="*/ 1791000 w 3598344"/>
              <a:gd name="connsiteY5-166" fmla="*/ 3963175 h 3963175"/>
              <a:gd name="connsiteX6-167" fmla="*/ 0 w 3598344"/>
              <a:gd name="connsiteY6-168" fmla="*/ 3963175 h 3963175"/>
              <a:gd name="connsiteX7-169" fmla="*/ 0 w 3598344"/>
              <a:gd name="connsiteY7-170" fmla="*/ 3175 h 3963175"/>
              <a:gd name="connsiteX0-171" fmla="*/ 0 w 3612056"/>
              <a:gd name="connsiteY0-172" fmla="*/ 3175 h 3963175"/>
              <a:gd name="connsiteX1-173" fmla="*/ 3264200 w 3612056"/>
              <a:gd name="connsiteY1-174" fmla="*/ 0 h 3963175"/>
              <a:gd name="connsiteX2-175" fmla="*/ 3323644 w 3612056"/>
              <a:gd name="connsiteY2-176" fmla="*/ 166544 h 3963175"/>
              <a:gd name="connsiteX3-177" fmla="*/ 3578825 w 3612056"/>
              <a:gd name="connsiteY3-178" fmla="*/ 1640275 h 3963175"/>
              <a:gd name="connsiteX4-179" fmla="*/ 2862382 w 3612056"/>
              <a:gd name="connsiteY4-180" fmla="*/ 3310996 h 3963175"/>
              <a:gd name="connsiteX5-181" fmla="*/ 1791000 w 3612056"/>
              <a:gd name="connsiteY5-182" fmla="*/ 3963175 h 3963175"/>
              <a:gd name="connsiteX6-183" fmla="*/ 0 w 3612056"/>
              <a:gd name="connsiteY6-184" fmla="*/ 3963175 h 3963175"/>
              <a:gd name="connsiteX7-185" fmla="*/ 0 w 3612056"/>
              <a:gd name="connsiteY7-186" fmla="*/ 3175 h 3963175"/>
              <a:gd name="connsiteX0-187" fmla="*/ 0 w 3635528"/>
              <a:gd name="connsiteY0-188" fmla="*/ 3175 h 3963175"/>
              <a:gd name="connsiteX1-189" fmla="*/ 3264200 w 3635528"/>
              <a:gd name="connsiteY1-190" fmla="*/ 0 h 3963175"/>
              <a:gd name="connsiteX2-191" fmla="*/ 3323644 w 3635528"/>
              <a:gd name="connsiteY2-192" fmla="*/ 166544 h 3963175"/>
              <a:gd name="connsiteX3-193" fmla="*/ 3578825 w 3635528"/>
              <a:gd name="connsiteY3-194" fmla="*/ 1640275 h 3963175"/>
              <a:gd name="connsiteX4-195" fmla="*/ 2862382 w 3635528"/>
              <a:gd name="connsiteY4-196" fmla="*/ 3310996 h 3963175"/>
              <a:gd name="connsiteX5-197" fmla="*/ 1791000 w 3635528"/>
              <a:gd name="connsiteY5-198" fmla="*/ 3963175 h 3963175"/>
              <a:gd name="connsiteX6-199" fmla="*/ 0 w 3635528"/>
              <a:gd name="connsiteY6-200" fmla="*/ 3963175 h 3963175"/>
              <a:gd name="connsiteX7-201" fmla="*/ 0 w 3635528"/>
              <a:gd name="connsiteY7-202" fmla="*/ 3175 h 3963175"/>
              <a:gd name="connsiteX0-203" fmla="*/ 0 w 3578828"/>
              <a:gd name="connsiteY0-204" fmla="*/ 3175 h 3963175"/>
              <a:gd name="connsiteX1-205" fmla="*/ 3264200 w 3578828"/>
              <a:gd name="connsiteY1-206" fmla="*/ 0 h 3963175"/>
              <a:gd name="connsiteX2-207" fmla="*/ 3323644 w 3578828"/>
              <a:gd name="connsiteY2-208" fmla="*/ 166544 h 3963175"/>
              <a:gd name="connsiteX3-209" fmla="*/ 3578825 w 3578828"/>
              <a:gd name="connsiteY3-210" fmla="*/ 1640275 h 3963175"/>
              <a:gd name="connsiteX4-211" fmla="*/ 2862382 w 3578828"/>
              <a:gd name="connsiteY4-212" fmla="*/ 3310996 h 3963175"/>
              <a:gd name="connsiteX5-213" fmla="*/ 1791000 w 3578828"/>
              <a:gd name="connsiteY5-214" fmla="*/ 3963175 h 3963175"/>
              <a:gd name="connsiteX6-215" fmla="*/ 0 w 3578828"/>
              <a:gd name="connsiteY6-216" fmla="*/ 3963175 h 3963175"/>
              <a:gd name="connsiteX7-217" fmla="*/ 0 w 3578828"/>
              <a:gd name="connsiteY7-218" fmla="*/ 3175 h 3963175"/>
              <a:gd name="connsiteX0-219" fmla="*/ 0 w 3578942"/>
              <a:gd name="connsiteY0-220" fmla="*/ 3175 h 3963175"/>
              <a:gd name="connsiteX1-221" fmla="*/ 3264200 w 3578942"/>
              <a:gd name="connsiteY1-222" fmla="*/ 0 h 3963175"/>
              <a:gd name="connsiteX2-223" fmla="*/ 3323644 w 3578942"/>
              <a:gd name="connsiteY2-224" fmla="*/ 166544 h 3963175"/>
              <a:gd name="connsiteX3-225" fmla="*/ 3578825 w 3578942"/>
              <a:gd name="connsiteY3-226" fmla="*/ 1640275 h 3963175"/>
              <a:gd name="connsiteX4-227" fmla="*/ 2862382 w 3578942"/>
              <a:gd name="connsiteY4-228" fmla="*/ 3310996 h 3963175"/>
              <a:gd name="connsiteX5-229" fmla="*/ 1791000 w 3578942"/>
              <a:gd name="connsiteY5-230" fmla="*/ 3963175 h 3963175"/>
              <a:gd name="connsiteX6-231" fmla="*/ 0 w 3578942"/>
              <a:gd name="connsiteY6-232" fmla="*/ 3963175 h 3963175"/>
              <a:gd name="connsiteX7-233" fmla="*/ 0 w 3578942"/>
              <a:gd name="connsiteY7-234" fmla="*/ 3175 h 3963175"/>
              <a:gd name="connsiteX0-235" fmla="*/ 0 w 3578942"/>
              <a:gd name="connsiteY0-236" fmla="*/ 3175 h 3963175"/>
              <a:gd name="connsiteX1-237" fmla="*/ 3264200 w 3578942"/>
              <a:gd name="connsiteY1-238" fmla="*/ 0 h 3963175"/>
              <a:gd name="connsiteX2-239" fmla="*/ 3323644 w 3578942"/>
              <a:gd name="connsiteY2-240" fmla="*/ 166544 h 3963175"/>
              <a:gd name="connsiteX3-241" fmla="*/ 3578825 w 3578942"/>
              <a:gd name="connsiteY3-242" fmla="*/ 1640275 h 3963175"/>
              <a:gd name="connsiteX4-243" fmla="*/ 2862382 w 3578942"/>
              <a:gd name="connsiteY4-244" fmla="*/ 3310996 h 3963175"/>
              <a:gd name="connsiteX5-245" fmla="*/ 1791000 w 3578942"/>
              <a:gd name="connsiteY5-246" fmla="*/ 3963175 h 3963175"/>
              <a:gd name="connsiteX6-247" fmla="*/ 0 w 3578942"/>
              <a:gd name="connsiteY6-248" fmla="*/ 3963175 h 3963175"/>
              <a:gd name="connsiteX7-249" fmla="*/ 0 w 3578942"/>
              <a:gd name="connsiteY7-250" fmla="*/ 3175 h 3963175"/>
              <a:gd name="connsiteX0-251" fmla="*/ 0 w 3590408"/>
              <a:gd name="connsiteY0-252" fmla="*/ 3175 h 3974831"/>
              <a:gd name="connsiteX1-253" fmla="*/ 3264200 w 3590408"/>
              <a:gd name="connsiteY1-254" fmla="*/ 0 h 3974831"/>
              <a:gd name="connsiteX2-255" fmla="*/ 3323644 w 3590408"/>
              <a:gd name="connsiteY2-256" fmla="*/ 166544 h 3974831"/>
              <a:gd name="connsiteX3-257" fmla="*/ 3578825 w 3590408"/>
              <a:gd name="connsiteY3-258" fmla="*/ 1640275 h 3974831"/>
              <a:gd name="connsiteX4-259" fmla="*/ 3002082 w 3590408"/>
              <a:gd name="connsiteY4-260" fmla="*/ 3809471 h 3974831"/>
              <a:gd name="connsiteX5-261" fmla="*/ 1791000 w 3590408"/>
              <a:gd name="connsiteY5-262" fmla="*/ 3963175 h 3974831"/>
              <a:gd name="connsiteX6-263" fmla="*/ 0 w 3590408"/>
              <a:gd name="connsiteY6-264" fmla="*/ 3963175 h 3974831"/>
              <a:gd name="connsiteX7-265" fmla="*/ 0 w 3590408"/>
              <a:gd name="connsiteY7-266" fmla="*/ 3175 h 3974831"/>
              <a:gd name="connsiteX0-267" fmla="*/ 0 w 3590408"/>
              <a:gd name="connsiteY0-268" fmla="*/ 3175 h 3974831"/>
              <a:gd name="connsiteX1-269" fmla="*/ 3264200 w 3590408"/>
              <a:gd name="connsiteY1-270" fmla="*/ 0 h 3974831"/>
              <a:gd name="connsiteX2-271" fmla="*/ 3323644 w 3590408"/>
              <a:gd name="connsiteY2-272" fmla="*/ 166544 h 3974831"/>
              <a:gd name="connsiteX3-273" fmla="*/ 3578825 w 3590408"/>
              <a:gd name="connsiteY3-274" fmla="*/ 1640275 h 3974831"/>
              <a:gd name="connsiteX4-275" fmla="*/ 3002082 w 3590408"/>
              <a:gd name="connsiteY4-276" fmla="*/ 3809471 h 3974831"/>
              <a:gd name="connsiteX5-277" fmla="*/ 1791000 w 3590408"/>
              <a:gd name="connsiteY5-278" fmla="*/ 3963175 h 3974831"/>
              <a:gd name="connsiteX6-279" fmla="*/ 0 w 3590408"/>
              <a:gd name="connsiteY6-280" fmla="*/ 3963175 h 3974831"/>
              <a:gd name="connsiteX7-281" fmla="*/ 0 w 3590408"/>
              <a:gd name="connsiteY7-282" fmla="*/ 3175 h 3974831"/>
              <a:gd name="connsiteX0-283" fmla="*/ 0 w 3590408"/>
              <a:gd name="connsiteY0-284" fmla="*/ 3175 h 3975950"/>
              <a:gd name="connsiteX1-285" fmla="*/ 3264200 w 3590408"/>
              <a:gd name="connsiteY1-286" fmla="*/ 0 h 3975950"/>
              <a:gd name="connsiteX2-287" fmla="*/ 3323644 w 3590408"/>
              <a:gd name="connsiteY2-288" fmla="*/ 166544 h 3975950"/>
              <a:gd name="connsiteX3-289" fmla="*/ 3578825 w 3590408"/>
              <a:gd name="connsiteY3-290" fmla="*/ 1640275 h 3975950"/>
              <a:gd name="connsiteX4-291" fmla="*/ 3002082 w 3590408"/>
              <a:gd name="connsiteY4-292" fmla="*/ 3809471 h 3975950"/>
              <a:gd name="connsiteX5-293" fmla="*/ 2908600 w 3590408"/>
              <a:gd name="connsiteY5-294" fmla="*/ 3966350 h 3975950"/>
              <a:gd name="connsiteX6-295" fmla="*/ 0 w 3590408"/>
              <a:gd name="connsiteY6-296" fmla="*/ 3963175 h 3975950"/>
              <a:gd name="connsiteX7-297" fmla="*/ 0 w 3590408"/>
              <a:gd name="connsiteY7-298" fmla="*/ 3175 h 3975950"/>
              <a:gd name="connsiteX0-299" fmla="*/ 0 w 3590408"/>
              <a:gd name="connsiteY0-300" fmla="*/ 3175 h 3966350"/>
              <a:gd name="connsiteX1-301" fmla="*/ 3264200 w 3590408"/>
              <a:gd name="connsiteY1-302" fmla="*/ 0 h 3966350"/>
              <a:gd name="connsiteX2-303" fmla="*/ 3323644 w 3590408"/>
              <a:gd name="connsiteY2-304" fmla="*/ 166544 h 3966350"/>
              <a:gd name="connsiteX3-305" fmla="*/ 3578825 w 3590408"/>
              <a:gd name="connsiteY3-306" fmla="*/ 1640275 h 3966350"/>
              <a:gd name="connsiteX4-307" fmla="*/ 3002082 w 3590408"/>
              <a:gd name="connsiteY4-308" fmla="*/ 3809471 h 3966350"/>
              <a:gd name="connsiteX5-309" fmla="*/ 2908600 w 3590408"/>
              <a:gd name="connsiteY5-310" fmla="*/ 3966350 h 3966350"/>
              <a:gd name="connsiteX6-311" fmla="*/ 0 w 3590408"/>
              <a:gd name="connsiteY6-312" fmla="*/ 3963175 h 3966350"/>
              <a:gd name="connsiteX7-313" fmla="*/ 0 w 3590408"/>
              <a:gd name="connsiteY7-314" fmla="*/ 3175 h 3966350"/>
              <a:gd name="connsiteX0-315" fmla="*/ 0 w 3590408"/>
              <a:gd name="connsiteY0-316" fmla="*/ 3175 h 3966350"/>
              <a:gd name="connsiteX1-317" fmla="*/ 3264200 w 3590408"/>
              <a:gd name="connsiteY1-318" fmla="*/ 0 h 3966350"/>
              <a:gd name="connsiteX2-319" fmla="*/ 3323644 w 3590408"/>
              <a:gd name="connsiteY2-320" fmla="*/ 166544 h 3966350"/>
              <a:gd name="connsiteX3-321" fmla="*/ 3578825 w 3590408"/>
              <a:gd name="connsiteY3-322" fmla="*/ 1640275 h 3966350"/>
              <a:gd name="connsiteX4-323" fmla="*/ 3002082 w 3590408"/>
              <a:gd name="connsiteY4-324" fmla="*/ 3809471 h 3966350"/>
              <a:gd name="connsiteX5-325" fmla="*/ 2908600 w 3590408"/>
              <a:gd name="connsiteY5-326" fmla="*/ 3966350 h 3966350"/>
              <a:gd name="connsiteX6-327" fmla="*/ 0 w 3590408"/>
              <a:gd name="connsiteY6-328" fmla="*/ 3963175 h 3966350"/>
              <a:gd name="connsiteX7-329" fmla="*/ 0 w 3590408"/>
              <a:gd name="connsiteY7-330" fmla="*/ 3175 h 3966350"/>
              <a:gd name="connsiteX0-331" fmla="*/ 0 w 3590408"/>
              <a:gd name="connsiteY0-332" fmla="*/ 3175 h 3966350"/>
              <a:gd name="connsiteX1-333" fmla="*/ 3264200 w 3590408"/>
              <a:gd name="connsiteY1-334" fmla="*/ 0 h 3966350"/>
              <a:gd name="connsiteX2-335" fmla="*/ 3323644 w 3590408"/>
              <a:gd name="connsiteY2-336" fmla="*/ 166544 h 3966350"/>
              <a:gd name="connsiteX3-337" fmla="*/ 3578825 w 3590408"/>
              <a:gd name="connsiteY3-338" fmla="*/ 1640275 h 3966350"/>
              <a:gd name="connsiteX4-339" fmla="*/ 3002082 w 3590408"/>
              <a:gd name="connsiteY4-340" fmla="*/ 3809471 h 3966350"/>
              <a:gd name="connsiteX5-341" fmla="*/ 2908600 w 3590408"/>
              <a:gd name="connsiteY5-342" fmla="*/ 3966350 h 3966350"/>
              <a:gd name="connsiteX6-343" fmla="*/ 0 w 3590408"/>
              <a:gd name="connsiteY6-344" fmla="*/ 3963175 h 3966350"/>
              <a:gd name="connsiteX7-345" fmla="*/ 0 w 3590408"/>
              <a:gd name="connsiteY7-346" fmla="*/ 3175 h 3966350"/>
              <a:gd name="connsiteX0-347" fmla="*/ 0 w 3580367"/>
              <a:gd name="connsiteY0-348" fmla="*/ 3175 h 3966350"/>
              <a:gd name="connsiteX1-349" fmla="*/ 3264200 w 3580367"/>
              <a:gd name="connsiteY1-350" fmla="*/ 0 h 3966350"/>
              <a:gd name="connsiteX2-351" fmla="*/ 3323644 w 3580367"/>
              <a:gd name="connsiteY2-352" fmla="*/ 166544 h 3966350"/>
              <a:gd name="connsiteX3-353" fmla="*/ 3578825 w 3580367"/>
              <a:gd name="connsiteY3-354" fmla="*/ 1640275 h 3966350"/>
              <a:gd name="connsiteX4-355" fmla="*/ 3002082 w 3580367"/>
              <a:gd name="connsiteY4-356" fmla="*/ 3809471 h 3966350"/>
              <a:gd name="connsiteX5-357" fmla="*/ 2908600 w 3580367"/>
              <a:gd name="connsiteY5-358" fmla="*/ 3966350 h 3966350"/>
              <a:gd name="connsiteX6-359" fmla="*/ 0 w 3580367"/>
              <a:gd name="connsiteY6-360" fmla="*/ 3963175 h 3966350"/>
              <a:gd name="connsiteX7-361" fmla="*/ 0 w 3580367"/>
              <a:gd name="connsiteY7-362" fmla="*/ 3175 h 3966350"/>
              <a:gd name="connsiteX0-363" fmla="*/ 0 w 3578976"/>
              <a:gd name="connsiteY0-364" fmla="*/ 3175 h 3966350"/>
              <a:gd name="connsiteX1-365" fmla="*/ 3264200 w 3578976"/>
              <a:gd name="connsiteY1-366" fmla="*/ 0 h 3966350"/>
              <a:gd name="connsiteX2-367" fmla="*/ 3323644 w 3578976"/>
              <a:gd name="connsiteY2-368" fmla="*/ 166544 h 3966350"/>
              <a:gd name="connsiteX3-369" fmla="*/ 3578825 w 3578976"/>
              <a:gd name="connsiteY3-370" fmla="*/ 1640275 h 3966350"/>
              <a:gd name="connsiteX4-371" fmla="*/ 3002082 w 3578976"/>
              <a:gd name="connsiteY4-372" fmla="*/ 3809471 h 3966350"/>
              <a:gd name="connsiteX5-373" fmla="*/ 2908600 w 3578976"/>
              <a:gd name="connsiteY5-374" fmla="*/ 3966350 h 3966350"/>
              <a:gd name="connsiteX6-375" fmla="*/ 0 w 3578976"/>
              <a:gd name="connsiteY6-376" fmla="*/ 3963175 h 3966350"/>
              <a:gd name="connsiteX7-377" fmla="*/ 0 w 3578976"/>
              <a:gd name="connsiteY7-378" fmla="*/ 3175 h 3966350"/>
              <a:gd name="connsiteX0-379" fmla="*/ 0 w 3579143"/>
              <a:gd name="connsiteY0-380" fmla="*/ 3175 h 3966350"/>
              <a:gd name="connsiteX1-381" fmla="*/ 3264200 w 3579143"/>
              <a:gd name="connsiteY1-382" fmla="*/ 0 h 3966350"/>
              <a:gd name="connsiteX2-383" fmla="*/ 3323644 w 3579143"/>
              <a:gd name="connsiteY2-384" fmla="*/ 166544 h 3966350"/>
              <a:gd name="connsiteX3-385" fmla="*/ 3578825 w 3579143"/>
              <a:gd name="connsiteY3-386" fmla="*/ 1640275 h 3966350"/>
              <a:gd name="connsiteX4-387" fmla="*/ 3002082 w 3579143"/>
              <a:gd name="connsiteY4-388" fmla="*/ 3809471 h 3966350"/>
              <a:gd name="connsiteX5-389" fmla="*/ 2908600 w 3579143"/>
              <a:gd name="connsiteY5-390" fmla="*/ 3966350 h 3966350"/>
              <a:gd name="connsiteX6-391" fmla="*/ 0 w 3579143"/>
              <a:gd name="connsiteY6-392" fmla="*/ 3963175 h 3966350"/>
              <a:gd name="connsiteX7-393" fmla="*/ 0 w 3579143"/>
              <a:gd name="connsiteY7-394" fmla="*/ 3175 h 3966350"/>
              <a:gd name="connsiteX0-395" fmla="*/ 0 w 3579143"/>
              <a:gd name="connsiteY0-396" fmla="*/ 3175 h 4131450"/>
              <a:gd name="connsiteX1-397" fmla="*/ 3264200 w 3579143"/>
              <a:gd name="connsiteY1-398" fmla="*/ 0 h 4131450"/>
              <a:gd name="connsiteX2-399" fmla="*/ 3323644 w 3579143"/>
              <a:gd name="connsiteY2-400" fmla="*/ 166544 h 4131450"/>
              <a:gd name="connsiteX3-401" fmla="*/ 3578825 w 3579143"/>
              <a:gd name="connsiteY3-402" fmla="*/ 1640275 h 4131450"/>
              <a:gd name="connsiteX4-403" fmla="*/ 3002082 w 3579143"/>
              <a:gd name="connsiteY4-404" fmla="*/ 3809471 h 4131450"/>
              <a:gd name="connsiteX5-405" fmla="*/ 3159425 w 3579143"/>
              <a:gd name="connsiteY5-406" fmla="*/ 4131450 h 4131450"/>
              <a:gd name="connsiteX6-407" fmla="*/ 0 w 3579143"/>
              <a:gd name="connsiteY6-408" fmla="*/ 3963175 h 4131450"/>
              <a:gd name="connsiteX7-409" fmla="*/ 0 w 3579143"/>
              <a:gd name="connsiteY7-410" fmla="*/ 3175 h 4131450"/>
              <a:gd name="connsiteX0-411" fmla="*/ 0 w 3579143"/>
              <a:gd name="connsiteY0-412" fmla="*/ 3175 h 3963175"/>
              <a:gd name="connsiteX1-413" fmla="*/ 3264200 w 3579143"/>
              <a:gd name="connsiteY1-414" fmla="*/ 0 h 3963175"/>
              <a:gd name="connsiteX2-415" fmla="*/ 3323644 w 3579143"/>
              <a:gd name="connsiteY2-416" fmla="*/ 166544 h 3963175"/>
              <a:gd name="connsiteX3-417" fmla="*/ 3578825 w 3579143"/>
              <a:gd name="connsiteY3-418" fmla="*/ 1640275 h 3963175"/>
              <a:gd name="connsiteX4-419" fmla="*/ 3002082 w 3579143"/>
              <a:gd name="connsiteY4-420" fmla="*/ 3809471 h 3963175"/>
              <a:gd name="connsiteX5-421" fmla="*/ 2905425 w 3579143"/>
              <a:gd name="connsiteY5-422" fmla="*/ 3963175 h 3963175"/>
              <a:gd name="connsiteX6-423" fmla="*/ 0 w 3579143"/>
              <a:gd name="connsiteY6-424" fmla="*/ 3963175 h 3963175"/>
              <a:gd name="connsiteX7-425" fmla="*/ 0 w 3579143"/>
              <a:gd name="connsiteY7-426" fmla="*/ 3175 h 3963175"/>
              <a:gd name="connsiteX0-427" fmla="*/ 0 w 3579143"/>
              <a:gd name="connsiteY0-428" fmla="*/ 3175 h 3963175"/>
              <a:gd name="connsiteX1-429" fmla="*/ 3264200 w 3579143"/>
              <a:gd name="connsiteY1-430" fmla="*/ 0 h 3963175"/>
              <a:gd name="connsiteX2-431" fmla="*/ 3323644 w 3579143"/>
              <a:gd name="connsiteY2-432" fmla="*/ 166544 h 3963175"/>
              <a:gd name="connsiteX3-433" fmla="*/ 3578825 w 3579143"/>
              <a:gd name="connsiteY3-434" fmla="*/ 1640275 h 3963175"/>
              <a:gd name="connsiteX4-435" fmla="*/ 3002082 w 3579143"/>
              <a:gd name="connsiteY4-436" fmla="*/ 3809471 h 3963175"/>
              <a:gd name="connsiteX5-437" fmla="*/ 2905425 w 3579143"/>
              <a:gd name="connsiteY5-438" fmla="*/ 3963175 h 3963175"/>
              <a:gd name="connsiteX6-439" fmla="*/ 0 w 3579143"/>
              <a:gd name="connsiteY6-440" fmla="*/ 3963175 h 3963175"/>
              <a:gd name="connsiteX7-441" fmla="*/ 0 w 3579143"/>
              <a:gd name="connsiteY7-442" fmla="*/ 3175 h 3963175"/>
              <a:gd name="connsiteX0-443" fmla="*/ 0 w 3579143"/>
              <a:gd name="connsiteY0-444" fmla="*/ 3175 h 3963175"/>
              <a:gd name="connsiteX1-445" fmla="*/ 3264200 w 3579143"/>
              <a:gd name="connsiteY1-446" fmla="*/ 0 h 3963175"/>
              <a:gd name="connsiteX2-447" fmla="*/ 3323644 w 3579143"/>
              <a:gd name="connsiteY2-448" fmla="*/ 166544 h 3963175"/>
              <a:gd name="connsiteX3-449" fmla="*/ 3578825 w 3579143"/>
              <a:gd name="connsiteY3-450" fmla="*/ 1640275 h 3963175"/>
              <a:gd name="connsiteX4-451" fmla="*/ 3002082 w 3579143"/>
              <a:gd name="connsiteY4-452" fmla="*/ 3809471 h 3963175"/>
              <a:gd name="connsiteX5-453" fmla="*/ 2905425 w 3579143"/>
              <a:gd name="connsiteY5-454" fmla="*/ 3963175 h 3963175"/>
              <a:gd name="connsiteX6-455" fmla="*/ 0 w 3579143"/>
              <a:gd name="connsiteY6-456" fmla="*/ 3963175 h 3963175"/>
              <a:gd name="connsiteX7-457" fmla="*/ 0 w 3579143"/>
              <a:gd name="connsiteY7-458" fmla="*/ 3175 h 3963175"/>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25" y="connsiteY6-26"/>
              </a:cxn>
              <a:cxn ang="0">
                <a:pos x="connsiteX7-41" y="connsiteY7-42"/>
              </a:cxn>
            </a:cxnLst>
            <a:rect l="l" t="t" r="r" b="b"/>
            <a:pathLst>
              <a:path w="3579143" h="3963175">
                <a:moveTo>
                  <a:pt x="0" y="3175"/>
                </a:moveTo>
                <a:lnTo>
                  <a:pt x="3264200" y="0"/>
                </a:lnTo>
                <a:cubicBezTo>
                  <a:pt x="3287387" y="61624"/>
                  <a:pt x="3301369" y="106419"/>
                  <a:pt x="3323644" y="166544"/>
                </a:cubicBezTo>
                <a:cubicBezTo>
                  <a:pt x="3491969" y="623544"/>
                  <a:pt x="3568919" y="877546"/>
                  <a:pt x="3578825" y="1640275"/>
                </a:cubicBezTo>
                <a:cubicBezTo>
                  <a:pt x="3588731" y="2403004"/>
                  <a:pt x="3367257" y="3165146"/>
                  <a:pt x="3002082" y="3809471"/>
                </a:cubicBezTo>
                <a:cubicBezTo>
                  <a:pt x="2973457" y="3863246"/>
                  <a:pt x="3011014" y="3800503"/>
                  <a:pt x="2905425" y="3963175"/>
                </a:cubicBezTo>
                <a:lnTo>
                  <a:pt x="0" y="3963175"/>
                </a:lnTo>
                <a:lnTo>
                  <a:pt x="0" y="3175"/>
                </a:lnTo>
                <a:close/>
              </a:path>
            </a:pathLst>
          </a:custGeom>
          <a:noFill/>
          <a:ln>
            <a:noFill/>
          </a:ln>
        </p:spPr>
        <p:txBody>
          <a:bodyPr lIns="720000" tIns="720000" rIns="720000" bIns="720000">
            <a:normAutofit/>
          </a:bodyPr>
          <a:lstStyle>
            <a:lvl1pPr marL="0" indent="0" algn="ctr">
              <a:buNone/>
              <a:defRPr sz="1400" baseline="0">
                <a:solidFill>
                  <a:schemeClr val="bg1"/>
                </a:solidFill>
              </a:defRPr>
            </a:lvl1pPr>
          </a:lstStyle>
          <a:p>
            <a:r>
              <a:rPr lang="zh-CN" altLang="en-US"/>
              <a:t>单击图标添加图片</a:t>
            </a:r>
            <a:endParaRPr lang="de-DE"/>
          </a:p>
        </p:txBody>
      </p:sp>
      <p:sp>
        <p:nvSpPr>
          <p:cNvPr id="12" name="Titel 7"/>
          <p:cNvSpPr>
            <a:spLocks noGrp="1"/>
          </p:cNvSpPr>
          <p:nvPr>
            <p:ph type="title" hasCustomPrompt="1"/>
          </p:nvPr>
        </p:nvSpPr>
        <p:spPr>
          <a:xfrm>
            <a:off x="367575" y="290572"/>
            <a:ext cx="8408850" cy="369332"/>
          </a:xfrm>
        </p:spPr>
        <p:txBody>
          <a:bodyPr/>
          <a:lstStyle/>
          <a:p>
            <a:r>
              <a:rPr lang="en-GB" noProof="0"/>
              <a:t>Click to add headline</a:t>
            </a:r>
          </a:p>
        </p:txBody>
      </p:sp>
      <p:sp>
        <p:nvSpPr>
          <p:cNvPr id="14" name="Inhaltsplatzhalter 11"/>
          <p:cNvSpPr>
            <a:spLocks noGrp="1"/>
          </p:cNvSpPr>
          <p:nvPr>
            <p:ph sz="quarter" idx="14" hasCustomPrompt="1"/>
          </p:nvPr>
        </p:nvSpPr>
        <p:spPr>
          <a:xfrm>
            <a:off x="3848399" y="1198800"/>
            <a:ext cx="4928026" cy="3394800"/>
          </a:xfrm>
        </p:spPr>
        <p:txBody>
          <a:bodyPr/>
          <a:lstStyle>
            <a:lvl1pPr>
              <a:defRPr baseline="0">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en-GB" noProof="0"/>
              <a:t>Click to add text</a:t>
            </a:r>
          </a:p>
        </p:txBody>
      </p:sp>
      <p:pic>
        <p:nvPicPr>
          <p:cNvPr id="13" name="Grafik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64443" y="4864131"/>
            <a:ext cx="630270" cy="19051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Circle segment_07">
    <p:spTree>
      <p:nvGrpSpPr>
        <p:cNvPr id="1" name=""/>
        <p:cNvGrpSpPr/>
        <p:nvPr/>
      </p:nvGrpSpPr>
      <p:grpSpPr>
        <a:xfrm>
          <a:off x="0" y="0"/>
          <a:ext cx="0" cy="0"/>
          <a:chOff x="0" y="0"/>
          <a:chExt cx="0" cy="0"/>
        </a:xfrm>
      </p:grpSpPr>
      <p:sp>
        <p:nvSpPr>
          <p:cNvPr id="9" name="Rechteck 8"/>
          <p:cNvSpPr/>
          <p:nvPr userDrawn="1"/>
        </p:nvSpPr>
        <p:spPr>
          <a:xfrm>
            <a:off x="0" y="2196370"/>
            <a:ext cx="9144000" cy="2947130"/>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400" noProof="0">
              <a:solidFill>
                <a:schemeClr val="tx1"/>
              </a:solidFill>
              <a:latin typeface="BISansOpti"/>
            </a:endParaRPr>
          </a:p>
        </p:txBody>
      </p:sp>
      <p:cxnSp>
        <p:nvCxnSpPr>
          <p:cNvPr id="5" name="Gerade Verbindung 4"/>
          <p:cNvCxnSpPr/>
          <p:nvPr userDrawn="1"/>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3" name="Datumsplatzhalter 2"/>
          <p:cNvSpPr>
            <a:spLocks noGrp="1"/>
          </p:cNvSpPr>
          <p:nvPr>
            <p:ph type="dt" sz="half" idx="10"/>
          </p:nvPr>
        </p:nvSpPr>
        <p:spPr/>
        <p:txBody>
          <a:bodyPr/>
          <a:lstStyle/>
          <a:p>
            <a:fld id="{3A4F5901-183E-4A00-9284-9EF186007567}" type="datetime1">
              <a:rPr lang="en-GB" smtClean="0"/>
              <a:t>25/04/2024</a:t>
            </a:fld>
            <a:endParaRPr lang="en-GB"/>
          </a:p>
        </p:txBody>
      </p:sp>
      <p:sp>
        <p:nvSpPr>
          <p:cNvPr id="4" name="Fußzeilenplatzhalter 3"/>
          <p:cNvSpPr>
            <a:spLocks noGrp="1"/>
          </p:cNvSpPr>
          <p:nvPr>
            <p:ph type="ftr" sz="quarter" idx="11"/>
          </p:nvPr>
        </p:nvSpPr>
        <p:spPr/>
        <p:txBody>
          <a:bodyPr/>
          <a:lstStyle/>
          <a:p>
            <a:r>
              <a:rPr lang="en-GB"/>
              <a:t>Presentation title, date, author</a:t>
            </a:r>
          </a:p>
        </p:txBody>
      </p:sp>
      <p:sp>
        <p:nvSpPr>
          <p:cNvPr id="6" name="Foliennummernplatzhalter 5"/>
          <p:cNvSpPr>
            <a:spLocks noGrp="1"/>
          </p:cNvSpPr>
          <p:nvPr>
            <p:ph type="sldNum" sz="quarter" idx="12"/>
          </p:nvPr>
        </p:nvSpPr>
        <p:spPr/>
        <p:txBody>
          <a:bodyPr/>
          <a:lstStyle/>
          <a:p>
            <a:fld id="{143B55C4-4F5A-416B-997D-6CE47EB0A945}" type="slidenum">
              <a:rPr lang="en-GB" smtClean="0"/>
              <a:t>‹#›</a:t>
            </a:fld>
            <a:endParaRPr lang="en-GB"/>
          </a:p>
        </p:txBody>
      </p:sp>
      <p:sp>
        <p:nvSpPr>
          <p:cNvPr id="10" name="Rechteck 12"/>
          <p:cNvSpPr/>
          <p:nvPr userDrawn="1"/>
        </p:nvSpPr>
        <p:spPr>
          <a:xfrm>
            <a:off x="2" y="735013"/>
            <a:ext cx="3672981" cy="3960812"/>
          </a:xfrm>
          <a:custGeom>
            <a:avLst/>
            <a:gdLst/>
            <a:ahLst/>
            <a:cxnLst/>
            <a:rect l="l" t="t" r="r" b="b"/>
            <a:pathLst>
              <a:path w="3672981" h="3960812">
                <a:moveTo>
                  <a:pt x="0" y="0"/>
                </a:moveTo>
                <a:lnTo>
                  <a:pt x="3361658" y="0"/>
                </a:lnTo>
                <a:lnTo>
                  <a:pt x="3412473" y="127738"/>
                </a:lnTo>
                <a:cubicBezTo>
                  <a:pt x="3581102" y="597230"/>
                  <a:pt x="3672981" y="1103310"/>
                  <a:pt x="3672981" y="1630850"/>
                </a:cubicBezTo>
                <a:cubicBezTo>
                  <a:pt x="3672981" y="2378998"/>
                  <a:pt x="3488190" y="3083985"/>
                  <a:pt x="3161761" y="3702659"/>
                </a:cubicBezTo>
                <a:lnTo>
                  <a:pt x="3012298" y="3960812"/>
                </a:lnTo>
                <a:lnTo>
                  <a:pt x="0" y="3960812"/>
                </a:lnTo>
                <a:close/>
              </a:path>
            </a:pathLst>
          </a:custGeom>
          <a:solidFill>
            <a:schemeClr val="accent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de-DE" sz="1400" err="1">
              <a:solidFill>
                <a:schemeClr val="tx1"/>
              </a:solidFill>
              <a:latin typeface="BISansOpti"/>
            </a:endParaRPr>
          </a:p>
        </p:txBody>
      </p:sp>
      <p:sp>
        <p:nvSpPr>
          <p:cNvPr id="11" name="Bildplatzhalter 20"/>
          <p:cNvSpPr>
            <a:spLocks noGrp="1"/>
          </p:cNvSpPr>
          <p:nvPr>
            <p:ph type="pic" sz="quarter" idx="13"/>
          </p:nvPr>
        </p:nvSpPr>
        <p:spPr>
          <a:xfrm>
            <a:off x="-2" y="731224"/>
            <a:ext cx="3579143" cy="3963175"/>
          </a:xfrm>
          <a:custGeom>
            <a:avLst/>
            <a:gdLst>
              <a:gd name="connsiteX0" fmla="*/ 0 w 3582000"/>
              <a:gd name="connsiteY0" fmla="*/ 0 h 3960000"/>
              <a:gd name="connsiteX1" fmla="*/ 1791000 w 3582000"/>
              <a:gd name="connsiteY1" fmla="*/ 0 h 3960000"/>
              <a:gd name="connsiteX2" fmla="*/ 3582000 w 3582000"/>
              <a:gd name="connsiteY2" fmla="*/ 1980000 h 3960000"/>
              <a:gd name="connsiteX3" fmla="*/ 1791000 w 3582000"/>
              <a:gd name="connsiteY3" fmla="*/ 3960000 h 3960000"/>
              <a:gd name="connsiteX4" fmla="*/ 0 w 3582000"/>
              <a:gd name="connsiteY4" fmla="*/ 3960000 h 3960000"/>
              <a:gd name="connsiteX5" fmla="*/ 0 w 3582000"/>
              <a:gd name="connsiteY5" fmla="*/ 0 h 3960000"/>
              <a:gd name="connsiteX0-1" fmla="*/ 0 w 3669107"/>
              <a:gd name="connsiteY0-2" fmla="*/ 0 h 3960000"/>
              <a:gd name="connsiteX1-3" fmla="*/ 1791000 w 3669107"/>
              <a:gd name="connsiteY1-4" fmla="*/ 0 h 3960000"/>
              <a:gd name="connsiteX2-5" fmla="*/ 3225219 w 3669107"/>
              <a:gd name="connsiteY2-6" fmla="*/ 807894 h 3960000"/>
              <a:gd name="connsiteX3-7" fmla="*/ 3582000 w 3669107"/>
              <a:gd name="connsiteY3-8" fmla="*/ 1980000 h 3960000"/>
              <a:gd name="connsiteX4-9" fmla="*/ 1791000 w 3669107"/>
              <a:gd name="connsiteY4-10" fmla="*/ 3960000 h 3960000"/>
              <a:gd name="connsiteX5-11" fmla="*/ 0 w 3669107"/>
              <a:gd name="connsiteY5-12" fmla="*/ 3960000 h 3960000"/>
              <a:gd name="connsiteX6" fmla="*/ 0 w 3669107"/>
              <a:gd name="connsiteY6" fmla="*/ 0 h 3960000"/>
              <a:gd name="connsiteX0-13" fmla="*/ 0 w 3597300"/>
              <a:gd name="connsiteY0-14" fmla="*/ 0 h 3960000"/>
              <a:gd name="connsiteX1-15" fmla="*/ 1791000 w 3597300"/>
              <a:gd name="connsiteY1-16" fmla="*/ 0 h 3960000"/>
              <a:gd name="connsiteX2-17" fmla="*/ 3225219 w 3597300"/>
              <a:gd name="connsiteY2-18" fmla="*/ 807894 h 3960000"/>
              <a:gd name="connsiteX3-19" fmla="*/ 3582000 w 3597300"/>
              <a:gd name="connsiteY3-20" fmla="*/ 1980000 h 3960000"/>
              <a:gd name="connsiteX4-21" fmla="*/ 2862382 w 3597300"/>
              <a:gd name="connsiteY4-22" fmla="*/ 3307821 h 3960000"/>
              <a:gd name="connsiteX5-23" fmla="*/ 1791000 w 3597300"/>
              <a:gd name="connsiteY5-24" fmla="*/ 3960000 h 3960000"/>
              <a:gd name="connsiteX6-25" fmla="*/ 0 w 3597300"/>
              <a:gd name="connsiteY6-26" fmla="*/ 3960000 h 3960000"/>
              <a:gd name="connsiteX7" fmla="*/ 0 w 3597300"/>
              <a:gd name="connsiteY7" fmla="*/ 0 h 3960000"/>
              <a:gd name="connsiteX0-27" fmla="*/ 0 w 3597300"/>
              <a:gd name="connsiteY0-28" fmla="*/ 0 h 3960000"/>
              <a:gd name="connsiteX1-29" fmla="*/ 3261025 w 3597300"/>
              <a:gd name="connsiteY1-30" fmla="*/ 3175 h 3960000"/>
              <a:gd name="connsiteX2-31" fmla="*/ 3225219 w 3597300"/>
              <a:gd name="connsiteY2-32" fmla="*/ 807894 h 3960000"/>
              <a:gd name="connsiteX3-33" fmla="*/ 3582000 w 3597300"/>
              <a:gd name="connsiteY3-34" fmla="*/ 1980000 h 3960000"/>
              <a:gd name="connsiteX4-35" fmla="*/ 2862382 w 3597300"/>
              <a:gd name="connsiteY4-36" fmla="*/ 3307821 h 3960000"/>
              <a:gd name="connsiteX5-37" fmla="*/ 1791000 w 3597300"/>
              <a:gd name="connsiteY5-38" fmla="*/ 3960000 h 3960000"/>
              <a:gd name="connsiteX6-39" fmla="*/ 0 w 3597300"/>
              <a:gd name="connsiteY6-40" fmla="*/ 3960000 h 3960000"/>
              <a:gd name="connsiteX7-41" fmla="*/ 0 w 3597300"/>
              <a:gd name="connsiteY7-42" fmla="*/ 0 h 3960000"/>
              <a:gd name="connsiteX0-43" fmla="*/ 0 w 3597300"/>
              <a:gd name="connsiteY0-44" fmla="*/ 0 h 3960000"/>
              <a:gd name="connsiteX1-45" fmla="*/ 3019725 w 3597300"/>
              <a:gd name="connsiteY1-46" fmla="*/ 282575 h 3960000"/>
              <a:gd name="connsiteX2-47" fmla="*/ 3225219 w 3597300"/>
              <a:gd name="connsiteY2-48" fmla="*/ 807894 h 3960000"/>
              <a:gd name="connsiteX3-49" fmla="*/ 3582000 w 3597300"/>
              <a:gd name="connsiteY3-50" fmla="*/ 1980000 h 3960000"/>
              <a:gd name="connsiteX4-51" fmla="*/ 2862382 w 3597300"/>
              <a:gd name="connsiteY4-52" fmla="*/ 3307821 h 3960000"/>
              <a:gd name="connsiteX5-53" fmla="*/ 1791000 w 3597300"/>
              <a:gd name="connsiteY5-54" fmla="*/ 3960000 h 3960000"/>
              <a:gd name="connsiteX6-55" fmla="*/ 0 w 3597300"/>
              <a:gd name="connsiteY6-56" fmla="*/ 3960000 h 3960000"/>
              <a:gd name="connsiteX7-57" fmla="*/ 0 w 3597300"/>
              <a:gd name="connsiteY7-58" fmla="*/ 0 h 3960000"/>
              <a:gd name="connsiteX0-59" fmla="*/ 0 w 3597300"/>
              <a:gd name="connsiteY0-60" fmla="*/ 3175 h 3963175"/>
              <a:gd name="connsiteX1-61" fmla="*/ 3264200 w 3597300"/>
              <a:gd name="connsiteY1-62" fmla="*/ 0 h 3963175"/>
              <a:gd name="connsiteX2-63" fmla="*/ 3225219 w 3597300"/>
              <a:gd name="connsiteY2-64" fmla="*/ 811069 h 3963175"/>
              <a:gd name="connsiteX3-65" fmla="*/ 3582000 w 3597300"/>
              <a:gd name="connsiteY3-66" fmla="*/ 1983175 h 3963175"/>
              <a:gd name="connsiteX4-67" fmla="*/ 2862382 w 3597300"/>
              <a:gd name="connsiteY4-68" fmla="*/ 3310996 h 3963175"/>
              <a:gd name="connsiteX5-69" fmla="*/ 1791000 w 3597300"/>
              <a:gd name="connsiteY5-70" fmla="*/ 3963175 h 3963175"/>
              <a:gd name="connsiteX6-71" fmla="*/ 0 w 3597300"/>
              <a:gd name="connsiteY6-72" fmla="*/ 3963175 h 3963175"/>
              <a:gd name="connsiteX7-73" fmla="*/ 0 w 3597300"/>
              <a:gd name="connsiteY7-74" fmla="*/ 3175 h 3963175"/>
              <a:gd name="connsiteX0-75" fmla="*/ 0 w 3597300"/>
              <a:gd name="connsiteY0-76" fmla="*/ 3175 h 3963175"/>
              <a:gd name="connsiteX1-77" fmla="*/ 3264200 w 3597300"/>
              <a:gd name="connsiteY1-78" fmla="*/ 0 h 3963175"/>
              <a:gd name="connsiteX2-79" fmla="*/ 3225219 w 3597300"/>
              <a:gd name="connsiteY2-80" fmla="*/ 811069 h 3963175"/>
              <a:gd name="connsiteX3-81" fmla="*/ 3582000 w 3597300"/>
              <a:gd name="connsiteY3-82" fmla="*/ 1983175 h 3963175"/>
              <a:gd name="connsiteX4-83" fmla="*/ 2862382 w 3597300"/>
              <a:gd name="connsiteY4-84" fmla="*/ 3310996 h 3963175"/>
              <a:gd name="connsiteX5-85" fmla="*/ 1791000 w 3597300"/>
              <a:gd name="connsiteY5-86" fmla="*/ 3963175 h 3963175"/>
              <a:gd name="connsiteX6-87" fmla="*/ 0 w 3597300"/>
              <a:gd name="connsiteY6-88" fmla="*/ 3963175 h 3963175"/>
              <a:gd name="connsiteX7-89" fmla="*/ 0 w 3597300"/>
              <a:gd name="connsiteY7-90" fmla="*/ 3175 h 3963175"/>
              <a:gd name="connsiteX0-91" fmla="*/ 0 w 3616616"/>
              <a:gd name="connsiteY0-92" fmla="*/ 21630 h 3981630"/>
              <a:gd name="connsiteX1-93" fmla="*/ 3264200 w 3616616"/>
              <a:gd name="connsiteY1-94" fmla="*/ 18455 h 3981630"/>
              <a:gd name="connsiteX2-95" fmla="*/ 3323644 w 3616616"/>
              <a:gd name="connsiteY2-96" fmla="*/ 184999 h 3981630"/>
              <a:gd name="connsiteX3-97" fmla="*/ 3582000 w 3616616"/>
              <a:gd name="connsiteY3-98" fmla="*/ 2001630 h 3981630"/>
              <a:gd name="connsiteX4-99" fmla="*/ 2862382 w 3616616"/>
              <a:gd name="connsiteY4-100" fmla="*/ 3329451 h 3981630"/>
              <a:gd name="connsiteX5-101" fmla="*/ 1791000 w 3616616"/>
              <a:gd name="connsiteY5-102" fmla="*/ 3981630 h 3981630"/>
              <a:gd name="connsiteX6-103" fmla="*/ 0 w 3616616"/>
              <a:gd name="connsiteY6-104" fmla="*/ 3981630 h 3981630"/>
              <a:gd name="connsiteX7-105" fmla="*/ 0 w 3616616"/>
              <a:gd name="connsiteY7-106" fmla="*/ 21630 h 3981630"/>
              <a:gd name="connsiteX0-107" fmla="*/ 0 w 3616616"/>
              <a:gd name="connsiteY0-108" fmla="*/ 3175 h 3963175"/>
              <a:gd name="connsiteX1-109" fmla="*/ 3264200 w 3616616"/>
              <a:gd name="connsiteY1-110" fmla="*/ 0 h 3963175"/>
              <a:gd name="connsiteX2-111" fmla="*/ 3323644 w 3616616"/>
              <a:gd name="connsiteY2-112" fmla="*/ 166544 h 3963175"/>
              <a:gd name="connsiteX3-113" fmla="*/ 3582000 w 3616616"/>
              <a:gd name="connsiteY3-114" fmla="*/ 1983175 h 3963175"/>
              <a:gd name="connsiteX4-115" fmla="*/ 2862382 w 3616616"/>
              <a:gd name="connsiteY4-116" fmla="*/ 3310996 h 3963175"/>
              <a:gd name="connsiteX5-117" fmla="*/ 1791000 w 3616616"/>
              <a:gd name="connsiteY5-118" fmla="*/ 3963175 h 3963175"/>
              <a:gd name="connsiteX6-119" fmla="*/ 0 w 3616616"/>
              <a:gd name="connsiteY6-120" fmla="*/ 3963175 h 3963175"/>
              <a:gd name="connsiteX7-121" fmla="*/ 0 w 3616616"/>
              <a:gd name="connsiteY7-122" fmla="*/ 3175 h 3963175"/>
              <a:gd name="connsiteX0-123" fmla="*/ 0 w 3601265"/>
              <a:gd name="connsiteY0-124" fmla="*/ 3175 h 3963175"/>
              <a:gd name="connsiteX1-125" fmla="*/ 3264200 w 3601265"/>
              <a:gd name="connsiteY1-126" fmla="*/ 0 h 3963175"/>
              <a:gd name="connsiteX2-127" fmla="*/ 3323644 w 3601265"/>
              <a:gd name="connsiteY2-128" fmla="*/ 166544 h 3963175"/>
              <a:gd name="connsiteX3-129" fmla="*/ 3582000 w 3601265"/>
              <a:gd name="connsiteY3-130" fmla="*/ 1983175 h 3963175"/>
              <a:gd name="connsiteX4-131" fmla="*/ 2862382 w 3601265"/>
              <a:gd name="connsiteY4-132" fmla="*/ 3310996 h 3963175"/>
              <a:gd name="connsiteX5-133" fmla="*/ 1791000 w 3601265"/>
              <a:gd name="connsiteY5-134" fmla="*/ 3963175 h 3963175"/>
              <a:gd name="connsiteX6-135" fmla="*/ 0 w 3601265"/>
              <a:gd name="connsiteY6-136" fmla="*/ 3963175 h 3963175"/>
              <a:gd name="connsiteX7-137" fmla="*/ 0 w 3601265"/>
              <a:gd name="connsiteY7-138" fmla="*/ 3175 h 3963175"/>
              <a:gd name="connsiteX0-139" fmla="*/ 0 w 3364734"/>
              <a:gd name="connsiteY0-140" fmla="*/ 3175 h 3963175"/>
              <a:gd name="connsiteX1-141" fmla="*/ 3264200 w 3364734"/>
              <a:gd name="connsiteY1-142" fmla="*/ 0 h 3963175"/>
              <a:gd name="connsiteX2-143" fmla="*/ 3323644 w 3364734"/>
              <a:gd name="connsiteY2-144" fmla="*/ 166544 h 3963175"/>
              <a:gd name="connsiteX3-145" fmla="*/ 3016850 w 3364734"/>
              <a:gd name="connsiteY3-146" fmla="*/ 1614875 h 3963175"/>
              <a:gd name="connsiteX4-147" fmla="*/ 2862382 w 3364734"/>
              <a:gd name="connsiteY4-148" fmla="*/ 3310996 h 3963175"/>
              <a:gd name="connsiteX5-149" fmla="*/ 1791000 w 3364734"/>
              <a:gd name="connsiteY5-150" fmla="*/ 3963175 h 3963175"/>
              <a:gd name="connsiteX6-151" fmla="*/ 0 w 3364734"/>
              <a:gd name="connsiteY6-152" fmla="*/ 3963175 h 3963175"/>
              <a:gd name="connsiteX7-153" fmla="*/ 0 w 3364734"/>
              <a:gd name="connsiteY7-154" fmla="*/ 3175 h 3963175"/>
              <a:gd name="connsiteX0-155" fmla="*/ 0 w 3598344"/>
              <a:gd name="connsiteY0-156" fmla="*/ 3175 h 3963175"/>
              <a:gd name="connsiteX1-157" fmla="*/ 3264200 w 3598344"/>
              <a:gd name="connsiteY1-158" fmla="*/ 0 h 3963175"/>
              <a:gd name="connsiteX2-159" fmla="*/ 3323644 w 3598344"/>
              <a:gd name="connsiteY2-160" fmla="*/ 166544 h 3963175"/>
              <a:gd name="connsiteX3-161" fmla="*/ 3578825 w 3598344"/>
              <a:gd name="connsiteY3-162" fmla="*/ 1640275 h 3963175"/>
              <a:gd name="connsiteX4-163" fmla="*/ 2862382 w 3598344"/>
              <a:gd name="connsiteY4-164" fmla="*/ 3310996 h 3963175"/>
              <a:gd name="connsiteX5-165" fmla="*/ 1791000 w 3598344"/>
              <a:gd name="connsiteY5-166" fmla="*/ 3963175 h 3963175"/>
              <a:gd name="connsiteX6-167" fmla="*/ 0 w 3598344"/>
              <a:gd name="connsiteY6-168" fmla="*/ 3963175 h 3963175"/>
              <a:gd name="connsiteX7-169" fmla="*/ 0 w 3598344"/>
              <a:gd name="connsiteY7-170" fmla="*/ 3175 h 3963175"/>
              <a:gd name="connsiteX0-171" fmla="*/ 0 w 3612056"/>
              <a:gd name="connsiteY0-172" fmla="*/ 3175 h 3963175"/>
              <a:gd name="connsiteX1-173" fmla="*/ 3264200 w 3612056"/>
              <a:gd name="connsiteY1-174" fmla="*/ 0 h 3963175"/>
              <a:gd name="connsiteX2-175" fmla="*/ 3323644 w 3612056"/>
              <a:gd name="connsiteY2-176" fmla="*/ 166544 h 3963175"/>
              <a:gd name="connsiteX3-177" fmla="*/ 3578825 w 3612056"/>
              <a:gd name="connsiteY3-178" fmla="*/ 1640275 h 3963175"/>
              <a:gd name="connsiteX4-179" fmla="*/ 2862382 w 3612056"/>
              <a:gd name="connsiteY4-180" fmla="*/ 3310996 h 3963175"/>
              <a:gd name="connsiteX5-181" fmla="*/ 1791000 w 3612056"/>
              <a:gd name="connsiteY5-182" fmla="*/ 3963175 h 3963175"/>
              <a:gd name="connsiteX6-183" fmla="*/ 0 w 3612056"/>
              <a:gd name="connsiteY6-184" fmla="*/ 3963175 h 3963175"/>
              <a:gd name="connsiteX7-185" fmla="*/ 0 w 3612056"/>
              <a:gd name="connsiteY7-186" fmla="*/ 3175 h 3963175"/>
              <a:gd name="connsiteX0-187" fmla="*/ 0 w 3635528"/>
              <a:gd name="connsiteY0-188" fmla="*/ 3175 h 3963175"/>
              <a:gd name="connsiteX1-189" fmla="*/ 3264200 w 3635528"/>
              <a:gd name="connsiteY1-190" fmla="*/ 0 h 3963175"/>
              <a:gd name="connsiteX2-191" fmla="*/ 3323644 w 3635528"/>
              <a:gd name="connsiteY2-192" fmla="*/ 166544 h 3963175"/>
              <a:gd name="connsiteX3-193" fmla="*/ 3578825 w 3635528"/>
              <a:gd name="connsiteY3-194" fmla="*/ 1640275 h 3963175"/>
              <a:gd name="connsiteX4-195" fmla="*/ 2862382 w 3635528"/>
              <a:gd name="connsiteY4-196" fmla="*/ 3310996 h 3963175"/>
              <a:gd name="connsiteX5-197" fmla="*/ 1791000 w 3635528"/>
              <a:gd name="connsiteY5-198" fmla="*/ 3963175 h 3963175"/>
              <a:gd name="connsiteX6-199" fmla="*/ 0 w 3635528"/>
              <a:gd name="connsiteY6-200" fmla="*/ 3963175 h 3963175"/>
              <a:gd name="connsiteX7-201" fmla="*/ 0 w 3635528"/>
              <a:gd name="connsiteY7-202" fmla="*/ 3175 h 3963175"/>
              <a:gd name="connsiteX0-203" fmla="*/ 0 w 3578828"/>
              <a:gd name="connsiteY0-204" fmla="*/ 3175 h 3963175"/>
              <a:gd name="connsiteX1-205" fmla="*/ 3264200 w 3578828"/>
              <a:gd name="connsiteY1-206" fmla="*/ 0 h 3963175"/>
              <a:gd name="connsiteX2-207" fmla="*/ 3323644 w 3578828"/>
              <a:gd name="connsiteY2-208" fmla="*/ 166544 h 3963175"/>
              <a:gd name="connsiteX3-209" fmla="*/ 3578825 w 3578828"/>
              <a:gd name="connsiteY3-210" fmla="*/ 1640275 h 3963175"/>
              <a:gd name="connsiteX4-211" fmla="*/ 2862382 w 3578828"/>
              <a:gd name="connsiteY4-212" fmla="*/ 3310996 h 3963175"/>
              <a:gd name="connsiteX5-213" fmla="*/ 1791000 w 3578828"/>
              <a:gd name="connsiteY5-214" fmla="*/ 3963175 h 3963175"/>
              <a:gd name="connsiteX6-215" fmla="*/ 0 w 3578828"/>
              <a:gd name="connsiteY6-216" fmla="*/ 3963175 h 3963175"/>
              <a:gd name="connsiteX7-217" fmla="*/ 0 w 3578828"/>
              <a:gd name="connsiteY7-218" fmla="*/ 3175 h 3963175"/>
              <a:gd name="connsiteX0-219" fmla="*/ 0 w 3578942"/>
              <a:gd name="connsiteY0-220" fmla="*/ 3175 h 3963175"/>
              <a:gd name="connsiteX1-221" fmla="*/ 3264200 w 3578942"/>
              <a:gd name="connsiteY1-222" fmla="*/ 0 h 3963175"/>
              <a:gd name="connsiteX2-223" fmla="*/ 3323644 w 3578942"/>
              <a:gd name="connsiteY2-224" fmla="*/ 166544 h 3963175"/>
              <a:gd name="connsiteX3-225" fmla="*/ 3578825 w 3578942"/>
              <a:gd name="connsiteY3-226" fmla="*/ 1640275 h 3963175"/>
              <a:gd name="connsiteX4-227" fmla="*/ 2862382 w 3578942"/>
              <a:gd name="connsiteY4-228" fmla="*/ 3310996 h 3963175"/>
              <a:gd name="connsiteX5-229" fmla="*/ 1791000 w 3578942"/>
              <a:gd name="connsiteY5-230" fmla="*/ 3963175 h 3963175"/>
              <a:gd name="connsiteX6-231" fmla="*/ 0 w 3578942"/>
              <a:gd name="connsiteY6-232" fmla="*/ 3963175 h 3963175"/>
              <a:gd name="connsiteX7-233" fmla="*/ 0 w 3578942"/>
              <a:gd name="connsiteY7-234" fmla="*/ 3175 h 3963175"/>
              <a:gd name="connsiteX0-235" fmla="*/ 0 w 3578942"/>
              <a:gd name="connsiteY0-236" fmla="*/ 3175 h 3963175"/>
              <a:gd name="connsiteX1-237" fmla="*/ 3264200 w 3578942"/>
              <a:gd name="connsiteY1-238" fmla="*/ 0 h 3963175"/>
              <a:gd name="connsiteX2-239" fmla="*/ 3323644 w 3578942"/>
              <a:gd name="connsiteY2-240" fmla="*/ 166544 h 3963175"/>
              <a:gd name="connsiteX3-241" fmla="*/ 3578825 w 3578942"/>
              <a:gd name="connsiteY3-242" fmla="*/ 1640275 h 3963175"/>
              <a:gd name="connsiteX4-243" fmla="*/ 2862382 w 3578942"/>
              <a:gd name="connsiteY4-244" fmla="*/ 3310996 h 3963175"/>
              <a:gd name="connsiteX5-245" fmla="*/ 1791000 w 3578942"/>
              <a:gd name="connsiteY5-246" fmla="*/ 3963175 h 3963175"/>
              <a:gd name="connsiteX6-247" fmla="*/ 0 w 3578942"/>
              <a:gd name="connsiteY6-248" fmla="*/ 3963175 h 3963175"/>
              <a:gd name="connsiteX7-249" fmla="*/ 0 w 3578942"/>
              <a:gd name="connsiteY7-250" fmla="*/ 3175 h 3963175"/>
              <a:gd name="connsiteX0-251" fmla="*/ 0 w 3590408"/>
              <a:gd name="connsiteY0-252" fmla="*/ 3175 h 3974831"/>
              <a:gd name="connsiteX1-253" fmla="*/ 3264200 w 3590408"/>
              <a:gd name="connsiteY1-254" fmla="*/ 0 h 3974831"/>
              <a:gd name="connsiteX2-255" fmla="*/ 3323644 w 3590408"/>
              <a:gd name="connsiteY2-256" fmla="*/ 166544 h 3974831"/>
              <a:gd name="connsiteX3-257" fmla="*/ 3578825 w 3590408"/>
              <a:gd name="connsiteY3-258" fmla="*/ 1640275 h 3974831"/>
              <a:gd name="connsiteX4-259" fmla="*/ 3002082 w 3590408"/>
              <a:gd name="connsiteY4-260" fmla="*/ 3809471 h 3974831"/>
              <a:gd name="connsiteX5-261" fmla="*/ 1791000 w 3590408"/>
              <a:gd name="connsiteY5-262" fmla="*/ 3963175 h 3974831"/>
              <a:gd name="connsiteX6-263" fmla="*/ 0 w 3590408"/>
              <a:gd name="connsiteY6-264" fmla="*/ 3963175 h 3974831"/>
              <a:gd name="connsiteX7-265" fmla="*/ 0 w 3590408"/>
              <a:gd name="connsiteY7-266" fmla="*/ 3175 h 3974831"/>
              <a:gd name="connsiteX0-267" fmla="*/ 0 w 3590408"/>
              <a:gd name="connsiteY0-268" fmla="*/ 3175 h 3974831"/>
              <a:gd name="connsiteX1-269" fmla="*/ 3264200 w 3590408"/>
              <a:gd name="connsiteY1-270" fmla="*/ 0 h 3974831"/>
              <a:gd name="connsiteX2-271" fmla="*/ 3323644 w 3590408"/>
              <a:gd name="connsiteY2-272" fmla="*/ 166544 h 3974831"/>
              <a:gd name="connsiteX3-273" fmla="*/ 3578825 w 3590408"/>
              <a:gd name="connsiteY3-274" fmla="*/ 1640275 h 3974831"/>
              <a:gd name="connsiteX4-275" fmla="*/ 3002082 w 3590408"/>
              <a:gd name="connsiteY4-276" fmla="*/ 3809471 h 3974831"/>
              <a:gd name="connsiteX5-277" fmla="*/ 1791000 w 3590408"/>
              <a:gd name="connsiteY5-278" fmla="*/ 3963175 h 3974831"/>
              <a:gd name="connsiteX6-279" fmla="*/ 0 w 3590408"/>
              <a:gd name="connsiteY6-280" fmla="*/ 3963175 h 3974831"/>
              <a:gd name="connsiteX7-281" fmla="*/ 0 w 3590408"/>
              <a:gd name="connsiteY7-282" fmla="*/ 3175 h 3974831"/>
              <a:gd name="connsiteX0-283" fmla="*/ 0 w 3590408"/>
              <a:gd name="connsiteY0-284" fmla="*/ 3175 h 3975950"/>
              <a:gd name="connsiteX1-285" fmla="*/ 3264200 w 3590408"/>
              <a:gd name="connsiteY1-286" fmla="*/ 0 h 3975950"/>
              <a:gd name="connsiteX2-287" fmla="*/ 3323644 w 3590408"/>
              <a:gd name="connsiteY2-288" fmla="*/ 166544 h 3975950"/>
              <a:gd name="connsiteX3-289" fmla="*/ 3578825 w 3590408"/>
              <a:gd name="connsiteY3-290" fmla="*/ 1640275 h 3975950"/>
              <a:gd name="connsiteX4-291" fmla="*/ 3002082 w 3590408"/>
              <a:gd name="connsiteY4-292" fmla="*/ 3809471 h 3975950"/>
              <a:gd name="connsiteX5-293" fmla="*/ 2908600 w 3590408"/>
              <a:gd name="connsiteY5-294" fmla="*/ 3966350 h 3975950"/>
              <a:gd name="connsiteX6-295" fmla="*/ 0 w 3590408"/>
              <a:gd name="connsiteY6-296" fmla="*/ 3963175 h 3975950"/>
              <a:gd name="connsiteX7-297" fmla="*/ 0 w 3590408"/>
              <a:gd name="connsiteY7-298" fmla="*/ 3175 h 3975950"/>
              <a:gd name="connsiteX0-299" fmla="*/ 0 w 3590408"/>
              <a:gd name="connsiteY0-300" fmla="*/ 3175 h 3966350"/>
              <a:gd name="connsiteX1-301" fmla="*/ 3264200 w 3590408"/>
              <a:gd name="connsiteY1-302" fmla="*/ 0 h 3966350"/>
              <a:gd name="connsiteX2-303" fmla="*/ 3323644 w 3590408"/>
              <a:gd name="connsiteY2-304" fmla="*/ 166544 h 3966350"/>
              <a:gd name="connsiteX3-305" fmla="*/ 3578825 w 3590408"/>
              <a:gd name="connsiteY3-306" fmla="*/ 1640275 h 3966350"/>
              <a:gd name="connsiteX4-307" fmla="*/ 3002082 w 3590408"/>
              <a:gd name="connsiteY4-308" fmla="*/ 3809471 h 3966350"/>
              <a:gd name="connsiteX5-309" fmla="*/ 2908600 w 3590408"/>
              <a:gd name="connsiteY5-310" fmla="*/ 3966350 h 3966350"/>
              <a:gd name="connsiteX6-311" fmla="*/ 0 w 3590408"/>
              <a:gd name="connsiteY6-312" fmla="*/ 3963175 h 3966350"/>
              <a:gd name="connsiteX7-313" fmla="*/ 0 w 3590408"/>
              <a:gd name="connsiteY7-314" fmla="*/ 3175 h 3966350"/>
              <a:gd name="connsiteX0-315" fmla="*/ 0 w 3590408"/>
              <a:gd name="connsiteY0-316" fmla="*/ 3175 h 3966350"/>
              <a:gd name="connsiteX1-317" fmla="*/ 3264200 w 3590408"/>
              <a:gd name="connsiteY1-318" fmla="*/ 0 h 3966350"/>
              <a:gd name="connsiteX2-319" fmla="*/ 3323644 w 3590408"/>
              <a:gd name="connsiteY2-320" fmla="*/ 166544 h 3966350"/>
              <a:gd name="connsiteX3-321" fmla="*/ 3578825 w 3590408"/>
              <a:gd name="connsiteY3-322" fmla="*/ 1640275 h 3966350"/>
              <a:gd name="connsiteX4-323" fmla="*/ 3002082 w 3590408"/>
              <a:gd name="connsiteY4-324" fmla="*/ 3809471 h 3966350"/>
              <a:gd name="connsiteX5-325" fmla="*/ 2908600 w 3590408"/>
              <a:gd name="connsiteY5-326" fmla="*/ 3966350 h 3966350"/>
              <a:gd name="connsiteX6-327" fmla="*/ 0 w 3590408"/>
              <a:gd name="connsiteY6-328" fmla="*/ 3963175 h 3966350"/>
              <a:gd name="connsiteX7-329" fmla="*/ 0 w 3590408"/>
              <a:gd name="connsiteY7-330" fmla="*/ 3175 h 3966350"/>
              <a:gd name="connsiteX0-331" fmla="*/ 0 w 3590408"/>
              <a:gd name="connsiteY0-332" fmla="*/ 3175 h 3966350"/>
              <a:gd name="connsiteX1-333" fmla="*/ 3264200 w 3590408"/>
              <a:gd name="connsiteY1-334" fmla="*/ 0 h 3966350"/>
              <a:gd name="connsiteX2-335" fmla="*/ 3323644 w 3590408"/>
              <a:gd name="connsiteY2-336" fmla="*/ 166544 h 3966350"/>
              <a:gd name="connsiteX3-337" fmla="*/ 3578825 w 3590408"/>
              <a:gd name="connsiteY3-338" fmla="*/ 1640275 h 3966350"/>
              <a:gd name="connsiteX4-339" fmla="*/ 3002082 w 3590408"/>
              <a:gd name="connsiteY4-340" fmla="*/ 3809471 h 3966350"/>
              <a:gd name="connsiteX5-341" fmla="*/ 2908600 w 3590408"/>
              <a:gd name="connsiteY5-342" fmla="*/ 3966350 h 3966350"/>
              <a:gd name="connsiteX6-343" fmla="*/ 0 w 3590408"/>
              <a:gd name="connsiteY6-344" fmla="*/ 3963175 h 3966350"/>
              <a:gd name="connsiteX7-345" fmla="*/ 0 w 3590408"/>
              <a:gd name="connsiteY7-346" fmla="*/ 3175 h 3966350"/>
              <a:gd name="connsiteX0-347" fmla="*/ 0 w 3580367"/>
              <a:gd name="connsiteY0-348" fmla="*/ 3175 h 3966350"/>
              <a:gd name="connsiteX1-349" fmla="*/ 3264200 w 3580367"/>
              <a:gd name="connsiteY1-350" fmla="*/ 0 h 3966350"/>
              <a:gd name="connsiteX2-351" fmla="*/ 3323644 w 3580367"/>
              <a:gd name="connsiteY2-352" fmla="*/ 166544 h 3966350"/>
              <a:gd name="connsiteX3-353" fmla="*/ 3578825 w 3580367"/>
              <a:gd name="connsiteY3-354" fmla="*/ 1640275 h 3966350"/>
              <a:gd name="connsiteX4-355" fmla="*/ 3002082 w 3580367"/>
              <a:gd name="connsiteY4-356" fmla="*/ 3809471 h 3966350"/>
              <a:gd name="connsiteX5-357" fmla="*/ 2908600 w 3580367"/>
              <a:gd name="connsiteY5-358" fmla="*/ 3966350 h 3966350"/>
              <a:gd name="connsiteX6-359" fmla="*/ 0 w 3580367"/>
              <a:gd name="connsiteY6-360" fmla="*/ 3963175 h 3966350"/>
              <a:gd name="connsiteX7-361" fmla="*/ 0 w 3580367"/>
              <a:gd name="connsiteY7-362" fmla="*/ 3175 h 3966350"/>
              <a:gd name="connsiteX0-363" fmla="*/ 0 w 3578976"/>
              <a:gd name="connsiteY0-364" fmla="*/ 3175 h 3966350"/>
              <a:gd name="connsiteX1-365" fmla="*/ 3264200 w 3578976"/>
              <a:gd name="connsiteY1-366" fmla="*/ 0 h 3966350"/>
              <a:gd name="connsiteX2-367" fmla="*/ 3323644 w 3578976"/>
              <a:gd name="connsiteY2-368" fmla="*/ 166544 h 3966350"/>
              <a:gd name="connsiteX3-369" fmla="*/ 3578825 w 3578976"/>
              <a:gd name="connsiteY3-370" fmla="*/ 1640275 h 3966350"/>
              <a:gd name="connsiteX4-371" fmla="*/ 3002082 w 3578976"/>
              <a:gd name="connsiteY4-372" fmla="*/ 3809471 h 3966350"/>
              <a:gd name="connsiteX5-373" fmla="*/ 2908600 w 3578976"/>
              <a:gd name="connsiteY5-374" fmla="*/ 3966350 h 3966350"/>
              <a:gd name="connsiteX6-375" fmla="*/ 0 w 3578976"/>
              <a:gd name="connsiteY6-376" fmla="*/ 3963175 h 3966350"/>
              <a:gd name="connsiteX7-377" fmla="*/ 0 w 3578976"/>
              <a:gd name="connsiteY7-378" fmla="*/ 3175 h 3966350"/>
              <a:gd name="connsiteX0-379" fmla="*/ 0 w 3579143"/>
              <a:gd name="connsiteY0-380" fmla="*/ 3175 h 3966350"/>
              <a:gd name="connsiteX1-381" fmla="*/ 3264200 w 3579143"/>
              <a:gd name="connsiteY1-382" fmla="*/ 0 h 3966350"/>
              <a:gd name="connsiteX2-383" fmla="*/ 3323644 w 3579143"/>
              <a:gd name="connsiteY2-384" fmla="*/ 166544 h 3966350"/>
              <a:gd name="connsiteX3-385" fmla="*/ 3578825 w 3579143"/>
              <a:gd name="connsiteY3-386" fmla="*/ 1640275 h 3966350"/>
              <a:gd name="connsiteX4-387" fmla="*/ 3002082 w 3579143"/>
              <a:gd name="connsiteY4-388" fmla="*/ 3809471 h 3966350"/>
              <a:gd name="connsiteX5-389" fmla="*/ 2908600 w 3579143"/>
              <a:gd name="connsiteY5-390" fmla="*/ 3966350 h 3966350"/>
              <a:gd name="connsiteX6-391" fmla="*/ 0 w 3579143"/>
              <a:gd name="connsiteY6-392" fmla="*/ 3963175 h 3966350"/>
              <a:gd name="connsiteX7-393" fmla="*/ 0 w 3579143"/>
              <a:gd name="connsiteY7-394" fmla="*/ 3175 h 3966350"/>
              <a:gd name="connsiteX0-395" fmla="*/ 0 w 3579143"/>
              <a:gd name="connsiteY0-396" fmla="*/ 3175 h 4131450"/>
              <a:gd name="connsiteX1-397" fmla="*/ 3264200 w 3579143"/>
              <a:gd name="connsiteY1-398" fmla="*/ 0 h 4131450"/>
              <a:gd name="connsiteX2-399" fmla="*/ 3323644 w 3579143"/>
              <a:gd name="connsiteY2-400" fmla="*/ 166544 h 4131450"/>
              <a:gd name="connsiteX3-401" fmla="*/ 3578825 w 3579143"/>
              <a:gd name="connsiteY3-402" fmla="*/ 1640275 h 4131450"/>
              <a:gd name="connsiteX4-403" fmla="*/ 3002082 w 3579143"/>
              <a:gd name="connsiteY4-404" fmla="*/ 3809471 h 4131450"/>
              <a:gd name="connsiteX5-405" fmla="*/ 3159425 w 3579143"/>
              <a:gd name="connsiteY5-406" fmla="*/ 4131450 h 4131450"/>
              <a:gd name="connsiteX6-407" fmla="*/ 0 w 3579143"/>
              <a:gd name="connsiteY6-408" fmla="*/ 3963175 h 4131450"/>
              <a:gd name="connsiteX7-409" fmla="*/ 0 w 3579143"/>
              <a:gd name="connsiteY7-410" fmla="*/ 3175 h 4131450"/>
              <a:gd name="connsiteX0-411" fmla="*/ 0 w 3579143"/>
              <a:gd name="connsiteY0-412" fmla="*/ 3175 h 3963175"/>
              <a:gd name="connsiteX1-413" fmla="*/ 3264200 w 3579143"/>
              <a:gd name="connsiteY1-414" fmla="*/ 0 h 3963175"/>
              <a:gd name="connsiteX2-415" fmla="*/ 3323644 w 3579143"/>
              <a:gd name="connsiteY2-416" fmla="*/ 166544 h 3963175"/>
              <a:gd name="connsiteX3-417" fmla="*/ 3578825 w 3579143"/>
              <a:gd name="connsiteY3-418" fmla="*/ 1640275 h 3963175"/>
              <a:gd name="connsiteX4-419" fmla="*/ 3002082 w 3579143"/>
              <a:gd name="connsiteY4-420" fmla="*/ 3809471 h 3963175"/>
              <a:gd name="connsiteX5-421" fmla="*/ 2905425 w 3579143"/>
              <a:gd name="connsiteY5-422" fmla="*/ 3963175 h 3963175"/>
              <a:gd name="connsiteX6-423" fmla="*/ 0 w 3579143"/>
              <a:gd name="connsiteY6-424" fmla="*/ 3963175 h 3963175"/>
              <a:gd name="connsiteX7-425" fmla="*/ 0 w 3579143"/>
              <a:gd name="connsiteY7-426" fmla="*/ 3175 h 3963175"/>
              <a:gd name="connsiteX0-427" fmla="*/ 0 w 3579143"/>
              <a:gd name="connsiteY0-428" fmla="*/ 3175 h 3963175"/>
              <a:gd name="connsiteX1-429" fmla="*/ 3264200 w 3579143"/>
              <a:gd name="connsiteY1-430" fmla="*/ 0 h 3963175"/>
              <a:gd name="connsiteX2-431" fmla="*/ 3323644 w 3579143"/>
              <a:gd name="connsiteY2-432" fmla="*/ 166544 h 3963175"/>
              <a:gd name="connsiteX3-433" fmla="*/ 3578825 w 3579143"/>
              <a:gd name="connsiteY3-434" fmla="*/ 1640275 h 3963175"/>
              <a:gd name="connsiteX4-435" fmla="*/ 3002082 w 3579143"/>
              <a:gd name="connsiteY4-436" fmla="*/ 3809471 h 3963175"/>
              <a:gd name="connsiteX5-437" fmla="*/ 2905425 w 3579143"/>
              <a:gd name="connsiteY5-438" fmla="*/ 3963175 h 3963175"/>
              <a:gd name="connsiteX6-439" fmla="*/ 0 w 3579143"/>
              <a:gd name="connsiteY6-440" fmla="*/ 3963175 h 3963175"/>
              <a:gd name="connsiteX7-441" fmla="*/ 0 w 3579143"/>
              <a:gd name="connsiteY7-442" fmla="*/ 3175 h 3963175"/>
              <a:gd name="connsiteX0-443" fmla="*/ 0 w 3579143"/>
              <a:gd name="connsiteY0-444" fmla="*/ 3175 h 3963175"/>
              <a:gd name="connsiteX1-445" fmla="*/ 3264200 w 3579143"/>
              <a:gd name="connsiteY1-446" fmla="*/ 0 h 3963175"/>
              <a:gd name="connsiteX2-447" fmla="*/ 3323644 w 3579143"/>
              <a:gd name="connsiteY2-448" fmla="*/ 166544 h 3963175"/>
              <a:gd name="connsiteX3-449" fmla="*/ 3578825 w 3579143"/>
              <a:gd name="connsiteY3-450" fmla="*/ 1640275 h 3963175"/>
              <a:gd name="connsiteX4-451" fmla="*/ 3002082 w 3579143"/>
              <a:gd name="connsiteY4-452" fmla="*/ 3809471 h 3963175"/>
              <a:gd name="connsiteX5-453" fmla="*/ 2905425 w 3579143"/>
              <a:gd name="connsiteY5-454" fmla="*/ 3963175 h 3963175"/>
              <a:gd name="connsiteX6-455" fmla="*/ 0 w 3579143"/>
              <a:gd name="connsiteY6-456" fmla="*/ 3963175 h 3963175"/>
              <a:gd name="connsiteX7-457" fmla="*/ 0 w 3579143"/>
              <a:gd name="connsiteY7-458" fmla="*/ 3175 h 3963175"/>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25" y="connsiteY6-26"/>
              </a:cxn>
              <a:cxn ang="0">
                <a:pos x="connsiteX7-41" y="connsiteY7-42"/>
              </a:cxn>
            </a:cxnLst>
            <a:rect l="l" t="t" r="r" b="b"/>
            <a:pathLst>
              <a:path w="3579143" h="3963175">
                <a:moveTo>
                  <a:pt x="0" y="3175"/>
                </a:moveTo>
                <a:lnTo>
                  <a:pt x="3264200" y="0"/>
                </a:lnTo>
                <a:cubicBezTo>
                  <a:pt x="3287387" y="61624"/>
                  <a:pt x="3301369" y="106419"/>
                  <a:pt x="3323644" y="166544"/>
                </a:cubicBezTo>
                <a:cubicBezTo>
                  <a:pt x="3491969" y="623544"/>
                  <a:pt x="3568919" y="877546"/>
                  <a:pt x="3578825" y="1640275"/>
                </a:cubicBezTo>
                <a:cubicBezTo>
                  <a:pt x="3588731" y="2403004"/>
                  <a:pt x="3367257" y="3165146"/>
                  <a:pt x="3002082" y="3809471"/>
                </a:cubicBezTo>
                <a:cubicBezTo>
                  <a:pt x="2973457" y="3863246"/>
                  <a:pt x="3011014" y="3800503"/>
                  <a:pt x="2905425" y="3963175"/>
                </a:cubicBezTo>
                <a:lnTo>
                  <a:pt x="0" y="3963175"/>
                </a:lnTo>
                <a:lnTo>
                  <a:pt x="0" y="3175"/>
                </a:lnTo>
                <a:close/>
              </a:path>
            </a:pathLst>
          </a:custGeom>
          <a:noFill/>
          <a:ln>
            <a:noFill/>
          </a:ln>
        </p:spPr>
        <p:txBody>
          <a:bodyPr lIns="720000" tIns="720000" rIns="720000" bIns="720000">
            <a:normAutofit/>
          </a:bodyPr>
          <a:lstStyle>
            <a:lvl1pPr marL="0" indent="0" algn="ctr">
              <a:buNone/>
              <a:defRPr sz="1400" baseline="0">
                <a:solidFill>
                  <a:schemeClr val="bg1"/>
                </a:solidFill>
              </a:defRPr>
            </a:lvl1pPr>
          </a:lstStyle>
          <a:p>
            <a:r>
              <a:rPr lang="zh-CN" altLang="en-US"/>
              <a:t>单击图标添加图片</a:t>
            </a:r>
            <a:endParaRPr lang="de-DE"/>
          </a:p>
        </p:txBody>
      </p:sp>
      <p:sp>
        <p:nvSpPr>
          <p:cNvPr id="13" name="Inhaltsplatzhalter 11"/>
          <p:cNvSpPr>
            <a:spLocks noGrp="1"/>
          </p:cNvSpPr>
          <p:nvPr>
            <p:ph sz="quarter" idx="14" hasCustomPrompt="1"/>
          </p:nvPr>
        </p:nvSpPr>
        <p:spPr>
          <a:xfrm>
            <a:off x="3848399" y="1198800"/>
            <a:ext cx="4928026" cy="3394800"/>
          </a:xfrm>
        </p:spPr>
        <p:txBody>
          <a:bodyPr/>
          <a:lstStyle>
            <a:lvl1pPr>
              <a:defRPr baseline="0">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en-GB" noProof="0"/>
              <a:t>Click to add text</a:t>
            </a:r>
          </a:p>
        </p:txBody>
      </p:sp>
      <p:sp>
        <p:nvSpPr>
          <p:cNvPr id="12" name="Titel 7"/>
          <p:cNvSpPr>
            <a:spLocks noGrp="1"/>
          </p:cNvSpPr>
          <p:nvPr>
            <p:ph type="title" hasCustomPrompt="1"/>
          </p:nvPr>
        </p:nvSpPr>
        <p:spPr>
          <a:xfrm>
            <a:off x="367575" y="290572"/>
            <a:ext cx="8408850" cy="369332"/>
          </a:xfrm>
        </p:spPr>
        <p:txBody>
          <a:bodyPr/>
          <a:lstStyle/>
          <a:p>
            <a:r>
              <a:rPr lang="en-GB" noProof="0"/>
              <a:t>Click to add headline</a:t>
            </a:r>
          </a:p>
        </p:txBody>
      </p:sp>
      <p:pic>
        <p:nvPicPr>
          <p:cNvPr id="14" name="Grafik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64443" y="4864131"/>
            <a:ext cx="630270" cy="19051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Closing chart english">
    <p:spTree>
      <p:nvGrpSpPr>
        <p:cNvPr id="1" name=""/>
        <p:cNvGrpSpPr/>
        <p:nvPr/>
      </p:nvGrpSpPr>
      <p:grpSpPr>
        <a:xfrm>
          <a:off x="0" y="0"/>
          <a:ext cx="0" cy="0"/>
          <a:chOff x="0" y="0"/>
          <a:chExt cx="0" cy="0"/>
        </a:xfrm>
      </p:grpSpPr>
      <p:sp>
        <p:nvSpPr>
          <p:cNvPr id="34" name="Rechteck 33"/>
          <p:cNvSpPr/>
          <p:nvPr userDrawn="1"/>
        </p:nvSpPr>
        <p:spPr>
          <a:xfrm>
            <a:off x="0" y="2196370"/>
            <a:ext cx="9144000" cy="2947130"/>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400" noProof="0">
              <a:solidFill>
                <a:schemeClr val="tx1"/>
              </a:solidFill>
              <a:latin typeface="BISansOpti"/>
            </a:endParaRPr>
          </a:p>
        </p:txBody>
      </p:sp>
      <p:pic>
        <p:nvPicPr>
          <p:cNvPr id="1026" name="Picture 2"/>
          <p:cNvPicPr>
            <a:picLocks noChangeAspect="1" noChangeArrowheads="1"/>
          </p:cNvPicPr>
          <p:nvPr userDrawn="1"/>
        </p:nvPicPr>
        <p:blipFill rotWithShape="1">
          <a:blip r:embed="rId2" cstate="email"/>
          <a:srcRect l="16231" t="19013" b="13976"/>
          <a:stretch>
            <a:fillRect/>
          </a:stretch>
        </p:blipFill>
        <p:spPr bwMode="auto">
          <a:xfrm>
            <a:off x="0" y="0"/>
            <a:ext cx="6429790" cy="5143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24" name="Gerade Verbindung 23"/>
          <p:cNvCxnSpPr/>
          <p:nvPr userDrawn="1"/>
        </p:nvCxnSpPr>
        <p:spPr>
          <a:xfrm>
            <a:off x="0" y="1869292"/>
            <a:ext cx="9143999" cy="0"/>
          </a:xfrm>
          <a:prstGeom prst="line">
            <a:avLst/>
          </a:prstGeom>
          <a:ln w="12700">
            <a:solidFill>
              <a:srgbClr val="003366"/>
            </a:solidFill>
          </a:ln>
        </p:spPr>
        <p:style>
          <a:lnRef idx="1">
            <a:schemeClr val="accent1"/>
          </a:lnRef>
          <a:fillRef idx="0">
            <a:schemeClr val="accent1"/>
          </a:fillRef>
          <a:effectRef idx="0">
            <a:schemeClr val="accent1"/>
          </a:effectRef>
          <a:fontRef idx="minor">
            <a:schemeClr val="tx1"/>
          </a:fontRef>
        </p:style>
      </p:cxnSp>
      <p:cxnSp>
        <p:nvCxnSpPr>
          <p:cNvPr id="10" name="Gerade Verbindung 9"/>
          <p:cNvCxnSpPr/>
          <p:nvPr userDrawn="1"/>
        </p:nvCxnSpPr>
        <p:spPr>
          <a:xfrm>
            <a:off x="0" y="1869292"/>
            <a:ext cx="9143999" cy="0"/>
          </a:xfrm>
          <a:prstGeom prst="line">
            <a:avLst/>
          </a:prstGeom>
          <a:ln w="12700">
            <a:solidFill>
              <a:srgbClr val="003366"/>
            </a:solidFill>
          </a:ln>
        </p:spPr>
        <p:style>
          <a:lnRef idx="1">
            <a:schemeClr val="accent1"/>
          </a:lnRef>
          <a:fillRef idx="0">
            <a:schemeClr val="accent1"/>
          </a:fillRef>
          <a:effectRef idx="0">
            <a:schemeClr val="accent1"/>
          </a:effectRef>
          <a:fontRef idx="minor">
            <a:schemeClr val="tx1"/>
          </a:fontRef>
        </p:style>
      </p:cxnSp>
      <p:sp>
        <p:nvSpPr>
          <p:cNvPr id="11" name="Textfeld 10"/>
          <p:cNvSpPr txBox="1"/>
          <p:nvPr userDrawn="1"/>
        </p:nvSpPr>
        <p:spPr>
          <a:xfrm>
            <a:off x="367575" y="3985478"/>
            <a:ext cx="4626700" cy="769441"/>
          </a:xfrm>
          <a:prstGeom prst="rect">
            <a:avLst/>
          </a:prstGeom>
          <a:noFill/>
        </p:spPr>
        <p:txBody>
          <a:bodyPr wrap="square" lIns="0" tIns="0" rIns="0" bIns="0" rtlCol="0">
            <a:spAutoFit/>
          </a:bodyPr>
          <a:lstStyle/>
          <a:p>
            <a:pPr algn="just"/>
            <a:r>
              <a:rPr lang="de-DE" sz="1000">
                <a:solidFill>
                  <a:srgbClr val="1F497D"/>
                </a:solidFill>
                <a:latin typeface="BISansOpti"/>
                <a:cs typeface="BISansOpti"/>
              </a:rPr>
              <a:t>© Boehringer Ingelheim International GmbH 2017</a:t>
            </a:r>
          </a:p>
          <a:p>
            <a:pPr algn="just"/>
            <a:r>
              <a:rPr lang="de-DE" sz="1000">
                <a:solidFill>
                  <a:srgbClr val="1F497D"/>
                </a:solidFill>
                <a:latin typeface="BISansOpti"/>
                <a:cs typeface="BISansOpti"/>
              </a:rPr>
              <a:t>This presentation and its contents are property of Boehringer Ingelheim and are, inter alia, protected by copyright law. Complete or partial passing on to third parties as well as copying, reproduction, publication or any other use by third parties is not permitted.</a:t>
            </a:r>
          </a:p>
        </p:txBody>
      </p:sp>
      <p:sp>
        <p:nvSpPr>
          <p:cNvPr id="13" name="Freeform 1"/>
          <p:cNvSpPr>
            <a:spLocks noChangeAspect="1" noChangeArrowheads="1"/>
          </p:cNvSpPr>
          <p:nvPr userDrawn="1"/>
        </p:nvSpPr>
        <p:spPr bwMode="auto">
          <a:xfrm>
            <a:off x="367576" y="1233589"/>
            <a:ext cx="359997" cy="359997"/>
          </a:xfrm>
          <a:custGeom>
            <a:avLst/>
            <a:gdLst>
              <a:gd name="T0" fmla="*/ 19 w 14438"/>
              <a:gd name="T1" fmla="*/ 766 h 14438"/>
              <a:gd name="T2" fmla="*/ 35 w 14438"/>
              <a:gd name="T3" fmla="*/ 713 h 14438"/>
              <a:gd name="T4" fmla="*/ 95 w 14438"/>
              <a:gd name="T5" fmla="*/ 535 h 14438"/>
              <a:gd name="T6" fmla="*/ 182 w 14438"/>
              <a:gd name="T7" fmla="*/ 382 h 14438"/>
              <a:gd name="T8" fmla="*/ 295 w 14438"/>
              <a:gd name="T9" fmla="*/ 253 h 14438"/>
              <a:gd name="T10" fmla="*/ 434 w 14438"/>
              <a:gd name="T11" fmla="*/ 149 h 14438"/>
              <a:gd name="T12" fmla="*/ 598 w 14438"/>
              <a:gd name="T13" fmla="*/ 69 h 14438"/>
              <a:gd name="T14" fmla="*/ 13628 w 14438"/>
              <a:gd name="T15" fmla="*/ 0 h 14438"/>
              <a:gd name="T16" fmla="*/ 13675 w 14438"/>
              <a:gd name="T17" fmla="*/ 24 h 14438"/>
              <a:gd name="T18" fmla="*/ 13780 w 14438"/>
              <a:gd name="T19" fmla="*/ 53 h 14438"/>
              <a:gd name="T20" fmla="*/ 14011 w 14438"/>
              <a:gd name="T21" fmla="*/ 154 h 14438"/>
              <a:gd name="T22" fmla="*/ 14194 w 14438"/>
              <a:gd name="T23" fmla="*/ 297 h 14438"/>
              <a:gd name="T24" fmla="*/ 14328 w 14438"/>
              <a:gd name="T25" fmla="*/ 482 h 14438"/>
              <a:gd name="T26" fmla="*/ 14409 w 14438"/>
              <a:gd name="T27" fmla="*/ 706 h 14438"/>
              <a:gd name="T28" fmla="*/ 14437 w 14438"/>
              <a:gd name="T29" fmla="*/ 966 h 14438"/>
              <a:gd name="T30" fmla="*/ 14420 w 14438"/>
              <a:gd name="T31" fmla="*/ 13674 h 14438"/>
              <a:gd name="T32" fmla="*/ 14331 w 14438"/>
              <a:gd name="T33" fmla="*/ 13951 h 14438"/>
              <a:gd name="T34" fmla="*/ 14175 w 14438"/>
              <a:gd name="T35" fmla="*/ 14172 h 14438"/>
              <a:gd name="T36" fmla="*/ 13956 w 14438"/>
              <a:gd name="T37" fmla="*/ 14330 h 14438"/>
              <a:gd name="T38" fmla="*/ 13681 w 14438"/>
              <a:gd name="T39" fmla="*/ 14419 h 14438"/>
              <a:gd name="T40" fmla="*/ 10100 w 14438"/>
              <a:gd name="T41" fmla="*/ 14436 h 14438"/>
              <a:gd name="T42" fmla="*/ 9952 w 14438"/>
              <a:gd name="T43" fmla="*/ 14430 h 14438"/>
              <a:gd name="T44" fmla="*/ 11610 w 14438"/>
              <a:gd name="T45" fmla="*/ 9040 h 14438"/>
              <a:gd name="T46" fmla="*/ 11676 w 14438"/>
              <a:gd name="T47" fmla="*/ 9035 h 14438"/>
              <a:gd name="T48" fmla="*/ 11714 w 14438"/>
              <a:gd name="T49" fmla="*/ 9022 h 14438"/>
              <a:gd name="T50" fmla="*/ 11742 w 14438"/>
              <a:gd name="T51" fmla="*/ 8998 h 14438"/>
              <a:gd name="T52" fmla="*/ 11764 w 14438"/>
              <a:gd name="T53" fmla="*/ 8961 h 14438"/>
              <a:gd name="T54" fmla="*/ 11778 w 14438"/>
              <a:gd name="T55" fmla="*/ 8907 h 14438"/>
              <a:gd name="T56" fmla="*/ 9941 w 14438"/>
              <a:gd name="T57" fmla="*/ 6760 h 14438"/>
              <a:gd name="T58" fmla="*/ 9960 w 14438"/>
              <a:gd name="T59" fmla="*/ 5621 h 14438"/>
              <a:gd name="T60" fmla="*/ 10017 w 14438"/>
              <a:gd name="T61" fmla="*/ 5333 h 14438"/>
              <a:gd name="T62" fmla="*/ 10120 w 14438"/>
              <a:gd name="T63" fmla="*/ 5080 h 14438"/>
              <a:gd name="T64" fmla="*/ 10272 w 14438"/>
              <a:gd name="T65" fmla="*/ 4871 h 14438"/>
              <a:gd name="T66" fmla="*/ 10468 w 14438"/>
              <a:gd name="T67" fmla="*/ 4711 h 14438"/>
              <a:gd name="T68" fmla="*/ 10705 w 14438"/>
              <a:gd name="T69" fmla="*/ 4604 h 14438"/>
              <a:gd name="T70" fmla="*/ 10979 w 14438"/>
              <a:gd name="T71" fmla="*/ 4553 h 14438"/>
              <a:gd name="T72" fmla="*/ 11951 w 14438"/>
              <a:gd name="T73" fmla="*/ 4524 h 14438"/>
              <a:gd name="T74" fmla="*/ 12121 w 14438"/>
              <a:gd name="T75" fmla="*/ 2250 h 14438"/>
              <a:gd name="T76" fmla="*/ 10259 w 14438"/>
              <a:gd name="T77" fmla="*/ 2251 h 14438"/>
              <a:gd name="T78" fmla="*/ 9557 w 14438"/>
              <a:gd name="T79" fmla="*/ 2358 h 14438"/>
              <a:gd name="T80" fmla="*/ 8930 w 14438"/>
              <a:gd name="T81" fmla="*/ 2653 h 14438"/>
              <a:gd name="T82" fmla="*/ 8449 w 14438"/>
              <a:gd name="T83" fmla="*/ 3073 h 14438"/>
              <a:gd name="T84" fmla="*/ 8169 w 14438"/>
              <a:gd name="T85" fmla="*/ 3441 h 14438"/>
              <a:gd name="T86" fmla="*/ 7901 w 14438"/>
              <a:gd name="T87" fmla="*/ 3976 h 14438"/>
              <a:gd name="T88" fmla="*/ 7695 w 14438"/>
              <a:gd name="T89" fmla="*/ 4854 h 14438"/>
              <a:gd name="T90" fmla="*/ 7660 w 14438"/>
              <a:gd name="T91" fmla="*/ 5883 h 14438"/>
              <a:gd name="T92" fmla="*/ 5871 w 14438"/>
              <a:gd name="T93" fmla="*/ 6766 h 14438"/>
              <a:gd name="T94" fmla="*/ 7656 w 14438"/>
              <a:gd name="T95" fmla="*/ 14428 h 14438"/>
              <a:gd name="T96" fmla="*/ 7590 w 14438"/>
              <a:gd name="T97" fmla="*/ 14436 h 14438"/>
              <a:gd name="T98" fmla="*/ 820 w 14438"/>
              <a:gd name="T99" fmla="*/ 14431 h 14438"/>
              <a:gd name="T100" fmla="*/ 608 w 14438"/>
              <a:gd name="T101" fmla="*/ 14386 h 14438"/>
              <a:gd name="T102" fmla="*/ 418 w 14438"/>
              <a:gd name="T103" fmla="*/ 14292 h 14438"/>
              <a:gd name="T104" fmla="*/ 257 w 14438"/>
              <a:gd name="T105" fmla="*/ 14157 h 14438"/>
              <a:gd name="T106" fmla="*/ 132 w 14438"/>
              <a:gd name="T107" fmla="*/ 13987 h 14438"/>
              <a:gd name="T108" fmla="*/ 48 w 14438"/>
              <a:gd name="T109" fmla="*/ 13788 h 144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4438" h="14438">
                <a:moveTo>
                  <a:pt x="0" y="13628"/>
                </a:moveTo>
                <a:lnTo>
                  <a:pt x="0" y="818"/>
                </a:lnTo>
                <a:lnTo>
                  <a:pt x="19" y="766"/>
                </a:lnTo>
                <a:lnTo>
                  <a:pt x="28" y="740"/>
                </a:lnTo>
                <a:lnTo>
                  <a:pt x="32" y="726"/>
                </a:lnTo>
                <a:lnTo>
                  <a:pt x="35" y="713"/>
                </a:lnTo>
                <a:lnTo>
                  <a:pt x="52" y="651"/>
                </a:lnTo>
                <a:lnTo>
                  <a:pt x="72" y="591"/>
                </a:lnTo>
                <a:lnTo>
                  <a:pt x="95" y="535"/>
                </a:lnTo>
                <a:lnTo>
                  <a:pt x="122" y="481"/>
                </a:lnTo>
                <a:lnTo>
                  <a:pt x="150" y="430"/>
                </a:lnTo>
                <a:lnTo>
                  <a:pt x="182" y="382"/>
                </a:lnTo>
                <a:lnTo>
                  <a:pt x="217" y="336"/>
                </a:lnTo>
                <a:lnTo>
                  <a:pt x="255" y="293"/>
                </a:lnTo>
                <a:lnTo>
                  <a:pt x="295" y="253"/>
                </a:lnTo>
                <a:lnTo>
                  <a:pt x="339" y="216"/>
                </a:lnTo>
                <a:lnTo>
                  <a:pt x="385" y="181"/>
                </a:lnTo>
                <a:lnTo>
                  <a:pt x="434" y="149"/>
                </a:lnTo>
                <a:lnTo>
                  <a:pt x="486" y="120"/>
                </a:lnTo>
                <a:lnTo>
                  <a:pt x="541" y="93"/>
                </a:lnTo>
                <a:lnTo>
                  <a:pt x="598" y="69"/>
                </a:lnTo>
                <a:lnTo>
                  <a:pt x="659" y="48"/>
                </a:lnTo>
                <a:lnTo>
                  <a:pt x="818" y="0"/>
                </a:lnTo>
                <a:lnTo>
                  <a:pt x="13628" y="0"/>
                </a:lnTo>
                <a:lnTo>
                  <a:pt x="13659" y="16"/>
                </a:lnTo>
                <a:lnTo>
                  <a:pt x="13667" y="20"/>
                </a:lnTo>
                <a:lnTo>
                  <a:pt x="13675" y="24"/>
                </a:lnTo>
                <a:lnTo>
                  <a:pt x="13684" y="27"/>
                </a:lnTo>
                <a:lnTo>
                  <a:pt x="13692" y="29"/>
                </a:lnTo>
                <a:lnTo>
                  <a:pt x="13780" y="53"/>
                </a:lnTo>
                <a:lnTo>
                  <a:pt x="13862" y="81"/>
                </a:lnTo>
                <a:lnTo>
                  <a:pt x="13939" y="115"/>
                </a:lnTo>
                <a:lnTo>
                  <a:pt x="14011" y="154"/>
                </a:lnTo>
                <a:lnTo>
                  <a:pt x="14078" y="197"/>
                </a:lnTo>
                <a:lnTo>
                  <a:pt x="14139" y="245"/>
                </a:lnTo>
                <a:lnTo>
                  <a:pt x="14194" y="297"/>
                </a:lnTo>
                <a:lnTo>
                  <a:pt x="14245" y="355"/>
                </a:lnTo>
                <a:lnTo>
                  <a:pt x="14289" y="416"/>
                </a:lnTo>
                <a:lnTo>
                  <a:pt x="14328" y="482"/>
                </a:lnTo>
                <a:lnTo>
                  <a:pt x="14361" y="553"/>
                </a:lnTo>
                <a:lnTo>
                  <a:pt x="14388" y="627"/>
                </a:lnTo>
                <a:lnTo>
                  <a:pt x="14409" y="706"/>
                </a:lnTo>
                <a:lnTo>
                  <a:pt x="14425" y="788"/>
                </a:lnTo>
                <a:lnTo>
                  <a:pt x="14434" y="875"/>
                </a:lnTo>
                <a:lnTo>
                  <a:pt x="14437" y="966"/>
                </a:lnTo>
                <a:lnTo>
                  <a:pt x="14437" y="13462"/>
                </a:lnTo>
                <a:lnTo>
                  <a:pt x="14433" y="13571"/>
                </a:lnTo>
                <a:lnTo>
                  <a:pt x="14420" y="13674"/>
                </a:lnTo>
                <a:lnTo>
                  <a:pt x="14398" y="13772"/>
                </a:lnTo>
                <a:lnTo>
                  <a:pt x="14369" y="13864"/>
                </a:lnTo>
                <a:lnTo>
                  <a:pt x="14331" y="13951"/>
                </a:lnTo>
                <a:lnTo>
                  <a:pt x="14286" y="14031"/>
                </a:lnTo>
                <a:lnTo>
                  <a:pt x="14234" y="14105"/>
                </a:lnTo>
                <a:lnTo>
                  <a:pt x="14175" y="14172"/>
                </a:lnTo>
                <a:lnTo>
                  <a:pt x="14108" y="14232"/>
                </a:lnTo>
                <a:lnTo>
                  <a:pt x="14035" y="14284"/>
                </a:lnTo>
                <a:lnTo>
                  <a:pt x="13956" y="14330"/>
                </a:lnTo>
                <a:lnTo>
                  <a:pt x="13870" y="14368"/>
                </a:lnTo>
                <a:lnTo>
                  <a:pt x="13779" y="14397"/>
                </a:lnTo>
                <a:lnTo>
                  <a:pt x="13681" y="14419"/>
                </a:lnTo>
                <a:lnTo>
                  <a:pt x="13579" y="14432"/>
                </a:lnTo>
                <a:lnTo>
                  <a:pt x="13471" y="14437"/>
                </a:lnTo>
                <a:lnTo>
                  <a:pt x="10100" y="14436"/>
                </a:lnTo>
                <a:lnTo>
                  <a:pt x="10063" y="14435"/>
                </a:lnTo>
                <a:lnTo>
                  <a:pt x="10026" y="14434"/>
                </a:lnTo>
                <a:lnTo>
                  <a:pt x="9952" y="14430"/>
                </a:lnTo>
                <a:lnTo>
                  <a:pt x="9952" y="9038"/>
                </a:lnTo>
                <a:lnTo>
                  <a:pt x="10115" y="9038"/>
                </a:lnTo>
                <a:lnTo>
                  <a:pt x="11610" y="9040"/>
                </a:lnTo>
                <a:lnTo>
                  <a:pt x="11646" y="9039"/>
                </a:lnTo>
                <a:lnTo>
                  <a:pt x="11661" y="9038"/>
                </a:lnTo>
                <a:lnTo>
                  <a:pt x="11676" y="9035"/>
                </a:lnTo>
                <a:lnTo>
                  <a:pt x="11690" y="9032"/>
                </a:lnTo>
                <a:lnTo>
                  <a:pt x="11702" y="9027"/>
                </a:lnTo>
                <a:lnTo>
                  <a:pt x="11714" y="9022"/>
                </a:lnTo>
                <a:lnTo>
                  <a:pt x="11724" y="9015"/>
                </a:lnTo>
                <a:lnTo>
                  <a:pt x="11734" y="9007"/>
                </a:lnTo>
                <a:lnTo>
                  <a:pt x="11742" y="8998"/>
                </a:lnTo>
                <a:lnTo>
                  <a:pt x="11750" y="8987"/>
                </a:lnTo>
                <a:lnTo>
                  <a:pt x="11757" y="8975"/>
                </a:lnTo>
                <a:lnTo>
                  <a:pt x="11764" y="8961"/>
                </a:lnTo>
                <a:lnTo>
                  <a:pt x="11769" y="8945"/>
                </a:lnTo>
                <a:lnTo>
                  <a:pt x="11774" y="8927"/>
                </a:lnTo>
                <a:lnTo>
                  <a:pt x="11778" y="8907"/>
                </a:lnTo>
                <a:lnTo>
                  <a:pt x="12106" y="7266"/>
                </a:lnTo>
                <a:lnTo>
                  <a:pt x="12201" y="6760"/>
                </a:lnTo>
                <a:lnTo>
                  <a:pt x="9941" y="6760"/>
                </a:lnTo>
                <a:lnTo>
                  <a:pt x="9944" y="5817"/>
                </a:lnTo>
                <a:lnTo>
                  <a:pt x="9950" y="5719"/>
                </a:lnTo>
                <a:lnTo>
                  <a:pt x="9960" y="5621"/>
                </a:lnTo>
                <a:lnTo>
                  <a:pt x="9976" y="5523"/>
                </a:lnTo>
                <a:lnTo>
                  <a:pt x="9994" y="5427"/>
                </a:lnTo>
                <a:lnTo>
                  <a:pt x="10017" y="5333"/>
                </a:lnTo>
                <a:lnTo>
                  <a:pt x="10046" y="5244"/>
                </a:lnTo>
                <a:lnTo>
                  <a:pt x="10080" y="5159"/>
                </a:lnTo>
                <a:lnTo>
                  <a:pt x="10120" y="5080"/>
                </a:lnTo>
                <a:lnTo>
                  <a:pt x="10166" y="5005"/>
                </a:lnTo>
                <a:lnTo>
                  <a:pt x="10216" y="4936"/>
                </a:lnTo>
                <a:lnTo>
                  <a:pt x="10272" y="4871"/>
                </a:lnTo>
                <a:lnTo>
                  <a:pt x="10332" y="4812"/>
                </a:lnTo>
                <a:lnTo>
                  <a:pt x="10398" y="4759"/>
                </a:lnTo>
                <a:lnTo>
                  <a:pt x="10468" y="4711"/>
                </a:lnTo>
                <a:lnTo>
                  <a:pt x="10542" y="4669"/>
                </a:lnTo>
                <a:lnTo>
                  <a:pt x="10621" y="4633"/>
                </a:lnTo>
                <a:lnTo>
                  <a:pt x="10705" y="4604"/>
                </a:lnTo>
                <a:lnTo>
                  <a:pt x="10792" y="4580"/>
                </a:lnTo>
                <a:lnTo>
                  <a:pt x="10884" y="4563"/>
                </a:lnTo>
                <a:lnTo>
                  <a:pt x="10979" y="4553"/>
                </a:lnTo>
                <a:lnTo>
                  <a:pt x="11222" y="4539"/>
                </a:lnTo>
                <a:lnTo>
                  <a:pt x="11465" y="4532"/>
                </a:lnTo>
                <a:lnTo>
                  <a:pt x="11951" y="4524"/>
                </a:lnTo>
                <a:lnTo>
                  <a:pt x="12187" y="4524"/>
                </a:lnTo>
                <a:lnTo>
                  <a:pt x="12187" y="2254"/>
                </a:lnTo>
                <a:lnTo>
                  <a:pt x="12121" y="2250"/>
                </a:lnTo>
                <a:lnTo>
                  <a:pt x="12092" y="2249"/>
                </a:lnTo>
                <a:lnTo>
                  <a:pt x="12064" y="2248"/>
                </a:lnTo>
                <a:lnTo>
                  <a:pt x="10259" y="2251"/>
                </a:lnTo>
                <a:lnTo>
                  <a:pt x="10017" y="2266"/>
                </a:lnTo>
                <a:lnTo>
                  <a:pt x="9783" y="2301"/>
                </a:lnTo>
                <a:lnTo>
                  <a:pt x="9557" y="2358"/>
                </a:lnTo>
                <a:lnTo>
                  <a:pt x="9339" y="2435"/>
                </a:lnTo>
                <a:lnTo>
                  <a:pt x="9130" y="2533"/>
                </a:lnTo>
                <a:lnTo>
                  <a:pt x="8930" y="2653"/>
                </a:lnTo>
                <a:lnTo>
                  <a:pt x="8740" y="2794"/>
                </a:lnTo>
                <a:lnTo>
                  <a:pt x="8559" y="2958"/>
                </a:lnTo>
                <a:lnTo>
                  <a:pt x="8449" y="3073"/>
                </a:lnTo>
                <a:lnTo>
                  <a:pt x="8348" y="3193"/>
                </a:lnTo>
                <a:lnTo>
                  <a:pt x="8254" y="3315"/>
                </a:lnTo>
                <a:lnTo>
                  <a:pt x="8169" y="3441"/>
                </a:lnTo>
                <a:lnTo>
                  <a:pt x="8091" y="3570"/>
                </a:lnTo>
                <a:lnTo>
                  <a:pt x="8021" y="3703"/>
                </a:lnTo>
                <a:lnTo>
                  <a:pt x="7901" y="3976"/>
                </a:lnTo>
                <a:lnTo>
                  <a:pt x="7808" y="4259"/>
                </a:lnTo>
                <a:lnTo>
                  <a:pt x="7740" y="4553"/>
                </a:lnTo>
                <a:lnTo>
                  <a:pt x="7695" y="4854"/>
                </a:lnTo>
                <a:lnTo>
                  <a:pt x="7670" y="5164"/>
                </a:lnTo>
                <a:lnTo>
                  <a:pt x="7660" y="5523"/>
                </a:lnTo>
                <a:lnTo>
                  <a:pt x="7660" y="5883"/>
                </a:lnTo>
                <a:lnTo>
                  <a:pt x="7665" y="6603"/>
                </a:lnTo>
                <a:lnTo>
                  <a:pt x="7665" y="6766"/>
                </a:lnTo>
                <a:lnTo>
                  <a:pt x="5871" y="6766"/>
                </a:lnTo>
                <a:lnTo>
                  <a:pt x="5871" y="9041"/>
                </a:lnTo>
                <a:lnTo>
                  <a:pt x="7656" y="9041"/>
                </a:lnTo>
                <a:lnTo>
                  <a:pt x="7656" y="14428"/>
                </a:lnTo>
                <a:lnTo>
                  <a:pt x="7616" y="14433"/>
                </a:lnTo>
                <a:lnTo>
                  <a:pt x="7598" y="14435"/>
                </a:lnTo>
                <a:lnTo>
                  <a:pt x="7590" y="14436"/>
                </a:lnTo>
                <a:lnTo>
                  <a:pt x="7581" y="14436"/>
                </a:lnTo>
                <a:lnTo>
                  <a:pt x="895" y="14434"/>
                </a:lnTo>
                <a:lnTo>
                  <a:pt x="820" y="14431"/>
                </a:lnTo>
                <a:lnTo>
                  <a:pt x="748" y="14422"/>
                </a:lnTo>
                <a:lnTo>
                  <a:pt x="677" y="14407"/>
                </a:lnTo>
                <a:lnTo>
                  <a:pt x="608" y="14386"/>
                </a:lnTo>
                <a:lnTo>
                  <a:pt x="542" y="14360"/>
                </a:lnTo>
                <a:lnTo>
                  <a:pt x="479" y="14328"/>
                </a:lnTo>
                <a:lnTo>
                  <a:pt x="418" y="14292"/>
                </a:lnTo>
                <a:lnTo>
                  <a:pt x="361" y="14252"/>
                </a:lnTo>
                <a:lnTo>
                  <a:pt x="307" y="14207"/>
                </a:lnTo>
                <a:lnTo>
                  <a:pt x="257" y="14157"/>
                </a:lnTo>
                <a:lnTo>
                  <a:pt x="211" y="14104"/>
                </a:lnTo>
                <a:lnTo>
                  <a:pt x="169" y="14047"/>
                </a:lnTo>
                <a:lnTo>
                  <a:pt x="132" y="13987"/>
                </a:lnTo>
                <a:lnTo>
                  <a:pt x="99" y="13923"/>
                </a:lnTo>
                <a:lnTo>
                  <a:pt x="71" y="13857"/>
                </a:lnTo>
                <a:lnTo>
                  <a:pt x="48" y="13788"/>
                </a:lnTo>
                <a:lnTo>
                  <a:pt x="0" y="13628"/>
                </a:lnTo>
              </a:path>
            </a:pathLst>
          </a:custGeom>
          <a:solidFill>
            <a:schemeClr val="accent1"/>
          </a:solidFill>
          <a:ln>
            <a:noFill/>
          </a:ln>
          <a:effectLst/>
        </p:spPr>
        <p:txBody>
          <a:bodyPr wrap="none" anchor="ctr"/>
          <a:lstStyle/>
          <a:p>
            <a:endParaRPr lang="de-DE">
              <a:solidFill>
                <a:srgbClr val="123563"/>
              </a:solidFill>
              <a:latin typeface="BISansOpti"/>
            </a:endParaRPr>
          </a:p>
        </p:txBody>
      </p:sp>
      <p:sp>
        <p:nvSpPr>
          <p:cNvPr id="14" name="Freeform 2"/>
          <p:cNvSpPr>
            <a:spLocks noChangeAspect="1" noChangeArrowheads="1"/>
          </p:cNvSpPr>
          <p:nvPr userDrawn="1"/>
        </p:nvSpPr>
        <p:spPr bwMode="auto">
          <a:xfrm>
            <a:off x="1020233" y="1260552"/>
            <a:ext cx="396000" cy="323404"/>
          </a:xfrm>
          <a:custGeom>
            <a:avLst/>
            <a:gdLst>
              <a:gd name="T0" fmla="*/ 2302 w 14384"/>
              <a:gd name="T1" fmla="*/ 10229 h 11746"/>
              <a:gd name="T2" fmla="*/ 4222 w 14384"/>
              <a:gd name="T3" fmla="*/ 9176 h 11746"/>
              <a:gd name="T4" fmla="*/ 3544 w 14384"/>
              <a:gd name="T5" fmla="*/ 9052 h 11746"/>
              <a:gd name="T6" fmla="*/ 2627 w 14384"/>
              <a:gd name="T7" fmla="*/ 8581 h 11746"/>
              <a:gd name="T8" fmla="*/ 2100 w 14384"/>
              <a:gd name="T9" fmla="*/ 8065 h 11746"/>
              <a:gd name="T10" fmla="*/ 1633 w 14384"/>
              <a:gd name="T11" fmla="*/ 7227 h 11746"/>
              <a:gd name="T12" fmla="*/ 1622 w 14384"/>
              <a:gd name="T13" fmla="*/ 7169 h 11746"/>
              <a:gd name="T14" fmla="*/ 1631 w 14384"/>
              <a:gd name="T15" fmla="*/ 7150 h 11746"/>
              <a:gd name="T16" fmla="*/ 1654 w 14384"/>
              <a:gd name="T17" fmla="*/ 7142 h 11746"/>
              <a:gd name="T18" fmla="*/ 1884 w 14384"/>
              <a:gd name="T19" fmla="*/ 7165 h 11746"/>
              <a:gd name="T20" fmla="*/ 2540 w 14384"/>
              <a:gd name="T21" fmla="*/ 7153 h 11746"/>
              <a:gd name="T22" fmla="*/ 2848 w 14384"/>
              <a:gd name="T23" fmla="*/ 7095 h 11746"/>
              <a:gd name="T24" fmla="*/ 1895 w 14384"/>
              <a:gd name="T25" fmla="*/ 6602 h 11746"/>
              <a:gd name="T26" fmla="*/ 974 w 14384"/>
              <a:gd name="T27" fmla="*/ 5689 h 11746"/>
              <a:gd name="T28" fmla="*/ 567 w 14384"/>
              <a:gd name="T29" fmla="*/ 4595 h 11746"/>
              <a:gd name="T30" fmla="*/ 1040 w 14384"/>
              <a:gd name="T31" fmla="*/ 4344 h 11746"/>
              <a:gd name="T32" fmla="*/ 1878 w 14384"/>
              <a:gd name="T33" fmla="*/ 4497 h 11746"/>
              <a:gd name="T34" fmla="*/ 1298 w 14384"/>
              <a:gd name="T35" fmla="*/ 3967 h 11746"/>
              <a:gd name="T36" fmla="*/ 726 w 14384"/>
              <a:gd name="T37" fmla="*/ 2940 h 11746"/>
              <a:gd name="T38" fmla="*/ 592 w 14384"/>
              <a:gd name="T39" fmla="*/ 1831 h 11746"/>
              <a:gd name="T40" fmla="*/ 824 w 14384"/>
              <a:gd name="T41" fmla="*/ 868 h 11746"/>
              <a:gd name="T42" fmla="*/ 964 w 14384"/>
              <a:gd name="T43" fmla="*/ 589 h 11746"/>
              <a:gd name="T44" fmla="*/ 983 w 14384"/>
              <a:gd name="T45" fmla="*/ 577 h 11746"/>
              <a:gd name="T46" fmla="*/ 1005 w 14384"/>
              <a:gd name="T47" fmla="*/ 584 h 11746"/>
              <a:gd name="T48" fmla="*/ 1596 w 14384"/>
              <a:gd name="T49" fmla="*/ 1214 h 11746"/>
              <a:gd name="T50" fmla="*/ 4660 w 14384"/>
              <a:gd name="T51" fmla="*/ 3154 h 11746"/>
              <a:gd name="T52" fmla="*/ 6964 w 14384"/>
              <a:gd name="T53" fmla="*/ 3640 h 11746"/>
              <a:gd name="T54" fmla="*/ 7045 w 14384"/>
              <a:gd name="T55" fmla="*/ 3637 h 11746"/>
              <a:gd name="T56" fmla="*/ 7063 w 14384"/>
              <a:gd name="T57" fmla="*/ 3624 h 11746"/>
              <a:gd name="T58" fmla="*/ 7074 w 14384"/>
              <a:gd name="T59" fmla="*/ 3590 h 11746"/>
              <a:gd name="T60" fmla="*/ 7020 w 14384"/>
              <a:gd name="T61" fmla="*/ 2949 h 11746"/>
              <a:gd name="T62" fmla="*/ 7333 w 14384"/>
              <a:gd name="T63" fmla="*/ 1628 h 11746"/>
              <a:gd name="T64" fmla="*/ 8184 w 14384"/>
              <a:gd name="T65" fmla="*/ 606 h 11746"/>
              <a:gd name="T66" fmla="*/ 9383 w 14384"/>
              <a:gd name="T67" fmla="*/ 70 h 11746"/>
              <a:gd name="T68" fmla="*/ 10325 w 14384"/>
              <a:gd name="T69" fmla="*/ 15 h 11746"/>
              <a:gd name="T70" fmla="*/ 11198 w 14384"/>
              <a:gd name="T71" fmla="*/ 263 h 11746"/>
              <a:gd name="T72" fmla="*/ 11995 w 14384"/>
              <a:gd name="T73" fmla="*/ 807 h 11746"/>
              <a:gd name="T74" fmla="*/ 12123 w 14384"/>
              <a:gd name="T75" fmla="*/ 892 h 11746"/>
              <a:gd name="T76" fmla="*/ 12231 w 14384"/>
              <a:gd name="T77" fmla="*/ 915 h 11746"/>
              <a:gd name="T78" fmla="*/ 12744 w 14384"/>
              <a:gd name="T79" fmla="*/ 787 h 11746"/>
              <a:gd name="T80" fmla="*/ 13860 w 14384"/>
              <a:gd name="T81" fmla="*/ 315 h 11746"/>
              <a:gd name="T82" fmla="*/ 13966 w 14384"/>
              <a:gd name="T83" fmla="*/ 263 h 11746"/>
              <a:gd name="T84" fmla="*/ 13995 w 14384"/>
              <a:gd name="T85" fmla="*/ 269 h 11746"/>
              <a:gd name="T86" fmla="*/ 13527 w 14384"/>
              <a:gd name="T87" fmla="*/ 1148 h 11746"/>
              <a:gd name="T88" fmla="*/ 12830 w 14384"/>
              <a:gd name="T89" fmla="*/ 1838 h 11746"/>
              <a:gd name="T90" fmla="*/ 13292 w 14384"/>
              <a:gd name="T91" fmla="*/ 1763 h 11746"/>
              <a:gd name="T92" fmla="*/ 13785 w 14384"/>
              <a:gd name="T93" fmla="*/ 1631 h 11746"/>
              <a:gd name="T94" fmla="*/ 14219 w 14384"/>
              <a:gd name="T95" fmla="*/ 1479 h 11746"/>
              <a:gd name="T96" fmla="*/ 14275 w 14384"/>
              <a:gd name="T97" fmla="*/ 1604 h 11746"/>
              <a:gd name="T98" fmla="*/ 13501 w 14384"/>
              <a:gd name="T99" fmla="*/ 2473 h 11746"/>
              <a:gd name="T100" fmla="*/ 13009 w 14384"/>
              <a:gd name="T101" fmla="*/ 2877 h 11746"/>
              <a:gd name="T102" fmla="*/ 12970 w 14384"/>
              <a:gd name="T103" fmla="*/ 2930 h 11746"/>
              <a:gd name="T104" fmla="*/ 12953 w 14384"/>
              <a:gd name="T105" fmla="*/ 2990 h 11746"/>
              <a:gd name="T106" fmla="*/ 12687 w 14384"/>
              <a:gd name="T107" fmla="*/ 5388 h 11746"/>
              <a:gd name="T108" fmla="*/ 10923 w 14384"/>
              <a:gd name="T109" fmla="*/ 8821 h 11746"/>
              <a:gd name="T110" fmla="*/ 8211 w 14384"/>
              <a:gd name="T111" fmla="*/ 10949 h 11746"/>
              <a:gd name="T112" fmla="*/ 4606 w 14384"/>
              <a:gd name="T113" fmla="*/ 11745 h 11746"/>
              <a:gd name="T114" fmla="*/ 819 w 14384"/>
              <a:gd name="T115" fmla="*/ 10882 h 117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4384" h="11746">
                <a:moveTo>
                  <a:pt x="0" y="10417"/>
                </a:moveTo>
                <a:lnTo>
                  <a:pt x="600" y="10448"/>
                </a:lnTo>
                <a:lnTo>
                  <a:pt x="1183" y="10428"/>
                </a:lnTo>
                <a:lnTo>
                  <a:pt x="1751" y="10355"/>
                </a:lnTo>
                <a:lnTo>
                  <a:pt x="2302" y="10229"/>
                </a:lnTo>
                <a:lnTo>
                  <a:pt x="2839" y="10049"/>
                </a:lnTo>
                <a:lnTo>
                  <a:pt x="3362" y="9816"/>
                </a:lnTo>
                <a:lnTo>
                  <a:pt x="3872" y="9528"/>
                </a:lnTo>
                <a:lnTo>
                  <a:pt x="4370" y="9184"/>
                </a:lnTo>
                <a:lnTo>
                  <a:pt x="4222" y="9176"/>
                </a:lnTo>
                <a:lnTo>
                  <a:pt x="4079" y="9163"/>
                </a:lnTo>
                <a:lnTo>
                  <a:pt x="3940" y="9144"/>
                </a:lnTo>
                <a:lnTo>
                  <a:pt x="3805" y="9120"/>
                </a:lnTo>
                <a:lnTo>
                  <a:pt x="3674" y="9089"/>
                </a:lnTo>
                <a:lnTo>
                  <a:pt x="3544" y="9052"/>
                </a:lnTo>
                <a:lnTo>
                  <a:pt x="3418" y="9010"/>
                </a:lnTo>
                <a:lnTo>
                  <a:pt x="3293" y="8960"/>
                </a:lnTo>
                <a:lnTo>
                  <a:pt x="3010" y="8825"/>
                </a:lnTo>
                <a:lnTo>
                  <a:pt x="2749" y="8667"/>
                </a:lnTo>
                <a:lnTo>
                  <a:pt x="2627" y="8581"/>
                </a:lnTo>
                <a:lnTo>
                  <a:pt x="2511" y="8488"/>
                </a:lnTo>
                <a:lnTo>
                  <a:pt x="2400" y="8391"/>
                </a:lnTo>
                <a:lnTo>
                  <a:pt x="2294" y="8288"/>
                </a:lnTo>
                <a:lnTo>
                  <a:pt x="2195" y="8179"/>
                </a:lnTo>
                <a:lnTo>
                  <a:pt x="2100" y="8065"/>
                </a:lnTo>
                <a:lnTo>
                  <a:pt x="2012" y="7946"/>
                </a:lnTo>
                <a:lnTo>
                  <a:pt x="1928" y="7822"/>
                </a:lnTo>
                <a:lnTo>
                  <a:pt x="1778" y="7557"/>
                </a:lnTo>
                <a:lnTo>
                  <a:pt x="1650" y="7271"/>
                </a:lnTo>
                <a:lnTo>
                  <a:pt x="1633" y="7227"/>
                </a:lnTo>
                <a:lnTo>
                  <a:pt x="1628" y="7209"/>
                </a:lnTo>
                <a:lnTo>
                  <a:pt x="1624" y="7194"/>
                </a:lnTo>
                <a:lnTo>
                  <a:pt x="1622" y="7180"/>
                </a:lnTo>
                <a:lnTo>
                  <a:pt x="1621" y="7175"/>
                </a:lnTo>
                <a:lnTo>
                  <a:pt x="1622" y="7169"/>
                </a:lnTo>
                <a:lnTo>
                  <a:pt x="1622" y="7164"/>
                </a:lnTo>
                <a:lnTo>
                  <a:pt x="1624" y="7160"/>
                </a:lnTo>
                <a:lnTo>
                  <a:pt x="1625" y="7156"/>
                </a:lnTo>
                <a:lnTo>
                  <a:pt x="1628" y="7153"/>
                </a:lnTo>
                <a:lnTo>
                  <a:pt x="1631" y="7150"/>
                </a:lnTo>
                <a:lnTo>
                  <a:pt x="1634" y="7148"/>
                </a:lnTo>
                <a:lnTo>
                  <a:pt x="1638" y="7146"/>
                </a:lnTo>
                <a:lnTo>
                  <a:pt x="1643" y="7144"/>
                </a:lnTo>
                <a:lnTo>
                  <a:pt x="1648" y="7143"/>
                </a:lnTo>
                <a:lnTo>
                  <a:pt x="1654" y="7142"/>
                </a:lnTo>
                <a:lnTo>
                  <a:pt x="1668" y="7141"/>
                </a:lnTo>
                <a:lnTo>
                  <a:pt x="1685" y="7142"/>
                </a:lnTo>
                <a:lnTo>
                  <a:pt x="1704" y="7143"/>
                </a:lnTo>
                <a:lnTo>
                  <a:pt x="1752" y="7149"/>
                </a:lnTo>
                <a:lnTo>
                  <a:pt x="1884" y="7165"/>
                </a:lnTo>
                <a:lnTo>
                  <a:pt x="2015" y="7175"/>
                </a:lnTo>
                <a:lnTo>
                  <a:pt x="2147" y="7178"/>
                </a:lnTo>
                <a:lnTo>
                  <a:pt x="2278" y="7176"/>
                </a:lnTo>
                <a:lnTo>
                  <a:pt x="2409" y="7167"/>
                </a:lnTo>
                <a:lnTo>
                  <a:pt x="2540" y="7153"/>
                </a:lnTo>
                <a:lnTo>
                  <a:pt x="2671" y="7134"/>
                </a:lnTo>
                <a:lnTo>
                  <a:pt x="2802" y="7109"/>
                </a:lnTo>
                <a:lnTo>
                  <a:pt x="2813" y="7106"/>
                </a:lnTo>
                <a:lnTo>
                  <a:pt x="2825" y="7103"/>
                </a:lnTo>
                <a:lnTo>
                  <a:pt x="2848" y="7095"/>
                </a:lnTo>
                <a:lnTo>
                  <a:pt x="2900" y="7074"/>
                </a:lnTo>
                <a:lnTo>
                  <a:pt x="2631" y="6984"/>
                </a:lnTo>
                <a:lnTo>
                  <a:pt x="2373" y="6874"/>
                </a:lnTo>
                <a:lnTo>
                  <a:pt x="2128" y="6747"/>
                </a:lnTo>
                <a:lnTo>
                  <a:pt x="1895" y="6602"/>
                </a:lnTo>
                <a:lnTo>
                  <a:pt x="1677" y="6443"/>
                </a:lnTo>
                <a:lnTo>
                  <a:pt x="1475" y="6271"/>
                </a:lnTo>
                <a:lnTo>
                  <a:pt x="1289" y="6087"/>
                </a:lnTo>
                <a:lnTo>
                  <a:pt x="1122" y="5892"/>
                </a:lnTo>
                <a:lnTo>
                  <a:pt x="974" y="5689"/>
                </a:lnTo>
                <a:lnTo>
                  <a:pt x="846" y="5479"/>
                </a:lnTo>
                <a:lnTo>
                  <a:pt x="741" y="5262"/>
                </a:lnTo>
                <a:lnTo>
                  <a:pt x="658" y="5042"/>
                </a:lnTo>
                <a:lnTo>
                  <a:pt x="600" y="4819"/>
                </a:lnTo>
                <a:lnTo>
                  <a:pt x="567" y="4595"/>
                </a:lnTo>
                <a:lnTo>
                  <a:pt x="560" y="4372"/>
                </a:lnTo>
                <a:lnTo>
                  <a:pt x="582" y="4151"/>
                </a:lnTo>
                <a:lnTo>
                  <a:pt x="733" y="4222"/>
                </a:lnTo>
                <a:lnTo>
                  <a:pt x="885" y="4286"/>
                </a:lnTo>
                <a:lnTo>
                  <a:pt x="1040" y="4344"/>
                </a:lnTo>
                <a:lnTo>
                  <a:pt x="1199" y="4394"/>
                </a:lnTo>
                <a:lnTo>
                  <a:pt x="1361" y="4435"/>
                </a:lnTo>
                <a:lnTo>
                  <a:pt x="1528" y="4466"/>
                </a:lnTo>
                <a:lnTo>
                  <a:pt x="1700" y="4487"/>
                </a:lnTo>
                <a:lnTo>
                  <a:pt x="1878" y="4497"/>
                </a:lnTo>
                <a:lnTo>
                  <a:pt x="1717" y="4366"/>
                </a:lnTo>
                <a:lnTo>
                  <a:pt x="1566" y="4238"/>
                </a:lnTo>
                <a:lnTo>
                  <a:pt x="1426" y="4106"/>
                </a:lnTo>
                <a:lnTo>
                  <a:pt x="1361" y="4038"/>
                </a:lnTo>
                <a:lnTo>
                  <a:pt x="1298" y="3967"/>
                </a:lnTo>
                <a:lnTo>
                  <a:pt x="1149" y="3775"/>
                </a:lnTo>
                <a:lnTo>
                  <a:pt x="1017" y="3577"/>
                </a:lnTo>
                <a:lnTo>
                  <a:pt x="903" y="3371"/>
                </a:lnTo>
                <a:lnTo>
                  <a:pt x="806" y="3159"/>
                </a:lnTo>
                <a:lnTo>
                  <a:pt x="726" y="2940"/>
                </a:lnTo>
                <a:lnTo>
                  <a:pt x="664" y="2713"/>
                </a:lnTo>
                <a:lnTo>
                  <a:pt x="620" y="2479"/>
                </a:lnTo>
                <a:lnTo>
                  <a:pt x="594" y="2237"/>
                </a:lnTo>
                <a:lnTo>
                  <a:pt x="586" y="2032"/>
                </a:lnTo>
                <a:lnTo>
                  <a:pt x="592" y="1831"/>
                </a:lnTo>
                <a:lnTo>
                  <a:pt x="612" y="1633"/>
                </a:lnTo>
                <a:lnTo>
                  <a:pt x="645" y="1438"/>
                </a:lnTo>
                <a:lnTo>
                  <a:pt x="692" y="1245"/>
                </a:lnTo>
                <a:lnTo>
                  <a:pt x="752" y="1056"/>
                </a:lnTo>
                <a:lnTo>
                  <a:pt x="824" y="868"/>
                </a:lnTo>
                <a:lnTo>
                  <a:pt x="910" y="684"/>
                </a:lnTo>
                <a:lnTo>
                  <a:pt x="933" y="638"/>
                </a:lnTo>
                <a:lnTo>
                  <a:pt x="952" y="606"/>
                </a:lnTo>
                <a:lnTo>
                  <a:pt x="960" y="594"/>
                </a:lnTo>
                <a:lnTo>
                  <a:pt x="964" y="589"/>
                </a:lnTo>
                <a:lnTo>
                  <a:pt x="968" y="585"/>
                </a:lnTo>
                <a:lnTo>
                  <a:pt x="972" y="582"/>
                </a:lnTo>
                <a:lnTo>
                  <a:pt x="976" y="580"/>
                </a:lnTo>
                <a:lnTo>
                  <a:pt x="980" y="578"/>
                </a:lnTo>
                <a:lnTo>
                  <a:pt x="983" y="577"/>
                </a:lnTo>
                <a:lnTo>
                  <a:pt x="987" y="577"/>
                </a:lnTo>
                <a:lnTo>
                  <a:pt x="992" y="578"/>
                </a:lnTo>
                <a:lnTo>
                  <a:pt x="996" y="579"/>
                </a:lnTo>
                <a:lnTo>
                  <a:pt x="1000" y="581"/>
                </a:lnTo>
                <a:lnTo>
                  <a:pt x="1005" y="584"/>
                </a:lnTo>
                <a:lnTo>
                  <a:pt x="1010" y="587"/>
                </a:lnTo>
                <a:lnTo>
                  <a:pt x="1020" y="596"/>
                </a:lnTo>
                <a:lnTo>
                  <a:pt x="1045" y="623"/>
                </a:lnTo>
                <a:lnTo>
                  <a:pt x="1078" y="660"/>
                </a:lnTo>
                <a:lnTo>
                  <a:pt x="1596" y="1214"/>
                </a:lnTo>
                <a:lnTo>
                  <a:pt x="2145" y="1714"/>
                </a:lnTo>
                <a:lnTo>
                  <a:pt x="2726" y="2158"/>
                </a:lnTo>
                <a:lnTo>
                  <a:pt x="3338" y="2546"/>
                </a:lnTo>
                <a:lnTo>
                  <a:pt x="3983" y="2878"/>
                </a:lnTo>
                <a:lnTo>
                  <a:pt x="4660" y="3154"/>
                </a:lnTo>
                <a:lnTo>
                  <a:pt x="5369" y="3373"/>
                </a:lnTo>
                <a:lnTo>
                  <a:pt x="6112" y="3535"/>
                </a:lnTo>
                <a:lnTo>
                  <a:pt x="6324" y="3567"/>
                </a:lnTo>
                <a:lnTo>
                  <a:pt x="6537" y="3593"/>
                </a:lnTo>
                <a:lnTo>
                  <a:pt x="6964" y="3640"/>
                </a:lnTo>
                <a:lnTo>
                  <a:pt x="6997" y="3643"/>
                </a:lnTo>
                <a:lnTo>
                  <a:pt x="7011" y="3643"/>
                </a:lnTo>
                <a:lnTo>
                  <a:pt x="7024" y="3642"/>
                </a:lnTo>
                <a:lnTo>
                  <a:pt x="7035" y="3640"/>
                </a:lnTo>
                <a:lnTo>
                  <a:pt x="7045" y="3637"/>
                </a:lnTo>
                <a:lnTo>
                  <a:pt x="7049" y="3635"/>
                </a:lnTo>
                <a:lnTo>
                  <a:pt x="7053" y="3633"/>
                </a:lnTo>
                <a:lnTo>
                  <a:pt x="7057" y="3631"/>
                </a:lnTo>
                <a:lnTo>
                  <a:pt x="7060" y="3628"/>
                </a:lnTo>
                <a:lnTo>
                  <a:pt x="7063" y="3624"/>
                </a:lnTo>
                <a:lnTo>
                  <a:pt x="7066" y="3621"/>
                </a:lnTo>
                <a:lnTo>
                  <a:pt x="7068" y="3617"/>
                </a:lnTo>
                <a:lnTo>
                  <a:pt x="7070" y="3612"/>
                </a:lnTo>
                <a:lnTo>
                  <a:pt x="7073" y="3602"/>
                </a:lnTo>
                <a:lnTo>
                  <a:pt x="7074" y="3590"/>
                </a:lnTo>
                <a:lnTo>
                  <a:pt x="7075" y="3576"/>
                </a:lnTo>
                <a:lnTo>
                  <a:pt x="7074" y="3560"/>
                </a:lnTo>
                <a:lnTo>
                  <a:pt x="7069" y="3523"/>
                </a:lnTo>
                <a:lnTo>
                  <a:pt x="7031" y="3234"/>
                </a:lnTo>
                <a:lnTo>
                  <a:pt x="7020" y="2949"/>
                </a:lnTo>
                <a:lnTo>
                  <a:pt x="7035" y="2669"/>
                </a:lnTo>
                <a:lnTo>
                  <a:pt x="7074" y="2395"/>
                </a:lnTo>
                <a:lnTo>
                  <a:pt x="7137" y="2130"/>
                </a:lnTo>
                <a:lnTo>
                  <a:pt x="7224" y="1873"/>
                </a:lnTo>
                <a:lnTo>
                  <a:pt x="7333" y="1628"/>
                </a:lnTo>
                <a:lnTo>
                  <a:pt x="7463" y="1394"/>
                </a:lnTo>
                <a:lnTo>
                  <a:pt x="7614" y="1174"/>
                </a:lnTo>
                <a:lnTo>
                  <a:pt x="7785" y="968"/>
                </a:lnTo>
                <a:lnTo>
                  <a:pt x="7976" y="778"/>
                </a:lnTo>
                <a:lnTo>
                  <a:pt x="8184" y="606"/>
                </a:lnTo>
                <a:lnTo>
                  <a:pt x="8410" y="452"/>
                </a:lnTo>
                <a:lnTo>
                  <a:pt x="8653" y="319"/>
                </a:lnTo>
                <a:lnTo>
                  <a:pt x="8912" y="207"/>
                </a:lnTo>
                <a:lnTo>
                  <a:pt x="9186" y="118"/>
                </a:lnTo>
                <a:lnTo>
                  <a:pt x="9383" y="70"/>
                </a:lnTo>
                <a:lnTo>
                  <a:pt x="9577" y="34"/>
                </a:lnTo>
                <a:lnTo>
                  <a:pt x="9768" y="11"/>
                </a:lnTo>
                <a:lnTo>
                  <a:pt x="9956" y="0"/>
                </a:lnTo>
                <a:lnTo>
                  <a:pt x="10142" y="1"/>
                </a:lnTo>
                <a:lnTo>
                  <a:pt x="10325" y="15"/>
                </a:lnTo>
                <a:lnTo>
                  <a:pt x="10506" y="40"/>
                </a:lnTo>
                <a:lnTo>
                  <a:pt x="10683" y="78"/>
                </a:lnTo>
                <a:lnTo>
                  <a:pt x="10858" y="128"/>
                </a:lnTo>
                <a:lnTo>
                  <a:pt x="11029" y="189"/>
                </a:lnTo>
                <a:lnTo>
                  <a:pt x="11198" y="263"/>
                </a:lnTo>
                <a:lnTo>
                  <a:pt x="11364" y="348"/>
                </a:lnTo>
                <a:lnTo>
                  <a:pt x="11526" y="445"/>
                </a:lnTo>
                <a:lnTo>
                  <a:pt x="11686" y="554"/>
                </a:lnTo>
                <a:lnTo>
                  <a:pt x="11842" y="675"/>
                </a:lnTo>
                <a:lnTo>
                  <a:pt x="11995" y="807"/>
                </a:lnTo>
                <a:lnTo>
                  <a:pt x="12039" y="843"/>
                </a:lnTo>
                <a:lnTo>
                  <a:pt x="12060" y="858"/>
                </a:lnTo>
                <a:lnTo>
                  <a:pt x="12081" y="871"/>
                </a:lnTo>
                <a:lnTo>
                  <a:pt x="12102" y="883"/>
                </a:lnTo>
                <a:lnTo>
                  <a:pt x="12123" y="892"/>
                </a:lnTo>
                <a:lnTo>
                  <a:pt x="12144" y="900"/>
                </a:lnTo>
                <a:lnTo>
                  <a:pt x="12165" y="906"/>
                </a:lnTo>
                <a:lnTo>
                  <a:pt x="12187" y="911"/>
                </a:lnTo>
                <a:lnTo>
                  <a:pt x="12209" y="914"/>
                </a:lnTo>
                <a:lnTo>
                  <a:pt x="12231" y="915"/>
                </a:lnTo>
                <a:lnTo>
                  <a:pt x="12254" y="914"/>
                </a:lnTo>
                <a:lnTo>
                  <a:pt x="12278" y="912"/>
                </a:lnTo>
                <a:lnTo>
                  <a:pt x="12302" y="909"/>
                </a:lnTo>
                <a:lnTo>
                  <a:pt x="12354" y="898"/>
                </a:lnTo>
                <a:lnTo>
                  <a:pt x="12744" y="787"/>
                </a:lnTo>
                <a:lnTo>
                  <a:pt x="13126" y="654"/>
                </a:lnTo>
                <a:lnTo>
                  <a:pt x="13313" y="579"/>
                </a:lnTo>
                <a:lnTo>
                  <a:pt x="13498" y="497"/>
                </a:lnTo>
                <a:lnTo>
                  <a:pt x="13680" y="409"/>
                </a:lnTo>
                <a:lnTo>
                  <a:pt x="13860" y="315"/>
                </a:lnTo>
                <a:lnTo>
                  <a:pt x="13960" y="264"/>
                </a:lnTo>
                <a:lnTo>
                  <a:pt x="13961" y="263"/>
                </a:lnTo>
                <a:lnTo>
                  <a:pt x="13963" y="263"/>
                </a:lnTo>
                <a:lnTo>
                  <a:pt x="13964" y="263"/>
                </a:lnTo>
                <a:lnTo>
                  <a:pt x="13966" y="263"/>
                </a:lnTo>
                <a:lnTo>
                  <a:pt x="13968" y="263"/>
                </a:lnTo>
                <a:lnTo>
                  <a:pt x="13970" y="264"/>
                </a:lnTo>
                <a:lnTo>
                  <a:pt x="13975" y="265"/>
                </a:lnTo>
                <a:lnTo>
                  <a:pt x="13987" y="268"/>
                </a:lnTo>
                <a:lnTo>
                  <a:pt x="13995" y="269"/>
                </a:lnTo>
                <a:lnTo>
                  <a:pt x="14004" y="271"/>
                </a:lnTo>
                <a:lnTo>
                  <a:pt x="13912" y="511"/>
                </a:lnTo>
                <a:lnTo>
                  <a:pt x="13801" y="736"/>
                </a:lnTo>
                <a:lnTo>
                  <a:pt x="13673" y="949"/>
                </a:lnTo>
                <a:lnTo>
                  <a:pt x="13527" y="1148"/>
                </a:lnTo>
                <a:lnTo>
                  <a:pt x="13363" y="1336"/>
                </a:lnTo>
                <a:lnTo>
                  <a:pt x="13182" y="1513"/>
                </a:lnTo>
                <a:lnTo>
                  <a:pt x="12984" y="1679"/>
                </a:lnTo>
                <a:lnTo>
                  <a:pt x="12768" y="1836"/>
                </a:lnTo>
                <a:lnTo>
                  <a:pt x="12830" y="1838"/>
                </a:lnTo>
                <a:lnTo>
                  <a:pt x="12888" y="1836"/>
                </a:lnTo>
                <a:lnTo>
                  <a:pt x="12943" y="1831"/>
                </a:lnTo>
                <a:lnTo>
                  <a:pt x="12996" y="1823"/>
                </a:lnTo>
                <a:lnTo>
                  <a:pt x="13192" y="1783"/>
                </a:lnTo>
                <a:lnTo>
                  <a:pt x="13292" y="1763"/>
                </a:lnTo>
                <a:lnTo>
                  <a:pt x="13392" y="1741"/>
                </a:lnTo>
                <a:lnTo>
                  <a:pt x="13491" y="1717"/>
                </a:lnTo>
                <a:lnTo>
                  <a:pt x="13590" y="1691"/>
                </a:lnTo>
                <a:lnTo>
                  <a:pt x="13688" y="1662"/>
                </a:lnTo>
                <a:lnTo>
                  <a:pt x="13785" y="1631"/>
                </a:lnTo>
                <a:lnTo>
                  <a:pt x="13979" y="1569"/>
                </a:lnTo>
                <a:lnTo>
                  <a:pt x="14026" y="1553"/>
                </a:lnTo>
                <a:lnTo>
                  <a:pt x="14073" y="1535"/>
                </a:lnTo>
                <a:lnTo>
                  <a:pt x="14169" y="1497"/>
                </a:lnTo>
                <a:lnTo>
                  <a:pt x="14219" y="1479"/>
                </a:lnTo>
                <a:lnTo>
                  <a:pt x="14271" y="1462"/>
                </a:lnTo>
                <a:lnTo>
                  <a:pt x="14325" y="1448"/>
                </a:lnTo>
                <a:lnTo>
                  <a:pt x="14383" y="1437"/>
                </a:lnTo>
                <a:lnTo>
                  <a:pt x="14329" y="1522"/>
                </a:lnTo>
                <a:lnTo>
                  <a:pt x="14275" y="1604"/>
                </a:lnTo>
                <a:lnTo>
                  <a:pt x="14161" y="1758"/>
                </a:lnTo>
                <a:lnTo>
                  <a:pt x="14044" y="1901"/>
                </a:lnTo>
                <a:lnTo>
                  <a:pt x="13924" y="2039"/>
                </a:lnTo>
                <a:lnTo>
                  <a:pt x="13717" y="2261"/>
                </a:lnTo>
                <a:lnTo>
                  <a:pt x="13501" y="2473"/>
                </a:lnTo>
                <a:lnTo>
                  <a:pt x="13274" y="2673"/>
                </a:lnTo>
                <a:lnTo>
                  <a:pt x="13155" y="2767"/>
                </a:lnTo>
                <a:lnTo>
                  <a:pt x="13033" y="2858"/>
                </a:lnTo>
                <a:lnTo>
                  <a:pt x="13020" y="2867"/>
                </a:lnTo>
                <a:lnTo>
                  <a:pt x="13009" y="2877"/>
                </a:lnTo>
                <a:lnTo>
                  <a:pt x="12999" y="2887"/>
                </a:lnTo>
                <a:lnTo>
                  <a:pt x="12990" y="2898"/>
                </a:lnTo>
                <a:lnTo>
                  <a:pt x="12982" y="2908"/>
                </a:lnTo>
                <a:lnTo>
                  <a:pt x="12975" y="2919"/>
                </a:lnTo>
                <a:lnTo>
                  <a:pt x="12970" y="2930"/>
                </a:lnTo>
                <a:lnTo>
                  <a:pt x="12965" y="2941"/>
                </a:lnTo>
                <a:lnTo>
                  <a:pt x="12961" y="2953"/>
                </a:lnTo>
                <a:lnTo>
                  <a:pt x="12957" y="2965"/>
                </a:lnTo>
                <a:lnTo>
                  <a:pt x="12955" y="2977"/>
                </a:lnTo>
                <a:lnTo>
                  <a:pt x="12953" y="2990"/>
                </a:lnTo>
                <a:lnTo>
                  <a:pt x="12950" y="3017"/>
                </a:lnTo>
                <a:lnTo>
                  <a:pt x="12950" y="3047"/>
                </a:lnTo>
                <a:lnTo>
                  <a:pt x="12929" y="3850"/>
                </a:lnTo>
                <a:lnTo>
                  <a:pt x="12841" y="4631"/>
                </a:lnTo>
                <a:lnTo>
                  <a:pt x="12687" y="5388"/>
                </a:lnTo>
                <a:lnTo>
                  <a:pt x="12467" y="6122"/>
                </a:lnTo>
                <a:lnTo>
                  <a:pt x="12180" y="6832"/>
                </a:lnTo>
                <a:lnTo>
                  <a:pt x="11827" y="7519"/>
                </a:lnTo>
                <a:lnTo>
                  <a:pt x="11408" y="8182"/>
                </a:lnTo>
                <a:lnTo>
                  <a:pt x="10923" y="8821"/>
                </a:lnTo>
                <a:lnTo>
                  <a:pt x="10445" y="9353"/>
                </a:lnTo>
                <a:lnTo>
                  <a:pt x="9935" y="9832"/>
                </a:lnTo>
                <a:lnTo>
                  <a:pt x="9392" y="10258"/>
                </a:lnTo>
                <a:lnTo>
                  <a:pt x="8817" y="10630"/>
                </a:lnTo>
                <a:lnTo>
                  <a:pt x="8211" y="10949"/>
                </a:lnTo>
                <a:lnTo>
                  <a:pt x="7574" y="11215"/>
                </a:lnTo>
                <a:lnTo>
                  <a:pt x="6907" y="11427"/>
                </a:lnTo>
                <a:lnTo>
                  <a:pt x="6210" y="11586"/>
                </a:lnTo>
                <a:lnTo>
                  <a:pt x="5402" y="11701"/>
                </a:lnTo>
                <a:lnTo>
                  <a:pt x="4606" y="11745"/>
                </a:lnTo>
                <a:lnTo>
                  <a:pt x="3823" y="11718"/>
                </a:lnTo>
                <a:lnTo>
                  <a:pt x="3053" y="11619"/>
                </a:lnTo>
                <a:lnTo>
                  <a:pt x="2295" y="11447"/>
                </a:lnTo>
                <a:lnTo>
                  <a:pt x="1550" y="11201"/>
                </a:lnTo>
                <a:lnTo>
                  <a:pt x="819" y="10882"/>
                </a:lnTo>
                <a:lnTo>
                  <a:pt x="101" y="10488"/>
                </a:lnTo>
                <a:lnTo>
                  <a:pt x="83" y="10477"/>
                </a:lnTo>
                <a:lnTo>
                  <a:pt x="63" y="10462"/>
                </a:lnTo>
                <a:lnTo>
                  <a:pt x="0" y="10417"/>
                </a:lnTo>
              </a:path>
            </a:pathLst>
          </a:custGeom>
          <a:solidFill>
            <a:srgbClr val="123563"/>
          </a:solidFill>
          <a:ln>
            <a:noFill/>
          </a:ln>
          <a:effectLst/>
        </p:spPr>
        <p:txBody>
          <a:bodyPr wrap="none" anchor="ctr"/>
          <a:lstStyle/>
          <a:p>
            <a:endParaRPr lang="de-DE">
              <a:latin typeface="BISansOpti"/>
            </a:endParaRPr>
          </a:p>
        </p:txBody>
      </p:sp>
      <p:sp>
        <p:nvSpPr>
          <p:cNvPr id="15" name="Freeform 2"/>
          <p:cNvSpPr>
            <a:spLocks noChangeAspect="1" noChangeArrowheads="1"/>
          </p:cNvSpPr>
          <p:nvPr userDrawn="1"/>
        </p:nvSpPr>
        <p:spPr bwMode="auto">
          <a:xfrm>
            <a:off x="1651481" y="1281034"/>
            <a:ext cx="360000" cy="269395"/>
          </a:xfrm>
          <a:custGeom>
            <a:avLst/>
            <a:gdLst>
              <a:gd name="T0" fmla="*/ 14325 w 14438"/>
              <a:gd name="T1" fmla="*/ 8118 h 10806"/>
              <a:gd name="T2" fmla="*/ 14255 w 14438"/>
              <a:gd name="T3" fmla="*/ 8647 h 10806"/>
              <a:gd name="T4" fmla="*/ 14181 w 14438"/>
              <a:gd name="T5" fmla="*/ 8993 h 10806"/>
              <a:gd name="T6" fmla="*/ 14077 w 14438"/>
              <a:gd name="T7" fmla="*/ 9332 h 10806"/>
              <a:gd name="T8" fmla="*/ 13964 w 14438"/>
              <a:gd name="T9" fmla="*/ 9609 h 10806"/>
              <a:gd name="T10" fmla="*/ 13852 w 14438"/>
              <a:gd name="T11" fmla="*/ 9813 h 10806"/>
              <a:gd name="T12" fmla="*/ 13721 w 14438"/>
              <a:gd name="T13" fmla="*/ 9995 h 10806"/>
              <a:gd name="T14" fmla="*/ 13572 w 14438"/>
              <a:gd name="T15" fmla="*/ 10155 h 10806"/>
              <a:gd name="T16" fmla="*/ 13405 w 14438"/>
              <a:gd name="T17" fmla="*/ 10292 h 10806"/>
              <a:gd name="T18" fmla="*/ 13220 w 14438"/>
              <a:gd name="T19" fmla="*/ 10406 h 10806"/>
              <a:gd name="T20" fmla="*/ 13016 w 14438"/>
              <a:gd name="T21" fmla="*/ 10497 h 10806"/>
              <a:gd name="T22" fmla="*/ 12795 w 14438"/>
              <a:gd name="T23" fmla="*/ 10564 h 10806"/>
              <a:gd name="T24" fmla="*/ 12403 w 14438"/>
              <a:gd name="T25" fmla="*/ 10631 h 10806"/>
              <a:gd name="T26" fmla="*/ 11849 w 14438"/>
              <a:gd name="T27" fmla="*/ 10683 h 10806"/>
              <a:gd name="T28" fmla="*/ 7794 w 14438"/>
              <a:gd name="T29" fmla="*/ 10805 h 10806"/>
              <a:gd name="T30" fmla="*/ 2034 w 14438"/>
              <a:gd name="T31" fmla="*/ 10612 h 10806"/>
              <a:gd name="T32" fmla="*/ 1725 w 14438"/>
              <a:gd name="T33" fmla="*/ 10567 h 10806"/>
              <a:gd name="T34" fmla="*/ 1442 w 14438"/>
              <a:gd name="T35" fmla="*/ 10487 h 10806"/>
              <a:gd name="T36" fmla="*/ 1186 w 14438"/>
              <a:gd name="T37" fmla="*/ 10372 h 10806"/>
              <a:gd name="T38" fmla="*/ 957 w 14438"/>
              <a:gd name="T39" fmla="*/ 10222 h 10806"/>
              <a:gd name="T40" fmla="*/ 756 w 14438"/>
              <a:gd name="T41" fmla="*/ 10035 h 10806"/>
              <a:gd name="T42" fmla="*/ 584 w 14438"/>
              <a:gd name="T43" fmla="*/ 9811 h 10806"/>
              <a:gd name="T44" fmla="*/ 440 w 14438"/>
              <a:gd name="T45" fmla="*/ 9549 h 10806"/>
              <a:gd name="T46" fmla="*/ 327 w 14438"/>
              <a:gd name="T47" fmla="*/ 9249 h 10806"/>
              <a:gd name="T48" fmla="*/ 215 w 14438"/>
              <a:gd name="T49" fmla="*/ 8800 h 10806"/>
              <a:gd name="T50" fmla="*/ 142 w 14438"/>
              <a:gd name="T51" fmla="*/ 8345 h 10806"/>
              <a:gd name="T52" fmla="*/ 60 w 14438"/>
              <a:gd name="T53" fmla="*/ 7429 h 10806"/>
              <a:gd name="T54" fmla="*/ 0 w 14438"/>
              <a:gd name="T55" fmla="*/ 4261 h 10806"/>
              <a:gd name="T56" fmla="*/ 19 w 14438"/>
              <a:gd name="T57" fmla="*/ 4179 h 10806"/>
              <a:gd name="T58" fmla="*/ 22 w 14438"/>
              <a:gd name="T59" fmla="*/ 4152 h 10806"/>
              <a:gd name="T60" fmla="*/ 124 w 14438"/>
              <a:gd name="T61" fmla="*/ 2563 h 10806"/>
              <a:gd name="T62" fmla="*/ 181 w 14438"/>
              <a:gd name="T63" fmla="*/ 2160 h 10806"/>
              <a:gd name="T64" fmla="*/ 268 w 14438"/>
              <a:gd name="T65" fmla="*/ 1763 h 10806"/>
              <a:gd name="T66" fmla="*/ 394 w 14438"/>
              <a:gd name="T67" fmla="*/ 1373 h 10806"/>
              <a:gd name="T68" fmla="*/ 495 w 14438"/>
              <a:gd name="T69" fmla="*/ 1146 h 10806"/>
              <a:gd name="T70" fmla="*/ 616 w 14438"/>
              <a:gd name="T71" fmla="*/ 940 h 10806"/>
              <a:gd name="T72" fmla="*/ 756 w 14438"/>
              <a:gd name="T73" fmla="*/ 757 h 10806"/>
              <a:gd name="T74" fmla="*/ 916 w 14438"/>
              <a:gd name="T75" fmla="*/ 598 h 10806"/>
              <a:gd name="T76" fmla="*/ 1095 w 14438"/>
              <a:gd name="T77" fmla="*/ 464 h 10806"/>
              <a:gd name="T78" fmla="*/ 1295 w 14438"/>
              <a:gd name="T79" fmla="*/ 355 h 10806"/>
              <a:gd name="T80" fmla="*/ 1515 w 14438"/>
              <a:gd name="T81" fmla="*/ 272 h 10806"/>
              <a:gd name="T82" fmla="*/ 1755 w 14438"/>
              <a:gd name="T83" fmla="*/ 217 h 10806"/>
              <a:gd name="T84" fmla="*/ 2523 w 14438"/>
              <a:gd name="T85" fmla="*/ 126 h 10806"/>
              <a:gd name="T86" fmla="*/ 3297 w 14438"/>
              <a:gd name="T87" fmla="*/ 84 h 10806"/>
              <a:gd name="T88" fmla="*/ 10458 w 14438"/>
              <a:gd name="T89" fmla="*/ 57 h 10806"/>
              <a:gd name="T90" fmla="*/ 12041 w 14438"/>
              <a:gd name="T91" fmla="*/ 144 h 10806"/>
              <a:gd name="T92" fmla="*/ 12686 w 14438"/>
              <a:gd name="T93" fmla="*/ 211 h 10806"/>
              <a:gd name="T94" fmla="*/ 12911 w 14438"/>
              <a:gd name="T95" fmla="*/ 262 h 10806"/>
              <a:gd name="T96" fmla="*/ 13122 w 14438"/>
              <a:gd name="T97" fmla="*/ 339 h 10806"/>
              <a:gd name="T98" fmla="*/ 13316 w 14438"/>
              <a:gd name="T99" fmla="*/ 440 h 10806"/>
              <a:gd name="T100" fmla="*/ 13493 w 14438"/>
              <a:gd name="T101" fmla="*/ 567 h 10806"/>
              <a:gd name="T102" fmla="*/ 13651 w 14438"/>
              <a:gd name="T103" fmla="*/ 718 h 10806"/>
              <a:gd name="T104" fmla="*/ 13790 w 14438"/>
              <a:gd name="T105" fmla="*/ 894 h 10806"/>
              <a:gd name="T106" fmla="*/ 13909 w 14438"/>
              <a:gd name="T107" fmla="*/ 1094 h 10806"/>
              <a:gd name="T108" fmla="*/ 14062 w 14438"/>
              <a:gd name="T109" fmla="*/ 1453 h 10806"/>
              <a:gd name="T110" fmla="*/ 14150 w 14438"/>
              <a:gd name="T111" fmla="*/ 1710 h 10806"/>
              <a:gd name="T112" fmla="*/ 14218 w 14438"/>
              <a:gd name="T113" fmla="*/ 1973 h 10806"/>
              <a:gd name="T114" fmla="*/ 14260 w 14438"/>
              <a:gd name="T115" fmla="*/ 2237 h 10806"/>
              <a:gd name="T116" fmla="*/ 14437 w 14438"/>
              <a:gd name="T117" fmla="*/ 5189 h 10806"/>
              <a:gd name="T118" fmla="*/ 5417 w 14438"/>
              <a:gd name="T119" fmla="*/ 8122 h 10806"/>
              <a:gd name="T120" fmla="*/ 5417 w 14438"/>
              <a:gd name="T121" fmla="*/ 2686 h 108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4438" h="10806">
                <a:moveTo>
                  <a:pt x="14437" y="5994"/>
                </a:moveTo>
                <a:lnTo>
                  <a:pt x="14325" y="8118"/>
                </a:lnTo>
                <a:lnTo>
                  <a:pt x="14284" y="8472"/>
                </a:lnTo>
                <a:lnTo>
                  <a:pt x="14255" y="8647"/>
                </a:lnTo>
                <a:lnTo>
                  <a:pt x="14222" y="8821"/>
                </a:lnTo>
                <a:lnTo>
                  <a:pt x="14181" y="8993"/>
                </a:lnTo>
                <a:lnTo>
                  <a:pt x="14133" y="9164"/>
                </a:lnTo>
                <a:lnTo>
                  <a:pt x="14077" y="9332"/>
                </a:lnTo>
                <a:lnTo>
                  <a:pt x="14013" y="9499"/>
                </a:lnTo>
                <a:lnTo>
                  <a:pt x="13964" y="9609"/>
                </a:lnTo>
                <a:lnTo>
                  <a:pt x="13910" y="9714"/>
                </a:lnTo>
                <a:lnTo>
                  <a:pt x="13852" y="9813"/>
                </a:lnTo>
                <a:lnTo>
                  <a:pt x="13789" y="9907"/>
                </a:lnTo>
                <a:lnTo>
                  <a:pt x="13721" y="9995"/>
                </a:lnTo>
                <a:lnTo>
                  <a:pt x="13649" y="10078"/>
                </a:lnTo>
                <a:lnTo>
                  <a:pt x="13572" y="10155"/>
                </a:lnTo>
                <a:lnTo>
                  <a:pt x="13491" y="10226"/>
                </a:lnTo>
                <a:lnTo>
                  <a:pt x="13405" y="10292"/>
                </a:lnTo>
                <a:lnTo>
                  <a:pt x="13315" y="10352"/>
                </a:lnTo>
                <a:lnTo>
                  <a:pt x="13220" y="10406"/>
                </a:lnTo>
                <a:lnTo>
                  <a:pt x="13120" y="10454"/>
                </a:lnTo>
                <a:lnTo>
                  <a:pt x="13016" y="10497"/>
                </a:lnTo>
                <a:lnTo>
                  <a:pt x="12907" y="10533"/>
                </a:lnTo>
                <a:lnTo>
                  <a:pt x="12795" y="10564"/>
                </a:lnTo>
                <a:lnTo>
                  <a:pt x="12677" y="10588"/>
                </a:lnTo>
                <a:lnTo>
                  <a:pt x="12403" y="10631"/>
                </a:lnTo>
                <a:lnTo>
                  <a:pt x="12127" y="10662"/>
                </a:lnTo>
                <a:lnTo>
                  <a:pt x="11849" y="10683"/>
                </a:lnTo>
                <a:lnTo>
                  <a:pt x="11571" y="10696"/>
                </a:lnTo>
                <a:lnTo>
                  <a:pt x="7794" y="10805"/>
                </a:lnTo>
                <a:lnTo>
                  <a:pt x="4552" y="10756"/>
                </a:lnTo>
                <a:lnTo>
                  <a:pt x="2034" y="10612"/>
                </a:lnTo>
                <a:lnTo>
                  <a:pt x="1876" y="10594"/>
                </a:lnTo>
                <a:lnTo>
                  <a:pt x="1725" y="10567"/>
                </a:lnTo>
                <a:lnTo>
                  <a:pt x="1581" y="10531"/>
                </a:lnTo>
                <a:lnTo>
                  <a:pt x="1442" y="10487"/>
                </a:lnTo>
                <a:lnTo>
                  <a:pt x="1311" y="10434"/>
                </a:lnTo>
                <a:lnTo>
                  <a:pt x="1186" y="10372"/>
                </a:lnTo>
                <a:lnTo>
                  <a:pt x="1068" y="10302"/>
                </a:lnTo>
                <a:lnTo>
                  <a:pt x="957" y="10222"/>
                </a:lnTo>
                <a:lnTo>
                  <a:pt x="853" y="10133"/>
                </a:lnTo>
                <a:lnTo>
                  <a:pt x="756" y="10035"/>
                </a:lnTo>
                <a:lnTo>
                  <a:pt x="666" y="9927"/>
                </a:lnTo>
                <a:lnTo>
                  <a:pt x="584" y="9811"/>
                </a:lnTo>
                <a:lnTo>
                  <a:pt x="508" y="9685"/>
                </a:lnTo>
                <a:lnTo>
                  <a:pt x="440" y="9549"/>
                </a:lnTo>
                <a:lnTo>
                  <a:pt x="380" y="9404"/>
                </a:lnTo>
                <a:lnTo>
                  <a:pt x="327" y="9249"/>
                </a:lnTo>
                <a:lnTo>
                  <a:pt x="265" y="9025"/>
                </a:lnTo>
                <a:lnTo>
                  <a:pt x="215" y="8800"/>
                </a:lnTo>
                <a:lnTo>
                  <a:pt x="174" y="8573"/>
                </a:lnTo>
                <a:lnTo>
                  <a:pt x="142" y="8345"/>
                </a:lnTo>
                <a:lnTo>
                  <a:pt x="96" y="7888"/>
                </a:lnTo>
                <a:lnTo>
                  <a:pt x="60" y="7429"/>
                </a:lnTo>
                <a:lnTo>
                  <a:pt x="0" y="6548"/>
                </a:lnTo>
                <a:lnTo>
                  <a:pt x="0" y="4261"/>
                </a:lnTo>
                <a:lnTo>
                  <a:pt x="13" y="4207"/>
                </a:lnTo>
                <a:lnTo>
                  <a:pt x="19" y="4179"/>
                </a:lnTo>
                <a:lnTo>
                  <a:pt x="21" y="4166"/>
                </a:lnTo>
                <a:lnTo>
                  <a:pt x="22" y="4152"/>
                </a:lnTo>
                <a:lnTo>
                  <a:pt x="89" y="2970"/>
                </a:lnTo>
                <a:lnTo>
                  <a:pt x="124" y="2563"/>
                </a:lnTo>
                <a:lnTo>
                  <a:pt x="150" y="2361"/>
                </a:lnTo>
                <a:lnTo>
                  <a:pt x="181" y="2160"/>
                </a:lnTo>
                <a:lnTo>
                  <a:pt x="220" y="1960"/>
                </a:lnTo>
                <a:lnTo>
                  <a:pt x="268" y="1763"/>
                </a:lnTo>
                <a:lnTo>
                  <a:pt x="326" y="1567"/>
                </a:lnTo>
                <a:lnTo>
                  <a:pt x="394" y="1373"/>
                </a:lnTo>
                <a:lnTo>
                  <a:pt x="442" y="1257"/>
                </a:lnTo>
                <a:lnTo>
                  <a:pt x="495" y="1146"/>
                </a:lnTo>
                <a:lnTo>
                  <a:pt x="553" y="1040"/>
                </a:lnTo>
                <a:lnTo>
                  <a:pt x="616" y="940"/>
                </a:lnTo>
                <a:lnTo>
                  <a:pt x="684" y="846"/>
                </a:lnTo>
                <a:lnTo>
                  <a:pt x="756" y="757"/>
                </a:lnTo>
                <a:lnTo>
                  <a:pt x="833" y="675"/>
                </a:lnTo>
                <a:lnTo>
                  <a:pt x="916" y="598"/>
                </a:lnTo>
                <a:lnTo>
                  <a:pt x="1003" y="528"/>
                </a:lnTo>
                <a:lnTo>
                  <a:pt x="1095" y="464"/>
                </a:lnTo>
                <a:lnTo>
                  <a:pt x="1193" y="406"/>
                </a:lnTo>
                <a:lnTo>
                  <a:pt x="1295" y="355"/>
                </a:lnTo>
                <a:lnTo>
                  <a:pt x="1402" y="310"/>
                </a:lnTo>
                <a:lnTo>
                  <a:pt x="1515" y="272"/>
                </a:lnTo>
                <a:lnTo>
                  <a:pt x="1632" y="241"/>
                </a:lnTo>
                <a:lnTo>
                  <a:pt x="1755" y="217"/>
                </a:lnTo>
                <a:lnTo>
                  <a:pt x="2137" y="163"/>
                </a:lnTo>
                <a:lnTo>
                  <a:pt x="2523" y="126"/>
                </a:lnTo>
                <a:lnTo>
                  <a:pt x="2910" y="101"/>
                </a:lnTo>
                <a:lnTo>
                  <a:pt x="3297" y="84"/>
                </a:lnTo>
                <a:lnTo>
                  <a:pt x="6666" y="0"/>
                </a:lnTo>
                <a:lnTo>
                  <a:pt x="10458" y="57"/>
                </a:lnTo>
                <a:lnTo>
                  <a:pt x="11514" y="105"/>
                </a:lnTo>
                <a:lnTo>
                  <a:pt x="12041" y="144"/>
                </a:lnTo>
                <a:lnTo>
                  <a:pt x="12567" y="195"/>
                </a:lnTo>
                <a:lnTo>
                  <a:pt x="12686" y="211"/>
                </a:lnTo>
                <a:lnTo>
                  <a:pt x="12800" y="233"/>
                </a:lnTo>
                <a:lnTo>
                  <a:pt x="12911" y="262"/>
                </a:lnTo>
                <a:lnTo>
                  <a:pt x="13019" y="297"/>
                </a:lnTo>
                <a:lnTo>
                  <a:pt x="13122" y="339"/>
                </a:lnTo>
                <a:lnTo>
                  <a:pt x="13221" y="386"/>
                </a:lnTo>
                <a:lnTo>
                  <a:pt x="13316" y="440"/>
                </a:lnTo>
                <a:lnTo>
                  <a:pt x="13406" y="500"/>
                </a:lnTo>
                <a:lnTo>
                  <a:pt x="13493" y="567"/>
                </a:lnTo>
                <a:lnTo>
                  <a:pt x="13574" y="639"/>
                </a:lnTo>
                <a:lnTo>
                  <a:pt x="13651" y="718"/>
                </a:lnTo>
                <a:lnTo>
                  <a:pt x="13723" y="803"/>
                </a:lnTo>
                <a:lnTo>
                  <a:pt x="13790" y="894"/>
                </a:lnTo>
                <a:lnTo>
                  <a:pt x="13852" y="991"/>
                </a:lnTo>
                <a:lnTo>
                  <a:pt x="13909" y="1094"/>
                </a:lnTo>
                <a:lnTo>
                  <a:pt x="13960" y="1203"/>
                </a:lnTo>
                <a:lnTo>
                  <a:pt x="14062" y="1453"/>
                </a:lnTo>
                <a:lnTo>
                  <a:pt x="14108" y="1581"/>
                </a:lnTo>
                <a:lnTo>
                  <a:pt x="14150" y="1710"/>
                </a:lnTo>
                <a:lnTo>
                  <a:pt x="14187" y="1841"/>
                </a:lnTo>
                <a:lnTo>
                  <a:pt x="14218" y="1973"/>
                </a:lnTo>
                <a:lnTo>
                  <a:pt x="14242" y="2105"/>
                </a:lnTo>
                <a:lnTo>
                  <a:pt x="14260" y="2237"/>
                </a:lnTo>
                <a:lnTo>
                  <a:pt x="14427" y="4739"/>
                </a:lnTo>
                <a:lnTo>
                  <a:pt x="14437" y="5189"/>
                </a:lnTo>
                <a:lnTo>
                  <a:pt x="14437" y="5994"/>
                </a:lnTo>
                <a:close/>
                <a:moveTo>
                  <a:pt x="5417" y="8122"/>
                </a:moveTo>
                <a:lnTo>
                  <a:pt x="9947" y="5404"/>
                </a:lnTo>
                <a:lnTo>
                  <a:pt x="5417" y="2686"/>
                </a:lnTo>
                <a:lnTo>
                  <a:pt x="5417" y="8122"/>
                </a:lnTo>
                <a:close/>
              </a:path>
            </a:pathLst>
          </a:custGeom>
          <a:solidFill>
            <a:srgbClr val="123563"/>
          </a:solidFill>
          <a:ln>
            <a:noFill/>
          </a:ln>
          <a:effectLst/>
        </p:spPr>
        <p:txBody>
          <a:bodyPr wrap="none" anchor="ctr"/>
          <a:lstStyle/>
          <a:p>
            <a:endParaRPr lang="de-DE">
              <a:latin typeface="BISansOpti"/>
            </a:endParaRPr>
          </a:p>
        </p:txBody>
      </p:sp>
      <p:sp>
        <p:nvSpPr>
          <p:cNvPr id="16" name="Freeform 2"/>
          <p:cNvSpPr>
            <a:spLocks noChangeAspect="1" noChangeArrowheads="1"/>
          </p:cNvSpPr>
          <p:nvPr userDrawn="1"/>
        </p:nvSpPr>
        <p:spPr bwMode="auto">
          <a:xfrm>
            <a:off x="2312456" y="1240070"/>
            <a:ext cx="287999" cy="371391"/>
          </a:xfrm>
          <a:custGeom>
            <a:avLst/>
            <a:gdLst>
              <a:gd name="T0" fmla="*/ 3118 w 9837"/>
              <a:gd name="T1" fmla="*/ 11425 h 12686"/>
              <a:gd name="T2" fmla="*/ 2294 w 9837"/>
              <a:gd name="T3" fmla="*/ 12646 h 12686"/>
              <a:gd name="T4" fmla="*/ 2234 w 9837"/>
              <a:gd name="T5" fmla="*/ 12679 h 12686"/>
              <a:gd name="T6" fmla="*/ 2189 w 9837"/>
              <a:gd name="T7" fmla="*/ 12684 h 12686"/>
              <a:gd name="T8" fmla="*/ 2154 w 9837"/>
              <a:gd name="T9" fmla="*/ 12659 h 12686"/>
              <a:gd name="T10" fmla="*/ 2115 w 9837"/>
              <a:gd name="T11" fmla="*/ 12581 h 12686"/>
              <a:gd name="T12" fmla="*/ 2014 w 9837"/>
              <a:gd name="T13" fmla="*/ 11008 h 12686"/>
              <a:gd name="T14" fmla="*/ 3053 w 9837"/>
              <a:gd name="T15" fmla="*/ 5966 h 12686"/>
              <a:gd name="T16" fmla="*/ 3042 w 9837"/>
              <a:gd name="T17" fmla="*/ 5815 h 12686"/>
              <a:gd name="T18" fmla="*/ 2842 w 9837"/>
              <a:gd name="T19" fmla="*/ 4798 h 12686"/>
              <a:gd name="T20" fmla="*/ 3098 w 9837"/>
              <a:gd name="T21" fmla="*/ 3624 h 12686"/>
              <a:gd name="T22" fmla="*/ 3521 w 9837"/>
              <a:gd name="T23" fmla="*/ 3104 h 12686"/>
              <a:gd name="T24" fmla="*/ 4132 w 9837"/>
              <a:gd name="T25" fmla="*/ 2846 h 12686"/>
              <a:gd name="T26" fmla="*/ 4671 w 9837"/>
              <a:gd name="T27" fmla="*/ 2922 h 12686"/>
              <a:gd name="T28" fmla="*/ 5025 w 9837"/>
              <a:gd name="T29" fmla="*/ 3211 h 12686"/>
              <a:gd name="T30" fmla="*/ 5210 w 9837"/>
              <a:gd name="T31" fmla="*/ 3670 h 12686"/>
              <a:gd name="T32" fmla="*/ 5155 w 9837"/>
              <a:gd name="T33" fmla="*/ 4529 h 12686"/>
              <a:gd name="T34" fmla="*/ 4590 w 9837"/>
              <a:gd name="T35" fmla="*/ 7081 h 12686"/>
              <a:gd name="T36" fmla="*/ 5138 w 9837"/>
              <a:gd name="T37" fmla="*/ 7774 h 12686"/>
              <a:gd name="T38" fmla="*/ 6107 w 9837"/>
              <a:gd name="T39" fmla="*/ 7877 h 12686"/>
              <a:gd name="T40" fmla="*/ 6907 w 9837"/>
              <a:gd name="T41" fmla="*/ 7429 h 12686"/>
              <a:gd name="T42" fmla="*/ 7658 w 9837"/>
              <a:gd name="T43" fmla="*/ 6268 h 12686"/>
              <a:gd name="T44" fmla="*/ 8036 w 9837"/>
              <a:gd name="T45" fmla="*/ 4561 h 12686"/>
              <a:gd name="T46" fmla="*/ 7946 w 9837"/>
              <a:gd name="T47" fmla="*/ 3244 h 12686"/>
              <a:gd name="T48" fmla="*/ 7471 w 9837"/>
              <a:gd name="T49" fmla="*/ 2262 h 12686"/>
              <a:gd name="T50" fmla="*/ 6646 w 9837"/>
              <a:gd name="T51" fmla="*/ 1607 h 12686"/>
              <a:gd name="T52" fmla="*/ 5184 w 9837"/>
              <a:gd name="T53" fmla="*/ 1253 h 12686"/>
              <a:gd name="T54" fmla="*/ 3867 w 9837"/>
              <a:gd name="T55" fmla="*/ 1402 h 12686"/>
              <a:gd name="T56" fmla="*/ 2664 w 9837"/>
              <a:gd name="T57" fmla="*/ 2075 h 12686"/>
              <a:gd name="T58" fmla="*/ 1782 w 9837"/>
              <a:gd name="T59" fmla="*/ 3159 h 12686"/>
              <a:gd name="T60" fmla="*/ 1441 w 9837"/>
              <a:gd name="T61" fmla="*/ 4444 h 12686"/>
              <a:gd name="T62" fmla="*/ 1565 w 9837"/>
              <a:gd name="T63" fmla="*/ 5601 h 12686"/>
              <a:gd name="T64" fmla="*/ 1877 w 9837"/>
              <a:gd name="T65" fmla="*/ 6126 h 12686"/>
              <a:gd name="T66" fmla="*/ 2001 w 9837"/>
              <a:gd name="T67" fmla="*/ 6319 h 12686"/>
              <a:gd name="T68" fmla="*/ 2029 w 9837"/>
              <a:gd name="T69" fmla="*/ 6526 h 12686"/>
              <a:gd name="T70" fmla="*/ 1959 w 9837"/>
              <a:gd name="T71" fmla="*/ 6794 h 12686"/>
              <a:gd name="T72" fmla="*/ 1816 w 9837"/>
              <a:gd name="T73" fmla="*/ 7275 h 12686"/>
              <a:gd name="T74" fmla="*/ 1678 w 9837"/>
              <a:gd name="T75" fmla="*/ 7368 h 12686"/>
              <a:gd name="T76" fmla="*/ 1479 w 9837"/>
              <a:gd name="T77" fmla="*/ 7335 h 12686"/>
              <a:gd name="T78" fmla="*/ 785 w 9837"/>
              <a:gd name="T79" fmla="*/ 6867 h 12686"/>
              <a:gd name="T80" fmla="*/ 124 w 9837"/>
              <a:gd name="T81" fmla="*/ 5565 h 12686"/>
              <a:gd name="T82" fmla="*/ 8 w 9837"/>
              <a:gd name="T83" fmla="*/ 4355 h 12686"/>
              <a:gd name="T84" fmla="*/ 473 w 9837"/>
              <a:gd name="T85" fmla="*/ 2695 h 12686"/>
              <a:gd name="T86" fmla="*/ 1407 w 9837"/>
              <a:gd name="T87" fmla="*/ 1407 h 12686"/>
              <a:gd name="T88" fmla="*/ 2703 w 9837"/>
              <a:gd name="T89" fmla="*/ 537 h 12686"/>
              <a:gd name="T90" fmla="*/ 5376 w 9837"/>
              <a:gd name="T91" fmla="*/ 0 h 12686"/>
              <a:gd name="T92" fmla="*/ 7729 w 9837"/>
              <a:gd name="T93" fmla="*/ 664 h 12686"/>
              <a:gd name="T94" fmla="*/ 8900 w 9837"/>
              <a:gd name="T95" fmla="*/ 1632 h 12686"/>
              <a:gd name="T96" fmla="*/ 9626 w 9837"/>
              <a:gd name="T97" fmla="*/ 2968 h 12686"/>
              <a:gd name="T98" fmla="*/ 9835 w 9837"/>
              <a:gd name="T99" fmla="*/ 4374 h 12686"/>
              <a:gd name="T100" fmla="*/ 9529 w 9837"/>
              <a:gd name="T101" fmla="*/ 6232 h 12686"/>
              <a:gd name="T102" fmla="*/ 8493 w 9837"/>
              <a:gd name="T103" fmla="*/ 8045 h 12686"/>
              <a:gd name="T104" fmla="*/ 7525 w 9837"/>
              <a:gd name="T105" fmla="*/ 8795 h 12686"/>
              <a:gd name="T106" fmla="*/ 6357 w 9837"/>
              <a:gd name="T107" fmla="*/ 9150 h 12686"/>
              <a:gd name="T108" fmla="*/ 5273 w 9837"/>
              <a:gd name="T109" fmla="*/ 9099 h 12686"/>
              <a:gd name="T110" fmla="*/ 4591 w 9837"/>
              <a:gd name="T111" fmla="*/ 8776 h 126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9837" h="12686">
                <a:moveTo>
                  <a:pt x="4115" y="8296"/>
                </a:moveTo>
                <a:lnTo>
                  <a:pt x="3659" y="10080"/>
                </a:lnTo>
                <a:lnTo>
                  <a:pt x="3556" y="10434"/>
                </a:lnTo>
                <a:lnTo>
                  <a:pt x="3431" y="10775"/>
                </a:lnTo>
                <a:lnTo>
                  <a:pt x="3284" y="11105"/>
                </a:lnTo>
                <a:lnTo>
                  <a:pt x="3118" y="11425"/>
                </a:lnTo>
                <a:lnTo>
                  <a:pt x="2936" y="11736"/>
                </a:lnTo>
                <a:lnTo>
                  <a:pt x="2740" y="12039"/>
                </a:lnTo>
                <a:lnTo>
                  <a:pt x="2313" y="12628"/>
                </a:lnTo>
                <a:lnTo>
                  <a:pt x="2307" y="12634"/>
                </a:lnTo>
                <a:lnTo>
                  <a:pt x="2301" y="12640"/>
                </a:lnTo>
                <a:lnTo>
                  <a:pt x="2294" y="12646"/>
                </a:lnTo>
                <a:lnTo>
                  <a:pt x="2286" y="12652"/>
                </a:lnTo>
                <a:lnTo>
                  <a:pt x="2278" y="12658"/>
                </a:lnTo>
                <a:lnTo>
                  <a:pt x="2270" y="12663"/>
                </a:lnTo>
                <a:lnTo>
                  <a:pt x="2252" y="12672"/>
                </a:lnTo>
                <a:lnTo>
                  <a:pt x="2243" y="12676"/>
                </a:lnTo>
                <a:lnTo>
                  <a:pt x="2234" y="12679"/>
                </a:lnTo>
                <a:lnTo>
                  <a:pt x="2225" y="12682"/>
                </a:lnTo>
                <a:lnTo>
                  <a:pt x="2216" y="12684"/>
                </a:lnTo>
                <a:lnTo>
                  <a:pt x="2207" y="12685"/>
                </a:lnTo>
                <a:lnTo>
                  <a:pt x="2200" y="12685"/>
                </a:lnTo>
                <a:lnTo>
                  <a:pt x="2192" y="12685"/>
                </a:lnTo>
                <a:lnTo>
                  <a:pt x="2189" y="12684"/>
                </a:lnTo>
                <a:lnTo>
                  <a:pt x="2186" y="12683"/>
                </a:lnTo>
                <a:lnTo>
                  <a:pt x="2179" y="12680"/>
                </a:lnTo>
                <a:lnTo>
                  <a:pt x="2173" y="12676"/>
                </a:lnTo>
                <a:lnTo>
                  <a:pt x="2166" y="12671"/>
                </a:lnTo>
                <a:lnTo>
                  <a:pt x="2160" y="12666"/>
                </a:lnTo>
                <a:lnTo>
                  <a:pt x="2154" y="12659"/>
                </a:lnTo>
                <a:lnTo>
                  <a:pt x="2148" y="12652"/>
                </a:lnTo>
                <a:lnTo>
                  <a:pt x="2143" y="12644"/>
                </a:lnTo>
                <a:lnTo>
                  <a:pt x="2138" y="12636"/>
                </a:lnTo>
                <a:lnTo>
                  <a:pt x="2129" y="12618"/>
                </a:lnTo>
                <a:lnTo>
                  <a:pt x="2121" y="12600"/>
                </a:lnTo>
                <a:lnTo>
                  <a:pt x="2115" y="12581"/>
                </a:lnTo>
                <a:lnTo>
                  <a:pt x="2113" y="12573"/>
                </a:lnTo>
                <a:lnTo>
                  <a:pt x="2112" y="12564"/>
                </a:lnTo>
                <a:lnTo>
                  <a:pt x="2063" y="12174"/>
                </a:lnTo>
                <a:lnTo>
                  <a:pt x="2030" y="11785"/>
                </a:lnTo>
                <a:lnTo>
                  <a:pt x="2013" y="11396"/>
                </a:lnTo>
                <a:lnTo>
                  <a:pt x="2014" y="11008"/>
                </a:lnTo>
                <a:lnTo>
                  <a:pt x="2034" y="10620"/>
                </a:lnTo>
                <a:lnTo>
                  <a:pt x="2075" y="10233"/>
                </a:lnTo>
                <a:lnTo>
                  <a:pt x="2139" y="9846"/>
                </a:lnTo>
                <a:lnTo>
                  <a:pt x="2226" y="9459"/>
                </a:lnTo>
                <a:lnTo>
                  <a:pt x="3051" y="5979"/>
                </a:lnTo>
                <a:lnTo>
                  <a:pt x="3053" y="5966"/>
                </a:lnTo>
                <a:lnTo>
                  <a:pt x="3055" y="5953"/>
                </a:lnTo>
                <a:lnTo>
                  <a:pt x="3057" y="5926"/>
                </a:lnTo>
                <a:lnTo>
                  <a:pt x="3056" y="5898"/>
                </a:lnTo>
                <a:lnTo>
                  <a:pt x="3053" y="5871"/>
                </a:lnTo>
                <a:lnTo>
                  <a:pt x="3049" y="5843"/>
                </a:lnTo>
                <a:lnTo>
                  <a:pt x="3042" y="5815"/>
                </a:lnTo>
                <a:lnTo>
                  <a:pt x="3035" y="5788"/>
                </a:lnTo>
                <a:lnTo>
                  <a:pt x="3027" y="5763"/>
                </a:lnTo>
                <a:lnTo>
                  <a:pt x="2952" y="5522"/>
                </a:lnTo>
                <a:lnTo>
                  <a:pt x="2895" y="5281"/>
                </a:lnTo>
                <a:lnTo>
                  <a:pt x="2858" y="5040"/>
                </a:lnTo>
                <a:lnTo>
                  <a:pt x="2842" y="4798"/>
                </a:lnTo>
                <a:lnTo>
                  <a:pt x="2848" y="4557"/>
                </a:lnTo>
                <a:lnTo>
                  <a:pt x="2876" y="4315"/>
                </a:lnTo>
                <a:lnTo>
                  <a:pt x="2929" y="4073"/>
                </a:lnTo>
                <a:lnTo>
                  <a:pt x="3007" y="3832"/>
                </a:lnTo>
                <a:lnTo>
                  <a:pt x="3050" y="3726"/>
                </a:lnTo>
                <a:lnTo>
                  <a:pt x="3098" y="3624"/>
                </a:lnTo>
                <a:lnTo>
                  <a:pt x="3153" y="3526"/>
                </a:lnTo>
                <a:lnTo>
                  <a:pt x="3213" y="3432"/>
                </a:lnTo>
                <a:lnTo>
                  <a:pt x="3280" y="3343"/>
                </a:lnTo>
                <a:lnTo>
                  <a:pt x="3354" y="3258"/>
                </a:lnTo>
                <a:lnTo>
                  <a:pt x="3434" y="3178"/>
                </a:lnTo>
                <a:lnTo>
                  <a:pt x="3521" y="3104"/>
                </a:lnTo>
                <a:lnTo>
                  <a:pt x="3614" y="3035"/>
                </a:lnTo>
                <a:lnTo>
                  <a:pt x="3711" y="2977"/>
                </a:lnTo>
                <a:lnTo>
                  <a:pt x="3812" y="2929"/>
                </a:lnTo>
                <a:lnTo>
                  <a:pt x="3915" y="2891"/>
                </a:lnTo>
                <a:lnTo>
                  <a:pt x="4022" y="2863"/>
                </a:lnTo>
                <a:lnTo>
                  <a:pt x="4132" y="2846"/>
                </a:lnTo>
                <a:lnTo>
                  <a:pt x="4245" y="2840"/>
                </a:lnTo>
                <a:lnTo>
                  <a:pt x="4362" y="2844"/>
                </a:lnTo>
                <a:lnTo>
                  <a:pt x="4443" y="2854"/>
                </a:lnTo>
                <a:lnTo>
                  <a:pt x="4522" y="2870"/>
                </a:lnTo>
                <a:lnTo>
                  <a:pt x="4598" y="2893"/>
                </a:lnTo>
                <a:lnTo>
                  <a:pt x="4671" y="2922"/>
                </a:lnTo>
                <a:lnTo>
                  <a:pt x="4739" y="2956"/>
                </a:lnTo>
                <a:lnTo>
                  <a:pt x="4805" y="2997"/>
                </a:lnTo>
                <a:lnTo>
                  <a:pt x="4866" y="3043"/>
                </a:lnTo>
                <a:lnTo>
                  <a:pt x="4923" y="3094"/>
                </a:lnTo>
                <a:lnTo>
                  <a:pt x="4976" y="3150"/>
                </a:lnTo>
                <a:lnTo>
                  <a:pt x="5025" y="3211"/>
                </a:lnTo>
                <a:lnTo>
                  <a:pt x="5068" y="3277"/>
                </a:lnTo>
                <a:lnTo>
                  <a:pt x="5107" y="3348"/>
                </a:lnTo>
                <a:lnTo>
                  <a:pt x="5141" y="3422"/>
                </a:lnTo>
                <a:lnTo>
                  <a:pt x="5170" y="3501"/>
                </a:lnTo>
                <a:lnTo>
                  <a:pt x="5193" y="3584"/>
                </a:lnTo>
                <a:lnTo>
                  <a:pt x="5210" y="3670"/>
                </a:lnTo>
                <a:lnTo>
                  <a:pt x="5228" y="3816"/>
                </a:lnTo>
                <a:lnTo>
                  <a:pt x="5232" y="3961"/>
                </a:lnTo>
                <a:lnTo>
                  <a:pt x="5226" y="4105"/>
                </a:lnTo>
                <a:lnTo>
                  <a:pt x="5209" y="4247"/>
                </a:lnTo>
                <a:lnTo>
                  <a:pt x="5185" y="4389"/>
                </a:lnTo>
                <a:lnTo>
                  <a:pt x="5155" y="4529"/>
                </a:lnTo>
                <a:lnTo>
                  <a:pt x="5082" y="4809"/>
                </a:lnTo>
                <a:lnTo>
                  <a:pt x="4617" y="6403"/>
                </a:lnTo>
                <a:lnTo>
                  <a:pt x="4574" y="6584"/>
                </a:lnTo>
                <a:lnTo>
                  <a:pt x="4556" y="6758"/>
                </a:lnTo>
                <a:lnTo>
                  <a:pt x="4562" y="6924"/>
                </a:lnTo>
                <a:lnTo>
                  <a:pt x="4590" y="7081"/>
                </a:lnTo>
                <a:lnTo>
                  <a:pt x="4639" y="7228"/>
                </a:lnTo>
                <a:lnTo>
                  <a:pt x="4706" y="7364"/>
                </a:lnTo>
                <a:lnTo>
                  <a:pt x="4791" y="7487"/>
                </a:lnTo>
                <a:lnTo>
                  <a:pt x="4892" y="7598"/>
                </a:lnTo>
                <a:lnTo>
                  <a:pt x="5008" y="7693"/>
                </a:lnTo>
                <a:lnTo>
                  <a:pt x="5138" y="7774"/>
                </a:lnTo>
                <a:lnTo>
                  <a:pt x="5278" y="7838"/>
                </a:lnTo>
                <a:lnTo>
                  <a:pt x="5430" y="7885"/>
                </a:lnTo>
                <a:lnTo>
                  <a:pt x="5589" y="7914"/>
                </a:lnTo>
                <a:lnTo>
                  <a:pt x="5757" y="7922"/>
                </a:lnTo>
                <a:lnTo>
                  <a:pt x="5930" y="7911"/>
                </a:lnTo>
                <a:lnTo>
                  <a:pt x="6107" y="7877"/>
                </a:lnTo>
                <a:lnTo>
                  <a:pt x="6260" y="7832"/>
                </a:lnTo>
                <a:lnTo>
                  <a:pt x="6405" y="7774"/>
                </a:lnTo>
                <a:lnTo>
                  <a:pt x="6541" y="7704"/>
                </a:lnTo>
                <a:lnTo>
                  <a:pt x="6670" y="7623"/>
                </a:lnTo>
                <a:lnTo>
                  <a:pt x="6792" y="7531"/>
                </a:lnTo>
                <a:lnTo>
                  <a:pt x="6907" y="7429"/>
                </a:lnTo>
                <a:lnTo>
                  <a:pt x="7016" y="7318"/>
                </a:lnTo>
                <a:lnTo>
                  <a:pt x="7118" y="7198"/>
                </a:lnTo>
                <a:lnTo>
                  <a:pt x="7282" y="6978"/>
                </a:lnTo>
                <a:lnTo>
                  <a:pt x="7426" y="6749"/>
                </a:lnTo>
                <a:lnTo>
                  <a:pt x="7551" y="6512"/>
                </a:lnTo>
                <a:lnTo>
                  <a:pt x="7658" y="6268"/>
                </a:lnTo>
                <a:lnTo>
                  <a:pt x="7749" y="6017"/>
                </a:lnTo>
                <a:lnTo>
                  <a:pt x="7826" y="5760"/>
                </a:lnTo>
                <a:lnTo>
                  <a:pt x="7890" y="5498"/>
                </a:lnTo>
                <a:lnTo>
                  <a:pt x="7943" y="5232"/>
                </a:lnTo>
                <a:lnTo>
                  <a:pt x="8012" y="4785"/>
                </a:lnTo>
                <a:lnTo>
                  <a:pt x="8036" y="4561"/>
                </a:lnTo>
                <a:lnTo>
                  <a:pt x="8052" y="4336"/>
                </a:lnTo>
                <a:lnTo>
                  <a:pt x="8056" y="4111"/>
                </a:lnTo>
                <a:lnTo>
                  <a:pt x="8048" y="3887"/>
                </a:lnTo>
                <a:lnTo>
                  <a:pt x="8027" y="3662"/>
                </a:lnTo>
                <a:lnTo>
                  <a:pt x="7990" y="3438"/>
                </a:lnTo>
                <a:lnTo>
                  <a:pt x="7946" y="3244"/>
                </a:lnTo>
                <a:lnTo>
                  <a:pt x="7891" y="3058"/>
                </a:lnTo>
                <a:lnTo>
                  <a:pt x="7827" y="2881"/>
                </a:lnTo>
                <a:lnTo>
                  <a:pt x="7752" y="2713"/>
                </a:lnTo>
                <a:lnTo>
                  <a:pt x="7668" y="2554"/>
                </a:lnTo>
                <a:lnTo>
                  <a:pt x="7574" y="2403"/>
                </a:lnTo>
                <a:lnTo>
                  <a:pt x="7471" y="2262"/>
                </a:lnTo>
                <a:lnTo>
                  <a:pt x="7357" y="2130"/>
                </a:lnTo>
                <a:lnTo>
                  <a:pt x="7234" y="2006"/>
                </a:lnTo>
                <a:lnTo>
                  <a:pt x="7101" y="1892"/>
                </a:lnTo>
                <a:lnTo>
                  <a:pt x="6959" y="1788"/>
                </a:lnTo>
                <a:lnTo>
                  <a:pt x="6807" y="1693"/>
                </a:lnTo>
                <a:lnTo>
                  <a:pt x="6646" y="1607"/>
                </a:lnTo>
                <a:lnTo>
                  <a:pt x="6475" y="1531"/>
                </a:lnTo>
                <a:lnTo>
                  <a:pt x="6295" y="1464"/>
                </a:lnTo>
                <a:lnTo>
                  <a:pt x="6105" y="1408"/>
                </a:lnTo>
                <a:lnTo>
                  <a:pt x="5642" y="1307"/>
                </a:lnTo>
                <a:lnTo>
                  <a:pt x="5412" y="1273"/>
                </a:lnTo>
                <a:lnTo>
                  <a:pt x="5184" y="1253"/>
                </a:lnTo>
                <a:lnTo>
                  <a:pt x="4959" y="1244"/>
                </a:lnTo>
                <a:lnTo>
                  <a:pt x="4735" y="1249"/>
                </a:lnTo>
                <a:lnTo>
                  <a:pt x="4514" y="1266"/>
                </a:lnTo>
                <a:lnTo>
                  <a:pt x="4296" y="1298"/>
                </a:lnTo>
                <a:lnTo>
                  <a:pt x="4080" y="1343"/>
                </a:lnTo>
                <a:lnTo>
                  <a:pt x="3867" y="1402"/>
                </a:lnTo>
                <a:lnTo>
                  <a:pt x="3658" y="1476"/>
                </a:lnTo>
                <a:lnTo>
                  <a:pt x="3451" y="1565"/>
                </a:lnTo>
                <a:lnTo>
                  <a:pt x="3249" y="1669"/>
                </a:lnTo>
                <a:lnTo>
                  <a:pt x="3050" y="1788"/>
                </a:lnTo>
                <a:lnTo>
                  <a:pt x="2855" y="1923"/>
                </a:lnTo>
                <a:lnTo>
                  <a:pt x="2664" y="2075"/>
                </a:lnTo>
                <a:lnTo>
                  <a:pt x="2479" y="2241"/>
                </a:lnTo>
                <a:lnTo>
                  <a:pt x="2309" y="2413"/>
                </a:lnTo>
                <a:lnTo>
                  <a:pt x="2155" y="2590"/>
                </a:lnTo>
                <a:lnTo>
                  <a:pt x="2015" y="2774"/>
                </a:lnTo>
                <a:lnTo>
                  <a:pt x="1891" y="2964"/>
                </a:lnTo>
                <a:lnTo>
                  <a:pt x="1782" y="3159"/>
                </a:lnTo>
                <a:lnTo>
                  <a:pt x="1687" y="3360"/>
                </a:lnTo>
                <a:lnTo>
                  <a:pt x="1608" y="3566"/>
                </a:lnTo>
                <a:lnTo>
                  <a:pt x="1544" y="3778"/>
                </a:lnTo>
                <a:lnTo>
                  <a:pt x="1495" y="3995"/>
                </a:lnTo>
                <a:lnTo>
                  <a:pt x="1460" y="4217"/>
                </a:lnTo>
                <a:lnTo>
                  <a:pt x="1441" y="4444"/>
                </a:lnTo>
                <a:lnTo>
                  <a:pt x="1437" y="4677"/>
                </a:lnTo>
                <a:lnTo>
                  <a:pt x="1447" y="4914"/>
                </a:lnTo>
                <a:lnTo>
                  <a:pt x="1473" y="5156"/>
                </a:lnTo>
                <a:lnTo>
                  <a:pt x="1513" y="5403"/>
                </a:lnTo>
                <a:lnTo>
                  <a:pt x="1536" y="5503"/>
                </a:lnTo>
                <a:lnTo>
                  <a:pt x="1565" y="5601"/>
                </a:lnTo>
                <a:lnTo>
                  <a:pt x="1602" y="5697"/>
                </a:lnTo>
                <a:lnTo>
                  <a:pt x="1644" y="5789"/>
                </a:lnTo>
                <a:lnTo>
                  <a:pt x="1694" y="5879"/>
                </a:lnTo>
                <a:lnTo>
                  <a:pt x="1749" y="5965"/>
                </a:lnTo>
                <a:lnTo>
                  <a:pt x="1810" y="6047"/>
                </a:lnTo>
                <a:lnTo>
                  <a:pt x="1877" y="6126"/>
                </a:lnTo>
                <a:lnTo>
                  <a:pt x="1904" y="6157"/>
                </a:lnTo>
                <a:lnTo>
                  <a:pt x="1929" y="6189"/>
                </a:lnTo>
                <a:lnTo>
                  <a:pt x="1951" y="6221"/>
                </a:lnTo>
                <a:lnTo>
                  <a:pt x="1970" y="6253"/>
                </a:lnTo>
                <a:lnTo>
                  <a:pt x="1987" y="6286"/>
                </a:lnTo>
                <a:lnTo>
                  <a:pt x="2001" y="6319"/>
                </a:lnTo>
                <a:lnTo>
                  <a:pt x="2012" y="6352"/>
                </a:lnTo>
                <a:lnTo>
                  <a:pt x="2021" y="6386"/>
                </a:lnTo>
                <a:lnTo>
                  <a:pt x="2027" y="6420"/>
                </a:lnTo>
                <a:lnTo>
                  <a:pt x="2030" y="6455"/>
                </a:lnTo>
                <a:lnTo>
                  <a:pt x="2031" y="6490"/>
                </a:lnTo>
                <a:lnTo>
                  <a:pt x="2029" y="6526"/>
                </a:lnTo>
                <a:lnTo>
                  <a:pt x="2024" y="6563"/>
                </a:lnTo>
                <a:lnTo>
                  <a:pt x="2016" y="6601"/>
                </a:lnTo>
                <a:lnTo>
                  <a:pt x="2006" y="6640"/>
                </a:lnTo>
                <a:lnTo>
                  <a:pt x="1994" y="6679"/>
                </a:lnTo>
                <a:lnTo>
                  <a:pt x="1975" y="6736"/>
                </a:lnTo>
                <a:lnTo>
                  <a:pt x="1959" y="6794"/>
                </a:lnTo>
                <a:lnTo>
                  <a:pt x="1930" y="6910"/>
                </a:lnTo>
                <a:lnTo>
                  <a:pt x="1874" y="7142"/>
                </a:lnTo>
                <a:lnTo>
                  <a:pt x="1862" y="7181"/>
                </a:lnTo>
                <a:lnTo>
                  <a:pt x="1848" y="7215"/>
                </a:lnTo>
                <a:lnTo>
                  <a:pt x="1833" y="7247"/>
                </a:lnTo>
                <a:lnTo>
                  <a:pt x="1816" y="7275"/>
                </a:lnTo>
                <a:lnTo>
                  <a:pt x="1797" y="7299"/>
                </a:lnTo>
                <a:lnTo>
                  <a:pt x="1777" y="7320"/>
                </a:lnTo>
                <a:lnTo>
                  <a:pt x="1755" y="7337"/>
                </a:lnTo>
                <a:lnTo>
                  <a:pt x="1731" y="7351"/>
                </a:lnTo>
                <a:lnTo>
                  <a:pt x="1705" y="7361"/>
                </a:lnTo>
                <a:lnTo>
                  <a:pt x="1678" y="7368"/>
                </a:lnTo>
                <a:lnTo>
                  <a:pt x="1649" y="7372"/>
                </a:lnTo>
                <a:lnTo>
                  <a:pt x="1618" y="7372"/>
                </a:lnTo>
                <a:lnTo>
                  <a:pt x="1586" y="7368"/>
                </a:lnTo>
                <a:lnTo>
                  <a:pt x="1552" y="7361"/>
                </a:lnTo>
                <a:lnTo>
                  <a:pt x="1516" y="7350"/>
                </a:lnTo>
                <a:lnTo>
                  <a:pt x="1479" y="7335"/>
                </a:lnTo>
                <a:lnTo>
                  <a:pt x="1282" y="7241"/>
                </a:lnTo>
                <a:lnTo>
                  <a:pt x="1102" y="7132"/>
                </a:lnTo>
                <a:lnTo>
                  <a:pt x="1017" y="7071"/>
                </a:lnTo>
                <a:lnTo>
                  <a:pt x="936" y="7007"/>
                </a:lnTo>
                <a:lnTo>
                  <a:pt x="859" y="6939"/>
                </a:lnTo>
                <a:lnTo>
                  <a:pt x="785" y="6867"/>
                </a:lnTo>
                <a:lnTo>
                  <a:pt x="650" y="6713"/>
                </a:lnTo>
                <a:lnTo>
                  <a:pt x="529" y="6545"/>
                </a:lnTo>
                <a:lnTo>
                  <a:pt x="422" y="6364"/>
                </a:lnTo>
                <a:lnTo>
                  <a:pt x="330" y="6170"/>
                </a:lnTo>
                <a:lnTo>
                  <a:pt x="182" y="5767"/>
                </a:lnTo>
                <a:lnTo>
                  <a:pt x="124" y="5565"/>
                </a:lnTo>
                <a:lnTo>
                  <a:pt x="78" y="5363"/>
                </a:lnTo>
                <a:lnTo>
                  <a:pt x="42" y="5162"/>
                </a:lnTo>
                <a:lnTo>
                  <a:pt x="17" y="4960"/>
                </a:lnTo>
                <a:lnTo>
                  <a:pt x="3" y="4758"/>
                </a:lnTo>
                <a:lnTo>
                  <a:pt x="0" y="4556"/>
                </a:lnTo>
                <a:lnTo>
                  <a:pt x="8" y="4355"/>
                </a:lnTo>
                <a:lnTo>
                  <a:pt x="26" y="4153"/>
                </a:lnTo>
                <a:lnTo>
                  <a:pt x="55" y="3952"/>
                </a:lnTo>
                <a:lnTo>
                  <a:pt x="94" y="3751"/>
                </a:lnTo>
                <a:lnTo>
                  <a:pt x="204" y="3350"/>
                </a:lnTo>
                <a:lnTo>
                  <a:pt x="355" y="2951"/>
                </a:lnTo>
                <a:lnTo>
                  <a:pt x="473" y="2695"/>
                </a:lnTo>
                <a:lnTo>
                  <a:pt x="602" y="2450"/>
                </a:lnTo>
                <a:lnTo>
                  <a:pt x="742" y="2218"/>
                </a:lnTo>
                <a:lnTo>
                  <a:pt x="893" y="1998"/>
                </a:lnTo>
                <a:lnTo>
                  <a:pt x="1054" y="1789"/>
                </a:lnTo>
                <a:lnTo>
                  <a:pt x="1226" y="1592"/>
                </a:lnTo>
                <a:lnTo>
                  <a:pt x="1407" y="1407"/>
                </a:lnTo>
                <a:lnTo>
                  <a:pt x="1599" y="1233"/>
                </a:lnTo>
                <a:lnTo>
                  <a:pt x="1801" y="1071"/>
                </a:lnTo>
                <a:lnTo>
                  <a:pt x="2012" y="921"/>
                </a:lnTo>
                <a:lnTo>
                  <a:pt x="2233" y="781"/>
                </a:lnTo>
                <a:lnTo>
                  <a:pt x="2463" y="653"/>
                </a:lnTo>
                <a:lnTo>
                  <a:pt x="2703" y="537"/>
                </a:lnTo>
                <a:lnTo>
                  <a:pt x="2952" y="431"/>
                </a:lnTo>
                <a:lnTo>
                  <a:pt x="3478" y="254"/>
                </a:lnTo>
                <a:lnTo>
                  <a:pt x="3953" y="135"/>
                </a:lnTo>
                <a:lnTo>
                  <a:pt x="4428" y="52"/>
                </a:lnTo>
                <a:lnTo>
                  <a:pt x="4903" y="6"/>
                </a:lnTo>
                <a:lnTo>
                  <a:pt x="5376" y="0"/>
                </a:lnTo>
                <a:lnTo>
                  <a:pt x="5848" y="37"/>
                </a:lnTo>
                <a:lnTo>
                  <a:pt x="6317" y="118"/>
                </a:lnTo>
                <a:lnTo>
                  <a:pt x="6783" y="245"/>
                </a:lnTo>
                <a:lnTo>
                  <a:pt x="7245" y="422"/>
                </a:lnTo>
                <a:lnTo>
                  <a:pt x="7493" y="538"/>
                </a:lnTo>
                <a:lnTo>
                  <a:pt x="7729" y="664"/>
                </a:lnTo>
                <a:lnTo>
                  <a:pt x="7954" y="801"/>
                </a:lnTo>
                <a:lnTo>
                  <a:pt x="8167" y="947"/>
                </a:lnTo>
                <a:lnTo>
                  <a:pt x="8369" y="1103"/>
                </a:lnTo>
                <a:lnTo>
                  <a:pt x="8558" y="1269"/>
                </a:lnTo>
                <a:lnTo>
                  <a:pt x="8735" y="1446"/>
                </a:lnTo>
                <a:lnTo>
                  <a:pt x="8900" y="1632"/>
                </a:lnTo>
                <a:lnTo>
                  <a:pt x="9053" y="1829"/>
                </a:lnTo>
                <a:lnTo>
                  <a:pt x="9193" y="2036"/>
                </a:lnTo>
                <a:lnTo>
                  <a:pt x="9321" y="2254"/>
                </a:lnTo>
                <a:lnTo>
                  <a:pt x="9435" y="2481"/>
                </a:lnTo>
                <a:lnTo>
                  <a:pt x="9537" y="2719"/>
                </a:lnTo>
                <a:lnTo>
                  <a:pt x="9626" y="2968"/>
                </a:lnTo>
                <a:lnTo>
                  <a:pt x="9702" y="3227"/>
                </a:lnTo>
                <a:lnTo>
                  <a:pt x="9765" y="3497"/>
                </a:lnTo>
                <a:lnTo>
                  <a:pt x="9802" y="3716"/>
                </a:lnTo>
                <a:lnTo>
                  <a:pt x="9825" y="3935"/>
                </a:lnTo>
                <a:lnTo>
                  <a:pt x="9836" y="4155"/>
                </a:lnTo>
                <a:lnTo>
                  <a:pt x="9835" y="4374"/>
                </a:lnTo>
                <a:lnTo>
                  <a:pt x="9825" y="4594"/>
                </a:lnTo>
                <a:lnTo>
                  <a:pt x="9806" y="4813"/>
                </a:lnTo>
                <a:lnTo>
                  <a:pt x="9751" y="5252"/>
                </a:lnTo>
                <a:lnTo>
                  <a:pt x="9694" y="5585"/>
                </a:lnTo>
                <a:lnTo>
                  <a:pt x="9620" y="5912"/>
                </a:lnTo>
                <a:lnTo>
                  <a:pt x="9529" y="6232"/>
                </a:lnTo>
                <a:lnTo>
                  <a:pt x="9420" y="6545"/>
                </a:lnTo>
                <a:lnTo>
                  <a:pt x="9291" y="6850"/>
                </a:lnTo>
                <a:lnTo>
                  <a:pt x="9140" y="7146"/>
                </a:lnTo>
                <a:lnTo>
                  <a:pt x="8968" y="7434"/>
                </a:lnTo>
                <a:lnTo>
                  <a:pt x="8772" y="7712"/>
                </a:lnTo>
                <a:lnTo>
                  <a:pt x="8493" y="8045"/>
                </a:lnTo>
                <a:lnTo>
                  <a:pt x="8346" y="8196"/>
                </a:lnTo>
                <a:lnTo>
                  <a:pt x="8193" y="8337"/>
                </a:lnTo>
                <a:lnTo>
                  <a:pt x="8034" y="8467"/>
                </a:lnTo>
                <a:lnTo>
                  <a:pt x="7870" y="8587"/>
                </a:lnTo>
                <a:lnTo>
                  <a:pt x="7701" y="8696"/>
                </a:lnTo>
                <a:lnTo>
                  <a:pt x="7525" y="8795"/>
                </a:lnTo>
                <a:lnTo>
                  <a:pt x="7345" y="8882"/>
                </a:lnTo>
                <a:lnTo>
                  <a:pt x="7159" y="8958"/>
                </a:lnTo>
                <a:lnTo>
                  <a:pt x="6967" y="9023"/>
                </a:lnTo>
                <a:lnTo>
                  <a:pt x="6769" y="9077"/>
                </a:lnTo>
                <a:lnTo>
                  <a:pt x="6566" y="9119"/>
                </a:lnTo>
                <a:lnTo>
                  <a:pt x="6357" y="9150"/>
                </a:lnTo>
                <a:lnTo>
                  <a:pt x="6143" y="9169"/>
                </a:lnTo>
                <a:lnTo>
                  <a:pt x="5922" y="9176"/>
                </a:lnTo>
                <a:lnTo>
                  <a:pt x="5655" y="9165"/>
                </a:lnTo>
                <a:lnTo>
                  <a:pt x="5525" y="9150"/>
                </a:lnTo>
                <a:lnTo>
                  <a:pt x="5398" y="9128"/>
                </a:lnTo>
                <a:lnTo>
                  <a:pt x="5273" y="9099"/>
                </a:lnTo>
                <a:lnTo>
                  <a:pt x="5152" y="9063"/>
                </a:lnTo>
                <a:lnTo>
                  <a:pt x="5034" y="9020"/>
                </a:lnTo>
                <a:lnTo>
                  <a:pt x="4918" y="8970"/>
                </a:lnTo>
                <a:lnTo>
                  <a:pt x="4806" y="8913"/>
                </a:lnTo>
                <a:lnTo>
                  <a:pt x="4697" y="8848"/>
                </a:lnTo>
                <a:lnTo>
                  <a:pt x="4591" y="8776"/>
                </a:lnTo>
                <a:lnTo>
                  <a:pt x="4489" y="8696"/>
                </a:lnTo>
                <a:lnTo>
                  <a:pt x="4390" y="8608"/>
                </a:lnTo>
                <a:lnTo>
                  <a:pt x="4295" y="8512"/>
                </a:lnTo>
                <a:lnTo>
                  <a:pt x="4203" y="8408"/>
                </a:lnTo>
                <a:lnTo>
                  <a:pt x="4115" y="8296"/>
                </a:lnTo>
              </a:path>
            </a:pathLst>
          </a:custGeom>
          <a:solidFill>
            <a:srgbClr val="123563"/>
          </a:solidFill>
          <a:ln>
            <a:noFill/>
          </a:ln>
          <a:effectLst/>
        </p:spPr>
        <p:txBody>
          <a:bodyPr wrap="none" anchor="ctr"/>
          <a:lstStyle/>
          <a:p>
            <a:endParaRPr lang="de-DE">
              <a:latin typeface="BISansOpti"/>
            </a:endParaRPr>
          </a:p>
        </p:txBody>
      </p:sp>
      <p:sp>
        <p:nvSpPr>
          <p:cNvPr id="17" name="Freeform 2"/>
          <p:cNvSpPr>
            <a:spLocks noChangeAspect="1" noChangeArrowheads="1"/>
          </p:cNvSpPr>
          <p:nvPr userDrawn="1"/>
        </p:nvSpPr>
        <p:spPr bwMode="auto">
          <a:xfrm>
            <a:off x="2915299" y="1272056"/>
            <a:ext cx="323999" cy="323999"/>
          </a:xfrm>
          <a:custGeom>
            <a:avLst/>
            <a:gdLst>
              <a:gd name="T0" fmla="*/ 12913 w 14438"/>
              <a:gd name="T1" fmla="*/ 17 h 14438"/>
              <a:gd name="T2" fmla="*/ 13781 w 14438"/>
              <a:gd name="T3" fmla="*/ 392 h 14438"/>
              <a:gd name="T4" fmla="*/ 14305 w 14438"/>
              <a:gd name="T5" fmla="*/ 1097 h 14438"/>
              <a:gd name="T6" fmla="*/ 14432 w 14438"/>
              <a:gd name="T7" fmla="*/ 12796 h 14438"/>
              <a:gd name="T8" fmla="*/ 14249 w 14438"/>
              <a:gd name="T9" fmla="*/ 13460 h 14438"/>
              <a:gd name="T10" fmla="*/ 13703 w 14438"/>
              <a:gd name="T11" fmla="*/ 14108 h 14438"/>
              <a:gd name="T12" fmla="*/ 12896 w 14438"/>
              <a:gd name="T13" fmla="*/ 14422 h 14438"/>
              <a:gd name="T14" fmla="*/ 1127 w 14438"/>
              <a:gd name="T15" fmla="*/ 14320 h 14438"/>
              <a:gd name="T16" fmla="*/ 473 w 14438"/>
              <a:gd name="T17" fmla="*/ 13875 h 14438"/>
              <a:gd name="T18" fmla="*/ 75 w 14438"/>
              <a:gd name="T19" fmla="*/ 13174 h 14438"/>
              <a:gd name="T20" fmla="*/ 19 w 14438"/>
              <a:gd name="T21" fmla="*/ 1490 h 14438"/>
              <a:gd name="T22" fmla="*/ 243 w 14438"/>
              <a:gd name="T23" fmla="*/ 870 h 14438"/>
              <a:gd name="T24" fmla="*/ 717 w 14438"/>
              <a:gd name="T25" fmla="*/ 343 h 14438"/>
              <a:gd name="T26" fmla="*/ 1356 w 14438"/>
              <a:gd name="T27" fmla="*/ 46 h 14438"/>
              <a:gd name="T28" fmla="*/ 11674 w 14438"/>
              <a:gd name="T29" fmla="*/ 6803 h 14438"/>
              <a:gd name="T30" fmla="*/ 11511 w 14438"/>
              <a:gd name="T31" fmla="*/ 8713 h 14438"/>
              <a:gd name="T32" fmla="*/ 10505 w 14438"/>
              <a:gd name="T33" fmla="*/ 10313 h 14438"/>
              <a:gd name="T34" fmla="*/ 8796 w 14438"/>
              <a:gd name="T35" fmla="*/ 11441 h 14438"/>
              <a:gd name="T36" fmla="*/ 6950 w 14438"/>
              <a:gd name="T37" fmla="*/ 11727 h 14438"/>
              <a:gd name="T38" fmla="*/ 5067 w 14438"/>
              <a:gd name="T39" fmla="*/ 11137 h 14438"/>
              <a:gd name="T40" fmla="*/ 3387 w 14438"/>
              <a:gd name="T41" fmla="*/ 9647 h 14438"/>
              <a:gd name="T42" fmla="*/ 2759 w 14438"/>
              <a:gd name="T43" fmla="*/ 7666 h 14438"/>
              <a:gd name="T44" fmla="*/ 1801 w 14438"/>
              <a:gd name="T45" fmla="*/ 6048 h 14438"/>
              <a:gd name="T46" fmla="*/ 1831 w 14438"/>
              <a:gd name="T47" fmla="*/ 12398 h 14438"/>
              <a:gd name="T48" fmla="*/ 1969 w 14438"/>
              <a:gd name="T49" fmla="*/ 12574 h 14438"/>
              <a:gd name="T50" fmla="*/ 2231 w 14438"/>
              <a:gd name="T51" fmla="*/ 12635 h 14438"/>
              <a:gd name="T52" fmla="*/ 12355 w 14438"/>
              <a:gd name="T53" fmla="*/ 12615 h 14438"/>
              <a:gd name="T54" fmla="*/ 12494 w 14438"/>
              <a:gd name="T55" fmla="*/ 12559 h 14438"/>
              <a:gd name="T56" fmla="*/ 12584 w 14438"/>
              <a:gd name="T57" fmla="*/ 12451 h 14438"/>
              <a:gd name="T58" fmla="*/ 12630 w 14438"/>
              <a:gd name="T59" fmla="*/ 12242 h 14438"/>
              <a:gd name="T60" fmla="*/ 7228 w 14438"/>
              <a:gd name="T61" fmla="*/ 10019 h 14438"/>
              <a:gd name="T62" fmla="*/ 8762 w 14438"/>
              <a:gd name="T63" fmla="*/ 9581 h 14438"/>
              <a:gd name="T64" fmla="*/ 9907 w 14438"/>
              <a:gd name="T65" fmla="*/ 8263 h 14438"/>
              <a:gd name="T66" fmla="*/ 10045 w 14438"/>
              <a:gd name="T67" fmla="*/ 6516 h 14438"/>
              <a:gd name="T68" fmla="*/ 9166 w 14438"/>
              <a:gd name="T69" fmla="*/ 5099 h 14438"/>
              <a:gd name="T70" fmla="*/ 7702 w 14438"/>
              <a:gd name="T71" fmla="*/ 4419 h 14438"/>
              <a:gd name="T72" fmla="*/ 6052 w 14438"/>
              <a:gd name="T73" fmla="*/ 4623 h 14438"/>
              <a:gd name="T74" fmla="*/ 4844 w 14438"/>
              <a:gd name="T75" fmla="*/ 5593 h 14438"/>
              <a:gd name="T76" fmla="*/ 4336 w 14438"/>
              <a:gd name="T77" fmla="*/ 7017 h 14438"/>
              <a:gd name="T78" fmla="*/ 4649 w 14438"/>
              <a:gd name="T79" fmla="*/ 8481 h 14438"/>
              <a:gd name="T80" fmla="*/ 5608 w 14438"/>
              <a:gd name="T81" fmla="*/ 9522 h 14438"/>
              <a:gd name="T82" fmla="*/ 6977 w 14438"/>
              <a:gd name="T83" fmla="*/ 10006 h 14438"/>
              <a:gd name="T84" fmla="*/ 9947 w 14438"/>
              <a:gd name="T85" fmla="*/ 4184 h 14438"/>
              <a:gd name="T86" fmla="*/ 10089 w 14438"/>
              <a:gd name="T87" fmla="*/ 4407 h 14438"/>
              <a:gd name="T88" fmla="*/ 10342 w 14438"/>
              <a:gd name="T89" fmla="*/ 4506 h 14438"/>
              <a:gd name="T90" fmla="*/ 12359 w 14438"/>
              <a:gd name="T91" fmla="*/ 4474 h 14438"/>
              <a:gd name="T92" fmla="*/ 12560 w 14438"/>
              <a:gd name="T93" fmla="*/ 4309 h 14438"/>
              <a:gd name="T94" fmla="*/ 12635 w 14438"/>
              <a:gd name="T95" fmla="*/ 4037 h 14438"/>
              <a:gd name="T96" fmla="*/ 12582 w 14438"/>
              <a:gd name="T97" fmla="*/ 2038 h 14438"/>
              <a:gd name="T98" fmla="*/ 12395 w 14438"/>
              <a:gd name="T99" fmla="*/ 1854 h 14438"/>
              <a:gd name="T100" fmla="*/ 10408 w 14438"/>
              <a:gd name="T101" fmla="*/ 1802 h 14438"/>
              <a:gd name="T102" fmla="*/ 10126 w 14438"/>
              <a:gd name="T103" fmla="*/ 1877 h 14438"/>
              <a:gd name="T104" fmla="*/ 9962 w 14438"/>
              <a:gd name="T105" fmla="*/ 2086 h 144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4438" h="14438">
                <a:moveTo>
                  <a:pt x="12872" y="0"/>
                </a:moveTo>
                <a:lnTo>
                  <a:pt x="12892" y="10"/>
                </a:lnTo>
                <a:lnTo>
                  <a:pt x="12897" y="12"/>
                </a:lnTo>
                <a:lnTo>
                  <a:pt x="12903" y="14"/>
                </a:lnTo>
                <a:lnTo>
                  <a:pt x="12908" y="16"/>
                </a:lnTo>
                <a:lnTo>
                  <a:pt x="12913" y="17"/>
                </a:lnTo>
                <a:lnTo>
                  <a:pt x="13079" y="54"/>
                </a:lnTo>
                <a:lnTo>
                  <a:pt x="13237" y="102"/>
                </a:lnTo>
                <a:lnTo>
                  <a:pt x="13387" y="160"/>
                </a:lnTo>
                <a:lnTo>
                  <a:pt x="13527" y="227"/>
                </a:lnTo>
                <a:lnTo>
                  <a:pt x="13659" y="305"/>
                </a:lnTo>
                <a:lnTo>
                  <a:pt x="13781" y="392"/>
                </a:lnTo>
                <a:lnTo>
                  <a:pt x="13894" y="488"/>
                </a:lnTo>
                <a:lnTo>
                  <a:pt x="13997" y="594"/>
                </a:lnTo>
                <a:lnTo>
                  <a:pt x="14089" y="707"/>
                </a:lnTo>
                <a:lnTo>
                  <a:pt x="14172" y="829"/>
                </a:lnTo>
                <a:lnTo>
                  <a:pt x="14244" y="959"/>
                </a:lnTo>
                <a:lnTo>
                  <a:pt x="14305" y="1097"/>
                </a:lnTo>
                <a:lnTo>
                  <a:pt x="14355" y="1242"/>
                </a:lnTo>
                <a:lnTo>
                  <a:pt x="14394" y="1394"/>
                </a:lnTo>
                <a:lnTo>
                  <a:pt x="14421" y="1553"/>
                </a:lnTo>
                <a:lnTo>
                  <a:pt x="14437" y="1718"/>
                </a:lnTo>
                <a:lnTo>
                  <a:pt x="14437" y="12716"/>
                </a:lnTo>
                <a:lnTo>
                  <a:pt x="14432" y="12796"/>
                </a:lnTo>
                <a:lnTo>
                  <a:pt x="14424" y="12876"/>
                </a:lnTo>
                <a:lnTo>
                  <a:pt x="14412" y="12955"/>
                </a:lnTo>
                <a:lnTo>
                  <a:pt x="14397" y="13033"/>
                </a:lnTo>
                <a:lnTo>
                  <a:pt x="14358" y="13182"/>
                </a:lnTo>
                <a:lnTo>
                  <a:pt x="14308" y="13325"/>
                </a:lnTo>
                <a:lnTo>
                  <a:pt x="14249" y="13460"/>
                </a:lnTo>
                <a:lnTo>
                  <a:pt x="14179" y="13588"/>
                </a:lnTo>
                <a:lnTo>
                  <a:pt x="14101" y="13709"/>
                </a:lnTo>
                <a:lnTo>
                  <a:pt x="14014" y="13821"/>
                </a:lnTo>
                <a:lnTo>
                  <a:pt x="13918" y="13925"/>
                </a:lnTo>
                <a:lnTo>
                  <a:pt x="13814" y="14021"/>
                </a:lnTo>
                <a:lnTo>
                  <a:pt x="13703" y="14108"/>
                </a:lnTo>
                <a:lnTo>
                  <a:pt x="13584" y="14185"/>
                </a:lnTo>
                <a:lnTo>
                  <a:pt x="13458" y="14253"/>
                </a:lnTo>
                <a:lnTo>
                  <a:pt x="13326" y="14311"/>
                </a:lnTo>
                <a:lnTo>
                  <a:pt x="13189" y="14358"/>
                </a:lnTo>
                <a:lnTo>
                  <a:pt x="13045" y="14396"/>
                </a:lnTo>
                <a:lnTo>
                  <a:pt x="12896" y="14422"/>
                </a:lnTo>
                <a:lnTo>
                  <a:pt x="12743" y="14437"/>
                </a:lnTo>
                <a:lnTo>
                  <a:pt x="1655" y="14437"/>
                </a:lnTo>
                <a:lnTo>
                  <a:pt x="1518" y="14423"/>
                </a:lnTo>
                <a:lnTo>
                  <a:pt x="1384" y="14398"/>
                </a:lnTo>
                <a:lnTo>
                  <a:pt x="1253" y="14364"/>
                </a:lnTo>
                <a:lnTo>
                  <a:pt x="1127" y="14320"/>
                </a:lnTo>
                <a:lnTo>
                  <a:pt x="1004" y="14266"/>
                </a:lnTo>
                <a:lnTo>
                  <a:pt x="887" y="14204"/>
                </a:lnTo>
                <a:lnTo>
                  <a:pt x="774" y="14134"/>
                </a:lnTo>
                <a:lnTo>
                  <a:pt x="668" y="14055"/>
                </a:lnTo>
                <a:lnTo>
                  <a:pt x="567" y="13969"/>
                </a:lnTo>
                <a:lnTo>
                  <a:pt x="473" y="13875"/>
                </a:lnTo>
                <a:lnTo>
                  <a:pt x="387" y="13774"/>
                </a:lnTo>
                <a:lnTo>
                  <a:pt x="307" y="13666"/>
                </a:lnTo>
                <a:lnTo>
                  <a:pt x="236" y="13552"/>
                </a:lnTo>
                <a:lnTo>
                  <a:pt x="173" y="13431"/>
                </a:lnTo>
                <a:lnTo>
                  <a:pt x="119" y="13305"/>
                </a:lnTo>
                <a:lnTo>
                  <a:pt x="75" y="13174"/>
                </a:lnTo>
                <a:lnTo>
                  <a:pt x="55" y="13101"/>
                </a:lnTo>
                <a:lnTo>
                  <a:pt x="36" y="13028"/>
                </a:lnTo>
                <a:lnTo>
                  <a:pt x="0" y="12881"/>
                </a:lnTo>
                <a:lnTo>
                  <a:pt x="0" y="1558"/>
                </a:lnTo>
                <a:lnTo>
                  <a:pt x="13" y="1513"/>
                </a:lnTo>
                <a:lnTo>
                  <a:pt x="19" y="1490"/>
                </a:lnTo>
                <a:lnTo>
                  <a:pt x="24" y="1468"/>
                </a:lnTo>
                <a:lnTo>
                  <a:pt x="55" y="1337"/>
                </a:lnTo>
                <a:lnTo>
                  <a:pt x="92" y="1211"/>
                </a:lnTo>
                <a:lnTo>
                  <a:pt x="136" y="1092"/>
                </a:lnTo>
                <a:lnTo>
                  <a:pt x="186" y="978"/>
                </a:lnTo>
                <a:lnTo>
                  <a:pt x="243" y="870"/>
                </a:lnTo>
                <a:lnTo>
                  <a:pt x="306" y="767"/>
                </a:lnTo>
                <a:lnTo>
                  <a:pt x="375" y="671"/>
                </a:lnTo>
                <a:lnTo>
                  <a:pt x="451" y="580"/>
                </a:lnTo>
                <a:lnTo>
                  <a:pt x="533" y="495"/>
                </a:lnTo>
                <a:lnTo>
                  <a:pt x="622" y="416"/>
                </a:lnTo>
                <a:lnTo>
                  <a:pt x="717" y="343"/>
                </a:lnTo>
                <a:lnTo>
                  <a:pt x="819" y="276"/>
                </a:lnTo>
                <a:lnTo>
                  <a:pt x="927" y="214"/>
                </a:lnTo>
                <a:lnTo>
                  <a:pt x="1042" y="159"/>
                </a:lnTo>
                <a:lnTo>
                  <a:pt x="1163" y="109"/>
                </a:lnTo>
                <a:lnTo>
                  <a:pt x="1291" y="65"/>
                </a:lnTo>
                <a:lnTo>
                  <a:pt x="1356" y="46"/>
                </a:lnTo>
                <a:lnTo>
                  <a:pt x="1422" y="30"/>
                </a:lnTo>
                <a:lnTo>
                  <a:pt x="1554" y="0"/>
                </a:lnTo>
                <a:lnTo>
                  <a:pt x="12872" y="0"/>
                </a:lnTo>
                <a:close/>
                <a:moveTo>
                  <a:pt x="11550" y="6105"/>
                </a:moveTo>
                <a:lnTo>
                  <a:pt x="11623" y="6457"/>
                </a:lnTo>
                <a:lnTo>
                  <a:pt x="11674" y="6803"/>
                </a:lnTo>
                <a:lnTo>
                  <a:pt x="11703" y="7141"/>
                </a:lnTo>
                <a:lnTo>
                  <a:pt x="11710" y="7472"/>
                </a:lnTo>
                <a:lnTo>
                  <a:pt x="11695" y="7794"/>
                </a:lnTo>
                <a:lnTo>
                  <a:pt x="11656" y="8109"/>
                </a:lnTo>
                <a:lnTo>
                  <a:pt x="11595" y="8415"/>
                </a:lnTo>
                <a:lnTo>
                  <a:pt x="11511" y="8713"/>
                </a:lnTo>
                <a:lnTo>
                  <a:pt x="11404" y="9002"/>
                </a:lnTo>
                <a:lnTo>
                  <a:pt x="11272" y="9283"/>
                </a:lnTo>
                <a:lnTo>
                  <a:pt x="11117" y="9554"/>
                </a:lnTo>
                <a:lnTo>
                  <a:pt x="10937" y="9817"/>
                </a:lnTo>
                <a:lnTo>
                  <a:pt x="10733" y="10070"/>
                </a:lnTo>
                <a:lnTo>
                  <a:pt x="10505" y="10313"/>
                </a:lnTo>
                <a:lnTo>
                  <a:pt x="10251" y="10547"/>
                </a:lnTo>
                <a:lnTo>
                  <a:pt x="9972" y="10770"/>
                </a:lnTo>
                <a:lnTo>
                  <a:pt x="9684" y="10973"/>
                </a:lnTo>
                <a:lnTo>
                  <a:pt x="9391" y="11153"/>
                </a:lnTo>
                <a:lnTo>
                  <a:pt x="9095" y="11309"/>
                </a:lnTo>
                <a:lnTo>
                  <a:pt x="8796" y="11441"/>
                </a:lnTo>
                <a:lnTo>
                  <a:pt x="8493" y="11549"/>
                </a:lnTo>
                <a:lnTo>
                  <a:pt x="8189" y="11633"/>
                </a:lnTo>
                <a:lnTo>
                  <a:pt x="7881" y="11693"/>
                </a:lnTo>
                <a:lnTo>
                  <a:pt x="7572" y="11728"/>
                </a:lnTo>
                <a:lnTo>
                  <a:pt x="7262" y="11740"/>
                </a:lnTo>
                <a:lnTo>
                  <a:pt x="6950" y="11727"/>
                </a:lnTo>
                <a:lnTo>
                  <a:pt x="6636" y="11690"/>
                </a:lnTo>
                <a:lnTo>
                  <a:pt x="6323" y="11629"/>
                </a:lnTo>
                <a:lnTo>
                  <a:pt x="6008" y="11543"/>
                </a:lnTo>
                <a:lnTo>
                  <a:pt x="5694" y="11432"/>
                </a:lnTo>
                <a:lnTo>
                  <a:pt x="5380" y="11297"/>
                </a:lnTo>
                <a:lnTo>
                  <a:pt x="5067" y="11137"/>
                </a:lnTo>
                <a:lnTo>
                  <a:pt x="4711" y="10926"/>
                </a:lnTo>
                <a:lnTo>
                  <a:pt x="4386" y="10699"/>
                </a:lnTo>
                <a:lnTo>
                  <a:pt x="4092" y="10457"/>
                </a:lnTo>
                <a:lnTo>
                  <a:pt x="3827" y="10202"/>
                </a:lnTo>
                <a:lnTo>
                  <a:pt x="3592" y="9931"/>
                </a:lnTo>
                <a:lnTo>
                  <a:pt x="3387" y="9647"/>
                </a:lnTo>
                <a:lnTo>
                  <a:pt x="3210" y="9349"/>
                </a:lnTo>
                <a:lnTo>
                  <a:pt x="3063" y="9038"/>
                </a:lnTo>
                <a:lnTo>
                  <a:pt x="2945" y="8714"/>
                </a:lnTo>
                <a:lnTo>
                  <a:pt x="2855" y="8377"/>
                </a:lnTo>
                <a:lnTo>
                  <a:pt x="2793" y="8028"/>
                </a:lnTo>
                <a:lnTo>
                  <a:pt x="2759" y="7666"/>
                </a:lnTo>
                <a:lnTo>
                  <a:pt x="2753" y="7292"/>
                </a:lnTo>
                <a:lnTo>
                  <a:pt x="2774" y="6907"/>
                </a:lnTo>
                <a:lnTo>
                  <a:pt x="2822" y="6510"/>
                </a:lnTo>
                <a:lnTo>
                  <a:pt x="2898" y="6103"/>
                </a:lnTo>
                <a:lnTo>
                  <a:pt x="1801" y="5865"/>
                </a:lnTo>
                <a:lnTo>
                  <a:pt x="1801" y="6048"/>
                </a:lnTo>
                <a:lnTo>
                  <a:pt x="1801" y="11985"/>
                </a:lnTo>
                <a:lnTo>
                  <a:pt x="1802" y="12211"/>
                </a:lnTo>
                <a:lnTo>
                  <a:pt x="1805" y="12263"/>
                </a:lnTo>
                <a:lnTo>
                  <a:pt x="1810" y="12312"/>
                </a:lnTo>
                <a:lnTo>
                  <a:pt x="1819" y="12357"/>
                </a:lnTo>
                <a:lnTo>
                  <a:pt x="1831" y="12398"/>
                </a:lnTo>
                <a:lnTo>
                  <a:pt x="1846" y="12436"/>
                </a:lnTo>
                <a:lnTo>
                  <a:pt x="1864" y="12470"/>
                </a:lnTo>
                <a:lnTo>
                  <a:pt x="1885" y="12501"/>
                </a:lnTo>
                <a:lnTo>
                  <a:pt x="1910" y="12529"/>
                </a:lnTo>
                <a:lnTo>
                  <a:pt x="1938" y="12553"/>
                </a:lnTo>
                <a:lnTo>
                  <a:pt x="1969" y="12574"/>
                </a:lnTo>
                <a:lnTo>
                  <a:pt x="2004" y="12592"/>
                </a:lnTo>
                <a:lnTo>
                  <a:pt x="2042" y="12606"/>
                </a:lnTo>
                <a:lnTo>
                  <a:pt x="2084" y="12618"/>
                </a:lnTo>
                <a:lnTo>
                  <a:pt x="2129" y="12627"/>
                </a:lnTo>
                <a:lnTo>
                  <a:pt x="2178" y="12632"/>
                </a:lnTo>
                <a:lnTo>
                  <a:pt x="2231" y="12635"/>
                </a:lnTo>
                <a:lnTo>
                  <a:pt x="2315" y="12636"/>
                </a:lnTo>
                <a:lnTo>
                  <a:pt x="12118" y="12635"/>
                </a:lnTo>
                <a:lnTo>
                  <a:pt x="12178" y="12634"/>
                </a:lnTo>
                <a:lnTo>
                  <a:pt x="12237" y="12630"/>
                </a:lnTo>
                <a:lnTo>
                  <a:pt x="12296" y="12624"/>
                </a:lnTo>
                <a:lnTo>
                  <a:pt x="12355" y="12615"/>
                </a:lnTo>
                <a:lnTo>
                  <a:pt x="12382" y="12609"/>
                </a:lnTo>
                <a:lnTo>
                  <a:pt x="12407" y="12602"/>
                </a:lnTo>
                <a:lnTo>
                  <a:pt x="12431" y="12593"/>
                </a:lnTo>
                <a:lnTo>
                  <a:pt x="12453" y="12583"/>
                </a:lnTo>
                <a:lnTo>
                  <a:pt x="12474" y="12572"/>
                </a:lnTo>
                <a:lnTo>
                  <a:pt x="12494" y="12559"/>
                </a:lnTo>
                <a:lnTo>
                  <a:pt x="12513" y="12544"/>
                </a:lnTo>
                <a:lnTo>
                  <a:pt x="12530" y="12528"/>
                </a:lnTo>
                <a:lnTo>
                  <a:pt x="12545" y="12511"/>
                </a:lnTo>
                <a:lnTo>
                  <a:pt x="12560" y="12493"/>
                </a:lnTo>
                <a:lnTo>
                  <a:pt x="12573" y="12473"/>
                </a:lnTo>
                <a:lnTo>
                  <a:pt x="12584" y="12451"/>
                </a:lnTo>
                <a:lnTo>
                  <a:pt x="12594" y="12429"/>
                </a:lnTo>
                <a:lnTo>
                  <a:pt x="12602" y="12405"/>
                </a:lnTo>
                <a:lnTo>
                  <a:pt x="12610" y="12380"/>
                </a:lnTo>
                <a:lnTo>
                  <a:pt x="12615" y="12353"/>
                </a:lnTo>
                <a:lnTo>
                  <a:pt x="12624" y="12298"/>
                </a:lnTo>
                <a:lnTo>
                  <a:pt x="12630" y="12242"/>
                </a:lnTo>
                <a:lnTo>
                  <a:pt x="12634" y="12186"/>
                </a:lnTo>
                <a:lnTo>
                  <a:pt x="12635" y="12130"/>
                </a:lnTo>
                <a:lnTo>
                  <a:pt x="12636" y="6023"/>
                </a:lnTo>
                <a:lnTo>
                  <a:pt x="12636" y="5865"/>
                </a:lnTo>
                <a:lnTo>
                  <a:pt x="11550" y="6105"/>
                </a:lnTo>
                <a:close/>
                <a:moveTo>
                  <a:pt x="7228" y="10019"/>
                </a:moveTo>
                <a:lnTo>
                  <a:pt x="7564" y="9978"/>
                </a:lnTo>
                <a:lnTo>
                  <a:pt x="7731" y="9954"/>
                </a:lnTo>
                <a:lnTo>
                  <a:pt x="7897" y="9923"/>
                </a:lnTo>
                <a:lnTo>
                  <a:pt x="8204" y="9839"/>
                </a:lnTo>
                <a:lnTo>
                  <a:pt x="8493" y="9724"/>
                </a:lnTo>
                <a:lnTo>
                  <a:pt x="8762" y="9581"/>
                </a:lnTo>
                <a:lnTo>
                  <a:pt x="9011" y="9412"/>
                </a:lnTo>
                <a:lnTo>
                  <a:pt x="9239" y="9220"/>
                </a:lnTo>
                <a:lnTo>
                  <a:pt x="9443" y="9007"/>
                </a:lnTo>
                <a:lnTo>
                  <a:pt x="9624" y="8775"/>
                </a:lnTo>
                <a:lnTo>
                  <a:pt x="9779" y="8526"/>
                </a:lnTo>
                <a:lnTo>
                  <a:pt x="9907" y="8263"/>
                </a:lnTo>
                <a:lnTo>
                  <a:pt x="10007" y="7988"/>
                </a:lnTo>
                <a:lnTo>
                  <a:pt x="10078" y="7704"/>
                </a:lnTo>
                <a:lnTo>
                  <a:pt x="10119" y="7412"/>
                </a:lnTo>
                <a:lnTo>
                  <a:pt x="10128" y="7115"/>
                </a:lnTo>
                <a:lnTo>
                  <a:pt x="10103" y="6816"/>
                </a:lnTo>
                <a:lnTo>
                  <a:pt x="10045" y="6516"/>
                </a:lnTo>
                <a:lnTo>
                  <a:pt x="9950" y="6218"/>
                </a:lnTo>
                <a:lnTo>
                  <a:pt x="9837" y="5959"/>
                </a:lnTo>
                <a:lnTo>
                  <a:pt x="9700" y="5717"/>
                </a:lnTo>
                <a:lnTo>
                  <a:pt x="9541" y="5493"/>
                </a:lnTo>
                <a:lnTo>
                  <a:pt x="9363" y="5286"/>
                </a:lnTo>
                <a:lnTo>
                  <a:pt x="9166" y="5099"/>
                </a:lnTo>
                <a:lnTo>
                  <a:pt x="8952" y="4931"/>
                </a:lnTo>
                <a:lnTo>
                  <a:pt x="8724" y="4784"/>
                </a:lnTo>
                <a:lnTo>
                  <a:pt x="8484" y="4658"/>
                </a:lnTo>
                <a:lnTo>
                  <a:pt x="8232" y="4555"/>
                </a:lnTo>
                <a:lnTo>
                  <a:pt x="7970" y="4475"/>
                </a:lnTo>
                <a:lnTo>
                  <a:pt x="7702" y="4419"/>
                </a:lnTo>
                <a:lnTo>
                  <a:pt x="7428" y="4387"/>
                </a:lnTo>
                <a:lnTo>
                  <a:pt x="7149" y="4381"/>
                </a:lnTo>
                <a:lnTo>
                  <a:pt x="6869" y="4402"/>
                </a:lnTo>
                <a:lnTo>
                  <a:pt x="6589" y="4450"/>
                </a:lnTo>
                <a:lnTo>
                  <a:pt x="6310" y="4526"/>
                </a:lnTo>
                <a:lnTo>
                  <a:pt x="6052" y="4623"/>
                </a:lnTo>
                <a:lnTo>
                  <a:pt x="5809" y="4741"/>
                </a:lnTo>
                <a:lnTo>
                  <a:pt x="5582" y="4878"/>
                </a:lnTo>
                <a:lnTo>
                  <a:pt x="5371" y="5033"/>
                </a:lnTo>
                <a:lnTo>
                  <a:pt x="5177" y="5205"/>
                </a:lnTo>
                <a:lnTo>
                  <a:pt x="5001" y="5392"/>
                </a:lnTo>
                <a:lnTo>
                  <a:pt x="4844" y="5593"/>
                </a:lnTo>
                <a:lnTo>
                  <a:pt x="4706" y="5807"/>
                </a:lnTo>
                <a:lnTo>
                  <a:pt x="4588" y="6032"/>
                </a:lnTo>
                <a:lnTo>
                  <a:pt x="4492" y="6267"/>
                </a:lnTo>
                <a:lnTo>
                  <a:pt x="4417" y="6510"/>
                </a:lnTo>
                <a:lnTo>
                  <a:pt x="4365" y="6761"/>
                </a:lnTo>
                <a:lnTo>
                  <a:pt x="4336" y="7017"/>
                </a:lnTo>
                <a:lnTo>
                  <a:pt x="4332" y="7278"/>
                </a:lnTo>
                <a:lnTo>
                  <a:pt x="4352" y="7542"/>
                </a:lnTo>
                <a:lnTo>
                  <a:pt x="4399" y="7807"/>
                </a:lnTo>
                <a:lnTo>
                  <a:pt x="4462" y="8041"/>
                </a:lnTo>
                <a:lnTo>
                  <a:pt x="4546" y="8266"/>
                </a:lnTo>
                <a:lnTo>
                  <a:pt x="4649" y="8481"/>
                </a:lnTo>
                <a:lnTo>
                  <a:pt x="4771" y="8686"/>
                </a:lnTo>
                <a:lnTo>
                  <a:pt x="4909" y="8879"/>
                </a:lnTo>
                <a:lnTo>
                  <a:pt x="5062" y="9060"/>
                </a:lnTo>
                <a:lnTo>
                  <a:pt x="5231" y="9228"/>
                </a:lnTo>
                <a:lnTo>
                  <a:pt x="5413" y="9382"/>
                </a:lnTo>
                <a:lnTo>
                  <a:pt x="5608" y="9522"/>
                </a:lnTo>
                <a:lnTo>
                  <a:pt x="5814" y="9646"/>
                </a:lnTo>
                <a:lnTo>
                  <a:pt x="6030" y="9754"/>
                </a:lnTo>
                <a:lnTo>
                  <a:pt x="6256" y="9845"/>
                </a:lnTo>
                <a:lnTo>
                  <a:pt x="6490" y="9918"/>
                </a:lnTo>
                <a:lnTo>
                  <a:pt x="6730" y="9971"/>
                </a:lnTo>
                <a:lnTo>
                  <a:pt x="6977" y="10006"/>
                </a:lnTo>
                <a:lnTo>
                  <a:pt x="7228" y="10019"/>
                </a:lnTo>
                <a:close/>
                <a:moveTo>
                  <a:pt x="9927" y="3148"/>
                </a:moveTo>
                <a:lnTo>
                  <a:pt x="9927" y="4036"/>
                </a:lnTo>
                <a:lnTo>
                  <a:pt x="9930" y="4087"/>
                </a:lnTo>
                <a:lnTo>
                  <a:pt x="9936" y="4137"/>
                </a:lnTo>
                <a:lnTo>
                  <a:pt x="9947" y="4184"/>
                </a:lnTo>
                <a:lnTo>
                  <a:pt x="9962" y="4228"/>
                </a:lnTo>
                <a:lnTo>
                  <a:pt x="9980" y="4270"/>
                </a:lnTo>
                <a:lnTo>
                  <a:pt x="10002" y="4309"/>
                </a:lnTo>
                <a:lnTo>
                  <a:pt x="10028" y="4345"/>
                </a:lnTo>
                <a:lnTo>
                  <a:pt x="10056" y="4378"/>
                </a:lnTo>
                <a:lnTo>
                  <a:pt x="10089" y="4407"/>
                </a:lnTo>
                <a:lnTo>
                  <a:pt x="10124" y="4433"/>
                </a:lnTo>
                <a:lnTo>
                  <a:pt x="10162" y="4455"/>
                </a:lnTo>
                <a:lnTo>
                  <a:pt x="10203" y="4474"/>
                </a:lnTo>
                <a:lnTo>
                  <a:pt x="10247" y="4489"/>
                </a:lnTo>
                <a:lnTo>
                  <a:pt x="10293" y="4500"/>
                </a:lnTo>
                <a:lnTo>
                  <a:pt x="10342" y="4506"/>
                </a:lnTo>
                <a:lnTo>
                  <a:pt x="10393" y="4509"/>
                </a:lnTo>
                <a:lnTo>
                  <a:pt x="12168" y="4509"/>
                </a:lnTo>
                <a:lnTo>
                  <a:pt x="12219" y="4506"/>
                </a:lnTo>
                <a:lnTo>
                  <a:pt x="12268" y="4500"/>
                </a:lnTo>
                <a:lnTo>
                  <a:pt x="12315" y="4489"/>
                </a:lnTo>
                <a:lnTo>
                  <a:pt x="12359" y="4474"/>
                </a:lnTo>
                <a:lnTo>
                  <a:pt x="12400" y="4455"/>
                </a:lnTo>
                <a:lnTo>
                  <a:pt x="12438" y="4433"/>
                </a:lnTo>
                <a:lnTo>
                  <a:pt x="12474" y="4407"/>
                </a:lnTo>
                <a:lnTo>
                  <a:pt x="12506" y="4378"/>
                </a:lnTo>
                <a:lnTo>
                  <a:pt x="12535" y="4345"/>
                </a:lnTo>
                <a:lnTo>
                  <a:pt x="12560" y="4309"/>
                </a:lnTo>
                <a:lnTo>
                  <a:pt x="12583" y="4270"/>
                </a:lnTo>
                <a:lnTo>
                  <a:pt x="12601" y="4229"/>
                </a:lnTo>
                <a:lnTo>
                  <a:pt x="12616" y="4185"/>
                </a:lnTo>
                <a:lnTo>
                  <a:pt x="12626" y="4138"/>
                </a:lnTo>
                <a:lnTo>
                  <a:pt x="12633" y="4088"/>
                </a:lnTo>
                <a:lnTo>
                  <a:pt x="12635" y="4037"/>
                </a:lnTo>
                <a:lnTo>
                  <a:pt x="12635" y="2275"/>
                </a:lnTo>
                <a:lnTo>
                  <a:pt x="12633" y="2222"/>
                </a:lnTo>
                <a:lnTo>
                  <a:pt x="12626" y="2172"/>
                </a:lnTo>
                <a:lnTo>
                  <a:pt x="12615" y="2124"/>
                </a:lnTo>
                <a:lnTo>
                  <a:pt x="12601" y="2080"/>
                </a:lnTo>
                <a:lnTo>
                  <a:pt x="12582" y="2038"/>
                </a:lnTo>
                <a:lnTo>
                  <a:pt x="12560" y="1999"/>
                </a:lnTo>
                <a:lnTo>
                  <a:pt x="12533" y="1963"/>
                </a:lnTo>
                <a:lnTo>
                  <a:pt x="12504" y="1931"/>
                </a:lnTo>
                <a:lnTo>
                  <a:pt x="12471" y="1902"/>
                </a:lnTo>
                <a:lnTo>
                  <a:pt x="12435" y="1876"/>
                </a:lnTo>
                <a:lnTo>
                  <a:pt x="12395" y="1854"/>
                </a:lnTo>
                <a:lnTo>
                  <a:pt x="12353" y="1836"/>
                </a:lnTo>
                <a:lnTo>
                  <a:pt x="12307" y="1821"/>
                </a:lnTo>
                <a:lnTo>
                  <a:pt x="12259" y="1811"/>
                </a:lnTo>
                <a:lnTo>
                  <a:pt x="12208" y="1804"/>
                </a:lnTo>
                <a:lnTo>
                  <a:pt x="12155" y="1802"/>
                </a:lnTo>
                <a:lnTo>
                  <a:pt x="10408" y="1802"/>
                </a:lnTo>
                <a:lnTo>
                  <a:pt x="10354" y="1804"/>
                </a:lnTo>
                <a:lnTo>
                  <a:pt x="10302" y="1811"/>
                </a:lnTo>
                <a:lnTo>
                  <a:pt x="10254" y="1821"/>
                </a:lnTo>
                <a:lnTo>
                  <a:pt x="10208" y="1836"/>
                </a:lnTo>
                <a:lnTo>
                  <a:pt x="10166" y="1855"/>
                </a:lnTo>
                <a:lnTo>
                  <a:pt x="10126" y="1877"/>
                </a:lnTo>
                <a:lnTo>
                  <a:pt x="10090" y="1903"/>
                </a:lnTo>
                <a:lnTo>
                  <a:pt x="10057" y="1933"/>
                </a:lnTo>
                <a:lnTo>
                  <a:pt x="10028" y="1966"/>
                </a:lnTo>
                <a:lnTo>
                  <a:pt x="10002" y="2003"/>
                </a:lnTo>
                <a:lnTo>
                  <a:pt x="9980" y="2043"/>
                </a:lnTo>
                <a:lnTo>
                  <a:pt x="9962" y="2086"/>
                </a:lnTo>
                <a:lnTo>
                  <a:pt x="9947" y="2132"/>
                </a:lnTo>
                <a:lnTo>
                  <a:pt x="9936" y="2182"/>
                </a:lnTo>
                <a:lnTo>
                  <a:pt x="9930" y="2234"/>
                </a:lnTo>
                <a:lnTo>
                  <a:pt x="9927" y="2289"/>
                </a:lnTo>
                <a:lnTo>
                  <a:pt x="9927" y="3148"/>
                </a:lnTo>
                <a:close/>
              </a:path>
            </a:pathLst>
          </a:custGeom>
          <a:solidFill>
            <a:srgbClr val="123563"/>
          </a:solidFill>
          <a:ln>
            <a:noFill/>
          </a:ln>
          <a:effectLst/>
        </p:spPr>
        <p:txBody>
          <a:bodyPr wrap="none" anchor="ctr"/>
          <a:lstStyle/>
          <a:p>
            <a:endParaRPr lang="de-DE">
              <a:latin typeface="BISansOpti"/>
            </a:endParaRPr>
          </a:p>
        </p:txBody>
      </p:sp>
      <p:sp>
        <p:nvSpPr>
          <p:cNvPr id="7" name="Textplatzhalter 6"/>
          <p:cNvSpPr>
            <a:spLocks noGrp="1"/>
          </p:cNvSpPr>
          <p:nvPr>
            <p:ph type="body" sz="quarter" idx="10" hasCustomPrompt="1"/>
          </p:nvPr>
        </p:nvSpPr>
        <p:spPr>
          <a:xfrm>
            <a:off x="7081200" y="259200"/>
            <a:ext cx="1728000" cy="360000"/>
          </a:xfrm>
        </p:spPr>
        <p:txBody>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defRPr sz="1000" b="1" i="0" baseline="0">
                <a:solidFill>
                  <a:schemeClr val="accent1"/>
                </a:solidFill>
                <a:latin typeface="BISansOpti"/>
                <a:cs typeface="BISansOpti"/>
              </a:defRPr>
            </a:lvl1pPr>
          </a:lstStyle>
          <a:p>
            <a:pPr marL="0" marR="0" lvl="0" indent="0" algn="l" defTabSz="914400" rtl="0" eaLnBrk="1" fontAlgn="auto" latinLnBrk="0" hangingPunct="1">
              <a:lnSpc>
                <a:spcPct val="100000"/>
              </a:lnSpc>
              <a:spcBef>
                <a:spcPts val="400"/>
              </a:spcBef>
              <a:spcAft>
                <a:spcPts val="0"/>
              </a:spcAft>
              <a:buClrTx/>
              <a:buSzTx/>
              <a:buFont typeface="Arial" panose="020B0604020202020204" pitchFamily="34" charset="0"/>
              <a:buNone/>
              <a:defRPr/>
            </a:pPr>
            <a:r>
              <a:rPr lang="de-DE" sz="1000" b="1">
                <a:solidFill>
                  <a:srgbClr val="123563"/>
                </a:solidFill>
              </a:rPr>
              <a:t>Company Name</a:t>
            </a:r>
          </a:p>
          <a:p>
            <a:pPr lvl="0"/>
            <a:endParaRPr lang="de-DE"/>
          </a:p>
        </p:txBody>
      </p:sp>
      <p:sp>
        <p:nvSpPr>
          <p:cNvPr id="25" name="Textplatzhalter 6"/>
          <p:cNvSpPr>
            <a:spLocks noGrp="1"/>
          </p:cNvSpPr>
          <p:nvPr>
            <p:ph type="body" sz="quarter" idx="12" hasCustomPrompt="1"/>
          </p:nvPr>
        </p:nvSpPr>
        <p:spPr>
          <a:xfrm>
            <a:off x="7081200" y="713406"/>
            <a:ext cx="1728000" cy="154800"/>
          </a:xfrm>
        </p:spPr>
        <p:txBody>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defRPr sz="1000" b="0" i="0" baseline="0">
                <a:solidFill>
                  <a:schemeClr val="accent1"/>
                </a:solidFill>
                <a:latin typeface="BISansOpti"/>
                <a:cs typeface="BISansOpti"/>
              </a:defRPr>
            </a:lvl1pPr>
          </a:lstStyle>
          <a:p>
            <a:pPr lvl="0"/>
            <a:r>
              <a:rPr lang="de-DE"/>
              <a:t>Street / No.</a:t>
            </a:r>
          </a:p>
        </p:txBody>
      </p:sp>
      <p:sp>
        <p:nvSpPr>
          <p:cNvPr id="26" name="Textplatzhalter 6"/>
          <p:cNvSpPr>
            <a:spLocks noGrp="1"/>
          </p:cNvSpPr>
          <p:nvPr>
            <p:ph type="body" sz="quarter" idx="13" hasCustomPrompt="1"/>
          </p:nvPr>
        </p:nvSpPr>
        <p:spPr>
          <a:xfrm>
            <a:off x="7081200" y="871181"/>
            <a:ext cx="1728000" cy="154800"/>
          </a:xfrm>
        </p:spPr>
        <p:txBody>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defRPr sz="1000" b="0" i="0" baseline="0">
                <a:solidFill>
                  <a:schemeClr val="accent1"/>
                </a:solidFill>
                <a:latin typeface="BISansOpti"/>
                <a:cs typeface="BISansOpti"/>
              </a:defRPr>
            </a:lvl1pPr>
          </a:lstStyle>
          <a:p>
            <a:pPr lvl="0"/>
            <a:r>
              <a:rPr lang="de-DE"/>
              <a:t>Postcode/ Town</a:t>
            </a:r>
          </a:p>
        </p:txBody>
      </p:sp>
      <p:sp>
        <p:nvSpPr>
          <p:cNvPr id="27" name="Textplatzhalter 6"/>
          <p:cNvSpPr>
            <a:spLocks noGrp="1"/>
          </p:cNvSpPr>
          <p:nvPr>
            <p:ph type="body" sz="quarter" idx="14" hasCustomPrompt="1"/>
          </p:nvPr>
        </p:nvSpPr>
        <p:spPr>
          <a:xfrm>
            <a:off x="7441200" y="1097781"/>
            <a:ext cx="1368000" cy="154800"/>
          </a:xfrm>
        </p:spPr>
        <p:txBody>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defRPr sz="1000" b="0" i="0" baseline="0">
                <a:solidFill>
                  <a:schemeClr val="accent1"/>
                </a:solidFill>
                <a:latin typeface="BISansOpti"/>
                <a:cs typeface="BISansOpti"/>
              </a:defRPr>
            </a:lvl1pPr>
          </a:lstStyle>
          <a:p>
            <a:pPr lvl="0"/>
            <a:r>
              <a:rPr lang="de-DE"/>
              <a:t>Telephone number</a:t>
            </a:r>
          </a:p>
        </p:txBody>
      </p:sp>
      <p:sp>
        <p:nvSpPr>
          <p:cNvPr id="19" name="Textfeld 18"/>
          <p:cNvSpPr txBox="1"/>
          <p:nvPr userDrawn="1"/>
        </p:nvSpPr>
        <p:spPr>
          <a:xfrm>
            <a:off x="7081200" y="1097781"/>
            <a:ext cx="186073" cy="153888"/>
          </a:xfrm>
          <a:prstGeom prst="rect">
            <a:avLst/>
          </a:prstGeom>
          <a:noFill/>
        </p:spPr>
        <p:txBody>
          <a:bodyPr wrap="none" lIns="0" tIns="0" rIns="0" bIns="0" rtlCol="0">
            <a:spAutoFit/>
          </a:bodyPr>
          <a:lstStyle/>
          <a:p>
            <a:r>
              <a:rPr lang="de-DE" sz="1000">
                <a:solidFill>
                  <a:srgbClr val="003366"/>
                </a:solidFill>
                <a:latin typeface="BISansOpti"/>
                <a:cs typeface="BISansOpti"/>
              </a:rPr>
              <a:t>Tel:</a:t>
            </a:r>
          </a:p>
        </p:txBody>
      </p:sp>
      <p:sp>
        <p:nvSpPr>
          <p:cNvPr id="28" name="Textplatzhalter 6"/>
          <p:cNvSpPr>
            <a:spLocks noGrp="1"/>
          </p:cNvSpPr>
          <p:nvPr>
            <p:ph type="body" sz="quarter" idx="15" hasCustomPrompt="1"/>
          </p:nvPr>
        </p:nvSpPr>
        <p:spPr>
          <a:xfrm>
            <a:off x="7441200" y="1256400"/>
            <a:ext cx="1368000" cy="154800"/>
          </a:xfrm>
        </p:spPr>
        <p:txBody>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defRPr sz="1000" b="0" i="0" baseline="0">
                <a:solidFill>
                  <a:schemeClr val="accent1"/>
                </a:solidFill>
                <a:latin typeface="BISansOpti"/>
                <a:cs typeface="BISansOpti"/>
              </a:defRPr>
            </a:lvl1pPr>
          </a:lstStyle>
          <a:p>
            <a:pPr lvl="0"/>
            <a:r>
              <a:rPr lang="de-DE"/>
              <a:t>fax machine</a:t>
            </a:r>
          </a:p>
        </p:txBody>
      </p:sp>
      <p:sp>
        <p:nvSpPr>
          <p:cNvPr id="29" name="Textfeld 28"/>
          <p:cNvSpPr txBox="1"/>
          <p:nvPr userDrawn="1"/>
        </p:nvSpPr>
        <p:spPr>
          <a:xfrm>
            <a:off x="7081200" y="1256400"/>
            <a:ext cx="217236" cy="153888"/>
          </a:xfrm>
          <a:prstGeom prst="rect">
            <a:avLst/>
          </a:prstGeom>
          <a:noFill/>
        </p:spPr>
        <p:txBody>
          <a:bodyPr wrap="none" lIns="0" tIns="0" rIns="0" bIns="0" rtlCol="0">
            <a:spAutoFit/>
          </a:bodyPr>
          <a:lstStyle/>
          <a:p>
            <a:r>
              <a:rPr lang="de-DE" sz="1000">
                <a:solidFill>
                  <a:srgbClr val="003366"/>
                </a:solidFill>
                <a:latin typeface="BISansOpti"/>
                <a:cs typeface="BISansOpti"/>
              </a:rPr>
              <a:t>Fax:</a:t>
            </a:r>
          </a:p>
        </p:txBody>
      </p:sp>
      <p:sp>
        <p:nvSpPr>
          <p:cNvPr id="30" name="Textplatzhalter 6"/>
          <p:cNvSpPr>
            <a:spLocks noGrp="1"/>
          </p:cNvSpPr>
          <p:nvPr>
            <p:ph type="body" sz="quarter" idx="16" hasCustomPrompt="1"/>
          </p:nvPr>
        </p:nvSpPr>
        <p:spPr>
          <a:xfrm>
            <a:off x="7081200" y="1478981"/>
            <a:ext cx="1728000" cy="154800"/>
          </a:xfrm>
        </p:spPr>
        <p:txBody>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defRPr sz="1000" b="0" i="0" baseline="0">
                <a:solidFill>
                  <a:schemeClr val="accent1"/>
                </a:solidFill>
                <a:latin typeface="BISansOpti"/>
                <a:cs typeface="BISansOpti"/>
              </a:defRPr>
            </a:lvl1pPr>
          </a:lstStyle>
          <a:p>
            <a:pPr lvl="0"/>
            <a:r>
              <a:rPr lang="de-DE"/>
              <a:t>Email-address</a:t>
            </a:r>
          </a:p>
        </p:txBody>
      </p:sp>
      <p:sp>
        <p:nvSpPr>
          <p:cNvPr id="31" name="Textplatzhalter 6"/>
          <p:cNvSpPr>
            <a:spLocks noGrp="1"/>
          </p:cNvSpPr>
          <p:nvPr>
            <p:ph type="body" sz="quarter" idx="17" hasCustomPrompt="1"/>
          </p:nvPr>
        </p:nvSpPr>
        <p:spPr>
          <a:xfrm>
            <a:off x="7081200" y="1638000"/>
            <a:ext cx="1728000" cy="154800"/>
          </a:xfrm>
        </p:spPr>
        <p:txBody>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defRPr sz="1000" b="0" i="0" baseline="0">
                <a:solidFill>
                  <a:schemeClr val="accent1"/>
                </a:solidFill>
                <a:latin typeface="BISansOpti"/>
                <a:cs typeface="BISansOpti"/>
              </a:defRPr>
            </a:lvl1pPr>
          </a:lstStyle>
          <a:p>
            <a:pPr lvl="0"/>
            <a:r>
              <a:rPr lang="de-DE"/>
              <a:t>Website</a:t>
            </a:r>
          </a:p>
        </p:txBody>
      </p:sp>
      <p:sp>
        <p:nvSpPr>
          <p:cNvPr id="21" name="Textplatzhalter 20"/>
          <p:cNvSpPr>
            <a:spLocks noGrp="1"/>
          </p:cNvSpPr>
          <p:nvPr>
            <p:ph type="body" sz="quarter" idx="18" hasCustomPrompt="1"/>
          </p:nvPr>
        </p:nvSpPr>
        <p:spPr>
          <a:xfrm>
            <a:off x="367200" y="2070000"/>
            <a:ext cx="5374800" cy="354013"/>
          </a:xfrm>
        </p:spPr>
        <p:txBody>
          <a:bodyPr/>
          <a:lstStyle>
            <a:lvl1pPr marL="0" indent="0">
              <a:buNone/>
              <a:defRPr baseline="0">
                <a:solidFill>
                  <a:srgbClr val="003366"/>
                </a:solidFill>
                <a:latin typeface="BISansOpti"/>
                <a:cs typeface="BISansOpti"/>
              </a:defRPr>
            </a:lvl1pPr>
          </a:lstStyle>
          <a:p>
            <a:pPr lvl="0"/>
            <a:r>
              <a:rPr lang="en-GB" noProof="0"/>
              <a:t>Headline for further information:</a:t>
            </a:r>
          </a:p>
        </p:txBody>
      </p:sp>
      <p:sp>
        <p:nvSpPr>
          <p:cNvPr id="33" name="Textplatzhalter 20"/>
          <p:cNvSpPr>
            <a:spLocks noGrp="1"/>
          </p:cNvSpPr>
          <p:nvPr>
            <p:ph type="body" sz="quarter" idx="19" hasCustomPrompt="1"/>
          </p:nvPr>
        </p:nvSpPr>
        <p:spPr>
          <a:xfrm>
            <a:off x="367200" y="2425296"/>
            <a:ext cx="5374800" cy="1411200"/>
          </a:xfrm>
        </p:spPr>
        <p:txBody>
          <a:bodyPr/>
          <a:lstStyle>
            <a:lvl1pPr marL="0" indent="0">
              <a:spcBef>
                <a:spcPts val="0"/>
              </a:spcBef>
              <a:buNone/>
              <a:defRPr sz="1800" baseline="0">
                <a:solidFill>
                  <a:schemeClr val="accent2"/>
                </a:solidFill>
                <a:latin typeface="BISansOpti"/>
                <a:cs typeface="BISansOpti"/>
              </a:defRPr>
            </a:lvl1pPr>
          </a:lstStyle>
          <a:p>
            <a:pPr lvl="0"/>
            <a:r>
              <a:rPr lang="en-GB" noProof="0"/>
              <a:t>Insert your domains here</a:t>
            </a:r>
          </a:p>
        </p:txBody>
      </p:sp>
      <p:pic>
        <p:nvPicPr>
          <p:cNvPr id="32" name="Grafik 21"/>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519694" y="4416838"/>
            <a:ext cx="1259701" cy="3816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Closing chart german">
    <p:spTree>
      <p:nvGrpSpPr>
        <p:cNvPr id="1" name=""/>
        <p:cNvGrpSpPr/>
        <p:nvPr/>
      </p:nvGrpSpPr>
      <p:grpSpPr>
        <a:xfrm>
          <a:off x="0" y="0"/>
          <a:ext cx="0" cy="0"/>
          <a:chOff x="0" y="0"/>
          <a:chExt cx="0" cy="0"/>
        </a:xfrm>
      </p:grpSpPr>
      <p:sp>
        <p:nvSpPr>
          <p:cNvPr id="23" name="Rechteck 22"/>
          <p:cNvSpPr/>
          <p:nvPr userDrawn="1"/>
        </p:nvSpPr>
        <p:spPr>
          <a:xfrm>
            <a:off x="0" y="2196370"/>
            <a:ext cx="9144000" cy="2947130"/>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400" noProof="0">
              <a:solidFill>
                <a:schemeClr val="tx1"/>
              </a:solidFill>
              <a:latin typeface="BISansOpti"/>
            </a:endParaRPr>
          </a:p>
        </p:txBody>
      </p:sp>
      <p:pic>
        <p:nvPicPr>
          <p:cNvPr id="1026" name="Picture 2"/>
          <p:cNvPicPr>
            <a:picLocks noChangeAspect="1" noChangeArrowheads="1"/>
          </p:cNvPicPr>
          <p:nvPr userDrawn="1"/>
        </p:nvPicPr>
        <p:blipFill rotWithShape="1">
          <a:blip r:embed="rId2" cstate="email"/>
          <a:srcRect l="16231" t="19013" b="13976"/>
          <a:stretch>
            <a:fillRect/>
          </a:stretch>
        </p:blipFill>
        <p:spPr bwMode="auto">
          <a:xfrm>
            <a:off x="0" y="0"/>
            <a:ext cx="6429790" cy="5143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24" name="Gerade Verbindung 23"/>
          <p:cNvCxnSpPr/>
          <p:nvPr userDrawn="1"/>
        </p:nvCxnSpPr>
        <p:spPr>
          <a:xfrm>
            <a:off x="0" y="1869292"/>
            <a:ext cx="9143999" cy="0"/>
          </a:xfrm>
          <a:prstGeom prst="line">
            <a:avLst/>
          </a:prstGeom>
          <a:ln w="12700">
            <a:solidFill>
              <a:srgbClr val="003366"/>
            </a:solidFill>
          </a:ln>
        </p:spPr>
        <p:style>
          <a:lnRef idx="1">
            <a:schemeClr val="accent1"/>
          </a:lnRef>
          <a:fillRef idx="0">
            <a:schemeClr val="accent1"/>
          </a:fillRef>
          <a:effectRef idx="0">
            <a:schemeClr val="accent1"/>
          </a:effectRef>
          <a:fontRef idx="minor">
            <a:schemeClr val="tx1"/>
          </a:fontRef>
        </p:style>
      </p:cxnSp>
      <p:cxnSp>
        <p:nvCxnSpPr>
          <p:cNvPr id="10" name="Gerade Verbindung 9"/>
          <p:cNvCxnSpPr/>
          <p:nvPr userDrawn="1"/>
        </p:nvCxnSpPr>
        <p:spPr>
          <a:xfrm>
            <a:off x="0" y="1869292"/>
            <a:ext cx="9143999" cy="0"/>
          </a:xfrm>
          <a:prstGeom prst="line">
            <a:avLst/>
          </a:prstGeom>
          <a:ln w="12700">
            <a:solidFill>
              <a:srgbClr val="003366"/>
            </a:solidFill>
          </a:ln>
        </p:spPr>
        <p:style>
          <a:lnRef idx="1">
            <a:schemeClr val="accent1"/>
          </a:lnRef>
          <a:fillRef idx="0">
            <a:schemeClr val="accent1"/>
          </a:fillRef>
          <a:effectRef idx="0">
            <a:schemeClr val="accent1"/>
          </a:effectRef>
          <a:fontRef idx="minor">
            <a:schemeClr val="tx1"/>
          </a:fontRef>
        </p:style>
      </p:cxnSp>
      <p:sp>
        <p:nvSpPr>
          <p:cNvPr id="11" name="Textfeld 10"/>
          <p:cNvSpPr txBox="1"/>
          <p:nvPr userDrawn="1"/>
        </p:nvSpPr>
        <p:spPr>
          <a:xfrm>
            <a:off x="367575" y="3985478"/>
            <a:ext cx="4626700" cy="923330"/>
          </a:xfrm>
          <a:prstGeom prst="rect">
            <a:avLst/>
          </a:prstGeom>
          <a:noFill/>
        </p:spPr>
        <p:txBody>
          <a:bodyPr wrap="square" lIns="0" tIns="0" rIns="0" bIns="0" rtlCol="0">
            <a:spAutoFit/>
          </a:bodyPr>
          <a:lstStyle/>
          <a:p>
            <a:pPr algn="just"/>
            <a:r>
              <a:rPr lang="de-DE" sz="1000">
                <a:solidFill>
                  <a:srgbClr val="1F497D"/>
                </a:solidFill>
                <a:latin typeface="BISansOpti"/>
                <a:cs typeface="BISansOpti"/>
              </a:rPr>
              <a:t>© Boehringer Ingelheim International GmbH 2017</a:t>
            </a:r>
          </a:p>
          <a:p>
            <a:pPr algn="just"/>
            <a:r>
              <a:rPr lang="de-DE" sz="1000">
                <a:solidFill>
                  <a:srgbClr val="1F497D"/>
                </a:solidFill>
                <a:latin typeface="BISansOpti"/>
                <a:cs typeface="BISansOpti"/>
              </a:rPr>
              <a:t>Diese Präsentation und ihre Inhalte sind Eigentum von Boehringer Ingelheim (Drittquellen sind angegeben) und unterliegen insbesondere dem Urheberrecht. Die komplette oder auszugsweise Weitergabe an Dritte sowie die Vervielfältigung, Wiedergabe und Veröffentlichung oder andere Verwendung durch Dritte ist nicht gestattet.</a:t>
            </a:r>
          </a:p>
        </p:txBody>
      </p:sp>
      <p:sp>
        <p:nvSpPr>
          <p:cNvPr id="13" name="Freeform 1"/>
          <p:cNvSpPr>
            <a:spLocks noChangeAspect="1" noChangeArrowheads="1"/>
          </p:cNvSpPr>
          <p:nvPr userDrawn="1"/>
        </p:nvSpPr>
        <p:spPr bwMode="auto">
          <a:xfrm>
            <a:off x="367576" y="1233589"/>
            <a:ext cx="359997" cy="359997"/>
          </a:xfrm>
          <a:custGeom>
            <a:avLst/>
            <a:gdLst>
              <a:gd name="T0" fmla="*/ 19 w 14438"/>
              <a:gd name="T1" fmla="*/ 766 h 14438"/>
              <a:gd name="T2" fmla="*/ 35 w 14438"/>
              <a:gd name="T3" fmla="*/ 713 h 14438"/>
              <a:gd name="T4" fmla="*/ 95 w 14438"/>
              <a:gd name="T5" fmla="*/ 535 h 14438"/>
              <a:gd name="T6" fmla="*/ 182 w 14438"/>
              <a:gd name="T7" fmla="*/ 382 h 14438"/>
              <a:gd name="T8" fmla="*/ 295 w 14438"/>
              <a:gd name="T9" fmla="*/ 253 h 14438"/>
              <a:gd name="T10" fmla="*/ 434 w 14438"/>
              <a:gd name="T11" fmla="*/ 149 h 14438"/>
              <a:gd name="T12" fmla="*/ 598 w 14438"/>
              <a:gd name="T13" fmla="*/ 69 h 14438"/>
              <a:gd name="T14" fmla="*/ 13628 w 14438"/>
              <a:gd name="T15" fmla="*/ 0 h 14438"/>
              <a:gd name="T16" fmla="*/ 13675 w 14438"/>
              <a:gd name="T17" fmla="*/ 24 h 14438"/>
              <a:gd name="T18" fmla="*/ 13780 w 14438"/>
              <a:gd name="T19" fmla="*/ 53 h 14438"/>
              <a:gd name="T20" fmla="*/ 14011 w 14438"/>
              <a:gd name="T21" fmla="*/ 154 h 14438"/>
              <a:gd name="T22" fmla="*/ 14194 w 14438"/>
              <a:gd name="T23" fmla="*/ 297 h 14438"/>
              <a:gd name="T24" fmla="*/ 14328 w 14438"/>
              <a:gd name="T25" fmla="*/ 482 h 14438"/>
              <a:gd name="T26" fmla="*/ 14409 w 14438"/>
              <a:gd name="T27" fmla="*/ 706 h 14438"/>
              <a:gd name="T28" fmla="*/ 14437 w 14438"/>
              <a:gd name="T29" fmla="*/ 966 h 14438"/>
              <a:gd name="T30" fmla="*/ 14420 w 14438"/>
              <a:gd name="T31" fmla="*/ 13674 h 14438"/>
              <a:gd name="T32" fmla="*/ 14331 w 14438"/>
              <a:gd name="T33" fmla="*/ 13951 h 14438"/>
              <a:gd name="T34" fmla="*/ 14175 w 14438"/>
              <a:gd name="T35" fmla="*/ 14172 h 14438"/>
              <a:gd name="T36" fmla="*/ 13956 w 14438"/>
              <a:gd name="T37" fmla="*/ 14330 h 14438"/>
              <a:gd name="T38" fmla="*/ 13681 w 14438"/>
              <a:gd name="T39" fmla="*/ 14419 h 14438"/>
              <a:gd name="T40" fmla="*/ 10100 w 14438"/>
              <a:gd name="T41" fmla="*/ 14436 h 14438"/>
              <a:gd name="T42" fmla="*/ 9952 w 14438"/>
              <a:gd name="T43" fmla="*/ 14430 h 14438"/>
              <a:gd name="T44" fmla="*/ 11610 w 14438"/>
              <a:gd name="T45" fmla="*/ 9040 h 14438"/>
              <a:gd name="T46" fmla="*/ 11676 w 14438"/>
              <a:gd name="T47" fmla="*/ 9035 h 14438"/>
              <a:gd name="T48" fmla="*/ 11714 w 14438"/>
              <a:gd name="T49" fmla="*/ 9022 h 14438"/>
              <a:gd name="T50" fmla="*/ 11742 w 14438"/>
              <a:gd name="T51" fmla="*/ 8998 h 14438"/>
              <a:gd name="T52" fmla="*/ 11764 w 14438"/>
              <a:gd name="T53" fmla="*/ 8961 h 14438"/>
              <a:gd name="T54" fmla="*/ 11778 w 14438"/>
              <a:gd name="T55" fmla="*/ 8907 h 14438"/>
              <a:gd name="T56" fmla="*/ 9941 w 14438"/>
              <a:gd name="T57" fmla="*/ 6760 h 14438"/>
              <a:gd name="T58" fmla="*/ 9960 w 14438"/>
              <a:gd name="T59" fmla="*/ 5621 h 14438"/>
              <a:gd name="T60" fmla="*/ 10017 w 14438"/>
              <a:gd name="T61" fmla="*/ 5333 h 14438"/>
              <a:gd name="T62" fmla="*/ 10120 w 14438"/>
              <a:gd name="T63" fmla="*/ 5080 h 14438"/>
              <a:gd name="T64" fmla="*/ 10272 w 14438"/>
              <a:gd name="T65" fmla="*/ 4871 h 14438"/>
              <a:gd name="T66" fmla="*/ 10468 w 14438"/>
              <a:gd name="T67" fmla="*/ 4711 h 14438"/>
              <a:gd name="T68" fmla="*/ 10705 w 14438"/>
              <a:gd name="T69" fmla="*/ 4604 h 14438"/>
              <a:gd name="T70" fmla="*/ 10979 w 14438"/>
              <a:gd name="T71" fmla="*/ 4553 h 14438"/>
              <a:gd name="T72" fmla="*/ 11951 w 14438"/>
              <a:gd name="T73" fmla="*/ 4524 h 14438"/>
              <a:gd name="T74" fmla="*/ 12121 w 14438"/>
              <a:gd name="T75" fmla="*/ 2250 h 14438"/>
              <a:gd name="T76" fmla="*/ 10259 w 14438"/>
              <a:gd name="T77" fmla="*/ 2251 h 14438"/>
              <a:gd name="T78" fmla="*/ 9557 w 14438"/>
              <a:gd name="T79" fmla="*/ 2358 h 14438"/>
              <a:gd name="T80" fmla="*/ 8930 w 14438"/>
              <a:gd name="T81" fmla="*/ 2653 h 14438"/>
              <a:gd name="T82" fmla="*/ 8449 w 14438"/>
              <a:gd name="T83" fmla="*/ 3073 h 14438"/>
              <a:gd name="T84" fmla="*/ 8169 w 14438"/>
              <a:gd name="T85" fmla="*/ 3441 h 14438"/>
              <a:gd name="T86" fmla="*/ 7901 w 14438"/>
              <a:gd name="T87" fmla="*/ 3976 h 14438"/>
              <a:gd name="T88" fmla="*/ 7695 w 14438"/>
              <a:gd name="T89" fmla="*/ 4854 h 14438"/>
              <a:gd name="T90" fmla="*/ 7660 w 14438"/>
              <a:gd name="T91" fmla="*/ 5883 h 14438"/>
              <a:gd name="T92" fmla="*/ 5871 w 14438"/>
              <a:gd name="T93" fmla="*/ 6766 h 14438"/>
              <a:gd name="T94" fmla="*/ 7656 w 14438"/>
              <a:gd name="T95" fmla="*/ 14428 h 14438"/>
              <a:gd name="T96" fmla="*/ 7590 w 14438"/>
              <a:gd name="T97" fmla="*/ 14436 h 14438"/>
              <a:gd name="T98" fmla="*/ 820 w 14438"/>
              <a:gd name="T99" fmla="*/ 14431 h 14438"/>
              <a:gd name="T100" fmla="*/ 608 w 14438"/>
              <a:gd name="T101" fmla="*/ 14386 h 14438"/>
              <a:gd name="T102" fmla="*/ 418 w 14438"/>
              <a:gd name="T103" fmla="*/ 14292 h 14438"/>
              <a:gd name="T104" fmla="*/ 257 w 14438"/>
              <a:gd name="T105" fmla="*/ 14157 h 14438"/>
              <a:gd name="T106" fmla="*/ 132 w 14438"/>
              <a:gd name="T107" fmla="*/ 13987 h 14438"/>
              <a:gd name="T108" fmla="*/ 48 w 14438"/>
              <a:gd name="T109" fmla="*/ 13788 h 144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4438" h="14438">
                <a:moveTo>
                  <a:pt x="0" y="13628"/>
                </a:moveTo>
                <a:lnTo>
                  <a:pt x="0" y="818"/>
                </a:lnTo>
                <a:lnTo>
                  <a:pt x="19" y="766"/>
                </a:lnTo>
                <a:lnTo>
                  <a:pt x="28" y="740"/>
                </a:lnTo>
                <a:lnTo>
                  <a:pt x="32" y="726"/>
                </a:lnTo>
                <a:lnTo>
                  <a:pt x="35" y="713"/>
                </a:lnTo>
                <a:lnTo>
                  <a:pt x="52" y="651"/>
                </a:lnTo>
                <a:lnTo>
                  <a:pt x="72" y="591"/>
                </a:lnTo>
                <a:lnTo>
                  <a:pt x="95" y="535"/>
                </a:lnTo>
                <a:lnTo>
                  <a:pt x="122" y="481"/>
                </a:lnTo>
                <a:lnTo>
                  <a:pt x="150" y="430"/>
                </a:lnTo>
                <a:lnTo>
                  <a:pt x="182" y="382"/>
                </a:lnTo>
                <a:lnTo>
                  <a:pt x="217" y="336"/>
                </a:lnTo>
                <a:lnTo>
                  <a:pt x="255" y="293"/>
                </a:lnTo>
                <a:lnTo>
                  <a:pt x="295" y="253"/>
                </a:lnTo>
                <a:lnTo>
                  <a:pt x="339" y="216"/>
                </a:lnTo>
                <a:lnTo>
                  <a:pt x="385" y="181"/>
                </a:lnTo>
                <a:lnTo>
                  <a:pt x="434" y="149"/>
                </a:lnTo>
                <a:lnTo>
                  <a:pt x="486" y="120"/>
                </a:lnTo>
                <a:lnTo>
                  <a:pt x="541" y="93"/>
                </a:lnTo>
                <a:lnTo>
                  <a:pt x="598" y="69"/>
                </a:lnTo>
                <a:lnTo>
                  <a:pt x="659" y="48"/>
                </a:lnTo>
                <a:lnTo>
                  <a:pt x="818" y="0"/>
                </a:lnTo>
                <a:lnTo>
                  <a:pt x="13628" y="0"/>
                </a:lnTo>
                <a:lnTo>
                  <a:pt x="13659" y="16"/>
                </a:lnTo>
                <a:lnTo>
                  <a:pt x="13667" y="20"/>
                </a:lnTo>
                <a:lnTo>
                  <a:pt x="13675" y="24"/>
                </a:lnTo>
                <a:lnTo>
                  <a:pt x="13684" y="27"/>
                </a:lnTo>
                <a:lnTo>
                  <a:pt x="13692" y="29"/>
                </a:lnTo>
                <a:lnTo>
                  <a:pt x="13780" y="53"/>
                </a:lnTo>
                <a:lnTo>
                  <a:pt x="13862" y="81"/>
                </a:lnTo>
                <a:lnTo>
                  <a:pt x="13939" y="115"/>
                </a:lnTo>
                <a:lnTo>
                  <a:pt x="14011" y="154"/>
                </a:lnTo>
                <a:lnTo>
                  <a:pt x="14078" y="197"/>
                </a:lnTo>
                <a:lnTo>
                  <a:pt x="14139" y="245"/>
                </a:lnTo>
                <a:lnTo>
                  <a:pt x="14194" y="297"/>
                </a:lnTo>
                <a:lnTo>
                  <a:pt x="14245" y="355"/>
                </a:lnTo>
                <a:lnTo>
                  <a:pt x="14289" y="416"/>
                </a:lnTo>
                <a:lnTo>
                  <a:pt x="14328" y="482"/>
                </a:lnTo>
                <a:lnTo>
                  <a:pt x="14361" y="553"/>
                </a:lnTo>
                <a:lnTo>
                  <a:pt x="14388" y="627"/>
                </a:lnTo>
                <a:lnTo>
                  <a:pt x="14409" y="706"/>
                </a:lnTo>
                <a:lnTo>
                  <a:pt x="14425" y="788"/>
                </a:lnTo>
                <a:lnTo>
                  <a:pt x="14434" y="875"/>
                </a:lnTo>
                <a:lnTo>
                  <a:pt x="14437" y="966"/>
                </a:lnTo>
                <a:lnTo>
                  <a:pt x="14437" y="13462"/>
                </a:lnTo>
                <a:lnTo>
                  <a:pt x="14433" y="13571"/>
                </a:lnTo>
                <a:lnTo>
                  <a:pt x="14420" y="13674"/>
                </a:lnTo>
                <a:lnTo>
                  <a:pt x="14398" y="13772"/>
                </a:lnTo>
                <a:lnTo>
                  <a:pt x="14369" y="13864"/>
                </a:lnTo>
                <a:lnTo>
                  <a:pt x="14331" y="13951"/>
                </a:lnTo>
                <a:lnTo>
                  <a:pt x="14286" y="14031"/>
                </a:lnTo>
                <a:lnTo>
                  <a:pt x="14234" y="14105"/>
                </a:lnTo>
                <a:lnTo>
                  <a:pt x="14175" y="14172"/>
                </a:lnTo>
                <a:lnTo>
                  <a:pt x="14108" y="14232"/>
                </a:lnTo>
                <a:lnTo>
                  <a:pt x="14035" y="14284"/>
                </a:lnTo>
                <a:lnTo>
                  <a:pt x="13956" y="14330"/>
                </a:lnTo>
                <a:lnTo>
                  <a:pt x="13870" y="14368"/>
                </a:lnTo>
                <a:lnTo>
                  <a:pt x="13779" y="14397"/>
                </a:lnTo>
                <a:lnTo>
                  <a:pt x="13681" y="14419"/>
                </a:lnTo>
                <a:lnTo>
                  <a:pt x="13579" y="14432"/>
                </a:lnTo>
                <a:lnTo>
                  <a:pt x="13471" y="14437"/>
                </a:lnTo>
                <a:lnTo>
                  <a:pt x="10100" y="14436"/>
                </a:lnTo>
                <a:lnTo>
                  <a:pt x="10063" y="14435"/>
                </a:lnTo>
                <a:lnTo>
                  <a:pt x="10026" y="14434"/>
                </a:lnTo>
                <a:lnTo>
                  <a:pt x="9952" y="14430"/>
                </a:lnTo>
                <a:lnTo>
                  <a:pt x="9952" y="9038"/>
                </a:lnTo>
                <a:lnTo>
                  <a:pt x="10115" y="9038"/>
                </a:lnTo>
                <a:lnTo>
                  <a:pt x="11610" y="9040"/>
                </a:lnTo>
                <a:lnTo>
                  <a:pt x="11646" y="9039"/>
                </a:lnTo>
                <a:lnTo>
                  <a:pt x="11661" y="9038"/>
                </a:lnTo>
                <a:lnTo>
                  <a:pt x="11676" y="9035"/>
                </a:lnTo>
                <a:lnTo>
                  <a:pt x="11690" y="9032"/>
                </a:lnTo>
                <a:lnTo>
                  <a:pt x="11702" y="9027"/>
                </a:lnTo>
                <a:lnTo>
                  <a:pt x="11714" y="9022"/>
                </a:lnTo>
                <a:lnTo>
                  <a:pt x="11724" y="9015"/>
                </a:lnTo>
                <a:lnTo>
                  <a:pt x="11734" y="9007"/>
                </a:lnTo>
                <a:lnTo>
                  <a:pt x="11742" y="8998"/>
                </a:lnTo>
                <a:lnTo>
                  <a:pt x="11750" y="8987"/>
                </a:lnTo>
                <a:lnTo>
                  <a:pt x="11757" y="8975"/>
                </a:lnTo>
                <a:lnTo>
                  <a:pt x="11764" y="8961"/>
                </a:lnTo>
                <a:lnTo>
                  <a:pt x="11769" y="8945"/>
                </a:lnTo>
                <a:lnTo>
                  <a:pt x="11774" y="8927"/>
                </a:lnTo>
                <a:lnTo>
                  <a:pt x="11778" y="8907"/>
                </a:lnTo>
                <a:lnTo>
                  <a:pt x="12106" y="7266"/>
                </a:lnTo>
                <a:lnTo>
                  <a:pt x="12201" y="6760"/>
                </a:lnTo>
                <a:lnTo>
                  <a:pt x="9941" y="6760"/>
                </a:lnTo>
                <a:lnTo>
                  <a:pt x="9944" y="5817"/>
                </a:lnTo>
                <a:lnTo>
                  <a:pt x="9950" y="5719"/>
                </a:lnTo>
                <a:lnTo>
                  <a:pt x="9960" y="5621"/>
                </a:lnTo>
                <a:lnTo>
                  <a:pt x="9976" y="5523"/>
                </a:lnTo>
                <a:lnTo>
                  <a:pt x="9994" y="5427"/>
                </a:lnTo>
                <a:lnTo>
                  <a:pt x="10017" y="5333"/>
                </a:lnTo>
                <a:lnTo>
                  <a:pt x="10046" y="5244"/>
                </a:lnTo>
                <a:lnTo>
                  <a:pt x="10080" y="5159"/>
                </a:lnTo>
                <a:lnTo>
                  <a:pt x="10120" y="5080"/>
                </a:lnTo>
                <a:lnTo>
                  <a:pt x="10166" y="5005"/>
                </a:lnTo>
                <a:lnTo>
                  <a:pt x="10216" y="4936"/>
                </a:lnTo>
                <a:lnTo>
                  <a:pt x="10272" y="4871"/>
                </a:lnTo>
                <a:lnTo>
                  <a:pt x="10332" y="4812"/>
                </a:lnTo>
                <a:lnTo>
                  <a:pt x="10398" y="4759"/>
                </a:lnTo>
                <a:lnTo>
                  <a:pt x="10468" y="4711"/>
                </a:lnTo>
                <a:lnTo>
                  <a:pt x="10542" y="4669"/>
                </a:lnTo>
                <a:lnTo>
                  <a:pt x="10621" y="4633"/>
                </a:lnTo>
                <a:lnTo>
                  <a:pt x="10705" y="4604"/>
                </a:lnTo>
                <a:lnTo>
                  <a:pt x="10792" y="4580"/>
                </a:lnTo>
                <a:lnTo>
                  <a:pt x="10884" y="4563"/>
                </a:lnTo>
                <a:lnTo>
                  <a:pt x="10979" y="4553"/>
                </a:lnTo>
                <a:lnTo>
                  <a:pt x="11222" y="4539"/>
                </a:lnTo>
                <a:lnTo>
                  <a:pt x="11465" y="4532"/>
                </a:lnTo>
                <a:lnTo>
                  <a:pt x="11951" y="4524"/>
                </a:lnTo>
                <a:lnTo>
                  <a:pt x="12187" y="4524"/>
                </a:lnTo>
                <a:lnTo>
                  <a:pt x="12187" y="2254"/>
                </a:lnTo>
                <a:lnTo>
                  <a:pt x="12121" y="2250"/>
                </a:lnTo>
                <a:lnTo>
                  <a:pt x="12092" y="2249"/>
                </a:lnTo>
                <a:lnTo>
                  <a:pt x="12064" y="2248"/>
                </a:lnTo>
                <a:lnTo>
                  <a:pt x="10259" y="2251"/>
                </a:lnTo>
                <a:lnTo>
                  <a:pt x="10017" y="2266"/>
                </a:lnTo>
                <a:lnTo>
                  <a:pt x="9783" y="2301"/>
                </a:lnTo>
                <a:lnTo>
                  <a:pt x="9557" y="2358"/>
                </a:lnTo>
                <a:lnTo>
                  <a:pt x="9339" y="2435"/>
                </a:lnTo>
                <a:lnTo>
                  <a:pt x="9130" y="2533"/>
                </a:lnTo>
                <a:lnTo>
                  <a:pt x="8930" y="2653"/>
                </a:lnTo>
                <a:lnTo>
                  <a:pt x="8740" y="2794"/>
                </a:lnTo>
                <a:lnTo>
                  <a:pt x="8559" y="2958"/>
                </a:lnTo>
                <a:lnTo>
                  <a:pt x="8449" y="3073"/>
                </a:lnTo>
                <a:lnTo>
                  <a:pt x="8348" y="3193"/>
                </a:lnTo>
                <a:lnTo>
                  <a:pt x="8254" y="3315"/>
                </a:lnTo>
                <a:lnTo>
                  <a:pt x="8169" y="3441"/>
                </a:lnTo>
                <a:lnTo>
                  <a:pt x="8091" y="3570"/>
                </a:lnTo>
                <a:lnTo>
                  <a:pt x="8021" y="3703"/>
                </a:lnTo>
                <a:lnTo>
                  <a:pt x="7901" y="3976"/>
                </a:lnTo>
                <a:lnTo>
                  <a:pt x="7808" y="4259"/>
                </a:lnTo>
                <a:lnTo>
                  <a:pt x="7740" y="4553"/>
                </a:lnTo>
                <a:lnTo>
                  <a:pt x="7695" y="4854"/>
                </a:lnTo>
                <a:lnTo>
                  <a:pt x="7670" y="5164"/>
                </a:lnTo>
                <a:lnTo>
                  <a:pt x="7660" y="5523"/>
                </a:lnTo>
                <a:lnTo>
                  <a:pt x="7660" y="5883"/>
                </a:lnTo>
                <a:lnTo>
                  <a:pt x="7665" y="6603"/>
                </a:lnTo>
                <a:lnTo>
                  <a:pt x="7665" y="6766"/>
                </a:lnTo>
                <a:lnTo>
                  <a:pt x="5871" y="6766"/>
                </a:lnTo>
                <a:lnTo>
                  <a:pt x="5871" y="9041"/>
                </a:lnTo>
                <a:lnTo>
                  <a:pt x="7656" y="9041"/>
                </a:lnTo>
                <a:lnTo>
                  <a:pt x="7656" y="14428"/>
                </a:lnTo>
                <a:lnTo>
                  <a:pt x="7616" y="14433"/>
                </a:lnTo>
                <a:lnTo>
                  <a:pt x="7598" y="14435"/>
                </a:lnTo>
                <a:lnTo>
                  <a:pt x="7590" y="14436"/>
                </a:lnTo>
                <a:lnTo>
                  <a:pt x="7581" y="14436"/>
                </a:lnTo>
                <a:lnTo>
                  <a:pt x="895" y="14434"/>
                </a:lnTo>
                <a:lnTo>
                  <a:pt x="820" y="14431"/>
                </a:lnTo>
                <a:lnTo>
                  <a:pt x="748" y="14422"/>
                </a:lnTo>
                <a:lnTo>
                  <a:pt x="677" y="14407"/>
                </a:lnTo>
                <a:lnTo>
                  <a:pt x="608" y="14386"/>
                </a:lnTo>
                <a:lnTo>
                  <a:pt x="542" y="14360"/>
                </a:lnTo>
                <a:lnTo>
                  <a:pt x="479" y="14328"/>
                </a:lnTo>
                <a:lnTo>
                  <a:pt x="418" y="14292"/>
                </a:lnTo>
                <a:lnTo>
                  <a:pt x="361" y="14252"/>
                </a:lnTo>
                <a:lnTo>
                  <a:pt x="307" y="14207"/>
                </a:lnTo>
                <a:lnTo>
                  <a:pt x="257" y="14157"/>
                </a:lnTo>
                <a:lnTo>
                  <a:pt x="211" y="14104"/>
                </a:lnTo>
                <a:lnTo>
                  <a:pt x="169" y="14047"/>
                </a:lnTo>
                <a:lnTo>
                  <a:pt x="132" y="13987"/>
                </a:lnTo>
                <a:lnTo>
                  <a:pt x="99" y="13923"/>
                </a:lnTo>
                <a:lnTo>
                  <a:pt x="71" y="13857"/>
                </a:lnTo>
                <a:lnTo>
                  <a:pt x="48" y="13788"/>
                </a:lnTo>
                <a:lnTo>
                  <a:pt x="0" y="13628"/>
                </a:lnTo>
              </a:path>
            </a:pathLst>
          </a:custGeom>
          <a:solidFill>
            <a:schemeClr val="accent1"/>
          </a:solidFill>
          <a:ln>
            <a:noFill/>
          </a:ln>
          <a:effectLst/>
        </p:spPr>
        <p:txBody>
          <a:bodyPr wrap="none" anchor="ctr"/>
          <a:lstStyle/>
          <a:p>
            <a:endParaRPr lang="de-DE">
              <a:solidFill>
                <a:srgbClr val="123563"/>
              </a:solidFill>
              <a:latin typeface="BISansOpti"/>
            </a:endParaRPr>
          </a:p>
        </p:txBody>
      </p:sp>
      <p:sp>
        <p:nvSpPr>
          <p:cNvPr id="14" name="Freeform 2"/>
          <p:cNvSpPr>
            <a:spLocks noChangeAspect="1" noChangeArrowheads="1"/>
          </p:cNvSpPr>
          <p:nvPr userDrawn="1"/>
        </p:nvSpPr>
        <p:spPr bwMode="auto">
          <a:xfrm>
            <a:off x="1020233" y="1260552"/>
            <a:ext cx="396000" cy="323404"/>
          </a:xfrm>
          <a:custGeom>
            <a:avLst/>
            <a:gdLst>
              <a:gd name="T0" fmla="*/ 2302 w 14384"/>
              <a:gd name="T1" fmla="*/ 10229 h 11746"/>
              <a:gd name="T2" fmla="*/ 4222 w 14384"/>
              <a:gd name="T3" fmla="*/ 9176 h 11746"/>
              <a:gd name="T4" fmla="*/ 3544 w 14384"/>
              <a:gd name="T5" fmla="*/ 9052 h 11746"/>
              <a:gd name="T6" fmla="*/ 2627 w 14384"/>
              <a:gd name="T7" fmla="*/ 8581 h 11746"/>
              <a:gd name="T8" fmla="*/ 2100 w 14384"/>
              <a:gd name="T9" fmla="*/ 8065 h 11746"/>
              <a:gd name="T10" fmla="*/ 1633 w 14384"/>
              <a:gd name="T11" fmla="*/ 7227 h 11746"/>
              <a:gd name="T12" fmla="*/ 1622 w 14384"/>
              <a:gd name="T13" fmla="*/ 7169 h 11746"/>
              <a:gd name="T14" fmla="*/ 1631 w 14384"/>
              <a:gd name="T15" fmla="*/ 7150 h 11746"/>
              <a:gd name="T16" fmla="*/ 1654 w 14384"/>
              <a:gd name="T17" fmla="*/ 7142 h 11746"/>
              <a:gd name="T18" fmla="*/ 1884 w 14384"/>
              <a:gd name="T19" fmla="*/ 7165 h 11746"/>
              <a:gd name="T20" fmla="*/ 2540 w 14384"/>
              <a:gd name="T21" fmla="*/ 7153 h 11746"/>
              <a:gd name="T22" fmla="*/ 2848 w 14384"/>
              <a:gd name="T23" fmla="*/ 7095 h 11746"/>
              <a:gd name="T24" fmla="*/ 1895 w 14384"/>
              <a:gd name="T25" fmla="*/ 6602 h 11746"/>
              <a:gd name="T26" fmla="*/ 974 w 14384"/>
              <a:gd name="T27" fmla="*/ 5689 h 11746"/>
              <a:gd name="T28" fmla="*/ 567 w 14384"/>
              <a:gd name="T29" fmla="*/ 4595 h 11746"/>
              <a:gd name="T30" fmla="*/ 1040 w 14384"/>
              <a:gd name="T31" fmla="*/ 4344 h 11746"/>
              <a:gd name="T32" fmla="*/ 1878 w 14384"/>
              <a:gd name="T33" fmla="*/ 4497 h 11746"/>
              <a:gd name="T34" fmla="*/ 1298 w 14384"/>
              <a:gd name="T35" fmla="*/ 3967 h 11746"/>
              <a:gd name="T36" fmla="*/ 726 w 14384"/>
              <a:gd name="T37" fmla="*/ 2940 h 11746"/>
              <a:gd name="T38" fmla="*/ 592 w 14384"/>
              <a:gd name="T39" fmla="*/ 1831 h 11746"/>
              <a:gd name="T40" fmla="*/ 824 w 14384"/>
              <a:gd name="T41" fmla="*/ 868 h 11746"/>
              <a:gd name="T42" fmla="*/ 964 w 14384"/>
              <a:gd name="T43" fmla="*/ 589 h 11746"/>
              <a:gd name="T44" fmla="*/ 983 w 14384"/>
              <a:gd name="T45" fmla="*/ 577 h 11746"/>
              <a:gd name="T46" fmla="*/ 1005 w 14384"/>
              <a:gd name="T47" fmla="*/ 584 h 11746"/>
              <a:gd name="T48" fmla="*/ 1596 w 14384"/>
              <a:gd name="T49" fmla="*/ 1214 h 11746"/>
              <a:gd name="T50" fmla="*/ 4660 w 14384"/>
              <a:gd name="T51" fmla="*/ 3154 h 11746"/>
              <a:gd name="T52" fmla="*/ 6964 w 14384"/>
              <a:gd name="T53" fmla="*/ 3640 h 11746"/>
              <a:gd name="T54" fmla="*/ 7045 w 14384"/>
              <a:gd name="T55" fmla="*/ 3637 h 11746"/>
              <a:gd name="T56" fmla="*/ 7063 w 14384"/>
              <a:gd name="T57" fmla="*/ 3624 h 11746"/>
              <a:gd name="T58" fmla="*/ 7074 w 14384"/>
              <a:gd name="T59" fmla="*/ 3590 h 11746"/>
              <a:gd name="T60" fmla="*/ 7020 w 14384"/>
              <a:gd name="T61" fmla="*/ 2949 h 11746"/>
              <a:gd name="T62" fmla="*/ 7333 w 14384"/>
              <a:gd name="T63" fmla="*/ 1628 h 11746"/>
              <a:gd name="T64" fmla="*/ 8184 w 14384"/>
              <a:gd name="T65" fmla="*/ 606 h 11746"/>
              <a:gd name="T66" fmla="*/ 9383 w 14384"/>
              <a:gd name="T67" fmla="*/ 70 h 11746"/>
              <a:gd name="T68" fmla="*/ 10325 w 14384"/>
              <a:gd name="T69" fmla="*/ 15 h 11746"/>
              <a:gd name="T70" fmla="*/ 11198 w 14384"/>
              <a:gd name="T71" fmla="*/ 263 h 11746"/>
              <a:gd name="T72" fmla="*/ 11995 w 14384"/>
              <a:gd name="T73" fmla="*/ 807 h 11746"/>
              <a:gd name="T74" fmla="*/ 12123 w 14384"/>
              <a:gd name="T75" fmla="*/ 892 h 11746"/>
              <a:gd name="T76" fmla="*/ 12231 w 14384"/>
              <a:gd name="T77" fmla="*/ 915 h 11746"/>
              <a:gd name="T78" fmla="*/ 12744 w 14384"/>
              <a:gd name="T79" fmla="*/ 787 h 11746"/>
              <a:gd name="T80" fmla="*/ 13860 w 14384"/>
              <a:gd name="T81" fmla="*/ 315 h 11746"/>
              <a:gd name="T82" fmla="*/ 13966 w 14384"/>
              <a:gd name="T83" fmla="*/ 263 h 11746"/>
              <a:gd name="T84" fmla="*/ 13995 w 14384"/>
              <a:gd name="T85" fmla="*/ 269 h 11746"/>
              <a:gd name="T86" fmla="*/ 13527 w 14384"/>
              <a:gd name="T87" fmla="*/ 1148 h 11746"/>
              <a:gd name="T88" fmla="*/ 12830 w 14384"/>
              <a:gd name="T89" fmla="*/ 1838 h 11746"/>
              <a:gd name="T90" fmla="*/ 13292 w 14384"/>
              <a:gd name="T91" fmla="*/ 1763 h 11746"/>
              <a:gd name="T92" fmla="*/ 13785 w 14384"/>
              <a:gd name="T93" fmla="*/ 1631 h 11746"/>
              <a:gd name="T94" fmla="*/ 14219 w 14384"/>
              <a:gd name="T95" fmla="*/ 1479 h 11746"/>
              <a:gd name="T96" fmla="*/ 14275 w 14384"/>
              <a:gd name="T97" fmla="*/ 1604 h 11746"/>
              <a:gd name="T98" fmla="*/ 13501 w 14384"/>
              <a:gd name="T99" fmla="*/ 2473 h 11746"/>
              <a:gd name="T100" fmla="*/ 13009 w 14384"/>
              <a:gd name="T101" fmla="*/ 2877 h 11746"/>
              <a:gd name="T102" fmla="*/ 12970 w 14384"/>
              <a:gd name="T103" fmla="*/ 2930 h 11746"/>
              <a:gd name="T104" fmla="*/ 12953 w 14384"/>
              <a:gd name="T105" fmla="*/ 2990 h 11746"/>
              <a:gd name="T106" fmla="*/ 12687 w 14384"/>
              <a:gd name="T107" fmla="*/ 5388 h 11746"/>
              <a:gd name="T108" fmla="*/ 10923 w 14384"/>
              <a:gd name="T109" fmla="*/ 8821 h 11746"/>
              <a:gd name="T110" fmla="*/ 8211 w 14384"/>
              <a:gd name="T111" fmla="*/ 10949 h 11746"/>
              <a:gd name="T112" fmla="*/ 4606 w 14384"/>
              <a:gd name="T113" fmla="*/ 11745 h 11746"/>
              <a:gd name="T114" fmla="*/ 819 w 14384"/>
              <a:gd name="T115" fmla="*/ 10882 h 117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4384" h="11746">
                <a:moveTo>
                  <a:pt x="0" y="10417"/>
                </a:moveTo>
                <a:lnTo>
                  <a:pt x="600" y="10448"/>
                </a:lnTo>
                <a:lnTo>
                  <a:pt x="1183" y="10428"/>
                </a:lnTo>
                <a:lnTo>
                  <a:pt x="1751" y="10355"/>
                </a:lnTo>
                <a:lnTo>
                  <a:pt x="2302" y="10229"/>
                </a:lnTo>
                <a:lnTo>
                  <a:pt x="2839" y="10049"/>
                </a:lnTo>
                <a:lnTo>
                  <a:pt x="3362" y="9816"/>
                </a:lnTo>
                <a:lnTo>
                  <a:pt x="3872" y="9528"/>
                </a:lnTo>
                <a:lnTo>
                  <a:pt x="4370" y="9184"/>
                </a:lnTo>
                <a:lnTo>
                  <a:pt x="4222" y="9176"/>
                </a:lnTo>
                <a:lnTo>
                  <a:pt x="4079" y="9163"/>
                </a:lnTo>
                <a:lnTo>
                  <a:pt x="3940" y="9144"/>
                </a:lnTo>
                <a:lnTo>
                  <a:pt x="3805" y="9120"/>
                </a:lnTo>
                <a:lnTo>
                  <a:pt x="3674" y="9089"/>
                </a:lnTo>
                <a:lnTo>
                  <a:pt x="3544" y="9052"/>
                </a:lnTo>
                <a:lnTo>
                  <a:pt x="3418" y="9010"/>
                </a:lnTo>
                <a:lnTo>
                  <a:pt x="3293" y="8960"/>
                </a:lnTo>
                <a:lnTo>
                  <a:pt x="3010" y="8825"/>
                </a:lnTo>
                <a:lnTo>
                  <a:pt x="2749" y="8667"/>
                </a:lnTo>
                <a:lnTo>
                  <a:pt x="2627" y="8581"/>
                </a:lnTo>
                <a:lnTo>
                  <a:pt x="2511" y="8488"/>
                </a:lnTo>
                <a:lnTo>
                  <a:pt x="2400" y="8391"/>
                </a:lnTo>
                <a:lnTo>
                  <a:pt x="2294" y="8288"/>
                </a:lnTo>
                <a:lnTo>
                  <a:pt x="2195" y="8179"/>
                </a:lnTo>
                <a:lnTo>
                  <a:pt x="2100" y="8065"/>
                </a:lnTo>
                <a:lnTo>
                  <a:pt x="2012" y="7946"/>
                </a:lnTo>
                <a:lnTo>
                  <a:pt x="1928" y="7822"/>
                </a:lnTo>
                <a:lnTo>
                  <a:pt x="1778" y="7557"/>
                </a:lnTo>
                <a:lnTo>
                  <a:pt x="1650" y="7271"/>
                </a:lnTo>
                <a:lnTo>
                  <a:pt x="1633" y="7227"/>
                </a:lnTo>
                <a:lnTo>
                  <a:pt x="1628" y="7209"/>
                </a:lnTo>
                <a:lnTo>
                  <a:pt x="1624" y="7194"/>
                </a:lnTo>
                <a:lnTo>
                  <a:pt x="1622" y="7180"/>
                </a:lnTo>
                <a:lnTo>
                  <a:pt x="1621" y="7175"/>
                </a:lnTo>
                <a:lnTo>
                  <a:pt x="1622" y="7169"/>
                </a:lnTo>
                <a:lnTo>
                  <a:pt x="1622" y="7164"/>
                </a:lnTo>
                <a:lnTo>
                  <a:pt x="1624" y="7160"/>
                </a:lnTo>
                <a:lnTo>
                  <a:pt x="1625" y="7156"/>
                </a:lnTo>
                <a:lnTo>
                  <a:pt x="1628" y="7153"/>
                </a:lnTo>
                <a:lnTo>
                  <a:pt x="1631" y="7150"/>
                </a:lnTo>
                <a:lnTo>
                  <a:pt x="1634" y="7148"/>
                </a:lnTo>
                <a:lnTo>
                  <a:pt x="1638" y="7146"/>
                </a:lnTo>
                <a:lnTo>
                  <a:pt x="1643" y="7144"/>
                </a:lnTo>
                <a:lnTo>
                  <a:pt x="1648" y="7143"/>
                </a:lnTo>
                <a:lnTo>
                  <a:pt x="1654" y="7142"/>
                </a:lnTo>
                <a:lnTo>
                  <a:pt x="1668" y="7141"/>
                </a:lnTo>
                <a:lnTo>
                  <a:pt x="1685" y="7142"/>
                </a:lnTo>
                <a:lnTo>
                  <a:pt x="1704" y="7143"/>
                </a:lnTo>
                <a:lnTo>
                  <a:pt x="1752" y="7149"/>
                </a:lnTo>
                <a:lnTo>
                  <a:pt x="1884" y="7165"/>
                </a:lnTo>
                <a:lnTo>
                  <a:pt x="2015" y="7175"/>
                </a:lnTo>
                <a:lnTo>
                  <a:pt x="2147" y="7178"/>
                </a:lnTo>
                <a:lnTo>
                  <a:pt x="2278" y="7176"/>
                </a:lnTo>
                <a:lnTo>
                  <a:pt x="2409" y="7167"/>
                </a:lnTo>
                <a:lnTo>
                  <a:pt x="2540" y="7153"/>
                </a:lnTo>
                <a:lnTo>
                  <a:pt x="2671" y="7134"/>
                </a:lnTo>
                <a:lnTo>
                  <a:pt x="2802" y="7109"/>
                </a:lnTo>
                <a:lnTo>
                  <a:pt x="2813" y="7106"/>
                </a:lnTo>
                <a:lnTo>
                  <a:pt x="2825" y="7103"/>
                </a:lnTo>
                <a:lnTo>
                  <a:pt x="2848" y="7095"/>
                </a:lnTo>
                <a:lnTo>
                  <a:pt x="2900" y="7074"/>
                </a:lnTo>
                <a:lnTo>
                  <a:pt x="2631" y="6984"/>
                </a:lnTo>
                <a:lnTo>
                  <a:pt x="2373" y="6874"/>
                </a:lnTo>
                <a:lnTo>
                  <a:pt x="2128" y="6747"/>
                </a:lnTo>
                <a:lnTo>
                  <a:pt x="1895" y="6602"/>
                </a:lnTo>
                <a:lnTo>
                  <a:pt x="1677" y="6443"/>
                </a:lnTo>
                <a:lnTo>
                  <a:pt x="1475" y="6271"/>
                </a:lnTo>
                <a:lnTo>
                  <a:pt x="1289" y="6087"/>
                </a:lnTo>
                <a:lnTo>
                  <a:pt x="1122" y="5892"/>
                </a:lnTo>
                <a:lnTo>
                  <a:pt x="974" y="5689"/>
                </a:lnTo>
                <a:lnTo>
                  <a:pt x="846" y="5479"/>
                </a:lnTo>
                <a:lnTo>
                  <a:pt x="741" y="5262"/>
                </a:lnTo>
                <a:lnTo>
                  <a:pt x="658" y="5042"/>
                </a:lnTo>
                <a:lnTo>
                  <a:pt x="600" y="4819"/>
                </a:lnTo>
                <a:lnTo>
                  <a:pt x="567" y="4595"/>
                </a:lnTo>
                <a:lnTo>
                  <a:pt x="560" y="4372"/>
                </a:lnTo>
                <a:lnTo>
                  <a:pt x="582" y="4151"/>
                </a:lnTo>
                <a:lnTo>
                  <a:pt x="733" y="4222"/>
                </a:lnTo>
                <a:lnTo>
                  <a:pt x="885" y="4286"/>
                </a:lnTo>
                <a:lnTo>
                  <a:pt x="1040" y="4344"/>
                </a:lnTo>
                <a:lnTo>
                  <a:pt x="1199" y="4394"/>
                </a:lnTo>
                <a:lnTo>
                  <a:pt x="1361" y="4435"/>
                </a:lnTo>
                <a:lnTo>
                  <a:pt x="1528" y="4466"/>
                </a:lnTo>
                <a:lnTo>
                  <a:pt x="1700" y="4487"/>
                </a:lnTo>
                <a:lnTo>
                  <a:pt x="1878" y="4497"/>
                </a:lnTo>
                <a:lnTo>
                  <a:pt x="1717" y="4366"/>
                </a:lnTo>
                <a:lnTo>
                  <a:pt x="1566" y="4238"/>
                </a:lnTo>
                <a:lnTo>
                  <a:pt x="1426" y="4106"/>
                </a:lnTo>
                <a:lnTo>
                  <a:pt x="1361" y="4038"/>
                </a:lnTo>
                <a:lnTo>
                  <a:pt x="1298" y="3967"/>
                </a:lnTo>
                <a:lnTo>
                  <a:pt x="1149" y="3775"/>
                </a:lnTo>
                <a:lnTo>
                  <a:pt x="1017" y="3577"/>
                </a:lnTo>
                <a:lnTo>
                  <a:pt x="903" y="3371"/>
                </a:lnTo>
                <a:lnTo>
                  <a:pt x="806" y="3159"/>
                </a:lnTo>
                <a:lnTo>
                  <a:pt x="726" y="2940"/>
                </a:lnTo>
                <a:lnTo>
                  <a:pt x="664" y="2713"/>
                </a:lnTo>
                <a:lnTo>
                  <a:pt x="620" y="2479"/>
                </a:lnTo>
                <a:lnTo>
                  <a:pt x="594" y="2237"/>
                </a:lnTo>
                <a:lnTo>
                  <a:pt x="586" y="2032"/>
                </a:lnTo>
                <a:lnTo>
                  <a:pt x="592" y="1831"/>
                </a:lnTo>
                <a:lnTo>
                  <a:pt x="612" y="1633"/>
                </a:lnTo>
                <a:lnTo>
                  <a:pt x="645" y="1438"/>
                </a:lnTo>
                <a:lnTo>
                  <a:pt x="692" y="1245"/>
                </a:lnTo>
                <a:lnTo>
                  <a:pt x="752" y="1056"/>
                </a:lnTo>
                <a:lnTo>
                  <a:pt x="824" y="868"/>
                </a:lnTo>
                <a:lnTo>
                  <a:pt x="910" y="684"/>
                </a:lnTo>
                <a:lnTo>
                  <a:pt x="933" y="638"/>
                </a:lnTo>
                <a:lnTo>
                  <a:pt x="952" y="606"/>
                </a:lnTo>
                <a:lnTo>
                  <a:pt x="960" y="594"/>
                </a:lnTo>
                <a:lnTo>
                  <a:pt x="964" y="589"/>
                </a:lnTo>
                <a:lnTo>
                  <a:pt x="968" y="585"/>
                </a:lnTo>
                <a:lnTo>
                  <a:pt x="972" y="582"/>
                </a:lnTo>
                <a:lnTo>
                  <a:pt x="976" y="580"/>
                </a:lnTo>
                <a:lnTo>
                  <a:pt x="980" y="578"/>
                </a:lnTo>
                <a:lnTo>
                  <a:pt x="983" y="577"/>
                </a:lnTo>
                <a:lnTo>
                  <a:pt x="987" y="577"/>
                </a:lnTo>
                <a:lnTo>
                  <a:pt x="992" y="578"/>
                </a:lnTo>
                <a:lnTo>
                  <a:pt x="996" y="579"/>
                </a:lnTo>
                <a:lnTo>
                  <a:pt x="1000" y="581"/>
                </a:lnTo>
                <a:lnTo>
                  <a:pt x="1005" y="584"/>
                </a:lnTo>
                <a:lnTo>
                  <a:pt x="1010" y="587"/>
                </a:lnTo>
                <a:lnTo>
                  <a:pt x="1020" y="596"/>
                </a:lnTo>
                <a:lnTo>
                  <a:pt x="1045" y="623"/>
                </a:lnTo>
                <a:lnTo>
                  <a:pt x="1078" y="660"/>
                </a:lnTo>
                <a:lnTo>
                  <a:pt x="1596" y="1214"/>
                </a:lnTo>
                <a:lnTo>
                  <a:pt x="2145" y="1714"/>
                </a:lnTo>
                <a:lnTo>
                  <a:pt x="2726" y="2158"/>
                </a:lnTo>
                <a:lnTo>
                  <a:pt x="3338" y="2546"/>
                </a:lnTo>
                <a:lnTo>
                  <a:pt x="3983" y="2878"/>
                </a:lnTo>
                <a:lnTo>
                  <a:pt x="4660" y="3154"/>
                </a:lnTo>
                <a:lnTo>
                  <a:pt x="5369" y="3373"/>
                </a:lnTo>
                <a:lnTo>
                  <a:pt x="6112" y="3535"/>
                </a:lnTo>
                <a:lnTo>
                  <a:pt x="6324" y="3567"/>
                </a:lnTo>
                <a:lnTo>
                  <a:pt x="6537" y="3593"/>
                </a:lnTo>
                <a:lnTo>
                  <a:pt x="6964" y="3640"/>
                </a:lnTo>
                <a:lnTo>
                  <a:pt x="6997" y="3643"/>
                </a:lnTo>
                <a:lnTo>
                  <a:pt x="7011" y="3643"/>
                </a:lnTo>
                <a:lnTo>
                  <a:pt x="7024" y="3642"/>
                </a:lnTo>
                <a:lnTo>
                  <a:pt x="7035" y="3640"/>
                </a:lnTo>
                <a:lnTo>
                  <a:pt x="7045" y="3637"/>
                </a:lnTo>
                <a:lnTo>
                  <a:pt x="7049" y="3635"/>
                </a:lnTo>
                <a:lnTo>
                  <a:pt x="7053" y="3633"/>
                </a:lnTo>
                <a:lnTo>
                  <a:pt x="7057" y="3631"/>
                </a:lnTo>
                <a:lnTo>
                  <a:pt x="7060" y="3628"/>
                </a:lnTo>
                <a:lnTo>
                  <a:pt x="7063" y="3624"/>
                </a:lnTo>
                <a:lnTo>
                  <a:pt x="7066" y="3621"/>
                </a:lnTo>
                <a:lnTo>
                  <a:pt x="7068" y="3617"/>
                </a:lnTo>
                <a:lnTo>
                  <a:pt x="7070" y="3612"/>
                </a:lnTo>
                <a:lnTo>
                  <a:pt x="7073" y="3602"/>
                </a:lnTo>
                <a:lnTo>
                  <a:pt x="7074" y="3590"/>
                </a:lnTo>
                <a:lnTo>
                  <a:pt x="7075" y="3576"/>
                </a:lnTo>
                <a:lnTo>
                  <a:pt x="7074" y="3560"/>
                </a:lnTo>
                <a:lnTo>
                  <a:pt x="7069" y="3523"/>
                </a:lnTo>
                <a:lnTo>
                  <a:pt x="7031" y="3234"/>
                </a:lnTo>
                <a:lnTo>
                  <a:pt x="7020" y="2949"/>
                </a:lnTo>
                <a:lnTo>
                  <a:pt x="7035" y="2669"/>
                </a:lnTo>
                <a:lnTo>
                  <a:pt x="7074" y="2395"/>
                </a:lnTo>
                <a:lnTo>
                  <a:pt x="7137" y="2130"/>
                </a:lnTo>
                <a:lnTo>
                  <a:pt x="7224" y="1873"/>
                </a:lnTo>
                <a:lnTo>
                  <a:pt x="7333" y="1628"/>
                </a:lnTo>
                <a:lnTo>
                  <a:pt x="7463" y="1394"/>
                </a:lnTo>
                <a:lnTo>
                  <a:pt x="7614" y="1174"/>
                </a:lnTo>
                <a:lnTo>
                  <a:pt x="7785" y="968"/>
                </a:lnTo>
                <a:lnTo>
                  <a:pt x="7976" y="778"/>
                </a:lnTo>
                <a:lnTo>
                  <a:pt x="8184" y="606"/>
                </a:lnTo>
                <a:lnTo>
                  <a:pt x="8410" y="452"/>
                </a:lnTo>
                <a:lnTo>
                  <a:pt x="8653" y="319"/>
                </a:lnTo>
                <a:lnTo>
                  <a:pt x="8912" y="207"/>
                </a:lnTo>
                <a:lnTo>
                  <a:pt x="9186" y="118"/>
                </a:lnTo>
                <a:lnTo>
                  <a:pt x="9383" y="70"/>
                </a:lnTo>
                <a:lnTo>
                  <a:pt x="9577" y="34"/>
                </a:lnTo>
                <a:lnTo>
                  <a:pt x="9768" y="11"/>
                </a:lnTo>
                <a:lnTo>
                  <a:pt x="9956" y="0"/>
                </a:lnTo>
                <a:lnTo>
                  <a:pt x="10142" y="1"/>
                </a:lnTo>
                <a:lnTo>
                  <a:pt x="10325" y="15"/>
                </a:lnTo>
                <a:lnTo>
                  <a:pt x="10506" y="40"/>
                </a:lnTo>
                <a:lnTo>
                  <a:pt x="10683" y="78"/>
                </a:lnTo>
                <a:lnTo>
                  <a:pt x="10858" y="128"/>
                </a:lnTo>
                <a:lnTo>
                  <a:pt x="11029" y="189"/>
                </a:lnTo>
                <a:lnTo>
                  <a:pt x="11198" y="263"/>
                </a:lnTo>
                <a:lnTo>
                  <a:pt x="11364" y="348"/>
                </a:lnTo>
                <a:lnTo>
                  <a:pt x="11526" y="445"/>
                </a:lnTo>
                <a:lnTo>
                  <a:pt x="11686" y="554"/>
                </a:lnTo>
                <a:lnTo>
                  <a:pt x="11842" y="675"/>
                </a:lnTo>
                <a:lnTo>
                  <a:pt x="11995" y="807"/>
                </a:lnTo>
                <a:lnTo>
                  <a:pt x="12039" y="843"/>
                </a:lnTo>
                <a:lnTo>
                  <a:pt x="12060" y="858"/>
                </a:lnTo>
                <a:lnTo>
                  <a:pt x="12081" y="871"/>
                </a:lnTo>
                <a:lnTo>
                  <a:pt x="12102" y="883"/>
                </a:lnTo>
                <a:lnTo>
                  <a:pt x="12123" y="892"/>
                </a:lnTo>
                <a:lnTo>
                  <a:pt x="12144" y="900"/>
                </a:lnTo>
                <a:lnTo>
                  <a:pt x="12165" y="906"/>
                </a:lnTo>
                <a:lnTo>
                  <a:pt x="12187" y="911"/>
                </a:lnTo>
                <a:lnTo>
                  <a:pt x="12209" y="914"/>
                </a:lnTo>
                <a:lnTo>
                  <a:pt x="12231" y="915"/>
                </a:lnTo>
                <a:lnTo>
                  <a:pt x="12254" y="914"/>
                </a:lnTo>
                <a:lnTo>
                  <a:pt x="12278" y="912"/>
                </a:lnTo>
                <a:lnTo>
                  <a:pt x="12302" y="909"/>
                </a:lnTo>
                <a:lnTo>
                  <a:pt x="12354" y="898"/>
                </a:lnTo>
                <a:lnTo>
                  <a:pt x="12744" y="787"/>
                </a:lnTo>
                <a:lnTo>
                  <a:pt x="13126" y="654"/>
                </a:lnTo>
                <a:lnTo>
                  <a:pt x="13313" y="579"/>
                </a:lnTo>
                <a:lnTo>
                  <a:pt x="13498" y="497"/>
                </a:lnTo>
                <a:lnTo>
                  <a:pt x="13680" y="409"/>
                </a:lnTo>
                <a:lnTo>
                  <a:pt x="13860" y="315"/>
                </a:lnTo>
                <a:lnTo>
                  <a:pt x="13960" y="264"/>
                </a:lnTo>
                <a:lnTo>
                  <a:pt x="13961" y="263"/>
                </a:lnTo>
                <a:lnTo>
                  <a:pt x="13963" y="263"/>
                </a:lnTo>
                <a:lnTo>
                  <a:pt x="13964" y="263"/>
                </a:lnTo>
                <a:lnTo>
                  <a:pt x="13966" y="263"/>
                </a:lnTo>
                <a:lnTo>
                  <a:pt x="13968" y="263"/>
                </a:lnTo>
                <a:lnTo>
                  <a:pt x="13970" y="264"/>
                </a:lnTo>
                <a:lnTo>
                  <a:pt x="13975" y="265"/>
                </a:lnTo>
                <a:lnTo>
                  <a:pt x="13987" y="268"/>
                </a:lnTo>
                <a:lnTo>
                  <a:pt x="13995" y="269"/>
                </a:lnTo>
                <a:lnTo>
                  <a:pt x="14004" y="271"/>
                </a:lnTo>
                <a:lnTo>
                  <a:pt x="13912" y="511"/>
                </a:lnTo>
                <a:lnTo>
                  <a:pt x="13801" y="736"/>
                </a:lnTo>
                <a:lnTo>
                  <a:pt x="13673" y="949"/>
                </a:lnTo>
                <a:lnTo>
                  <a:pt x="13527" y="1148"/>
                </a:lnTo>
                <a:lnTo>
                  <a:pt x="13363" y="1336"/>
                </a:lnTo>
                <a:lnTo>
                  <a:pt x="13182" y="1513"/>
                </a:lnTo>
                <a:lnTo>
                  <a:pt x="12984" y="1679"/>
                </a:lnTo>
                <a:lnTo>
                  <a:pt x="12768" y="1836"/>
                </a:lnTo>
                <a:lnTo>
                  <a:pt x="12830" y="1838"/>
                </a:lnTo>
                <a:lnTo>
                  <a:pt x="12888" y="1836"/>
                </a:lnTo>
                <a:lnTo>
                  <a:pt x="12943" y="1831"/>
                </a:lnTo>
                <a:lnTo>
                  <a:pt x="12996" y="1823"/>
                </a:lnTo>
                <a:lnTo>
                  <a:pt x="13192" y="1783"/>
                </a:lnTo>
                <a:lnTo>
                  <a:pt x="13292" y="1763"/>
                </a:lnTo>
                <a:lnTo>
                  <a:pt x="13392" y="1741"/>
                </a:lnTo>
                <a:lnTo>
                  <a:pt x="13491" y="1717"/>
                </a:lnTo>
                <a:lnTo>
                  <a:pt x="13590" y="1691"/>
                </a:lnTo>
                <a:lnTo>
                  <a:pt x="13688" y="1662"/>
                </a:lnTo>
                <a:lnTo>
                  <a:pt x="13785" y="1631"/>
                </a:lnTo>
                <a:lnTo>
                  <a:pt x="13979" y="1569"/>
                </a:lnTo>
                <a:lnTo>
                  <a:pt x="14026" y="1553"/>
                </a:lnTo>
                <a:lnTo>
                  <a:pt x="14073" y="1535"/>
                </a:lnTo>
                <a:lnTo>
                  <a:pt x="14169" y="1497"/>
                </a:lnTo>
                <a:lnTo>
                  <a:pt x="14219" y="1479"/>
                </a:lnTo>
                <a:lnTo>
                  <a:pt x="14271" y="1462"/>
                </a:lnTo>
                <a:lnTo>
                  <a:pt x="14325" y="1448"/>
                </a:lnTo>
                <a:lnTo>
                  <a:pt x="14383" y="1437"/>
                </a:lnTo>
                <a:lnTo>
                  <a:pt x="14329" y="1522"/>
                </a:lnTo>
                <a:lnTo>
                  <a:pt x="14275" y="1604"/>
                </a:lnTo>
                <a:lnTo>
                  <a:pt x="14161" y="1758"/>
                </a:lnTo>
                <a:lnTo>
                  <a:pt x="14044" y="1901"/>
                </a:lnTo>
                <a:lnTo>
                  <a:pt x="13924" y="2039"/>
                </a:lnTo>
                <a:lnTo>
                  <a:pt x="13717" y="2261"/>
                </a:lnTo>
                <a:lnTo>
                  <a:pt x="13501" y="2473"/>
                </a:lnTo>
                <a:lnTo>
                  <a:pt x="13274" y="2673"/>
                </a:lnTo>
                <a:lnTo>
                  <a:pt x="13155" y="2767"/>
                </a:lnTo>
                <a:lnTo>
                  <a:pt x="13033" y="2858"/>
                </a:lnTo>
                <a:lnTo>
                  <a:pt x="13020" y="2867"/>
                </a:lnTo>
                <a:lnTo>
                  <a:pt x="13009" y="2877"/>
                </a:lnTo>
                <a:lnTo>
                  <a:pt x="12999" y="2887"/>
                </a:lnTo>
                <a:lnTo>
                  <a:pt x="12990" y="2898"/>
                </a:lnTo>
                <a:lnTo>
                  <a:pt x="12982" y="2908"/>
                </a:lnTo>
                <a:lnTo>
                  <a:pt x="12975" y="2919"/>
                </a:lnTo>
                <a:lnTo>
                  <a:pt x="12970" y="2930"/>
                </a:lnTo>
                <a:lnTo>
                  <a:pt x="12965" y="2941"/>
                </a:lnTo>
                <a:lnTo>
                  <a:pt x="12961" y="2953"/>
                </a:lnTo>
                <a:lnTo>
                  <a:pt x="12957" y="2965"/>
                </a:lnTo>
                <a:lnTo>
                  <a:pt x="12955" y="2977"/>
                </a:lnTo>
                <a:lnTo>
                  <a:pt x="12953" y="2990"/>
                </a:lnTo>
                <a:lnTo>
                  <a:pt x="12950" y="3017"/>
                </a:lnTo>
                <a:lnTo>
                  <a:pt x="12950" y="3047"/>
                </a:lnTo>
                <a:lnTo>
                  <a:pt x="12929" y="3850"/>
                </a:lnTo>
                <a:lnTo>
                  <a:pt x="12841" y="4631"/>
                </a:lnTo>
                <a:lnTo>
                  <a:pt x="12687" y="5388"/>
                </a:lnTo>
                <a:lnTo>
                  <a:pt x="12467" y="6122"/>
                </a:lnTo>
                <a:lnTo>
                  <a:pt x="12180" y="6832"/>
                </a:lnTo>
                <a:lnTo>
                  <a:pt x="11827" y="7519"/>
                </a:lnTo>
                <a:lnTo>
                  <a:pt x="11408" y="8182"/>
                </a:lnTo>
                <a:lnTo>
                  <a:pt x="10923" y="8821"/>
                </a:lnTo>
                <a:lnTo>
                  <a:pt x="10445" y="9353"/>
                </a:lnTo>
                <a:lnTo>
                  <a:pt x="9935" y="9832"/>
                </a:lnTo>
                <a:lnTo>
                  <a:pt x="9392" y="10258"/>
                </a:lnTo>
                <a:lnTo>
                  <a:pt x="8817" y="10630"/>
                </a:lnTo>
                <a:lnTo>
                  <a:pt x="8211" y="10949"/>
                </a:lnTo>
                <a:lnTo>
                  <a:pt x="7574" y="11215"/>
                </a:lnTo>
                <a:lnTo>
                  <a:pt x="6907" y="11427"/>
                </a:lnTo>
                <a:lnTo>
                  <a:pt x="6210" y="11586"/>
                </a:lnTo>
                <a:lnTo>
                  <a:pt x="5402" y="11701"/>
                </a:lnTo>
                <a:lnTo>
                  <a:pt x="4606" y="11745"/>
                </a:lnTo>
                <a:lnTo>
                  <a:pt x="3823" y="11718"/>
                </a:lnTo>
                <a:lnTo>
                  <a:pt x="3053" y="11619"/>
                </a:lnTo>
                <a:lnTo>
                  <a:pt x="2295" y="11447"/>
                </a:lnTo>
                <a:lnTo>
                  <a:pt x="1550" y="11201"/>
                </a:lnTo>
                <a:lnTo>
                  <a:pt x="819" y="10882"/>
                </a:lnTo>
                <a:lnTo>
                  <a:pt x="101" y="10488"/>
                </a:lnTo>
                <a:lnTo>
                  <a:pt x="83" y="10477"/>
                </a:lnTo>
                <a:lnTo>
                  <a:pt x="63" y="10462"/>
                </a:lnTo>
                <a:lnTo>
                  <a:pt x="0" y="10417"/>
                </a:lnTo>
              </a:path>
            </a:pathLst>
          </a:custGeom>
          <a:solidFill>
            <a:srgbClr val="123563"/>
          </a:solidFill>
          <a:ln>
            <a:noFill/>
          </a:ln>
          <a:effectLst/>
        </p:spPr>
        <p:txBody>
          <a:bodyPr wrap="none" anchor="ctr"/>
          <a:lstStyle/>
          <a:p>
            <a:endParaRPr lang="de-DE">
              <a:latin typeface="BISansOpti"/>
            </a:endParaRPr>
          </a:p>
        </p:txBody>
      </p:sp>
      <p:sp>
        <p:nvSpPr>
          <p:cNvPr id="15" name="Freeform 2"/>
          <p:cNvSpPr>
            <a:spLocks noChangeAspect="1" noChangeArrowheads="1"/>
          </p:cNvSpPr>
          <p:nvPr userDrawn="1"/>
        </p:nvSpPr>
        <p:spPr bwMode="auto">
          <a:xfrm>
            <a:off x="1651481" y="1281034"/>
            <a:ext cx="360000" cy="269395"/>
          </a:xfrm>
          <a:custGeom>
            <a:avLst/>
            <a:gdLst>
              <a:gd name="T0" fmla="*/ 14325 w 14438"/>
              <a:gd name="T1" fmla="*/ 8118 h 10806"/>
              <a:gd name="T2" fmla="*/ 14255 w 14438"/>
              <a:gd name="T3" fmla="*/ 8647 h 10806"/>
              <a:gd name="T4" fmla="*/ 14181 w 14438"/>
              <a:gd name="T5" fmla="*/ 8993 h 10806"/>
              <a:gd name="T6" fmla="*/ 14077 w 14438"/>
              <a:gd name="T7" fmla="*/ 9332 h 10806"/>
              <a:gd name="T8" fmla="*/ 13964 w 14438"/>
              <a:gd name="T9" fmla="*/ 9609 h 10806"/>
              <a:gd name="T10" fmla="*/ 13852 w 14438"/>
              <a:gd name="T11" fmla="*/ 9813 h 10806"/>
              <a:gd name="T12" fmla="*/ 13721 w 14438"/>
              <a:gd name="T13" fmla="*/ 9995 h 10806"/>
              <a:gd name="T14" fmla="*/ 13572 w 14438"/>
              <a:gd name="T15" fmla="*/ 10155 h 10806"/>
              <a:gd name="T16" fmla="*/ 13405 w 14438"/>
              <a:gd name="T17" fmla="*/ 10292 h 10806"/>
              <a:gd name="T18" fmla="*/ 13220 w 14438"/>
              <a:gd name="T19" fmla="*/ 10406 h 10806"/>
              <a:gd name="T20" fmla="*/ 13016 w 14438"/>
              <a:gd name="T21" fmla="*/ 10497 h 10806"/>
              <a:gd name="T22" fmla="*/ 12795 w 14438"/>
              <a:gd name="T23" fmla="*/ 10564 h 10806"/>
              <a:gd name="T24" fmla="*/ 12403 w 14438"/>
              <a:gd name="T25" fmla="*/ 10631 h 10806"/>
              <a:gd name="T26" fmla="*/ 11849 w 14438"/>
              <a:gd name="T27" fmla="*/ 10683 h 10806"/>
              <a:gd name="T28" fmla="*/ 7794 w 14438"/>
              <a:gd name="T29" fmla="*/ 10805 h 10806"/>
              <a:gd name="T30" fmla="*/ 2034 w 14438"/>
              <a:gd name="T31" fmla="*/ 10612 h 10806"/>
              <a:gd name="T32" fmla="*/ 1725 w 14438"/>
              <a:gd name="T33" fmla="*/ 10567 h 10806"/>
              <a:gd name="T34" fmla="*/ 1442 w 14438"/>
              <a:gd name="T35" fmla="*/ 10487 h 10806"/>
              <a:gd name="T36" fmla="*/ 1186 w 14438"/>
              <a:gd name="T37" fmla="*/ 10372 h 10806"/>
              <a:gd name="T38" fmla="*/ 957 w 14438"/>
              <a:gd name="T39" fmla="*/ 10222 h 10806"/>
              <a:gd name="T40" fmla="*/ 756 w 14438"/>
              <a:gd name="T41" fmla="*/ 10035 h 10806"/>
              <a:gd name="T42" fmla="*/ 584 w 14438"/>
              <a:gd name="T43" fmla="*/ 9811 h 10806"/>
              <a:gd name="T44" fmla="*/ 440 w 14438"/>
              <a:gd name="T45" fmla="*/ 9549 h 10806"/>
              <a:gd name="T46" fmla="*/ 327 w 14438"/>
              <a:gd name="T47" fmla="*/ 9249 h 10806"/>
              <a:gd name="T48" fmla="*/ 215 w 14438"/>
              <a:gd name="T49" fmla="*/ 8800 h 10806"/>
              <a:gd name="T50" fmla="*/ 142 w 14438"/>
              <a:gd name="T51" fmla="*/ 8345 h 10806"/>
              <a:gd name="T52" fmla="*/ 60 w 14438"/>
              <a:gd name="T53" fmla="*/ 7429 h 10806"/>
              <a:gd name="T54" fmla="*/ 0 w 14438"/>
              <a:gd name="T55" fmla="*/ 4261 h 10806"/>
              <a:gd name="T56" fmla="*/ 19 w 14438"/>
              <a:gd name="T57" fmla="*/ 4179 h 10806"/>
              <a:gd name="T58" fmla="*/ 22 w 14438"/>
              <a:gd name="T59" fmla="*/ 4152 h 10806"/>
              <a:gd name="T60" fmla="*/ 124 w 14438"/>
              <a:gd name="T61" fmla="*/ 2563 h 10806"/>
              <a:gd name="T62" fmla="*/ 181 w 14438"/>
              <a:gd name="T63" fmla="*/ 2160 h 10806"/>
              <a:gd name="T64" fmla="*/ 268 w 14438"/>
              <a:gd name="T65" fmla="*/ 1763 h 10806"/>
              <a:gd name="T66" fmla="*/ 394 w 14438"/>
              <a:gd name="T67" fmla="*/ 1373 h 10806"/>
              <a:gd name="T68" fmla="*/ 495 w 14438"/>
              <a:gd name="T69" fmla="*/ 1146 h 10806"/>
              <a:gd name="T70" fmla="*/ 616 w 14438"/>
              <a:gd name="T71" fmla="*/ 940 h 10806"/>
              <a:gd name="T72" fmla="*/ 756 w 14438"/>
              <a:gd name="T73" fmla="*/ 757 h 10806"/>
              <a:gd name="T74" fmla="*/ 916 w 14438"/>
              <a:gd name="T75" fmla="*/ 598 h 10806"/>
              <a:gd name="T76" fmla="*/ 1095 w 14438"/>
              <a:gd name="T77" fmla="*/ 464 h 10806"/>
              <a:gd name="T78" fmla="*/ 1295 w 14438"/>
              <a:gd name="T79" fmla="*/ 355 h 10806"/>
              <a:gd name="T80" fmla="*/ 1515 w 14438"/>
              <a:gd name="T81" fmla="*/ 272 h 10806"/>
              <a:gd name="T82" fmla="*/ 1755 w 14438"/>
              <a:gd name="T83" fmla="*/ 217 h 10806"/>
              <a:gd name="T84" fmla="*/ 2523 w 14438"/>
              <a:gd name="T85" fmla="*/ 126 h 10806"/>
              <a:gd name="T86" fmla="*/ 3297 w 14438"/>
              <a:gd name="T87" fmla="*/ 84 h 10806"/>
              <a:gd name="T88" fmla="*/ 10458 w 14438"/>
              <a:gd name="T89" fmla="*/ 57 h 10806"/>
              <a:gd name="T90" fmla="*/ 12041 w 14438"/>
              <a:gd name="T91" fmla="*/ 144 h 10806"/>
              <a:gd name="T92" fmla="*/ 12686 w 14438"/>
              <a:gd name="T93" fmla="*/ 211 h 10806"/>
              <a:gd name="T94" fmla="*/ 12911 w 14438"/>
              <a:gd name="T95" fmla="*/ 262 h 10806"/>
              <a:gd name="T96" fmla="*/ 13122 w 14438"/>
              <a:gd name="T97" fmla="*/ 339 h 10806"/>
              <a:gd name="T98" fmla="*/ 13316 w 14438"/>
              <a:gd name="T99" fmla="*/ 440 h 10806"/>
              <a:gd name="T100" fmla="*/ 13493 w 14438"/>
              <a:gd name="T101" fmla="*/ 567 h 10806"/>
              <a:gd name="T102" fmla="*/ 13651 w 14438"/>
              <a:gd name="T103" fmla="*/ 718 h 10806"/>
              <a:gd name="T104" fmla="*/ 13790 w 14438"/>
              <a:gd name="T105" fmla="*/ 894 h 10806"/>
              <a:gd name="T106" fmla="*/ 13909 w 14438"/>
              <a:gd name="T107" fmla="*/ 1094 h 10806"/>
              <a:gd name="T108" fmla="*/ 14062 w 14438"/>
              <a:gd name="T109" fmla="*/ 1453 h 10806"/>
              <a:gd name="T110" fmla="*/ 14150 w 14438"/>
              <a:gd name="T111" fmla="*/ 1710 h 10806"/>
              <a:gd name="T112" fmla="*/ 14218 w 14438"/>
              <a:gd name="T113" fmla="*/ 1973 h 10806"/>
              <a:gd name="T114" fmla="*/ 14260 w 14438"/>
              <a:gd name="T115" fmla="*/ 2237 h 10806"/>
              <a:gd name="T116" fmla="*/ 14437 w 14438"/>
              <a:gd name="T117" fmla="*/ 5189 h 10806"/>
              <a:gd name="T118" fmla="*/ 5417 w 14438"/>
              <a:gd name="T119" fmla="*/ 8122 h 10806"/>
              <a:gd name="T120" fmla="*/ 5417 w 14438"/>
              <a:gd name="T121" fmla="*/ 2686 h 108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4438" h="10806">
                <a:moveTo>
                  <a:pt x="14437" y="5994"/>
                </a:moveTo>
                <a:lnTo>
                  <a:pt x="14325" y="8118"/>
                </a:lnTo>
                <a:lnTo>
                  <a:pt x="14284" y="8472"/>
                </a:lnTo>
                <a:lnTo>
                  <a:pt x="14255" y="8647"/>
                </a:lnTo>
                <a:lnTo>
                  <a:pt x="14222" y="8821"/>
                </a:lnTo>
                <a:lnTo>
                  <a:pt x="14181" y="8993"/>
                </a:lnTo>
                <a:lnTo>
                  <a:pt x="14133" y="9164"/>
                </a:lnTo>
                <a:lnTo>
                  <a:pt x="14077" y="9332"/>
                </a:lnTo>
                <a:lnTo>
                  <a:pt x="14013" y="9499"/>
                </a:lnTo>
                <a:lnTo>
                  <a:pt x="13964" y="9609"/>
                </a:lnTo>
                <a:lnTo>
                  <a:pt x="13910" y="9714"/>
                </a:lnTo>
                <a:lnTo>
                  <a:pt x="13852" y="9813"/>
                </a:lnTo>
                <a:lnTo>
                  <a:pt x="13789" y="9907"/>
                </a:lnTo>
                <a:lnTo>
                  <a:pt x="13721" y="9995"/>
                </a:lnTo>
                <a:lnTo>
                  <a:pt x="13649" y="10078"/>
                </a:lnTo>
                <a:lnTo>
                  <a:pt x="13572" y="10155"/>
                </a:lnTo>
                <a:lnTo>
                  <a:pt x="13491" y="10226"/>
                </a:lnTo>
                <a:lnTo>
                  <a:pt x="13405" y="10292"/>
                </a:lnTo>
                <a:lnTo>
                  <a:pt x="13315" y="10352"/>
                </a:lnTo>
                <a:lnTo>
                  <a:pt x="13220" y="10406"/>
                </a:lnTo>
                <a:lnTo>
                  <a:pt x="13120" y="10454"/>
                </a:lnTo>
                <a:lnTo>
                  <a:pt x="13016" y="10497"/>
                </a:lnTo>
                <a:lnTo>
                  <a:pt x="12907" y="10533"/>
                </a:lnTo>
                <a:lnTo>
                  <a:pt x="12795" y="10564"/>
                </a:lnTo>
                <a:lnTo>
                  <a:pt x="12677" y="10588"/>
                </a:lnTo>
                <a:lnTo>
                  <a:pt x="12403" y="10631"/>
                </a:lnTo>
                <a:lnTo>
                  <a:pt x="12127" y="10662"/>
                </a:lnTo>
                <a:lnTo>
                  <a:pt x="11849" y="10683"/>
                </a:lnTo>
                <a:lnTo>
                  <a:pt x="11571" y="10696"/>
                </a:lnTo>
                <a:lnTo>
                  <a:pt x="7794" y="10805"/>
                </a:lnTo>
                <a:lnTo>
                  <a:pt x="4552" y="10756"/>
                </a:lnTo>
                <a:lnTo>
                  <a:pt x="2034" y="10612"/>
                </a:lnTo>
                <a:lnTo>
                  <a:pt x="1876" y="10594"/>
                </a:lnTo>
                <a:lnTo>
                  <a:pt x="1725" y="10567"/>
                </a:lnTo>
                <a:lnTo>
                  <a:pt x="1581" y="10531"/>
                </a:lnTo>
                <a:lnTo>
                  <a:pt x="1442" y="10487"/>
                </a:lnTo>
                <a:lnTo>
                  <a:pt x="1311" y="10434"/>
                </a:lnTo>
                <a:lnTo>
                  <a:pt x="1186" y="10372"/>
                </a:lnTo>
                <a:lnTo>
                  <a:pt x="1068" y="10302"/>
                </a:lnTo>
                <a:lnTo>
                  <a:pt x="957" y="10222"/>
                </a:lnTo>
                <a:lnTo>
                  <a:pt x="853" y="10133"/>
                </a:lnTo>
                <a:lnTo>
                  <a:pt x="756" y="10035"/>
                </a:lnTo>
                <a:lnTo>
                  <a:pt x="666" y="9927"/>
                </a:lnTo>
                <a:lnTo>
                  <a:pt x="584" y="9811"/>
                </a:lnTo>
                <a:lnTo>
                  <a:pt x="508" y="9685"/>
                </a:lnTo>
                <a:lnTo>
                  <a:pt x="440" y="9549"/>
                </a:lnTo>
                <a:lnTo>
                  <a:pt x="380" y="9404"/>
                </a:lnTo>
                <a:lnTo>
                  <a:pt x="327" y="9249"/>
                </a:lnTo>
                <a:lnTo>
                  <a:pt x="265" y="9025"/>
                </a:lnTo>
                <a:lnTo>
                  <a:pt x="215" y="8800"/>
                </a:lnTo>
                <a:lnTo>
                  <a:pt x="174" y="8573"/>
                </a:lnTo>
                <a:lnTo>
                  <a:pt x="142" y="8345"/>
                </a:lnTo>
                <a:lnTo>
                  <a:pt x="96" y="7888"/>
                </a:lnTo>
                <a:lnTo>
                  <a:pt x="60" y="7429"/>
                </a:lnTo>
                <a:lnTo>
                  <a:pt x="0" y="6548"/>
                </a:lnTo>
                <a:lnTo>
                  <a:pt x="0" y="4261"/>
                </a:lnTo>
                <a:lnTo>
                  <a:pt x="13" y="4207"/>
                </a:lnTo>
                <a:lnTo>
                  <a:pt x="19" y="4179"/>
                </a:lnTo>
                <a:lnTo>
                  <a:pt x="21" y="4166"/>
                </a:lnTo>
                <a:lnTo>
                  <a:pt x="22" y="4152"/>
                </a:lnTo>
                <a:lnTo>
                  <a:pt x="89" y="2970"/>
                </a:lnTo>
                <a:lnTo>
                  <a:pt x="124" y="2563"/>
                </a:lnTo>
                <a:lnTo>
                  <a:pt x="150" y="2361"/>
                </a:lnTo>
                <a:lnTo>
                  <a:pt x="181" y="2160"/>
                </a:lnTo>
                <a:lnTo>
                  <a:pt x="220" y="1960"/>
                </a:lnTo>
                <a:lnTo>
                  <a:pt x="268" y="1763"/>
                </a:lnTo>
                <a:lnTo>
                  <a:pt x="326" y="1567"/>
                </a:lnTo>
                <a:lnTo>
                  <a:pt x="394" y="1373"/>
                </a:lnTo>
                <a:lnTo>
                  <a:pt x="442" y="1257"/>
                </a:lnTo>
                <a:lnTo>
                  <a:pt x="495" y="1146"/>
                </a:lnTo>
                <a:lnTo>
                  <a:pt x="553" y="1040"/>
                </a:lnTo>
                <a:lnTo>
                  <a:pt x="616" y="940"/>
                </a:lnTo>
                <a:lnTo>
                  <a:pt x="684" y="846"/>
                </a:lnTo>
                <a:lnTo>
                  <a:pt x="756" y="757"/>
                </a:lnTo>
                <a:lnTo>
                  <a:pt x="833" y="675"/>
                </a:lnTo>
                <a:lnTo>
                  <a:pt x="916" y="598"/>
                </a:lnTo>
                <a:lnTo>
                  <a:pt x="1003" y="528"/>
                </a:lnTo>
                <a:lnTo>
                  <a:pt x="1095" y="464"/>
                </a:lnTo>
                <a:lnTo>
                  <a:pt x="1193" y="406"/>
                </a:lnTo>
                <a:lnTo>
                  <a:pt x="1295" y="355"/>
                </a:lnTo>
                <a:lnTo>
                  <a:pt x="1402" y="310"/>
                </a:lnTo>
                <a:lnTo>
                  <a:pt x="1515" y="272"/>
                </a:lnTo>
                <a:lnTo>
                  <a:pt x="1632" y="241"/>
                </a:lnTo>
                <a:lnTo>
                  <a:pt x="1755" y="217"/>
                </a:lnTo>
                <a:lnTo>
                  <a:pt x="2137" y="163"/>
                </a:lnTo>
                <a:lnTo>
                  <a:pt x="2523" y="126"/>
                </a:lnTo>
                <a:lnTo>
                  <a:pt x="2910" y="101"/>
                </a:lnTo>
                <a:lnTo>
                  <a:pt x="3297" y="84"/>
                </a:lnTo>
                <a:lnTo>
                  <a:pt x="6666" y="0"/>
                </a:lnTo>
                <a:lnTo>
                  <a:pt x="10458" y="57"/>
                </a:lnTo>
                <a:lnTo>
                  <a:pt x="11514" y="105"/>
                </a:lnTo>
                <a:lnTo>
                  <a:pt x="12041" y="144"/>
                </a:lnTo>
                <a:lnTo>
                  <a:pt x="12567" y="195"/>
                </a:lnTo>
                <a:lnTo>
                  <a:pt x="12686" y="211"/>
                </a:lnTo>
                <a:lnTo>
                  <a:pt x="12800" y="233"/>
                </a:lnTo>
                <a:lnTo>
                  <a:pt x="12911" y="262"/>
                </a:lnTo>
                <a:lnTo>
                  <a:pt x="13019" y="297"/>
                </a:lnTo>
                <a:lnTo>
                  <a:pt x="13122" y="339"/>
                </a:lnTo>
                <a:lnTo>
                  <a:pt x="13221" y="386"/>
                </a:lnTo>
                <a:lnTo>
                  <a:pt x="13316" y="440"/>
                </a:lnTo>
                <a:lnTo>
                  <a:pt x="13406" y="500"/>
                </a:lnTo>
                <a:lnTo>
                  <a:pt x="13493" y="567"/>
                </a:lnTo>
                <a:lnTo>
                  <a:pt x="13574" y="639"/>
                </a:lnTo>
                <a:lnTo>
                  <a:pt x="13651" y="718"/>
                </a:lnTo>
                <a:lnTo>
                  <a:pt x="13723" y="803"/>
                </a:lnTo>
                <a:lnTo>
                  <a:pt x="13790" y="894"/>
                </a:lnTo>
                <a:lnTo>
                  <a:pt x="13852" y="991"/>
                </a:lnTo>
                <a:lnTo>
                  <a:pt x="13909" y="1094"/>
                </a:lnTo>
                <a:lnTo>
                  <a:pt x="13960" y="1203"/>
                </a:lnTo>
                <a:lnTo>
                  <a:pt x="14062" y="1453"/>
                </a:lnTo>
                <a:lnTo>
                  <a:pt x="14108" y="1581"/>
                </a:lnTo>
                <a:lnTo>
                  <a:pt x="14150" y="1710"/>
                </a:lnTo>
                <a:lnTo>
                  <a:pt x="14187" y="1841"/>
                </a:lnTo>
                <a:lnTo>
                  <a:pt x="14218" y="1973"/>
                </a:lnTo>
                <a:lnTo>
                  <a:pt x="14242" y="2105"/>
                </a:lnTo>
                <a:lnTo>
                  <a:pt x="14260" y="2237"/>
                </a:lnTo>
                <a:lnTo>
                  <a:pt x="14427" y="4739"/>
                </a:lnTo>
                <a:lnTo>
                  <a:pt x="14437" y="5189"/>
                </a:lnTo>
                <a:lnTo>
                  <a:pt x="14437" y="5994"/>
                </a:lnTo>
                <a:close/>
                <a:moveTo>
                  <a:pt x="5417" y="8122"/>
                </a:moveTo>
                <a:lnTo>
                  <a:pt x="9947" y="5404"/>
                </a:lnTo>
                <a:lnTo>
                  <a:pt x="5417" y="2686"/>
                </a:lnTo>
                <a:lnTo>
                  <a:pt x="5417" y="8122"/>
                </a:lnTo>
                <a:close/>
              </a:path>
            </a:pathLst>
          </a:custGeom>
          <a:solidFill>
            <a:srgbClr val="123563"/>
          </a:solidFill>
          <a:ln>
            <a:noFill/>
          </a:ln>
          <a:effectLst/>
        </p:spPr>
        <p:txBody>
          <a:bodyPr wrap="none" anchor="ctr"/>
          <a:lstStyle/>
          <a:p>
            <a:endParaRPr lang="de-DE">
              <a:latin typeface="BISansOpti"/>
            </a:endParaRPr>
          </a:p>
        </p:txBody>
      </p:sp>
      <p:sp>
        <p:nvSpPr>
          <p:cNvPr id="16" name="Freeform 2"/>
          <p:cNvSpPr>
            <a:spLocks noChangeAspect="1" noChangeArrowheads="1"/>
          </p:cNvSpPr>
          <p:nvPr userDrawn="1"/>
        </p:nvSpPr>
        <p:spPr bwMode="auto">
          <a:xfrm>
            <a:off x="2312456" y="1240070"/>
            <a:ext cx="287999" cy="371391"/>
          </a:xfrm>
          <a:custGeom>
            <a:avLst/>
            <a:gdLst>
              <a:gd name="T0" fmla="*/ 3118 w 9837"/>
              <a:gd name="T1" fmla="*/ 11425 h 12686"/>
              <a:gd name="T2" fmla="*/ 2294 w 9837"/>
              <a:gd name="T3" fmla="*/ 12646 h 12686"/>
              <a:gd name="T4" fmla="*/ 2234 w 9837"/>
              <a:gd name="T5" fmla="*/ 12679 h 12686"/>
              <a:gd name="T6" fmla="*/ 2189 w 9837"/>
              <a:gd name="T7" fmla="*/ 12684 h 12686"/>
              <a:gd name="T8" fmla="*/ 2154 w 9837"/>
              <a:gd name="T9" fmla="*/ 12659 h 12686"/>
              <a:gd name="T10" fmla="*/ 2115 w 9837"/>
              <a:gd name="T11" fmla="*/ 12581 h 12686"/>
              <a:gd name="T12" fmla="*/ 2014 w 9837"/>
              <a:gd name="T13" fmla="*/ 11008 h 12686"/>
              <a:gd name="T14" fmla="*/ 3053 w 9837"/>
              <a:gd name="T15" fmla="*/ 5966 h 12686"/>
              <a:gd name="T16" fmla="*/ 3042 w 9837"/>
              <a:gd name="T17" fmla="*/ 5815 h 12686"/>
              <a:gd name="T18" fmla="*/ 2842 w 9837"/>
              <a:gd name="T19" fmla="*/ 4798 h 12686"/>
              <a:gd name="T20" fmla="*/ 3098 w 9837"/>
              <a:gd name="T21" fmla="*/ 3624 h 12686"/>
              <a:gd name="T22" fmla="*/ 3521 w 9837"/>
              <a:gd name="T23" fmla="*/ 3104 h 12686"/>
              <a:gd name="T24" fmla="*/ 4132 w 9837"/>
              <a:gd name="T25" fmla="*/ 2846 h 12686"/>
              <a:gd name="T26" fmla="*/ 4671 w 9837"/>
              <a:gd name="T27" fmla="*/ 2922 h 12686"/>
              <a:gd name="T28" fmla="*/ 5025 w 9837"/>
              <a:gd name="T29" fmla="*/ 3211 h 12686"/>
              <a:gd name="T30" fmla="*/ 5210 w 9837"/>
              <a:gd name="T31" fmla="*/ 3670 h 12686"/>
              <a:gd name="T32" fmla="*/ 5155 w 9837"/>
              <a:gd name="T33" fmla="*/ 4529 h 12686"/>
              <a:gd name="T34" fmla="*/ 4590 w 9837"/>
              <a:gd name="T35" fmla="*/ 7081 h 12686"/>
              <a:gd name="T36" fmla="*/ 5138 w 9837"/>
              <a:gd name="T37" fmla="*/ 7774 h 12686"/>
              <a:gd name="T38" fmla="*/ 6107 w 9837"/>
              <a:gd name="T39" fmla="*/ 7877 h 12686"/>
              <a:gd name="T40" fmla="*/ 6907 w 9837"/>
              <a:gd name="T41" fmla="*/ 7429 h 12686"/>
              <a:gd name="T42" fmla="*/ 7658 w 9837"/>
              <a:gd name="T43" fmla="*/ 6268 h 12686"/>
              <a:gd name="T44" fmla="*/ 8036 w 9837"/>
              <a:gd name="T45" fmla="*/ 4561 h 12686"/>
              <a:gd name="T46" fmla="*/ 7946 w 9837"/>
              <a:gd name="T47" fmla="*/ 3244 h 12686"/>
              <a:gd name="T48" fmla="*/ 7471 w 9837"/>
              <a:gd name="T49" fmla="*/ 2262 h 12686"/>
              <a:gd name="T50" fmla="*/ 6646 w 9837"/>
              <a:gd name="T51" fmla="*/ 1607 h 12686"/>
              <a:gd name="T52" fmla="*/ 5184 w 9837"/>
              <a:gd name="T53" fmla="*/ 1253 h 12686"/>
              <a:gd name="T54" fmla="*/ 3867 w 9837"/>
              <a:gd name="T55" fmla="*/ 1402 h 12686"/>
              <a:gd name="T56" fmla="*/ 2664 w 9837"/>
              <a:gd name="T57" fmla="*/ 2075 h 12686"/>
              <a:gd name="T58" fmla="*/ 1782 w 9837"/>
              <a:gd name="T59" fmla="*/ 3159 h 12686"/>
              <a:gd name="T60" fmla="*/ 1441 w 9837"/>
              <a:gd name="T61" fmla="*/ 4444 h 12686"/>
              <a:gd name="T62" fmla="*/ 1565 w 9837"/>
              <a:gd name="T63" fmla="*/ 5601 h 12686"/>
              <a:gd name="T64" fmla="*/ 1877 w 9837"/>
              <a:gd name="T65" fmla="*/ 6126 h 12686"/>
              <a:gd name="T66" fmla="*/ 2001 w 9837"/>
              <a:gd name="T67" fmla="*/ 6319 h 12686"/>
              <a:gd name="T68" fmla="*/ 2029 w 9837"/>
              <a:gd name="T69" fmla="*/ 6526 h 12686"/>
              <a:gd name="T70" fmla="*/ 1959 w 9837"/>
              <a:gd name="T71" fmla="*/ 6794 h 12686"/>
              <a:gd name="T72" fmla="*/ 1816 w 9837"/>
              <a:gd name="T73" fmla="*/ 7275 h 12686"/>
              <a:gd name="T74" fmla="*/ 1678 w 9837"/>
              <a:gd name="T75" fmla="*/ 7368 h 12686"/>
              <a:gd name="T76" fmla="*/ 1479 w 9837"/>
              <a:gd name="T77" fmla="*/ 7335 h 12686"/>
              <a:gd name="T78" fmla="*/ 785 w 9837"/>
              <a:gd name="T79" fmla="*/ 6867 h 12686"/>
              <a:gd name="T80" fmla="*/ 124 w 9837"/>
              <a:gd name="T81" fmla="*/ 5565 h 12686"/>
              <a:gd name="T82" fmla="*/ 8 w 9837"/>
              <a:gd name="T83" fmla="*/ 4355 h 12686"/>
              <a:gd name="T84" fmla="*/ 473 w 9837"/>
              <a:gd name="T85" fmla="*/ 2695 h 12686"/>
              <a:gd name="T86" fmla="*/ 1407 w 9837"/>
              <a:gd name="T87" fmla="*/ 1407 h 12686"/>
              <a:gd name="T88" fmla="*/ 2703 w 9837"/>
              <a:gd name="T89" fmla="*/ 537 h 12686"/>
              <a:gd name="T90" fmla="*/ 5376 w 9837"/>
              <a:gd name="T91" fmla="*/ 0 h 12686"/>
              <a:gd name="T92" fmla="*/ 7729 w 9837"/>
              <a:gd name="T93" fmla="*/ 664 h 12686"/>
              <a:gd name="T94" fmla="*/ 8900 w 9837"/>
              <a:gd name="T95" fmla="*/ 1632 h 12686"/>
              <a:gd name="T96" fmla="*/ 9626 w 9837"/>
              <a:gd name="T97" fmla="*/ 2968 h 12686"/>
              <a:gd name="T98" fmla="*/ 9835 w 9837"/>
              <a:gd name="T99" fmla="*/ 4374 h 12686"/>
              <a:gd name="T100" fmla="*/ 9529 w 9837"/>
              <a:gd name="T101" fmla="*/ 6232 h 12686"/>
              <a:gd name="T102" fmla="*/ 8493 w 9837"/>
              <a:gd name="T103" fmla="*/ 8045 h 12686"/>
              <a:gd name="T104" fmla="*/ 7525 w 9837"/>
              <a:gd name="T105" fmla="*/ 8795 h 12686"/>
              <a:gd name="T106" fmla="*/ 6357 w 9837"/>
              <a:gd name="T107" fmla="*/ 9150 h 12686"/>
              <a:gd name="T108" fmla="*/ 5273 w 9837"/>
              <a:gd name="T109" fmla="*/ 9099 h 12686"/>
              <a:gd name="T110" fmla="*/ 4591 w 9837"/>
              <a:gd name="T111" fmla="*/ 8776 h 126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9837" h="12686">
                <a:moveTo>
                  <a:pt x="4115" y="8296"/>
                </a:moveTo>
                <a:lnTo>
                  <a:pt x="3659" y="10080"/>
                </a:lnTo>
                <a:lnTo>
                  <a:pt x="3556" y="10434"/>
                </a:lnTo>
                <a:lnTo>
                  <a:pt x="3431" y="10775"/>
                </a:lnTo>
                <a:lnTo>
                  <a:pt x="3284" y="11105"/>
                </a:lnTo>
                <a:lnTo>
                  <a:pt x="3118" y="11425"/>
                </a:lnTo>
                <a:lnTo>
                  <a:pt x="2936" y="11736"/>
                </a:lnTo>
                <a:lnTo>
                  <a:pt x="2740" y="12039"/>
                </a:lnTo>
                <a:lnTo>
                  <a:pt x="2313" y="12628"/>
                </a:lnTo>
                <a:lnTo>
                  <a:pt x="2307" y="12634"/>
                </a:lnTo>
                <a:lnTo>
                  <a:pt x="2301" y="12640"/>
                </a:lnTo>
                <a:lnTo>
                  <a:pt x="2294" y="12646"/>
                </a:lnTo>
                <a:lnTo>
                  <a:pt x="2286" y="12652"/>
                </a:lnTo>
                <a:lnTo>
                  <a:pt x="2278" y="12658"/>
                </a:lnTo>
                <a:lnTo>
                  <a:pt x="2270" y="12663"/>
                </a:lnTo>
                <a:lnTo>
                  <a:pt x="2252" y="12672"/>
                </a:lnTo>
                <a:lnTo>
                  <a:pt x="2243" y="12676"/>
                </a:lnTo>
                <a:lnTo>
                  <a:pt x="2234" y="12679"/>
                </a:lnTo>
                <a:lnTo>
                  <a:pt x="2225" y="12682"/>
                </a:lnTo>
                <a:lnTo>
                  <a:pt x="2216" y="12684"/>
                </a:lnTo>
                <a:lnTo>
                  <a:pt x="2207" y="12685"/>
                </a:lnTo>
                <a:lnTo>
                  <a:pt x="2200" y="12685"/>
                </a:lnTo>
                <a:lnTo>
                  <a:pt x="2192" y="12685"/>
                </a:lnTo>
                <a:lnTo>
                  <a:pt x="2189" y="12684"/>
                </a:lnTo>
                <a:lnTo>
                  <a:pt x="2186" y="12683"/>
                </a:lnTo>
                <a:lnTo>
                  <a:pt x="2179" y="12680"/>
                </a:lnTo>
                <a:lnTo>
                  <a:pt x="2173" y="12676"/>
                </a:lnTo>
                <a:lnTo>
                  <a:pt x="2166" y="12671"/>
                </a:lnTo>
                <a:lnTo>
                  <a:pt x="2160" y="12666"/>
                </a:lnTo>
                <a:lnTo>
                  <a:pt x="2154" y="12659"/>
                </a:lnTo>
                <a:lnTo>
                  <a:pt x="2148" y="12652"/>
                </a:lnTo>
                <a:lnTo>
                  <a:pt x="2143" y="12644"/>
                </a:lnTo>
                <a:lnTo>
                  <a:pt x="2138" y="12636"/>
                </a:lnTo>
                <a:lnTo>
                  <a:pt x="2129" y="12618"/>
                </a:lnTo>
                <a:lnTo>
                  <a:pt x="2121" y="12600"/>
                </a:lnTo>
                <a:lnTo>
                  <a:pt x="2115" y="12581"/>
                </a:lnTo>
                <a:lnTo>
                  <a:pt x="2113" y="12573"/>
                </a:lnTo>
                <a:lnTo>
                  <a:pt x="2112" y="12564"/>
                </a:lnTo>
                <a:lnTo>
                  <a:pt x="2063" y="12174"/>
                </a:lnTo>
                <a:lnTo>
                  <a:pt x="2030" y="11785"/>
                </a:lnTo>
                <a:lnTo>
                  <a:pt x="2013" y="11396"/>
                </a:lnTo>
                <a:lnTo>
                  <a:pt x="2014" y="11008"/>
                </a:lnTo>
                <a:lnTo>
                  <a:pt x="2034" y="10620"/>
                </a:lnTo>
                <a:lnTo>
                  <a:pt x="2075" y="10233"/>
                </a:lnTo>
                <a:lnTo>
                  <a:pt x="2139" y="9846"/>
                </a:lnTo>
                <a:lnTo>
                  <a:pt x="2226" y="9459"/>
                </a:lnTo>
                <a:lnTo>
                  <a:pt x="3051" y="5979"/>
                </a:lnTo>
                <a:lnTo>
                  <a:pt x="3053" y="5966"/>
                </a:lnTo>
                <a:lnTo>
                  <a:pt x="3055" y="5953"/>
                </a:lnTo>
                <a:lnTo>
                  <a:pt x="3057" y="5926"/>
                </a:lnTo>
                <a:lnTo>
                  <a:pt x="3056" y="5898"/>
                </a:lnTo>
                <a:lnTo>
                  <a:pt x="3053" y="5871"/>
                </a:lnTo>
                <a:lnTo>
                  <a:pt x="3049" y="5843"/>
                </a:lnTo>
                <a:lnTo>
                  <a:pt x="3042" y="5815"/>
                </a:lnTo>
                <a:lnTo>
                  <a:pt x="3035" y="5788"/>
                </a:lnTo>
                <a:lnTo>
                  <a:pt x="3027" y="5763"/>
                </a:lnTo>
                <a:lnTo>
                  <a:pt x="2952" y="5522"/>
                </a:lnTo>
                <a:lnTo>
                  <a:pt x="2895" y="5281"/>
                </a:lnTo>
                <a:lnTo>
                  <a:pt x="2858" y="5040"/>
                </a:lnTo>
                <a:lnTo>
                  <a:pt x="2842" y="4798"/>
                </a:lnTo>
                <a:lnTo>
                  <a:pt x="2848" y="4557"/>
                </a:lnTo>
                <a:lnTo>
                  <a:pt x="2876" y="4315"/>
                </a:lnTo>
                <a:lnTo>
                  <a:pt x="2929" y="4073"/>
                </a:lnTo>
                <a:lnTo>
                  <a:pt x="3007" y="3832"/>
                </a:lnTo>
                <a:lnTo>
                  <a:pt x="3050" y="3726"/>
                </a:lnTo>
                <a:lnTo>
                  <a:pt x="3098" y="3624"/>
                </a:lnTo>
                <a:lnTo>
                  <a:pt x="3153" y="3526"/>
                </a:lnTo>
                <a:lnTo>
                  <a:pt x="3213" y="3432"/>
                </a:lnTo>
                <a:lnTo>
                  <a:pt x="3280" y="3343"/>
                </a:lnTo>
                <a:lnTo>
                  <a:pt x="3354" y="3258"/>
                </a:lnTo>
                <a:lnTo>
                  <a:pt x="3434" y="3178"/>
                </a:lnTo>
                <a:lnTo>
                  <a:pt x="3521" y="3104"/>
                </a:lnTo>
                <a:lnTo>
                  <a:pt x="3614" y="3035"/>
                </a:lnTo>
                <a:lnTo>
                  <a:pt x="3711" y="2977"/>
                </a:lnTo>
                <a:lnTo>
                  <a:pt x="3812" y="2929"/>
                </a:lnTo>
                <a:lnTo>
                  <a:pt x="3915" y="2891"/>
                </a:lnTo>
                <a:lnTo>
                  <a:pt x="4022" y="2863"/>
                </a:lnTo>
                <a:lnTo>
                  <a:pt x="4132" y="2846"/>
                </a:lnTo>
                <a:lnTo>
                  <a:pt x="4245" y="2840"/>
                </a:lnTo>
                <a:lnTo>
                  <a:pt x="4362" y="2844"/>
                </a:lnTo>
                <a:lnTo>
                  <a:pt x="4443" y="2854"/>
                </a:lnTo>
                <a:lnTo>
                  <a:pt x="4522" y="2870"/>
                </a:lnTo>
                <a:lnTo>
                  <a:pt x="4598" y="2893"/>
                </a:lnTo>
                <a:lnTo>
                  <a:pt x="4671" y="2922"/>
                </a:lnTo>
                <a:lnTo>
                  <a:pt x="4739" y="2956"/>
                </a:lnTo>
                <a:lnTo>
                  <a:pt x="4805" y="2997"/>
                </a:lnTo>
                <a:lnTo>
                  <a:pt x="4866" y="3043"/>
                </a:lnTo>
                <a:lnTo>
                  <a:pt x="4923" y="3094"/>
                </a:lnTo>
                <a:lnTo>
                  <a:pt x="4976" y="3150"/>
                </a:lnTo>
                <a:lnTo>
                  <a:pt x="5025" y="3211"/>
                </a:lnTo>
                <a:lnTo>
                  <a:pt x="5068" y="3277"/>
                </a:lnTo>
                <a:lnTo>
                  <a:pt x="5107" y="3348"/>
                </a:lnTo>
                <a:lnTo>
                  <a:pt x="5141" y="3422"/>
                </a:lnTo>
                <a:lnTo>
                  <a:pt x="5170" y="3501"/>
                </a:lnTo>
                <a:lnTo>
                  <a:pt x="5193" y="3584"/>
                </a:lnTo>
                <a:lnTo>
                  <a:pt x="5210" y="3670"/>
                </a:lnTo>
                <a:lnTo>
                  <a:pt x="5228" y="3816"/>
                </a:lnTo>
                <a:lnTo>
                  <a:pt x="5232" y="3961"/>
                </a:lnTo>
                <a:lnTo>
                  <a:pt x="5226" y="4105"/>
                </a:lnTo>
                <a:lnTo>
                  <a:pt x="5209" y="4247"/>
                </a:lnTo>
                <a:lnTo>
                  <a:pt x="5185" y="4389"/>
                </a:lnTo>
                <a:lnTo>
                  <a:pt x="5155" y="4529"/>
                </a:lnTo>
                <a:lnTo>
                  <a:pt x="5082" y="4809"/>
                </a:lnTo>
                <a:lnTo>
                  <a:pt x="4617" y="6403"/>
                </a:lnTo>
                <a:lnTo>
                  <a:pt x="4574" y="6584"/>
                </a:lnTo>
                <a:lnTo>
                  <a:pt x="4556" y="6758"/>
                </a:lnTo>
                <a:lnTo>
                  <a:pt x="4562" y="6924"/>
                </a:lnTo>
                <a:lnTo>
                  <a:pt x="4590" y="7081"/>
                </a:lnTo>
                <a:lnTo>
                  <a:pt x="4639" y="7228"/>
                </a:lnTo>
                <a:lnTo>
                  <a:pt x="4706" y="7364"/>
                </a:lnTo>
                <a:lnTo>
                  <a:pt x="4791" y="7487"/>
                </a:lnTo>
                <a:lnTo>
                  <a:pt x="4892" y="7598"/>
                </a:lnTo>
                <a:lnTo>
                  <a:pt x="5008" y="7693"/>
                </a:lnTo>
                <a:lnTo>
                  <a:pt x="5138" y="7774"/>
                </a:lnTo>
                <a:lnTo>
                  <a:pt x="5278" y="7838"/>
                </a:lnTo>
                <a:lnTo>
                  <a:pt x="5430" y="7885"/>
                </a:lnTo>
                <a:lnTo>
                  <a:pt x="5589" y="7914"/>
                </a:lnTo>
                <a:lnTo>
                  <a:pt x="5757" y="7922"/>
                </a:lnTo>
                <a:lnTo>
                  <a:pt x="5930" y="7911"/>
                </a:lnTo>
                <a:lnTo>
                  <a:pt x="6107" y="7877"/>
                </a:lnTo>
                <a:lnTo>
                  <a:pt x="6260" y="7832"/>
                </a:lnTo>
                <a:lnTo>
                  <a:pt x="6405" y="7774"/>
                </a:lnTo>
                <a:lnTo>
                  <a:pt x="6541" y="7704"/>
                </a:lnTo>
                <a:lnTo>
                  <a:pt x="6670" y="7623"/>
                </a:lnTo>
                <a:lnTo>
                  <a:pt x="6792" y="7531"/>
                </a:lnTo>
                <a:lnTo>
                  <a:pt x="6907" y="7429"/>
                </a:lnTo>
                <a:lnTo>
                  <a:pt x="7016" y="7318"/>
                </a:lnTo>
                <a:lnTo>
                  <a:pt x="7118" y="7198"/>
                </a:lnTo>
                <a:lnTo>
                  <a:pt x="7282" y="6978"/>
                </a:lnTo>
                <a:lnTo>
                  <a:pt x="7426" y="6749"/>
                </a:lnTo>
                <a:lnTo>
                  <a:pt x="7551" y="6512"/>
                </a:lnTo>
                <a:lnTo>
                  <a:pt x="7658" y="6268"/>
                </a:lnTo>
                <a:lnTo>
                  <a:pt x="7749" y="6017"/>
                </a:lnTo>
                <a:lnTo>
                  <a:pt x="7826" y="5760"/>
                </a:lnTo>
                <a:lnTo>
                  <a:pt x="7890" y="5498"/>
                </a:lnTo>
                <a:lnTo>
                  <a:pt x="7943" y="5232"/>
                </a:lnTo>
                <a:lnTo>
                  <a:pt x="8012" y="4785"/>
                </a:lnTo>
                <a:lnTo>
                  <a:pt x="8036" y="4561"/>
                </a:lnTo>
                <a:lnTo>
                  <a:pt x="8052" y="4336"/>
                </a:lnTo>
                <a:lnTo>
                  <a:pt x="8056" y="4111"/>
                </a:lnTo>
                <a:lnTo>
                  <a:pt x="8048" y="3887"/>
                </a:lnTo>
                <a:lnTo>
                  <a:pt x="8027" y="3662"/>
                </a:lnTo>
                <a:lnTo>
                  <a:pt x="7990" y="3438"/>
                </a:lnTo>
                <a:lnTo>
                  <a:pt x="7946" y="3244"/>
                </a:lnTo>
                <a:lnTo>
                  <a:pt x="7891" y="3058"/>
                </a:lnTo>
                <a:lnTo>
                  <a:pt x="7827" y="2881"/>
                </a:lnTo>
                <a:lnTo>
                  <a:pt x="7752" y="2713"/>
                </a:lnTo>
                <a:lnTo>
                  <a:pt x="7668" y="2554"/>
                </a:lnTo>
                <a:lnTo>
                  <a:pt x="7574" y="2403"/>
                </a:lnTo>
                <a:lnTo>
                  <a:pt x="7471" y="2262"/>
                </a:lnTo>
                <a:lnTo>
                  <a:pt x="7357" y="2130"/>
                </a:lnTo>
                <a:lnTo>
                  <a:pt x="7234" y="2006"/>
                </a:lnTo>
                <a:lnTo>
                  <a:pt x="7101" y="1892"/>
                </a:lnTo>
                <a:lnTo>
                  <a:pt x="6959" y="1788"/>
                </a:lnTo>
                <a:lnTo>
                  <a:pt x="6807" y="1693"/>
                </a:lnTo>
                <a:lnTo>
                  <a:pt x="6646" y="1607"/>
                </a:lnTo>
                <a:lnTo>
                  <a:pt x="6475" y="1531"/>
                </a:lnTo>
                <a:lnTo>
                  <a:pt x="6295" y="1464"/>
                </a:lnTo>
                <a:lnTo>
                  <a:pt x="6105" y="1408"/>
                </a:lnTo>
                <a:lnTo>
                  <a:pt x="5642" y="1307"/>
                </a:lnTo>
                <a:lnTo>
                  <a:pt x="5412" y="1273"/>
                </a:lnTo>
                <a:lnTo>
                  <a:pt x="5184" y="1253"/>
                </a:lnTo>
                <a:lnTo>
                  <a:pt x="4959" y="1244"/>
                </a:lnTo>
                <a:lnTo>
                  <a:pt x="4735" y="1249"/>
                </a:lnTo>
                <a:lnTo>
                  <a:pt x="4514" y="1266"/>
                </a:lnTo>
                <a:lnTo>
                  <a:pt x="4296" y="1298"/>
                </a:lnTo>
                <a:lnTo>
                  <a:pt x="4080" y="1343"/>
                </a:lnTo>
                <a:lnTo>
                  <a:pt x="3867" y="1402"/>
                </a:lnTo>
                <a:lnTo>
                  <a:pt x="3658" y="1476"/>
                </a:lnTo>
                <a:lnTo>
                  <a:pt x="3451" y="1565"/>
                </a:lnTo>
                <a:lnTo>
                  <a:pt x="3249" y="1669"/>
                </a:lnTo>
                <a:lnTo>
                  <a:pt x="3050" y="1788"/>
                </a:lnTo>
                <a:lnTo>
                  <a:pt x="2855" y="1923"/>
                </a:lnTo>
                <a:lnTo>
                  <a:pt x="2664" y="2075"/>
                </a:lnTo>
                <a:lnTo>
                  <a:pt x="2479" y="2241"/>
                </a:lnTo>
                <a:lnTo>
                  <a:pt x="2309" y="2413"/>
                </a:lnTo>
                <a:lnTo>
                  <a:pt x="2155" y="2590"/>
                </a:lnTo>
                <a:lnTo>
                  <a:pt x="2015" y="2774"/>
                </a:lnTo>
                <a:lnTo>
                  <a:pt x="1891" y="2964"/>
                </a:lnTo>
                <a:lnTo>
                  <a:pt x="1782" y="3159"/>
                </a:lnTo>
                <a:lnTo>
                  <a:pt x="1687" y="3360"/>
                </a:lnTo>
                <a:lnTo>
                  <a:pt x="1608" y="3566"/>
                </a:lnTo>
                <a:lnTo>
                  <a:pt x="1544" y="3778"/>
                </a:lnTo>
                <a:lnTo>
                  <a:pt x="1495" y="3995"/>
                </a:lnTo>
                <a:lnTo>
                  <a:pt x="1460" y="4217"/>
                </a:lnTo>
                <a:lnTo>
                  <a:pt x="1441" y="4444"/>
                </a:lnTo>
                <a:lnTo>
                  <a:pt x="1437" y="4677"/>
                </a:lnTo>
                <a:lnTo>
                  <a:pt x="1447" y="4914"/>
                </a:lnTo>
                <a:lnTo>
                  <a:pt x="1473" y="5156"/>
                </a:lnTo>
                <a:lnTo>
                  <a:pt x="1513" y="5403"/>
                </a:lnTo>
                <a:lnTo>
                  <a:pt x="1536" y="5503"/>
                </a:lnTo>
                <a:lnTo>
                  <a:pt x="1565" y="5601"/>
                </a:lnTo>
                <a:lnTo>
                  <a:pt x="1602" y="5697"/>
                </a:lnTo>
                <a:lnTo>
                  <a:pt x="1644" y="5789"/>
                </a:lnTo>
                <a:lnTo>
                  <a:pt x="1694" y="5879"/>
                </a:lnTo>
                <a:lnTo>
                  <a:pt x="1749" y="5965"/>
                </a:lnTo>
                <a:lnTo>
                  <a:pt x="1810" y="6047"/>
                </a:lnTo>
                <a:lnTo>
                  <a:pt x="1877" y="6126"/>
                </a:lnTo>
                <a:lnTo>
                  <a:pt x="1904" y="6157"/>
                </a:lnTo>
                <a:lnTo>
                  <a:pt x="1929" y="6189"/>
                </a:lnTo>
                <a:lnTo>
                  <a:pt x="1951" y="6221"/>
                </a:lnTo>
                <a:lnTo>
                  <a:pt x="1970" y="6253"/>
                </a:lnTo>
                <a:lnTo>
                  <a:pt x="1987" y="6286"/>
                </a:lnTo>
                <a:lnTo>
                  <a:pt x="2001" y="6319"/>
                </a:lnTo>
                <a:lnTo>
                  <a:pt x="2012" y="6352"/>
                </a:lnTo>
                <a:lnTo>
                  <a:pt x="2021" y="6386"/>
                </a:lnTo>
                <a:lnTo>
                  <a:pt x="2027" y="6420"/>
                </a:lnTo>
                <a:lnTo>
                  <a:pt x="2030" y="6455"/>
                </a:lnTo>
                <a:lnTo>
                  <a:pt x="2031" y="6490"/>
                </a:lnTo>
                <a:lnTo>
                  <a:pt x="2029" y="6526"/>
                </a:lnTo>
                <a:lnTo>
                  <a:pt x="2024" y="6563"/>
                </a:lnTo>
                <a:lnTo>
                  <a:pt x="2016" y="6601"/>
                </a:lnTo>
                <a:lnTo>
                  <a:pt x="2006" y="6640"/>
                </a:lnTo>
                <a:lnTo>
                  <a:pt x="1994" y="6679"/>
                </a:lnTo>
                <a:lnTo>
                  <a:pt x="1975" y="6736"/>
                </a:lnTo>
                <a:lnTo>
                  <a:pt x="1959" y="6794"/>
                </a:lnTo>
                <a:lnTo>
                  <a:pt x="1930" y="6910"/>
                </a:lnTo>
                <a:lnTo>
                  <a:pt x="1874" y="7142"/>
                </a:lnTo>
                <a:lnTo>
                  <a:pt x="1862" y="7181"/>
                </a:lnTo>
                <a:lnTo>
                  <a:pt x="1848" y="7215"/>
                </a:lnTo>
                <a:lnTo>
                  <a:pt x="1833" y="7247"/>
                </a:lnTo>
                <a:lnTo>
                  <a:pt x="1816" y="7275"/>
                </a:lnTo>
                <a:lnTo>
                  <a:pt x="1797" y="7299"/>
                </a:lnTo>
                <a:lnTo>
                  <a:pt x="1777" y="7320"/>
                </a:lnTo>
                <a:lnTo>
                  <a:pt x="1755" y="7337"/>
                </a:lnTo>
                <a:lnTo>
                  <a:pt x="1731" y="7351"/>
                </a:lnTo>
                <a:lnTo>
                  <a:pt x="1705" y="7361"/>
                </a:lnTo>
                <a:lnTo>
                  <a:pt x="1678" y="7368"/>
                </a:lnTo>
                <a:lnTo>
                  <a:pt x="1649" y="7372"/>
                </a:lnTo>
                <a:lnTo>
                  <a:pt x="1618" y="7372"/>
                </a:lnTo>
                <a:lnTo>
                  <a:pt x="1586" y="7368"/>
                </a:lnTo>
                <a:lnTo>
                  <a:pt x="1552" y="7361"/>
                </a:lnTo>
                <a:lnTo>
                  <a:pt x="1516" y="7350"/>
                </a:lnTo>
                <a:lnTo>
                  <a:pt x="1479" y="7335"/>
                </a:lnTo>
                <a:lnTo>
                  <a:pt x="1282" y="7241"/>
                </a:lnTo>
                <a:lnTo>
                  <a:pt x="1102" y="7132"/>
                </a:lnTo>
                <a:lnTo>
                  <a:pt x="1017" y="7071"/>
                </a:lnTo>
                <a:lnTo>
                  <a:pt x="936" y="7007"/>
                </a:lnTo>
                <a:lnTo>
                  <a:pt x="859" y="6939"/>
                </a:lnTo>
                <a:lnTo>
                  <a:pt x="785" y="6867"/>
                </a:lnTo>
                <a:lnTo>
                  <a:pt x="650" y="6713"/>
                </a:lnTo>
                <a:lnTo>
                  <a:pt x="529" y="6545"/>
                </a:lnTo>
                <a:lnTo>
                  <a:pt x="422" y="6364"/>
                </a:lnTo>
                <a:lnTo>
                  <a:pt x="330" y="6170"/>
                </a:lnTo>
                <a:lnTo>
                  <a:pt x="182" y="5767"/>
                </a:lnTo>
                <a:lnTo>
                  <a:pt x="124" y="5565"/>
                </a:lnTo>
                <a:lnTo>
                  <a:pt x="78" y="5363"/>
                </a:lnTo>
                <a:lnTo>
                  <a:pt x="42" y="5162"/>
                </a:lnTo>
                <a:lnTo>
                  <a:pt x="17" y="4960"/>
                </a:lnTo>
                <a:lnTo>
                  <a:pt x="3" y="4758"/>
                </a:lnTo>
                <a:lnTo>
                  <a:pt x="0" y="4556"/>
                </a:lnTo>
                <a:lnTo>
                  <a:pt x="8" y="4355"/>
                </a:lnTo>
                <a:lnTo>
                  <a:pt x="26" y="4153"/>
                </a:lnTo>
                <a:lnTo>
                  <a:pt x="55" y="3952"/>
                </a:lnTo>
                <a:lnTo>
                  <a:pt x="94" y="3751"/>
                </a:lnTo>
                <a:lnTo>
                  <a:pt x="204" y="3350"/>
                </a:lnTo>
                <a:lnTo>
                  <a:pt x="355" y="2951"/>
                </a:lnTo>
                <a:lnTo>
                  <a:pt x="473" y="2695"/>
                </a:lnTo>
                <a:lnTo>
                  <a:pt x="602" y="2450"/>
                </a:lnTo>
                <a:lnTo>
                  <a:pt x="742" y="2218"/>
                </a:lnTo>
                <a:lnTo>
                  <a:pt x="893" y="1998"/>
                </a:lnTo>
                <a:lnTo>
                  <a:pt x="1054" y="1789"/>
                </a:lnTo>
                <a:lnTo>
                  <a:pt x="1226" y="1592"/>
                </a:lnTo>
                <a:lnTo>
                  <a:pt x="1407" y="1407"/>
                </a:lnTo>
                <a:lnTo>
                  <a:pt x="1599" y="1233"/>
                </a:lnTo>
                <a:lnTo>
                  <a:pt x="1801" y="1071"/>
                </a:lnTo>
                <a:lnTo>
                  <a:pt x="2012" y="921"/>
                </a:lnTo>
                <a:lnTo>
                  <a:pt x="2233" y="781"/>
                </a:lnTo>
                <a:lnTo>
                  <a:pt x="2463" y="653"/>
                </a:lnTo>
                <a:lnTo>
                  <a:pt x="2703" y="537"/>
                </a:lnTo>
                <a:lnTo>
                  <a:pt x="2952" y="431"/>
                </a:lnTo>
                <a:lnTo>
                  <a:pt x="3478" y="254"/>
                </a:lnTo>
                <a:lnTo>
                  <a:pt x="3953" y="135"/>
                </a:lnTo>
                <a:lnTo>
                  <a:pt x="4428" y="52"/>
                </a:lnTo>
                <a:lnTo>
                  <a:pt x="4903" y="6"/>
                </a:lnTo>
                <a:lnTo>
                  <a:pt x="5376" y="0"/>
                </a:lnTo>
                <a:lnTo>
                  <a:pt x="5848" y="37"/>
                </a:lnTo>
                <a:lnTo>
                  <a:pt x="6317" y="118"/>
                </a:lnTo>
                <a:lnTo>
                  <a:pt x="6783" y="245"/>
                </a:lnTo>
                <a:lnTo>
                  <a:pt x="7245" y="422"/>
                </a:lnTo>
                <a:lnTo>
                  <a:pt x="7493" y="538"/>
                </a:lnTo>
                <a:lnTo>
                  <a:pt x="7729" y="664"/>
                </a:lnTo>
                <a:lnTo>
                  <a:pt x="7954" y="801"/>
                </a:lnTo>
                <a:lnTo>
                  <a:pt x="8167" y="947"/>
                </a:lnTo>
                <a:lnTo>
                  <a:pt x="8369" y="1103"/>
                </a:lnTo>
                <a:lnTo>
                  <a:pt x="8558" y="1269"/>
                </a:lnTo>
                <a:lnTo>
                  <a:pt x="8735" y="1446"/>
                </a:lnTo>
                <a:lnTo>
                  <a:pt x="8900" y="1632"/>
                </a:lnTo>
                <a:lnTo>
                  <a:pt x="9053" y="1829"/>
                </a:lnTo>
                <a:lnTo>
                  <a:pt x="9193" y="2036"/>
                </a:lnTo>
                <a:lnTo>
                  <a:pt x="9321" y="2254"/>
                </a:lnTo>
                <a:lnTo>
                  <a:pt x="9435" y="2481"/>
                </a:lnTo>
                <a:lnTo>
                  <a:pt x="9537" y="2719"/>
                </a:lnTo>
                <a:lnTo>
                  <a:pt x="9626" y="2968"/>
                </a:lnTo>
                <a:lnTo>
                  <a:pt x="9702" y="3227"/>
                </a:lnTo>
                <a:lnTo>
                  <a:pt x="9765" y="3497"/>
                </a:lnTo>
                <a:lnTo>
                  <a:pt x="9802" y="3716"/>
                </a:lnTo>
                <a:lnTo>
                  <a:pt x="9825" y="3935"/>
                </a:lnTo>
                <a:lnTo>
                  <a:pt x="9836" y="4155"/>
                </a:lnTo>
                <a:lnTo>
                  <a:pt x="9835" y="4374"/>
                </a:lnTo>
                <a:lnTo>
                  <a:pt x="9825" y="4594"/>
                </a:lnTo>
                <a:lnTo>
                  <a:pt x="9806" y="4813"/>
                </a:lnTo>
                <a:lnTo>
                  <a:pt x="9751" y="5252"/>
                </a:lnTo>
                <a:lnTo>
                  <a:pt x="9694" y="5585"/>
                </a:lnTo>
                <a:lnTo>
                  <a:pt x="9620" y="5912"/>
                </a:lnTo>
                <a:lnTo>
                  <a:pt x="9529" y="6232"/>
                </a:lnTo>
                <a:lnTo>
                  <a:pt x="9420" y="6545"/>
                </a:lnTo>
                <a:lnTo>
                  <a:pt x="9291" y="6850"/>
                </a:lnTo>
                <a:lnTo>
                  <a:pt x="9140" y="7146"/>
                </a:lnTo>
                <a:lnTo>
                  <a:pt x="8968" y="7434"/>
                </a:lnTo>
                <a:lnTo>
                  <a:pt x="8772" y="7712"/>
                </a:lnTo>
                <a:lnTo>
                  <a:pt x="8493" y="8045"/>
                </a:lnTo>
                <a:lnTo>
                  <a:pt x="8346" y="8196"/>
                </a:lnTo>
                <a:lnTo>
                  <a:pt x="8193" y="8337"/>
                </a:lnTo>
                <a:lnTo>
                  <a:pt x="8034" y="8467"/>
                </a:lnTo>
                <a:lnTo>
                  <a:pt x="7870" y="8587"/>
                </a:lnTo>
                <a:lnTo>
                  <a:pt x="7701" y="8696"/>
                </a:lnTo>
                <a:lnTo>
                  <a:pt x="7525" y="8795"/>
                </a:lnTo>
                <a:lnTo>
                  <a:pt x="7345" y="8882"/>
                </a:lnTo>
                <a:lnTo>
                  <a:pt x="7159" y="8958"/>
                </a:lnTo>
                <a:lnTo>
                  <a:pt x="6967" y="9023"/>
                </a:lnTo>
                <a:lnTo>
                  <a:pt x="6769" y="9077"/>
                </a:lnTo>
                <a:lnTo>
                  <a:pt x="6566" y="9119"/>
                </a:lnTo>
                <a:lnTo>
                  <a:pt x="6357" y="9150"/>
                </a:lnTo>
                <a:lnTo>
                  <a:pt x="6143" y="9169"/>
                </a:lnTo>
                <a:lnTo>
                  <a:pt x="5922" y="9176"/>
                </a:lnTo>
                <a:lnTo>
                  <a:pt x="5655" y="9165"/>
                </a:lnTo>
                <a:lnTo>
                  <a:pt x="5525" y="9150"/>
                </a:lnTo>
                <a:lnTo>
                  <a:pt x="5398" y="9128"/>
                </a:lnTo>
                <a:lnTo>
                  <a:pt x="5273" y="9099"/>
                </a:lnTo>
                <a:lnTo>
                  <a:pt x="5152" y="9063"/>
                </a:lnTo>
                <a:lnTo>
                  <a:pt x="5034" y="9020"/>
                </a:lnTo>
                <a:lnTo>
                  <a:pt x="4918" y="8970"/>
                </a:lnTo>
                <a:lnTo>
                  <a:pt x="4806" y="8913"/>
                </a:lnTo>
                <a:lnTo>
                  <a:pt x="4697" y="8848"/>
                </a:lnTo>
                <a:lnTo>
                  <a:pt x="4591" y="8776"/>
                </a:lnTo>
                <a:lnTo>
                  <a:pt x="4489" y="8696"/>
                </a:lnTo>
                <a:lnTo>
                  <a:pt x="4390" y="8608"/>
                </a:lnTo>
                <a:lnTo>
                  <a:pt x="4295" y="8512"/>
                </a:lnTo>
                <a:lnTo>
                  <a:pt x="4203" y="8408"/>
                </a:lnTo>
                <a:lnTo>
                  <a:pt x="4115" y="8296"/>
                </a:lnTo>
              </a:path>
            </a:pathLst>
          </a:custGeom>
          <a:solidFill>
            <a:srgbClr val="123563"/>
          </a:solidFill>
          <a:ln>
            <a:noFill/>
          </a:ln>
          <a:effectLst/>
        </p:spPr>
        <p:txBody>
          <a:bodyPr wrap="none" anchor="ctr"/>
          <a:lstStyle/>
          <a:p>
            <a:endParaRPr lang="de-DE">
              <a:latin typeface="BISansOpti"/>
            </a:endParaRPr>
          </a:p>
        </p:txBody>
      </p:sp>
      <p:sp>
        <p:nvSpPr>
          <p:cNvPr id="17" name="Freeform 2"/>
          <p:cNvSpPr>
            <a:spLocks noChangeAspect="1" noChangeArrowheads="1"/>
          </p:cNvSpPr>
          <p:nvPr userDrawn="1"/>
        </p:nvSpPr>
        <p:spPr bwMode="auto">
          <a:xfrm>
            <a:off x="2915299" y="1272056"/>
            <a:ext cx="323999" cy="323999"/>
          </a:xfrm>
          <a:custGeom>
            <a:avLst/>
            <a:gdLst>
              <a:gd name="T0" fmla="*/ 12913 w 14438"/>
              <a:gd name="T1" fmla="*/ 17 h 14438"/>
              <a:gd name="T2" fmla="*/ 13781 w 14438"/>
              <a:gd name="T3" fmla="*/ 392 h 14438"/>
              <a:gd name="T4" fmla="*/ 14305 w 14438"/>
              <a:gd name="T5" fmla="*/ 1097 h 14438"/>
              <a:gd name="T6" fmla="*/ 14432 w 14438"/>
              <a:gd name="T7" fmla="*/ 12796 h 14438"/>
              <a:gd name="T8" fmla="*/ 14249 w 14438"/>
              <a:gd name="T9" fmla="*/ 13460 h 14438"/>
              <a:gd name="T10" fmla="*/ 13703 w 14438"/>
              <a:gd name="T11" fmla="*/ 14108 h 14438"/>
              <a:gd name="T12" fmla="*/ 12896 w 14438"/>
              <a:gd name="T13" fmla="*/ 14422 h 14438"/>
              <a:gd name="T14" fmla="*/ 1127 w 14438"/>
              <a:gd name="T15" fmla="*/ 14320 h 14438"/>
              <a:gd name="T16" fmla="*/ 473 w 14438"/>
              <a:gd name="T17" fmla="*/ 13875 h 14438"/>
              <a:gd name="T18" fmla="*/ 75 w 14438"/>
              <a:gd name="T19" fmla="*/ 13174 h 14438"/>
              <a:gd name="T20" fmla="*/ 19 w 14438"/>
              <a:gd name="T21" fmla="*/ 1490 h 14438"/>
              <a:gd name="T22" fmla="*/ 243 w 14438"/>
              <a:gd name="T23" fmla="*/ 870 h 14438"/>
              <a:gd name="T24" fmla="*/ 717 w 14438"/>
              <a:gd name="T25" fmla="*/ 343 h 14438"/>
              <a:gd name="T26" fmla="*/ 1356 w 14438"/>
              <a:gd name="T27" fmla="*/ 46 h 14438"/>
              <a:gd name="T28" fmla="*/ 11674 w 14438"/>
              <a:gd name="T29" fmla="*/ 6803 h 14438"/>
              <a:gd name="T30" fmla="*/ 11511 w 14438"/>
              <a:gd name="T31" fmla="*/ 8713 h 14438"/>
              <a:gd name="T32" fmla="*/ 10505 w 14438"/>
              <a:gd name="T33" fmla="*/ 10313 h 14438"/>
              <a:gd name="T34" fmla="*/ 8796 w 14438"/>
              <a:gd name="T35" fmla="*/ 11441 h 14438"/>
              <a:gd name="T36" fmla="*/ 6950 w 14438"/>
              <a:gd name="T37" fmla="*/ 11727 h 14438"/>
              <a:gd name="T38" fmla="*/ 5067 w 14438"/>
              <a:gd name="T39" fmla="*/ 11137 h 14438"/>
              <a:gd name="T40" fmla="*/ 3387 w 14438"/>
              <a:gd name="T41" fmla="*/ 9647 h 14438"/>
              <a:gd name="T42" fmla="*/ 2759 w 14438"/>
              <a:gd name="T43" fmla="*/ 7666 h 14438"/>
              <a:gd name="T44" fmla="*/ 1801 w 14438"/>
              <a:gd name="T45" fmla="*/ 6048 h 14438"/>
              <a:gd name="T46" fmla="*/ 1831 w 14438"/>
              <a:gd name="T47" fmla="*/ 12398 h 14438"/>
              <a:gd name="T48" fmla="*/ 1969 w 14438"/>
              <a:gd name="T49" fmla="*/ 12574 h 14438"/>
              <a:gd name="T50" fmla="*/ 2231 w 14438"/>
              <a:gd name="T51" fmla="*/ 12635 h 14438"/>
              <a:gd name="T52" fmla="*/ 12355 w 14438"/>
              <a:gd name="T53" fmla="*/ 12615 h 14438"/>
              <a:gd name="T54" fmla="*/ 12494 w 14438"/>
              <a:gd name="T55" fmla="*/ 12559 h 14438"/>
              <a:gd name="T56" fmla="*/ 12584 w 14438"/>
              <a:gd name="T57" fmla="*/ 12451 h 14438"/>
              <a:gd name="T58" fmla="*/ 12630 w 14438"/>
              <a:gd name="T59" fmla="*/ 12242 h 14438"/>
              <a:gd name="T60" fmla="*/ 7228 w 14438"/>
              <a:gd name="T61" fmla="*/ 10019 h 14438"/>
              <a:gd name="T62" fmla="*/ 8762 w 14438"/>
              <a:gd name="T63" fmla="*/ 9581 h 14438"/>
              <a:gd name="T64" fmla="*/ 9907 w 14438"/>
              <a:gd name="T65" fmla="*/ 8263 h 14438"/>
              <a:gd name="T66" fmla="*/ 10045 w 14438"/>
              <a:gd name="T67" fmla="*/ 6516 h 14438"/>
              <a:gd name="T68" fmla="*/ 9166 w 14438"/>
              <a:gd name="T69" fmla="*/ 5099 h 14438"/>
              <a:gd name="T70" fmla="*/ 7702 w 14438"/>
              <a:gd name="T71" fmla="*/ 4419 h 14438"/>
              <a:gd name="T72" fmla="*/ 6052 w 14438"/>
              <a:gd name="T73" fmla="*/ 4623 h 14438"/>
              <a:gd name="T74" fmla="*/ 4844 w 14438"/>
              <a:gd name="T75" fmla="*/ 5593 h 14438"/>
              <a:gd name="T76" fmla="*/ 4336 w 14438"/>
              <a:gd name="T77" fmla="*/ 7017 h 14438"/>
              <a:gd name="T78" fmla="*/ 4649 w 14438"/>
              <a:gd name="T79" fmla="*/ 8481 h 14438"/>
              <a:gd name="T80" fmla="*/ 5608 w 14438"/>
              <a:gd name="T81" fmla="*/ 9522 h 14438"/>
              <a:gd name="T82" fmla="*/ 6977 w 14438"/>
              <a:gd name="T83" fmla="*/ 10006 h 14438"/>
              <a:gd name="T84" fmla="*/ 9947 w 14438"/>
              <a:gd name="T85" fmla="*/ 4184 h 14438"/>
              <a:gd name="T86" fmla="*/ 10089 w 14438"/>
              <a:gd name="T87" fmla="*/ 4407 h 14438"/>
              <a:gd name="T88" fmla="*/ 10342 w 14438"/>
              <a:gd name="T89" fmla="*/ 4506 h 14438"/>
              <a:gd name="T90" fmla="*/ 12359 w 14438"/>
              <a:gd name="T91" fmla="*/ 4474 h 14438"/>
              <a:gd name="T92" fmla="*/ 12560 w 14438"/>
              <a:gd name="T93" fmla="*/ 4309 h 14438"/>
              <a:gd name="T94" fmla="*/ 12635 w 14438"/>
              <a:gd name="T95" fmla="*/ 4037 h 14438"/>
              <a:gd name="T96" fmla="*/ 12582 w 14438"/>
              <a:gd name="T97" fmla="*/ 2038 h 14438"/>
              <a:gd name="T98" fmla="*/ 12395 w 14438"/>
              <a:gd name="T99" fmla="*/ 1854 h 14438"/>
              <a:gd name="T100" fmla="*/ 10408 w 14438"/>
              <a:gd name="T101" fmla="*/ 1802 h 14438"/>
              <a:gd name="T102" fmla="*/ 10126 w 14438"/>
              <a:gd name="T103" fmla="*/ 1877 h 14438"/>
              <a:gd name="T104" fmla="*/ 9962 w 14438"/>
              <a:gd name="T105" fmla="*/ 2086 h 144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4438" h="14438">
                <a:moveTo>
                  <a:pt x="12872" y="0"/>
                </a:moveTo>
                <a:lnTo>
                  <a:pt x="12892" y="10"/>
                </a:lnTo>
                <a:lnTo>
                  <a:pt x="12897" y="12"/>
                </a:lnTo>
                <a:lnTo>
                  <a:pt x="12903" y="14"/>
                </a:lnTo>
                <a:lnTo>
                  <a:pt x="12908" y="16"/>
                </a:lnTo>
                <a:lnTo>
                  <a:pt x="12913" y="17"/>
                </a:lnTo>
                <a:lnTo>
                  <a:pt x="13079" y="54"/>
                </a:lnTo>
                <a:lnTo>
                  <a:pt x="13237" y="102"/>
                </a:lnTo>
                <a:lnTo>
                  <a:pt x="13387" y="160"/>
                </a:lnTo>
                <a:lnTo>
                  <a:pt x="13527" y="227"/>
                </a:lnTo>
                <a:lnTo>
                  <a:pt x="13659" y="305"/>
                </a:lnTo>
                <a:lnTo>
                  <a:pt x="13781" y="392"/>
                </a:lnTo>
                <a:lnTo>
                  <a:pt x="13894" y="488"/>
                </a:lnTo>
                <a:lnTo>
                  <a:pt x="13997" y="594"/>
                </a:lnTo>
                <a:lnTo>
                  <a:pt x="14089" y="707"/>
                </a:lnTo>
                <a:lnTo>
                  <a:pt x="14172" y="829"/>
                </a:lnTo>
                <a:lnTo>
                  <a:pt x="14244" y="959"/>
                </a:lnTo>
                <a:lnTo>
                  <a:pt x="14305" y="1097"/>
                </a:lnTo>
                <a:lnTo>
                  <a:pt x="14355" y="1242"/>
                </a:lnTo>
                <a:lnTo>
                  <a:pt x="14394" y="1394"/>
                </a:lnTo>
                <a:lnTo>
                  <a:pt x="14421" y="1553"/>
                </a:lnTo>
                <a:lnTo>
                  <a:pt x="14437" y="1718"/>
                </a:lnTo>
                <a:lnTo>
                  <a:pt x="14437" y="12716"/>
                </a:lnTo>
                <a:lnTo>
                  <a:pt x="14432" y="12796"/>
                </a:lnTo>
                <a:lnTo>
                  <a:pt x="14424" y="12876"/>
                </a:lnTo>
                <a:lnTo>
                  <a:pt x="14412" y="12955"/>
                </a:lnTo>
                <a:lnTo>
                  <a:pt x="14397" y="13033"/>
                </a:lnTo>
                <a:lnTo>
                  <a:pt x="14358" y="13182"/>
                </a:lnTo>
                <a:lnTo>
                  <a:pt x="14308" y="13325"/>
                </a:lnTo>
                <a:lnTo>
                  <a:pt x="14249" y="13460"/>
                </a:lnTo>
                <a:lnTo>
                  <a:pt x="14179" y="13588"/>
                </a:lnTo>
                <a:lnTo>
                  <a:pt x="14101" y="13709"/>
                </a:lnTo>
                <a:lnTo>
                  <a:pt x="14014" y="13821"/>
                </a:lnTo>
                <a:lnTo>
                  <a:pt x="13918" y="13925"/>
                </a:lnTo>
                <a:lnTo>
                  <a:pt x="13814" y="14021"/>
                </a:lnTo>
                <a:lnTo>
                  <a:pt x="13703" y="14108"/>
                </a:lnTo>
                <a:lnTo>
                  <a:pt x="13584" y="14185"/>
                </a:lnTo>
                <a:lnTo>
                  <a:pt x="13458" y="14253"/>
                </a:lnTo>
                <a:lnTo>
                  <a:pt x="13326" y="14311"/>
                </a:lnTo>
                <a:lnTo>
                  <a:pt x="13189" y="14358"/>
                </a:lnTo>
                <a:lnTo>
                  <a:pt x="13045" y="14396"/>
                </a:lnTo>
                <a:lnTo>
                  <a:pt x="12896" y="14422"/>
                </a:lnTo>
                <a:lnTo>
                  <a:pt x="12743" y="14437"/>
                </a:lnTo>
                <a:lnTo>
                  <a:pt x="1655" y="14437"/>
                </a:lnTo>
                <a:lnTo>
                  <a:pt x="1518" y="14423"/>
                </a:lnTo>
                <a:lnTo>
                  <a:pt x="1384" y="14398"/>
                </a:lnTo>
                <a:lnTo>
                  <a:pt x="1253" y="14364"/>
                </a:lnTo>
                <a:lnTo>
                  <a:pt x="1127" y="14320"/>
                </a:lnTo>
                <a:lnTo>
                  <a:pt x="1004" y="14266"/>
                </a:lnTo>
                <a:lnTo>
                  <a:pt x="887" y="14204"/>
                </a:lnTo>
                <a:lnTo>
                  <a:pt x="774" y="14134"/>
                </a:lnTo>
                <a:lnTo>
                  <a:pt x="668" y="14055"/>
                </a:lnTo>
                <a:lnTo>
                  <a:pt x="567" y="13969"/>
                </a:lnTo>
                <a:lnTo>
                  <a:pt x="473" y="13875"/>
                </a:lnTo>
                <a:lnTo>
                  <a:pt x="387" y="13774"/>
                </a:lnTo>
                <a:lnTo>
                  <a:pt x="307" y="13666"/>
                </a:lnTo>
                <a:lnTo>
                  <a:pt x="236" y="13552"/>
                </a:lnTo>
                <a:lnTo>
                  <a:pt x="173" y="13431"/>
                </a:lnTo>
                <a:lnTo>
                  <a:pt x="119" y="13305"/>
                </a:lnTo>
                <a:lnTo>
                  <a:pt x="75" y="13174"/>
                </a:lnTo>
                <a:lnTo>
                  <a:pt x="55" y="13101"/>
                </a:lnTo>
                <a:lnTo>
                  <a:pt x="36" y="13028"/>
                </a:lnTo>
                <a:lnTo>
                  <a:pt x="0" y="12881"/>
                </a:lnTo>
                <a:lnTo>
                  <a:pt x="0" y="1558"/>
                </a:lnTo>
                <a:lnTo>
                  <a:pt x="13" y="1513"/>
                </a:lnTo>
                <a:lnTo>
                  <a:pt x="19" y="1490"/>
                </a:lnTo>
                <a:lnTo>
                  <a:pt x="24" y="1468"/>
                </a:lnTo>
                <a:lnTo>
                  <a:pt x="55" y="1337"/>
                </a:lnTo>
                <a:lnTo>
                  <a:pt x="92" y="1211"/>
                </a:lnTo>
                <a:lnTo>
                  <a:pt x="136" y="1092"/>
                </a:lnTo>
                <a:lnTo>
                  <a:pt x="186" y="978"/>
                </a:lnTo>
                <a:lnTo>
                  <a:pt x="243" y="870"/>
                </a:lnTo>
                <a:lnTo>
                  <a:pt x="306" y="767"/>
                </a:lnTo>
                <a:lnTo>
                  <a:pt x="375" y="671"/>
                </a:lnTo>
                <a:lnTo>
                  <a:pt x="451" y="580"/>
                </a:lnTo>
                <a:lnTo>
                  <a:pt x="533" y="495"/>
                </a:lnTo>
                <a:lnTo>
                  <a:pt x="622" y="416"/>
                </a:lnTo>
                <a:lnTo>
                  <a:pt x="717" y="343"/>
                </a:lnTo>
                <a:lnTo>
                  <a:pt x="819" y="276"/>
                </a:lnTo>
                <a:lnTo>
                  <a:pt x="927" y="214"/>
                </a:lnTo>
                <a:lnTo>
                  <a:pt x="1042" y="159"/>
                </a:lnTo>
                <a:lnTo>
                  <a:pt x="1163" y="109"/>
                </a:lnTo>
                <a:lnTo>
                  <a:pt x="1291" y="65"/>
                </a:lnTo>
                <a:lnTo>
                  <a:pt x="1356" y="46"/>
                </a:lnTo>
                <a:lnTo>
                  <a:pt x="1422" y="30"/>
                </a:lnTo>
                <a:lnTo>
                  <a:pt x="1554" y="0"/>
                </a:lnTo>
                <a:lnTo>
                  <a:pt x="12872" y="0"/>
                </a:lnTo>
                <a:close/>
                <a:moveTo>
                  <a:pt x="11550" y="6105"/>
                </a:moveTo>
                <a:lnTo>
                  <a:pt x="11623" y="6457"/>
                </a:lnTo>
                <a:lnTo>
                  <a:pt x="11674" y="6803"/>
                </a:lnTo>
                <a:lnTo>
                  <a:pt x="11703" y="7141"/>
                </a:lnTo>
                <a:lnTo>
                  <a:pt x="11710" y="7472"/>
                </a:lnTo>
                <a:lnTo>
                  <a:pt x="11695" y="7794"/>
                </a:lnTo>
                <a:lnTo>
                  <a:pt x="11656" y="8109"/>
                </a:lnTo>
                <a:lnTo>
                  <a:pt x="11595" y="8415"/>
                </a:lnTo>
                <a:lnTo>
                  <a:pt x="11511" y="8713"/>
                </a:lnTo>
                <a:lnTo>
                  <a:pt x="11404" y="9002"/>
                </a:lnTo>
                <a:lnTo>
                  <a:pt x="11272" y="9283"/>
                </a:lnTo>
                <a:lnTo>
                  <a:pt x="11117" y="9554"/>
                </a:lnTo>
                <a:lnTo>
                  <a:pt x="10937" y="9817"/>
                </a:lnTo>
                <a:lnTo>
                  <a:pt x="10733" y="10070"/>
                </a:lnTo>
                <a:lnTo>
                  <a:pt x="10505" y="10313"/>
                </a:lnTo>
                <a:lnTo>
                  <a:pt x="10251" y="10547"/>
                </a:lnTo>
                <a:lnTo>
                  <a:pt x="9972" y="10770"/>
                </a:lnTo>
                <a:lnTo>
                  <a:pt x="9684" y="10973"/>
                </a:lnTo>
                <a:lnTo>
                  <a:pt x="9391" y="11153"/>
                </a:lnTo>
                <a:lnTo>
                  <a:pt x="9095" y="11309"/>
                </a:lnTo>
                <a:lnTo>
                  <a:pt x="8796" y="11441"/>
                </a:lnTo>
                <a:lnTo>
                  <a:pt x="8493" y="11549"/>
                </a:lnTo>
                <a:lnTo>
                  <a:pt x="8189" y="11633"/>
                </a:lnTo>
                <a:lnTo>
                  <a:pt x="7881" y="11693"/>
                </a:lnTo>
                <a:lnTo>
                  <a:pt x="7572" y="11728"/>
                </a:lnTo>
                <a:lnTo>
                  <a:pt x="7262" y="11740"/>
                </a:lnTo>
                <a:lnTo>
                  <a:pt x="6950" y="11727"/>
                </a:lnTo>
                <a:lnTo>
                  <a:pt x="6636" y="11690"/>
                </a:lnTo>
                <a:lnTo>
                  <a:pt x="6323" y="11629"/>
                </a:lnTo>
                <a:lnTo>
                  <a:pt x="6008" y="11543"/>
                </a:lnTo>
                <a:lnTo>
                  <a:pt x="5694" y="11432"/>
                </a:lnTo>
                <a:lnTo>
                  <a:pt x="5380" y="11297"/>
                </a:lnTo>
                <a:lnTo>
                  <a:pt x="5067" y="11137"/>
                </a:lnTo>
                <a:lnTo>
                  <a:pt x="4711" y="10926"/>
                </a:lnTo>
                <a:lnTo>
                  <a:pt x="4386" y="10699"/>
                </a:lnTo>
                <a:lnTo>
                  <a:pt x="4092" y="10457"/>
                </a:lnTo>
                <a:lnTo>
                  <a:pt x="3827" y="10202"/>
                </a:lnTo>
                <a:lnTo>
                  <a:pt x="3592" y="9931"/>
                </a:lnTo>
                <a:lnTo>
                  <a:pt x="3387" y="9647"/>
                </a:lnTo>
                <a:lnTo>
                  <a:pt x="3210" y="9349"/>
                </a:lnTo>
                <a:lnTo>
                  <a:pt x="3063" y="9038"/>
                </a:lnTo>
                <a:lnTo>
                  <a:pt x="2945" y="8714"/>
                </a:lnTo>
                <a:lnTo>
                  <a:pt x="2855" y="8377"/>
                </a:lnTo>
                <a:lnTo>
                  <a:pt x="2793" y="8028"/>
                </a:lnTo>
                <a:lnTo>
                  <a:pt x="2759" y="7666"/>
                </a:lnTo>
                <a:lnTo>
                  <a:pt x="2753" y="7292"/>
                </a:lnTo>
                <a:lnTo>
                  <a:pt x="2774" y="6907"/>
                </a:lnTo>
                <a:lnTo>
                  <a:pt x="2822" y="6510"/>
                </a:lnTo>
                <a:lnTo>
                  <a:pt x="2898" y="6103"/>
                </a:lnTo>
                <a:lnTo>
                  <a:pt x="1801" y="5865"/>
                </a:lnTo>
                <a:lnTo>
                  <a:pt x="1801" y="6048"/>
                </a:lnTo>
                <a:lnTo>
                  <a:pt x="1801" y="11985"/>
                </a:lnTo>
                <a:lnTo>
                  <a:pt x="1802" y="12211"/>
                </a:lnTo>
                <a:lnTo>
                  <a:pt x="1805" y="12263"/>
                </a:lnTo>
                <a:lnTo>
                  <a:pt x="1810" y="12312"/>
                </a:lnTo>
                <a:lnTo>
                  <a:pt x="1819" y="12357"/>
                </a:lnTo>
                <a:lnTo>
                  <a:pt x="1831" y="12398"/>
                </a:lnTo>
                <a:lnTo>
                  <a:pt x="1846" y="12436"/>
                </a:lnTo>
                <a:lnTo>
                  <a:pt x="1864" y="12470"/>
                </a:lnTo>
                <a:lnTo>
                  <a:pt x="1885" y="12501"/>
                </a:lnTo>
                <a:lnTo>
                  <a:pt x="1910" y="12529"/>
                </a:lnTo>
                <a:lnTo>
                  <a:pt x="1938" y="12553"/>
                </a:lnTo>
                <a:lnTo>
                  <a:pt x="1969" y="12574"/>
                </a:lnTo>
                <a:lnTo>
                  <a:pt x="2004" y="12592"/>
                </a:lnTo>
                <a:lnTo>
                  <a:pt x="2042" y="12606"/>
                </a:lnTo>
                <a:lnTo>
                  <a:pt x="2084" y="12618"/>
                </a:lnTo>
                <a:lnTo>
                  <a:pt x="2129" y="12627"/>
                </a:lnTo>
                <a:lnTo>
                  <a:pt x="2178" y="12632"/>
                </a:lnTo>
                <a:lnTo>
                  <a:pt x="2231" y="12635"/>
                </a:lnTo>
                <a:lnTo>
                  <a:pt x="2315" y="12636"/>
                </a:lnTo>
                <a:lnTo>
                  <a:pt x="12118" y="12635"/>
                </a:lnTo>
                <a:lnTo>
                  <a:pt x="12178" y="12634"/>
                </a:lnTo>
                <a:lnTo>
                  <a:pt x="12237" y="12630"/>
                </a:lnTo>
                <a:lnTo>
                  <a:pt x="12296" y="12624"/>
                </a:lnTo>
                <a:lnTo>
                  <a:pt x="12355" y="12615"/>
                </a:lnTo>
                <a:lnTo>
                  <a:pt x="12382" y="12609"/>
                </a:lnTo>
                <a:lnTo>
                  <a:pt x="12407" y="12602"/>
                </a:lnTo>
                <a:lnTo>
                  <a:pt x="12431" y="12593"/>
                </a:lnTo>
                <a:lnTo>
                  <a:pt x="12453" y="12583"/>
                </a:lnTo>
                <a:lnTo>
                  <a:pt x="12474" y="12572"/>
                </a:lnTo>
                <a:lnTo>
                  <a:pt x="12494" y="12559"/>
                </a:lnTo>
                <a:lnTo>
                  <a:pt x="12513" y="12544"/>
                </a:lnTo>
                <a:lnTo>
                  <a:pt x="12530" y="12528"/>
                </a:lnTo>
                <a:lnTo>
                  <a:pt x="12545" y="12511"/>
                </a:lnTo>
                <a:lnTo>
                  <a:pt x="12560" y="12493"/>
                </a:lnTo>
                <a:lnTo>
                  <a:pt x="12573" y="12473"/>
                </a:lnTo>
                <a:lnTo>
                  <a:pt x="12584" y="12451"/>
                </a:lnTo>
                <a:lnTo>
                  <a:pt x="12594" y="12429"/>
                </a:lnTo>
                <a:lnTo>
                  <a:pt x="12602" y="12405"/>
                </a:lnTo>
                <a:lnTo>
                  <a:pt x="12610" y="12380"/>
                </a:lnTo>
                <a:lnTo>
                  <a:pt x="12615" y="12353"/>
                </a:lnTo>
                <a:lnTo>
                  <a:pt x="12624" y="12298"/>
                </a:lnTo>
                <a:lnTo>
                  <a:pt x="12630" y="12242"/>
                </a:lnTo>
                <a:lnTo>
                  <a:pt x="12634" y="12186"/>
                </a:lnTo>
                <a:lnTo>
                  <a:pt x="12635" y="12130"/>
                </a:lnTo>
                <a:lnTo>
                  <a:pt x="12636" y="6023"/>
                </a:lnTo>
                <a:lnTo>
                  <a:pt x="12636" y="5865"/>
                </a:lnTo>
                <a:lnTo>
                  <a:pt x="11550" y="6105"/>
                </a:lnTo>
                <a:close/>
                <a:moveTo>
                  <a:pt x="7228" y="10019"/>
                </a:moveTo>
                <a:lnTo>
                  <a:pt x="7564" y="9978"/>
                </a:lnTo>
                <a:lnTo>
                  <a:pt x="7731" y="9954"/>
                </a:lnTo>
                <a:lnTo>
                  <a:pt x="7897" y="9923"/>
                </a:lnTo>
                <a:lnTo>
                  <a:pt x="8204" y="9839"/>
                </a:lnTo>
                <a:lnTo>
                  <a:pt x="8493" y="9724"/>
                </a:lnTo>
                <a:lnTo>
                  <a:pt x="8762" y="9581"/>
                </a:lnTo>
                <a:lnTo>
                  <a:pt x="9011" y="9412"/>
                </a:lnTo>
                <a:lnTo>
                  <a:pt x="9239" y="9220"/>
                </a:lnTo>
                <a:lnTo>
                  <a:pt x="9443" y="9007"/>
                </a:lnTo>
                <a:lnTo>
                  <a:pt x="9624" y="8775"/>
                </a:lnTo>
                <a:lnTo>
                  <a:pt x="9779" y="8526"/>
                </a:lnTo>
                <a:lnTo>
                  <a:pt x="9907" y="8263"/>
                </a:lnTo>
                <a:lnTo>
                  <a:pt x="10007" y="7988"/>
                </a:lnTo>
                <a:lnTo>
                  <a:pt x="10078" y="7704"/>
                </a:lnTo>
                <a:lnTo>
                  <a:pt x="10119" y="7412"/>
                </a:lnTo>
                <a:lnTo>
                  <a:pt x="10128" y="7115"/>
                </a:lnTo>
                <a:lnTo>
                  <a:pt x="10103" y="6816"/>
                </a:lnTo>
                <a:lnTo>
                  <a:pt x="10045" y="6516"/>
                </a:lnTo>
                <a:lnTo>
                  <a:pt x="9950" y="6218"/>
                </a:lnTo>
                <a:lnTo>
                  <a:pt x="9837" y="5959"/>
                </a:lnTo>
                <a:lnTo>
                  <a:pt x="9700" y="5717"/>
                </a:lnTo>
                <a:lnTo>
                  <a:pt x="9541" y="5493"/>
                </a:lnTo>
                <a:lnTo>
                  <a:pt x="9363" y="5286"/>
                </a:lnTo>
                <a:lnTo>
                  <a:pt x="9166" y="5099"/>
                </a:lnTo>
                <a:lnTo>
                  <a:pt x="8952" y="4931"/>
                </a:lnTo>
                <a:lnTo>
                  <a:pt x="8724" y="4784"/>
                </a:lnTo>
                <a:lnTo>
                  <a:pt x="8484" y="4658"/>
                </a:lnTo>
                <a:lnTo>
                  <a:pt x="8232" y="4555"/>
                </a:lnTo>
                <a:lnTo>
                  <a:pt x="7970" y="4475"/>
                </a:lnTo>
                <a:lnTo>
                  <a:pt x="7702" y="4419"/>
                </a:lnTo>
                <a:lnTo>
                  <a:pt x="7428" y="4387"/>
                </a:lnTo>
                <a:lnTo>
                  <a:pt x="7149" y="4381"/>
                </a:lnTo>
                <a:lnTo>
                  <a:pt x="6869" y="4402"/>
                </a:lnTo>
                <a:lnTo>
                  <a:pt x="6589" y="4450"/>
                </a:lnTo>
                <a:lnTo>
                  <a:pt x="6310" y="4526"/>
                </a:lnTo>
                <a:lnTo>
                  <a:pt x="6052" y="4623"/>
                </a:lnTo>
                <a:lnTo>
                  <a:pt x="5809" y="4741"/>
                </a:lnTo>
                <a:lnTo>
                  <a:pt x="5582" y="4878"/>
                </a:lnTo>
                <a:lnTo>
                  <a:pt x="5371" y="5033"/>
                </a:lnTo>
                <a:lnTo>
                  <a:pt x="5177" y="5205"/>
                </a:lnTo>
                <a:lnTo>
                  <a:pt x="5001" y="5392"/>
                </a:lnTo>
                <a:lnTo>
                  <a:pt x="4844" y="5593"/>
                </a:lnTo>
                <a:lnTo>
                  <a:pt x="4706" y="5807"/>
                </a:lnTo>
                <a:lnTo>
                  <a:pt x="4588" y="6032"/>
                </a:lnTo>
                <a:lnTo>
                  <a:pt x="4492" y="6267"/>
                </a:lnTo>
                <a:lnTo>
                  <a:pt x="4417" y="6510"/>
                </a:lnTo>
                <a:lnTo>
                  <a:pt x="4365" y="6761"/>
                </a:lnTo>
                <a:lnTo>
                  <a:pt x="4336" y="7017"/>
                </a:lnTo>
                <a:lnTo>
                  <a:pt x="4332" y="7278"/>
                </a:lnTo>
                <a:lnTo>
                  <a:pt x="4352" y="7542"/>
                </a:lnTo>
                <a:lnTo>
                  <a:pt x="4399" y="7807"/>
                </a:lnTo>
                <a:lnTo>
                  <a:pt x="4462" y="8041"/>
                </a:lnTo>
                <a:lnTo>
                  <a:pt x="4546" y="8266"/>
                </a:lnTo>
                <a:lnTo>
                  <a:pt x="4649" y="8481"/>
                </a:lnTo>
                <a:lnTo>
                  <a:pt x="4771" y="8686"/>
                </a:lnTo>
                <a:lnTo>
                  <a:pt x="4909" y="8879"/>
                </a:lnTo>
                <a:lnTo>
                  <a:pt x="5062" y="9060"/>
                </a:lnTo>
                <a:lnTo>
                  <a:pt x="5231" y="9228"/>
                </a:lnTo>
                <a:lnTo>
                  <a:pt x="5413" y="9382"/>
                </a:lnTo>
                <a:lnTo>
                  <a:pt x="5608" y="9522"/>
                </a:lnTo>
                <a:lnTo>
                  <a:pt x="5814" y="9646"/>
                </a:lnTo>
                <a:lnTo>
                  <a:pt x="6030" y="9754"/>
                </a:lnTo>
                <a:lnTo>
                  <a:pt x="6256" y="9845"/>
                </a:lnTo>
                <a:lnTo>
                  <a:pt x="6490" y="9918"/>
                </a:lnTo>
                <a:lnTo>
                  <a:pt x="6730" y="9971"/>
                </a:lnTo>
                <a:lnTo>
                  <a:pt x="6977" y="10006"/>
                </a:lnTo>
                <a:lnTo>
                  <a:pt x="7228" y="10019"/>
                </a:lnTo>
                <a:close/>
                <a:moveTo>
                  <a:pt x="9927" y="3148"/>
                </a:moveTo>
                <a:lnTo>
                  <a:pt x="9927" y="4036"/>
                </a:lnTo>
                <a:lnTo>
                  <a:pt x="9930" y="4087"/>
                </a:lnTo>
                <a:lnTo>
                  <a:pt x="9936" y="4137"/>
                </a:lnTo>
                <a:lnTo>
                  <a:pt x="9947" y="4184"/>
                </a:lnTo>
                <a:lnTo>
                  <a:pt x="9962" y="4228"/>
                </a:lnTo>
                <a:lnTo>
                  <a:pt x="9980" y="4270"/>
                </a:lnTo>
                <a:lnTo>
                  <a:pt x="10002" y="4309"/>
                </a:lnTo>
                <a:lnTo>
                  <a:pt x="10028" y="4345"/>
                </a:lnTo>
                <a:lnTo>
                  <a:pt x="10056" y="4378"/>
                </a:lnTo>
                <a:lnTo>
                  <a:pt x="10089" y="4407"/>
                </a:lnTo>
                <a:lnTo>
                  <a:pt x="10124" y="4433"/>
                </a:lnTo>
                <a:lnTo>
                  <a:pt x="10162" y="4455"/>
                </a:lnTo>
                <a:lnTo>
                  <a:pt x="10203" y="4474"/>
                </a:lnTo>
                <a:lnTo>
                  <a:pt x="10247" y="4489"/>
                </a:lnTo>
                <a:lnTo>
                  <a:pt x="10293" y="4500"/>
                </a:lnTo>
                <a:lnTo>
                  <a:pt x="10342" y="4506"/>
                </a:lnTo>
                <a:lnTo>
                  <a:pt x="10393" y="4509"/>
                </a:lnTo>
                <a:lnTo>
                  <a:pt x="12168" y="4509"/>
                </a:lnTo>
                <a:lnTo>
                  <a:pt x="12219" y="4506"/>
                </a:lnTo>
                <a:lnTo>
                  <a:pt x="12268" y="4500"/>
                </a:lnTo>
                <a:lnTo>
                  <a:pt x="12315" y="4489"/>
                </a:lnTo>
                <a:lnTo>
                  <a:pt x="12359" y="4474"/>
                </a:lnTo>
                <a:lnTo>
                  <a:pt x="12400" y="4455"/>
                </a:lnTo>
                <a:lnTo>
                  <a:pt x="12438" y="4433"/>
                </a:lnTo>
                <a:lnTo>
                  <a:pt x="12474" y="4407"/>
                </a:lnTo>
                <a:lnTo>
                  <a:pt x="12506" y="4378"/>
                </a:lnTo>
                <a:lnTo>
                  <a:pt x="12535" y="4345"/>
                </a:lnTo>
                <a:lnTo>
                  <a:pt x="12560" y="4309"/>
                </a:lnTo>
                <a:lnTo>
                  <a:pt x="12583" y="4270"/>
                </a:lnTo>
                <a:lnTo>
                  <a:pt x="12601" y="4229"/>
                </a:lnTo>
                <a:lnTo>
                  <a:pt x="12616" y="4185"/>
                </a:lnTo>
                <a:lnTo>
                  <a:pt x="12626" y="4138"/>
                </a:lnTo>
                <a:lnTo>
                  <a:pt x="12633" y="4088"/>
                </a:lnTo>
                <a:lnTo>
                  <a:pt x="12635" y="4037"/>
                </a:lnTo>
                <a:lnTo>
                  <a:pt x="12635" y="2275"/>
                </a:lnTo>
                <a:lnTo>
                  <a:pt x="12633" y="2222"/>
                </a:lnTo>
                <a:lnTo>
                  <a:pt x="12626" y="2172"/>
                </a:lnTo>
                <a:lnTo>
                  <a:pt x="12615" y="2124"/>
                </a:lnTo>
                <a:lnTo>
                  <a:pt x="12601" y="2080"/>
                </a:lnTo>
                <a:lnTo>
                  <a:pt x="12582" y="2038"/>
                </a:lnTo>
                <a:lnTo>
                  <a:pt x="12560" y="1999"/>
                </a:lnTo>
                <a:lnTo>
                  <a:pt x="12533" y="1963"/>
                </a:lnTo>
                <a:lnTo>
                  <a:pt x="12504" y="1931"/>
                </a:lnTo>
                <a:lnTo>
                  <a:pt x="12471" y="1902"/>
                </a:lnTo>
                <a:lnTo>
                  <a:pt x="12435" y="1876"/>
                </a:lnTo>
                <a:lnTo>
                  <a:pt x="12395" y="1854"/>
                </a:lnTo>
                <a:lnTo>
                  <a:pt x="12353" y="1836"/>
                </a:lnTo>
                <a:lnTo>
                  <a:pt x="12307" y="1821"/>
                </a:lnTo>
                <a:lnTo>
                  <a:pt x="12259" y="1811"/>
                </a:lnTo>
                <a:lnTo>
                  <a:pt x="12208" y="1804"/>
                </a:lnTo>
                <a:lnTo>
                  <a:pt x="12155" y="1802"/>
                </a:lnTo>
                <a:lnTo>
                  <a:pt x="10408" y="1802"/>
                </a:lnTo>
                <a:lnTo>
                  <a:pt x="10354" y="1804"/>
                </a:lnTo>
                <a:lnTo>
                  <a:pt x="10302" y="1811"/>
                </a:lnTo>
                <a:lnTo>
                  <a:pt x="10254" y="1821"/>
                </a:lnTo>
                <a:lnTo>
                  <a:pt x="10208" y="1836"/>
                </a:lnTo>
                <a:lnTo>
                  <a:pt x="10166" y="1855"/>
                </a:lnTo>
                <a:lnTo>
                  <a:pt x="10126" y="1877"/>
                </a:lnTo>
                <a:lnTo>
                  <a:pt x="10090" y="1903"/>
                </a:lnTo>
                <a:lnTo>
                  <a:pt x="10057" y="1933"/>
                </a:lnTo>
                <a:lnTo>
                  <a:pt x="10028" y="1966"/>
                </a:lnTo>
                <a:lnTo>
                  <a:pt x="10002" y="2003"/>
                </a:lnTo>
                <a:lnTo>
                  <a:pt x="9980" y="2043"/>
                </a:lnTo>
                <a:lnTo>
                  <a:pt x="9962" y="2086"/>
                </a:lnTo>
                <a:lnTo>
                  <a:pt x="9947" y="2132"/>
                </a:lnTo>
                <a:lnTo>
                  <a:pt x="9936" y="2182"/>
                </a:lnTo>
                <a:lnTo>
                  <a:pt x="9930" y="2234"/>
                </a:lnTo>
                <a:lnTo>
                  <a:pt x="9927" y="2289"/>
                </a:lnTo>
                <a:lnTo>
                  <a:pt x="9927" y="3148"/>
                </a:lnTo>
                <a:close/>
              </a:path>
            </a:pathLst>
          </a:custGeom>
          <a:solidFill>
            <a:srgbClr val="123563"/>
          </a:solidFill>
          <a:ln>
            <a:noFill/>
          </a:ln>
          <a:effectLst/>
        </p:spPr>
        <p:txBody>
          <a:bodyPr wrap="none" anchor="ctr"/>
          <a:lstStyle/>
          <a:p>
            <a:endParaRPr lang="de-DE">
              <a:latin typeface="BISansOpti"/>
            </a:endParaRPr>
          </a:p>
        </p:txBody>
      </p:sp>
      <p:sp>
        <p:nvSpPr>
          <p:cNvPr id="7" name="Textplatzhalter 6"/>
          <p:cNvSpPr>
            <a:spLocks noGrp="1"/>
          </p:cNvSpPr>
          <p:nvPr>
            <p:ph type="body" sz="quarter" idx="10" hasCustomPrompt="1"/>
          </p:nvPr>
        </p:nvSpPr>
        <p:spPr>
          <a:xfrm>
            <a:off x="7081200" y="259200"/>
            <a:ext cx="1728000" cy="360000"/>
          </a:xfrm>
        </p:spPr>
        <p:txBody>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defRPr sz="1000" b="1" i="0" baseline="0">
                <a:solidFill>
                  <a:schemeClr val="accent1"/>
                </a:solidFill>
                <a:latin typeface="BISansOpti"/>
                <a:cs typeface="BISansOpti"/>
              </a:defRPr>
            </a:lvl1pPr>
          </a:lstStyle>
          <a:p>
            <a:pPr marL="0" marR="0" lvl="0" indent="0" algn="l" defTabSz="914400" rtl="0" eaLnBrk="1" fontAlgn="auto" latinLnBrk="0" hangingPunct="1">
              <a:lnSpc>
                <a:spcPct val="100000"/>
              </a:lnSpc>
              <a:spcBef>
                <a:spcPts val="400"/>
              </a:spcBef>
              <a:spcAft>
                <a:spcPts val="0"/>
              </a:spcAft>
              <a:buClrTx/>
              <a:buSzTx/>
              <a:buFont typeface="Arial" panose="020B0604020202020204" pitchFamily="34" charset="0"/>
              <a:buNone/>
              <a:defRPr/>
            </a:pPr>
            <a:r>
              <a:rPr lang="de-DE" sz="1000" b="1">
                <a:solidFill>
                  <a:srgbClr val="123563"/>
                </a:solidFill>
              </a:rPr>
              <a:t>Firmenbezeichnung</a:t>
            </a:r>
          </a:p>
          <a:p>
            <a:pPr lvl="0"/>
            <a:endParaRPr lang="de-DE"/>
          </a:p>
        </p:txBody>
      </p:sp>
      <p:sp>
        <p:nvSpPr>
          <p:cNvPr id="25" name="Textplatzhalter 6"/>
          <p:cNvSpPr>
            <a:spLocks noGrp="1"/>
          </p:cNvSpPr>
          <p:nvPr>
            <p:ph type="body" sz="quarter" idx="12" hasCustomPrompt="1"/>
          </p:nvPr>
        </p:nvSpPr>
        <p:spPr>
          <a:xfrm>
            <a:off x="7081200" y="713406"/>
            <a:ext cx="1728000" cy="154800"/>
          </a:xfrm>
        </p:spPr>
        <p:txBody>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defRPr sz="1000" b="0" i="0" baseline="0">
                <a:solidFill>
                  <a:schemeClr val="accent1"/>
                </a:solidFill>
                <a:latin typeface="BISansOpti"/>
                <a:cs typeface="BISansOpti"/>
              </a:defRPr>
            </a:lvl1pPr>
          </a:lstStyle>
          <a:p>
            <a:pPr lvl="0"/>
            <a:r>
              <a:rPr lang="de-DE"/>
              <a:t>Straße / Nr.</a:t>
            </a:r>
          </a:p>
        </p:txBody>
      </p:sp>
      <p:sp>
        <p:nvSpPr>
          <p:cNvPr id="26" name="Textplatzhalter 6"/>
          <p:cNvSpPr>
            <a:spLocks noGrp="1"/>
          </p:cNvSpPr>
          <p:nvPr>
            <p:ph type="body" sz="quarter" idx="13" hasCustomPrompt="1"/>
          </p:nvPr>
        </p:nvSpPr>
        <p:spPr>
          <a:xfrm>
            <a:off x="7081200" y="871181"/>
            <a:ext cx="1728000" cy="154800"/>
          </a:xfrm>
        </p:spPr>
        <p:txBody>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defRPr sz="1000" b="0" i="0" baseline="0">
                <a:solidFill>
                  <a:schemeClr val="accent1"/>
                </a:solidFill>
                <a:latin typeface="BISansOpti"/>
                <a:cs typeface="BISansOpti"/>
              </a:defRPr>
            </a:lvl1pPr>
          </a:lstStyle>
          <a:p>
            <a:pPr lvl="0"/>
            <a:r>
              <a:rPr lang="de-DE"/>
              <a:t>PLZ / Ort</a:t>
            </a:r>
          </a:p>
        </p:txBody>
      </p:sp>
      <p:sp>
        <p:nvSpPr>
          <p:cNvPr id="27" name="Textplatzhalter 6"/>
          <p:cNvSpPr>
            <a:spLocks noGrp="1"/>
          </p:cNvSpPr>
          <p:nvPr>
            <p:ph type="body" sz="quarter" idx="14" hasCustomPrompt="1"/>
          </p:nvPr>
        </p:nvSpPr>
        <p:spPr>
          <a:xfrm>
            <a:off x="7441200" y="1097781"/>
            <a:ext cx="1368000" cy="154800"/>
          </a:xfrm>
        </p:spPr>
        <p:txBody>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defRPr sz="1000" b="0" i="0" baseline="0">
                <a:solidFill>
                  <a:schemeClr val="accent1"/>
                </a:solidFill>
                <a:latin typeface="BISansOpti"/>
                <a:cs typeface="BISansOpti"/>
              </a:defRPr>
            </a:lvl1pPr>
          </a:lstStyle>
          <a:p>
            <a:pPr lvl="0"/>
            <a:r>
              <a:rPr lang="de-DE"/>
              <a:t>Telefonnummer</a:t>
            </a:r>
          </a:p>
        </p:txBody>
      </p:sp>
      <p:sp>
        <p:nvSpPr>
          <p:cNvPr id="19" name="Textfeld 18"/>
          <p:cNvSpPr txBox="1"/>
          <p:nvPr userDrawn="1"/>
        </p:nvSpPr>
        <p:spPr>
          <a:xfrm>
            <a:off x="7081200" y="1097781"/>
            <a:ext cx="186073" cy="153888"/>
          </a:xfrm>
          <a:prstGeom prst="rect">
            <a:avLst/>
          </a:prstGeom>
          <a:noFill/>
        </p:spPr>
        <p:txBody>
          <a:bodyPr wrap="none" lIns="0" tIns="0" rIns="0" bIns="0" rtlCol="0">
            <a:spAutoFit/>
          </a:bodyPr>
          <a:lstStyle/>
          <a:p>
            <a:r>
              <a:rPr lang="de-DE" sz="1000">
                <a:solidFill>
                  <a:srgbClr val="003366"/>
                </a:solidFill>
                <a:latin typeface="BISansOpti"/>
                <a:cs typeface="BISansOpti"/>
              </a:rPr>
              <a:t>Tel:</a:t>
            </a:r>
          </a:p>
        </p:txBody>
      </p:sp>
      <p:sp>
        <p:nvSpPr>
          <p:cNvPr id="28" name="Textplatzhalter 6"/>
          <p:cNvSpPr>
            <a:spLocks noGrp="1"/>
          </p:cNvSpPr>
          <p:nvPr>
            <p:ph type="body" sz="quarter" idx="15" hasCustomPrompt="1"/>
          </p:nvPr>
        </p:nvSpPr>
        <p:spPr>
          <a:xfrm>
            <a:off x="7441200" y="1256400"/>
            <a:ext cx="1368000" cy="154800"/>
          </a:xfrm>
        </p:spPr>
        <p:txBody>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defRPr sz="1000" b="0" i="0" baseline="0">
                <a:solidFill>
                  <a:schemeClr val="accent1"/>
                </a:solidFill>
                <a:latin typeface="BISansOpti"/>
                <a:cs typeface="BISansOpti"/>
              </a:defRPr>
            </a:lvl1pPr>
          </a:lstStyle>
          <a:p>
            <a:pPr lvl="0"/>
            <a:r>
              <a:rPr lang="de-DE"/>
              <a:t>Fax-Nummer</a:t>
            </a:r>
          </a:p>
        </p:txBody>
      </p:sp>
      <p:sp>
        <p:nvSpPr>
          <p:cNvPr id="29" name="Textfeld 28"/>
          <p:cNvSpPr txBox="1"/>
          <p:nvPr userDrawn="1"/>
        </p:nvSpPr>
        <p:spPr>
          <a:xfrm>
            <a:off x="7081200" y="1256400"/>
            <a:ext cx="217236" cy="153888"/>
          </a:xfrm>
          <a:prstGeom prst="rect">
            <a:avLst/>
          </a:prstGeom>
          <a:noFill/>
        </p:spPr>
        <p:txBody>
          <a:bodyPr wrap="none" lIns="0" tIns="0" rIns="0" bIns="0" rtlCol="0">
            <a:spAutoFit/>
          </a:bodyPr>
          <a:lstStyle/>
          <a:p>
            <a:r>
              <a:rPr lang="de-DE" sz="1000">
                <a:solidFill>
                  <a:srgbClr val="003366"/>
                </a:solidFill>
                <a:latin typeface="BISansOpti"/>
                <a:cs typeface="BISansOpti"/>
              </a:rPr>
              <a:t>Fax:</a:t>
            </a:r>
          </a:p>
        </p:txBody>
      </p:sp>
      <p:sp>
        <p:nvSpPr>
          <p:cNvPr id="30" name="Textplatzhalter 6"/>
          <p:cNvSpPr>
            <a:spLocks noGrp="1"/>
          </p:cNvSpPr>
          <p:nvPr>
            <p:ph type="body" sz="quarter" idx="16" hasCustomPrompt="1"/>
          </p:nvPr>
        </p:nvSpPr>
        <p:spPr>
          <a:xfrm>
            <a:off x="7081200" y="1478981"/>
            <a:ext cx="1728000" cy="154800"/>
          </a:xfrm>
        </p:spPr>
        <p:txBody>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defRPr sz="1000" b="0" i="0" baseline="0">
                <a:solidFill>
                  <a:schemeClr val="accent1"/>
                </a:solidFill>
                <a:latin typeface="BISansOpti"/>
                <a:cs typeface="BISansOpti"/>
              </a:defRPr>
            </a:lvl1pPr>
          </a:lstStyle>
          <a:p>
            <a:pPr lvl="0"/>
            <a:r>
              <a:rPr lang="de-DE"/>
              <a:t>E-Mail-Adresse</a:t>
            </a:r>
          </a:p>
        </p:txBody>
      </p:sp>
      <p:sp>
        <p:nvSpPr>
          <p:cNvPr id="31" name="Textplatzhalter 6"/>
          <p:cNvSpPr>
            <a:spLocks noGrp="1"/>
          </p:cNvSpPr>
          <p:nvPr>
            <p:ph type="body" sz="quarter" idx="17" hasCustomPrompt="1"/>
          </p:nvPr>
        </p:nvSpPr>
        <p:spPr>
          <a:xfrm>
            <a:off x="7081200" y="1638000"/>
            <a:ext cx="1728000" cy="154800"/>
          </a:xfrm>
        </p:spPr>
        <p:txBody>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defRPr sz="1000" b="0" i="0" baseline="0">
                <a:solidFill>
                  <a:schemeClr val="accent1"/>
                </a:solidFill>
                <a:latin typeface="BISansOpti"/>
                <a:cs typeface="BISansOpti"/>
              </a:defRPr>
            </a:lvl1pPr>
          </a:lstStyle>
          <a:p>
            <a:pPr lvl="0"/>
            <a:r>
              <a:rPr lang="de-DE"/>
              <a:t>Website-Adresse</a:t>
            </a:r>
          </a:p>
        </p:txBody>
      </p:sp>
      <p:sp>
        <p:nvSpPr>
          <p:cNvPr id="21" name="Textplatzhalter 20"/>
          <p:cNvSpPr>
            <a:spLocks noGrp="1"/>
          </p:cNvSpPr>
          <p:nvPr>
            <p:ph type="body" sz="quarter" idx="18" hasCustomPrompt="1"/>
          </p:nvPr>
        </p:nvSpPr>
        <p:spPr>
          <a:xfrm>
            <a:off x="367200" y="2070000"/>
            <a:ext cx="5374800" cy="354013"/>
          </a:xfrm>
        </p:spPr>
        <p:txBody>
          <a:bodyPr/>
          <a:lstStyle>
            <a:lvl1pPr marL="0" indent="0">
              <a:buNone/>
              <a:defRPr baseline="0">
                <a:solidFill>
                  <a:srgbClr val="003366"/>
                </a:solidFill>
                <a:latin typeface="BISansOpti"/>
                <a:cs typeface="BISansOpti"/>
              </a:defRPr>
            </a:lvl1pPr>
          </a:lstStyle>
          <a:p>
            <a:pPr lvl="0"/>
            <a:r>
              <a:rPr lang="de-DE" noProof="0"/>
              <a:t>Überschrift für weitere Informationen:</a:t>
            </a:r>
          </a:p>
        </p:txBody>
      </p:sp>
      <p:sp>
        <p:nvSpPr>
          <p:cNvPr id="33" name="Textplatzhalter 20"/>
          <p:cNvSpPr>
            <a:spLocks noGrp="1"/>
          </p:cNvSpPr>
          <p:nvPr>
            <p:ph type="body" sz="quarter" idx="19" hasCustomPrompt="1"/>
          </p:nvPr>
        </p:nvSpPr>
        <p:spPr>
          <a:xfrm>
            <a:off x="367200" y="2425296"/>
            <a:ext cx="5374800" cy="1411200"/>
          </a:xfrm>
        </p:spPr>
        <p:txBody>
          <a:bodyPr/>
          <a:lstStyle>
            <a:lvl1pPr marL="0" indent="0">
              <a:spcBef>
                <a:spcPts val="0"/>
              </a:spcBef>
              <a:buNone/>
              <a:defRPr sz="1800" baseline="0">
                <a:solidFill>
                  <a:schemeClr val="accent2"/>
                </a:solidFill>
                <a:latin typeface="BISansOpti"/>
                <a:cs typeface="BISansOpti"/>
              </a:defRPr>
            </a:lvl1pPr>
          </a:lstStyle>
          <a:p>
            <a:pPr lvl="0"/>
            <a:r>
              <a:rPr lang="de-DE"/>
              <a:t>Fügen Sie hier die Website-Adressen ein</a:t>
            </a:r>
          </a:p>
        </p:txBody>
      </p:sp>
      <p:pic>
        <p:nvPicPr>
          <p:cNvPr id="32" name="Grafik 21"/>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519694" y="4416838"/>
            <a:ext cx="1259701" cy="3816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type="title" preserve="1">
  <p:cSld name="Title page_01">
    <p:spTree>
      <p:nvGrpSpPr>
        <p:cNvPr id="1" name=""/>
        <p:cNvGrpSpPr/>
        <p:nvPr/>
      </p:nvGrpSpPr>
      <p:grpSpPr>
        <a:xfrm>
          <a:off x="0" y="0"/>
          <a:ext cx="0" cy="0"/>
          <a:chOff x="0" y="0"/>
          <a:chExt cx="0" cy="0"/>
        </a:xfrm>
      </p:grpSpPr>
      <p:sp>
        <p:nvSpPr>
          <p:cNvPr id="12" name="Rechteck 11"/>
          <p:cNvSpPr/>
          <p:nvPr userDrawn="1"/>
        </p:nvSpPr>
        <p:spPr>
          <a:xfrm>
            <a:off x="0" y="2196370"/>
            <a:ext cx="9144000" cy="2947130"/>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400" noProof="0">
              <a:solidFill>
                <a:schemeClr val="tx1"/>
              </a:solidFill>
              <a:latin typeface="BISansOpti"/>
            </a:endParaRPr>
          </a:p>
        </p:txBody>
      </p:sp>
      <p:pic>
        <p:nvPicPr>
          <p:cNvPr id="1026" name="Picture 2"/>
          <p:cNvPicPr>
            <a:picLocks noChangeAspect="1" noChangeArrowheads="1"/>
          </p:cNvPicPr>
          <p:nvPr userDrawn="1"/>
        </p:nvPicPr>
        <p:blipFill rotWithShape="1">
          <a:blip r:embed="rId2" cstate="email"/>
          <a:srcRect l="16231" t="19013" b="13976"/>
          <a:stretch>
            <a:fillRect/>
          </a:stretch>
        </p:blipFill>
        <p:spPr bwMode="auto">
          <a:xfrm>
            <a:off x="0" y="0"/>
            <a:ext cx="6429790" cy="5143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24" name="Gerade Verbindung 23"/>
          <p:cNvCxnSpPr/>
          <p:nvPr/>
        </p:nvCxnSpPr>
        <p:spPr>
          <a:xfrm>
            <a:off x="1" y="1869292"/>
            <a:ext cx="9143999" cy="0"/>
          </a:xfrm>
          <a:prstGeom prst="line">
            <a:avLst/>
          </a:prstGeom>
          <a:ln w="12700">
            <a:solidFill>
              <a:srgbClr val="003366"/>
            </a:solidFill>
          </a:ln>
        </p:spPr>
        <p:style>
          <a:lnRef idx="1">
            <a:schemeClr val="accent1"/>
          </a:lnRef>
          <a:fillRef idx="0">
            <a:schemeClr val="accent1"/>
          </a:fillRef>
          <a:effectRef idx="0">
            <a:schemeClr val="accent1"/>
          </a:effectRef>
          <a:fontRef idx="minor">
            <a:schemeClr val="tx1"/>
          </a:fontRef>
        </p:style>
      </p:cxnSp>
      <p:sp>
        <p:nvSpPr>
          <p:cNvPr id="2" name="Titel 1"/>
          <p:cNvSpPr>
            <a:spLocks noGrp="1"/>
          </p:cNvSpPr>
          <p:nvPr>
            <p:ph type="ctrTitle" hasCustomPrompt="1"/>
          </p:nvPr>
        </p:nvSpPr>
        <p:spPr>
          <a:xfrm>
            <a:off x="367576" y="1991163"/>
            <a:ext cx="5884369" cy="738664"/>
          </a:xfrm>
        </p:spPr>
        <p:txBody>
          <a:bodyPr wrap="square" lIns="0">
            <a:spAutoFit/>
          </a:bodyPr>
          <a:lstStyle>
            <a:lvl1pPr>
              <a:defRPr sz="4800" baseline="0">
                <a:solidFill>
                  <a:srgbClr val="003366"/>
                </a:solidFill>
              </a:defRPr>
            </a:lvl1pPr>
          </a:lstStyle>
          <a:p>
            <a:r>
              <a:rPr lang="en-GB" noProof="0"/>
              <a:t>Click to add title</a:t>
            </a:r>
          </a:p>
        </p:txBody>
      </p:sp>
      <p:sp>
        <p:nvSpPr>
          <p:cNvPr id="3" name="Untertitel 2"/>
          <p:cNvSpPr>
            <a:spLocks noGrp="1"/>
          </p:cNvSpPr>
          <p:nvPr>
            <p:ph type="subTitle" idx="1" hasCustomPrompt="1"/>
          </p:nvPr>
        </p:nvSpPr>
        <p:spPr>
          <a:xfrm>
            <a:off x="367575" y="3572754"/>
            <a:ext cx="5884369" cy="369332"/>
          </a:xfrm>
        </p:spPr>
        <p:txBody>
          <a:bodyPr wrap="square">
            <a:spAutoFit/>
          </a:bodyPr>
          <a:lstStyle>
            <a:lvl1pPr marL="0" indent="0" algn="l">
              <a:buNone/>
              <a:defRPr sz="2400" b="0" i="0" baseline="0">
                <a:solidFill>
                  <a:srgbClr val="003366"/>
                </a:solidFill>
                <a:latin typeface="BISansOptiCond"/>
                <a:cs typeface="BISansOptiCond"/>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noProof="0"/>
              <a:t>Click to add subtitle</a:t>
            </a:r>
          </a:p>
        </p:txBody>
      </p:sp>
      <p:cxnSp>
        <p:nvCxnSpPr>
          <p:cNvPr id="10" name="Gerade Verbindung 9"/>
          <p:cNvCxnSpPr/>
          <p:nvPr userDrawn="1"/>
        </p:nvCxnSpPr>
        <p:spPr>
          <a:xfrm>
            <a:off x="1" y="1869292"/>
            <a:ext cx="9143999" cy="0"/>
          </a:xfrm>
          <a:prstGeom prst="line">
            <a:avLst/>
          </a:prstGeom>
          <a:ln w="12700">
            <a:solidFill>
              <a:srgbClr val="003366"/>
            </a:solidFill>
          </a:ln>
        </p:spPr>
        <p:style>
          <a:lnRef idx="1">
            <a:schemeClr val="accent1"/>
          </a:lnRef>
          <a:fillRef idx="0">
            <a:schemeClr val="accent1"/>
          </a:fillRef>
          <a:effectRef idx="0">
            <a:schemeClr val="accent1"/>
          </a:effectRef>
          <a:fontRef idx="minor">
            <a:schemeClr val="tx1"/>
          </a:fontRef>
        </p:style>
      </p:cxnSp>
      <p:pic>
        <p:nvPicPr>
          <p:cNvPr id="9" name="Grafik 21"/>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519695" y="4416838"/>
            <a:ext cx="1259701" cy="3816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Title page_02">
    <p:spTree>
      <p:nvGrpSpPr>
        <p:cNvPr id="1" name=""/>
        <p:cNvGrpSpPr/>
        <p:nvPr/>
      </p:nvGrpSpPr>
      <p:grpSpPr>
        <a:xfrm>
          <a:off x="0" y="0"/>
          <a:ext cx="0" cy="0"/>
          <a:chOff x="0" y="0"/>
          <a:chExt cx="0" cy="0"/>
        </a:xfrm>
      </p:grpSpPr>
      <p:sp>
        <p:nvSpPr>
          <p:cNvPr id="13" name="Rechteck 12"/>
          <p:cNvSpPr/>
          <p:nvPr userDrawn="1"/>
        </p:nvSpPr>
        <p:spPr>
          <a:xfrm>
            <a:off x="0" y="2196370"/>
            <a:ext cx="9144000" cy="2947130"/>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400" noProof="0">
              <a:solidFill>
                <a:schemeClr val="tx1"/>
              </a:solidFill>
              <a:latin typeface="BISansOpti"/>
            </a:endParaRPr>
          </a:p>
        </p:txBody>
      </p:sp>
      <p:pic>
        <p:nvPicPr>
          <p:cNvPr id="14" name="Picture 2"/>
          <p:cNvPicPr>
            <a:picLocks noChangeAspect="1" noChangeArrowheads="1"/>
          </p:cNvPicPr>
          <p:nvPr userDrawn="1"/>
        </p:nvPicPr>
        <p:blipFill rotWithShape="1">
          <a:blip r:embed="rId2" cstate="email"/>
          <a:srcRect l="16231" t="19013" b="13976"/>
          <a:stretch>
            <a:fillRect/>
          </a:stretch>
        </p:blipFill>
        <p:spPr bwMode="auto">
          <a:xfrm>
            <a:off x="0" y="0"/>
            <a:ext cx="6429790" cy="5143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24" name="Gerade Verbindung 23"/>
          <p:cNvCxnSpPr/>
          <p:nvPr/>
        </p:nvCxnSpPr>
        <p:spPr>
          <a:xfrm>
            <a:off x="1" y="1869292"/>
            <a:ext cx="9143999" cy="0"/>
          </a:xfrm>
          <a:prstGeom prst="line">
            <a:avLst/>
          </a:prstGeom>
          <a:ln w="12700">
            <a:solidFill>
              <a:srgbClr val="003366"/>
            </a:solidFill>
          </a:ln>
        </p:spPr>
        <p:style>
          <a:lnRef idx="1">
            <a:schemeClr val="accent1"/>
          </a:lnRef>
          <a:fillRef idx="0">
            <a:schemeClr val="accent1"/>
          </a:fillRef>
          <a:effectRef idx="0">
            <a:schemeClr val="accent1"/>
          </a:effectRef>
          <a:fontRef idx="minor">
            <a:schemeClr val="tx1"/>
          </a:fontRef>
        </p:style>
      </p:cxnSp>
      <p:sp>
        <p:nvSpPr>
          <p:cNvPr id="2" name="Titel 1"/>
          <p:cNvSpPr>
            <a:spLocks noGrp="1"/>
          </p:cNvSpPr>
          <p:nvPr>
            <p:ph type="ctrTitle" hasCustomPrompt="1"/>
          </p:nvPr>
        </p:nvSpPr>
        <p:spPr>
          <a:xfrm>
            <a:off x="367576" y="1991163"/>
            <a:ext cx="5374856" cy="738664"/>
          </a:xfrm>
        </p:spPr>
        <p:txBody>
          <a:bodyPr wrap="square">
            <a:spAutoFit/>
          </a:bodyPr>
          <a:lstStyle>
            <a:lvl1pPr>
              <a:defRPr sz="4800">
                <a:solidFill>
                  <a:srgbClr val="003366"/>
                </a:solidFill>
              </a:defRPr>
            </a:lvl1pPr>
          </a:lstStyle>
          <a:p>
            <a:r>
              <a:rPr lang="en-GB" noProof="0"/>
              <a:t>Click to add title</a:t>
            </a:r>
          </a:p>
        </p:txBody>
      </p:sp>
      <p:sp>
        <p:nvSpPr>
          <p:cNvPr id="3" name="Untertitel 2"/>
          <p:cNvSpPr>
            <a:spLocks noGrp="1"/>
          </p:cNvSpPr>
          <p:nvPr>
            <p:ph type="subTitle" idx="1" hasCustomPrompt="1"/>
          </p:nvPr>
        </p:nvSpPr>
        <p:spPr>
          <a:xfrm>
            <a:off x="367576" y="3572754"/>
            <a:ext cx="5374856" cy="369332"/>
          </a:xfrm>
        </p:spPr>
        <p:txBody>
          <a:bodyPr wrap="square">
            <a:spAutoFit/>
          </a:bodyPr>
          <a:lstStyle>
            <a:lvl1pPr marL="0" indent="0" algn="l">
              <a:buNone/>
              <a:defRPr sz="2400" b="0" i="0">
                <a:solidFill>
                  <a:srgbClr val="003366"/>
                </a:solidFill>
                <a:latin typeface="BISansOptiCond"/>
                <a:cs typeface="BISansOptiCond"/>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noProof="0"/>
              <a:t>Click to add subtitle</a:t>
            </a:r>
          </a:p>
        </p:txBody>
      </p:sp>
      <p:cxnSp>
        <p:nvCxnSpPr>
          <p:cNvPr id="11" name="Gerade Verbindung 10"/>
          <p:cNvCxnSpPr/>
          <p:nvPr userDrawn="1"/>
        </p:nvCxnSpPr>
        <p:spPr>
          <a:xfrm>
            <a:off x="1" y="1869292"/>
            <a:ext cx="9143999" cy="0"/>
          </a:xfrm>
          <a:prstGeom prst="line">
            <a:avLst/>
          </a:prstGeom>
          <a:ln w="12700">
            <a:solidFill>
              <a:srgbClr val="003366"/>
            </a:solidFill>
          </a:ln>
        </p:spPr>
        <p:style>
          <a:lnRef idx="1">
            <a:schemeClr val="accent1"/>
          </a:lnRef>
          <a:fillRef idx="0">
            <a:schemeClr val="accent1"/>
          </a:fillRef>
          <a:effectRef idx="0">
            <a:schemeClr val="accent1"/>
          </a:effectRef>
          <a:fontRef idx="minor">
            <a:schemeClr val="tx1"/>
          </a:fontRef>
        </p:style>
      </p:cxnSp>
      <p:sp>
        <p:nvSpPr>
          <p:cNvPr id="5" name="Textplatzhalter 4"/>
          <p:cNvSpPr>
            <a:spLocks noGrp="1"/>
          </p:cNvSpPr>
          <p:nvPr>
            <p:ph type="body" sz="quarter" idx="10" hasCustomPrompt="1"/>
          </p:nvPr>
        </p:nvSpPr>
        <p:spPr>
          <a:xfrm>
            <a:off x="5793393" y="279537"/>
            <a:ext cx="2260800" cy="2260800"/>
          </a:xfrm>
          <a:prstGeom prst="ellipse">
            <a:avLst/>
          </a:prstGeom>
          <a:gradFill flip="none" rotWithShape="1">
            <a:gsLst>
              <a:gs pos="0">
                <a:srgbClr val="002142"/>
              </a:gs>
              <a:gs pos="100000">
                <a:srgbClr val="275187"/>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ormAutofit/>
          </a:bodyPr>
          <a:lstStyle>
            <a:lvl1pPr marL="0" indent="0" algn="ctr">
              <a:buNone/>
              <a:defRPr lang="de-DE" sz="3000" b="0" i="0" dirty="0">
                <a:solidFill>
                  <a:schemeClr val="bg1"/>
                </a:solidFill>
                <a:latin typeface="BISansOptiCond"/>
                <a:cs typeface="BISansOptiCond"/>
              </a:defRPr>
            </a:lvl1pPr>
          </a:lstStyle>
          <a:p>
            <a:pPr marL="0" lvl="0" algn="ctr"/>
            <a:r>
              <a:rPr lang="en-GB" noProof="0"/>
              <a:t>Add. info [font size variable]</a:t>
            </a:r>
          </a:p>
        </p:txBody>
      </p:sp>
      <p:pic>
        <p:nvPicPr>
          <p:cNvPr id="10" name="Grafik 21"/>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519695" y="4416838"/>
            <a:ext cx="1259701" cy="3816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hapter title_01">
    <p:spTree>
      <p:nvGrpSpPr>
        <p:cNvPr id="1" name=""/>
        <p:cNvGrpSpPr/>
        <p:nvPr/>
      </p:nvGrpSpPr>
      <p:grpSpPr>
        <a:xfrm>
          <a:off x="0" y="0"/>
          <a:ext cx="0" cy="0"/>
          <a:chOff x="0" y="0"/>
          <a:chExt cx="0" cy="0"/>
        </a:xfrm>
      </p:grpSpPr>
      <p:sp>
        <p:nvSpPr>
          <p:cNvPr id="13" name="Rechteck 12"/>
          <p:cNvSpPr/>
          <p:nvPr userDrawn="1"/>
        </p:nvSpPr>
        <p:spPr>
          <a:xfrm>
            <a:off x="0" y="0"/>
            <a:ext cx="9144000" cy="5143500"/>
          </a:xfrm>
          <a:prstGeom prst="rect">
            <a:avLst/>
          </a:prstGeom>
          <a:gradFill>
            <a:gsLst>
              <a:gs pos="0">
                <a:srgbClr val="89C0FF"/>
              </a:gs>
              <a:gs pos="100000">
                <a:srgbClr val="5486C1"/>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noProof="0">
              <a:latin typeface="BISansOpti"/>
            </a:endParaRPr>
          </a:p>
        </p:txBody>
      </p:sp>
      <p:cxnSp>
        <p:nvCxnSpPr>
          <p:cNvPr id="17" name="Gerade Verbindung 16"/>
          <p:cNvCxnSpPr/>
          <p:nvPr/>
        </p:nvCxnSpPr>
        <p:spPr>
          <a:xfrm>
            <a:off x="0" y="1869292"/>
            <a:ext cx="9144000" cy="0"/>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19" name="Textplatzhalter 18"/>
          <p:cNvSpPr>
            <a:spLocks noGrp="1"/>
          </p:cNvSpPr>
          <p:nvPr>
            <p:ph type="body" sz="quarter" idx="11" hasCustomPrompt="1"/>
          </p:nvPr>
        </p:nvSpPr>
        <p:spPr>
          <a:xfrm>
            <a:off x="351828" y="1980098"/>
            <a:ext cx="8235318" cy="738664"/>
          </a:xfrm>
        </p:spPr>
        <p:txBody>
          <a:bodyPr wrap="square">
            <a:spAutoFit/>
          </a:bodyPr>
          <a:lstStyle>
            <a:lvl1pPr marL="0" indent="0">
              <a:buNone/>
              <a:defRPr sz="4800" b="0" i="0">
                <a:solidFill>
                  <a:schemeClr val="bg1"/>
                </a:solidFill>
                <a:latin typeface="BISansOptiCond"/>
                <a:cs typeface="BISansOptiCond"/>
              </a:defRPr>
            </a:lvl1pPr>
          </a:lstStyle>
          <a:p>
            <a:pPr lvl="0"/>
            <a:r>
              <a:rPr lang="en-GB" noProof="0"/>
              <a:t>Click to add chapter title</a:t>
            </a:r>
          </a:p>
        </p:txBody>
      </p:sp>
      <p:sp>
        <p:nvSpPr>
          <p:cNvPr id="20" name="Textplatzhalter 18"/>
          <p:cNvSpPr>
            <a:spLocks noGrp="1"/>
          </p:cNvSpPr>
          <p:nvPr>
            <p:ph type="body" sz="quarter" idx="12" hasCustomPrompt="1"/>
          </p:nvPr>
        </p:nvSpPr>
        <p:spPr>
          <a:xfrm>
            <a:off x="351829" y="2788612"/>
            <a:ext cx="4059236" cy="369332"/>
          </a:xfrm>
        </p:spPr>
        <p:txBody>
          <a:bodyPr wrap="square">
            <a:spAutoFit/>
          </a:bodyPr>
          <a:lstStyle>
            <a:lvl1pPr marL="0" indent="0">
              <a:buNone/>
              <a:defRPr sz="2400" b="0" i="0">
                <a:solidFill>
                  <a:schemeClr val="bg1"/>
                </a:solidFill>
                <a:latin typeface="BISansOptiCond"/>
                <a:cs typeface="BISansOptiCond"/>
              </a:defRPr>
            </a:lvl1pPr>
          </a:lstStyle>
          <a:p>
            <a:pPr lvl="0"/>
            <a:r>
              <a:rPr lang="en-GB" noProof="0"/>
              <a:t>Click to add text</a:t>
            </a:r>
          </a:p>
        </p:txBody>
      </p:sp>
      <p:cxnSp>
        <p:nvCxnSpPr>
          <p:cNvPr id="10" name="Gerade Verbindung 9"/>
          <p:cNvCxnSpPr/>
          <p:nvPr userDrawn="1"/>
        </p:nvCxnSpPr>
        <p:spPr>
          <a:xfrm>
            <a:off x="0" y="1869292"/>
            <a:ext cx="9144000" cy="0"/>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pic>
        <p:nvPicPr>
          <p:cNvPr id="8" name="Grafik 1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519695" y="4416838"/>
            <a:ext cx="1259701" cy="3816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Chapter title_02">
    <p:spTree>
      <p:nvGrpSpPr>
        <p:cNvPr id="1" name=""/>
        <p:cNvGrpSpPr/>
        <p:nvPr/>
      </p:nvGrpSpPr>
      <p:grpSpPr>
        <a:xfrm>
          <a:off x="0" y="0"/>
          <a:ext cx="0" cy="0"/>
          <a:chOff x="0" y="0"/>
          <a:chExt cx="0" cy="0"/>
        </a:xfrm>
      </p:grpSpPr>
      <p:sp>
        <p:nvSpPr>
          <p:cNvPr id="13" name="Rechteck 12"/>
          <p:cNvSpPr/>
          <p:nvPr userDrawn="1"/>
        </p:nvSpPr>
        <p:spPr>
          <a:xfrm>
            <a:off x="0" y="0"/>
            <a:ext cx="9144000" cy="5143500"/>
          </a:xfrm>
          <a:prstGeom prst="rect">
            <a:avLst/>
          </a:prstGeom>
          <a:gradFill>
            <a:gsLst>
              <a:gs pos="0">
                <a:srgbClr val="89C0FF"/>
              </a:gs>
              <a:gs pos="100000">
                <a:srgbClr val="5486C1"/>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noProof="0">
              <a:latin typeface="BISansOpti"/>
            </a:endParaRPr>
          </a:p>
        </p:txBody>
      </p:sp>
      <p:cxnSp>
        <p:nvCxnSpPr>
          <p:cNvPr id="17" name="Gerade Verbindung 16"/>
          <p:cNvCxnSpPr/>
          <p:nvPr/>
        </p:nvCxnSpPr>
        <p:spPr>
          <a:xfrm>
            <a:off x="0" y="1869292"/>
            <a:ext cx="9144000" cy="0"/>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19" name="Textplatzhalter 18"/>
          <p:cNvSpPr>
            <a:spLocks noGrp="1"/>
          </p:cNvSpPr>
          <p:nvPr>
            <p:ph type="body" sz="quarter" idx="11" hasCustomPrompt="1"/>
          </p:nvPr>
        </p:nvSpPr>
        <p:spPr>
          <a:xfrm>
            <a:off x="351829" y="1980097"/>
            <a:ext cx="4059237" cy="1477328"/>
          </a:xfrm>
        </p:spPr>
        <p:txBody>
          <a:bodyPr wrap="square">
            <a:spAutoFit/>
          </a:bodyPr>
          <a:lstStyle>
            <a:lvl1pPr marL="0" indent="0">
              <a:buNone/>
              <a:defRPr sz="4800" b="0" i="0">
                <a:solidFill>
                  <a:schemeClr val="bg1"/>
                </a:solidFill>
                <a:latin typeface="BISansOptiCond"/>
                <a:cs typeface="BISansOptiCond"/>
              </a:defRPr>
            </a:lvl1pPr>
          </a:lstStyle>
          <a:p>
            <a:pPr lvl="0"/>
            <a:r>
              <a:rPr lang="en-GB" noProof="0"/>
              <a:t>Click to add chapter title</a:t>
            </a:r>
          </a:p>
        </p:txBody>
      </p:sp>
      <p:sp>
        <p:nvSpPr>
          <p:cNvPr id="20" name="Textplatzhalter 18"/>
          <p:cNvSpPr>
            <a:spLocks noGrp="1"/>
          </p:cNvSpPr>
          <p:nvPr>
            <p:ph type="body" sz="quarter" idx="12" hasCustomPrompt="1"/>
          </p:nvPr>
        </p:nvSpPr>
        <p:spPr>
          <a:xfrm>
            <a:off x="351829" y="3467847"/>
            <a:ext cx="4059236" cy="369332"/>
          </a:xfrm>
        </p:spPr>
        <p:txBody>
          <a:bodyPr wrap="square">
            <a:spAutoFit/>
          </a:bodyPr>
          <a:lstStyle>
            <a:lvl1pPr marL="0" indent="0">
              <a:buNone/>
              <a:defRPr sz="2400" b="0" i="0">
                <a:solidFill>
                  <a:schemeClr val="bg1"/>
                </a:solidFill>
                <a:latin typeface="BISansOptiCond"/>
                <a:cs typeface="BISansOptiCond"/>
              </a:defRPr>
            </a:lvl1pPr>
          </a:lstStyle>
          <a:p>
            <a:pPr lvl="0"/>
            <a:r>
              <a:rPr lang="en-GB" noProof="0"/>
              <a:t>Click to add text</a:t>
            </a:r>
          </a:p>
        </p:txBody>
      </p:sp>
      <p:cxnSp>
        <p:nvCxnSpPr>
          <p:cNvPr id="10" name="Gerade Verbindung 9"/>
          <p:cNvCxnSpPr/>
          <p:nvPr userDrawn="1"/>
        </p:nvCxnSpPr>
        <p:spPr>
          <a:xfrm>
            <a:off x="0" y="1869292"/>
            <a:ext cx="9144000" cy="0"/>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25" name="Textplatzhalter 24"/>
          <p:cNvSpPr>
            <a:spLocks noGrp="1"/>
          </p:cNvSpPr>
          <p:nvPr>
            <p:ph type="body" sz="quarter" idx="13" hasCustomPrompt="1"/>
          </p:nvPr>
        </p:nvSpPr>
        <p:spPr>
          <a:xfrm>
            <a:off x="4566017" y="381581"/>
            <a:ext cx="2768400" cy="2768400"/>
          </a:xfrm>
          <a:prstGeom prst="ellipse">
            <a:avLst/>
          </a:prstGeom>
          <a:gradFill>
            <a:gsLst>
              <a:gs pos="0">
                <a:schemeClr val="bg1"/>
              </a:gs>
              <a:gs pos="100000">
                <a:schemeClr val="bg1">
                  <a:alpha val="59000"/>
                </a:schemeClr>
              </a:gs>
            </a:gsLst>
            <a:lin ang="9000000" scaled="0"/>
          </a:gradFill>
          <a:ln>
            <a:noFill/>
          </a:ln>
        </p:spPr>
        <p:txBody>
          <a:bodyPr anchor="ctr" anchorCtr="0"/>
          <a:lstStyle>
            <a:lvl1pPr marL="0" indent="0" algn="ctr">
              <a:spcBef>
                <a:spcPts val="0"/>
              </a:spcBef>
              <a:buNone/>
              <a:defRPr sz="2400" b="0" i="0" baseline="0">
                <a:solidFill>
                  <a:srgbClr val="003366"/>
                </a:solidFill>
                <a:latin typeface="BISansOptiCond"/>
                <a:cs typeface="BISansOptiCond"/>
              </a:defRPr>
            </a:lvl1pPr>
          </a:lstStyle>
          <a:p>
            <a:pPr lvl="0"/>
            <a:r>
              <a:rPr lang="en-GB" noProof="0"/>
              <a:t>Click to add text</a:t>
            </a:r>
          </a:p>
        </p:txBody>
      </p:sp>
      <p:pic>
        <p:nvPicPr>
          <p:cNvPr id="9" name="Grafik 1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519695" y="4416838"/>
            <a:ext cx="1259701" cy="3816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Chapter title_03">
    <p:spTree>
      <p:nvGrpSpPr>
        <p:cNvPr id="1" name=""/>
        <p:cNvGrpSpPr/>
        <p:nvPr/>
      </p:nvGrpSpPr>
      <p:grpSpPr>
        <a:xfrm>
          <a:off x="0" y="0"/>
          <a:ext cx="0" cy="0"/>
          <a:chOff x="0" y="0"/>
          <a:chExt cx="0" cy="0"/>
        </a:xfrm>
      </p:grpSpPr>
      <p:sp>
        <p:nvSpPr>
          <p:cNvPr id="14" name="Rechteck 13"/>
          <p:cNvSpPr/>
          <p:nvPr userDrawn="1"/>
        </p:nvSpPr>
        <p:spPr>
          <a:xfrm>
            <a:off x="0" y="0"/>
            <a:ext cx="9144000" cy="5143500"/>
          </a:xfrm>
          <a:prstGeom prst="rect">
            <a:avLst/>
          </a:prstGeom>
          <a:gradFill>
            <a:gsLst>
              <a:gs pos="0">
                <a:srgbClr val="89C0FF"/>
              </a:gs>
              <a:gs pos="100000">
                <a:srgbClr val="5486C1"/>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noProof="0">
              <a:latin typeface="BISansOpti"/>
            </a:endParaRPr>
          </a:p>
        </p:txBody>
      </p:sp>
      <p:cxnSp>
        <p:nvCxnSpPr>
          <p:cNvPr id="17" name="Gerade Verbindung 16"/>
          <p:cNvCxnSpPr/>
          <p:nvPr/>
        </p:nvCxnSpPr>
        <p:spPr>
          <a:xfrm>
            <a:off x="0" y="1869292"/>
            <a:ext cx="9144000" cy="0"/>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19" name="Textplatzhalter 18"/>
          <p:cNvSpPr>
            <a:spLocks noGrp="1"/>
          </p:cNvSpPr>
          <p:nvPr>
            <p:ph type="body" sz="quarter" idx="11" hasCustomPrompt="1"/>
          </p:nvPr>
        </p:nvSpPr>
        <p:spPr>
          <a:xfrm>
            <a:off x="351829" y="1980097"/>
            <a:ext cx="4059237" cy="1477328"/>
          </a:xfrm>
        </p:spPr>
        <p:txBody>
          <a:bodyPr wrap="square">
            <a:spAutoFit/>
          </a:bodyPr>
          <a:lstStyle>
            <a:lvl1pPr marL="0" indent="0">
              <a:buNone/>
              <a:defRPr sz="4800" b="0" i="0">
                <a:solidFill>
                  <a:schemeClr val="bg1"/>
                </a:solidFill>
                <a:latin typeface="BISansOptiCond"/>
                <a:cs typeface="BISansOptiCond"/>
              </a:defRPr>
            </a:lvl1pPr>
          </a:lstStyle>
          <a:p>
            <a:pPr lvl="0"/>
            <a:r>
              <a:rPr lang="en-GB" noProof="0"/>
              <a:t>Click to add chapter title</a:t>
            </a:r>
          </a:p>
        </p:txBody>
      </p:sp>
      <p:sp>
        <p:nvSpPr>
          <p:cNvPr id="20" name="Textplatzhalter 18"/>
          <p:cNvSpPr>
            <a:spLocks noGrp="1"/>
          </p:cNvSpPr>
          <p:nvPr>
            <p:ph type="body" sz="quarter" idx="12" hasCustomPrompt="1"/>
          </p:nvPr>
        </p:nvSpPr>
        <p:spPr>
          <a:xfrm>
            <a:off x="351829" y="3467847"/>
            <a:ext cx="2954642" cy="369332"/>
          </a:xfrm>
        </p:spPr>
        <p:txBody>
          <a:bodyPr wrap="square">
            <a:spAutoFit/>
          </a:bodyPr>
          <a:lstStyle>
            <a:lvl1pPr marL="0" indent="0">
              <a:buNone/>
              <a:defRPr sz="2400" b="0" i="0">
                <a:solidFill>
                  <a:schemeClr val="bg1"/>
                </a:solidFill>
                <a:latin typeface="BISansOptiCond"/>
                <a:cs typeface="BISansOptiCond"/>
              </a:defRPr>
            </a:lvl1pPr>
          </a:lstStyle>
          <a:p>
            <a:pPr lvl="0"/>
            <a:r>
              <a:rPr lang="en-GB" noProof="0"/>
              <a:t>Click to add text</a:t>
            </a:r>
          </a:p>
        </p:txBody>
      </p:sp>
      <p:cxnSp>
        <p:nvCxnSpPr>
          <p:cNvPr id="13" name="Gerade Verbindung 12"/>
          <p:cNvCxnSpPr/>
          <p:nvPr userDrawn="1"/>
        </p:nvCxnSpPr>
        <p:spPr>
          <a:xfrm>
            <a:off x="0" y="1869292"/>
            <a:ext cx="9144000" cy="0"/>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9" name="Textplatzhalter 24"/>
          <p:cNvSpPr>
            <a:spLocks noGrp="1"/>
          </p:cNvSpPr>
          <p:nvPr>
            <p:ph type="body" sz="quarter" idx="14" hasCustomPrompt="1"/>
          </p:nvPr>
        </p:nvSpPr>
        <p:spPr>
          <a:xfrm>
            <a:off x="4566017" y="381581"/>
            <a:ext cx="2768400" cy="2768400"/>
          </a:xfrm>
          <a:prstGeom prst="ellipse">
            <a:avLst/>
          </a:prstGeom>
          <a:gradFill>
            <a:gsLst>
              <a:gs pos="0">
                <a:schemeClr val="bg1"/>
              </a:gs>
              <a:gs pos="100000">
                <a:schemeClr val="bg1">
                  <a:alpha val="59000"/>
                </a:schemeClr>
              </a:gs>
            </a:gsLst>
            <a:lin ang="9000000" scaled="0"/>
          </a:gradFill>
          <a:ln>
            <a:noFill/>
          </a:ln>
        </p:spPr>
        <p:txBody>
          <a:bodyPr anchor="ctr" anchorCtr="0"/>
          <a:lstStyle>
            <a:lvl1pPr marL="0" indent="0" algn="ctr">
              <a:spcBef>
                <a:spcPts val="0"/>
              </a:spcBef>
              <a:buNone/>
              <a:defRPr sz="2400" b="0" i="0" baseline="0">
                <a:solidFill>
                  <a:srgbClr val="003366"/>
                </a:solidFill>
                <a:latin typeface="BISansOptiCond"/>
                <a:cs typeface="BISansOptiCond"/>
              </a:defRPr>
            </a:lvl1pPr>
          </a:lstStyle>
          <a:p>
            <a:pPr lvl="0"/>
            <a:r>
              <a:rPr lang="en-GB" noProof="0"/>
              <a:t>Click to add text</a:t>
            </a:r>
          </a:p>
        </p:txBody>
      </p:sp>
      <p:sp>
        <p:nvSpPr>
          <p:cNvPr id="23" name="Bildplatzhalter 22"/>
          <p:cNvSpPr>
            <a:spLocks noGrp="1"/>
          </p:cNvSpPr>
          <p:nvPr>
            <p:ph type="pic" sz="quarter" idx="13" hasCustomPrompt="1"/>
          </p:nvPr>
        </p:nvSpPr>
        <p:spPr>
          <a:xfrm>
            <a:off x="3359168" y="2342800"/>
            <a:ext cx="2260800" cy="2260800"/>
          </a:xfrm>
          <a:prstGeom prst="ellipse">
            <a:avLst/>
          </a:prstGeom>
        </p:spPr>
        <p:txBody>
          <a:bodyPr/>
          <a:lstStyle>
            <a:lvl1pPr marL="0" indent="0" algn="ctr">
              <a:buNone/>
              <a:defRPr sz="900"/>
            </a:lvl1pPr>
          </a:lstStyle>
          <a:p>
            <a:r>
              <a:rPr lang="en-GB" noProof="0"/>
              <a:t>Click to add picture</a:t>
            </a:r>
          </a:p>
        </p:txBody>
      </p:sp>
      <p:pic>
        <p:nvPicPr>
          <p:cNvPr id="10" name="Grafik 1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519695" y="4416838"/>
            <a:ext cx="1259701" cy="3816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userDrawn="1">
  <p:cSld name="Standard page_01">
    <p:spTree>
      <p:nvGrpSpPr>
        <p:cNvPr id="1" name=""/>
        <p:cNvGrpSpPr/>
        <p:nvPr/>
      </p:nvGrpSpPr>
      <p:grpSpPr>
        <a:xfrm>
          <a:off x="0" y="0"/>
          <a:ext cx="0" cy="0"/>
          <a:chOff x="0" y="0"/>
          <a:chExt cx="0" cy="0"/>
        </a:xfrm>
      </p:grpSpPr>
      <p:sp>
        <p:nvSpPr>
          <p:cNvPr id="9" name="Rechteck 8"/>
          <p:cNvSpPr/>
          <p:nvPr userDrawn="1"/>
        </p:nvSpPr>
        <p:spPr>
          <a:xfrm>
            <a:off x="0" y="2196370"/>
            <a:ext cx="9144000" cy="2947130"/>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400" noProof="0">
              <a:solidFill>
                <a:schemeClr val="tx1"/>
              </a:solidFill>
              <a:latin typeface="BISansOpti"/>
            </a:endParaRPr>
          </a:p>
        </p:txBody>
      </p:sp>
      <p:cxnSp>
        <p:nvCxnSpPr>
          <p:cNvPr id="5" name="Gerade Verbindung 4"/>
          <p:cNvCxnSpPr/>
          <p:nvPr userDrawn="1"/>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3" name="Datumsplatzhalter 2"/>
          <p:cNvSpPr>
            <a:spLocks noGrp="1"/>
          </p:cNvSpPr>
          <p:nvPr>
            <p:ph type="dt" sz="half" idx="10"/>
          </p:nvPr>
        </p:nvSpPr>
        <p:spPr/>
        <p:txBody>
          <a:bodyPr/>
          <a:lstStyle/>
          <a:p>
            <a:fld id="{3A4F5901-183E-4A00-9284-9EF186007567}" type="datetime1">
              <a:rPr lang="en-GB" smtClean="0"/>
              <a:t>25/04/2024</a:t>
            </a:fld>
            <a:endParaRPr lang="en-GB"/>
          </a:p>
        </p:txBody>
      </p:sp>
      <p:sp>
        <p:nvSpPr>
          <p:cNvPr id="4" name="Fußzeilenplatzhalter 3"/>
          <p:cNvSpPr>
            <a:spLocks noGrp="1"/>
          </p:cNvSpPr>
          <p:nvPr>
            <p:ph type="ftr" sz="quarter" idx="11"/>
          </p:nvPr>
        </p:nvSpPr>
        <p:spPr/>
        <p:txBody>
          <a:bodyPr/>
          <a:lstStyle/>
          <a:p>
            <a:r>
              <a:rPr lang="en-GB"/>
              <a:t>Presentation title, date, author</a:t>
            </a:r>
          </a:p>
        </p:txBody>
      </p:sp>
      <p:sp>
        <p:nvSpPr>
          <p:cNvPr id="6" name="Foliennummernplatzhalter 5"/>
          <p:cNvSpPr>
            <a:spLocks noGrp="1"/>
          </p:cNvSpPr>
          <p:nvPr>
            <p:ph type="sldNum" sz="quarter" idx="12"/>
          </p:nvPr>
        </p:nvSpPr>
        <p:spPr/>
        <p:txBody>
          <a:bodyPr/>
          <a:lstStyle/>
          <a:p>
            <a:fld id="{143B55C4-4F5A-416B-997D-6CE47EB0A945}" type="slidenum">
              <a:rPr lang="en-GB" smtClean="0"/>
              <a:t>‹#›</a:t>
            </a:fld>
            <a:endParaRPr lang="en-GB"/>
          </a:p>
        </p:txBody>
      </p:sp>
      <p:sp>
        <p:nvSpPr>
          <p:cNvPr id="8" name="Titel 7"/>
          <p:cNvSpPr>
            <a:spLocks noGrp="1"/>
          </p:cNvSpPr>
          <p:nvPr>
            <p:ph type="title" hasCustomPrompt="1"/>
          </p:nvPr>
        </p:nvSpPr>
        <p:spPr/>
        <p:txBody>
          <a:bodyPr/>
          <a:lstStyle/>
          <a:p>
            <a:r>
              <a:rPr lang="en-GB" noProof="0"/>
              <a:t>Click to add headline</a:t>
            </a:r>
          </a:p>
        </p:txBody>
      </p:sp>
      <p:pic>
        <p:nvPicPr>
          <p:cNvPr id="10"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64443" y="4864131"/>
            <a:ext cx="630270" cy="19051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Standard page_02">
    <p:spTree>
      <p:nvGrpSpPr>
        <p:cNvPr id="1" name=""/>
        <p:cNvGrpSpPr/>
        <p:nvPr/>
      </p:nvGrpSpPr>
      <p:grpSpPr>
        <a:xfrm>
          <a:off x="0" y="0"/>
          <a:ext cx="0" cy="0"/>
          <a:chOff x="0" y="0"/>
          <a:chExt cx="0" cy="0"/>
        </a:xfrm>
      </p:grpSpPr>
      <p:sp>
        <p:nvSpPr>
          <p:cNvPr id="11" name="Rechteck 10"/>
          <p:cNvSpPr/>
          <p:nvPr userDrawn="1"/>
        </p:nvSpPr>
        <p:spPr>
          <a:xfrm>
            <a:off x="0" y="2196370"/>
            <a:ext cx="9144000" cy="2947130"/>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400" noProof="0">
              <a:solidFill>
                <a:schemeClr val="tx1"/>
              </a:solidFill>
              <a:latin typeface="BISansOpti"/>
            </a:endParaRPr>
          </a:p>
        </p:txBody>
      </p:sp>
      <p:sp>
        <p:nvSpPr>
          <p:cNvPr id="3" name="Inhaltsplatzhalter 2"/>
          <p:cNvSpPr>
            <a:spLocks noGrp="1"/>
          </p:cNvSpPr>
          <p:nvPr>
            <p:ph idx="1" hasCustomPrompt="1"/>
          </p:nvPr>
        </p:nvSpPr>
        <p:spPr/>
        <p:txBody>
          <a:bodyPr/>
          <a:lstStyle/>
          <a:p>
            <a:pPr lvl="0"/>
            <a:r>
              <a:rPr lang="en-GB" noProof="0"/>
              <a:t>Click to add text</a:t>
            </a:r>
          </a:p>
        </p:txBody>
      </p:sp>
      <p:cxnSp>
        <p:nvCxnSpPr>
          <p:cNvPr id="7" name="Gerade Verbindung 6"/>
          <p:cNvCxnSpPr/>
          <p:nvPr userDrawn="1"/>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4" name="Datumsplatzhalter 3"/>
          <p:cNvSpPr>
            <a:spLocks noGrp="1"/>
          </p:cNvSpPr>
          <p:nvPr>
            <p:ph type="dt" sz="half" idx="10"/>
          </p:nvPr>
        </p:nvSpPr>
        <p:spPr/>
        <p:txBody>
          <a:bodyPr/>
          <a:lstStyle/>
          <a:p>
            <a:fld id="{B3E07332-38B6-41B2-81EE-18FB39B43C71}" type="datetime1">
              <a:rPr lang="en-GB" smtClean="0"/>
              <a:t>25/04/2024</a:t>
            </a:fld>
            <a:endParaRPr lang="en-GB"/>
          </a:p>
        </p:txBody>
      </p:sp>
      <p:sp>
        <p:nvSpPr>
          <p:cNvPr id="5" name="Fußzeilenplatzhalter 4"/>
          <p:cNvSpPr>
            <a:spLocks noGrp="1"/>
          </p:cNvSpPr>
          <p:nvPr>
            <p:ph type="ftr" sz="quarter" idx="11"/>
          </p:nvPr>
        </p:nvSpPr>
        <p:spPr/>
        <p:txBody>
          <a:bodyPr/>
          <a:lstStyle/>
          <a:p>
            <a:r>
              <a:rPr lang="en-GB"/>
              <a:t>Presentation title, date, author</a:t>
            </a:r>
          </a:p>
        </p:txBody>
      </p:sp>
      <p:sp>
        <p:nvSpPr>
          <p:cNvPr id="6" name="Foliennummernplatzhalter 5"/>
          <p:cNvSpPr>
            <a:spLocks noGrp="1"/>
          </p:cNvSpPr>
          <p:nvPr>
            <p:ph type="sldNum" sz="quarter" idx="12"/>
          </p:nvPr>
        </p:nvSpPr>
        <p:spPr/>
        <p:txBody>
          <a:bodyPr/>
          <a:lstStyle/>
          <a:p>
            <a:fld id="{143B55C4-4F5A-416B-997D-6CE47EB0A945}" type="slidenum">
              <a:rPr lang="en-GB" smtClean="0"/>
              <a:t>‹#›</a:t>
            </a:fld>
            <a:endParaRPr lang="en-GB"/>
          </a:p>
        </p:txBody>
      </p:sp>
      <p:sp>
        <p:nvSpPr>
          <p:cNvPr id="8" name="Titel 7"/>
          <p:cNvSpPr>
            <a:spLocks noGrp="1"/>
          </p:cNvSpPr>
          <p:nvPr>
            <p:ph type="title" hasCustomPrompt="1"/>
          </p:nvPr>
        </p:nvSpPr>
        <p:spPr>
          <a:xfrm>
            <a:off x="367575" y="140400"/>
            <a:ext cx="8408850" cy="553998"/>
          </a:xfrm>
        </p:spPr>
        <p:txBody>
          <a:bodyPr/>
          <a:lstStyle>
            <a:lvl1pPr>
              <a:defRPr sz="3600"/>
            </a:lvl1pPr>
          </a:lstStyle>
          <a:p>
            <a:r>
              <a:rPr lang="en-GB" noProof="0"/>
              <a:t>Click to add headline</a:t>
            </a:r>
          </a:p>
        </p:txBody>
      </p:sp>
      <p:pic>
        <p:nvPicPr>
          <p:cNvPr id="10"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64443" y="4864131"/>
            <a:ext cx="630270" cy="19051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Standard page_03">
    <p:spTree>
      <p:nvGrpSpPr>
        <p:cNvPr id="1" name=""/>
        <p:cNvGrpSpPr/>
        <p:nvPr/>
      </p:nvGrpSpPr>
      <p:grpSpPr>
        <a:xfrm>
          <a:off x="0" y="0"/>
          <a:ext cx="0" cy="0"/>
          <a:chOff x="0" y="0"/>
          <a:chExt cx="0" cy="0"/>
        </a:xfrm>
      </p:grpSpPr>
      <p:sp>
        <p:nvSpPr>
          <p:cNvPr id="12" name="Rechteck 11"/>
          <p:cNvSpPr/>
          <p:nvPr userDrawn="1"/>
        </p:nvSpPr>
        <p:spPr>
          <a:xfrm>
            <a:off x="0" y="2196370"/>
            <a:ext cx="9144000" cy="2947130"/>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400" noProof="0">
              <a:solidFill>
                <a:schemeClr val="tx1"/>
              </a:solidFill>
              <a:latin typeface="BISansOpti"/>
            </a:endParaRPr>
          </a:p>
        </p:txBody>
      </p:sp>
      <p:sp>
        <p:nvSpPr>
          <p:cNvPr id="3" name="Inhaltsplatzhalter 2"/>
          <p:cNvSpPr>
            <a:spLocks noGrp="1"/>
          </p:cNvSpPr>
          <p:nvPr>
            <p:ph idx="1" hasCustomPrompt="1"/>
          </p:nvPr>
        </p:nvSpPr>
        <p:spPr/>
        <p:txBody>
          <a:bodyPr/>
          <a:lstStyle>
            <a:lvl1pPr>
              <a:defRPr>
                <a:solidFill>
                  <a:srgbClr val="000000"/>
                </a:solidFill>
              </a:defRPr>
            </a:lvl1pPr>
          </a:lstStyle>
          <a:p>
            <a:pPr lvl="0"/>
            <a:r>
              <a:rPr lang="en-GB" noProof="0"/>
              <a:t>Click to add text</a:t>
            </a:r>
          </a:p>
        </p:txBody>
      </p:sp>
      <p:cxnSp>
        <p:nvCxnSpPr>
          <p:cNvPr id="5" name="Gerade Verbindung 4"/>
          <p:cNvCxnSpPr/>
          <p:nvPr/>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cxnSp>
        <p:nvCxnSpPr>
          <p:cNvPr id="11" name="Gerade Verbindung 10"/>
          <p:cNvCxnSpPr/>
          <p:nvPr userDrawn="1"/>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6" name="Datumsplatzhalter 5"/>
          <p:cNvSpPr>
            <a:spLocks noGrp="1"/>
          </p:cNvSpPr>
          <p:nvPr>
            <p:ph type="dt" sz="half" idx="10"/>
          </p:nvPr>
        </p:nvSpPr>
        <p:spPr/>
        <p:txBody>
          <a:bodyPr/>
          <a:lstStyle/>
          <a:p>
            <a:fld id="{1C661359-A780-4E12-A6C3-DC4E2163D090}" type="datetime1">
              <a:rPr lang="en-GB" smtClean="0"/>
              <a:t>25/04/2024</a:t>
            </a:fld>
            <a:endParaRPr lang="en-GB"/>
          </a:p>
        </p:txBody>
      </p:sp>
      <p:sp>
        <p:nvSpPr>
          <p:cNvPr id="7" name="Fußzeilenplatzhalter 6"/>
          <p:cNvSpPr>
            <a:spLocks noGrp="1"/>
          </p:cNvSpPr>
          <p:nvPr>
            <p:ph type="ftr" sz="quarter" idx="11"/>
          </p:nvPr>
        </p:nvSpPr>
        <p:spPr/>
        <p:txBody>
          <a:bodyPr/>
          <a:lstStyle/>
          <a:p>
            <a:r>
              <a:rPr lang="en-GB"/>
              <a:t>Presentation title, date, author</a:t>
            </a:r>
          </a:p>
        </p:txBody>
      </p:sp>
      <p:sp>
        <p:nvSpPr>
          <p:cNvPr id="8" name="Foliennummernplatzhalter 7"/>
          <p:cNvSpPr>
            <a:spLocks noGrp="1"/>
          </p:cNvSpPr>
          <p:nvPr>
            <p:ph type="sldNum" sz="quarter" idx="12"/>
          </p:nvPr>
        </p:nvSpPr>
        <p:spPr/>
        <p:txBody>
          <a:bodyPr/>
          <a:lstStyle/>
          <a:p>
            <a:fld id="{143B55C4-4F5A-416B-997D-6CE47EB0A945}" type="slidenum">
              <a:rPr lang="en-GB" smtClean="0"/>
              <a:t>‹#›</a:t>
            </a:fld>
            <a:endParaRPr lang="en-GB"/>
          </a:p>
        </p:txBody>
      </p:sp>
      <p:sp>
        <p:nvSpPr>
          <p:cNvPr id="14" name="Titel 7"/>
          <p:cNvSpPr>
            <a:spLocks noGrp="1"/>
          </p:cNvSpPr>
          <p:nvPr>
            <p:ph type="title" hasCustomPrompt="1"/>
          </p:nvPr>
        </p:nvSpPr>
        <p:spPr>
          <a:xfrm>
            <a:off x="467916" y="184275"/>
            <a:ext cx="8338275" cy="415800"/>
          </a:xfrm>
        </p:spPr>
        <p:txBody>
          <a:bodyPr/>
          <a:lstStyle>
            <a:lvl1pPr>
              <a:defRPr>
                <a:latin typeface="Arial" panose="020B0604020202020204" pitchFamily="34" charset="0"/>
                <a:cs typeface="Arial" panose="020B0604020202020204" pitchFamily="34" charset="0"/>
              </a:defRPr>
            </a:lvl1pPr>
          </a:lstStyle>
          <a:p>
            <a:r>
              <a:rPr lang="en-GB" noProof="0"/>
              <a:t>Click to add headline</a:t>
            </a:r>
          </a:p>
        </p:txBody>
      </p:sp>
      <p:pic>
        <p:nvPicPr>
          <p:cNvPr id="15"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64443" y="4864131"/>
            <a:ext cx="630270" cy="19051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Standard page_04">
    <p:spTree>
      <p:nvGrpSpPr>
        <p:cNvPr id="1" name=""/>
        <p:cNvGrpSpPr/>
        <p:nvPr/>
      </p:nvGrpSpPr>
      <p:grpSpPr>
        <a:xfrm>
          <a:off x="0" y="0"/>
          <a:ext cx="0" cy="0"/>
          <a:chOff x="0" y="0"/>
          <a:chExt cx="0" cy="0"/>
        </a:xfrm>
      </p:grpSpPr>
      <p:sp>
        <p:nvSpPr>
          <p:cNvPr id="12" name="Rechteck 11"/>
          <p:cNvSpPr/>
          <p:nvPr userDrawn="1"/>
        </p:nvSpPr>
        <p:spPr>
          <a:xfrm>
            <a:off x="0" y="2196370"/>
            <a:ext cx="9144000" cy="2947130"/>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400" noProof="0">
              <a:solidFill>
                <a:schemeClr val="tx1"/>
              </a:solidFill>
              <a:latin typeface="BISansOpti"/>
            </a:endParaRPr>
          </a:p>
        </p:txBody>
      </p:sp>
      <p:cxnSp>
        <p:nvCxnSpPr>
          <p:cNvPr id="5" name="Gerade Verbindung 4"/>
          <p:cNvCxnSpPr/>
          <p:nvPr/>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cxnSp>
        <p:nvCxnSpPr>
          <p:cNvPr id="11" name="Gerade Verbindung 10"/>
          <p:cNvCxnSpPr/>
          <p:nvPr userDrawn="1"/>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3" name="Datumsplatzhalter 2"/>
          <p:cNvSpPr>
            <a:spLocks noGrp="1"/>
          </p:cNvSpPr>
          <p:nvPr>
            <p:ph type="dt" sz="half" idx="10"/>
          </p:nvPr>
        </p:nvSpPr>
        <p:spPr/>
        <p:txBody>
          <a:bodyPr/>
          <a:lstStyle/>
          <a:p>
            <a:fld id="{C111D5BD-A427-4B29-9DEE-6B9E4BFFF318}" type="datetime1">
              <a:rPr lang="en-GB" smtClean="0"/>
              <a:t>25/04/2024</a:t>
            </a:fld>
            <a:endParaRPr lang="en-GB"/>
          </a:p>
        </p:txBody>
      </p:sp>
      <p:sp>
        <p:nvSpPr>
          <p:cNvPr id="4" name="Fußzeilenplatzhalter 3"/>
          <p:cNvSpPr>
            <a:spLocks noGrp="1"/>
          </p:cNvSpPr>
          <p:nvPr>
            <p:ph type="ftr" sz="quarter" idx="11"/>
          </p:nvPr>
        </p:nvSpPr>
        <p:spPr/>
        <p:txBody>
          <a:bodyPr/>
          <a:lstStyle/>
          <a:p>
            <a:r>
              <a:rPr lang="en-GB"/>
              <a:t>Presentation title, date, author</a:t>
            </a:r>
          </a:p>
        </p:txBody>
      </p:sp>
      <p:sp>
        <p:nvSpPr>
          <p:cNvPr id="6" name="Foliennummernplatzhalter 5"/>
          <p:cNvSpPr>
            <a:spLocks noGrp="1"/>
          </p:cNvSpPr>
          <p:nvPr>
            <p:ph type="sldNum" sz="quarter" idx="12"/>
          </p:nvPr>
        </p:nvSpPr>
        <p:spPr/>
        <p:txBody>
          <a:bodyPr/>
          <a:lstStyle/>
          <a:p>
            <a:fld id="{143B55C4-4F5A-416B-997D-6CE47EB0A945}" type="slidenum">
              <a:rPr lang="en-GB" smtClean="0"/>
              <a:t>‹#›</a:t>
            </a:fld>
            <a:endParaRPr lang="en-GB"/>
          </a:p>
        </p:txBody>
      </p:sp>
      <p:sp>
        <p:nvSpPr>
          <p:cNvPr id="15" name="Titel 7"/>
          <p:cNvSpPr>
            <a:spLocks noGrp="1"/>
          </p:cNvSpPr>
          <p:nvPr>
            <p:ph type="title" hasCustomPrompt="1"/>
          </p:nvPr>
        </p:nvSpPr>
        <p:spPr>
          <a:xfrm>
            <a:off x="367575" y="290572"/>
            <a:ext cx="8408850" cy="415498"/>
          </a:xfrm>
        </p:spPr>
        <p:txBody>
          <a:bodyPr/>
          <a:lstStyle/>
          <a:p>
            <a:r>
              <a:rPr lang="en-GB" noProof="0"/>
              <a:t>Click to add headline</a:t>
            </a:r>
          </a:p>
        </p:txBody>
      </p:sp>
      <p:pic>
        <p:nvPicPr>
          <p:cNvPr id="16"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64443" y="4864131"/>
            <a:ext cx="630270" cy="190510"/>
          </a:xfrm>
          <a:prstGeom prst="rect">
            <a:avLst/>
          </a:prstGeom>
        </p:spPr>
      </p:pic>
      <p:sp>
        <p:nvSpPr>
          <p:cNvPr id="7" name="Inhaltsplatzhalter 6"/>
          <p:cNvSpPr>
            <a:spLocks noGrp="1"/>
          </p:cNvSpPr>
          <p:nvPr>
            <p:ph sz="quarter" idx="13" hasCustomPrompt="1"/>
          </p:nvPr>
        </p:nvSpPr>
        <p:spPr>
          <a:xfrm>
            <a:off x="1771200" y="1198800"/>
            <a:ext cx="5616000" cy="3394800"/>
          </a:xfrm>
        </p:spPr>
        <p:txBody>
          <a:bodyPr/>
          <a:lstStyle>
            <a:lvl1pPr marL="0" indent="0">
              <a:spcBef>
                <a:spcPts val="600"/>
              </a:spcBef>
              <a:buNone/>
              <a:defRPr>
                <a:latin typeface="+mn-lt"/>
              </a:defRPr>
            </a:lvl1pPr>
            <a:lvl2pPr marL="266700" indent="0">
              <a:buNone/>
              <a:defRPr>
                <a:latin typeface="+mn-lt"/>
              </a:defRPr>
            </a:lvl2pPr>
            <a:lvl3pPr marL="450850" indent="0">
              <a:buNone/>
              <a:defRPr>
                <a:latin typeface="+mn-lt"/>
              </a:defRPr>
            </a:lvl3pPr>
            <a:lvl4pPr marL="628650" indent="0">
              <a:buNone/>
              <a:defRPr>
                <a:latin typeface="+mn-lt"/>
              </a:defRPr>
            </a:lvl4pPr>
            <a:lvl5pPr marL="806450" indent="0">
              <a:buNone/>
              <a:defRPr>
                <a:latin typeface="+mn-lt"/>
              </a:defRPr>
            </a:lvl5pPr>
          </a:lstStyle>
          <a:p>
            <a:pPr lvl="0"/>
            <a:r>
              <a:rPr lang="en-GB" noProof="0"/>
              <a:t>Click to add text</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Diagram slide_01">
    <p:spTree>
      <p:nvGrpSpPr>
        <p:cNvPr id="1" name=""/>
        <p:cNvGrpSpPr/>
        <p:nvPr/>
      </p:nvGrpSpPr>
      <p:grpSpPr>
        <a:xfrm>
          <a:off x="0" y="0"/>
          <a:ext cx="0" cy="0"/>
          <a:chOff x="0" y="0"/>
          <a:chExt cx="0" cy="0"/>
        </a:xfrm>
      </p:grpSpPr>
      <p:sp>
        <p:nvSpPr>
          <p:cNvPr id="14" name="Rechteck 13"/>
          <p:cNvSpPr/>
          <p:nvPr userDrawn="1"/>
        </p:nvSpPr>
        <p:spPr>
          <a:xfrm>
            <a:off x="0" y="2196370"/>
            <a:ext cx="9144000" cy="2947130"/>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400" noProof="0">
              <a:solidFill>
                <a:schemeClr val="tx1"/>
              </a:solidFill>
              <a:latin typeface="BISansOpti"/>
            </a:endParaRPr>
          </a:p>
        </p:txBody>
      </p:sp>
      <p:sp>
        <p:nvSpPr>
          <p:cNvPr id="15" name="Rechteck 14"/>
          <p:cNvSpPr/>
          <p:nvPr userDrawn="1"/>
        </p:nvSpPr>
        <p:spPr>
          <a:xfrm>
            <a:off x="0" y="1035591"/>
            <a:ext cx="9144000" cy="2947130"/>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400" noProof="0">
              <a:solidFill>
                <a:schemeClr val="tx1"/>
              </a:solidFill>
              <a:latin typeface="BISansOpti"/>
            </a:endParaRPr>
          </a:p>
        </p:txBody>
      </p:sp>
      <p:sp>
        <p:nvSpPr>
          <p:cNvPr id="3" name="Inhaltsplatzhalter 2"/>
          <p:cNvSpPr>
            <a:spLocks noGrp="1"/>
          </p:cNvSpPr>
          <p:nvPr>
            <p:ph idx="1" hasCustomPrompt="1"/>
          </p:nvPr>
        </p:nvSpPr>
        <p:spPr>
          <a:xfrm>
            <a:off x="367576" y="1200152"/>
            <a:ext cx="2934425" cy="2782569"/>
          </a:xfrm>
        </p:spPr>
        <p:txBody>
          <a:bodyPr/>
          <a:lstStyle/>
          <a:p>
            <a:pPr lvl="0"/>
            <a:r>
              <a:rPr lang="en-GB" noProof="0"/>
              <a:t>Click to add text</a:t>
            </a:r>
          </a:p>
        </p:txBody>
      </p:sp>
      <p:cxnSp>
        <p:nvCxnSpPr>
          <p:cNvPr id="5" name="Gerade Verbindung 4"/>
          <p:cNvCxnSpPr/>
          <p:nvPr/>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cxnSp>
        <p:nvCxnSpPr>
          <p:cNvPr id="13" name="Gerade Verbindung 12"/>
          <p:cNvCxnSpPr/>
          <p:nvPr userDrawn="1"/>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4" name="Datumsplatzhalter 3"/>
          <p:cNvSpPr>
            <a:spLocks noGrp="1"/>
          </p:cNvSpPr>
          <p:nvPr>
            <p:ph type="dt" sz="half" idx="10"/>
          </p:nvPr>
        </p:nvSpPr>
        <p:spPr/>
        <p:txBody>
          <a:bodyPr/>
          <a:lstStyle/>
          <a:p>
            <a:fld id="{19D781AB-E714-4F09-8D28-226A45E82554}" type="datetime1">
              <a:rPr lang="en-GB" smtClean="0"/>
              <a:t>25/04/2024</a:t>
            </a:fld>
            <a:endParaRPr lang="en-GB"/>
          </a:p>
        </p:txBody>
      </p:sp>
      <p:sp>
        <p:nvSpPr>
          <p:cNvPr id="6" name="Fußzeilenplatzhalter 5"/>
          <p:cNvSpPr>
            <a:spLocks noGrp="1"/>
          </p:cNvSpPr>
          <p:nvPr>
            <p:ph type="ftr" sz="quarter" idx="11"/>
          </p:nvPr>
        </p:nvSpPr>
        <p:spPr/>
        <p:txBody>
          <a:bodyPr/>
          <a:lstStyle/>
          <a:p>
            <a:r>
              <a:rPr lang="en-GB"/>
              <a:t>Presentation title, date, author</a:t>
            </a:r>
          </a:p>
        </p:txBody>
      </p:sp>
      <p:sp>
        <p:nvSpPr>
          <p:cNvPr id="7" name="Foliennummernplatzhalter 6"/>
          <p:cNvSpPr>
            <a:spLocks noGrp="1"/>
          </p:cNvSpPr>
          <p:nvPr>
            <p:ph type="sldNum" sz="quarter" idx="12"/>
          </p:nvPr>
        </p:nvSpPr>
        <p:spPr/>
        <p:txBody>
          <a:bodyPr/>
          <a:lstStyle/>
          <a:p>
            <a:fld id="{143B55C4-4F5A-416B-997D-6CE47EB0A945}" type="slidenum">
              <a:rPr lang="en-GB" smtClean="0"/>
              <a:t>‹#›</a:t>
            </a:fld>
            <a:endParaRPr lang="en-GB"/>
          </a:p>
        </p:txBody>
      </p:sp>
      <p:sp>
        <p:nvSpPr>
          <p:cNvPr id="12" name="Titel 7"/>
          <p:cNvSpPr>
            <a:spLocks noGrp="1"/>
          </p:cNvSpPr>
          <p:nvPr>
            <p:ph type="title" hasCustomPrompt="1"/>
          </p:nvPr>
        </p:nvSpPr>
        <p:spPr>
          <a:xfrm>
            <a:off x="367575" y="290572"/>
            <a:ext cx="8408850" cy="415498"/>
          </a:xfrm>
        </p:spPr>
        <p:txBody>
          <a:bodyPr/>
          <a:lstStyle/>
          <a:p>
            <a:r>
              <a:rPr lang="en-GB" noProof="0"/>
              <a:t>Click to add headline</a:t>
            </a:r>
          </a:p>
        </p:txBody>
      </p:sp>
      <p:pic>
        <p:nvPicPr>
          <p:cNvPr id="16"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64443" y="4864131"/>
            <a:ext cx="630270" cy="19051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Text slide_01">
    <p:spTree>
      <p:nvGrpSpPr>
        <p:cNvPr id="1" name=""/>
        <p:cNvGrpSpPr/>
        <p:nvPr/>
      </p:nvGrpSpPr>
      <p:grpSpPr>
        <a:xfrm>
          <a:off x="0" y="0"/>
          <a:ext cx="0" cy="0"/>
          <a:chOff x="0" y="0"/>
          <a:chExt cx="0" cy="0"/>
        </a:xfrm>
      </p:grpSpPr>
      <p:sp>
        <p:nvSpPr>
          <p:cNvPr id="12" name="Rechteck 11"/>
          <p:cNvSpPr/>
          <p:nvPr userDrawn="1"/>
        </p:nvSpPr>
        <p:spPr>
          <a:xfrm>
            <a:off x="0" y="2196370"/>
            <a:ext cx="9144000" cy="2947130"/>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400" noProof="0">
              <a:solidFill>
                <a:schemeClr val="tx1"/>
              </a:solidFill>
              <a:latin typeface="BISansOpti"/>
            </a:endParaRPr>
          </a:p>
        </p:txBody>
      </p:sp>
      <p:sp>
        <p:nvSpPr>
          <p:cNvPr id="15" name="Textplatzhalter 4"/>
          <p:cNvSpPr>
            <a:spLocks noGrp="1"/>
          </p:cNvSpPr>
          <p:nvPr>
            <p:ph type="body" sz="quarter" idx="10" hasCustomPrompt="1"/>
          </p:nvPr>
        </p:nvSpPr>
        <p:spPr>
          <a:xfrm>
            <a:off x="-169856" y="778811"/>
            <a:ext cx="1738800" cy="1738800"/>
          </a:xfrm>
          <a:prstGeom prst="ellipse">
            <a:avLst/>
          </a:prstGeom>
          <a:solidFill>
            <a:srgbClr val="669999"/>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lvl1pPr marL="0" indent="0" algn="ctr">
              <a:buNone/>
              <a:defRPr lang="en-US" sz="2000" b="0" i="0" dirty="0" smtClean="0">
                <a:solidFill>
                  <a:schemeClr val="bg1"/>
                </a:solidFill>
                <a:latin typeface="BISansOptiCond"/>
                <a:cs typeface="BISansOptiCond"/>
              </a:defRPr>
            </a:lvl1pPr>
          </a:lstStyle>
          <a:p>
            <a:pPr marL="0" lvl="0" algn="ctr"/>
            <a:r>
              <a:rPr lang="en-GB" noProof="0"/>
              <a:t>Add. info [font size variable]</a:t>
            </a:r>
          </a:p>
        </p:txBody>
      </p:sp>
      <p:cxnSp>
        <p:nvCxnSpPr>
          <p:cNvPr id="6" name="Gerade Verbindung 5"/>
          <p:cNvCxnSpPr/>
          <p:nvPr/>
        </p:nvCxnSpPr>
        <p:spPr>
          <a:xfrm>
            <a:off x="0" y="1268735"/>
            <a:ext cx="9144000" cy="0"/>
          </a:xfrm>
          <a:prstGeom prst="line">
            <a:avLst/>
          </a:prstGeom>
          <a:ln w="12700">
            <a:solidFill>
              <a:srgbClr val="FF9900"/>
            </a:solidFill>
          </a:ln>
          <a:effectLst/>
        </p:spPr>
        <p:style>
          <a:lnRef idx="2">
            <a:schemeClr val="accent1"/>
          </a:lnRef>
          <a:fillRef idx="0">
            <a:schemeClr val="accent1"/>
          </a:fillRef>
          <a:effectRef idx="1">
            <a:schemeClr val="accent1"/>
          </a:effectRef>
          <a:fontRef idx="minor">
            <a:schemeClr val="tx1"/>
          </a:fontRef>
        </p:style>
      </p:cxnSp>
      <p:cxnSp>
        <p:nvCxnSpPr>
          <p:cNvPr id="11" name="Gerade Verbindung 10"/>
          <p:cNvCxnSpPr/>
          <p:nvPr userDrawn="1"/>
        </p:nvCxnSpPr>
        <p:spPr>
          <a:xfrm>
            <a:off x="0" y="1268735"/>
            <a:ext cx="9144000" cy="0"/>
          </a:xfrm>
          <a:prstGeom prst="line">
            <a:avLst/>
          </a:prstGeom>
          <a:ln w="12700">
            <a:solidFill>
              <a:srgbClr val="FF9900"/>
            </a:solidFill>
          </a:ln>
          <a:effectLst/>
        </p:spPr>
        <p:style>
          <a:lnRef idx="2">
            <a:schemeClr val="accent1"/>
          </a:lnRef>
          <a:fillRef idx="0">
            <a:schemeClr val="accent1"/>
          </a:fillRef>
          <a:effectRef idx="1">
            <a:schemeClr val="accent1"/>
          </a:effectRef>
          <a:fontRef idx="minor">
            <a:schemeClr val="tx1"/>
          </a:fontRef>
        </p:style>
      </p:cxnSp>
      <p:sp>
        <p:nvSpPr>
          <p:cNvPr id="4" name="Datumsplatzhalter 3"/>
          <p:cNvSpPr>
            <a:spLocks noGrp="1"/>
          </p:cNvSpPr>
          <p:nvPr>
            <p:ph type="dt" sz="half" idx="12"/>
          </p:nvPr>
        </p:nvSpPr>
        <p:spPr/>
        <p:txBody>
          <a:bodyPr/>
          <a:lstStyle/>
          <a:p>
            <a:fld id="{EC17428A-2D47-45E0-A069-3589CCCD6CCB}" type="datetime1">
              <a:rPr lang="en-GB" smtClean="0"/>
              <a:t>25/04/2024</a:t>
            </a:fld>
            <a:endParaRPr lang="en-GB"/>
          </a:p>
        </p:txBody>
      </p:sp>
      <p:sp>
        <p:nvSpPr>
          <p:cNvPr id="5" name="Fußzeilenplatzhalter 4"/>
          <p:cNvSpPr>
            <a:spLocks noGrp="1"/>
          </p:cNvSpPr>
          <p:nvPr>
            <p:ph type="ftr" sz="quarter" idx="13"/>
          </p:nvPr>
        </p:nvSpPr>
        <p:spPr/>
        <p:txBody>
          <a:bodyPr/>
          <a:lstStyle/>
          <a:p>
            <a:r>
              <a:rPr lang="en-GB"/>
              <a:t>Presentation title, date, author</a:t>
            </a:r>
          </a:p>
        </p:txBody>
      </p:sp>
      <p:sp>
        <p:nvSpPr>
          <p:cNvPr id="7" name="Foliennummernplatzhalter 6"/>
          <p:cNvSpPr>
            <a:spLocks noGrp="1"/>
          </p:cNvSpPr>
          <p:nvPr>
            <p:ph type="sldNum" sz="quarter" idx="14"/>
          </p:nvPr>
        </p:nvSpPr>
        <p:spPr/>
        <p:txBody>
          <a:bodyPr/>
          <a:lstStyle/>
          <a:p>
            <a:fld id="{143B55C4-4F5A-416B-997D-6CE47EB0A945}" type="slidenum">
              <a:rPr lang="en-GB" smtClean="0"/>
              <a:t>‹#›</a:t>
            </a:fld>
            <a:endParaRPr lang="en-GB"/>
          </a:p>
        </p:txBody>
      </p:sp>
      <p:sp>
        <p:nvSpPr>
          <p:cNvPr id="8" name="Titel 7"/>
          <p:cNvSpPr>
            <a:spLocks noGrp="1"/>
          </p:cNvSpPr>
          <p:nvPr>
            <p:ph type="title" hasCustomPrompt="1"/>
          </p:nvPr>
        </p:nvSpPr>
        <p:spPr>
          <a:xfrm>
            <a:off x="1771575" y="659905"/>
            <a:ext cx="5065660" cy="415498"/>
          </a:xfrm>
        </p:spPr>
        <p:txBody>
          <a:bodyPr/>
          <a:lstStyle/>
          <a:p>
            <a:r>
              <a:rPr lang="en-GB" noProof="0"/>
              <a:t>Click to add headline</a:t>
            </a:r>
          </a:p>
        </p:txBody>
      </p:sp>
      <p:pic>
        <p:nvPicPr>
          <p:cNvPr id="16"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64443" y="4864131"/>
            <a:ext cx="630270" cy="190510"/>
          </a:xfrm>
          <a:prstGeom prst="rect">
            <a:avLst/>
          </a:prstGeom>
        </p:spPr>
      </p:pic>
      <p:sp>
        <p:nvSpPr>
          <p:cNvPr id="13" name="Inhaltsplatzhalter 6"/>
          <p:cNvSpPr>
            <a:spLocks noGrp="1"/>
          </p:cNvSpPr>
          <p:nvPr>
            <p:ph sz="quarter" idx="15" hasCustomPrompt="1"/>
          </p:nvPr>
        </p:nvSpPr>
        <p:spPr>
          <a:xfrm>
            <a:off x="1771200" y="1504800"/>
            <a:ext cx="5616000" cy="2955600"/>
          </a:xfrm>
        </p:spPr>
        <p:txBody>
          <a:bodyPr/>
          <a:lstStyle>
            <a:lvl1pPr marL="0" indent="0">
              <a:spcBef>
                <a:spcPts val="600"/>
              </a:spcBef>
              <a:buNone/>
              <a:defRPr>
                <a:latin typeface="+mn-lt"/>
              </a:defRPr>
            </a:lvl1pPr>
            <a:lvl2pPr marL="266700" indent="0">
              <a:buNone/>
              <a:defRPr>
                <a:latin typeface="+mn-lt"/>
              </a:defRPr>
            </a:lvl2pPr>
            <a:lvl3pPr marL="450850" indent="0">
              <a:buNone/>
              <a:defRPr>
                <a:latin typeface="+mn-lt"/>
              </a:defRPr>
            </a:lvl3pPr>
            <a:lvl4pPr marL="628650" indent="0">
              <a:buNone/>
              <a:defRPr>
                <a:latin typeface="+mn-lt"/>
              </a:defRPr>
            </a:lvl4pPr>
            <a:lvl5pPr marL="806450" indent="0">
              <a:buNone/>
              <a:defRPr>
                <a:latin typeface="+mn-lt"/>
              </a:defRPr>
            </a:lvl5pPr>
          </a:lstStyle>
          <a:p>
            <a:pPr lvl="0"/>
            <a:r>
              <a:rPr lang="en-GB" noProof="0"/>
              <a:t>Click to add text</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Organisational chart_01">
    <p:spTree>
      <p:nvGrpSpPr>
        <p:cNvPr id="1" name=""/>
        <p:cNvGrpSpPr/>
        <p:nvPr/>
      </p:nvGrpSpPr>
      <p:grpSpPr>
        <a:xfrm>
          <a:off x="0" y="0"/>
          <a:ext cx="0" cy="0"/>
          <a:chOff x="0" y="0"/>
          <a:chExt cx="0" cy="0"/>
        </a:xfrm>
      </p:grpSpPr>
      <p:sp>
        <p:nvSpPr>
          <p:cNvPr id="11" name="Rechteck 10"/>
          <p:cNvSpPr/>
          <p:nvPr userDrawn="1"/>
        </p:nvSpPr>
        <p:spPr>
          <a:xfrm>
            <a:off x="0" y="2196370"/>
            <a:ext cx="9144000" cy="2947130"/>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400" noProof="0">
              <a:solidFill>
                <a:schemeClr val="tx1"/>
              </a:solidFill>
              <a:latin typeface="BISansOpti"/>
            </a:endParaRPr>
          </a:p>
        </p:txBody>
      </p:sp>
      <p:cxnSp>
        <p:nvCxnSpPr>
          <p:cNvPr id="5" name="Gerade Verbindung 4"/>
          <p:cNvCxnSpPr/>
          <p:nvPr/>
        </p:nvCxnSpPr>
        <p:spPr>
          <a:xfrm>
            <a:off x="0" y="1869292"/>
            <a:ext cx="9144000" cy="0"/>
          </a:xfrm>
          <a:prstGeom prst="line">
            <a:avLst/>
          </a:prstGeom>
          <a:ln w="12700">
            <a:solidFill>
              <a:srgbClr val="6699CC"/>
            </a:solidFill>
          </a:ln>
        </p:spPr>
        <p:style>
          <a:lnRef idx="1">
            <a:schemeClr val="accent1"/>
          </a:lnRef>
          <a:fillRef idx="0">
            <a:schemeClr val="accent1"/>
          </a:fillRef>
          <a:effectRef idx="0">
            <a:schemeClr val="accent1"/>
          </a:effectRef>
          <a:fontRef idx="minor">
            <a:schemeClr val="tx1"/>
          </a:fontRef>
        </p:style>
      </p:cxnSp>
      <p:cxnSp>
        <p:nvCxnSpPr>
          <p:cNvPr id="10" name="Gerade Verbindung 9"/>
          <p:cNvCxnSpPr/>
          <p:nvPr userDrawn="1"/>
        </p:nvCxnSpPr>
        <p:spPr>
          <a:xfrm>
            <a:off x="0" y="1869292"/>
            <a:ext cx="9144000" cy="0"/>
          </a:xfrm>
          <a:prstGeom prst="line">
            <a:avLst/>
          </a:prstGeom>
          <a:ln w="12700">
            <a:solidFill>
              <a:srgbClr val="6699CC"/>
            </a:solidFill>
          </a:ln>
        </p:spPr>
        <p:style>
          <a:lnRef idx="1">
            <a:schemeClr val="accent1"/>
          </a:lnRef>
          <a:fillRef idx="0">
            <a:schemeClr val="accent1"/>
          </a:fillRef>
          <a:effectRef idx="0">
            <a:schemeClr val="accent1"/>
          </a:effectRef>
          <a:fontRef idx="minor">
            <a:schemeClr val="tx1"/>
          </a:fontRef>
        </p:style>
      </p:cxnSp>
      <p:sp>
        <p:nvSpPr>
          <p:cNvPr id="3" name="Datumsplatzhalter 2"/>
          <p:cNvSpPr>
            <a:spLocks noGrp="1"/>
          </p:cNvSpPr>
          <p:nvPr>
            <p:ph type="dt" sz="half" idx="10"/>
          </p:nvPr>
        </p:nvSpPr>
        <p:spPr/>
        <p:txBody>
          <a:bodyPr/>
          <a:lstStyle/>
          <a:p>
            <a:fld id="{1EC6BB9B-C051-45A6-8B80-D4145CF47D8A}" type="datetime1">
              <a:rPr lang="en-GB" smtClean="0"/>
              <a:t>25/04/2024</a:t>
            </a:fld>
            <a:endParaRPr lang="en-GB"/>
          </a:p>
        </p:txBody>
      </p:sp>
      <p:sp>
        <p:nvSpPr>
          <p:cNvPr id="4" name="Fußzeilenplatzhalter 3"/>
          <p:cNvSpPr>
            <a:spLocks noGrp="1"/>
          </p:cNvSpPr>
          <p:nvPr>
            <p:ph type="ftr" sz="quarter" idx="11"/>
          </p:nvPr>
        </p:nvSpPr>
        <p:spPr/>
        <p:txBody>
          <a:bodyPr/>
          <a:lstStyle/>
          <a:p>
            <a:r>
              <a:rPr lang="en-GB"/>
              <a:t>Presentation title, date, author</a:t>
            </a:r>
          </a:p>
        </p:txBody>
      </p:sp>
      <p:sp>
        <p:nvSpPr>
          <p:cNvPr id="6" name="Foliennummernplatzhalter 5"/>
          <p:cNvSpPr>
            <a:spLocks noGrp="1"/>
          </p:cNvSpPr>
          <p:nvPr>
            <p:ph type="sldNum" sz="quarter" idx="12"/>
          </p:nvPr>
        </p:nvSpPr>
        <p:spPr/>
        <p:txBody>
          <a:bodyPr/>
          <a:lstStyle/>
          <a:p>
            <a:fld id="{143B55C4-4F5A-416B-997D-6CE47EB0A945}" type="slidenum">
              <a:rPr lang="en-GB" smtClean="0"/>
              <a:t>‹#›</a:t>
            </a:fld>
            <a:endParaRPr lang="en-GB"/>
          </a:p>
        </p:txBody>
      </p:sp>
      <p:pic>
        <p:nvPicPr>
          <p:cNvPr id="9"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64443" y="4864131"/>
            <a:ext cx="630270" cy="19051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Stand-alone">
    <p:spTree>
      <p:nvGrpSpPr>
        <p:cNvPr id="1" name=""/>
        <p:cNvGrpSpPr/>
        <p:nvPr/>
      </p:nvGrpSpPr>
      <p:grpSpPr>
        <a:xfrm>
          <a:off x="0" y="0"/>
          <a:ext cx="0" cy="0"/>
          <a:chOff x="0" y="0"/>
          <a:chExt cx="0" cy="0"/>
        </a:xfrm>
      </p:grpSpPr>
      <p:sp>
        <p:nvSpPr>
          <p:cNvPr id="4" name="Datumsplatzhalter 3"/>
          <p:cNvSpPr>
            <a:spLocks noGrp="1"/>
          </p:cNvSpPr>
          <p:nvPr>
            <p:ph type="dt" sz="half" idx="10"/>
          </p:nvPr>
        </p:nvSpPr>
        <p:spPr/>
        <p:txBody>
          <a:bodyPr/>
          <a:lstStyle/>
          <a:p>
            <a:fld id="{74E185D7-72A7-4578-96CD-5EF608923CBF}" type="datetime1">
              <a:rPr lang="en-GB" noProof="0" smtClean="0"/>
              <a:t>25/04/2024</a:t>
            </a:fld>
            <a:endParaRPr lang="en-GB" noProof="0"/>
          </a:p>
        </p:txBody>
      </p:sp>
      <p:sp>
        <p:nvSpPr>
          <p:cNvPr id="5" name="Fußzeilenplatzhalter 4"/>
          <p:cNvSpPr>
            <a:spLocks noGrp="1"/>
          </p:cNvSpPr>
          <p:nvPr>
            <p:ph type="ftr" sz="quarter" idx="11"/>
          </p:nvPr>
        </p:nvSpPr>
        <p:spPr/>
        <p:txBody>
          <a:bodyPr/>
          <a:lstStyle/>
          <a:p>
            <a:r>
              <a:rPr lang="en-GB" noProof="0"/>
              <a:t>Presentation title, date, author</a:t>
            </a:r>
          </a:p>
        </p:txBody>
      </p:sp>
      <p:sp>
        <p:nvSpPr>
          <p:cNvPr id="6" name="Foliennummernplatzhalter 5"/>
          <p:cNvSpPr>
            <a:spLocks noGrp="1"/>
          </p:cNvSpPr>
          <p:nvPr>
            <p:ph type="sldNum" sz="quarter" idx="12"/>
          </p:nvPr>
        </p:nvSpPr>
        <p:spPr/>
        <p:txBody>
          <a:bodyPr/>
          <a:lstStyle/>
          <a:p>
            <a:fld id="{143B55C4-4F5A-416B-997D-6CE47EB0A945}" type="slidenum">
              <a:rPr lang="en-GB" noProof="0" smtClean="0"/>
              <a:t>‹#›</a:t>
            </a:fld>
            <a:endParaRPr lang="en-GB" noProof="0"/>
          </a:p>
        </p:txBody>
      </p:sp>
      <p:cxnSp>
        <p:nvCxnSpPr>
          <p:cNvPr id="7" name="Gerade Verbindung 6"/>
          <p:cNvCxnSpPr/>
          <p:nvPr userDrawn="1"/>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pic>
        <p:nvPicPr>
          <p:cNvPr id="8"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64443" y="4864131"/>
            <a:ext cx="630270" cy="19051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Titel 36pt und Inhalt">
    <p:spTree>
      <p:nvGrpSpPr>
        <p:cNvPr id="1" name=""/>
        <p:cNvGrpSpPr/>
        <p:nvPr/>
      </p:nvGrpSpPr>
      <p:grpSpPr>
        <a:xfrm>
          <a:off x="0" y="0"/>
          <a:ext cx="0" cy="0"/>
          <a:chOff x="0" y="0"/>
          <a:chExt cx="0" cy="0"/>
        </a:xfrm>
      </p:grpSpPr>
      <p:sp>
        <p:nvSpPr>
          <p:cNvPr id="3" name="Inhaltsplatzhalter 2"/>
          <p:cNvSpPr>
            <a:spLocks noGrp="1"/>
          </p:cNvSpPr>
          <p:nvPr>
            <p:ph idx="1" hasCustomPrompt="1"/>
          </p:nvPr>
        </p:nvSpPr>
        <p:spPr/>
        <p:txBody>
          <a:bodyPr/>
          <a:lstStyle/>
          <a:p>
            <a:pPr lvl="0"/>
            <a:r>
              <a:rPr lang="en-GB" noProof="0"/>
              <a:t>Click to add text</a:t>
            </a:r>
          </a:p>
        </p:txBody>
      </p:sp>
      <p:sp>
        <p:nvSpPr>
          <p:cNvPr id="4" name="Datumsplatzhalter 3"/>
          <p:cNvSpPr>
            <a:spLocks noGrp="1"/>
          </p:cNvSpPr>
          <p:nvPr>
            <p:ph type="dt" sz="half" idx="10"/>
          </p:nvPr>
        </p:nvSpPr>
        <p:spPr/>
        <p:txBody>
          <a:bodyPr/>
          <a:lstStyle/>
          <a:p>
            <a:fld id="{B97B442D-D596-4A22-B59F-2B4C559DB2B8}" type="datetime1">
              <a:rPr lang="en-GB" noProof="0" smtClean="0"/>
              <a:t>25/04/2024</a:t>
            </a:fld>
            <a:endParaRPr lang="en-GB" noProof="0"/>
          </a:p>
        </p:txBody>
      </p:sp>
      <p:sp>
        <p:nvSpPr>
          <p:cNvPr id="5" name="Fußzeilenplatzhalter 4"/>
          <p:cNvSpPr>
            <a:spLocks noGrp="1"/>
          </p:cNvSpPr>
          <p:nvPr>
            <p:ph type="ftr" sz="quarter" idx="11"/>
          </p:nvPr>
        </p:nvSpPr>
        <p:spPr/>
        <p:txBody>
          <a:bodyPr/>
          <a:lstStyle/>
          <a:p>
            <a:r>
              <a:rPr lang="en-GB" noProof="0"/>
              <a:t>Presentation title, date, author</a:t>
            </a:r>
          </a:p>
        </p:txBody>
      </p:sp>
      <p:sp>
        <p:nvSpPr>
          <p:cNvPr id="6" name="Foliennummernplatzhalter 5"/>
          <p:cNvSpPr>
            <a:spLocks noGrp="1"/>
          </p:cNvSpPr>
          <p:nvPr>
            <p:ph type="sldNum" sz="quarter" idx="12"/>
          </p:nvPr>
        </p:nvSpPr>
        <p:spPr/>
        <p:txBody>
          <a:bodyPr/>
          <a:lstStyle/>
          <a:p>
            <a:fld id="{143B55C4-4F5A-416B-997D-6CE47EB0A945}" type="slidenum">
              <a:rPr lang="en-GB" noProof="0" smtClean="0"/>
              <a:t>‹#›</a:t>
            </a:fld>
            <a:endParaRPr lang="en-GB" noProof="0"/>
          </a:p>
        </p:txBody>
      </p:sp>
      <p:cxnSp>
        <p:nvCxnSpPr>
          <p:cNvPr id="7" name="Gerade Verbindung 6"/>
          <p:cNvCxnSpPr/>
          <p:nvPr userDrawn="1"/>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8" name="Titel 7"/>
          <p:cNvSpPr>
            <a:spLocks noGrp="1"/>
          </p:cNvSpPr>
          <p:nvPr>
            <p:ph type="title" hasCustomPrompt="1"/>
          </p:nvPr>
        </p:nvSpPr>
        <p:spPr>
          <a:xfrm>
            <a:off x="367575" y="140400"/>
            <a:ext cx="8408850" cy="553998"/>
          </a:xfrm>
        </p:spPr>
        <p:txBody>
          <a:bodyPr/>
          <a:lstStyle>
            <a:lvl1pPr>
              <a:defRPr sz="3600"/>
            </a:lvl1pPr>
          </a:lstStyle>
          <a:p>
            <a:r>
              <a:rPr lang="en-GB" noProof="0"/>
              <a:t>Click to add headline</a:t>
            </a:r>
          </a:p>
        </p:txBody>
      </p:sp>
      <p:pic>
        <p:nvPicPr>
          <p:cNvPr id="9"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64443" y="4864131"/>
            <a:ext cx="630270" cy="19051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Titel 24pt und Inhalt">
    <p:spTree>
      <p:nvGrpSpPr>
        <p:cNvPr id="1" name=""/>
        <p:cNvGrpSpPr/>
        <p:nvPr/>
      </p:nvGrpSpPr>
      <p:grpSpPr>
        <a:xfrm>
          <a:off x="0" y="0"/>
          <a:ext cx="0" cy="0"/>
          <a:chOff x="0" y="0"/>
          <a:chExt cx="0" cy="0"/>
        </a:xfrm>
      </p:grpSpPr>
      <p:sp>
        <p:nvSpPr>
          <p:cNvPr id="3" name="Inhaltsplatzhalter 2"/>
          <p:cNvSpPr>
            <a:spLocks noGrp="1"/>
          </p:cNvSpPr>
          <p:nvPr>
            <p:ph idx="1" hasCustomPrompt="1"/>
          </p:nvPr>
        </p:nvSpPr>
        <p:spPr/>
        <p:txBody>
          <a:bodyPr/>
          <a:lstStyle/>
          <a:p>
            <a:pPr lvl="0"/>
            <a:r>
              <a:rPr lang="en-GB" noProof="0"/>
              <a:t>Click to add text</a:t>
            </a:r>
          </a:p>
        </p:txBody>
      </p:sp>
      <p:sp>
        <p:nvSpPr>
          <p:cNvPr id="4" name="Datumsplatzhalter 3"/>
          <p:cNvSpPr>
            <a:spLocks noGrp="1"/>
          </p:cNvSpPr>
          <p:nvPr>
            <p:ph type="dt" sz="half" idx="10"/>
          </p:nvPr>
        </p:nvSpPr>
        <p:spPr/>
        <p:txBody>
          <a:bodyPr/>
          <a:lstStyle/>
          <a:p>
            <a:fld id="{98F3AA7F-89C7-4646-B972-BDD77134FD4C}" type="datetime1">
              <a:rPr lang="en-GB" noProof="0" smtClean="0"/>
              <a:t>25/04/2024</a:t>
            </a:fld>
            <a:endParaRPr lang="en-GB" noProof="0"/>
          </a:p>
        </p:txBody>
      </p:sp>
      <p:sp>
        <p:nvSpPr>
          <p:cNvPr id="5" name="Fußzeilenplatzhalter 4"/>
          <p:cNvSpPr>
            <a:spLocks noGrp="1"/>
          </p:cNvSpPr>
          <p:nvPr>
            <p:ph type="ftr" sz="quarter" idx="11"/>
          </p:nvPr>
        </p:nvSpPr>
        <p:spPr/>
        <p:txBody>
          <a:bodyPr/>
          <a:lstStyle/>
          <a:p>
            <a:r>
              <a:rPr lang="en-GB" noProof="0"/>
              <a:t>Presentation title, date, author</a:t>
            </a:r>
          </a:p>
        </p:txBody>
      </p:sp>
      <p:sp>
        <p:nvSpPr>
          <p:cNvPr id="6" name="Foliennummernplatzhalter 5"/>
          <p:cNvSpPr>
            <a:spLocks noGrp="1"/>
          </p:cNvSpPr>
          <p:nvPr>
            <p:ph type="sldNum" sz="quarter" idx="12"/>
          </p:nvPr>
        </p:nvSpPr>
        <p:spPr/>
        <p:txBody>
          <a:bodyPr/>
          <a:lstStyle/>
          <a:p>
            <a:fld id="{143B55C4-4F5A-416B-997D-6CE47EB0A945}" type="slidenum">
              <a:rPr lang="en-GB" noProof="0" smtClean="0"/>
              <a:t>‹#›</a:t>
            </a:fld>
            <a:endParaRPr lang="en-GB" noProof="0"/>
          </a:p>
        </p:txBody>
      </p:sp>
      <p:cxnSp>
        <p:nvCxnSpPr>
          <p:cNvPr id="7" name="Gerade Verbindung 6"/>
          <p:cNvCxnSpPr/>
          <p:nvPr userDrawn="1"/>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8" name="Titel 7"/>
          <p:cNvSpPr>
            <a:spLocks noGrp="1"/>
          </p:cNvSpPr>
          <p:nvPr>
            <p:ph type="title" hasCustomPrompt="1"/>
          </p:nvPr>
        </p:nvSpPr>
        <p:spPr>
          <a:xfrm>
            <a:off x="367575" y="290572"/>
            <a:ext cx="8408850" cy="415498"/>
          </a:xfrm>
        </p:spPr>
        <p:txBody>
          <a:bodyPr/>
          <a:lstStyle/>
          <a:p>
            <a:r>
              <a:rPr lang="en-GB" noProof="0"/>
              <a:t>Click to add headline</a:t>
            </a:r>
          </a:p>
        </p:txBody>
      </p:sp>
      <p:pic>
        <p:nvPicPr>
          <p:cNvPr id="9"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64443" y="4864131"/>
            <a:ext cx="630270" cy="19051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Standard page_05">
    <p:spTree>
      <p:nvGrpSpPr>
        <p:cNvPr id="1" name=""/>
        <p:cNvGrpSpPr/>
        <p:nvPr/>
      </p:nvGrpSpPr>
      <p:grpSpPr>
        <a:xfrm>
          <a:off x="0" y="0"/>
          <a:ext cx="0" cy="0"/>
          <a:chOff x="0" y="0"/>
          <a:chExt cx="0" cy="0"/>
        </a:xfrm>
      </p:grpSpPr>
      <p:sp>
        <p:nvSpPr>
          <p:cNvPr id="4" name="Datumsplatzhalter 3"/>
          <p:cNvSpPr>
            <a:spLocks noGrp="1"/>
          </p:cNvSpPr>
          <p:nvPr>
            <p:ph type="dt" sz="half" idx="12"/>
          </p:nvPr>
        </p:nvSpPr>
        <p:spPr/>
        <p:txBody>
          <a:bodyPr/>
          <a:lstStyle/>
          <a:p>
            <a:fld id="{9C15FEBD-85B6-4A0B-9BA4-99E119B10886}" type="datetime1">
              <a:rPr lang="en-GB" noProof="0" smtClean="0"/>
              <a:t>25/04/2024</a:t>
            </a:fld>
            <a:endParaRPr lang="en-GB" noProof="0"/>
          </a:p>
        </p:txBody>
      </p:sp>
      <p:sp>
        <p:nvSpPr>
          <p:cNvPr id="6" name="Fußzeilenplatzhalter 5"/>
          <p:cNvSpPr>
            <a:spLocks noGrp="1"/>
          </p:cNvSpPr>
          <p:nvPr>
            <p:ph type="ftr" sz="quarter" idx="13"/>
          </p:nvPr>
        </p:nvSpPr>
        <p:spPr/>
        <p:txBody>
          <a:bodyPr/>
          <a:lstStyle/>
          <a:p>
            <a:r>
              <a:rPr lang="en-GB" noProof="0"/>
              <a:t>Presentation title, date, author</a:t>
            </a:r>
          </a:p>
        </p:txBody>
      </p:sp>
      <p:sp>
        <p:nvSpPr>
          <p:cNvPr id="7" name="Foliennummernplatzhalter 6"/>
          <p:cNvSpPr>
            <a:spLocks noGrp="1"/>
          </p:cNvSpPr>
          <p:nvPr>
            <p:ph type="sldNum" sz="quarter" idx="14"/>
          </p:nvPr>
        </p:nvSpPr>
        <p:spPr/>
        <p:txBody>
          <a:bodyPr/>
          <a:lstStyle/>
          <a:p>
            <a:fld id="{143B55C4-4F5A-416B-997D-6CE47EB0A945}" type="slidenum">
              <a:rPr lang="en-GB" noProof="0" smtClean="0"/>
              <a:t>‹#›</a:t>
            </a:fld>
            <a:endParaRPr lang="en-GB" noProof="0"/>
          </a:p>
        </p:txBody>
      </p:sp>
      <p:cxnSp>
        <p:nvCxnSpPr>
          <p:cNvPr id="8" name="Gerade Verbindung 7"/>
          <p:cNvCxnSpPr/>
          <p:nvPr userDrawn="1"/>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9" name="Titel 7"/>
          <p:cNvSpPr>
            <a:spLocks noGrp="1"/>
          </p:cNvSpPr>
          <p:nvPr>
            <p:ph type="title" hasCustomPrompt="1"/>
          </p:nvPr>
        </p:nvSpPr>
        <p:spPr>
          <a:xfrm>
            <a:off x="367575" y="290572"/>
            <a:ext cx="8408850" cy="415498"/>
          </a:xfrm>
        </p:spPr>
        <p:txBody>
          <a:bodyPr/>
          <a:lstStyle/>
          <a:p>
            <a:r>
              <a:rPr lang="en-GB" noProof="0"/>
              <a:t>Click to add headline</a:t>
            </a:r>
          </a:p>
        </p:txBody>
      </p:sp>
      <p:pic>
        <p:nvPicPr>
          <p:cNvPr id="10"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64443" y="4864131"/>
            <a:ext cx="630270" cy="190510"/>
          </a:xfrm>
          <a:prstGeom prst="rect">
            <a:avLst/>
          </a:prstGeom>
        </p:spPr>
      </p:pic>
      <p:sp>
        <p:nvSpPr>
          <p:cNvPr id="11" name="Inhaltsplatzhalter 6"/>
          <p:cNvSpPr>
            <a:spLocks noGrp="1"/>
          </p:cNvSpPr>
          <p:nvPr>
            <p:ph sz="quarter" idx="15" hasCustomPrompt="1"/>
          </p:nvPr>
        </p:nvSpPr>
        <p:spPr>
          <a:xfrm>
            <a:off x="1771200" y="1198800"/>
            <a:ext cx="5616000" cy="3394800"/>
          </a:xfrm>
        </p:spPr>
        <p:txBody>
          <a:bodyPr/>
          <a:lstStyle>
            <a:lvl1pPr marL="0" indent="0">
              <a:spcBef>
                <a:spcPts val="600"/>
              </a:spcBef>
              <a:buNone/>
              <a:defRPr>
                <a:latin typeface="+mn-lt"/>
              </a:defRPr>
            </a:lvl1pPr>
            <a:lvl2pPr marL="266700" indent="0">
              <a:buNone/>
              <a:defRPr>
                <a:latin typeface="+mn-lt"/>
              </a:defRPr>
            </a:lvl2pPr>
            <a:lvl3pPr marL="450850" indent="0">
              <a:buNone/>
              <a:defRPr>
                <a:latin typeface="+mn-lt"/>
              </a:defRPr>
            </a:lvl3pPr>
            <a:lvl4pPr marL="628650" indent="0">
              <a:buNone/>
              <a:defRPr>
                <a:latin typeface="+mn-lt"/>
              </a:defRPr>
            </a:lvl4pPr>
            <a:lvl5pPr marL="806450" indent="0">
              <a:buNone/>
              <a:defRPr>
                <a:latin typeface="+mn-lt"/>
              </a:defRPr>
            </a:lvl5pPr>
          </a:lstStyle>
          <a:p>
            <a:pPr lvl="0"/>
            <a:r>
              <a:rPr lang="en-GB" noProof="0"/>
              <a:t>Click to add text</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Diagram slide_02">
    <p:spTree>
      <p:nvGrpSpPr>
        <p:cNvPr id="1" name=""/>
        <p:cNvGrpSpPr/>
        <p:nvPr/>
      </p:nvGrpSpPr>
      <p:grpSpPr>
        <a:xfrm>
          <a:off x="0" y="0"/>
          <a:ext cx="0" cy="0"/>
          <a:chOff x="0" y="0"/>
          <a:chExt cx="0" cy="0"/>
        </a:xfrm>
      </p:grpSpPr>
      <p:sp>
        <p:nvSpPr>
          <p:cNvPr id="3" name="Inhaltsplatzhalter 2"/>
          <p:cNvSpPr>
            <a:spLocks noGrp="1"/>
          </p:cNvSpPr>
          <p:nvPr>
            <p:ph idx="1" hasCustomPrompt="1"/>
          </p:nvPr>
        </p:nvSpPr>
        <p:spPr>
          <a:xfrm>
            <a:off x="367576" y="1200152"/>
            <a:ext cx="2934425" cy="2782569"/>
          </a:xfrm>
        </p:spPr>
        <p:txBody>
          <a:bodyPr/>
          <a:lstStyle>
            <a:lvl1pPr>
              <a:defRPr baseline="0"/>
            </a:lvl1pPr>
          </a:lstStyle>
          <a:p>
            <a:pPr lvl="0"/>
            <a:r>
              <a:rPr lang="en-GB" noProof="0"/>
              <a:t>Click to add text</a:t>
            </a:r>
          </a:p>
        </p:txBody>
      </p:sp>
      <p:sp>
        <p:nvSpPr>
          <p:cNvPr id="4" name="Datumsplatzhalter 3"/>
          <p:cNvSpPr>
            <a:spLocks noGrp="1"/>
          </p:cNvSpPr>
          <p:nvPr>
            <p:ph type="dt" sz="half" idx="12"/>
          </p:nvPr>
        </p:nvSpPr>
        <p:spPr/>
        <p:txBody>
          <a:bodyPr/>
          <a:lstStyle/>
          <a:p>
            <a:fld id="{C7B72EF1-134D-476C-B146-ED8DB9215F2F}" type="datetime1">
              <a:rPr lang="en-GB" noProof="0" smtClean="0"/>
              <a:t>25/04/2024</a:t>
            </a:fld>
            <a:endParaRPr lang="en-GB" noProof="0"/>
          </a:p>
        </p:txBody>
      </p:sp>
      <p:sp>
        <p:nvSpPr>
          <p:cNvPr id="6" name="Fußzeilenplatzhalter 5"/>
          <p:cNvSpPr>
            <a:spLocks noGrp="1"/>
          </p:cNvSpPr>
          <p:nvPr>
            <p:ph type="ftr" sz="quarter" idx="13"/>
          </p:nvPr>
        </p:nvSpPr>
        <p:spPr/>
        <p:txBody>
          <a:bodyPr/>
          <a:lstStyle/>
          <a:p>
            <a:r>
              <a:rPr lang="en-GB" noProof="0"/>
              <a:t>Presentation title, date, author</a:t>
            </a:r>
          </a:p>
        </p:txBody>
      </p:sp>
      <p:sp>
        <p:nvSpPr>
          <p:cNvPr id="7" name="Foliennummernplatzhalter 6"/>
          <p:cNvSpPr>
            <a:spLocks noGrp="1"/>
          </p:cNvSpPr>
          <p:nvPr>
            <p:ph type="sldNum" sz="quarter" idx="14"/>
          </p:nvPr>
        </p:nvSpPr>
        <p:spPr/>
        <p:txBody>
          <a:bodyPr/>
          <a:lstStyle/>
          <a:p>
            <a:fld id="{143B55C4-4F5A-416B-997D-6CE47EB0A945}" type="slidenum">
              <a:rPr lang="en-GB" noProof="0" smtClean="0"/>
              <a:t>‹#›</a:t>
            </a:fld>
            <a:endParaRPr lang="en-GB" noProof="0"/>
          </a:p>
        </p:txBody>
      </p:sp>
      <p:cxnSp>
        <p:nvCxnSpPr>
          <p:cNvPr id="8" name="Gerade Verbindung 7"/>
          <p:cNvCxnSpPr/>
          <p:nvPr userDrawn="1"/>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9" name="Titel 7"/>
          <p:cNvSpPr>
            <a:spLocks noGrp="1"/>
          </p:cNvSpPr>
          <p:nvPr>
            <p:ph type="title" hasCustomPrompt="1"/>
          </p:nvPr>
        </p:nvSpPr>
        <p:spPr>
          <a:xfrm>
            <a:off x="367575" y="290572"/>
            <a:ext cx="8408850" cy="415498"/>
          </a:xfrm>
        </p:spPr>
        <p:txBody>
          <a:bodyPr/>
          <a:lstStyle/>
          <a:p>
            <a:r>
              <a:rPr lang="en-GB" noProof="0"/>
              <a:t>Click to add headline</a:t>
            </a:r>
          </a:p>
        </p:txBody>
      </p:sp>
      <p:pic>
        <p:nvPicPr>
          <p:cNvPr id="10"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64443" y="4864131"/>
            <a:ext cx="630270" cy="19051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type="blank" preserve="1">
  <p:cSld name="Leer">
    <p:spTree>
      <p:nvGrpSpPr>
        <p:cNvPr id="1" name=""/>
        <p:cNvGrpSpPr/>
        <p:nvPr/>
      </p:nvGrpSpPr>
      <p:grpSpPr>
        <a:xfrm>
          <a:off x="0" y="0"/>
          <a:ext cx="0" cy="0"/>
          <a:chOff x="0" y="0"/>
          <a:chExt cx="0" cy="0"/>
        </a:xfrm>
      </p:grpSpPr>
      <p:sp>
        <p:nvSpPr>
          <p:cNvPr id="2" name="Datumsplatzhalter 1"/>
          <p:cNvSpPr>
            <a:spLocks noGrp="1"/>
          </p:cNvSpPr>
          <p:nvPr>
            <p:ph type="dt" sz="half" idx="10"/>
          </p:nvPr>
        </p:nvSpPr>
        <p:spPr/>
        <p:txBody>
          <a:bodyPr/>
          <a:lstStyle/>
          <a:p>
            <a:fld id="{BA5CE2E9-12A2-427C-965D-EA946F81C33E}" type="datetime1">
              <a:rPr lang="en-GB" noProof="0" smtClean="0"/>
              <a:t>25/04/2024</a:t>
            </a:fld>
            <a:endParaRPr lang="en-GB" noProof="0"/>
          </a:p>
        </p:txBody>
      </p:sp>
      <p:sp>
        <p:nvSpPr>
          <p:cNvPr id="3" name="Fußzeilenplatzhalter 2"/>
          <p:cNvSpPr>
            <a:spLocks noGrp="1"/>
          </p:cNvSpPr>
          <p:nvPr>
            <p:ph type="ftr" sz="quarter" idx="11"/>
          </p:nvPr>
        </p:nvSpPr>
        <p:spPr/>
        <p:txBody>
          <a:bodyPr/>
          <a:lstStyle/>
          <a:p>
            <a:r>
              <a:rPr lang="en-GB" noProof="0"/>
              <a:t>Presentation title, date, author</a:t>
            </a:r>
          </a:p>
        </p:txBody>
      </p:sp>
      <p:sp>
        <p:nvSpPr>
          <p:cNvPr id="4" name="Foliennummernplatzhalter 3"/>
          <p:cNvSpPr>
            <a:spLocks noGrp="1"/>
          </p:cNvSpPr>
          <p:nvPr>
            <p:ph type="sldNum" sz="quarter" idx="12"/>
          </p:nvPr>
        </p:nvSpPr>
        <p:spPr/>
        <p:txBody>
          <a:bodyPr/>
          <a:lstStyle/>
          <a:p>
            <a:fld id="{143B55C4-4F5A-416B-997D-6CE47EB0A945}" type="slidenum">
              <a:rPr lang="en-GB" noProof="0" smtClean="0"/>
              <a:t>‹#›</a:t>
            </a:fld>
            <a:endParaRPr lang="en-GB" noProof="0"/>
          </a:p>
        </p:txBody>
      </p:sp>
      <p:pic>
        <p:nvPicPr>
          <p:cNvPr id="5"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64443" y="4864131"/>
            <a:ext cx="630270" cy="19051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Circle segment_01">
    <p:spTree>
      <p:nvGrpSpPr>
        <p:cNvPr id="1" name=""/>
        <p:cNvGrpSpPr/>
        <p:nvPr/>
      </p:nvGrpSpPr>
      <p:grpSpPr>
        <a:xfrm>
          <a:off x="0" y="0"/>
          <a:ext cx="0" cy="0"/>
          <a:chOff x="0" y="0"/>
          <a:chExt cx="0" cy="0"/>
        </a:xfrm>
      </p:grpSpPr>
      <p:sp>
        <p:nvSpPr>
          <p:cNvPr id="9" name="Rechteck 8"/>
          <p:cNvSpPr/>
          <p:nvPr userDrawn="1"/>
        </p:nvSpPr>
        <p:spPr>
          <a:xfrm>
            <a:off x="0" y="2196370"/>
            <a:ext cx="9144000" cy="2947130"/>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400" noProof="0">
              <a:solidFill>
                <a:schemeClr val="tx1"/>
              </a:solidFill>
              <a:latin typeface="BISansOpti"/>
            </a:endParaRPr>
          </a:p>
        </p:txBody>
      </p:sp>
      <p:cxnSp>
        <p:nvCxnSpPr>
          <p:cNvPr id="5" name="Gerade Verbindung 4"/>
          <p:cNvCxnSpPr/>
          <p:nvPr userDrawn="1"/>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3" name="Datumsplatzhalter 2"/>
          <p:cNvSpPr>
            <a:spLocks noGrp="1"/>
          </p:cNvSpPr>
          <p:nvPr>
            <p:ph type="dt" sz="half" idx="10"/>
          </p:nvPr>
        </p:nvSpPr>
        <p:spPr/>
        <p:txBody>
          <a:bodyPr/>
          <a:lstStyle/>
          <a:p>
            <a:fld id="{3A4F5901-183E-4A00-9284-9EF186007567}" type="datetime1">
              <a:rPr lang="en-GB" smtClean="0"/>
              <a:t>25/04/2024</a:t>
            </a:fld>
            <a:endParaRPr lang="en-GB"/>
          </a:p>
        </p:txBody>
      </p:sp>
      <p:sp>
        <p:nvSpPr>
          <p:cNvPr id="4" name="Fußzeilenplatzhalter 3"/>
          <p:cNvSpPr>
            <a:spLocks noGrp="1"/>
          </p:cNvSpPr>
          <p:nvPr>
            <p:ph type="ftr" sz="quarter" idx="11"/>
          </p:nvPr>
        </p:nvSpPr>
        <p:spPr/>
        <p:txBody>
          <a:bodyPr/>
          <a:lstStyle/>
          <a:p>
            <a:r>
              <a:rPr lang="en-GB"/>
              <a:t>Presentation title, date, author</a:t>
            </a:r>
          </a:p>
        </p:txBody>
      </p:sp>
      <p:sp>
        <p:nvSpPr>
          <p:cNvPr id="6" name="Foliennummernplatzhalter 5"/>
          <p:cNvSpPr>
            <a:spLocks noGrp="1"/>
          </p:cNvSpPr>
          <p:nvPr>
            <p:ph type="sldNum" sz="quarter" idx="12"/>
          </p:nvPr>
        </p:nvSpPr>
        <p:spPr/>
        <p:txBody>
          <a:bodyPr/>
          <a:lstStyle/>
          <a:p>
            <a:fld id="{143B55C4-4F5A-416B-997D-6CE47EB0A945}" type="slidenum">
              <a:rPr lang="en-GB" smtClean="0"/>
              <a:t>‹#›</a:t>
            </a:fld>
            <a:endParaRPr lang="en-GB"/>
          </a:p>
        </p:txBody>
      </p:sp>
      <p:sp>
        <p:nvSpPr>
          <p:cNvPr id="10" name="Rechteck 12"/>
          <p:cNvSpPr/>
          <p:nvPr userDrawn="1"/>
        </p:nvSpPr>
        <p:spPr>
          <a:xfrm>
            <a:off x="2" y="735013"/>
            <a:ext cx="3672981" cy="3960812"/>
          </a:xfrm>
          <a:custGeom>
            <a:avLst/>
            <a:gdLst/>
            <a:ahLst/>
            <a:cxnLst/>
            <a:rect l="l" t="t" r="r" b="b"/>
            <a:pathLst>
              <a:path w="3672981" h="3960812">
                <a:moveTo>
                  <a:pt x="0" y="0"/>
                </a:moveTo>
                <a:lnTo>
                  <a:pt x="3361658" y="0"/>
                </a:lnTo>
                <a:lnTo>
                  <a:pt x="3412473" y="127738"/>
                </a:lnTo>
                <a:cubicBezTo>
                  <a:pt x="3581102" y="597230"/>
                  <a:pt x="3672981" y="1103310"/>
                  <a:pt x="3672981" y="1630850"/>
                </a:cubicBezTo>
                <a:cubicBezTo>
                  <a:pt x="3672981" y="2378998"/>
                  <a:pt x="3488190" y="3083985"/>
                  <a:pt x="3161761" y="3702659"/>
                </a:cubicBezTo>
                <a:lnTo>
                  <a:pt x="3012298" y="3960812"/>
                </a:lnTo>
                <a:lnTo>
                  <a:pt x="0" y="3960812"/>
                </a:lnTo>
                <a:close/>
              </a:path>
            </a:pathLst>
          </a:custGeom>
          <a:solidFill>
            <a:srgbClr val="1F497D"/>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de-DE" sz="1400" err="1">
              <a:solidFill>
                <a:schemeClr val="tx1"/>
              </a:solidFill>
              <a:latin typeface="BISansOpti"/>
            </a:endParaRPr>
          </a:p>
        </p:txBody>
      </p:sp>
      <p:sp>
        <p:nvSpPr>
          <p:cNvPr id="11" name="Bildplatzhalter 20"/>
          <p:cNvSpPr>
            <a:spLocks noGrp="1"/>
          </p:cNvSpPr>
          <p:nvPr>
            <p:ph type="pic" sz="quarter" idx="13"/>
          </p:nvPr>
        </p:nvSpPr>
        <p:spPr>
          <a:xfrm>
            <a:off x="-1" y="731225"/>
            <a:ext cx="3579143" cy="3963175"/>
          </a:xfrm>
          <a:custGeom>
            <a:avLst/>
            <a:gdLst>
              <a:gd name="connsiteX0" fmla="*/ 0 w 3582000"/>
              <a:gd name="connsiteY0" fmla="*/ 0 h 3960000"/>
              <a:gd name="connsiteX1" fmla="*/ 1791000 w 3582000"/>
              <a:gd name="connsiteY1" fmla="*/ 0 h 3960000"/>
              <a:gd name="connsiteX2" fmla="*/ 3582000 w 3582000"/>
              <a:gd name="connsiteY2" fmla="*/ 1980000 h 3960000"/>
              <a:gd name="connsiteX3" fmla="*/ 1791000 w 3582000"/>
              <a:gd name="connsiteY3" fmla="*/ 3960000 h 3960000"/>
              <a:gd name="connsiteX4" fmla="*/ 0 w 3582000"/>
              <a:gd name="connsiteY4" fmla="*/ 3960000 h 3960000"/>
              <a:gd name="connsiteX5" fmla="*/ 0 w 3582000"/>
              <a:gd name="connsiteY5" fmla="*/ 0 h 3960000"/>
              <a:gd name="connsiteX0-1" fmla="*/ 0 w 3669107"/>
              <a:gd name="connsiteY0-2" fmla="*/ 0 h 3960000"/>
              <a:gd name="connsiteX1-3" fmla="*/ 1791000 w 3669107"/>
              <a:gd name="connsiteY1-4" fmla="*/ 0 h 3960000"/>
              <a:gd name="connsiteX2-5" fmla="*/ 3225219 w 3669107"/>
              <a:gd name="connsiteY2-6" fmla="*/ 807894 h 3960000"/>
              <a:gd name="connsiteX3-7" fmla="*/ 3582000 w 3669107"/>
              <a:gd name="connsiteY3-8" fmla="*/ 1980000 h 3960000"/>
              <a:gd name="connsiteX4-9" fmla="*/ 1791000 w 3669107"/>
              <a:gd name="connsiteY4-10" fmla="*/ 3960000 h 3960000"/>
              <a:gd name="connsiteX5-11" fmla="*/ 0 w 3669107"/>
              <a:gd name="connsiteY5-12" fmla="*/ 3960000 h 3960000"/>
              <a:gd name="connsiteX6" fmla="*/ 0 w 3669107"/>
              <a:gd name="connsiteY6" fmla="*/ 0 h 3960000"/>
              <a:gd name="connsiteX0-13" fmla="*/ 0 w 3597300"/>
              <a:gd name="connsiteY0-14" fmla="*/ 0 h 3960000"/>
              <a:gd name="connsiteX1-15" fmla="*/ 1791000 w 3597300"/>
              <a:gd name="connsiteY1-16" fmla="*/ 0 h 3960000"/>
              <a:gd name="connsiteX2-17" fmla="*/ 3225219 w 3597300"/>
              <a:gd name="connsiteY2-18" fmla="*/ 807894 h 3960000"/>
              <a:gd name="connsiteX3-19" fmla="*/ 3582000 w 3597300"/>
              <a:gd name="connsiteY3-20" fmla="*/ 1980000 h 3960000"/>
              <a:gd name="connsiteX4-21" fmla="*/ 2862382 w 3597300"/>
              <a:gd name="connsiteY4-22" fmla="*/ 3307821 h 3960000"/>
              <a:gd name="connsiteX5-23" fmla="*/ 1791000 w 3597300"/>
              <a:gd name="connsiteY5-24" fmla="*/ 3960000 h 3960000"/>
              <a:gd name="connsiteX6-25" fmla="*/ 0 w 3597300"/>
              <a:gd name="connsiteY6-26" fmla="*/ 3960000 h 3960000"/>
              <a:gd name="connsiteX7" fmla="*/ 0 w 3597300"/>
              <a:gd name="connsiteY7" fmla="*/ 0 h 3960000"/>
              <a:gd name="connsiteX0-27" fmla="*/ 0 w 3597300"/>
              <a:gd name="connsiteY0-28" fmla="*/ 0 h 3960000"/>
              <a:gd name="connsiteX1-29" fmla="*/ 3261025 w 3597300"/>
              <a:gd name="connsiteY1-30" fmla="*/ 3175 h 3960000"/>
              <a:gd name="connsiteX2-31" fmla="*/ 3225219 w 3597300"/>
              <a:gd name="connsiteY2-32" fmla="*/ 807894 h 3960000"/>
              <a:gd name="connsiteX3-33" fmla="*/ 3582000 w 3597300"/>
              <a:gd name="connsiteY3-34" fmla="*/ 1980000 h 3960000"/>
              <a:gd name="connsiteX4-35" fmla="*/ 2862382 w 3597300"/>
              <a:gd name="connsiteY4-36" fmla="*/ 3307821 h 3960000"/>
              <a:gd name="connsiteX5-37" fmla="*/ 1791000 w 3597300"/>
              <a:gd name="connsiteY5-38" fmla="*/ 3960000 h 3960000"/>
              <a:gd name="connsiteX6-39" fmla="*/ 0 w 3597300"/>
              <a:gd name="connsiteY6-40" fmla="*/ 3960000 h 3960000"/>
              <a:gd name="connsiteX7-41" fmla="*/ 0 w 3597300"/>
              <a:gd name="connsiteY7-42" fmla="*/ 0 h 3960000"/>
              <a:gd name="connsiteX0-43" fmla="*/ 0 w 3597300"/>
              <a:gd name="connsiteY0-44" fmla="*/ 0 h 3960000"/>
              <a:gd name="connsiteX1-45" fmla="*/ 3019725 w 3597300"/>
              <a:gd name="connsiteY1-46" fmla="*/ 282575 h 3960000"/>
              <a:gd name="connsiteX2-47" fmla="*/ 3225219 w 3597300"/>
              <a:gd name="connsiteY2-48" fmla="*/ 807894 h 3960000"/>
              <a:gd name="connsiteX3-49" fmla="*/ 3582000 w 3597300"/>
              <a:gd name="connsiteY3-50" fmla="*/ 1980000 h 3960000"/>
              <a:gd name="connsiteX4-51" fmla="*/ 2862382 w 3597300"/>
              <a:gd name="connsiteY4-52" fmla="*/ 3307821 h 3960000"/>
              <a:gd name="connsiteX5-53" fmla="*/ 1791000 w 3597300"/>
              <a:gd name="connsiteY5-54" fmla="*/ 3960000 h 3960000"/>
              <a:gd name="connsiteX6-55" fmla="*/ 0 w 3597300"/>
              <a:gd name="connsiteY6-56" fmla="*/ 3960000 h 3960000"/>
              <a:gd name="connsiteX7-57" fmla="*/ 0 w 3597300"/>
              <a:gd name="connsiteY7-58" fmla="*/ 0 h 3960000"/>
              <a:gd name="connsiteX0-59" fmla="*/ 0 w 3597300"/>
              <a:gd name="connsiteY0-60" fmla="*/ 3175 h 3963175"/>
              <a:gd name="connsiteX1-61" fmla="*/ 3264200 w 3597300"/>
              <a:gd name="connsiteY1-62" fmla="*/ 0 h 3963175"/>
              <a:gd name="connsiteX2-63" fmla="*/ 3225219 w 3597300"/>
              <a:gd name="connsiteY2-64" fmla="*/ 811069 h 3963175"/>
              <a:gd name="connsiteX3-65" fmla="*/ 3582000 w 3597300"/>
              <a:gd name="connsiteY3-66" fmla="*/ 1983175 h 3963175"/>
              <a:gd name="connsiteX4-67" fmla="*/ 2862382 w 3597300"/>
              <a:gd name="connsiteY4-68" fmla="*/ 3310996 h 3963175"/>
              <a:gd name="connsiteX5-69" fmla="*/ 1791000 w 3597300"/>
              <a:gd name="connsiteY5-70" fmla="*/ 3963175 h 3963175"/>
              <a:gd name="connsiteX6-71" fmla="*/ 0 w 3597300"/>
              <a:gd name="connsiteY6-72" fmla="*/ 3963175 h 3963175"/>
              <a:gd name="connsiteX7-73" fmla="*/ 0 w 3597300"/>
              <a:gd name="connsiteY7-74" fmla="*/ 3175 h 3963175"/>
              <a:gd name="connsiteX0-75" fmla="*/ 0 w 3597300"/>
              <a:gd name="connsiteY0-76" fmla="*/ 3175 h 3963175"/>
              <a:gd name="connsiteX1-77" fmla="*/ 3264200 w 3597300"/>
              <a:gd name="connsiteY1-78" fmla="*/ 0 h 3963175"/>
              <a:gd name="connsiteX2-79" fmla="*/ 3225219 w 3597300"/>
              <a:gd name="connsiteY2-80" fmla="*/ 811069 h 3963175"/>
              <a:gd name="connsiteX3-81" fmla="*/ 3582000 w 3597300"/>
              <a:gd name="connsiteY3-82" fmla="*/ 1983175 h 3963175"/>
              <a:gd name="connsiteX4-83" fmla="*/ 2862382 w 3597300"/>
              <a:gd name="connsiteY4-84" fmla="*/ 3310996 h 3963175"/>
              <a:gd name="connsiteX5-85" fmla="*/ 1791000 w 3597300"/>
              <a:gd name="connsiteY5-86" fmla="*/ 3963175 h 3963175"/>
              <a:gd name="connsiteX6-87" fmla="*/ 0 w 3597300"/>
              <a:gd name="connsiteY6-88" fmla="*/ 3963175 h 3963175"/>
              <a:gd name="connsiteX7-89" fmla="*/ 0 w 3597300"/>
              <a:gd name="connsiteY7-90" fmla="*/ 3175 h 3963175"/>
              <a:gd name="connsiteX0-91" fmla="*/ 0 w 3616616"/>
              <a:gd name="connsiteY0-92" fmla="*/ 21630 h 3981630"/>
              <a:gd name="connsiteX1-93" fmla="*/ 3264200 w 3616616"/>
              <a:gd name="connsiteY1-94" fmla="*/ 18455 h 3981630"/>
              <a:gd name="connsiteX2-95" fmla="*/ 3323644 w 3616616"/>
              <a:gd name="connsiteY2-96" fmla="*/ 184999 h 3981630"/>
              <a:gd name="connsiteX3-97" fmla="*/ 3582000 w 3616616"/>
              <a:gd name="connsiteY3-98" fmla="*/ 2001630 h 3981630"/>
              <a:gd name="connsiteX4-99" fmla="*/ 2862382 w 3616616"/>
              <a:gd name="connsiteY4-100" fmla="*/ 3329451 h 3981630"/>
              <a:gd name="connsiteX5-101" fmla="*/ 1791000 w 3616616"/>
              <a:gd name="connsiteY5-102" fmla="*/ 3981630 h 3981630"/>
              <a:gd name="connsiteX6-103" fmla="*/ 0 w 3616616"/>
              <a:gd name="connsiteY6-104" fmla="*/ 3981630 h 3981630"/>
              <a:gd name="connsiteX7-105" fmla="*/ 0 w 3616616"/>
              <a:gd name="connsiteY7-106" fmla="*/ 21630 h 3981630"/>
              <a:gd name="connsiteX0-107" fmla="*/ 0 w 3616616"/>
              <a:gd name="connsiteY0-108" fmla="*/ 3175 h 3963175"/>
              <a:gd name="connsiteX1-109" fmla="*/ 3264200 w 3616616"/>
              <a:gd name="connsiteY1-110" fmla="*/ 0 h 3963175"/>
              <a:gd name="connsiteX2-111" fmla="*/ 3323644 w 3616616"/>
              <a:gd name="connsiteY2-112" fmla="*/ 166544 h 3963175"/>
              <a:gd name="connsiteX3-113" fmla="*/ 3582000 w 3616616"/>
              <a:gd name="connsiteY3-114" fmla="*/ 1983175 h 3963175"/>
              <a:gd name="connsiteX4-115" fmla="*/ 2862382 w 3616616"/>
              <a:gd name="connsiteY4-116" fmla="*/ 3310996 h 3963175"/>
              <a:gd name="connsiteX5-117" fmla="*/ 1791000 w 3616616"/>
              <a:gd name="connsiteY5-118" fmla="*/ 3963175 h 3963175"/>
              <a:gd name="connsiteX6-119" fmla="*/ 0 w 3616616"/>
              <a:gd name="connsiteY6-120" fmla="*/ 3963175 h 3963175"/>
              <a:gd name="connsiteX7-121" fmla="*/ 0 w 3616616"/>
              <a:gd name="connsiteY7-122" fmla="*/ 3175 h 3963175"/>
              <a:gd name="connsiteX0-123" fmla="*/ 0 w 3601265"/>
              <a:gd name="connsiteY0-124" fmla="*/ 3175 h 3963175"/>
              <a:gd name="connsiteX1-125" fmla="*/ 3264200 w 3601265"/>
              <a:gd name="connsiteY1-126" fmla="*/ 0 h 3963175"/>
              <a:gd name="connsiteX2-127" fmla="*/ 3323644 w 3601265"/>
              <a:gd name="connsiteY2-128" fmla="*/ 166544 h 3963175"/>
              <a:gd name="connsiteX3-129" fmla="*/ 3582000 w 3601265"/>
              <a:gd name="connsiteY3-130" fmla="*/ 1983175 h 3963175"/>
              <a:gd name="connsiteX4-131" fmla="*/ 2862382 w 3601265"/>
              <a:gd name="connsiteY4-132" fmla="*/ 3310996 h 3963175"/>
              <a:gd name="connsiteX5-133" fmla="*/ 1791000 w 3601265"/>
              <a:gd name="connsiteY5-134" fmla="*/ 3963175 h 3963175"/>
              <a:gd name="connsiteX6-135" fmla="*/ 0 w 3601265"/>
              <a:gd name="connsiteY6-136" fmla="*/ 3963175 h 3963175"/>
              <a:gd name="connsiteX7-137" fmla="*/ 0 w 3601265"/>
              <a:gd name="connsiteY7-138" fmla="*/ 3175 h 3963175"/>
              <a:gd name="connsiteX0-139" fmla="*/ 0 w 3364734"/>
              <a:gd name="connsiteY0-140" fmla="*/ 3175 h 3963175"/>
              <a:gd name="connsiteX1-141" fmla="*/ 3264200 w 3364734"/>
              <a:gd name="connsiteY1-142" fmla="*/ 0 h 3963175"/>
              <a:gd name="connsiteX2-143" fmla="*/ 3323644 w 3364734"/>
              <a:gd name="connsiteY2-144" fmla="*/ 166544 h 3963175"/>
              <a:gd name="connsiteX3-145" fmla="*/ 3016850 w 3364734"/>
              <a:gd name="connsiteY3-146" fmla="*/ 1614875 h 3963175"/>
              <a:gd name="connsiteX4-147" fmla="*/ 2862382 w 3364734"/>
              <a:gd name="connsiteY4-148" fmla="*/ 3310996 h 3963175"/>
              <a:gd name="connsiteX5-149" fmla="*/ 1791000 w 3364734"/>
              <a:gd name="connsiteY5-150" fmla="*/ 3963175 h 3963175"/>
              <a:gd name="connsiteX6-151" fmla="*/ 0 w 3364734"/>
              <a:gd name="connsiteY6-152" fmla="*/ 3963175 h 3963175"/>
              <a:gd name="connsiteX7-153" fmla="*/ 0 w 3364734"/>
              <a:gd name="connsiteY7-154" fmla="*/ 3175 h 3963175"/>
              <a:gd name="connsiteX0-155" fmla="*/ 0 w 3598344"/>
              <a:gd name="connsiteY0-156" fmla="*/ 3175 h 3963175"/>
              <a:gd name="connsiteX1-157" fmla="*/ 3264200 w 3598344"/>
              <a:gd name="connsiteY1-158" fmla="*/ 0 h 3963175"/>
              <a:gd name="connsiteX2-159" fmla="*/ 3323644 w 3598344"/>
              <a:gd name="connsiteY2-160" fmla="*/ 166544 h 3963175"/>
              <a:gd name="connsiteX3-161" fmla="*/ 3578825 w 3598344"/>
              <a:gd name="connsiteY3-162" fmla="*/ 1640275 h 3963175"/>
              <a:gd name="connsiteX4-163" fmla="*/ 2862382 w 3598344"/>
              <a:gd name="connsiteY4-164" fmla="*/ 3310996 h 3963175"/>
              <a:gd name="connsiteX5-165" fmla="*/ 1791000 w 3598344"/>
              <a:gd name="connsiteY5-166" fmla="*/ 3963175 h 3963175"/>
              <a:gd name="connsiteX6-167" fmla="*/ 0 w 3598344"/>
              <a:gd name="connsiteY6-168" fmla="*/ 3963175 h 3963175"/>
              <a:gd name="connsiteX7-169" fmla="*/ 0 w 3598344"/>
              <a:gd name="connsiteY7-170" fmla="*/ 3175 h 3963175"/>
              <a:gd name="connsiteX0-171" fmla="*/ 0 w 3612056"/>
              <a:gd name="connsiteY0-172" fmla="*/ 3175 h 3963175"/>
              <a:gd name="connsiteX1-173" fmla="*/ 3264200 w 3612056"/>
              <a:gd name="connsiteY1-174" fmla="*/ 0 h 3963175"/>
              <a:gd name="connsiteX2-175" fmla="*/ 3323644 w 3612056"/>
              <a:gd name="connsiteY2-176" fmla="*/ 166544 h 3963175"/>
              <a:gd name="connsiteX3-177" fmla="*/ 3578825 w 3612056"/>
              <a:gd name="connsiteY3-178" fmla="*/ 1640275 h 3963175"/>
              <a:gd name="connsiteX4-179" fmla="*/ 2862382 w 3612056"/>
              <a:gd name="connsiteY4-180" fmla="*/ 3310996 h 3963175"/>
              <a:gd name="connsiteX5-181" fmla="*/ 1791000 w 3612056"/>
              <a:gd name="connsiteY5-182" fmla="*/ 3963175 h 3963175"/>
              <a:gd name="connsiteX6-183" fmla="*/ 0 w 3612056"/>
              <a:gd name="connsiteY6-184" fmla="*/ 3963175 h 3963175"/>
              <a:gd name="connsiteX7-185" fmla="*/ 0 w 3612056"/>
              <a:gd name="connsiteY7-186" fmla="*/ 3175 h 3963175"/>
              <a:gd name="connsiteX0-187" fmla="*/ 0 w 3635528"/>
              <a:gd name="connsiteY0-188" fmla="*/ 3175 h 3963175"/>
              <a:gd name="connsiteX1-189" fmla="*/ 3264200 w 3635528"/>
              <a:gd name="connsiteY1-190" fmla="*/ 0 h 3963175"/>
              <a:gd name="connsiteX2-191" fmla="*/ 3323644 w 3635528"/>
              <a:gd name="connsiteY2-192" fmla="*/ 166544 h 3963175"/>
              <a:gd name="connsiteX3-193" fmla="*/ 3578825 w 3635528"/>
              <a:gd name="connsiteY3-194" fmla="*/ 1640275 h 3963175"/>
              <a:gd name="connsiteX4-195" fmla="*/ 2862382 w 3635528"/>
              <a:gd name="connsiteY4-196" fmla="*/ 3310996 h 3963175"/>
              <a:gd name="connsiteX5-197" fmla="*/ 1791000 w 3635528"/>
              <a:gd name="connsiteY5-198" fmla="*/ 3963175 h 3963175"/>
              <a:gd name="connsiteX6-199" fmla="*/ 0 w 3635528"/>
              <a:gd name="connsiteY6-200" fmla="*/ 3963175 h 3963175"/>
              <a:gd name="connsiteX7-201" fmla="*/ 0 w 3635528"/>
              <a:gd name="connsiteY7-202" fmla="*/ 3175 h 3963175"/>
              <a:gd name="connsiteX0-203" fmla="*/ 0 w 3578828"/>
              <a:gd name="connsiteY0-204" fmla="*/ 3175 h 3963175"/>
              <a:gd name="connsiteX1-205" fmla="*/ 3264200 w 3578828"/>
              <a:gd name="connsiteY1-206" fmla="*/ 0 h 3963175"/>
              <a:gd name="connsiteX2-207" fmla="*/ 3323644 w 3578828"/>
              <a:gd name="connsiteY2-208" fmla="*/ 166544 h 3963175"/>
              <a:gd name="connsiteX3-209" fmla="*/ 3578825 w 3578828"/>
              <a:gd name="connsiteY3-210" fmla="*/ 1640275 h 3963175"/>
              <a:gd name="connsiteX4-211" fmla="*/ 2862382 w 3578828"/>
              <a:gd name="connsiteY4-212" fmla="*/ 3310996 h 3963175"/>
              <a:gd name="connsiteX5-213" fmla="*/ 1791000 w 3578828"/>
              <a:gd name="connsiteY5-214" fmla="*/ 3963175 h 3963175"/>
              <a:gd name="connsiteX6-215" fmla="*/ 0 w 3578828"/>
              <a:gd name="connsiteY6-216" fmla="*/ 3963175 h 3963175"/>
              <a:gd name="connsiteX7-217" fmla="*/ 0 w 3578828"/>
              <a:gd name="connsiteY7-218" fmla="*/ 3175 h 3963175"/>
              <a:gd name="connsiteX0-219" fmla="*/ 0 w 3578942"/>
              <a:gd name="connsiteY0-220" fmla="*/ 3175 h 3963175"/>
              <a:gd name="connsiteX1-221" fmla="*/ 3264200 w 3578942"/>
              <a:gd name="connsiteY1-222" fmla="*/ 0 h 3963175"/>
              <a:gd name="connsiteX2-223" fmla="*/ 3323644 w 3578942"/>
              <a:gd name="connsiteY2-224" fmla="*/ 166544 h 3963175"/>
              <a:gd name="connsiteX3-225" fmla="*/ 3578825 w 3578942"/>
              <a:gd name="connsiteY3-226" fmla="*/ 1640275 h 3963175"/>
              <a:gd name="connsiteX4-227" fmla="*/ 2862382 w 3578942"/>
              <a:gd name="connsiteY4-228" fmla="*/ 3310996 h 3963175"/>
              <a:gd name="connsiteX5-229" fmla="*/ 1791000 w 3578942"/>
              <a:gd name="connsiteY5-230" fmla="*/ 3963175 h 3963175"/>
              <a:gd name="connsiteX6-231" fmla="*/ 0 w 3578942"/>
              <a:gd name="connsiteY6-232" fmla="*/ 3963175 h 3963175"/>
              <a:gd name="connsiteX7-233" fmla="*/ 0 w 3578942"/>
              <a:gd name="connsiteY7-234" fmla="*/ 3175 h 3963175"/>
              <a:gd name="connsiteX0-235" fmla="*/ 0 w 3578942"/>
              <a:gd name="connsiteY0-236" fmla="*/ 3175 h 3963175"/>
              <a:gd name="connsiteX1-237" fmla="*/ 3264200 w 3578942"/>
              <a:gd name="connsiteY1-238" fmla="*/ 0 h 3963175"/>
              <a:gd name="connsiteX2-239" fmla="*/ 3323644 w 3578942"/>
              <a:gd name="connsiteY2-240" fmla="*/ 166544 h 3963175"/>
              <a:gd name="connsiteX3-241" fmla="*/ 3578825 w 3578942"/>
              <a:gd name="connsiteY3-242" fmla="*/ 1640275 h 3963175"/>
              <a:gd name="connsiteX4-243" fmla="*/ 2862382 w 3578942"/>
              <a:gd name="connsiteY4-244" fmla="*/ 3310996 h 3963175"/>
              <a:gd name="connsiteX5-245" fmla="*/ 1791000 w 3578942"/>
              <a:gd name="connsiteY5-246" fmla="*/ 3963175 h 3963175"/>
              <a:gd name="connsiteX6-247" fmla="*/ 0 w 3578942"/>
              <a:gd name="connsiteY6-248" fmla="*/ 3963175 h 3963175"/>
              <a:gd name="connsiteX7-249" fmla="*/ 0 w 3578942"/>
              <a:gd name="connsiteY7-250" fmla="*/ 3175 h 3963175"/>
              <a:gd name="connsiteX0-251" fmla="*/ 0 w 3590408"/>
              <a:gd name="connsiteY0-252" fmla="*/ 3175 h 3974831"/>
              <a:gd name="connsiteX1-253" fmla="*/ 3264200 w 3590408"/>
              <a:gd name="connsiteY1-254" fmla="*/ 0 h 3974831"/>
              <a:gd name="connsiteX2-255" fmla="*/ 3323644 w 3590408"/>
              <a:gd name="connsiteY2-256" fmla="*/ 166544 h 3974831"/>
              <a:gd name="connsiteX3-257" fmla="*/ 3578825 w 3590408"/>
              <a:gd name="connsiteY3-258" fmla="*/ 1640275 h 3974831"/>
              <a:gd name="connsiteX4-259" fmla="*/ 3002082 w 3590408"/>
              <a:gd name="connsiteY4-260" fmla="*/ 3809471 h 3974831"/>
              <a:gd name="connsiteX5-261" fmla="*/ 1791000 w 3590408"/>
              <a:gd name="connsiteY5-262" fmla="*/ 3963175 h 3974831"/>
              <a:gd name="connsiteX6-263" fmla="*/ 0 w 3590408"/>
              <a:gd name="connsiteY6-264" fmla="*/ 3963175 h 3974831"/>
              <a:gd name="connsiteX7-265" fmla="*/ 0 w 3590408"/>
              <a:gd name="connsiteY7-266" fmla="*/ 3175 h 3974831"/>
              <a:gd name="connsiteX0-267" fmla="*/ 0 w 3590408"/>
              <a:gd name="connsiteY0-268" fmla="*/ 3175 h 3974831"/>
              <a:gd name="connsiteX1-269" fmla="*/ 3264200 w 3590408"/>
              <a:gd name="connsiteY1-270" fmla="*/ 0 h 3974831"/>
              <a:gd name="connsiteX2-271" fmla="*/ 3323644 w 3590408"/>
              <a:gd name="connsiteY2-272" fmla="*/ 166544 h 3974831"/>
              <a:gd name="connsiteX3-273" fmla="*/ 3578825 w 3590408"/>
              <a:gd name="connsiteY3-274" fmla="*/ 1640275 h 3974831"/>
              <a:gd name="connsiteX4-275" fmla="*/ 3002082 w 3590408"/>
              <a:gd name="connsiteY4-276" fmla="*/ 3809471 h 3974831"/>
              <a:gd name="connsiteX5-277" fmla="*/ 1791000 w 3590408"/>
              <a:gd name="connsiteY5-278" fmla="*/ 3963175 h 3974831"/>
              <a:gd name="connsiteX6-279" fmla="*/ 0 w 3590408"/>
              <a:gd name="connsiteY6-280" fmla="*/ 3963175 h 3974831"/>
              <a:gd name="connsiteX7-281" fmla="*/ 0 w 3590408"/>
              <a:gd name="connsiteY7-282" fmla="*/ 3175 h 3974831"/>
              <a:gd name="connsiteX0-283" fmla="*/ 0 w 3590408"/>
              <a:gd name="connsiteY0-284" fmla="*/ 3175 h 3975950"/>
              <a:gd name="connsiteX1-285" fmla="*/ 3264200 w 3590408"/>
              <a:gd name="connsiteY1-286" fmla="*/ 0 h 3975950"/>
              <a:gd name="connsiteX2-287" fmla="*/ 3323644 w 3590408"/>
              <a:gd name="connsiteY2-288" fmla="*/ 166544 h 3975950"/>
              <a:gd name="connsiteX3-289" fmla="*/ 3578825 w 3590408"/>
              <a:gd name="connsiteY3-290" fmla="*/ 1640275 h 3975950"/>
              <a:gd name="connsiteX4-291" fmla="*/ 3002082 w 3590408"/>
              <a:gd name="connsiteY4-292" fmla="*/ 3809471 h 3975950"/>
              <a:gd name="connsiteX5-293" fmla="*/ 2908600 w 3590408"/>
              <a:gd name="connsiteY5-294" fmla="*/ 3966350 h 3975950"/>
              <a:gd name="connsiteX6-295" fmla="*/ 0 w 3590408"/>
              <a:gd name="connsiteY6-296" fmla="*/ 3963175 h 3975950"/>
              <a:gd name="connsiteX7-297" fmla="*/ 0 w 3590408"/>
              <a:gd name="connsiteY7-298" fmla="*/ 3175 h 3975950"/>
              <a:gd name="connsiteX0-299" fmla="*/ 0 w 3590408"/>
              <a:gd name="connsiteY0-300" fmla="*/ 3175 h 3966350"/>
              <a:gd name="connsiteX1-301" fmla="*/ 3264200 w 3590408"/>
              <a:gd name="connsiteY1-302" fmla="*/ 0 h 3966350"/>
              <a:gd name="connsiteX2-303" fmla="*/ 3323644 w 3590408"/>
              <a:gd name="connsiteY2-304" fmla="*/ 166544 h 3966350"/>
              <a:gd name="connsiteX3-305" fmla="*/ 3578825 w 3590408"/>
              <a:gd name="connsiteY3-306" fmla="*/ 1640275 h 3966350"/>
              <a:gd name="connsiteX4-307" fmla="*/ 3002082 w 3590408"/>
              <a:gd name="connsiteY4-308" fmla="*/ 3809471 h 3966350"/>
              <a:gd name="connsiteX5-309" fmla="*/ 2908600 w 3590408"/>
              <a:gd name="connsiteY5-310" fmla="*/ 3966350 h 3966350"/>
              <a:gd name="connsiteX6-311" fmla="*/ 0 w 3590408"/>
              <a:gd name="connsiteY6-312" fmla="*/ 3963175 h 3966350"/>
              <a:gd name="connsiteX7-313" fmla="*/ 0 w 3590408"/>
              <a:gd name="connsiteY7-314" fmla="*/ 3175 h 3966350"/>
              <a:gd name="connsiteX0-315" fmla="*/ 0 w 3590408"/>
              <a:gd name="connsiteY0-316" fmla="*/ 3175 h 3966350"/>
              <a:gd name="connsiteX1-317" fmla="*/ 3264200 w 3590408"/>
              <a:gd name="connsiteY1-318" fmla="*/ 0 h 3966350"/>
              <a:gd name="connsiteX2-319" fmla="*/ 3323644 w 3590408"/>
              <a:gd name="connsiteY2-320" fmla="*/ 166544 h 3966350"/>
              <a:gd name="connsiteX3-321" fmla="*/ 3578825 w 3590408"/>
              <a:gd name="connsiteY3-322" fmla="*/ 1640275 h 3966350"/>
              <a:gd name="connsiteX4-323" fmla="*/ 3002082 w 3590408"/>
              <a:gd name="connsiteY4-324" fmla="*/ 3809471 h 3966350"/>
              <a:gd name="connsiteX5-325" fmla="*/ 2908600 w 3590408"/>
              <a:gd name="connsiteY5-326" fmla="*/ 3966350 h 3966350"/>
              <a:gd name="connsiteX6-327" fmla="*/ 0 w 3590408"/>
              <a:gd name="connsiteY6-328" fmla="*/ 3963175 h 3966350"/>
              <a:gd name="connsiteX7-329" fmla="*/ 0 w 3590408"/>
              <a:gd name="connsiteY7-330" fmla="*/ 3175 h 3966350"/>
              <a:gd name="connsiteX0-331" fmla="*/ 0 w 3590408"/>
              <a:gd name="connsiteY0-332" fmla="*/ 3175 h 3966350"/>
              <a:gd name="connsiteX1-333" fmla="*/ 3264200 w 3590408"/>
              <a:gd name="connsiteY1-334" fmla="*/ 0 h 3966350"/>
              <a:gd name="connsiteX2-335" fmla="*/ 3323644 w 3590408"/>
              <a:gd name="connsiteY2-336" fmla="*/ 166544 h 3966350"/>
              <a:gd name="connsiteX3-337" fmla="*/ 3578825 w 3590408"/>
              <a:gd name="connsiteY3-338" fmla="*/ 1640275 h 3966350"/>
              <a:gd name="connsiteX4-339" fmla="*/ 3002082 w 3590408"/>
              <a:gd name="connsiteY4-340" fmla="*/ 3809471 h 3966350"/>
              <a:gd name="connsiteX5-341" fmla="*/ 2908600 w 3590408"/>
              <a:gd name="connsiteY5-342" fmla="*/ 3966350 h 3966350"/>
              <a:gd name="connsiteX6-343" fmla="*/ 0 w 3590408"/>
              <a:gd name="connsiteY6-344" fmla="*/ 3963175 h 3966350"/>
              <a:gd name="connsiteX7-345" fmla="*/ 0 w 3590408"/>
              <a:gd name="connsiteY7-346" fmla="*/ 3175 h 3966350"/>
              <a:gd name="connsiteX0-347" fmla="*/ 0 w 3580367"/>
              <a:gd name="connsiteY0-348" fmla="*/ 3175 h 3966350"/>
              <a:gd name="connsiteX1-349" fmla="*/ 3264200 w 3580367"/>
              <a:gd name="connsiteY1-350" fmla="*/ 0 h 3966350"/>
              <a:gd name="connsiteX2-351" fmla="*/ 3323644 w 3580367"/>
              <a:gd name="connsiteY2-352" fmla="*/ 166544 h 3966350"/>
              <a:gd name="connsiteX3-353" fmla="*/ 3578825 w 3580367"/>
              <a:gd name="connsiteY3-354" fmla="*/ 1640275 h 3966350"/>
              <a:gd name="connsiteX4-355" fmla="*/ 3002082 w 3580367"/>
              <a:gd name="connsiteY4-356" fmla="*/ 3809471 h 3966350"/>
              <a:gd name="connsiteX5-357" fmla="*/ 2908600 w 3580367"/>
              <a:gd name="connsiteY5-358" fmla="*/ 3966350 h 3966350"/>
              <a:gd name="connsiteX6-359" fmla="*/ 0 w 3580367"/>
              <a:gd name="connsiteY6-360" fmla="*/ 3963175 h 3966350"/>
              <a:gd name="connsiteX7-361" fmla="*/ 0 w 3580367"/>
              <a:gd name="connsiteY7-362" fmla="*/ 3175 h 3966350"/>
              <a:gd name="connsiteX0-363" fmla="*/ 0 w 3578976"/>
              <a:gd name="connsiteY0-364" fmla="*/ 3175 h 3966350"/>
              <a:gd name="connsiteX1-365" fmla="*/ 3264200 w 3578976"/>
              <a:gd name="connsiteY1-366" fmla="*/ 0 h 3966350"/>
              <a:gd name="connsiteX2-367" fmla="*/ 3323644 w 3578976"/>
              <a:gd name="connsiteY2-368" fmla="*/ 166544 h 3966350"/>
              <a:gd name="connsiteX3-369" fmla="*/ 3578825 w 3578976"/>
              <a:gd name="connsiteY3-370" fmla="*/ 1640275 h 3966350"/>
              <a:gd name="connsiteX4-371" fmla="*/ 3002082 w 3578976"/>
              <a:gd name="connsiteY4-372" fmla="*/ 3809471 h 3966350"/>
              <a:gd name="connsiteX5-373" fmla="*/ 2908600 w 3578976"/>
              <a:gd name="connsiteY5-374" fmla="*/ 3966350 h 3966350"/>
              <a:gd name="connsiteX6-375" fmla="*/ 0 w 3578976"/>
              <a:gd name="connsiteY6-376" fmla="*/ 3963175 h 3966350"/>
              <a:gd name="connsiteX7-377" fmla="*/ 0 w 3578976"/>
              <a:gd name="connsiteY7-378" fmla="*/ 3175 h 3966350"/>
              <a:gd name="connsiteX0-379" fmla="*/ 0 w 3579143"/>
              <a:gd name="connsiteY0-380" fmla="*/ 3175 h 3966350"/>
              <a:gd name="connsiteX1-381" fmla="*/ 3264200 w 3579143"/>
              <a:gd name="connsiteY1-382" fmla="*/ 0 h 3966350"/>
              <a:gd name="connsiteX2-383" fmla="*/ 3323644 w 3579143"/>
              <a:gd name="connsiteY2-384" fmla="*/ 166544 h 3966350"/>
              <a:gd name="connsiteX3-385" fmla="*/ 3578825 w 3579143"/>
              <a:gd name="connsiteY3-386" fmla="*/ 1640275 h 3966350"/>
              <a:gd name="connsiteX4-387" fmla="*/ 3002082 w 3579143"/>
              <a:gd name="connsiteY4-388" fmla="*/ 3809471 h 3966350"/>
              <a:gd name="connsiteX5-389" fmla="*/ 2908600 w 3579143"/>
              <a:gd name="connsiteY5-390" fmla="*/ 3966350 h 3966350"/>
              <a:gd name="connsiteX6-391" fmla="*/ 0 w 3579143"/>
              <a:gd name="connsiteY6-392" fmla="*/ 3963175 h 3966350"/>
              <a:gd name="connsiteX7-393" fmla="*/ 0 w 3579143"/>
              <a:gd name="connsiteY7-394" fmla="*/ 3175 h 3966350"/>
              <a:gd name="connsiteX0-395" fmla="*/ 0 w 3579143"/>
              <a:gd name="connsiteY0-396" fmla="*/ 3175 h 4131450"/>
              <a:gd name="connsiteX1-397" fmla="*/ 3264200 w 3579143"/>
              <a:gd name="connsiteY1-398" fmla="*/ 0 h 4131450"/>
              <a:gd name="connsiteX2-399" fmla="*/ 3323644 w 3579143"/>
              <a:gd name="connsiteY2-400" fmla="*/ 166544 h 4131450"/>
              <a:gd name="connsiteX3-401" fmla="*/ 3578825 w 3579143"/>
              <a:gd name="connsiteY3-402" fmla="*/ 1640275 h 4131450"/>
              <a:gd name="connsiteX4-403" fmla="*/ 3002082 w 3579143"/>
              <a:gd name="connsiteY4-404" fmla="*/ 3809471 h 4131450"/>
              <a:gd name="connsiteX5-405" fmla="*/ 3159425 w 3579143"/>
              <a:gd name="connsiteY5-406" fmla="*/ 4131450 h 4131450"/>
              <a:gd name="connsiteX6-407" fmla="*/ 0 w 3579143"/>
              <a:gd name="connsiteY6-408" fmla="*/ 3963175 h 4131450"/>
              <a:gd name="connsiteX7-409" fmla="*/ 0 w 3579143"/>
              <a:gd name="connsiteY7-410" fmla="*/ 3175 h 4131450"/>
              <a:gd name="connsiteX0-411" fmla="*/ 0 w 3579143"/>
              <a:gd name="connsiteY0-412" fmla="*/ 3175 h 3963175"/>
              <a:gd name="connsiteX1-413" fmla="*/ 3264200 w 3579143"/>
              <a:gd name="connsiteY1-414" fmla="*/ 0 h 3963175"/>
              <a:gd name="connsiteX2-415" fmla="*/ 3323644 w 3579143"/>
              <a:gd name="connsiteY2-416" fmla="*/ 166544 h 3963175"/>
              <a:gd name="connsiteX3-417" fmla="*/ 3578825 w 3579143"/>
              <a:gd name="connsiteY3-418" fmla="*/ 1640275 h 3963175"/>
              <a:gd name="connsiteX4-419" fmla="*/ 3002082 w 3579143"/>
              <a:gd name="connsiteY4-420" fmla="*/ 3809471 h 3963175"/>
              <a:gd name="connsiteX5-421" fmla="*/ 2905425 w 3579143"/>
              <a:gd name="connsiteY5-422" fmla="*/ 3963175 h 3963175"/>
              <a:gd name="connsiteX6-423" fmla="*/ 0 w 3579143"/>
              <a:gd name="connsiteY6-424" fmla="*/ 3963175 h 3963175"/>
              <a:gd name="connsiteX7-425" fmla="*/ 0 w 3579143"/>
              <a:gd name="connsiteY7-426" fmla="*/ 3175 h 3963175"/>
              <a:gd name="connsiteX0-427" fmla="*/ 0 w 3579143"/>
              <a:gd name="connsiteY0-428" fmla="*/ 3175 h 3963175"/>
              <a:gd name="connsiteX1-429" fmla="*/ 3264200 w 3579143"/>
              <a:gd name="connsiteY1-430" fmla="*/ 0 h 3963175"/>
              <a:gd name="connsiteX2-431" fmla="*/ 3323644 w 3579143"/>
              <a:gd name="connsiteY2-432" fmla="*/ 166544 h 3963175"/>
              <a:gd name="connsiteX3-433" fmla="*/ 3578825 w 3579143"/>
              <a:gd name="connsiteY3-434" fmla="*/ 1640275 h 3963175"/>
              <a:gd name="connsiteX4-435" fmla="*/ 3002082 w 3579143"/>
              <a:gd name="connsiteY4-436" fmla="*/ 3809471 h 3963175"/>
              <a:gd name="connsiteX5-437" fmla="*/ 2905425 w 3579143"/>
              <a:gd name="connsiteY5-438" fmla="*/ 3963175 h 3963175"/>
              <a:gd name="connsiteX6-439" fmla="*/ 0 w 3579143"/>
              <a:gd name="connsiteY6-440" fmla="*/ 3963175 h 3963175"/>
              <a:gd name="connsiteX7-441" fmla="*/ 0 w 3579143"/>
              <a:gd name="connsiteY7-442" fmla="*/ 3175 h 3963175"/>
              <a:gd name="connsiteX0-443" fmla="*/ 0 w 3579143"/>
              <a:gd name="connsiteY0-444" fmla="*/ 3175 h 3963175"/>
              <a:gd name="connsiteX1-445" fmla="*/ 3264200 w 3579143"/>
              <a:gd name="connsiteY1-446" fmla="*/ 0 h 3963175"/>
              <a:gd name="connsiteX2-447" fmla="*/ 3323644 w 3579143"/>
              <a:gd name="connsiteY2-448" fmla="*/ 166544 h 3963175"/>
              <a:gd name="connsiteX3-449" fmla="*/ 3578825 w 3579143"/>
              <a:gd name="connsiteY3-450" fmla="*/ 1640275 h 3963175"/>
              <a:gd name="connsiteX4-451" fmla="*/ 3002082 w 3579143"/>
              <a:gd name="connsiteY4-452" fmla="*/ 3809471 h 3963175"/>
              <a:gd name="connsiteX5-453" fmla="*/ 2905425 w 3579143"/>
              <a:gd name="connsiteY5-454" fmla="*/ 3963175 h 3963175"/>
              <a:gd name="connsiteX6-455" fmla="*/ 0 w 3579143"/>
              <a:gd name="connsiteY6-456" fmla="*/ 3963175 h 3963175"/>
              <a:gd name="connsiteX7-457" fmla="*/ 0 w 3579143"/>
              <a:gd name="connsiteY7-458" fmla="*/ 3175 h 3963175"/>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25" y="connsiteY6-26"/>
              </a:cxn>
              <a:cxn ang="0">
                <a:pos x="connsiteX7-41" y="connsiteY7-42"/>
              </a:cxn>
            </a:cxnLst>
            <a:rect l="l" t="t" r="r" b="b"/>
            <a:pathLst>
              <a:path w="3579143" h="3963175">
                <a:moveTo>
                  <a:pt x="0" y="3175"/>
                </a:moveTo>
                <a:lnTo>
                  <a:pt x="3264200" y="0"/>
                </a:lnTo>
                <a:cubicBezTo>
                  <a:pt x="3287387" y="61624"/>
                  <a:pt x="3301369" y="106419"/>
                  <a:pt x="3323644" y="166544"/>
                </a:cubicBezTo>
                <a:cubicBezTo>
                  <a:pt x="3491969" y="623544"/>
                  <a:pt x="3568919" y="877546"/>
                  <a:pt x="3578825" y="1640275"/>
                </a:cubicBezTo>
                <a:cubicBezTo>
                  <a:pt x="3588731" y="2403004"/>
                  <a:pt x="3367257" y="3165146"/>
                  <a:pt x="3002082" y="3809471"/>
                </a:cubicBezTo>
                <a:cubicBezTo>
                  <a:pt x="2973457" y="3863246"/>
                  <a:pt x="3011014" y="3800503"/>
                  <a:pt x="2905425" y="3963175"/>
                </a:cubicBezTo>
                <a:lnTo>
                  <a:pt x="0" y="3963175"/>
                </a:lnTo>
                <a:lnTo>
                  <a:pt x="0" y="3175"/>
                </a:lnTo>
                <a:close/>
              </a:path>
            </a:pathLst>
          </a:custGeom>
          <a:noFill/>
          <a:ln>
            <a:noFill/>
          </a:ln>
        </p:spPr>
        <p:txBody>
          <a:bodyPr lIns="720000" tIns="720000" rIns="720000" bIns="720000">
            <a:normAutofit/>
          </a:bodyPr>
          <a:lstStyle>
            <a:lvl1pPr marL="0" indent="0" algn="ctr">
              <a:buNone/>
              <a:defRPr sz="1400" baseline="0">
                <a:solidFill>
                  <a:schemeClr val="bg1"/>
                </a:solidFill>
              </a:defRPr>
            </a:lvl1pPr>
          </a:lstStyle>
          <a:p>
            <a:r>
              <a:rPr lang="en-US"/>
              <a:t>Click icon to add picture</a:t>
            </a:r>
            <a:endParaRPr lang="de-DE"/>
          </a:p>
        </p:txBody>
      </p:sp>
      <p:sp>
        <p:nvSpPr>
          <p:cNvPr id="13" name="Titel 7"/>
          <p:cNvSpPr>
            <a:spLocks noGrp="1"/>
          </p:cNvSpPr>
          <p:nvPr>
            <p:ph type="title" hasCustomPrompt="1"/>
          </p:nvPr>
        </p:nvSpPr>
        <p:spPr>
          <a:xfrm>
            <a:off x="367575" y="290572"/>
            <a:ext cx="8408850" cy="415498"/>
          </a:xfrm>
        </p:spPr>
        <p:txBody>
          <a:bodyPr/>
          <a:lstStyle/>
          <a:p>
            <a:r>
              <a:rPr lang="en-GB" noProof="0"/>
              <a:t>Click to add headline</a:t>
            </a:r>
          </a:p>
        </p:txBody>
      </p:sp>
      <p:sp>
        <p:nvSpPr>
          <p:cNvPr id="14" name="Inhaltsplatzhalter 11"/>
          <p:cNvSpPr>
            <a:spLocks noGrp="1"/>
          </p:cNvSpPr>
          <p:nvPr>
            <p:ph sz="quarter" idx="14" hasCustomPrompt="1"/>
          </p:nvPr>
        </p:nvSpPr>
        <p:spPr>
          <a:xfrm>
            <a:off x="3848400" y="1198800"/>
            <a:ext cx="4928026" cy="3394800"/>
          </a:xfrm>
        </p:spPr>
        <p:txBody>
          <a:bodyPr/>
          <a:lstStyle>
            <a:lvl1pPr>
              <a:defRPr baseline="0">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en-GB" noProof="0"/>
              <a:t>Click to add text</a:t>
            </a:r>
          </a:p>
        </p:txBody>
      </p:sp>
      <p:pic>
        <p:nvPicPr>
          <p:cNvPr id="12"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64443" y="4864131"/>
            <a:ext cx="630270" cy="19051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Circle segment_02">
    <p:spTree>
      <p:nvGrpSpPr>
        <p:cNvPr id="1" name=""/>
        <p:cNvGrpSpPr/>
        <p:nvPr/>
      </p:nvGrpSpPr>
      <p:grpSpPr>
        <a:xfrm>
          <a:off x="0" y="0"/>
          <a:ext cx="0" cy="0"/>
          <a:chOff x="0" y="0"/>
          <a:chExt cx="0" cy="0"/>
        </a:xfrm>
      </p:grpSpPr>
      <p:sp>
        <p:nvSpPr>
          <p:cNvPr id="9" name="Rechteck 8"/>
          <p:cNvSpPr/>
          <p:nvPr userDrawn="1"/>
        </p:nvSpPr>
        <p:spPr>
          <a:xfrm>
            <a:off x="0" y="2196370"/>
            <a:ext cx="9144000" cy="2947130"/>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400" noProof="0">
              <a:solidFill>
                <a:schemeClr val="tx1"/>
              </a:solidFill>
              <a:latin typeface="BISansOpti"/>
            </a:endParaRPr>
          </a:p>
        </p:txBody>
      </p:sp>
      <p:cxnSp>
        <p:nvCxnSpPr>
          <p:cNvPr id="5" name="Gerade Verbindung 4"/>
          <p:cNvCxnSpPr/>
          <p:nvPr userDrawn="1"/>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3" name="Datumsplatzhalter 2"/>
          <p:cNvSpPr>
            <a:spLocks noGrp="1"/>
          </p:cNvSpPr>
          <p:nvPr>
            <p:ph type="dt" sz="half" idx="10"/>
          </p:nvPr>
        </p:nvSpPr>
        <p:spPr/>
        <p:txBody>
          <a:bodyPr/>
          <a:lstStyle/>
          <a:p>
            <a:fld id="{3A4F5901-183E-4A00-9284-9EF186007567}" type="datetime1">
              <a:rPr lang="en-GB" smtClean="0"/>
              <a:t>25/04/2024</a:t>
            </a:fld>
            <a:endParaRPr lang="en-GB"/>
          </a:p>
        </p:txBody>
      </p:sp>
      <p:sp>
        <p:nvSpPr>
          <p:cNvPr id="4" name="Fußzeilenplatzhalter 3"/>
          <p:cNvSpPr>
            <a:spLocks noGrp="1"/>
          </p:cNvSpPr>
          <p:nvPr>
            <p:ph type="ftr" sz="quarter" idx="11"/>
          </p:nvPr>
        </p:nvSpPr>
        <p:spPr/>
        <p:txBody>
          <a:bodyPr/>
          <a:lstStyle/>
          <a:p>
            <a:r>
              <a:rPr lang="en-GB"/>
              <a:t>Presentation title, date, author</a:t>
            </a:r>
          </a:p>
        </p:txBody>
      </p:sp>
      <p:sp>
        <p:nvSpPr>
          <p:cNvPr id="6" name="Foliennummernplatzhalter 5"/>
          <p:cNvSpPr>
            <a:spLocks noGrp="1"/>
          </p:cNvSpPr>
          <p:nvPr>
            <p:ph type="sldNum" sz="quarter" idx="12"/>
          </p:nvPr>
        </p:nvSpPr>
        <p:spPr/>
        <p:txBody>
          <a:bodyPr/>
          <a:lstStyle/>
          <a:p>
            <a:fld id="{143B55C4-4F5A-416B-997D-6CE47EB0A945}" type="slidenum">
              <a:rPr lang="en-GB" smtClean="0"/>
              <a:t>‹#›</a:t>
            </a:fld>
            <a:endParaRPr lang="en-GB"/>
          </a:p>
        </p:txBody>
      </p:sp>
      <p:sp>
        <p:nvSpPr>
          <p:cNvPr id="10" name="Rechteck 12"/>
          <p:cNvSpPr/>
          <p:nvPr userDrawn="1"/>
        </p:nvSpPr>
        <p:spPr>
          <a:xfrm>
            <a:off x="2" y="735013"/>
            <a:ext cx="3672981" cy="3960812"/>
          </a:xfrm>
          <a:custGeom>
            <a:avLst/>
            <a:gdLst/>
            <a:ahLst/>
            <a:cxnLst/>
            <a:rect l="l" t="t" r="r" b="b"/>
            <a:pathLst>
              <a:path w="3672981" h="3960812">
                <a:moveTo>
                  <a:pt x="0" y="0"/>
                </a:moveTo>
                <a:lnTo>
                  <a:pt x="3361658" y="0"/>
                </a:lnTo>
                <a:lnTo>
                  <a:pt x="3412473" y="127738"/>
                </a:lnTo>
                <a:cubicBezTo>
                  <a:pt x="3581102" y="597230"/>
                  <a:pt x="3672981" y="1103310"/>
                  <a:pt x="3672981" y="1630850"/>
                </a:cubicBezTo>
                <a:cubicBezTo>
                  <a:pt x="3672981" y="2378998"/>
                  <a:pt x="3488190" y="3083985"/>
                  <a:pt x="3161761" y="3702659"/>
                </a:cubicBezTo>
                <a:lnTo>
                  <a:pt x="3012298" y="3960812"/>
                </a:lnTo>
                <a:lnTo>
                  <a:pt x="0" y="3960812"/>
                </a:lnTo>
                <a:close/>
              </a:path>
            </a:pathLst>
          </a:cu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de-DE" sz="1400" err="1">
              <a:solidFill>
                <a:schemeClr val="tx1"/>
              </a:solidFill>
              <a:latin typeface="BISansOpti"/>
            </a:endParaRPr>
          </a:p>
        </p:txBody>
      </p:sp>
      <p:sp>
        <p:nvSpPr>
          <p:cNvPr id="11" name="Bildplatzhalter 20"/>
          <p:cNvSpPr>
            <a:spLocks noGrp="1"/>
          </p:cNvSpPr>
          <p:nvPr>
            <p:ph type="pic" sz="quarter" idx="13"/>
          </p:nvPr>
        </p:nvSpPr>
        <p:spPr>
          <a:xfrm>
            <a:off x="-1" y="731225"/>
            <a:ext cx="3579143" cy="3963175"/>
          </a:xfrm>
          <a:custGeom>
            <a:avLst/>
            <a:gdLst>
              <a:gd name="connsiteX0" fmla="*/ 0 w 3582000"/>
              <a:gd name="connsiteY0" fmla="*/ 0 h 3960000"/>
              <a:gd name="connsiteX1" fmla="*/ 1791000 w 3582000"/>
              <a:gd name="connsiteY1" fmla="*/ 0 h 3960000"/>
              <a:gd name="connsiteX2" fmla="*/ 3582000 w 3582000"/>
              <a:gd name="connsiteY2" fmla="*/ 1980000 h 3960000"/>
              <a:gd name="connsiteX3" fmla="*/ 1791000 w 3582000"/>
              <a:gd name="connsiteY3" fmla="*/ 3960000 h 3960000"/>
              <a:gd name="connsiteX4" fmla="*/ 0 w 3582000"/>
              <a:gd name="connsiteY4" fmla="*/ 3960000 h 3960000"/>
              <a:gd name="connsiteX5" fmla="*/ 0 w 3582000"/>
              <a:gd name="connsiteY5" fmla="*/ 0 h 3960000"/>
              <a:gd name="connsiteX0-1" fmla="*/ 0 w 3669107"/>
              <a:gd name="connsiteY0-2" fmla="*/ 0 h 3960000"/>
              <a:gd name="connsiteX1-3" fmla="*/ 1791000 w 3669107"/>
              <a:gd name="connsiteY1-4" fmla="*/ 0 h 3960000"/>
              <a:gd name="connsiteX2-5" fmla="*/ 3225219 w 3669107"/>
              <a:gd name="connsiteY2-6" fmla="*/ 807894 h 3960000"/>
              <a:gd name="connsiteX3-7" fmla="*/ 3582000 w 3669107"/>
              <a:gd name="connsiteY3-8" fmla="*/ 1980000 h 3960000"/>
              <a:gd name="connsiteX4-9" fmla="*/ 1791000 w 3669107"/>
              <a:gd name="connsiteY4-10" fmla="*/ 3960000 h 3960000"/>
              <a:gd name="connsiteX5-11" fmla="*/ 0 w 3669107"/>
              <a:gd name="connsiteY5-12" fmla="*/ 3960000 h 3960000"/>
              <a:gd name="connsiteX6" fmla="*/ 0 w 3669107"/>
              <a:gd name="connsiteY6" fmla="*/ 0 h 3960000"/>
              <a:gd name="connsiteX0-13" fmla="*/ 0 w 3597300"/>
              <a:gd name="connsiteY0-14" fmla="*/ 0 h 3960000"/>
              <a:gd name="connsiteX1-15" fmla="*/ 1791000 w 3597300"/>
              <a:gd name="connsiteY1-16" fmla="*/ 0 h 3960000"/>
              <a:gd name="connsiteX2-17" fmla="*/ 3225219 w 3597300"/>
              <a:gd name="connsiteY2-18" fmla="*/ 807894 h 3960000"/>
              <a:gd name="connsiteX3-19" fmla="*/ 3582000 w 3597300"/>
              <a:gd name="connsiteY3-20" fmla="*/ 1980000 h 3960000"/>
              <a:gd name="connsiteX4-21" fmla="*/ 2862382 w 3597300"/>
              <a:gd name="connsiteY4-22" fmla="*/ 3307821 h 3960000"/>
              <a:gd name="connsiteX5-23" fmla="*/ 1791000 w 3597300"/>
              <a:gd name="connsiteY5-24" fmla="*/ 3960000 h 3960000"/>
              <a:gd name="connsiteX6-25" fmla="*/ 0 w 3597300"/>
              <a:gd name="connsiteY6-26" fmla="*/ 3960000 h 3960000"/>
              <a:gd name="connsiteX7" fmla="*/ 0 w 3597300"/>
              <a:gd name="connsiteY7" fmla="*/ 0 h 3960000"/>
              <a:gd name="connsiteX0-27" fmla="*/ 0 w 3597300"/>
              <a:gd name="connsiteY0-28" fmla="*/ 0 h 3960000"/>
              <a:gd name="connsiteX1-29" fmla="*/ 3261025 w 3597300"/>
              <a:gd name="connsiteY1-30" fmla="*/ 3175 h 3960000"/>
              <a:gd name="connsiteX2-31" fmla="*/ 3225219 w 3597300"/>
              <a:gd name="connsiteY2-32" fmla="*/ 807894 h 3960000"/>
              <a:gd name="connsiteX3-33" fmla="*/ 3582000 w 3597300"/>
              <a:gd name="connsiteY3-34" fmla="*/ 1980000 h 3960000"/>
              <a:gd name="connsiteX4-35" fmla="*/ 2862382 w 3597300"/>
              <a:gd name="connsiteY4-36" fmla="*/ 3307821 h 3960000"/>
              <a:gd name="connsiteX5-37" fmla="*/ 1791000 w 3597300"/>
              <a:gd name="connsiteY5-38" fmla="*/ 3960000 h 3960000"/>
              <a:gd name="connsiteX6-39" fmla="*/ 0 w 3597300"/>
              <a:gd name="connsiteY6-40" fmla="*/ 3960000 h 3960000"/>
              <a:gd name="connsiteX7-41" fmla="*/ 0 w 3597300"/>
              <a:gd name="connsiteY7-42" fmla="*/ 0 h 3960000"/>
              <a:gd name="connsiteX0-43" fmla="*/ 0 w 3597300"/>
              <a:gd name="connsiteY0-44" fmla="*/ 0 h 3960000"/>
              <a:gd name="connsiteX1-45" fmla="*/ 3019725 w 3597300"/>
              <a:gd name="connsiteY1-46" fmla="*/ 282575 h 3960000"/>
              <a:gd name="connsiteX2-47" fmla="*/ 3225219 w 3597300"/>
              <a:gd name="connsiteY2-48" fmla="*/ 807894 h 3960000"/>
              <a:gd name="connsiteX3-49" fmla="*/ 3582000 w 3597300"/>
              <a:gd name="connsiteY3-50" fmla="*/ 1980000 h 3960000"/>
              <a:gd name="connsiteX4-51" fmla="*/ 2862382 w 3597300"/>
              <a:gd name="connsiteY4-52" fmla="*/ 3307821 h 3960000"/>
              <a:gd name="connsiteX5-53" fmla="*/ 1791000 w 3597300"/>
              <a:gd name="connsiteY5-54" fmla="*/ 3960000 h 3960000"/>
              <a:gd name="connsiteX6-55" fmla="*/ 0 w 3597300"/>
              <a:gd name="connsiteY6-56" fmla="*/ 3960000 h 3960000"/>
              <a:gd name="connsiteX7-57" fmla="*/ 0 w 3597300"/>
              <a:gd name="connsiteY7-58" fmla="*/ 0 h 3960000"/>
              <a:gd name="connsiteX0-59" fmla="*/ 0 w 3597300"/>
              <a:gd name="connsiteY0-60" fmla="*/ 3175 h 3963175"/>
              <a:gd name="connsiteX1-61" fmla="*/ 3264200 w 3597300"/>
              <a:gd name="connsiteY1-62" fmla="*/ 0 h 3963175"/>
              <a:gd name="connsiteX2-63" fmla="*/ 3225219 w 3597300"/>
              <a:gd name="connsiteY2-64" fmla="*/ 811069 h 3963175"/>
              <a:gd name="connsiteX3-65" fmla="*/ 3582000 w 3597300"/>
              <a:gd name="connsiteY3-66" fmla="*/ 1983175 h 3963175"/>
              <a:gd name="connsiteX4-67" fmla="*/ 2862382 w 3597300"/>
              <a:gd name="connsiteY4-68" fmla="*/ 3310996 h 3963175"/>
              <a:gd name="connsiteX5-69" fmla="*/ 1791000 w 3597300"/>
              <a:gd name="connsiteY5-70" fmla="*/ 3963175 h 3963175"/>
              <a:gd name="connsiteX6-71" fmla="*/ 0 w 3597300"/>
              <a:gd name="connsiteY6-72" fmla="*/ 3963175 h 3963175"/>
              <a:gd name="connsiteX7-73" fmla="*/ 0 w 3597300"/>
              <a:gd name="connsiteY7-74" fmla="*/ 3175 h 3963175"/>
              <a:gd name="connsiteX0-75" fmla="*/ 0 w 3597300"/>
              <a:gd name="connsiteY0-76" fmla="*/ 3175 h 3963175"/>
              <a:gd name="connsiteX1-77" fmla="*/ 3264200 w 3597300"/>
              <a:gd name="connsiteY1-78" fmla="*/ 0 h 3963175"/>
              <a:gd name="connsiteX2-79" fmla="*/ 3225219 w 3597300"/>
              <a:gd name="connsiteY2-80" fmla="*/ 811069 h 3963175"/>
              <a:gd name="connsiteX3-81" fmla="*/ 3582000 w 3597300"/>
              <a:gd name="connsiteY3-82" fmla="*/ 1983175 h 3963175"/>
              <a:gd name="connsiteX4-83" fmla="*/ 2862382 w 3597300"/>
              <a:gd name="connsiteY4-84" fmla="*/ 3310996 h 3963175"/>
              <a:gd name="connsiteX5-85" fmla="*/ 1791000 w 3597300"/>
              <a:gd name="connsiteY5-86" fmla="*/ 3963175 h 3963175"/>
              <a:gd name="connsiteX6-87" fmla="*/ 0 w 3597300"/>
              <a:gd name="connsiteY6-88" fmla="*/ 3963175 h 3963175"/>
              <a:gd name="connsiteX7-89" fmla="*/ 0 w 3597300"/>
              <a:gd name="connsiteY7-90" fmla="*/ 3175 h 3963175"/>
              <a:gd name="connsiteX0-91" fmla="*/ 0 w 3616616"/>
              <a:gd name="connsiteY0-92" fmla="*/ 21630 h 3981630"/>
              <a:gd name="connsiteX1-93" fmla="*/ 3264200 w 3616616"/>
              <a:gd name="connsiteY1-94" fmla="*/ 18455 h 3981630"/>
              <a:gd name="connsiteX2-95" fmla="*/ 3323644 w 3616616"/>
              <a:gd name="connsiteY2-96" fmla="*/ 184999 h 3981630"/>
              <a:gd name="connsiteX3-97" fmla="*/ 3582000 w 3616616"/>
              <a:gd name="connsiteY3-98" fmla="*/ 2001630 h 3981630"/>
              <a:gd name="connsiteX4-99" fmla="*/ 2862382 w 3616616"/>
              <a:gd name="connsiteY4-100" fmla="*/ 3329451 h 3981630"/>
              <a:gd name="connsiteX5-101" fmla="*/ 1791000 w 3616616"/>
              <a:gd name="connsiteY5-102" fmla="*/ 3981630 h 3981630"/>
              <a:gd name="connsiteX6-103" fmla="*/ 0 w 3616616"/>
              <a:gd name="connsiteY6-104" fmla="*/ 3981630 h 3981630"/>
              <a:gd name="connsiteX7-105" fmla="*/ 0 w 3616616"/>
              <a:gd name="connsiteY7-106" fmla="*/ 21630 h 3981630"/>
              <a:gd name="connsiteX0-107" fmla="*/ 0 w 3616616"/>
              <a:gd name="connsiteY0-108" fmla="*/ 3175 h 3963175"/>
              <a:gd name="connsiteX1-109" fmla="*/ 3264200 w 3616616"/>
              <a:gd name="connsiteY1-110" fmla="*/ 0 h 3963175"/>
              <a:gd name="connsiteX2-111" fmla="*/ 3323644 w 3616616"/>
              <a:gd name="connsiteY2-112" fmla="*/ 166544 h 3963175"/>
              <a:gd name="connsiteX3-113" fmla="*/ 3582000 w 3616616"/>
              <a:gd name="connsiteY3-114" fmla="*/ 1983175 h 3963175"/>
              <a:gd name="connsiteX4-115" fmla="*/ 2862382 w 3616616"/>
              <a:gd name="connsiteY4-116" fmla="*/ 3310996 h 3963175"/>
              <a:gd name="connsiteX5-117" fmla="*/ 1791000 w 3616616"/>
              <a:gd name="connsiteY5-118" fmla="*/ 3963175 h 3963175"/>
              <a:gd name="connsiteX6-119" fmla="*/ 0 w 3616616"/>
              <a:gd name="connsiteY6-120" fmla="*/ 3963175 h 3963175"/>
              <a:gd name="connsiteX7-121" fmla="*/ 0 w 3616616"/>
              <a:gd name="connsiteY7-122" fmla="*/ 3175 h 3963175"/>
              <a:gd name="connsiteX0-123" fmla="*/ 0 w 3601265"/>
              <a:gd name="connsiteY0-124" fmla="*/ 3175 h 3963175"/>
              <a:gd name="connsiteX1-125" fmla="*/ 3264200 w 3601265"/>
              <a:gd name="connsiteY1-126" fmla="*/ 0 h 3963175"/>
              <a:gd name="connsiteX2-127" fmla="*/ 3323644 w 3601265"/>
              <a:gd name="connsiteY2-128" fmla="*/ 166544 h 3963175"/>
              <a:gd name="connsiteX3-129" fmla="*/ 3582000 w 3601265"/>
              <a:gd name="connsiteY3-130" fmla="*/ 1983175 h 3963175"/>
              <a:gd name="connsiteX4-131" fmla="*/ 2862382 w 3601265"/>
              <a:gd name="connsiteY4-132" fmla="*/ 3310996 h 3963175"/>
              <a:gd name="connsiteX5-133" fmla="*/ 1791000 w 3601265"/>
              <a:gd name="connsiteY5-134" fmla="*/ 3963175 h 3963175"/>
              <a:gd name="connsiteX6-135" fmla="*/ 0 w 3601265"/>
              <a:gd name="connsiteY6-136" fmla="*/ 3963175 h 3963175"/>
              <a:gd name="connsiteX7-137" fmla="*/ 0 w 3601265"/>
              <a:gd name="connsiteY7-138" fmla="*/ 3175 h 3963175"/>
              <a:gd name="connsiteX0-139" fmla="*/ 0 w 3364734"/>
              <a:gd name="connsiteY0-140" fmla="*/ 3175 h 3963175"/>
              <a:gd name="connsiteX1-141" fmla="*/ 3264200 w 3364734"/>
              <a:gd name="connsiteY1-142" fmla="*/ 0 h 3963175"/>
              <a:gd name="connsiteX2-143" fmla="*/ 3323644 w 3364734"/>
              <a:gd name="connsiteY2-144" fmla="*/ 166544 h 3963175"/>
              <a:gd name="connsiteX3-145" fmla="*/ 3016850 w 3364734"/>
              <a:gd name="connsiteY3-146" fmla="*/ 1614875 h 3963175"/>
              <a:gd name="connsiteX4-147" fmla="*/ 2862382 w 3364734"/>
              <a:gd name="connsiteY4-148" fmla="*/ 3310996 h 3963175"/>
              <a:gd name="connsiteX5-149" fmla="*/ 1791000 w 3364734"/>
              <a:gd name="connsiteY5-150" fmla="*/ 3963175 h 3963175"/>
              <a:gd name="connsiteX6-151" fmla="*/ 0 w 3364734"/>
              <a:gd name="connsiteY6-152" fmla="*/ 3963175 h 3963175"/>
              <a:gd name="connsiteX7-153" fmla="*/ 0 w 3364734"/>
              <a:gd name="connsiteY7-154" fmla="*/ 3175 h 3963175"/>
              <a:gd name="connsiteX0-155" fmla="*/ 0 w 3598344"/>
              <a:gd name="connsiteY0-156" fmla="*/ 3175 h 3963175"/>
              <a:gd name="connsiteX1-157" fmla="*/ 3264200 w 3598344"/>
              <a:gd name="connsiteY1-158" fmla="*/ 0 h 3963175"/>
              <a:gd name="connsiteX2-159" fmla="*/ 3323644 w 3598344"/>
              <a:gd name="connsiteY2-160" fmla="*/ 166544 h 3963175"/>
              <a:gd name="connsiteX3-161" fmla="*/ 3578825 w 3598344"/>
              <a:gd name="connsiteY3-162" fmla="*/ 1640275 h 3963175"/>
              <a:gd name="connsiteX4-163" fmla="*/ 2862382 w 3598344"/>
              <a:gd name="connsiteY4-164" fmla="*/ 3310996 h 3963175"/>
              <a:gd name="connsiteX5-165" fmla="*/ 1791000 w 3598344"/>
              <a:gd name="connsiteY5-166" fmla="*/ 3963175 h 3963175"/>
              <a:gd name="connsiteX6-167" fmla="*/ 0 w 3598344"/>
              <a:gd name="connsiteY6-168" fmla="*/ 3963175 h 3963175"/>
              <a:gd name="connsiteX7-169" fmla="*/ 0 w 3598344"/>
              <a:gd name="connsiteY7-170" fmla="*/ 3175 h 3963175"/>
              <a:gd name="connsiteX0-171" fmla="*/ 0 w 3612056"/>
              <a:gd name="connsiteY0-172" fmla="*/ 3175 h 3963175"/>
              <a:gd name="connsiteX1-173" fmla="*/ 3264200 w 3612056"/>
              <a:gd name="connsiteY1-174" fmla="*/ 0 h 3963175"/>
              <a:gd name="connsiteX2-175" fmla="*/ 3323644 w 3612056"/>
              <a:gd name="connsiteY2-176" fmla="*/ 166544 h 3963175"/>
              <a:gd name="connsiteX3-177" fmla="*/ 3578825 w 3612056"/>
              <a:gd name="connsiteY3-178" fmla="*/ 1640275 h 3963175"/>
              <a:gd name="connsiteX4-179" fmla="*/ 2862382 w 3612056"/>
              <a:gd name="connsiteY4-180" fmla="*/ 3310996 h 3963175"/>
              <a:gd name="connsiteX5-181" fmla="*/ 1791000 w 3612056"/>
              <a:gd name="connsiteY5-182" fmla="*/ 3963175 h 3963175"/>
              <a:gd name="connsiteX6-183" fmla="*/ 0 w 3612056"/>
              <a:gd name="connsiteY6-184" fmla="*/ 3963175 h 3963175"/>
              <a:gd name="connsiteX7-185" fmla="*/ 0 w 3612056"/>
              <a:gd name="connsiteY7-186" fmla="*/ 3175 h 3963175"/>
              <a:gd name="connsiteX0-187" fmla="*/ 0 w 3635528"/>
              <a:gd name="connsiteY0-188" fmla="*/ 3175 h 3963175"/>
              <a:gd name="connsiteX1-189" fmla="*/ 3264200 w 3635528"/>
              <a:gd name="connsiteY1-190" fmla="*/ 0 h 3963175"/>
              <a:gd name="connsiteX2-191" fmla="*/ 3323644 w 3635528"/>
              <a:gd name="connsiteY2-192" fmla="*/ 166544 h 3963175"/>
              <a:gd name="connsiteX3-193" fmla="*/ 3578825 w 3635528"/>
              <a:gd name="connsiteY3-194" fmla="*/ 1640275 h 3963175"/>
              <a:gd name="connsiteX4-195" fmla="*/ 2862382 w 3635528"/>
              <a:gd name="connsiteY4-196" fmla="*/ 3310996 h 3963175"/>
              <a:gd name="connsiteX5-197" fmla="*/ 1791000 w 3635528"/>
              <a:gd name="connsiteY5-198" fmla="*/ 3963175 h 3963175"/>
              <a:gd name="connsiteX6-199" fmla="*/ 0 w 3635528"/>
              <a:gd name="connsiteY6-200" fmla="*/ 3963175 h 3963175"/>
              <a:gd name="connsiteX7-201" fmla="*/ 0 w 3635528"/>
              <a:gd name="connsiteY7-202" fmla="*/ 3175 h 3963175"/>
              <a:gd name="connsiteX0-203" fmla="*/ 0 w 3578828"/>
              <a:gd name="connsiteY0-204" fmla="*/ 3175 h 3963175"/>
              <a:gd name="connsiteX1-205" fmla="*/ 3264200 w 3578828"/>
              <a:gd name="connsiteY1-206" fmla="*/ 0 h 3963175"/>
              <a:gd name="connsiteX2-207" fmla="*/ 3323644 w 3578828"/>
              <a:gd name="connsiteY2-208" fmla="*/ 166544 h 3963175"/>
              <a:gd name="connsiteX3-209" fmla="*/ 3578825 w 3578828"/>
              <a:gd name="connsiteY3-210" fmla="*/ 1640275 h 3963175"/>
              <a:gd name="connsiteX4-211" fmla="*/ 2862382 w 3578828"/>
              <a:gd name="connsiteY4-212" fmla="*/ 3310996 h 3963175"/>
              <a:gd name="connsiteX5-213" fmla="*/ 1791000 w 3578828"/>
              <a:gd name="connsiteY5-214" fmla="*/ 3963175 h 3963175"/>
              <a:gd name="connsiteX6-215" fmla="*/ 0 w 3578828"/>
              <a:gd name="connsiteY6-216" fmla="*/ 3963175 h 3963175"/>
              <a:gd name="connsiteX7-217" fmla="*/ 0 w 3578828"/>
              <a:gd name="connsiteY7-218" fmla="*/ 3175 h 3963175"/>
              <a:gd name="connsiteX0-219" fmla="*/ 0 w 3578942"/>
              <a:gd name="connsiteY0-220" fmla="*/ 3175 h 3963175"/>
              <a:gd name="connsiteX1-221" fmla="*/ 3264200 w 3578942"/>
              <a:gd name="connsiteY1-222" fmla="*/ 0 h 3963175"/>
              <a:gd name="connsiteX2-223" fmla="*/ 3323644 w 3578942"/>
              <a:gd name="connsiteY2-224" fmla="*/ 166544 h 3963175"/>
              <a:gd name="connsiteX3-225" fmla="*/ 3578825 w 3578942"/>
              <a:gd name="connsiteY3-226" fmla="*/ 1640275 h 3963175"/>
              <a:gd name="connsiteX4-227" fmla="*/ 2862382 w 3578942"/>
              <a:gd name="connsiteY4-228" fmla="*/ 3310996 h 3963175"/>
              <a:gd name="connsiteX5-229" fmla="*/ 1791000 w 3578942"/>
              <a:gd name="connsiteY5-230" fmla="*/ 3963175 h 3963175"/>
              <a:gd name="connsiteX6-231" fmla="*/ 0 w 3578942"/>
              <a:gd name="connsiteY6-232" fmla="*/ 3963175 h 3963175"/>
              <a:gd name="connsiteX7-233" fmla="*/ 0 w 3578942"/>
              <a:gd name="connsiteY7-234" fmla="*/ 3175 h 3963175"/>
              <a:gd name="connsiteX0-235" fmla="*/ 0 w 3578942"/>
              <a:gd name="connsiteY0-236" fmla="*/ 3175 h 3963175"/>
              <a:gd name="connsiteX1-237" fmla="*/ 3264200 w 3578942"/>
              <a:gd name="connsiteY1-238" fmla="*/ 0 h 3963175"/>
              <a:gd name="connsiteX2-239" fmla="*/ 3323644 w 3578942"/>
              <a:gd name="connsiteY2-240" fmla="*/ 166544 h 3963175"/>
              <a:gd name="connsiteX3-241" fmla="*/ 3578825 w 3578942"/>
              <a:gd name="connsiteY3-242" fmla="*/ 1640275 h 3963175"/>
              <a:gd name="connsiteX4-243" fmla="*/ 2862382 w 3578942"/>
              <a:gd name="connsiteY4-244" fmla="*/ 3310996 h 3963175"/>
              <a:gd name="connsiteX5-245" fmla="*/ 1791000 w 3578942"/>
              <a:gd name="connsiteY5-246" fmla="*/ 3963175 h 3963175"/>
              <a:gd name="connsiteX6-247" fmla="*/ 0 w 3578942"/>
              <a:gd name="connsiteY6-248" fmla="*/ 3963175 h 3963175"/>
              <a:gd name="connsiteX7-249" fmla="*/ 0 w 3578942"/>
              <a:gd name="connsiteY7-250" fmla="*/ 3175 h 3963175"/>
              <a:gd name="connsiteX0-251" fmla="*/ 0 w 3590408"/>
              <a:gd name="connsiteY0-252" fmla="*/ 3175 h 3974831"/>
              <a:gd name="connsiteX1-253" fmla="*/ 3264200 w 3590408"/>
              <a:gd name="connsiteY1-254" fmla="*/ 0 h 3974831"/>
              <a:gd name="connsiteX2-255" fmla="*/ 3323644 w 3590408"/>
              <a:gd name="connsiteY2-256" fmla="*/ 166544 h 3974831"/>
              <a:gd name="connsiteX3-257" fmla="*/ 3578825 w 3590408"/>
              <a:gd name="connsiteY3-258" fmla="*/ 1640275 h 3974831"/>
              <a:gd name="connsiteX4-259" fmla="*/ 3002082 w 3590408"/>
              <a:gd name="connsiteY4-260" fmla="*/ 3809471 h 3974831"/>
              <a:gd name="connsiteX5-261" fmla="*/ 1791000 w 3590408"/>
              <a:gd name="connsiteY5-262" fmla="*/ 3963175 h 3974831"/>
              <a:gd name="connsiteX6-263" fmla="*/ 0 w 3590408"/>
              <a:gd name="connsiteY6-264" fmla="*/ 3963175 h 3974831"/>
              <a:gd name="connsiteX7-265" fmla="*/ 0 w 3590408"/>
              <a:gd name="connsiteY7-266" fmla="*/ 3175 h 3974831"/>
              <a:gd name="connsiteX0-267" fmla="*/ 0 w 3590408"/>
              <a:gd name="connsiteY0-268" fmla="*/ 3175 h 3974831"/>
              <a:gd name="connsiteX1-269" fmla="*/ 3264200 w 3590408"/>
              <a:gd name="connsiteY1-270" fmla="*/ 0 h 3974831"/>
              <a:gd name="connsiteX2-271" fmla="*/ 3323644 w 3590408"/>
              <a:gd name="connsiteY2-272" fmla="*/ 166544 h 3974831"/>
              <a:gd name="connsiteX3-273" fmla="*/ 3578825 w 3590408"/>
              <a:gd name="connsiteY3-274" fmla="*/ 1640275 h 3974831"/>
              <a:gd name="connsiteX4-275" fmla="*/ 3002082 w 3590408"/>
              <a:gd name="connsiteY4-276" fmla="*/ 3809471 h 3974831"/>
              <a:gd name="connsiteX5-277" fmla="*/ 1791000 w 3590408"/>
              <a:gd name="connsiteY5-278" fmla="*/ 3963175 h 3974831"/>
              <a:gd name="connsiteX6-279" fmla="*/ 0 w 3590408"/>
              <a:gd name="connsiteY6-280" fmla="*/ 3963175 h 3974831"/>
              <a:gd name="connsiteX7-281" fmla="*/ 0 w 3590408"/>
              <a:gd name="connsiteY7-282" fmla="*/ 3175 h 3974831"/>
              <a:gd name="connsiteX0-283" fmla="*/ 0 w 3590408"/>
              <a:gd name="connsiteY0-284" fmla="*/ 3175 h 3975950"/>
              <a:gd name="connsiteX1-285" fmla="*/ 3264200 w 3590408"/>
              <a:gd name="connsiteY1-286" fmla="*/ 0 h 3975950"/>
              <a:gd name="connsiteX2-287" fmla="*/ 3323644 w 3590408"/>
              <a:gd name="connsiteY2-288" fmla="*/ 166544 h 3975950"/>
              <a:gd name="connsiteX3-289" fmla="*/ 3578825 w 3590408"/>
              <a:gd name="connsiteY3-290" fmla="*/ 1640275 h 3975950"/>
              <a:gd name="connsiteX4-291" fmla="*/ 3002082 w 3590408"/>
              <a:gd name="connsiteY4-292" fmla="*/ 3809471 h 3975950"/>
              <a:gd name="connsiteX5-293" fmla="*/ 2908600 w 3590408"/>
              <a:gd name="connsiteY5-294" fmla="*/ 3966350 h 3975950"/>
              <a:gd name="connsiteX6-295" fmla="*/ 0 w 3590408"/>
              <a:gd name="connsiteY6-296" fmla="*/ 3963175 h 3975950"/>
              <a:gd name="connsiteX7-297" fmla="*/ 0 w 3590408"/>
              <a:gd name="connsiteY7-298" fmla="*/ 3175 h 3975950"/>
              <a:gd name="connsiteX0-299" fmla="*/ 0 w 3590408"/>
              <a:gd name="connsiteY0-300" fmla="*/ 3175 h 3966350"/>
              <a:gd name="connsiteX1-301" fmla="*/ 3264200 w 3590408"/>
              <a:gd name="connsiteY1-302" fmla="*/ 0 h 3966350"/>
              <a:gd name="connsiteX2-303" fmla="*/ 3323644 w 3590408"/>
              <a:gd name="connsiteY2-304" fmla="*/ 166544 h 3966350"/>
              <a:gd name="connsiteX3-305" fmla="*/ 3578825 w 3590408"/>
              <a:gd name="connsiteY3-306" fmla="*/ 1640275 h 3966350"/>
              <a:gd name="connsiteX4-307" fmla="*/ 3002082 w 3590408"/>
              <a:gd name="connsiteY4-308" fmla="*/ 3809471 h 3966350"/>
              <a:gd name="connsiteX5-309" fmla="*/ 2908600 w 3590408"/>
              <a:gd name="connsiteY5-310" fmla="*/ 3966350 h 3966350"/>
              <a:gd name="connsiteX6-311" fmla="*/ 0 w 3590408"/>
              <a:gd name="connsiteY6-312" fmla="*/ 3963175 h 3966350"/>
              <a:gd name="connsiteX7-313" fmla="*/ 0 w 3590408"/>
              <a:gd name="connsiteY7-314" fmla="*/ 3175 h 3966350"/>
              <a:gd name="connsiteX0-315" fmla="*/ 0 w 3590408"/>
              <a:gd name="connsiteY0-316" fmla="*/ 3175 h 3966350"/>
              <a:gd name="connsiteX1-317" fmla="*/ 3264200 w 3590408"/>
              <a:gd name="connsiteY1-318" fmla="*/ 0 h 3966350"/>
              <a:gd name="connsiteX2-319" fmla="*/ 3323644 w 3590408"/>
              <a:gd name="connsiteY2-320" fmla="*/ 166544 h 3966350"/>
              <a:gd name="connsiteX3-321" fmla="*/ 3578825 w 3590408"/>
              <a:gd name="connsiteY3-322" fmla="*/ 1640275 h 3966350"/>
              <a:gd name="connsiteX4-323" fmla="*/ 3002082 w 3590408"/>
              <a:gd name="connsiteY4-324" fmla="*/ 3809471 h 3966350"/>
              <a:gd name="connsiteX5-325" fmla="*/ 2908600 w 3590408"/>
              <a:gd name="connsiteY5-326" fmla="*/ 3966350 h 3966350"/>
              <a:gd name="connsiteX6-327" fmla="*/ 0 w 3590408"/>
              <a:gd name="connsiteY6-328" fmla="*/ 3963175 h 3966350"/>
              <a:gd name="connsiteX7-329" fmla="*/ 0 w 3590408"/>
              <a:gd name="connsiteY7-330" fmla="*/ 3175 h 3966350"/>
              <a:gd name="connsiteX0-331" fmla="*/ 0 w 3590408"/>
              <a:gd name="connsiteY0-332" fmla="*/ 3175 h 3966350"/>
              <a:gd name="connsiteX1-333" fmla="*/ 3264200 w 3590408"/>
              <a:gd name="connsiteY1-334" fmla="*/ 0 h 3966350"/>
              <a:gd name="connsiteX2-335" fmla="*/ 3323644 w 3590408"/>
              <a:gd name="connsiteY2-336" fmla="*/ 166544 h 3966350"/>
              <a:gd name="connsiteX3-337" fmla="*/ 3578825 w 3590408"/>
              <a:gd name="connsiteY3-338" fmla="*/ 1640275 h 3966350"/>
              <a:gd name="connsiteX4-339" fmla="*/ 3002082 w 3590408"/>
              <a:gd name="connsiteY4-340" fmla="*/ 3809471 h 3966350"/>
              <a:gd name="connsiteX5-341" fmla="*/ 2908600 w 3590408"/>
              <a:gd name="connsiteY5-342" fmla="*/ 3966350 h 3966350"/>
              <a:gd name="connsiteX6-343" fmla="*/ 0 w 3590408"/>
              <a:gd name="connsiteY6-344" fmla="*/ 3963175 h 3966350"/>
              <a:gd name="connsiteX7-345" fmla="*/ 0 w 3590408"/>
              <a:gd name="connsiteY7-346" fmla="*/ 3175 h 3966350"/>
              <a:gd name="connsiteX0-347" fmla="*/ 0 w 3580367"/>
              <a:gd name="connsiteY0-348" fmla="*/ 3175 h 3966350"/>
              <a:gd name="connsiteX1-349" fmla="*/ 3264200 w 3580367"/>
              <a:gd name="connsiteY1-350" fmla="*/ 0 h 3966350"/>
              <a:gd name="connsiteX2-351" fmla="*/ 3323644 w 3580367"/>
              <a:gd name="connsiteY2-352" fmla="*/ 166544 h 3966350"/>
              <a:gd name="connsiteX3-353" fmla="*/ 3578825 w 3580367"/>
              <a:gd name="connsiteY3-354" fmla="*/ 1640275 h 3966350"/>
              <a:gd name="connsiteX4-355" fmla="*/ 3002082 w 3580367"/>
              <a:gd name="connsiteY4-356" fmla="*/ 3809471 h 3966350"/>
              <a:gd name="connsiteX5-357" fmla="*/ 2908600 w 3580367"/>
              <a:gd name="connsiteY5-358" fmla="*/ 3966350 h 3966350"/>
              <a:gd name="connsiteX6-359" fmla="*/ 0 w 3580367"/>
              <a:gd name="connsiteY6-360" fmla="*/ 3963175 h 3966350"/>
              <a:gd name="connsiteX7-361" fmla="*/ 0 w 3580367"/>
              <a:gd name="connsiteY7-362" fmla="*/ 3175 h 3966350"/>
              <a:gd name="connsiteX0-363" fmla="*/ 0 w 3578976"/>
              <a:gd name="connsiteY0-364" fmla="*/ 3175 h 3966350"/>
              <a:gd name="connsiteX1-365" fmla="*/ 3264200 w 3578976"/>
              <a:gd name="connsiteY1-366" fmla="*/ 0 h 3966350"/>
              <a:gd name="connsiteX2-367" fmla="*/ 3323644 w 3578976"/>
              <a:gd name="connsiteY2-368" fmla="*/ 166544 h 3966350"/>
              <a:gd name="connsiteX3-369" fmla="*/ 3578825 w 3578976"/>
              <a:gd name="connsiteY3-370" fmla="*/ 1640275 h 3966350"/>
              <a:gd name="connsiteX4-371" fmla="*/ 3002082 w 3578976"/>
              <a:gd name="connsiteY4-372" fmla="*/ 3809471 h 3966350"/>
              <a:gd name="connsiteX5-373" fmla="*/ 2908600 w 3578976"/>
              <a:gd name="connsiteY5-374" fmla="*/ 3966350 h 3966350"/>
              <a:gd name="connsiteX6-375" fmla="*/ 0 w 3578976"/>
              <a:gd name="connsiteY6-376" fmla="*/ 3963175 h 3966350"/>
              <a:gd name="connsiteX7-377" fmla="*/ 0 w 3578976"/>
              <a:gd name="connsiteY7-378" fmla="*/ 3175 h 3966350"/>
              <a:gd name="connsiteX0-379" fmla="*/ 0 w 3579143"/>
              <a:gd name="connsiteY0-380" fmla="*/ 3175 h 3966350"/>
              <a:gd name="connsiteX1-381" fmla="*/ 3264200 w 3579143"/>
              <a:gd name="connsiteY1-382" fmla="*/ 0 h 3966350"/>
              <a:gd name="connsiteX2-383" fmla="*/ 3323644 w 3579143"/>
              <a:gd name="connsiteY2-384" fmla="*/ 166544 h 3966350"/>
              <a:gd name="connsiteX3-385" fmla="*/ 3578825 w 3579143"/>
              <a:gd name="connsiteY3-386" fmla="*/ 1640275 h 3966350"/>
              <a:gd name="connsiteX4-387" fmla="*/ 3002082 w 3579143"/>
              <a:gd name="connsiteY4-388" fmla="*/ 3809471 h 3966350"/>
              <a:gd name="connsiteX5-389" fmla="*/ 2908600 w 3579143"/>
              <a:gd name="connsiteY5-390" fmla="*/ 3966350 h 3966350"/>
              <a:gd name="connsiteX6-391" fmla="*/ 0 w 3579143"/>
              <a:gd name="connsiteY6-392" fmla="*/ 3963175 h 3966350"/>
              <a:gd name="connsiteX7-393" fmla="*/ 0 w 3579143"/>
              <a:gd name="connsiteY7-394" fmla="*/ 3175 h 3966350"/>
              <a:gd name="connsiteX0-395" fmla="*/ 0 w 3579143"/>
              <a:gd name="connsiteY0-396" fmla="*/ 3175 h 4131450"/>
              <a:gd name="connsiteX1-397" fmla="*/ 3264200 w 3579143"/>
              <a:gd name="connsiteY1-398" fmla="*/ 0 h 4131450"/>
              <a:gd name="connsiteX2-399" fmla="*/ 3323644 w 3579143"/>
              <a:gd name="connsiteY2-400" fmla="*/ 166544 h 4131450"/>
              <a:gd name="connsiteX3-401" fmla="*/ 3578825 w 3579143"/>
              <a:gd name="connsiteY3-402" fmla="*/ 1640275 h 4131450"/>
              <a:gd name="connsiteX4-403" fmla="*/ 3002082 w 3579143"/>
              <a:gd name="connsiteY4-404" fmla="*/ 3809471 h 4131450"/>
              <a:gd name="connsiteX5-405" fmla="*/ 3159425 w 3579143"/>
              <a:gd name="connsiteY5-406" fmla="*/ 4131450 h 4131450"/>
              <a:gd name="connsiteX6-407" fmla="*/ 0 w 3579143"/>
              <a:gd name="connsiteY6-408" fmla="*/ 3963175 h 4131450"/>
              <a:gd name="connsiteX7-409" fmla="*/ 0 w 3579143"/>
              <a:gd name="connsiteY7-410" fmla="*/ 3175 h 4131450"/>
              <a:gd name="connsiteX0-411" fmla="*/ 0 w 3579143"/>
              <a:gd name="connsiteY0-412" fmla="*/ 3175 h 3963175"/>
              <a:gd name="connsiteX1-413" fmla="*/ 3264200 w 3579143"/>
              <a:gd name="connsiteY1-414" fmla="*/ 0 h 3963175"/>
              <a:gd name="connsiteX2-415" fmla="*/ 3323644 w 3579143"/>
              <a:gd name="connsiteY2-416" fmla="*/ 166544 h 3963175"/>
              <a:gd name="connsiteX3-417" fmla="*/ 3578825 w 3579143"/>
              <a:gd name="connsiteY3-418" fmla="*/ 1640275 h 3963175"/>
              <a:gd name="connsiteX4-419" fmla="*/ 3002082 w 3579143"/>
              <a:gd name="connsiteY4-420" fmla="*/ 3809471 h 3963175"/>
              <a:gd name="connsiteX5-421" fmla="*/ 2905425 w 3579143"/>
              <a:gd name="connsiteY5-422" fmla="*/ 3963175 h 3963175"/>
              <a:gd name="connsiteX6-423" fmla="*/ 0 w 3579143"/>
              <a:gd name="connsiteY6-424" fmla="*/ 3963175 h 3963175"/>
              <a:gd name="connsiteX7-425" fmla="*/ 0 w 3579143"/>
              <a:gd name="connsiteY7-426" fmla="*/ 3175 h 3963175"/>
              <a:gd name="connsiteX0-427" fmla="*/ 0 w 3579143"/>
              <a:gd name="connsiteY0-428" fmla="*/ 3175 h 3963175"/>
              <a:gd name="connsiteX1-429" fmla="*/ 3264200 w 3579143"/>
              <a:gd name="connsiteY1-430" fmla="*/ 0 h 3963175"/>
              <a:gd name="connsiteX2-431" fmla="*/ 3323644 w 3579143"/>
              <a:gd name="connsiteY2-432" fmla="*/ 166544 h 3963175"/>
              <a:gd name="connsiteX3-433" fmla="*/ 3578825 w 3579143"/>
              <a:gd name="connsiteY3-434" fmla="*/ 1640275 h 3963175"/>
              <a:gd name="connsiteX4-435" fmla="*/ 3002082 w 3579143"/>
              <a:gd name="connsiteY4-436" fmla="*/ 3809471 h 3963175"/>
              <a:gd name="connsiteX5-437" fmla="*/ 2905425 w 3579143"/>
              <a:gd name="connsiteY5-438" fmla="*/ 3963175 h 3963175"/>
              <a:gd name="connsiteX6-439" fmla="*/ 0 w 3579143"/>
              <a:gd name="connsiteY6-440" fmla="*/ 3963175 h 3963175"/>
              <a:gd name="connsiteX7-441" fmla="*/ 0 w 3579143"/>
              <a:gd name="connsiteY7-442" fmla="*/ 3175 h 3963175"/>
              <a:gd name="connsiteX0-443" fmla="*/ 0 w 3579143"/>
              <a:gd name="connsiteY0-444" fmla="*/ 3175 h 3963175"/>
              <a:gd name="connsiteX1-445" fmla="*/ 3264200 w 3579143"/>
              <a:gd name="connsiteY1-446" fmla="*/ 0 h 3963175"/>
              <a:gd name="connsiteX2-447" fmla="*/ 3323644 w 3579143"/>
              <a:gd name="connsiteY2-448" fmla="*/ 166544 h 3963175"/>
              <a:gd name="connsiteX3-449" fmla="*/ 3578825 w 3579143"/>
              <a:gd name="connsiteY3-450" fmla="*/ 1640275 h 3963175"/>
              <a:gd name="connsiteX4-451" fmla="*/ 3002082 w 3579143"/>
              <a:gd name="connsiteY4-452" fmla="*/ 3809471 h 3963175"/>
              <a:gd name="connsiteX5-453" fmla="*/ 2905425 w 3579143"/>
              <a:gd name="connsiteY5-454" fmla="*/ 3963175 h 3963175"/>
              <a:gd name="connsiteX6-455" fmla="*/ 0 w 3579143"/>
              <a:gd name="connsiteY6-456" fmla="*/ 3963175 h 3963175"/>
              <a:gd name="connsiteX7-457" fmla="*/ 0 w 3579143"/>
              <a:gd name="connsiteY7-458" fmla="*/ 3175 h 3963175"/>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25" y="connsiteY6-26"/>
              </a:cxn>
              <a:cxn ang="0">
                <a:pos x="connsiteX7-41" y="connsiteY7-42"/>
              </a:cxn>
            </a:cxnLst>
            <a:rect l="l" t="t" r="r" b="b"/>
            <a:pathLst>
              <a:path w="3579143" h="3963175">
                <a:moveTo>
                  <a:pt x="0" y="3175"/>
                </a:moveTo>
                <a:lnTo>
                  <a:pt x="3264200" y="0"/>
                </a:lnTo>
                <a:cubicBezTo>
                  <a:pt x="3287387" y="61624"/>
                  <a:pt x="3301369" y="106419"/>
                  <a:pt x="3323644" y="166544"/>
                </a:cubicBezTo>
                <a:cubicBezTo>
                  <a:pt x="3491969" y="623544"/>
                  <a:pt x="3568919" y="877546"/>
                  <a:pt x="3578825" y="1640275"/>
                </a:cubicBezTo>
                <a:cubicBezTo>
                  <a:pt x="3588731" y="2403004"/>
                  <a:pt x="3367257" y="3165146"/>
                  <a:pt x="3002082" y="3809471"/>
                </a:cubicBezTo>
                <a:cubicBezTo>
                  <a:pt x="2973457" y="3863246"/>
                  <a:pt x="3011014" y="3800503"/>
                  <a:pt x="2905425" y="3963175"/>
                </a:cubicBezTo>
                <a:lnTo>
                  <a:pt x="0" y="3963175"/>
                </a:lnTo>
                <a:lnTo>
                  <a:pt x="0" y="3175"/>
                </a:lnTo>
                <a:close/>
              </a:path>
            </a:pathLst>
          </a:custGeom>
          <a:noFill/>
          <a:ln>
            <a:noFill/>
          </a:ln>
        </p:spPr>
        <p:txBody>
          <a:bodyPr lIns="720000" tIns="720000" rIns="720000" bIns="720000">
            <a:normAutofit/>
          </a:bodyPr>
          <a:lstStyle>
            <a:lvl1pPr marL="0" indent="0" algn="ctr">
              <a:buNone/>
              <a:defRPr sz="1400" baseline="0">
                <a:solidFill>
                  <a:schemeClr val="bg1"/>
                </a:solidFill>
              </a:defRPr>
            </a:lvl1pPr>
          </a:lstStyle>
          <a:p>
            <a:r>
              <a:rPr lang="en-US"/>
              <a:t>Click icon to add picture</a:t>
            </a:r>
            <a:endParaRPr lang="de-DE"/>
          </a:p>
        </p:txBody>
      </p:sp>
      <p:sp>
        <p:nvSpPr>
          <p:cNvPr id="12" name="Titel 7"/>
          <p:cNvSpPr>
            <a:spLocks noGrp="1"/>
          </p:cNvSpPr>
          <p:nvPr>
            <p:ph type="title" hasCustomPrompt="1"/>
          </p:nvPr>
        </p:nvSpPr>
        <p:spPr>
          <a:xfrm>
            <a:off x="367575" y="290572"/>
            <a:ext cx="8408850" cy="415498"/>
          </a:xfrm>
        </p:spPr>
        <p:txBody>
          <a:bodyPr/>
          <a:lstStyle/>
          <a:p>
            <a:r>
              <a:rPr lang="en-GB" noProof="0"/>
              <a:t>Click to add headline</a:t>
            </a:r>
          </a:p>
        </p:txBody>
      </p:sp>
      <p:sp>
        <p:nvSpPr>
          <p:cNvPr id="14" name="Inhaltsplatzhalter 11"/>
          <p:cNvSpPr>
            <a:spLocks noGrp="1"/>
          </p:cNvSpPr>
          <p:nvPr>
            <p:ph sz="quarter" idx="14" hasCustomPrompt="1"/>
          </p:nvPr>
        </p:nvSpPr>
        <p:spPr>
          <a:xfrm>
            <a:off x="3848400" y="1198800"/>
            <a:ext cx="4928026" cy="3394800"/>
          </a:xfrm>
        </p:spPr>
        <p:txBody>
          <a:bodyPr/>
          <a:lstStyle>
            <a:lvl1pPr>
              <a:defRPr baseline="0">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en-GB" noProof="0"/>
              <a:t>Click to add text</a:t>
            </a:r>
          </a:p>
        </p:txBody>
      </p:sp>
      <p:pic>
        <p:nvPicPr>
          <p:cNvPr id="13"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64443" y="4864131"/>
            <a:ext cx="630270" cy="19051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Circle segment_03">
    <p:spTree>
      <p:nvGrpSpPr>
        <p:cNvPr id="1" name=""/>
        <p:cNvGrpSpPr/>
        <p:nvPr/>
      </p:nvGrpSpPr>
      <p:grpSpPr>
        <a:xfrm>
          <a:off x="0" y="0"/>
          <a:ext cx="0" cy="0"/>
          <a:chOff x="0" y="0"/>
          <a:chExt cx="0" cy="0"/>
        </a:xfrm>
      </p:grpSpPr>
      <p:sp>
        <p:nvSpPr>
          <p:cNvPr id="9" name="Rechteck 8"/>
          <p:cNvSpPr/>
          <p:nvPr userDrawn="1"/>
        </p:nvSpPr>
        <p:spPr>
          <a:xfrm>
            <a:off x="0" y="2196370"/>
            <a:ext cx="9144000" cy="2947130"/>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400" noProof="0">
              <a:solidFill>
                <a:schemeClr val="tx1"/>
              </a:solidFill>
              <a:latin typeface="BISansOpti"/>
            </a:endParaRPr>
          </a:p>
        </p:txBody>
      </p:sp>
      <p:cxnSp>
        <p:nvCxnSpPr>
          <p:cNvPr id="5" name="Gerade Verbindung 4"/>
          <p:cNvCxnSpPr/>
          <p:nvPr userDrawn="1"/>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3" name="Datumsplatzhalter 2"/>
          <p:cNvSpPr>
            <a:spLocks noGrp="1"/>
          </p:cNvSpPr>
          <p:nvPr>
            <p:ph type="dt" sz="half" idx="10"/>
          </p:nvPr>
        </p:nvSpPr>
        <p:spPr/>
        <p:txBody>
          <a:bodyPr/>
          <a:lstStyle/>
          <a:p>
            <a:fld id="{3A4F5901-183E-4A00-9284-9EF186007567}" type="datetime1">
              <a:rPr lang="en-GB" smtClean="0"/>
              <a:t>25/04/2024</a:t>
            </a:fld>
            <a:endParaRPr lang="en-GB"/>
          </a:p>
        </p:txBody>
      </p:sp>
      <p:sp>
        <p:nvSpPr>
          <p:cNvPr id="4" name="Fußzeilenplatzhalter 3"/>
          <p:cNvSpPr>
            <a:spLocks noGrp="1"/>
          </p:cNvSpPr>
          <p:nvPr>
            <p:ph type="ftr" sz="quarter" idx="11"/>
          </p:nvPr>
        </p:nvSpPr>
        <p:spPr/>
        <p:txBody>
          <a:bodyPr/>
          <a:lstStyle/>
          <a:p>
            <a:r>
              <a:rPr lang="en-GB"/>
              <a:t>Presentation title, date, author</a:t>
            </a:r>
          </a:p>
        </p:txBody>
      </p:sp>
      <p:sp>
        <p:nvSpPr>
          <p:cNvPr id="6" name="Foliennummernplatzhalter 5"/>
          <p:cNvSpPr>
            <a:spLocks noGrp="1"/>
          </p:cNvSpPr>
          <p:nvPr>
            <p:ph type="sldNum" sz="quarter" idx="12"/>
          </p:nvPr>
        </p:nvSpPr>
        <p:spPr/>
        <p:txBody>
          <a:bodyPr/>
          <a:lstStyle/>
          <a:p>
            <a:fld id="{143B55C4-4F5A-416B-997D-6CE47EB0A945}" type="slidenum">
              <a:rPr lang="en-GB" smtClean="0"/>
              <a:t>‹#›</a:t>
            </a:fld>
            <a:endParaRPr lang="en-GB"/>
          </a:p>
        </p:txBody>
      </p:sp>
      <p:sp>
        <p:nvSpPr>
          <p:cNvPr id="10" name="Rechteck 12"/>
          <p:cNvSpPr/>
          <p:nvPr userDrawn="1"/>
        </p:nvSpPr>
        <p:spPr>
          <a:xfrm>
            <a:off x="2" y="735013"/>
            <a:ext cx="3672981" cy="3960812"/>
          </a:xfrm>
          <a:custGeom>
            <a:avLst/>
            <a:gdLst/>
            <a:ahLst/>
            <a:cxnLst/>
            <a:rect l="l" t="t" r="r" b="b"/>
            <a:pathLst>
              <a:path w="3672981" h="3960812">
                <a:moveTo>
                  <a:pt x="0" y="0"/>
                </a:moveTo>
                <a:lnTo>
                  <a:pt x="3361658" y="0"/>
                </a:lnTo>
                <a:lnTo>
                  <a:pt x="3412473" y="127738"/>
                </a:lnTo>
                <a:cubicBezTo>
                  <a:pt x="3581102" y="597230"/>
                  <a:pt x="3672981" y="1103310"/>
                  <a:pt x="3672981" y="1630850"/>
                </a:cubicBezTo>
                <a:cubicBezTo>
                  <a:pt x="3672981" y="2378998"/>
                  <a:pt x="3488190" y="3083985"/>
                  <a:pt x="3161761" y="3702659"/>
                </a:cubicBezTo>
                <a:lnTo>
                  <a:pt x="3012298" y="3960812"/>
                </a:lnTo>
                <a:lnTo>
                  <a:pt x="0" y="3960812"/>
                </a:lnTo>
                <a:close/>
              </a:path>
            </a:pathLst>
          </a:custGeom>
          <a:solidFill>
            <a:schemeClr val="accent2"/>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de-DE" sz="1400" err="1">
              <a:solidFill>
                <a:schemeClr val="tx1"/>
              </a:solidFill>
              <a:latin typeface="BISansOpti"/>
            </a:endParaRPr>
          </a:p>
        </p:txBody>
      </p:sp>
      <p:sp>
        <p:nvSpPr>
          <p:cNvPr id="11" name="Bildplatzhalter 20"/>
          <p:cNvSpPr>
            <a:spLocks noGrp="1"/>
          </p:cNvSpPr>
          <p:nvPr>
            <p:ph type="pic" sz="quarter" idx="13"/>
          </p:nvPr>
        </p:nvSpPr>
        <p:spPr>
          <a:xfrm>
            <a:off x="-1" y="731225"/>
            <a:ext cx="3579143" cy="3963175"/>
          </a:xfrm>
          <a:custGeom>
            <a:avLst/>
            <a:gdLst>
              <a:gd name="connsiteX0" fmla="*/ 0 w 3582000"/>
              <a:gd name="connsiteY0" fmla="*/ 0 h 3960000"/>
              <a:gd name="connsiteX1" fmla="*/ 1791000 w 3582000"/>
              <a:gd name="connsiteY1" fmla="*/ 0 h 3960000"/>
              <a:gd name="connsiteX2" fmla="*/ 3582000 w 3582000"/>
              <a:gd name="connsiteY2" fmla="*/ 1980000 h 3960000"/>
              <a:gd name="connsiteX3" fmla="*/ 1791000 w 3582000"/>
              <a:gd name="connsiteY3" fmla="*/ 3960000 h 3960000"/>
              <a:gd name="connsiteX4" fmla="*/ 0 w 3582000"/>
              <a:gd name="connsiteY4" fmla="*/ 3960000 h 3960000"/>
              <a:gd name="connsiteX5" fmla="*/ 0 w 3582000"/>
              <a:gd name="connsiteY5" fmla="*/ 0 h 3960000"/>
              <a:gd name="connsiteX0-1" fmla="*/ 0 w 3669107"/>
              <a:gd name="connsiteY0-2" fmla="*/ 0 h 3960000"/>
              <a:gd name="connsiteX1-3" fmla="*/ 1791000 w 3669107"/>
              <a:gd name="connsiteY1-4" fmla="*/ 0 h 3960000"/>
              <a:gd name="connsiteX2-5" fmla="*/ 3225219 w 3669107"/>
              <a:gd name="connsiteY2-6" fmla="*/ 807894 h 3960000"/>
              <a:gd name="connsiteX3-7" fmla="*/ 3582000 w 3669107"/>
              <a:gd name="connsiteY3-8" fmla="*/ 1980000 h 3960000"/>
              <a:gd name="connsiteX4-9" fmla="*/ 1791000 w 3669107"/>
              <a:gd name="connsiteY4-10" fmla="*/ 3960000 h 3960000"/>
              <a:gd name="connsiteX5-11" fmla="*/ 0 w 3669107"/>
              <a:gd name="connsiteY5-12" fmla="*/ 3960000 h 3960000"/>
              <a:gd name="connsiteX6" fmla="*/ 0 w 3669107"/>
              <a:gd name="connsiteY6" fmla="*/ 0 h 3960000"/>
              <a:gd name="connsiteX0-13" fmla="*/ 0 w 3597300"/>
              <a:gd name="connsiteY0-14" fmla="*/ 0 h 3960000"/>
              <a:gd name="connsiteX1-15" fmla="*/ 1791000 w 3597300"/>
              <a:gd name="connsiteY1-16" fmla="*/ 0 h 3960000"/>
              <a:gd name="connsiteX2-17" fmla="*/ 3225219 w 3597300"/>
              <a:gd name="connsiteY2-18" fmla="*/ 807894 h 3960000"/>
              <a:gd name="connsiteX3-19" fmla="*/ 3582000 w 3597300"/>
              <a:gd name="connsiteY3-20" fmla="*/ 1980000 h 3960000"/>
              <a:gd name="connsiteX4-21" fmla="*/ 2862382 w 3597300"/>
              <a:gd name="connsiteY4-22" fmla="*/ 3307821 h 3960000"/>
              <a:gd name="connsiteX5-23" fmla="*/ 1791000 w 3597300"/>
              <a:gd name="connsiteY5-24" fmla="*/ 3960000 h 3960000"/>
              <a:gd name="connsiteX6-25" fmla="*/ 0 w 3597300"/>
              <a:gd name="connsiteY6-26" fmla="*/ 3960000 h 3960000"/>
              <a:gd name="connsiteX7" fmla="*/ 0 w 3597300"/>
              <a:gd name="connsiteY7" fmla="*/ 0 h 3960000"/>
              <a:gd name="connsiteX0-27" fmla="*/ 0 w 3597300"/>
              <a:gd name="connsiteY0-28" fmla="*/ 0 h 3960000"/>
              <a:gd name="connsiteX1-29" fmla="*/ 3261025 w 3597300"/>
              <a:gd name="connsiteY1-30" fmla="*/ 3175 h 3960000"/>
              <a:gd name="connsiteX2-31" fmla="*/ 3225219 w 3597300"/>
              <a:gd name="connsiteY2-32" fmla="*/ 807894 h 3960000"/>
              <a:gd name="connsiteX3-33" fmla="*/ 3582000 w 3597300"/>
              <a:gd name="connsiteY3-34" fmla="*/ 1980000 h 3960000"/>
              <a:gd name="connsiteX4-35" fmla="*/ 2862382 w 3597300"/>
              <a:gd name="connsiteY4-36" fmla="*/ 3307821 h 3960000"/>
              <a:gd name="connsiteX5-37" fmla="*/ 1791000 w 3597300"/>
              <a:gd name="connsiteY5-38" fmla="*/ 3960000 h 3960000"/>
              <a:gd name="connsiteX6-39" fmla="*/ 0 w 3597300"/>
              <a:gd name="connsiteY6-40" fmla="*/ 3960000 h 3960000"/>
              <a:gd name="connsiteX7-41" fmla="*/ 0 w 3597300"/>
              <a:gd name="connsiteY7-42" fmla="*/ 0 h 3960000"/>
              <a:gd name="connsiteX0-43" fmla="*/ 0 w 3597300"/>
              <a:gd name="connsiteY0-44" fmla="*/ 0 h 3960000"/>
              <a:gd name="connsiteX1-45" fmla="*/ 3019725 w 3597300"/>
              <a:gd name="connsiteY1-46" fmla="*/ 282575 h 3960000"/>
              <a:gd name="connsiteX2-47" fmla="*/ 3225219 w 3597300"/>
              <a:gd name="connsiteY2-48" fmla="*/ 807894 h 3960000"/>
              <a:gd name="connsiteX3-49" fmla="*/ 3582000 w 3597300"/>
              <a:gd name="connsiteY3-50" fmla="*/ 1980000 h 3960000"/>
              <a:gd name="connsiteX4-51" fmla="*/ 2862382 w 3597300"/>
              <a:gd name="connsiteY4-52" fmla="*/ 3307821 h 3960000"/>
              <a:gd name="connsiteX5-53" fmla="*/ 1791000 w 3597300"/>
              <a:gd name="connsiteY5-54" fmla="*/ 3960000 h 3960000"/>
              <a:gd name="connsiteX6-55" fmla="*/ 0 w 3597300"/>
              <a:gd name="connsiteY6-56" fmla="*/ 3960000 h 3960000"/>
              <a:gd name="connsiteX7-57" fmla="*/ 0 w 3597300"/>
              <a:gd name="connsiteY7-58" fmla="*/ 0 h 3960000"/>
              <a:gd name="connsiteX0-59" fmla="*/ 0 w 3597300"/>
              <a:gd name="connsiteY0-60" fmla="*/ 3175 h 3963175"/>
              <a:gd name="connsiteX1-61" fmla="*/ 3264200 w 3597300"/>
              <a:gd name="connsiteY1-62" fmla="*/ 0 h 3963175"/>
              <a:gd name="connsiteX2-63" fmla="*/ 3225219 w 3597300"/>
              <a:gd name="connsiteY2-64" fmla="*/ 811069 h 3963175"/>
              <a:gd name="connsiteX3-65" fmla="*/ 3582000 w 3597300"/>
              <a:gd name="connsiteY3-66" fmla="*/ 1983175 h 3963175"/>
              <a:gd name="connsiteX4-67" fmla="*/ 2862382 w 3597300"/>
              <a:gd name="connsiteY4-68" fmla="*/ 3310996 h 3963175"/>
              <a:gd name="connsiteX5-69" fmla="*/ 1791000 w 3597300"/>
              <a:gd name="connsiteY5-70" fmla="*/ 3963175 h 3963175"/>
              <a:gd name="connsiteX6-71" fmla="*/ 0 w 3597300"/>
              <a:gd name="connsiteY6-72" fmla="*/ 3963175 h 3963175"/>
              <a:gd name="connsiteX7-73" fmla="*/ 0 w 3597300"/>
              <a:gd name="connsiteY7-74" fmla="*/ 3175 h 3963175"/>
              <a:gd name="connsiteX0-75" fmla="*/ 0 w 3597300"/>
              <a:gd name="connsiteY0-76" fmla="*/ 3175 h 3963175"/>
              <a:gd name="connsiteX1-77" fmla="*/ 3264200 w 3597300"/>
              <a:gd name="connsiteY1-78" fmla="*/ 0 h 3963175"/>
              <a:gd name="connsiteX2-79" fmla="*/ 3225219 w 3597300"/>
              <a:gd name="connsiteY2-80" fmla="*/ 811069 h 3963175"/>
              <a:gd name="connsiteX3-81" fmla="*/ 3582000 w 3597300"/>
              <a:gd name="connsiteY3-82" fmla="*/ 1983175 h 3963175"/>
              <a:gd name="connsiteX4-83" fmla="*/ 2862382 w 3597300"/>
              <a:gd name="connsiteY4-84" fmla="*/ 3310996 h 3963175"/>
              <a:gd name="connsiteX5-85" fmla="*/ 1791000 w 3597300"/>
              <a:gd name="connsiteY5-86" fmla="*/ 3963175 h 3963175"/>
              <a:gd name="connsiteX6-87" fmla="*/ 0 w 3597300"/>
              <a:gd name="connsiteY6-88" fmla="*/ 3963175 h 3963175"/>
              <a:gd name="connsiteX7-89" fmla="*/ 0 w 3597300"/>
              <a:gd name="connsiteY7-90" fmla="*/ 3175 h 3963175"/>
              <a:gd name="connsiteX0-91" fmla="*/ 0 w 3616616"/>
              <a:gd name="connsiteY0-92" fmla="*/ 21630 h 3981630"/>
              <a:gd name="connsiteX1-93" fmla="*/ 3264200 w 3616616"/>
              <a:gd name="connsiteY1-94" fmla="*/ 18455 h 3981630"/>
              <a:gd name="connsiteX2-95" fmla="*/ 3323644 w 3616616"/>
              <a:gd name="connsiteY2-96" fmla="*/ 184999 h 3981630"/>
              <a:gd name="connsiteX3-97" fmla="*/ 3582000 w 3616616"/>
              <a:gd name="connsiteY3-98" fmla="*/ 2001630 h 3981630"/>
              <a:gd name="connsiteX4-99" fmla="*/ 2862382 w 3616616"/>
              <a:gd name="connsiteY4-100" fmla="*/ 3329451 h 3981630"/>
              <a:gd name="connsiteX5-101" fmla="*/ 1791000 w 3616616"/>
              <a:gd name="connsiteY5-102" fmla="*/ 3981630 h 3981630"/>
              <a:gd name="connsiteX6-103" fmla="*/ 0 w 3616616"/>
              <a:gd name="connsiteY6-104" fmla="*/ 3981630 h 3981630"/>
              <a:gd name="connsiteX7-105" fmla="*/ 0 w 3616616"/>
              <a:gd name="connsiteY7-106" fmla="*/ 21630 h 3981630"/>
              <a:gd name="connsiteX0-107" fmla="*/ 0 w 3616616"/>
              <a:gd name="connsiteY0-108" fmla="*/ 3175 h 3963175"/>
              <a:gd name="connsiteX1-109" fmla="*/ 3264200 w 3616616"/>
              <a:gd name="connsiteY1-110" fmla="*/ 0 h 3963175"/>
              <a:gd name="connsiteX2-111" fmla="*/ 3323644 w 3616616"/>
              <a:gd name="connsiteY2-112" fmla="*/ 166544 h 3963175"/>
              <a:gd name="connsiteX3-113" fmla="*/ 3582000 w 3616616"/>
              <a:gd name="connsiteY3-114" fmla="*/ 1983175 h 3963175"/>
              <a:gd name="connsiteX4-115" fmla="*/ 2862382 w 3616616"/>
              <a:gd name="connsiteY4-116" fmla="*/ 3310996 h 3963175"/>
              <a:gd name="connsiteX5-117" fmla="*/ 1791000 w 3616616"/>
              <a:gd name="connsiteY5-118" fmla="*/ 3963175 h 3963175"/>
              <a:gd name="connsiteX6-119" fmla="*/ 0 w 3616616"/>
              <a:gd name="connsiteY6-120" fmla="*/ 3963175 h 3963175"/>
              <a:gd name="connsiteX7-121" fmla="*/ 0 w 3616616"/>
              <a:gd name="connsiteY7-122" fmla="*/ 3175 h 3963175"/>
              <a:gd name="connsiteX0-123" fmla="*/ 0 w 3601265"/>
              <a:gd name="connsiteY0-124" fmla="*/ 3175 h 3963175"/>
              <a:gd name="connsiteX1-125" fmla="*/ 3264200 w 3601265"/>
              <a:gd name="connsiteY1-126" fmla="*/ 0 h 3963175"/>
              <a:gd name="connsiteX2-127" fmla="*/ 3323644 w 3601265"/>
              <a:gd name="connsiteY2-128" fmla="*/ 166544 h 3963175"/>
              <a:gd name="connsiteX3-129" fmla="*/ 3582000 w 3601265"/>
              <a:gd name="connsiteY3-130" fmla="*/ 1983175 h 3963175"/>
              <a:gd name="connsiteX4-131" fmla="*/ 2862382 w 3601265"/>
              <a:gd name="connsiteY4-132" fmla="*/ 3310996 h 3963175"/>
              <a:gd name="connsiteX5-133" fmla="*/ 1791000 w 3601265"/>
              <a:gd name="connsiteY5-134" fmla="*/ 3963175 h 3963175"/>
              <a:gd name="connsiteX6-135" fmla="*/ 0 w 3601265"/>
              <a:gd name="connsiteY6-136" fmla="*/ 3963175 h 3963175"/>
              <a:gd name="connsiteX7-137" fmla="*/ 0 w 3601265"/>
              <a:gd name="connsiteY7-138" fmla="*/ 3175 h 3963175"/>
              <a:gd name="connsiteX0-139" fmla="*/ 0 w 3364734"/>
              <a:gd name="connsiteY0-140" fmla="*/ 3175 h 3963175"/>
              <a:gd name="connsiteX1-141" fmla="*/ 3264200 w 3364734"/>
              <a:gd name="connsiteY1-142" fmla="*/ 0 h 3963175"/>
              <a:gd name="connsiteX2-143" fmla="*/ 3323644 w 3364734"/>
              <a:gd name="connsiteY2-144" fmla="*/ 166544 h 3963175"/>
              <a:gd name="connsiteX3-145" fmla="*/ 3016850 w 3364734"/>
              <a:gd name="connsiteY3-146" fmla="*/ 1614875 h 3963175"/>
              <a:gd name="connsiteX4-147" fmla="*/ 2862382 w 3364734"/>
              <a:gd name="connsiteY4-148" fmla="*/ 3310996 h 3963175"/>
              <a:gd name="connsiteX5-149" fmla="*/ 1791000 w 3364734"/>
              <a:gd name="connsiteY5-150" fmla="*/ 3963175 h 3963175"/>
              <a:gd name="connsiteX6-151" fmla="*/ 0 w 3364734"/>
              <a:gd name="connsiteY6-152" fmla="*/ 3963175 h 3963175"/>
              <a:gd name="connsiteX7-153" fmla="*/ 0 w 3364734"/>
              <a:gd name="connsiteY7-154" fmla="*/ 3175 h 3963175"/>
              <a:gd name="connsiteX0-155" fmla="*/ 0 w 3598344"/>
              <a:gd name="connsiteY0-156" fmla="*/ 3175 h 3963175"/>
              <a:gd name="connsiteX1-157" fmla="*/ 3264200 w 3598344"/>
              <a:gd name="connsiteY1-158" fmla="*/ 0 h 3963175"/>
              <a:gd name="connsiteX2-159" fmla="*/ 3323644 w 3598344"/>
              <a:gd name="connsiteY2-160" fmla="*/ 166544 h 3963175"/>
              <a:gd name="connsiteX3-161" fmla="*/ 3578825 w 3598344"/>
              <a:gd name="connsiteY3-162" fmla="*/ 1640275 h 3963175"/>
              <a:gd name="connsiteX4-163" fmla="*/ 2862382 w 3598344"/>
              <a:gd name="connsiteY4-164" fmla="*/ 3310996 h 3963175"/>
              <a:gd name="connsiteX5-165" fmla="*/ 1791000 w 3598344"/>
              <a:gd name="connsiteY5-166" fmla="*/ 3963175 h 3963175"/>
              <a:gd name="connsiteX6-167" fmla="*/ 0 w 3598344"/>
              <a:gd name="connsiteY6-168" fmla="*/ 3963175 h 3963175"/>
              <a:gd name="connsiteX7-169" fmla="*/ 0 w 3598344"/>
              <a:gd name="connsiteY7-170" fmla="*/ 3175 h 3963175"/>
              <a:gd name="connsiteX0-171" fmla="*/ 0 w 3612056"/>
              <a:gd name="connsiteY0-172" fmla="*/ 3175 h 3963175"/>
              <a:gd name="connsiteX1-173" fmla="*/ 3264200 w 3612056"/>
              <a:gd name="connsiteY1-174" fmla="*/ 0 h 3963175"/>
              <a:gd name="connsiteX2-175" fmla="*/ 3323644 w 3612056"/>
              <a:gd name="connsiteY2-176" fmla="*/ 166544 h 3963175"/>
              <a:gd name="connsiteX3-177" fmla="*/ 3578825 w 3612056"/>
              <a:gd name="connsiteY3-178" fmla="*/ 1640275 h 3963175"/>
              <a:gd name="connsiteX4-179" fmla="*/ 2862382 w 3612056"/>
              <a:gd name="connsiteY4-180" fmla="*/ 3310996 h 3963175"/>
              <a:gd name="connsiteX5-181" fmla="*/ 1791000 w 3612056"/>
              <a:gd name="connsiteY5-182" fmla="*/ 3963175 h 3963175"/>
              <a:gd name="connsiteX6-183" fmla="*/ 0 w 3612056"/>
              <a:gd name="connsiteY6-184" fmla="*/ 3963175 h 3963175"/>
              <a:gd name="connsiteX7-185" fmla="*/ 0 w 3612056"/>
              <a:gd name="connsiteY7-186" fmla="*/ 3175 h 3963175"/>
              <a:gd name="connsiteX0-187" fmla="*/ 0 w 3635528"/>
              <a:gd name="connsiteY0-188" fmla="*/ 3175 h 3963175"/>
              <a:gd name="connsiteX1-189" fmla="*/ 3264200 w 3635528"/>
              <a:gd name="connsiteY1-190" fmla="*/ 0 h 3963175"/>
              <a:gd name="connsiteX2-191" fmla="*/ 3323644 w 3635528"/>
              <a:gd name="connsiteY2-192" fmla="*/ 166544 h 3963175"/>
              <a:gd name="connsiteX3-193" fmla="*/ 3578825 w 3635528"/>
              <a:gd name="connsiteY3-194" fmla="*/ 1640275 h 3963175"/>
              <a:gd name="connsiteX4-195" fmla="*/ 2862382 w 3635528"/>
              <a:gd name="connsiteY4-196" fmla="*/ 3310996 h 3963175"/>
              <a:gd name="connsiteX5-197" fmla="*/ 1791000 w 3635528"/>
              <a:gd name="connsiteY5-198" fmla="*/ 3963175 h 3963175"/>
              <a:gd name="connsiteX6-199" fmla="*/ 0 w 3635528"/>
              <a:gd name="connsiteY6-200" fmla="*/ 3963175 h 3963175"/>
              <a:gd name="connsiteX7-201" fmla="*/ 0 w 3635528"/>
              <a:gd name="connsiteY7-202" fmla="*/ 3175 h 3963175"/>
              <a:gd name="connsiteX0-203" fmla="*/ 0 w 3578828"/>
              <a:gd name="connsiteY0-204" fmla="*/ 3175 h 3963175"/>
              <a:gd name="connsiteX1-205" fmla="*/ 3264200 w 3578828"/>
              <a:gd name="connsiteY1-206" fmla="*/ 0 h 3963175"/>
              <a:gd name="connsiteX2-207" fmla="*/ 3323644 w 3578828"/>
              <a:gd name="connsiteY2-208" fmla="*/ 166544 h 3963175"/>
              <a:gd name="connsiteX3-209" fmla="*/ 3578825 w 3578828"/>
              <a:gd name="connsiteY3-210" fmla="*/ 1640275 h 3963175"/>
              <a:gd name="connsiteX4-211" fmla="*/ 2862382 w 3578828"/>
              <a:gd name="connsiteY4-212" fmla="*/ 3310996 h 3963175"/>
              <a:gd name="connsiteX5-213" fmla="*/ 1791000 w 3578828"/>
              <a:gd name="connsiteY5-214" fmla="*/ 3963175 h 3963175"/>
              <a:gd name="connsiteX6-215" fmla="*/ 0 w 3578828"/>
              <a:gd name="connsiteY6-216" fmla="*/ 3963175 h 3963175"/>
              <a:gd name="connsiteX7-217" fmla="*/ 0 w 3578828"/>
              <a:gd name="connsiteY7-218" fmla="*/ 3175 h 3963175"/>
              <a:gd name="connsiteX0-219" fmla="*/ 0 w 3578942"/>
              <a:gd name="connsiteY0-220" fmla="*/ 3175 h 3963175"/>
              <a:gd name="connsiteX1-221" fmla="*/ 3264200 w 3578942"/>
              <a:gd name="connsiteY1-222" fmla="*/ 0 h 3963175"/>
              <a:gd name="connsiteX2-223" fmla="*/ 3323644 w 3578942"/>
              <a:gd name="connsiteY2-224" fmla="*/ 166544 h 3963175"/>
              <a:gd name="connsiteX3-225" fmla="*/ 3578825 w 3578942"/>
              <a:gd name="connsiteY3-226" fmla="*/ 1640275 h 3963175"/>
              <a:gd name="connsiteX4-227" fmla="*/ 2862382 w 3578942"/>
              <a:gd name="connsiteY4-228" fmla="*/ 3310996 h 3963175"/>
              <a:gd name="connsiteX5-229" fmla="*/ 1791000 w 3578942"/>
              <a:gd name="connsiteY5-230" fmla="*/ 3963175 h 3963175"/>
              <a:gd name="connsiteX6-231" fmla="*/ 0 w 3578942"/>
              <a:gd name="connsiteY6-232" fmla="*/ 3963175 h 3963175"/>
              <a:gd name="connsiteX7-233" fmla="*/ 0 w 3578942"/>
              <a:gd name="connsiteY7-234" fmla="*/ 3175 h 3963175"/>
              <a:gd name="connsiteX0-235" fmla="*/ 0 w 3578942"/>
              <a:gd name="connsiteY0-236" fmla="*/ 3175 h 3963175"/>
              <a:gd name="connsiteX1-237" fmla="*/ 3264200 w 3578942"/>
              <a:gd name="connsiteY1-238" fmla="*/ 0 h 3963175"/>
              <a:gd name="connsiteX2-239" fmla="*/ 3323644 w 3578942"/>
              <a:gd name="connsiteY2-240" fmla="*/ 166544 h 3963175"/>
              <a:gd name="connsiteX3-241" fmla="*/ 3578825 w 3578942"/>
              <a:gd name="connsiteY3-242" fmla="*/ 1640275 h 3963175"/>
              <a:gd name="connsiteX4-243" fmla="*/ 2862382 w 3578942"/>
              <a:gd name="connsiteY4-244" fmla="*/ 3310996 h 3963175"/>
              <a:gd name="connsiteX5-245" fmla="*/ 1791000 w 3578942"/>
              <a:gd name="connsiteY5-246" fmla="*/ 3963175 h 3963175"/>
              <a:gd name="connsiteX6-247" fmla="*/ 0 w 3578942"/>
              <a:gd name="connsiteY6-248" fmla="*/ 3963175 h 3963175"/>
              <a:gd name="connsiteX7-249" fmla="*/ 0 w 3578942"/>
              <a:gd name="connsiteY7-250" fmla="*/ 3175 h 3963175"/>
              <a:gd name="connsiteX0-251" fmla="*/ 0 w 3590408"/>
              <a:gd name="connsiteY0-252" fmla="*/ 3175 h 3974831"/>
              <a:gd name="connsiteX1-253" fmla="*/ 3264200 w 3590408"/>
              <a:gd name="connsiteY1-254" fmla="*/ 0 h 3974831"/>
              <a:gd name="connsiteX2-255" fmla="*/ 3323644 w 3590408"/>
              <a:gd name="connsiteY2-256" fmla="*/ 166544 h 3974831"/>
              <a:gd name="connsiteX3-257" fmla="*/ 3578825 w 3590408"/>
              <a:gd name="connsiteY3-258" fmla="*/ 1640275 h 3974831"/>
              <a:gd name="connsiteX4-259" fmla="*/ 3002082 w 3590408"/>
              <a:gd name="connsiteY4-260" fmla="*/ 3809471 h 3974831"/>
              <a:gd name="connsiteX5-261" fmla="*/ 1791000 w 3590408"/>
              <a:gd name="connsiteY5-262" fmla="*/ 3963175 h 3974831"/>
              <a:gd name="connsiteX6-263" fmla="*/ 0 w 3590408"/>
              <a:gd name="connsiteY6-264" fmla="*/ 3963175 h 3974831"/>
              <a:gd name="connsiteX7-265" fmla="*/ 0 w 3590408"/>
              <a:gd name="connsiteY7-266" fmla="*/ 3175 h 3974831"/>
              <a:gd name="connsiteX0-267" fmla="*/ 0 w 3590408"/>
              <a:gd name="connsiteY0-268" fmla="*/ 3175 h 3974831"/>
              <a:gd name="connsiteX1-269" fmla="*/ 3264200 w 3590408"/>
              <a:gd name="connsiteY1-270" fmla="*/ 0 h 3974831"/>
              <a:gd name="connsiteX2-271" fmla="*/ 3323644 w 3590408"/>
              <a:gd name="connsiteY2-272" fmla="*/ 166544 h 3974831"/>
              <a:gd name="connsiteX3-273" fmla="*/ 3578825 w 3590408"/>
              <a:gd name="connsiteY3-274" fmla="*/ 1640275 h 3974831"/>
              <a:gd name="connsiteX4-275" fmla="*/ 3002082 w 3590408"/>
              <a:gd name="connsiteY4-276" fmla="*/ 3809471 h 3974831"/>
              <a:gd name="connsiteX5-277" fmla="*/ 1791000 w 3590408"/>
              <a:gd name="connsiteY5-278" fmla="*/ 3963175 h 3974831"/>
              <a:gd name="connsiteX6-279" fmla="*/ 0 w 3590408"/>
              <a:gd name="connsiteY6-280" fmla="*/ 3963175 h 3974831"/>
              <a:gd name="connsiteX7-281" fmla="*/ 0 w 3590408"/>
              <a:gd name="connsiteY7-282" fmla="*/ 3175 h 3974831"/>
              <a:gd name="connsiteX0-283" fmla="*/ 0 w 3590408"/>
              <a:gd name="connsiteY0-284" fmla="*/ 3175 h 3975950"/>
              <a:gd name="connsiteX1-285" fmla="*/ 3264200 w 3590408"/>
              <a:gd name="connsiteY1-286" fmla="*/ 0 h 3975950"/>
              <a:gd name="connsiteX2-287" fmla="*/ 3323644 w 3590408"/>
              <a:gd name="connsiteY2-288" fmla="*/ 166544 h 3975950"/>
              <a:gd name="connsiteX3-289" fmla="*/ 3578825 w 3590408"/>
              <a:gd name="connsiteY3-290" fmla="*/ 1640275 h 3975950"/>
              <a:gd name="connsiteX4-291" fmla="*/ 3002082 w 3590408"/>
              <a:gd name="connsiteY4-292" fmla="*/ 3809471 h 3975950"/>
              <a:gd name="connsiteX5-293" fmla="*/ 2908600 w 3590408"/>
              <a:gd name="connsiteY5-294" fmla="*/ 3966350 h 3975950"/>
              <a:gd name="connsiteX6-295" fmla="*/ 0 w 3590408"/>
              <a:gd name="connsiteY6-296" fmla="*/ 3963175 h 3975950"/>
              <a:gd name="connsiteX7-297" fmla="*/ 0 w 3590408"/>
              <a:gd name="connsiteY7-298" fmla="*/ 3175 h 3975950"/>
              <a:gd name="connsiteX0-299" fmla="*/ 0 w 3590408"/>
              <a:gd name="connsiteY0-300" fmla="*/ 3175 h 3966350"/>
              <a:gd name="connsiteX1-301" fmla="*/ 3264200 w 3590408"/>
              <a:gd name="connsiteY1-302" fmla="*/ 0 h 3966350"/>
              <a:gd name="connsiteX2-303" fmla="*/ 3323644 w 3590408"/>
              <a:gd name="connsiteY2-304" fmla="*/ 166544 h 3966350"/>
              <a:gd name="connsiteX3-305" fmla="*/ 3578825 w 3590408"/>
              <a:gd name="connsiteY3-306" fmla="*/ 1640275 h 3966350"/>
              <a:gd name="connsiteX4-307" fmla="*/ 3002082 w 3590408"/>
              <a:gd name="connsiteY4-308" fmla="*/ 3809471 h 3966350"/>
              <a:gd name="connsiteX5-309" fmla="*/ 2908600 w 3590408"/>
              <a:gd name="connsiteY5-310" fmla="*/ 3966350 h 3966350"/>
              <a:gd name="connsiteX6-311" fmla="*/ 0 w 3590408"/>
              <a:gd name="connsiteY6-312" fmla="*/ 3963175 h 3966350"/>
              <a:gd name="connsiteX7-313" fmla="*/ 0 w 3590408"/>
              <a:gd name="connsiteY7-314" fmla="*/ 3175 h 3966350"/>
              <a:gd name="connsiteX0-315" fmla="*/ 0 w 3590408"/>
              <a:gd name="connsiteY0-316" fmla="*/ 3175 h 3966350"/>
              <a:gd name="connsiteX1-317" fmla="*/ 3264200 w 3590408"/>
              <a:gd name="connsiteY1-318" fmla="*/ 0 h 3966350"/>
              <a:gd name="connsiteX2-319" fmla="*/ 3323644 w 3590408"/>
              <a:gd name="connsiteY2-320" fmla="*/ 166544 h 3966350"/>
              <a:gd name="connsiteX3-321" fmla="*/ 3578825 w 3590408"/>
              <a:gd name="connsiteY3-322" fmla="*/ 1640275 h 3966350"/>
              <a:gd name="connsiteX4-323" fmla="*/ 3002082 w 3590408"/>
              <a:gd name="connsiteY4-324" fmla="*/ 3809471 h 3966350"/>
              <a:gd name="connsiteX5-325" fmla="*/ 2908600 w 3590408"/>
              <a:gd name="connsiteY5-326" fmla="*/ 3966350 h 3966350"/>
              <a:gd name="connsiteX6-327" fmla="*/ 0 w 3590408"/>
              <a:gd name="connsiteY6-328" fmla="*/ 3963175 h 3966350"/>
              <a:gd name="connsiteX7-329" fmla="*/ 0 w 3590408"/>
              <a:gd name="connsiteY7-330" fmla="*/ 3175 h 3966350"/>
              <a:gd name="connsiteX0-331" fmla="*/ 0 w 3590408"/>
              <a:gd name="connsiteY0-332" fmla="*/ 3175 h 3966350"/>
              <a:gd name="connsiteX1-333" fmla="*/ 3264200 w 3590408"/>
              <a:gd name="connsiteY1-334" fmla="*/ 0 h 3966350"/>
              <a:gd name="connsiteX2-335" fmla="*/ 3323644 w 3590408"/>
              <a:gd name="connsiteY2-336" fmla="*/ 166544 h 3966350"/>
              <a:gd name="connsiteX3-337" fmla="*/ 3578825 w 3590408"/>
              <a:gd name="connsiteY3-338" fmla="*/ 1640275 h 3966350"/>
              <a:gd name="connsiteX4-339" fmla="*/ 3002082 w 3590408"/>
              <a:gd name="connsiteY4-340" fmla="*/ 3809471 h 3966350"/>
              <a:gd name="connsiteX5-341" fmla="*/ 2908600 w 3590408"/>
              <a:gd name="connsiteY5-342" fmla="*/ 3966350 h 3966350"/>
              <a:gd name="connsiteX6-343" fmla="*/ 0 w 3590408"/>
              <a:gd name="connsiteY6-344" fmla="*/ 3963175 h 3966350"/>
              <a:gd name="connsiteX7-345" fmla="*/ 0 w 3590408"/>
              <a:gd name="connsiteY7-346" fmla="*/ 3175 h 3966350"/>
              <a:gd name="connsiteX0-347" fmla="*/ 0 w 3580367"/>
              <a:gd name="connsiteY0-348" fmla="*/ 3175 h 3966350"/>
              <a:gd name="connsiteX1-349" fmla="*/ 3264200 w 3580367"/>
              <a:gd name="connsiteY1-350" fmla="*/ 0 h 3966350"/>
              <a:gd name="connsiteX2-351" fmla="*/ 3323644 w 3580367"/>
              <a:gd name="connsiteY2-352" fmla="*/ 166544 h 3966350"/>
              <a:gd name="connsiteX3-353" fmla="*/ 3578825 w 3580367"/>
              <a:gd name="connsiteY3-354" fmla="*/ 1640275 h 3966350"/>
              <a:gd name="connsiteX4-355" fmla="*/ 3002082 w 3580367"/>
              <a:gd name="connsiteY4-356" fmla="*/ 3809471 h 3966350"/>
              <a:gd name="connsiteX5-357" fmla="*/ 2908600 w 3580367"/>
              <a:gd name="connsiteY5-358" fmla="*/ 3966350 h 3966350"/>
              <a:gd name="connsiteX6-359" fmla="*/ 0 w 3580367"/>
              <a:gd name="connsiteY6-360" fmla="*/ 3963175 h 3966350"/>
              <a:gd name="connsiteX7-361" fmla="*/ 0 w 3580367"/>
              <a:gd name="connsiteY7-362" fmla="*/ 3175 h 3966350"/>
              <a:gd name="connsiteX0-363" fmla="*/ 0 w 3578976"/>
              <a:gd name="connsiteY0-364" fmla="*/ 3175 h 3966350"/>
              <a:gd name="connsiteX1-365" fmla="*/ 3264200 w 3578976"/>
              <a:gd name="connsiteY1-366" fmla="*/ 0 h 3966350"/>
              <a:gd name="connsiteX2-367" fmla="*/ 3323644 w 3578976"/>
              <a:gd name="connsiteY2-368" fmla="*/ 166544 h 3966350"/>
              <a:gd name="connsiteX3-369" fmla="*/ 3578825 w 3578976"/>
              <a:gd name="connsiteY3-370" fmla="*/ 1640275 h 3966350"/>
              <a:gd name="connsiteX4-371" fmla="*/ 3002082 w 3578976"/>
              <a:gd name="connsiteY4-372" fmla="*/ 3809471 h 3966350"/>
              <a:gd name="connsiteX5-373" fmla="*/ 2908600 w 3578976"/>
              <a:gd name="connsiteY5-374" fmla="*/ 3966350 h 3966350"/>
              <a:gd name="connsiteX6-375" fmla="*/ 0 w 3578976"/>
              <a:gd name="connsiteY6-376" fmla="*/ 3963175 h 3966350"/>
              <a:gd name="connsiteX7-377" fmla="*/ 0 w 3578976"/>
              <a:gd name="connsiteY7-378" fmla="*/ 3175 h 3966350"/>
              <a:gd name="connsiteX0-379" fmla="*/ 0 w 3579143"/>
              <a:gd name="connsiteY0-380" fmla="*/ 3175 h 3966350"/>
              <a:gd name="connsiteX1-381" fmla="*/ 3264200 w 3579143"/>
              <a:gd name="connsiteY1-382" fmla="*/ 0 h 3966350"/>
              <a:gd name="connsiteX2-383" fmla="*/ 3323644 w 3579143"/>
              <a:gd name="connsiteY2-384" fmla="*/ 166544 h 3966350"/>
              <a:gd name="connsiteX3-385" fmla="*/ 3578825 w 3579143"/>
              <a:gd name="connsiteY3-386" fmla="*/ 1640275 h 3966350"/>
              <a:gd name="connsiteX4-387" fmla="*/ 3002082 w 3579143"/>
              <a:gd name="connsiteY4-388" fmla="*/ 3809471 h 3966350"/>
              <a:gd name="connsiteX5-389" fmla="*/ 2908600 w 3579143"/>
              <a:gd name="connsiteY5-390" fmla="*/ 3966350 h 3966350"/>
              <a:gd name="connsiteX6-391" fmla="*/ 0 w 3579143"/>
              <a:gd name="connsiteY6-392" fmla="*/ 3963175 h 3966350"/>
              <a:gd name="connsiteX7-393" fmla="*/ 0 w 3579143"/>
              <a:gd name="connsiteY7-394" fmla="*/ 3175 h 3966350"/>
              <a:gd name="connsiteX0-395" fmla="*/ 0 w 3579143"/>
              <a:gd name="connsiteY0-396" fmla="*/ 3175 h 4131450"/>
              <a:gd name="connsiteX1-397" fmla="*/ 3264200 w 3579143"/>
              <a:gd name="connsiteY1-398" fmla="*/ 0 h 4131450"/>
              <a:gd name="connsiteX2-399" fmla="*/ 3323644 w 3579143"/>
              <a:gd name="connsiteY2-400" fmla="*/ 166544 h 4131450"/>
              <a:gd name="connsiteX3-401" fmla="*/ 3578825 w 3579143"/>
              <a:gd name="connsiteY3-402" fmla="*/ 1640275 h 4131450"/>
              <a:gd name="connsiteX4-403" fmla="*/ 3002082 w 3579143"/>
              <a:gd name="connsiteY4-404" fmla="*/ 3809471 h 4131450"/>
              <a:gd name="connsiteX5-405" fmla="*/ 3159425 w 3579143"/>
              <a:gd name="connsiteY5-406" fmla="*/ 4131450 h 4131450"/>
              <a:gd name="connsiteX6-407" fmla="*/ 0 w 3579143"/>
              <a:gd name="connsiteY6-408" fmla="*/ 3963175 h 4131450"/>
              <a:gd name="connsiteX7-409" fmla="*/ 0 w 3579143"/>
              <a:gd name="connsiteY7-410" fmla="*/ 3175 h 4131450"/>
              <a:gd name="connsiteX0-411" fmla="*/ 0 w 3579143"/>
              <a:gd name="connsiteY0-412" fmla="*/ 3175 h 3963175"/>
              <a:gd name="connsiteX1-413" fmla="*/ 3264200 w 3579143"/>
              <a:gd name="connsiteY1-414" fmla="*/ 0 h 3963175"/>
              <a:gd name="connsiteX2-415" fmla="*/ 3323644 w 3579143"/>
              <a:gd name="connsiteY2-416" fmla="*/ 166544 h 3963175"/>
              <a:gd name="connsiteX3-417" fmla="*/ 3578825 w 3579143"/>
              <a:gd name="connsiteY3-418" fmla="*/ 1640275 h 3963175"/>
              <a:gd name="connsiteX4-419" fmla="*/ 3002082 w 3579143"/>
              <a:gd name="connsiteY4-420" fmla="*/ 3809471 h 3963175"/>
              <a:gd name="connsiteX5-421" fmla="*/ 2905425 w 3579143"/>
              <a:gd name="connsiteY5-422" fmla="*/ 3963175 h 3963175"/>
              <a:gd name="connsiteX6-423" fmla="*/ 0 w 3579143"/>
              <a:gd name="connsiteY6-424" fmla="*/ 3963175 h 3963175"/>
              <a:gd name="connsiteX7-425" fmla="*/ 0 w 3579143"/>
              <a:gd name="connsiteY7-426" fmla="*/ 3175 h 3963175"/>
              <a:gd name="connsiteX0-427" fmla="*/ 0 w 3579143"/>
              <a:gd name="connsiteY0-428" fmla="*/ 3175 h 3963175"/>
              <a:gd name="connsiteX1-429" fmla="*/ 3264200 w 3579143"/>
              <a:gd name="connsiteY1-430" fmla="*/ 0 h 3963175"/>
              <a:gd name="connsiteX2-431" fmla="*/ 3323644 w 3579143"/>
              <a:gd name="connsiteY2-432" fmla="*/ 166544 h 3963175"/>
              <a:gd name="connsiteX3-433" fmla="*/ 3578825 w 3579143"/>
              <a:gd name="connsiteY3-434" fmla="*/ 1640275 h 3963175"/>
              <a:gd name="connsiteX4-435" fmla="*/ 3002082 w 3579143"/>
              <a:gd name="connsiteY4-436" fmla="*/ 3809471 h 3963175"/>
              <a:gd name="connsiteX5-437" fmla="*/ 2905425 w 3579143"/>
              <a:gd name="connsiteY5-438" fmla="*/ 3963175 h 3963175"/>
              <a:gd name="connsiteX6-439" fmla="*/ 0 w 3579143"/>
              <a:gd name="connsiteY6-440" fmla="*/ 3963175 h 3963175"/>
              <a:gd name="connsiteX7-441" fmla="*/ 0 w 3579143"/>
              <a:gd name="connsiteY7-442" fmla="*/ 3175 h 3963175"/>
              <a:gd name="connsiteX0-443" fmla="*/ 0 w 3579143"/>
              <a:gd name="connsiteY0-444" fmla="*/ 3175 h 3963175"/>
              <a:gd name="connsiteX1-445" fmla="*/ 3264200 w 3579143"/>
              <a:gd name="connsiteY1-446" fmla="*/ 0 h 3963175"/>
              <a:gd name="connsiteX2-447" fmla="*/ 3323644 w 3579143"/>
              <a:gd name="connsiteY2-448" fmla="*/ 166544 h 3963175"/>
              <a:gd name="connsiteX3-449" fmla="*/ 3578825 w 3579143"/>
              <a:gd name="connsiteY3-450" fmla="*/ 1640275 h 3963175"/>
              <a:gd name="connsiteX4-451" fmla="*/ 3002082 w 3579143"/>
              <a:gd name="connsiteY4-452" fmla="*/ 3809471 h 3963175"/>
              <a:gd name="connsiteX5-453" fmla="*/ 2905425 w 3579143"/>
              <a:gd name="connsiteY5-454" fmla="*/ 3963175 h 3963175"/>
              <a:gd name="connsiteX6-455" fmla="*/ 0 w 3579143"/>
              <a:gd name="connsiteY6-456" fmla="*/ 3963175 h 3963175"/>
              <a:gd name="connsiteX7-457" fmla="*/ 0 w 3579143"/>
              <a:gd name="connsiteY7-458" fmla="*/ 3175 h 3963175"/>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25" y="connsiteY6-26"/>
              </a:cxn>
              <a:cxn ang="0">
                <a:pos x="connsiteX7-41" y="connsiteY7-42"/>
              </a:cxn>
            </a:cxnLst>
            <a:rect l="l" t="t" r="r" b="b"/>
            <a:pathLst>
              <a:path w="3579143" h="3963175">
                <a:moveTo>
                  <a:pt x="0" y="3175"/>
                </a:moveTo>
                <a:lnTo>
                  <a:pt x="3264200" y="0"/>
                </a:lnTo>
                <a:cubicBezTo>
                  <a:pt x="3287387" y="61624"/>
                  <a:pt x="3301369" y="106419"/>
                  <a:pt x="3323644" y="166544"/>
                </a:cubicBezTo>
                <a:cubicBezTo>
                  <a:pt x="3491969" y="623544"/>
                  <a:pt x="3568919" y="877546"/>
                  <a:pt x="3578825" y="1640275"/>
                </a:cubicBezTo>
                <a:cubicBezTo>
                  <a:pt x="3588731" y="2403004"/>
                  <a:pt x="3367257" y="3165146"/>
                  <a:pt x="3002082" y="3809471"/>
                </a:cubicBezTo>
                <a:cubicBezTo>
                  <a:pt x="2973457" y="3863246"/>
                  <a:pt x="3011014" y="3800503"/>
                  <a:pt x="2905425" y="3963175"/>
                </a:cubicBezTo>
                <a:lnTo>
                  <a:pt x="0" y="3963175"/>
                </a:lnTo>
                <a:lnTo>
                  <a:pt x="0" y="3175"/>
                </a:lnTo>
                <a:close/>
              </a:path>
            </a:pathLst>
          </a:custGeom>
          <a:noFill/>
          <a:ln>
            <a:noFill/>
          </a:ln>
        </p:spPr>
        <p:txBody>
          <a:bodyPr lIns="720000" tIns="720000" rIns="720000" bIns="720000">
            <a:normAutofit/>
          </a:bodyPr>
          <a:lstStyle>
            <a:lvl1pPr marL="0" indent="0" algn="ctr">
              <a:buNone/>
              <a:defRPr sz="1400" baseline="0">
                <a:solidFill>
                  <a:schemeClr val="bg1"/>
                </a:solidFill>
              </a:defRPr>
            </a:lvl1pPr>
          </a:lstStyle>
          <a:p>
            <a:r>
              <a:rPr lang="en-US"/>
              <a:t>Click icon to add picture</a:t>
            </a:r>
            <a:endParaRPr lang="de-DE"/>
          </a:p>
        </p:txBody>
      </p:sp>
      <p:sp>
        <p:nvSpPr>
          <p:cNvPr id="12" name="Titel 7"/>
          <p:cNvSpPr>
            <a:spLocks noGrp="1"/>
          </p:cNvSpPr>
          <p:nvPr>
            <p:ph type="title" hasCustomPrompt="1"/>
          </p:nvPr>
        </p:nvSpPr>
        <p:spPr>
          <a:xfrm>
            <a:off x="367575" y="290572"/>
            <a:ext cx="8408850" cy="415498"/>
          </a:xfrm>
        </p:spPr>
        <p:txBody>
          <a:bodyPr/>
          <a:lstStyle/>
          <a:p>
            <a:r>
              <a:rPr lang="en-GB" noProof="0"/>
              <a:t>Click to add headline</a:t>
            </a:r>
          </a:p>
        </p:txBody>
      </p:sp>
      <p:sp>
        <p:nvSpPr>
          <p:cNvPr id="14" name="Inhaltsplatzhalter 11"/>
          <p:cNvSpPr>
            <a:spLocks noGrp="1"/>
          </p:cNvSpPr>
          <p:nvPr>
            <p:ph sz="quarter" idx="14" hasCustomPrompt="1"/>
          </p:nvPr>
        </p:nvSpPr>
        <p:spPr>
          <a:xfrm>
            <a:off x="3848400" y="1198800"/>
            <a:ext cx="4928026" cy="3394800"/>
          </a:xfrm>
        </p:spPr>
        <p:txBody>
          <a:bodyPr/>
          <a:lstStyle>
            <a:lvl1pPr>
              <a:defRPr baseline="0">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en-GB" noProof="0"/>
              <a:t>Click to add text</a:t>
            </a:r>
          </a:p>
        </p:txBody>
      </p:sp>
      <p:pic>
        <p:nvPicPr>
          <p:cNvPr id="13"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64443" y="4864131"/>
            <a:ext cx="630270" cy="19051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Circle segment_04">
    <p:spTree>
      <p:nvGrpSpPr>
        <p:cNvPr id="1" name=""/>
        <p:cNvGrpSpPr/>
        <p:nvPr/>
      </p:nvGrpSpPr>
      <p:grpSpPr>
        <a:xfrm>
          <a:off x="0" y="0"/>
          <a:ext cx="0" cy="0"/>
          <a:chOff x="0" y="0"/>
          <a:chExt cx="0" cy="0"/>
        </a:xfrm>
      </p:grpSpPr>
      <p:sp>
        <p:nvSpPr>
          <p:cNvPr id="9" name="Rechteck 8"/>
          <p:cNvSpPr/>
          <p:nvPr userDrawn="1"/>
        </p:nvSpPr>
        <p:spPr>
          <a:xfrm>
            <a:off x="0" y="2196370"/>
            <a:ext cx="9144000" cy="2947130"/>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400" noProof="0">
              <a:solidFill>
                <a:schemeClr val="tx1"/>
              </a:solidFill>
              <a:latin typeface="BISansOpti"/>
            </a:endParaRPr>
          </a:p>
        </p:txBody>
      </p:sp>
      <p:cxnSp>
        <p:nvCxnSpPr>
          <p:cNvPr id="5" name="Gerade Verbindung 4"/>
          <p:cNvCxnSpPr/>
          <p:nvPr userDrawn="1"/>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3" name="Datumsplatzhalter 2"/>
          <p:cNvSpPr>
            <a:spLocks noGrp="1"/>
          </p:cNvSpPr>
          <p:nvPr>
            <p:ph type="dt" sz="half" idx="10"/>
          </p:nvPr>
        </p:nvSpPr>
        <p:spPr/>
        <p:txBody>
          <a:bodyPr/>
          <a:lstStyle/>
          <a:p>
            <a:fld id="{3A4F5901-183E-4A00-9284-9EF186007567}" type="datetime1">
              <a:rPr lang="en-GB" smtClean="0"/>
              <a:t>25/04/2024</a:t>
            </a:fld>
            <a:endParaRPr lang="en-GB"/>
          </a:p>
        </p:txBody>
      </p:sp>
      <p:sp>
        <p:nvSpPr>
          <p:cNvPr id="4" name="Fußzeilenplatzhalter 3"/>
          <p:cNvSpPr>
            <a:spLocks noGrp="1"/>
          </p:cNvSpPr>
          <p:nvPr>
            <p:ph type="ftr" sz="quarter" idx="11"/>
          </p:nvPr>
        </p:nvSpPr>
        <p:spPr/>
        <p:txBody>
          <a:bodyPr/>
          <a:lstStyle/>
          <a:p>
            <a:r>
              <a:rPr lang="en-GB"/>
              <a:t>Presentation title, date, author</a:t>
            </a:r>
          </a:p>
        </p:txBody>
      </p:sp>
      <p:sp>
        <p:nvSpPr>
          <p:cNvPr id="6" name="Foliennummernplatzhalter 5"/>
          <p:cNvSpPr>
            <a:spLocks noGrp="1"/>
          </p:cNvSpPr>
          <p:nvPr>
            <p:ph type="sldNum" sz="quarter" idx="12"/>
          </p:nvPr>
        </p:nvSpPr>
        <p:spPr/>
        <p:txBody>
          <a:bodyPr/>
          <a:lstStyle/>
          <a:p>
            <a:fld id="{143B55C4-4F5A-416B-997D-6CE47EB0A945}" type="slidenum">
              <a:rPr lang="en-GB" smtClean="0"/>
              <a:t>‹#›</a:t>
            </a:fld>
            <a:endParaRPr lang="en-GB"/>
          </a:p>
        </p:txBody>
      </p:sp>
      <p:sp>
        <p:nvSpPr>
          <p:cNvPr id="10" name="Rechteck 12"/>
          <p:cNvSpPr/>
          <p:nvPr userDrawn="1"/>
        </p:nvSpPr>
        <p:spPr>
          <a:xfrm>
            <a:off x="2" y="735013"/>
            <a:ext cx="3672981" cy="3960812"/>
          </a:xfrm>
          <a:custGeom>
            <a:avLst/>
            <a:gdLst/>
            <a:ahLst/>
            <a:cxnLst/>
            <a:rect l="l" t="t" r="r" b="b"/>
            <a:pathLst>
              <a:path w="3672981" h="3960812">
                <a:moveTo>
                  <a:pt x="0" y="0"/>
                </a:moveTo>
                <a:lnTo>
                  <a:pt x="3361658" y="0"/>
                </a:lnTo>
                <a:lnTo>
                  <a:pt x="3412473" y="127738"/>
                </a:lnTo>
                <a:cubicBezTo>
                  <a:pt x="3581102" y="597230"/>
                  <a:pt x="3672981" y="1103310"/>
                  <a:pt x="3672981" y="1630850"/>
                </a:cubicBezTo>
                <a:cubicBezTo>
                  <a:pt x="3672981" y="2378998"/>
                  <a:pt x="3488190" y="3083985"/>
                  <a:pt x="3161761" y="3702659"/>
                </a:cubicBezTo>
                <a:lnTo>
                  <a:pt x="3012298" y="3960812"/>
                </a:lnTo>
                <a:lnTo>
                  <a:pt x="0" y="3960812"/>
                </a:lnTo>
                <a:close/>
              </a:path>
            </a:pathLst>
          </a:custGeom>
          <a:solidFill>
            <a:schemeClr val="accent3"/>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de-DE" sz="1400" err="1">
              <a:solidFill>
                <a:schemeClr val="tx1"/>
              </a:solidFill>
              <a:latin typeface="BISansOpti"/>
            </a:endParaRPr>
          </a:p>
        </p:txBody>
      </p:sp>
      <p:sp>
        <p:nvSpPr>
          <p:cNvPr id="11" name="Bildplatzhalter 20"/>
          <p:cNvSpPr>
            <a:spLocks noGrp="1"/>
          </p:cNvSpPr>
          <p:nvPr>
            <p:ph type="pic" sz="quarter" idx="13"/>
          </p:nvPr>
        </p:nvSpPr>
        <p:spPr>
          <a:xfrm>
            <a:off x="-1" y="731225"/>
            <a:ext cx="3579143" cy="3963175"/>
          </a:xfrm>
          <a:custGeom>
            <a:avLst/>
            <a:gdLst>
              <a:gd name="connsiteX0" fmla="*/ 0 w 3582000"/>
              <a:gd name="connsiteY0" fmla="*/ 0 h 3960000"/>
              <a:gd name="connsiteX1" fmla="*/ 1791000 w 3582000"/>
              <a:gd name="connsiteY1" fmla="*/ 0 h 3960000"/>
              <a:gd name="connsiteX2" fmla="*/ 3582000 w 3582000"/>
              <a:gd name="connsiteY2" fmla="*/ 1980000 h 3960000"/>
              <a:gd name="connsiteX3" fmla="*/ 1791000 w 3582000"/>
              <a:gd name="connsiteY3" fmla="*/ 3960000 h 3960000"/>
              <a:gd name="connsiteX4" fmla="*/ 0 w 3582000"/>
              <a:gd name="connsiteY4" fmla="*/ 3960000 h 3960000"/>
              <a:gd name="connsiteX5" fmla="*/ 0 w 3582000"/>
              <a:gd name="connsiteY5" fmla="*/ 0 h 3960000"/>
              <a:gd name="connsiteX0-1" fmla="*/ 0 w 3669107"/>
              <a:gd name="connsiteY0-2" fmla="*/ 0 h 3960000"/>
              <a:gd name="connsiteX1-3" fmla="*/ 1791000 w 3669107"/>
              <a:gd name="connsiteY1-4" fmla="*/ 0 h 3960000"/>
              <a:gd name="connsiteX2-5" fmla="*/ 3225219 w 3669107"/>
              <a:gd name="connsiteY2-6" fmla="*/ 807894 h 3960000"/>
              <a:gd name="connsiteX3-7" fmla="*/ 3582000 w 3669107"/>
              <a:gd name="connsiteY3-8" fmla="*/ 1980000 h 3960000"/>
              <a:gd name="connsiteX4-9" fmla="*/ 1791000 w 3669107"/>
              <a:gd name="connsiteY4-10" fmla="*/ 3960000 h 3960000"/>
              <a:gd name="connsiteX5-11" fmla="*/ 0 w 3669107"/>
              <a:gd name="connsiteY5-12" fmla="*/ 3960000 h 3960000"/>
              <a:gd name="connsiteX6" fmla="*/ 0 w 3669107"/>
              <a:gd name="connsiteY6" fmla="*/ 0 h 3960000"/>
              <a:gd name="connsiteX0-13" fmla="*/ 0 w 3597300"/>
              <a:gd name="connsiteY0-14" fmla="*/ 0 h 3960000"/>
              <a:gd name="connsiteX1-15" fmla="*/ 1791000 w 3597300"/>
              <a:gd name="connsiteY1-16" fmla="*/ 0 h 3960000"/>
              <a:gd name="connsiteX2-17" fmla="*/ 3225219 w 3597300"/>
              <a:gd name="connsiteY2-18" fmla="*/ 807894 h 3960000"/>
              <a:gd name="connsiteX3-19" fmla="*/ 3582000 w 3597300"/>
              <a:gd name="connsiteY3-20" fmla="*/ 1980000 h 3960000"/>
              <a:gd name="connsiteX4-21" fmla="*/ 2862382 w 3597300"/>
              <a:gd name="connsiteY4-22" fmla="*/ 3307821 h 3960000"/>
              <a:gd name="connsiteX5-23" fmla="*/ 1791000 w 3597300"/>
              <a:gd name="connsiteY5-24" fmla="*/ 3960000 h 3960000"/>
              <a:gd name="connsiteX6-25" fmla="*/ 0 w 3597300"/>
              <a:gd name="connsiteY6-26" fmla="*/ 3960000 h 3960000"/>
              <a:gd name="connsiteX7" fmla="*/ 0 w 3597300"/>
              <a:gd name="connsiteY7" fmla="*/ 0 h 3960000"/>
              <a:gd name="connsiteX0-27" fmla="*/ 0 w 3597300"/>
              <a:gd name="connsiteY0-28" fmla="*/ 0 h 3960000"/>
              <a:gd name="connsiteX1-29" fmla="*/ 3261025 w 3597300"/>
              <a:gd name="connsiteY1-30" fmla="*/ 3175 h 3960000"/>
              <a:gd name="connsiteX2-31" fmla="*/ 3225219 w 3597300"/>
              <a:gd name="connsiteY2-32" fmla="*/ 807894 h 3960000"/>
              <a:gd name="connsiteX3-33" fmla="*/ 3582000 w 3597300"/>
              <a:gd name="connsiteY3-34" fmla="*/ 1980000 h 3960000"/>
              <a:gd name="connsiteX4-35" fmla="*/ 2862382 w 3597300"/>
              <a:gd name="connsiteY4-36" fmla="*/ 3307821 h 3960000"/>
              <a:gd name="connsiteX5-37" fmla="*/ 1791000 w 3597300"/>
              <a:gd name="connsiteY5-38" fmla="*/ 3960000 h 3960000"/>
              <a:gd name="connsiteX6-39" fmla="*/ 0 w 3597300"/>
              <a:gd name="connsiteY6-40" fmla="*/ 3960000 h 3960000"/>
              <a:gd name="connsiteX7-41" fmla="*/ 0 w 3597300"/>
              <a:gd name="connsiteY7-42" fmla="*/ 0 h 3960000"/>
              <a:gd name="connsiteX0-43" fmla="*/ 0 w 3597300"/>
              <a:gd name="connsiteY0-44" fmla="*/ 0 h 3960000"/>
              <a:gd name="connsiteX1-45" fmla="*/ 3019725 w 3597300"/>
              <a:gd name="connsiteY1-46" fmla="*/ 282575 h 3960000"/>
              <a:gd name="connsiteX2-47" fmla="*/ 3225219 w 3597300"/>
              <a:gd name="connsiteY2-48" fmla="*/ 807894 h 3960000"/>
              <a:gd name="connsiteX3-49" fmla="*/ 3582000 w 3597300"/>
              <a:gd name="connsiteY3-50" fmla="*/ 1980000 h 3960000"/>
              <a:gd name="connsiteX4-51" fmla="*/ 2862382 w 3597300"/>
              <a:gd name="connsiteY4-52" fmla="*/ 3307821 h 3960000"/>
              <a:gd name="connsiteX5-53" fmla="*/ 1791000 w 3597300"/>
              <a:gd name="connsiteY5-54" fmla="*/ 3960000 h 3960000"/>
              <a:gd name="connsiteX6-55" fmla="*/ 0 w 3597300"/>
              <a:gd name="connsiteY6-56" fmla="*/ 3960000 h 3960000"/>
              <a:gd name="connsiteX7-57" fmla="*/ 0 w 3597300"/>
              <a:gd name="connsiteY7-58" fmla="*/ 0 h 3960000"/>
              <a:gd name="connsiteX0-59" fmla="*/ 0 w 3597300"/>
              <a:gd name="connsiteY0-60" fmla="*/ 3175 h 3963175"/>
              <a:gd name="connsiteX1-61" fmla="*/ 3264200 w 3597300"/>
              <a:gd name="connsiteY1-62" fmla="*/ 0 h 3963175"/>
              <a:gd name="connsiteX2-63" fmla="*/ 3225219 w 3597300"/>
              <a:gd name="connsiteY2-64" fmla="*/ 811069 h 3963175"/>
              <a:gd name="connsiteX3-65" fmla="*/ 3582000 w 3597300"/>
              <a:gd name="connsiteY3-66" fmla="*/ 1983175 h 3963175"/>
              <a:gd name="connsiteX4-67" fmla="*/ 2862382 w 3597300"/>
              <a:gd name="connsiteY4-68" fmla="*/ 3310996 h 3963175"/>
              <a:gd name="connsiteX5-69" fmla="*/ 1791000 w 3597300"/>
              <a:gd name="connsiteY5-70" fmla="*/ 3963175 h 3963175"/>
              <a:gd name="connsiteX6-71" fmla="*/ 0 w 3597300"/>
              <a:gd name="connsiteY6-72" fmla="*/ 3963175 h 3963175"/>
              <a:gd name="connsiteX7-73" fmla="*/ 0 w 3597300"/>
              <a:gd name="connsiteY7-74" fmla="*/ 3175 h 3963175"/>
              <a:gd name="connsiteX0-75" fmla="*/ 0 w 3597300"/>
              <a:gd name="connsiteY0-76" fmla="*/ 3175 h 3963175"/>
              <a:gd name="connsiteX1-77" fmla="*/ 3264200 w 3597300"/>
              <a:gd name="connsiteY1-78" fmla="*/ 0 h 3963175"/>
              <a:gd name="connsiteX2-79" fmla="*/ 3225219 w 3597300"/>
              <a:gd name="connsiteY2-80" fmla="*/ 811069 h 3963175"/>
              <a:gd name="connsiteX3-81" fmla="*/ 3582000 w 3597300"/>
              <a:gd name="connsiteY3-82" fmla="*/ 1983175 h 3963175"/>
              <a:gd name="connsiteX4-83" fmla="*/ 2862382 w 3597300"/>
              <a:gd name="connsiteY4-84" fmla="*/ 3310996 h 3963175"/>
              <a:gd name="connsiteX5-85" fmla="*/ 1791000 w 3597300"/>
              <a:gd name="connsiteY5-86" fmla="*/ 3963175 h 3963175"/>
              <a:gd name="connsiteX6-87" fmla="*/ 0 w 3597300"/>
              <a:gd name="connsiteY6-88" fmla="*/ 3963175 h 3963175"/>
              <a:gd name="connsiteX7-89" fmla="*/ 0 w 3597300"/>
              <a:gd name="connsiteY7-90" fmla="*/ 3175 h 3963175"/>
              <a:gd name="connsiteX0-91" fmla="*/ 0 w 3616616"/>
              <a:gd name="connsiteY0-92" fmla="*/ 21630 h 3981630"/>
              <a:gd name="connsiteX1-93" fmla="*/ 3264200 w 3616616"/>
              <a:gd name="connsiteY1-94" fmla="*/ 18455 h 3981630"/>
              <a:gd name="connsiteX2-95" fmla="*/ 3323644 w 3616616"/>
              <a:gd name="connsiteY2-96" fmla="*/ 184999 h 3981630"/>
              <a:gd name="connsiteX3-97" fmla="*/ 3582000 w 3616616"/>
              <a:gd name="connsiteY3-98" fmla="*/ 2001630 h 3981630"/>
              <a:gd name="connsiteX4-99" fmla="*/ 2862382 w 3616616"/>
              <a:gd name="connsiteY4-100" fmla="*/ 3329451 h 3981630"/>
              <a:gd name="connsiteX5-101" fmla="*/ 1791000 w 3616616"/>
              <a:gd name="connsiteY5-102" fmla="*/ 3981630 h 3981630"/>
              <a:gd name="connsiteX6-103" fmla="*/ 0 w 3616616"/>
              <a:gd name="connsiteY6-104" fmla="*/ 3981630 h 3981630"/>
              <a:gd name="connsiteX7-105" fmla="*/ 0 w 3616616"/>
              <a:gd name="connsiteY7-106" fmla="*/ 21630 h 3981630"/>
              <a:gd name="connsiteX0-107" fmla="*/ 0 w 3616616"/>
              <a:gd name="connsiteY0-108" fmla="*/ 3175 h 3963175"/>
              <a:gd name="connsiteX1-109" fmla="*/ 3264200 w 3616616"/>
              <a:gd name="connsiteY1-110" fmla="*/ 0 h 3963175"/>
              <a:gd name="connsiteX2-111" fmla="*/ 3323644 w 3616616"/>
              <a:gd name="connsiteY2-112" fmla="*/ 166544 h 3963175"/>
              <a:gd name="connsiteX3-113" fmla="*/ 3582000 w 3616616"/>
              <a:gd name="connsiteY3-114" fmla="*/ 1983175 h 3963175"/>
              <a:gd name="connsiteX4-115" fmla="*/ 2862382 w 3616616"/>
              <a:gd name="connsiteY4-116" fmla="*/ 3310996 h 3963175"/>
              <a:gd name="connsiteX5-117" fmla="*/ 1791000 w 3616616"/>
              <a:gd name="connsiteY5-118" fmla="*/ 3963175 h 3963175"/>
              <a:gd name="connsiteX6-119" fmla="*/ 0 w 3616616"/>
              <a:gd name="connsiteY6-120" fmla="*/ 3963175 h 3963175"/>
              <a:gd name="connsiteX7-121" fmla="*/ 0 w 3616616"/>
              <a:gd name="connsiteY7-122" fmla="*/ 3175 h 3963175"/>
              <a:gd name="connsiteX0-123" fmla="*/ 0 w 3601265"/>
              <a:gd name="connsiteY0-124" fmla="*/ 3175 h 3963175"/>
              <a:gd name="connsiteX1-125" fmla="*/ 3264200 w 3601265"/>
              <a:gd name="connsiteY1-126" fmla="*/ 0 h 3963175"/>
              <a:gd name="connsiteX2-127" fmla="*/ 3323644 w 3601265"/>
              <a:gd name="connsiteY2-128" fmla="*/ 166544 h 3963175"/>
              <a:gd name="connsiteX3-129" fmla="*/ 3582000 w 3601265"/>
              <a:gd name="connsiteY3-130" fmla="*/ 1983175 h 3963175"/>
              <a:gd name="connsiteX4-131" fmla="*/ 2862382 w 3601265"/>
              <a:gd name="connsiteY4-132" fmla="*/ 3310996 h 3963175"/>
              <a:gd name="connsiteX5-133" fmla="*/ 1791000 w 3601265"/>
              <a:gd name="connsiteY5-134" fmla="*/ 3963175 h 3963175"/>
              <a:gd name="connsiteX6-135" fmla="*/ 0 w 3601265"/>
              <a:gd name="connsiteY6-136" fmla="*/ 3963175 h 3963175"/>
              <a:gd name="connsiteX7-137" fmla="*/ 0 w 3601265"/>
              <a:gd name="connsiteY7-138" fmla="*/ 3175 h 3963175"/>
              <a:gd name="connsiteX0-139" fmla="*/ 0 w 3364734"/>
              <a:gd name="connsiteY0-140" fmla="*/ 3175 h 3963175"/>
              <a:gd name="connsiteX1-141" fmla="*/ 3264200 w 3364734"/>
              <a:gd name="connsiteY1-142" fmla="*/ 0 h 3963175"/>
              <a:gd name="connsiteX2-143" fmla="*/ 3323644 w 3364734"/>
              <a:gd name="connsiteY2-144" fmla="*/ 166544 h 3963175"/>
              <a:gd name="connsiteX3-145" fmla="*/ 3016850 w 3364734"/>
              <a:gd name="connsiteY3-146" fmla="*/ 1614875 h 3963175"/>
              <a:gd name="connsiteX4-147" fmla="*/ 2862382 w 3364734"/>
              <a:gd name="connsiteY4-148" fmla="*/ 3310996 h 3963175"/>
              <a:gd name="connsiteX5-149" fmla="*/ 1791000 w 3364734"/>
              <a:gd name="connsiteY5-150" fmla="*/ 3963175 h 3963175"/>
              <a:gd name="connsiteX6-151" fmla="*/ 0 w 3364734"/>
              <a:gd name="connsiteY6-152" fmla="*/ 3963175 h 3963175"/>
              <a:gd name="connsiteX7-153" fmla="*/ 0 w 3364734"/>
              <a:gd name="connsiteY7-154" fmla="*/ 3175 h 3963175"/>
              <a:gd name="connsiteX0-155" fmla="*/ 0 w 3598344"/>
              <a:gd name="connsiteY0-156" fmla="*/ 3175 h 3963175"/>
              <a:gd name="connsiteX1-157" fmla="*/ 3264200 w 3598344"/>
              <a:gd name="connsiteY1-158" fmla="*/ 0 h 3963175"/>
              <a:gd name="connsiteX2-159" fmla="*/ 3323644 w 3598344"/>
              <a:gd name="connsiteY2-160" fmla="*/ 166544 h 3963175"/>
              <a:gd name="connsiteX3-161" fmla="*/ 3578825 w 3598344"/>
              <a:gd name="connsiteY3-162" fmla="*/ 1640275 h 3963175"/>
              <a:gd name="connsiteX4-163" fmla="*/ 2862382 w 3598344"/>
              <a:gd name="connsiteY4-164" fmla="*/ 3310996 h 3963175"/>
              <a:gd name="connsiteX5-165" fmla="*/ 1791000 w 3598344"/>
              <a:gd name="connsiteY5-166" fmla="*/ 3963175 h 3963175"/>
              <a:gd name="connsiteX6-167" fmla="*/ 0 w 3598344"/>
              <a:gd name="connsiteY6-168" fmla="*/ 3963175 h 3963175"/>
              <a:gd name="connsiteX7-169" fmla="*/ 0 w 3598344"/>
              <a:gd name="connsiteY7-170" fmla="*/ 3175 h 3963175"/>
              <a:gd name="connsiteX0-171" fmla="*/ 0 w 3612056"/>
              <a:gd name="connsiteY0-172" fmla="*/ 3175 h 3963175"/>
              <a:gd name="connsiteX1-173" fmla="*/ 3264200 w 3612056"/>
              <a:gd name="connsiteY1-174" fmla="*/ 0 h 3963175"/>
              <a:gd name="connsiteX2-175" fmla="*/ 3323644 w 3612056"/>
              <a:gd name="connsiteY2-176" fmla="*/ 166544 h 3963175"/>
              <a:gd name="connsiteX3-177" fmla="*/ 3578825 w 3612056"/>
              <a:gd name="connsiteY3-178" fmla="*/ 1640275 h 3963175"/>
              <a:gd name="connsiteX4-179" fmla="*/ 2862382 w 3612056"/>
              <a:gd name="connsiteY4-180" fmla="*/ 3310996 h 3963175"/>
              <a:gd name="connsiteX5-181" fmla="*/ 1791000 w 3612056"/>
              <a:gd name="connsiteY5-182" fmla="*/ 3963175 h 3963175"/>
              <a:gd name="connsiteX6-183" fmla="*/ 0 w 3612056"/>
              <a:gd name="connsiteY6-184" fmla="*/ 3963175 h 3963175"/>
              <a:gd name="connsiteX7-185" fmla="*/ 0 w 3612056"/>
              <a:gd name="connsiteY7-186" fmla="*/ 3175 h 3963175"/>
              <a:gd name="connsiteX0-187" fmla="*/ 0 w 3635528"/>
              <a:gd name="connsiteY0-188" fmla="*/ 3175 h 3963175"/>
              <a:gd name="connsiteX1-189" fmla="*/ 3264200 w 3635528"/>
              <a:gd name="connsiteY1-190" fmla="*/ 0 h 3963175"/>
              <a:gd name="connsiteX2-191" fmla="*/ 3323644 w 3635528"/>
              <a:gd name="connsiteY2-192" fmla="*/ 166544 h 3963175"/>
              <a:gd name="connsiteX3-193" fmla="*/ 3578825 w 3635528"/>
              <a:gd name="connsiteY3-194" fmla="*/ 1640275 h 3963175"/>
              <a:gd name="connsiteX4-195" fmla="*/ 2862382 w 3635528"/>
              <a:gd name="connsiteY4-196" fmla="*/ 3310996 h 3963175"/>
              <a:gd name="connsiteX5-197" fmla="*/ 1791000 w 3635528"/>
              <a:gd name="connsiteY5-198" fmla="*/ 3963175 h 3963175"/>
              <a:gd name="connsiteX6-199" fmla="*/ 0 w 3635528"/>
              <a:gd name="connsiteY6-200" fmla="*/ 3963175 h 3963175"/>
              <a:gd name="connsiteX7-201" fmla="*/ 0 w 3635528"/>
              <a:gd name="connsiteY7-202" fmla="*/ 3175 h 3963175"/>
              <a:gd name="connsiteX0-203" fmla="*/ 0 w 3578828"/>
              <a:gd name="connsiteY0-204" fmla="*/ 3175 h 3963175"/>
              <a:gd name="connsiteX1-205" fmla="*/ 3264200 w 3578828"/>
              <a:gd name="connsiteY1-206" fmla="*/ 0 h 3963175"/>
              <a:gd name="connsiteX2-207" fmla="*/ 3323644 w 3578828"/>
              <a:gd name="connsiteY2-208" fmla="*/ 166544 h 3963175"/>
              <a:gd name="connsiteX3-209" fmla="*/ 3578825 w 3578828"/>
              <a:gd name="connsiteY3-210" fmla="*/ 1640275 h 3963175"/>
              <a:gd name="connsiteX4-211" fmla="*/ 2862382 w 3578828"/>
              <a:gd name="connsiteY4-212" fmla="*/ 3310996 h 3963175"/>
              <a:gd name="connsiteX5-213" fmla="*/ 1791000 w 3578828"/>
              <a:gd name="connsiteY5-214" fmla="*/ 3963175 h 3963175"/>
              <a:gd name="connsiteX6-215" fmla="*/ 0 w 3578828"/>
              <a:gd name="connsiteY6-216" fmla="*/ 3963175 h 3963175"/>
              <a:gd name="connsiteX7-217" fmla="*/ 0 w 3578828"/>
              <a:gd name="connsiteY7-218" fmla="*/ 3175 h 3963175"/>
              <a:gd name="connsiteX0-219" fmla="*/ 0 w 3578942"/>
              <a:gd name="connsiteY0-220" fmla="*/ 3175 h 3963175"/>
              <a:gd name="connsiteX1-221" fmla="*/ 3264200 w 3578942"/>
              <a:gd name="connsiteY1-222" fmla="*/ 0 h 3963175"/>
              <a:gd name="connsiteX2-223" fmla="*/ 3323644 w 3578942"/>
              <a:gd name="connsiteY2-224" fmla="*/ 166544 h 3963175"/>
              <a:gd name="connsiteX3-225" fmla="*/ 3578825 w 3578942"/>
              <a:gd name="connsiteY3-226" fmla="*/ 1640275 h 3963175"/>
              <a:gd name="connsiteX4-227" fmla="*/ 2862382 w 3578942"/>
              <a:gd name="connsiteY4-228" fmla="*/ 3310996 h 3963175"/>
              <a:gd name="connsiteX5-229" fmla="*/ 1791000 w 3578942"/>
              <a:gd name="connsiteY5-230" fmla="*/ 3963175 h 3963175"/>
              <a:gd name="connsiteX6-231" fmla="*/ 0 w 3578942"/>
              <a:gd name="connsiteY6-232" fmla="*/ 3963175 h 3963175"/>
              <a:gd name="connsiteX7-233" fmla="*/ 0 w 3578942"/>
              <a:gd name="connsiteY7-234" fmla="*/ 3175 h 3963175"/>
              <a:gd name="connsiteX0-235" fmla="*/ 0 w 3578942"/>
              <a:gd name="connsiteY0-236" fmla="*/ 3175 h 3963175"/>
              <a:gd name="connsiteX1-237" fmla="*/ 3264200 w 3578942"/>
              <a:gd name="connsiteY1-238" fmla="*/ 0 h 3963175"/>
              <a:gd name="connsiteX2-239" fmla="*/ 3323644 w 3578942"/>
              <a:gd name="connsiteY2-240" fmla="*/ 166544 h 3963175"/>
              <a:gd name="connsiteX3-241" fmla="*/ 3578825 w 3578942"/>
              <a:gd name="connsiteY3-242" fmla="*/ 1640275 h 3963175"/>
              <a:gd name="connsiteX4-243" fmla="*/ 2862382 w 3578942"/>
              <a:gd name="connsiteY4-244" fmla="*/ 3310996 h 3963175"/>
              <a:gd name="connsiteX5-245" fmla="*/ 1791000 w 3578942"/>
              <a:gd name="connsiteY5-246" fmla="*/ 3963175 h 3963175"/>
              <a:gd name="connsiteX6-247" fmla="*/ 0 w 3578942"/>
              <a:gd name="connsiteY6-248" fmla="*/ 3963175 h 3963175"/>
              <a:gd name="connsiteX7-249" fmla="*/ 0 w 3578942"/>
              <a:gd name="connsiteY7-250" fmla="*/ 3175 h 3963175"/>
              <a:gd name="connsiteX0-251" fmla="*/ 0 w 3590408"/>
              <a:gd name="connsiteY0-252" fmla="*/ 3175 h 3974831"/>
              <a:gd name="connsiteX1-253" fmla="*/ 3264200 w 3590408"/>
              <a:gd name="connsiteY1-254" fmla="*/ 0 h 3974831"/>
              <a:gd name="connsiteX2-255" fmla="*/ 3323644 w 3590408"/>
              <a:gd name="connsiteY2-256" fmla="*/ 166544 h 3974831"/>
              <a:gd name="connsiteX3-257" fmla="*/ 3578825 w 3590408"/>
              <a:gd name="connsiteY3-258" fmla="*/ 1640275 h 3974831"/>
              <a:gd name="connsiteX4-259" fmla="*/ 3002082 w 3590408"/>
              <a:gd name="connsiteY4-260" fmla="*/ 3809471 h 3974831"/>
              <a:gd name="connsiteX5-261" fmla="*/ 1791000 w 3590408"/>
              <a:gd name="connsiteY5-262" fmla="*/ 3963175 h 3974831"/>
              <a:gd name="connsiteX6-263" fmla="*/ 0 w 3590408"/>
              <a:gd name="connsiteY6-264" fmla="*/ 3963175 h 3974831"/>
              <a:gd name="connsiteX7-265" fmla="*/ 0 w 3590408"/>
              <a:gd name="connsiteY7-266" fmla="*/ 3175 h 3974831"/>
              <a:gd name="connsiteX0-267" fmla="*/ 0 w 3590408"/>
              <a:gd name="connsiteY0-268" fmla="*/ 3175 h 3974831"/>
              <a:gd name="connsiteX1-269" fmla="*/ 3264200 w 3590408"/>
              <a:gd name="connsiteY1-270" fmla="*/ 0 h 3974831"/>
              <a:gd name="connsiteX2-271" fmla="*/ 3323644 w 3590408"/>
              <a:gd name="connsiteY2-272" fmla="*/ 166544 h 3974831"/>
              <a:gd name="connsiteX3-273" fmla="*/ 3578825 w 3590408"/>
              <a:gd name="connsiteY3-274" fmla="*/ 1640275 h 3974831"/>
              <a:gd name="connsiteX4-275" fmla="*/ 3002082 w 3590408"/>
              <a:gd name="connsiteY4-276" fmla="*/ 3809471 h 3974831"/>
              <a:gd name="connsiteX5-277" fmla="*/ 1791000 w 3590408"/>
              <a:gd name="connsiteY5-278" fmla="*/ 3963175 h 3974831"/>
              <a:gd name="connsiteX6-279" fmla="*/ 0 w 3590408"/>
              <a:gd name="connsiteY6-280" fmla="*/ 3963175 h 3974831"/>
              <a:gd name="connsiteX7-281" fmla="*/ 0 w 3590408"/>
              <a:gd name="connsiteY7-282" fmla="*/ 3175 h 3974831"/>
              <a:gd name="connsiteX0-283" fmla="*/ 0 w 3590408"/>
              <a:gd name="connsiteY0-284" fmla="*/ 3175 h 3975950"/>
              <a:gd name="connsiteX1-285" fmla="*/ 3264200 w 3590408"/>
              <a:gd name="connsiteY1-286" fmla="*/ 0 h 3975950"/>
              <a:gd name="connsiteX2-287" fmla="*/ 3323644 w 3590408"/>
              <a:gd name="connsiteY2-288" fmla="*/ 166544 h 3975950"/>
              <a:gd name="connsiteX3-289" fmla="*/ 3578825 w 3590408"/>
              <a:gd name="connsiteY3-290" fmla="*/ 1640275 h 3975950"/>
              <a:gd name="connsiteX4-291" fmla="*/ 3002082 w 3590408"/>
              <a:gd name="connsiteY4-292" fmla="*/ 3809471 h 3975950"/>
              <a:gd name="connsiteX5-293" fmla="*/ 2908600 w 3590408"/>
              <a:gd name="connsiteY5-294" fmla="*/ 3966350 h 3975950"/>
              <a:gd name="connsiteX6-295" fmla="*/ 0 w 3590408"/>
              <a:gd name="connsiteY6-296" fmla="*/ 3963175 h 3975950"/>
              <a:gd name="connsiteX7-297" fmla="*/ 0 w 3590408"/>
              <a:gd name="connsiteY7-298" fmla="*/ 3175 h 3975950"/>
              <a:gd name="connsiteX0-299" fmla="*/ 0 w 3590408"/>
              <a:gd name="connsiteY0-300" fmla="*/ 3175 h 3966350"/>
              <a:gd name="connsiteX1-301" fmla="*/ 3264200 w 3590408"/>
              <a:gd name="connsiteY1-302" fmla="*/ 0 h 3966350"/>
              <a:gd name="connsiteX2-303" fmla="*/ 3323644 w 3590408"/>
              <a:gd name="connsiteY2-304" fmla="*/ 166544 h 3966350"/>
              <a:gd name="connsiteX3-305" fmla="*/ 3578825 w 3590408"/>
              <a:gd name="connsiteY3-306" fmla="*/ 1640275 h 3966350"/>
              <a:gd name="connsiteX4-307" fmla="*/ 3002082 w 3590408"/>
              <a:gd name="connsiteY4-308" fmla="*/ 3809471 h 3966350"/>
              <a:gd name="connsiteX5-309" fmla="*/ 2908600 w 3590408"/>
              <a:gd name="connsiteY5-310" fmla="*/ 3966350 h 3966350"/>
              <a:gd name="connsiteX6-311" fmla="*/ 0 w 3590408"/>
              <a:gd name="connsiteY6-312" fmla="*/ 3963175 h 3966350"/>
              <a:gd name="connsiteX7-313" fmla="*/ 0 w 3590408"/>
              <a:gd name="connsiteY7-314" fmla="*/ 3175 h 3966350"/>
              <a:gd name="connsiteX0-315" fmla="*/ 0 w 3590408"/>
              <a:gd name="connsiteY0-316" fmla="*/ 3175 h 3966350"/>
              <a:gd name="connsiteX1-317" fmla="*/ 3264200 w 3590408"/>
              <a:gd name="connsiteY1-318" fmla="*/ 0 h 3966350"/>
              <a:gd name="connsiteX2-319" fmla="*/ 3323644 w 3590408"/>
              <a:gd name="connsiteY2-320" fmla="*/ 166544 h 3966350"/>
              <a:gd name="connsiteX3-321" fmla="*/ 3578825 w 3590408"/>
              <a:gd name="connsiteY3-322" fmla="*/ 1640275 h 3966350"/>
              <a:gd name="connsiteX4-323" fmla="*/ 3002082 w 3590408"/>
              <a:gd name="connsiteY4-324" fmla="*/ 3809471 h 3966350"/>
              <a:gd name="connsiteX5-325" fmla="*/ 2908600 w 3590408"/>
              <a:gd name="connsiteY5-326" fmla="*/ 3966350 h 3966350"/>
              <a:gd name="connsiteX6-327" fmla="*/ 0 w 3590408"/>
              <a:gd name="connsiteY6-328" fmla="*/ 3963175 h 3966350"/>
              <a:gd name="connsiteX7-329" fmla="*/ 0 w 3590408"/>
              <a:gd name="connsiteY7-330" fmla="*/ 3175 h 3966350"/>
              <a:gd name="connsiteX0-331" fmla="*/ 0 w 3590408"/>
              <a:gd name="connsiteY0-332" fmla="*/ 3175 h 3966350"/>
              <a:gd name="connsiteX1-333" fmla="*/ 3264200 w 3590408"/>
              <a:gd name="connsiteY1-334" fmla="*/ 0 h 3966350"/>
              <a:gd name="connsiteX2-335" fmla="*/ 3323644 w 3590408"/>
              <a:gd name="connsiteY2-336" fmla="*/ 166544 h 3966350"/>
              <a:gd name="connsiteX3-337" fmla="*/ 3578825 w 3590408"/>
              <a:gd name="connsiteY3-338" fmla="*/ 1640275 h 3966350"/>
              <a:gd name="connsiteX4-339" fmla="*/ 3002082 w 3590408"/>
              <a:gd name="connsiteY4-340" fmla="*/ 3809471 h 3966350"/>
              <a:gd name="connsiteX5-341" fmla="*/ 2908600 w 3590408"/>
              <a:gd name="connsiteY5-342" fmla="*/ 3966350 h 3966350"/>
              <a:gd name="connsiteX6-343" fmla="*/ 0 w 3590408"/>
              <a:gd name="connsiteY6-344" fmla="*/ 3963175 h 3966350"/>
              <a:gd name="connsiteX7-345" fmla="*/ 0 w 3590408"/>
              <a:gd name="connsiteY7-346" fmla="*/ 3175 h 3966350"/>
              <a:gd name="connsiteX0-347" fmla="*/ 0 w 3580367"/>
              <a:gd name="connsiteY0-348" fmla="*/ 3175 h 3966350"/>
              <a:gd name="connsiteX1-349" fmla="*/ 3264200 w 3580367"/>
              <a:gd name="connsiteY1-350" fmla="*/ 0 h 3966350"/>
              <a:gd name="connsiteX2-351" fmla="*/ 3323644 w 3580367"/>
              <a:gd name="connsiteY2-352" fmla="*/ 166544 h 3966350"/>
              <a:gd name="connsiteX3-353" fmla="*/ 3578825 w 3580367"/>
              <a:gd name="connsiteY3-354" fmla="*/ 1640275 h 3966350"/>
              <a:gd name="connsiteX4-355" fmla="*/ 3002082 w 3580367"/>
              <a:gd name="connsiteY4-356" fmla="*/ 3809471 h 3966350"/>
              <a:gd name="connsiteX5-357" fmla="*/ 2908600 w 3580367"/>
              <a:gd name="connsiteY5-358" fmla="*/ 3966350 h 3966350"/>
              <a:gd name="connsiteX6-359" fmla="*/ 0 w 3580367"/>
              <a:gd name="connsiteY6-360" fmla="*/ 3963175 h 3966350"/>
              <a:gd name="connsiteX7-361" fmla="*/ 0 w 3580367"/>
              <a:gd name="connsiteY7-362" fmla="*/ 3175 h 3966350"/>
              <a:gd name="connsiteX0-363" fmla="*/ 0 w 3578976"/>
              <a:gd name="connsiteY0-364" fmla="*/ 3175 h 3966350"/>
              <a:gd name="connsiteX1-365" fmla="*/ 3264200 w 3578976"/>
              <a:gd name="connsiteY1-366" fmla="*/ 0 h 3966350"/>
              <a:gd name="connsiteX2-367" fmla="*/ 3323644 w 3578976"/>
              <a:gd name="connsiteY2-368" fmla="*/ 166544 h 3966350"/>
              <a:gd name="connsiteX3-369" fmla="*/ 3578825 w 3578976"/>
              <a:gd name="connsiteY3-370" fmla="*/ 1640275 h 3966350"/>
              <a:gd name="connsiteX4-371" fmla="*/ 3002082 w 3578976"/>
              <a:gd name="connsiteY4-372" fmla="*/ 3809471 h 3966350"/>
              <a:gd name="connsiteX5-373" fmla="*/ 2908600 w 3578976"/>
              <a:gd name="connsiteY5-374" fmla="*/ 3966350 h 3966350"/>
              <a:gd name="connsiteX6-375" fmla="*/ 0 w 3578976"/>
              <a:gd name="connsiteY6-376" fmla="*/ 3963175 h 3966350"/>
              <a:gd name="connsiteX7-377" fmla="*/ 0 w 3578976"/>
              <a:gd name="connsiteY7-378" fmla="*/ 3175 h 3966350"/>
              <a:gd name="connsiteX0-379" fmla="*/ 0 w 3579143"/>
              <a:gd name="connsiteY0-380" fmla="*/ 3175 h 3966350"/>
              <a:gd name="connsiteX1-381" fmla="*/ 3264200 w 3579143"/>
              <a:gd name="connsiteY1-382" fmla="*/ 0 h 3966350"/>
              <a:gd name="connsiteX2-383" fmla="*/ 3323644 w 3579143"/>
              <a:gd name="connsiteY2-384" fmla="*/ 166544 h 3966350"/>
              <a:gd name="connsiteX3-385" fmla="*/ 3578825 w 3579143"/>
              <a:gd name="connsiteY3-386" fmla="*/ 1640275 h 3966350"/>
              <a:gd name="connsiteX4-387" fmla="*/ 3002082 w 3579143"/>
              <a:gd name="connsiteY4-388" fmla="*/ 3809471 h 3966350"/>
              <a:gd name="connsiteX5-389" fmla="*/ 2908600 w 3579143"/>
              <a:gd name="connsiteY5-390" fmla="*/ 3966350 h 3966350"/>
              <a:gd name="connsiteX6-391" fmla="*/ 0 w 3579143"/>
              <a:gd name="connsiteY6-392" fmla="*/ 3963175 h 3966350"/>
              <a:gd name="connsiteX7-393" fmla="*/ 0 w 3579143"/>
              <a:gd name="connsiteY7-394" fmla="*/ 3175 h 3966350"/>
              <a:gd name="connsiteX0-395" fmla="*/ 0 w 3579143"/>
              <a:gd name="connsiteY0-396" fmla="*/ 3175 h 4131450"/>
              <a:gd name="connsiteX1-397" fmla="*/ 3264200 w 3579143"/>
              <a:gd name="connsiteY1-398" fmla="*/ 0 h 4131450"/>
              <a:gd name="connsiteX2-399" fmla="*/ 3323644 w 3579143"/>
              <a:gd name="connsiteY2-400" fmla="*/ 166544 h 4131450"/>
              <a:gd name="connsiteX3-401" fmla="*/ 3578825 w 3579143"/>
              <a:gd name="connsiteY3-402" fmla="*/ 1640275 h 4131450"/>
              <a:gd name="connsiteX4-403" fmla="*/ 3002082 w 3579143"/>
              <a:gd name="connsiteY4-404" fmla="*/ 3809471 h 4131450"/>
              <a:gd name="connsiteX5-405" fmla="*/ 3159425 w 3579143"/>
              <a:gd name="connsiteY5-406" fmla="*/ 4131450 h 4131450"/>
              <a:gd name="connsiteX6-407" fmla="*/ 0 w 3579143"/>
              <a:gd name="connsiteY6-408" fmla="*/ 3963175 h 4131450"/>
              <a:gd name="connsiteX7-409" fmla="*/ 0 w 3579143"/>
              <a:gd name="connsiteY7-410" fmla="*/ 3175 h 4131450"/>
              <a:gd name="connsiteX0-411" fmla="*/ 0 w 3579143"/>
              <a:gd name="connsiteY0-412" fmla="*/ 3175 h 3963175"/>
              <a:gd name="connsiteX1-413" fmla="*/ 3264200 w 3579143"/>
              <a:gd name="connsiteY1-414" fmla="*/ 0 h 3963175"/>
              <a:gd name="connsiteX2-415" fmla="*/ 3323644 w 3579143"/>
              <a:gd name="connsiteY2-416" fmla="*/ 166544 h 3963175"/>
              <a:gd name="connsiteX3-417" fmla="*/ 3578825 w 3579143"/>
              <a:gd name="connsiteY3-418" fmla="*/ 1640275 h 3963175"/>
              <a:gd name="connsiteX4-419" fmla="*/ 3002082 w 3579143"/>
              <a:gd name="connsiteY4-420" fmla="*/ 3809471 h 3963175"/>
              <a:gd name="connsiteX5-421" fmla="*/ 2905425 w 3579143"/>
              <a:gd name="connsiteY5-422" fmla="*/ 3963175 h 3963175"/>
              <a:gd name="connsiteX6-423" fmla="*/ 0 w 3579143"/>
              <a:gd name="connsiteY6-424" fmla="*/ 3963175 h 3963175"/>
              <a:gd name="connsiteX7-425" fmla="*/ 0 w 3579143"/>
              <a:gd name="connsiteY7-426" fmla="*/ 3175 h 3963175"/>
              <a:gd name="connsiteX0-427" fmla="*/ 0 w 3579143"/>
              <a:gd name="connsiteY0-428" fmla="*/ 3175 h 3963175"/>
              <a:gd name="connsiteX1-429" fmla="*/ 3264200 w 3579143"/>
              <a:gd name="connsiteY1-430" fmla="*/ 0 h 3963175"/>
              <a:gd name="connsiteX2-431" fmla="*/ 3323644 w 3579143"/>
              <a:gd name="connsiteY2-432" fmla="*/ 166544 h 3963175"/>
              <a:gd name="connsiteX3-433" fmla="*/ 3578825 w 3579143"/>
              <a:gd name="connsiteY3-434" fmla="*/ 1640275 h 3963175"/>
              <a:gd name="connsiteX4-435" fmla="*/ 3002082 w 3579143"/>
              <a:gd name="connsiteY4-436" fmla="*/ 3809471 h 3963175"/>
              <a:gd name="connsiteX5-437" fmla="*/ 2905425 w 3579143"/>
              <a:gd name="connsiteY5-438" fmla="*/ 3963175 h 3963175"/>
              <a:gd name="connsiteX6-439" fmla="*/ 0 w 3579143"/>
              <a:gd name="connsiteY6-440" fmla="*/ 3963175 h 3963175"/>
              <a:gd name="connsiteX7-441" fmla="*/ 0 w 3579143"/>
              <a:gd name="connsiteY7-442" fmla="*/ 3175 h 3963175"/>
              <a:gd name="connsiteX0-443" fmla="*/ 0 w 3579143"/>
              <a:gd name="connsiteY0-444" fmla="*/ 3175 h 3963175"/>
              <a:gd name="connsiteX1-445" fmla="*/ 3264200 w 3579143"/>
              <a:gd name="connsiteY1-446" fmla="*/ 0 h 3963175"/>
              <a:gd name="connsiteX2-447" fmla="*/ 3323644 w 3579143"/>
              <a:gd name="connsiteY2-448" fmla="*/ 166544 h 3963175"/>
              <a:gd name="connsiteX3-449" fmla="*/ 3578825 w 3579143"/>
              <a:gd name="connsiteY3-450" fmla="*/ 1640275 h 3963175"/>
              <a:gd name="connsiteX4-451" fmla="*/ 3002082 w 3579143"/>
              <a:gd name="connsiteY4-452" fmla="*/ 3809471 h 3963175"/>
              <a:gd name="connsiteX5-453" fmla="*/ 2905425 w 3579143"/>
              <a:gd name="connsiteY5-454" fmla="*/ 3963175 h 3963175"/>
              <a:gd name="connsiteX6-455" fmla="*/ 0 w 3579143"/>
              <a:gd name="connsiteY6-456" fmla="*/ 3963175 h 3963175"/>
              <a:gd name="connsiteX7-457" fmla="*/ 0 w 3579143"/>
              <a:gd name="connsiteY7-458" fmla="*/ 3175 h 3963175"/>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25" y="connsiteY6-26"/>
              </a:cxn>
              <a:cxn ang="0">
                <a:pos x="connsiteX7-41" y="connsiteY7-42"/>
              </a:cxn>
            </a:cxnLst>
            <a:rect l="l" t="t" r="r" b="b"/>
            <a:pathLst>
              <a:path w="3579143" h="3963175">
                <a:moveTo>
                  <a:pt x="0" y="3175"/>
                </a:moveTo>
                <a:lnTo>
                  <a:pt x="3264200" y="0"/>
                </a:lnTo>
                <a:cubicBezTo>
                  <a:pt x="3287387" y="61624"/>
                  <a:pt x="3301369" y="106419"/>
                  <a:pt x="3323644" y="166544"/>
                </a:cubicBezTo>
                <a:cubicBezTo>
                  <a:pt x="3491969" y="623544"/>
                  <a:pt x="3568919" y="877546"/>
                  <a:pt x="3578825" y="1640275"/>
                </a:cubicBezTo>
                <a:cubicBezTo>
                  <a:pt x="3588731" y="2403004"/>
                  <a:pt x="3367257" y="3165146"/>
                  <a:pt x="3002082" y="3809471"/>
                </a:cubicBezTo>
                <a:cubicBezTo>
                  <a:pt x="2973457" y="3863246"/>
                  <a:pt x="3011014" y="3800503"/>
                  <a:pt x="2905425" y="3963175"/>
                </a:cubicBezTo>
                <a:lnTo>
                  <a:pt x="0" y="3963175"/>
                </a:lnTo>
                <a:lnTo>
                  <a:pt x="0" y="3175"/>
                </a:lnTo>
                <a:close/>
              </a:path>
            </a:pathLst>
          </a:custGeom>
          <a:noFill/>
          <a:ln>
            <a:noFill/>
          </a:ln>
        </p:spPr>
        <p:txBody>
          <a:bodyPr lIns="720000" tIns="720000" rIns="720000" bIns="720000">
            <a:normAutofit/>
          </a:bodyPr>
          <a:lstStyle>
            <a:lvl1pPr marL="0" indent="0" algn="ctr">
              <a:buNone/>
              <a:defRPr sz="1400" baseline="0">
                <a:solidFill>
                  <a:schemeClr val="bg1"/>
                </a:solidFill>
              </a:defRPr>
            </a:lvl1pPr>
          </a:lstStyle>
          <a:p>
            <a:r>
              <a:rPr lang="en-US"/>
              <a:t>Click icon to add picture</a:t>
            </a:r>
            <a:endParaRPr lang="de-DE"/>
          </a:p>
        </p:txBody>
      </p:sp>
      <p:sp>
        <p:nvSpPr>
          <p:cNvPr id="12" name="Titel 7"/>
          <p:cNvSpPr>
            <a:spLocks noGrp="1"/>
          </p:cNvSpPr>
          <p:nvPr>
            <p:ph type="title" hasCustomPrompt="1"/>
          </p:nvPr>
        </p:nvSpPr>
        <p:spPr>
          <a:xfrm>
            <a:off x="367575" y="290572"/>
            <a:ext cx="8408850" cy="415498"/>
          </a:xfrm>
        </p:spPr>
        <p:txBody>
          <a:bodyPr/>
          <a:lstStyle/>
          <a:p>
            <a:r>
              <a:rPr lang="en-GB" noProof="0"/>
              <a:t>Click to add headline</a:t>
            </a:r>
          </a:p>
        </p:txBody>
      </p:sp>
      <p:sp>
        <p:nvSpPr>
          <p:cNvPr id="14" name="Inhaltsplatzhalter 11"/>
          <p:cNvSpPr>
            <a:spLocks noGrp="1"/>
          </p:cNvSpPr>
          <p:nvPr>
            <p:ph sz="quarter" idx="14" hasCustomPrompt="1"/>
          </p:nvPr>
        </p:nvSpPr>
        <p:spPr>
          <a:xfrm>
            <a:off x="3848400" y="1198800"/>
            <a:ext cx="4928026" cy="3394800"/>
          </a:xfrm>
        </p:spPr>
        <p:txBody>
          <a:bodyPr/>
          <a:lstStyle>
            <a:lvl1pPr>
              <a:defRPr baseline="0">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en-GB" noProof="0"/>
              <a:t>Click to add text</a:t>
            </a:r>
          </a:p>
        </p:txBody>
      </p:sp>
      <p:pic>
        <p:nvPicPr>
          <p:cNvPr id="13"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64443" y="4864131"/>
            <a:ext cx="630270" cy="19051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userDrawn="1">
  <p:cSld name="Circle segment_05">
    <p:spTree>
      <p:nvGrpSpPr>
        <p:cNvPr id="1" name=""/>
        <p:cNvGrpSpPr/>
        <p:nvPr/>
      </p:nvGrpSpPr>
      <p:grpSpPr>
        <a:xfrm>
          <a:off x="0" y="0"/>
          <a:ext cx="0" cy="0"/>
          <a:chOff x="0" y="0"/>
          <a:chExt cx="0" cy="0"/>
        </a:xfrm>
      </p:grpSpPr>
      <p:sp>
        <p:nvSpPr>
          <p:cNvPr id="9" name="Rechteck 8"/>
          <p:cNvSpPr/>
          <p:nvPr userDrawn="1"/>
        </p:nvSpPr>
        <p:spPr>
          <a:xfrm>
            <a:off x="0" y="2196370"/>
            <a:ext cx="9144000" cy="2947130"/>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400" noProof="0">
              <a:solidFill>
                <a:schemeClr val="tx1"/>
              </a:solidFill>
              <a:latin typeface="BISansOpti"/>
            </a:endParaRPr>
          </a:p>
        </p:txBody>
      </p:sp>
      <p:cxnSp>
        <p:nvCxnSpPr>
          <p:cNvPr id="5" name="Gerade Verbindung 4"/>
          <p:cNvCxnSpPr/>
          <p:nvPr userDrawn="1"/>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3" name="Datumsplatzhalter 2"/>
          <p:cNvSpPr>
            <a:spLocks noGrp="1"/>
          </p:cNvSpPr>
          <p:nvPr>
            <p:ph type="dt" sz="half" idx="10"/>
          </p:nvPr>
        </p:nvSpPr>
        <p:spPr/>
        <p:txBody>
          <a:bodyPr/>
          <a:lstStyle/>
          <a:p>
            <a:fld id="{3A4F5901-183E-4A00-9284-9EF186007567}" type="datetime1">
              <a:rPr lang="en-GB" smtClean="0"/>
              <a:t>25/04/2024</a:t>
            </a:fld>
            <a:endParaRPr lang="en-GB"/>
          </a:p>
        </p:txBody>
      </p:sp>
      <p:sp>
        <p:nvSpPr>
          <p:cNvPr id="4" name="Fußzeilenplatzhalter 3"/>
          <p:cNvSpPr>
            <a:spLocks noGrp="1"/>
          </p:cNvSpPr>
          <p:nvPr>
            <p:ph type="ftr" sz="quarter" idx="11"/>
          </p:nvPr>
        </p:nvSpPr>
        <p:spPr/>
        <p:txBody>
          <a:bodyPr/>
          <a:lstStyle/>
          <a:p>
            <a:r>
              <a:rPr lang="en-GB"/>
              <a:t>Presentation title, date, author</a:t>
            </a:r>
          </a:p>
        </p:txBody>
      </p:sp>
      <p:sp>
        <p:nvSpPr>
          <p:cNvPr id="6" name="Foliennummernplatzhalter 5"/>
          <p:cNvSpPr>
            <a:spLocks noGrp="1"/>
          </p:cNvSpPr>
          <p:nvPr>
            <p:ph type="sldNum" sz="quarter" idx="12"/>
          </p:nvPr>
        </p:nvSpPr>
        <p:spPr/>
        <p:txBody>
          <a:bodyPr/>
          <a:lstStyle/>
          <a:p>
            <a:fld id="{143B55C4-4F5A-416B-997D-6CE47EB0A945}" type="slidenum">
              <a:rPr lang="en-GB" smtClean="0"/>
              <a:t>‹#›</a:t>
            </a:fld>
            <a:endParaRPr lang="en-GB"/>
          </a:p>
        </p:txBody>
      </p:sp>
      <p:sp>
        <p:nvSpPr>
          <p:cNvPr id="10" name="Rechteck 12"/>
          <p:cNvSpPr/>
          <p:nvPr userDrawn="1"/>
        </p:nvSpPr>
        <p:spPr>
          <a:xfrm>
            <a:off x="2" y="735013"/>
            <a:ext cx="3672981" cy="3960812"/>
          </a:xfrm>
          <a:custGeom>
            <a:avLst/>
            <a:gdLst/>
            <a:ahLst/>
            <a:cxnLst/>
            <a:rect l="l" t="t" r="r" b="b"/>
            <a:pathLst>
              <a:path w="3672981" h="3960812">
                <a:moveTo>
                  <a:pt x="0" y="0"/>
                </a:moveTo>
                <a:lnTo>
                  <a:pt x="3361658" y="0"/>
                </a:lnTo>
                <a:lnTo>
                  <a:pt x="3412473" y="127738"/>
                </a:lnTo>
                <a:cubicBezTo>
                  <a:pt x="3581102" y="597230"/>
                  <a:pt x="3672981" y="1103310"/>
                  <a:pt x="3672981" y="1630850"/>
                </a:cubicBezTo>
                <a:cubicBezTo>
                  <a:pt x="3672981" y="2378998"/>
                  <a:pt x="3488190" y="3083985"/>
                  <a:pt x="3161761" y="3702659"/>
                </a:cubicBezTo>
                <a:lnTo>
                  <a:pt x="3012298" y="3960812"/>
                </a:lnTo>
                <a:lnTo>
                  <a:pt x="0" y="3960812"/>
                </a:lnTo>
                <a:close/>
              </a:path>
            </a:pathLst>
          </a:custGeom>
          <a:solidFill>
            <a:schemeClr val="accent4"/>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de-DE" sz="1400" err="1">
              <a:solidFill>
                <a:schemeClr val="tx1"/>
              </a:solidFill>
              <a:latin typeface="BISansOpti"/>
            </a:endParaRPr>
          </a:p>
        </p:txBody>
      </p:sp>
      <p:sp>
        <p:nvSpPr>
          <p:cNvPr id="11" name="Bildplatzhalter 20"/>
          <p:cNvSpPr>
            <a:spLocks noGrp="1"/>
          </p:cNvSpPr>
          <p:nvPr>
            <p:ph type="pic" sz="quarter" idx="13"/>
          </p:nvPr>
        </p:nvSpPr>
        <p:spPr>
          <a:xfrm>
            <a:off x="-1" y="731225"/>
            <a:ext cx="3579143" cy="3963175"/>
          </a:xfrm>
          <a:custGeom>
            <a:avLst/>
            <a:gdLst>
              <a:gd name="connsiteX0" fmla="*/ 0 w 3582000"/>
              <a:gd name="connsiteY0" fmla="*/ 0 h 3960000"/>
              <a:gd name="connsiteX1" fmla="*/ 1791000 w 3582000"/>
              <a:gd name="connsiteY1" fmla="*/ 0 h 3960000"/>
              <a:gd name="connsiteX2" fmla="*/ 3582000 w 3582000"/>
              <a:gd name="connsiteY2" fmla="*/ 1980000 h 3960000"/>
              <a:gd name="connsiteX3" fmla="*/ 1791000 w 3582000"/>
              <a:gd name="connsiteY3" fmla="*/ 3960000 h 3960000"/>
              <a:gd name="connsiteX4" fmla="*/ 0 w 3582000"/>
              <a:gd name="connsiteY4" fmla="*/ 3960000 h 3960000"/>
              <a:gd name="connsiteX5" fmla="*/ 0 w 3582000"/>
              <a:gd name="connsiteY5" fmla="*/ 0 h 3960000"/>
              <a:gd name="connsiteX0-1" fmla="*/ 0 w 3669107"/>
              <a:gd name="connsiteY0-2" fmla="*/ 0 h 3960000"/>
              <a:gd name="connsiteX1-3" fmla="*/ 1791000 w 3669107"/>
              <a:gd name="connsiteY1-4" fmla="*/ 0 h 3960000"/>
              <a:gd name="connsiteX2-5" fmla="*/ 3225219 w 3669107"/>
              <a:gd name="connsiteY2-6" fmla="*/ 807894 h 3960000"/>
              <a:gd name="connsiteX3-7" fmla="*/ 3582000 w 3669107"/>
              <a:gd name="connsiteY3-8" fmla="*/ 1980000 h 3960000"/>
              <a:gd name="connsiteX4-9" fmla="*/ 1791000 w 3669107"/>
              <a:gd name="connsiteY4-10" fmla="*/ 3960000 h 3960000"/>
              <a:gd name="connsiteX5-11" fmla="*/ 0 w 3669107"/>
              <a:gd name="connsiteY5-12" fmla="*/ 3960000 h 3960000"/>
              <a:gd name="connsiteX6" fmla="*/ 0 w 3669107"/>
              <a:gd name="connsiteY6" fmla="*/ 0 h 3960000"/>
              <a:gd name="connsiteX0-13" fmla="*/ 0 w 3597300"/>
              <a:gd name="connsiteY0-14" fmla="*/ 0 h 3960000"/>
              <a:gd name="connsiteX1-15" fmla="*/ 1791000 w 3597300"/>
              <a:gd name="connsiteY1-16" fmla="*/ 0 h 3960000"/>
              <a:gd name="connsiteX2-17" fmla="*/ 3225219 w 3597300"/>
              <a:gd name="connsiteY2-18" fmla="*/ 807894 h 3960000"/>
              <a:gd name="connsiteX3-19" fmla="*/ 3582000 w 3597300"/>
              <a:gd name="connsiteY3-20" fmla="*/ 1980000 h 3960000"/>
              <a:gd name="connsiteX4-21" fmla="*/ 2862382 w 3597300"/>
              <a:gd name="connsiteY4-22" fmla="*/ 3307821 h 3960000"/>
              <a:gd name="connsiteX5-23" fmla="*/ 1791000 w 3597300"/>
              <a:gd name="connsiteY5-24" fmla="*/ 3960000 h 3960000"/>
              <a:gd name="connsiteX6-25" fmla="*/ 0 w 3597300"/>
              <a:gd name="connsiteY6-26" fmla="*/ 3960000 h 3960000"/>
              <a:gd name="connsiteX7" fmla="*/ 0 w 3597300"/>
              <a:gd name="connsiteY7" fmla="*/ 0 h 3960000"/>
              <a:gd name="connsiteX0-27" fmla="*/ 0 w 3597300"/>
              <a:gd name="connsiteY0-28" fmla="*/ 0 h 3960000"/>
              <a:gd name="connsiteX1-29" fmla="*/ 3261025 w 3597300"/>
              <a:gd name="connsiteY1-30" fmla="*/ 3175 h 3960000"/>
              <a:gd name="connsiteX2-31" fmla="*/ 3225219 w 3597300"/>
              <a:gd name="connsiteY2-32" fmla="*/ 807894 h 3960000"/>
              <a:gd name="connsiteX3-33" fmla="*/ 3582000 w 3597300"/>
              <a:gd name="connsiteY3-34" fmla="*/ 1980000 h 3960000"/>
              <a:gd name="connsiteX4-35" fmla="*/ 2862382 w 3597300"/>
              <a:gd name="connsiteY4-36" fmla="*/ 3307821 h 3960000"/>
              <a:gd name="connsiteX5-37" fmla="*/ 1791000 w 3597300"/>
              <a:gd name="connsiteY5-38" fmla="*/ 3960000 h 3960000"/>
              <a:gd name="connsiteX6-39" fmla="*/ 0 w 3597300"/>
              <a:gd name="connsiteY6-40" fmla="*/ 3960000 h 3960000"/>
              <a:gd name="connsiteX7-41" fmla="*/ 0 w 3597300"/>
              <a:gd name="connsiteY7-42" fmla="*/ 0 h 3960000"/>
              <a:gd name="connsiteX0-43" fmla="*/ 0 w 3597300"/>
              <a:gd name="connsiteY0-44" fmla="*/ 0 h 3960000"/>
              <a:gd name="connsiteX1-45" fmla="*/ 3019725 w 3597300"/>
              <a:gd name="connsiteY1-46" fmla="*/ 282575 h 3960000"/>
              <a:gd name="connsiteX2-47" fmla="*/ 3225219 w 3597300"/>
              <a:gd name="connsiteY2-48" fmla="*/ 807894 h 3960000"/>
              <a:gd name="connsiteX3-49" fmla="*/ 3582000 w 3597300"/>
              <a:gd name="connsiteY3-50" fmla="*/ 1980000 h 3960000"/>
              <a:gd name="connsiteX4-51" fmla="*/ 2862382 w 3597300"/>
              <a:gd name="connsiteY4-52" fmla="*/ 3307821 h 3960000"/>
              <a:gd name="connsiteX5-53" fmla="*/ 1791000 w 3597300"/>
              <a:gd name="connsiteY5-54" fmla="*/ 3960000 h 3960000"/>
              <a:gd name="connsiteX6-55" fmla="*/ 0 w 3597300"/>
              <a:gd name="connsiteY6-56" fmla="*/ 3960000 h 3960000"/>
              <a:gd name="connsiteX7-57" fmla="*/ 0 w 3597300"/>
              <a:gd name="connsiteY7-58" fmla="*/ 0 h 3960000"/>
              <a:gd name="connsiteX0-59" fmla="*/ 0 w 3597300"/>
              <a:gd name="connsiteY0-60" fmla="*/ 3175 h 3963175"/>
              <a:gd name="connsiteX1-61" fmla="*/ 3264200 w 3597300"/>
              <a:gd name="connsiteY1-62" fmla="*/ 0 h 3963175"/>
              <a:gd name="connsiteX2-63" fmla="*/ 3225219 w 3597300"/>
              <a:gd name="connsiteY2-64" fmla="*/ 811069 h 3963175"/>
              <a:gd name="connsiteX3-65" fmla="*/ 3582000 w 3597300"/>
              <a:gd name="connsiteY3-66" fmla="*/ 1983175 h 3963175"/>
              <a:gd name="connsiteX4-67" fmla="*/ 2862382 w 3597300"/>
              <a:gd name="connsiteY4-68" fmla="*/ 3310996 h 3963175"/>
              <a:gd name="connsiteX5-69" fmla="*/ 1791000 w 3597300"/>
              <a:gd name="connsiteY5-70" fmla="*/ 3963175 h 3963175"/>
              <a:gd name="connsiteX6-71" fmla="*/ 0 w 3597300"/>
              <a:gd name="connsiteY6-72" fmla="*/ 3963175 h 3963175"/>
              <a:gd name="connsiteX7-73" fmla="*/ 0 w 3597300"/>
              <a:gd name="connsiteY7-74" fmla="*/ 3175 h 3963175"/>
              <a:gd name="connsiteX0-75" fmla="*/ 0 w 3597300"/>
              <a:gd name="connsiteY0-76" fmla="*/ 3175 h 3963175"/>
              <a:gd name="connsiteX1-77" fmla="*/ 3264200 w 3597300"/>
              <a:gd name="connsiteY1-78" fmla="*/ 0 h 3963175"/>
              <a:gd name="connsiteX2-79" fmla="*/ 3225219 w 3597300"/>
              <a:gd name="connsiteY2-80" fmla="*/ 811069 h 3963175"/>
              <a:gd name="connsiteX3-81" fmla="*/ 3582000 w 3597300"/>
              <a:gd name="connsiteY3-82" fmla="*/ 1983175 h 3963175"/>
              <a:gd name="connsiteX4-83" fmla="*/ 2862382 w 3597300"/>
              <a:gd name="connsiteY4-84" fmla="*/ 3310996 h 3963175"/>
              <a:gd name="connsiteX5-85" fmla="*/ 1791000 w 3597300"/>
              <a:gd name="connsiteY5-86" fmla="*/ 3963175 h 3963175"/>
              <a:gd name="connsiteX6-87" fmla="*/ 0 w 3597300"/>
              <a:gd name="connsiteY6-88" fmla="*/ 3963175 h 3963175"/>
              <a:gd name="connsiteX7-89" fmla="*/ 0 w 3597300"/>
              <a:gd name="connsiteY7-90" fmla="*/ 3175 h 3963175"/>
              <a:gd name="connsiteX0-91" fmla="*/ 0 w 3616616"/>
              <a:gd name="connsiteY0-92" fmla="*/ 21630 h 3981630"/>
              <a:gd name="connsiteX1-93" fmla="*/ 3264200 w 3616616"/>
              <a:gd name="connsiteY1-94" fmla="*/ 18455 h 3981630"/>
              <a:gd name="connsiteX2-95" fmla="*/ 3323644 w 3616616"/>
              <a:gd name="connsiteY2-96" fmla="*/ 184999 h 3981630"/>
              <a:gd name="connsiteX3-97" fmla="*/ 3582000 w 3616616"/>
              <a:gd name="connsiteY3-98" fmla="*/ 2001630 h 3981630"/>
              <a:gd name="connsiteX4-99" fmla="*/ 2862382 w 3616616"/>
              <a:gd name="connsiteY4-100" fmla="*/ 3329451 h 3981630"/>
              <a:gd name="connsiteX5-101" fmla="*/ 1791000 w 3616616"/>
              <a:gd name="connsiteY5-102" fmla="*/ 3981630 h 3981630"/>
              <a:gd name="connsiteX6-103" fmla="*/ 0 w 3616616"/>
              <a:gd name="connsiteY6-104" fmla="*/ 3981630 h 3981630"/>
              <a:gd name="connsiteX7-105" fmla="*/ 0 w 3616616"/>
              <a:gd name="connsiteY7-106" fmla="*/ 21630 h 3981630"/>
              <a:gd name="connsiteX0-107" fmla="*/ 0 w 3616616"/>
              <a:gd name="connsiteY0-108" fmla="*/ 3175 h 3963175"/>
              <a:gd name="connsiteX1-109" fmla="*/ 3264200 w 3616616"/>
              <a:gd name="connsiteY1-110" fmla="*/ 0 h 3963175"/>
              <a:gd name="connsiteX2-111" fmla="*/ 3323644 w 3616616"/>
              <a:gd name="connsiteY2-112" fmla="*/ 166544 h 3963175"/>
              <a:gd name="connsiteX3-113" fmla="*/ 3582000 w 3616616"/>
              <a:gd name="connsiteY3-114" fmla="*/ 1983175 h 3963175"/>
              <a:gd name="connsiteX4-115" fmla="*/ 2862382 w 3616616"/>
              <a:gd name="connsiteY4-116" fmla="*/ 3310996 h 3963175"/>
              <a:gd name="connsiteX5-117" fmla="*/ 1791000 w 3616616"/>
              <a:gd name="connsiteY5-118" fmla="*/ 3963175 h 3963175"/>
              <a:gd name="connsiteX6-119" fmla="*/ 0 w 3616616"/>
              <a:gd name="connsiteY6-120" fmla="*/ 3963175 h 3963175"/>
              <a:gd name="connsiteX7-121" fmla="*/ 0 w 3616616"/>
              <a:gd name="connsiteY7-122" fmla="*/ 3175 h 3963175"/>
              <a:gd name="connsiteX0-123" fmla="*/ 0 w 3601265"/>
              <a:gd name="connsiteY0-124" fmla="*/ 3175 h 3963175"/>
              <a:gd name="connsiteX1-125" fmla="*/ 3264200 w 3601265"/>
              <a:gd name="connsiteY1-126" fmla="*/ 0 h 3963175"/>
              <a:gd name="connsiteX2-127" fmla="*/ 3323644 w 3601265"/>
              <a:gd name="connsiteY2-128" fmla="*/ 166544 h 3963175"/>
              <a:gd name="connsiteX3-129" fmla="*/ 3582000 w 3601265"/>
              <a:gd name="connsiteY3-130" fmla="*/ 1983175 h 3963175"/>
              <a:gd name="connsiteX4-131" fmla="*/ 2862382 w 3601265"/>
              <a:gd name="connsiteY4-132" fmla="*/ 3310996 h 3963175"/>
              <a:gd name="connsiteX5-133" fmla="*/ 1791000 w 3601265"/>
              <a:gd name="connsiteY5-134" fmla="*/ 3963175 h 3963175"/>
              <a:gd name="connsiteX6-135" fmla="*/ 0 w 3601265"/>
              <a:gd name="connsiteY6-136" fmla="*/ 3963175 h 3963175"/>
              <a:gd name="connsiteX7-137" fmla="*/ 0 w 3601265"/>
              <a:gd name="connsiteY7-138" fmla="*/ 3175 h 3963175"/>
              <a:gd name="connsiteX0-139" fmla="*/ 0 w 3364734"/>
              <a:gd name="connsiteY0-140" fmla="*/ 3175 h 3963175"/>
              <a:gd name="connsiteX1-141" fmla="*/ 3264200 w 3364734"/>
              <a:gd name="connsiteY1-142" fmla="*/ 0 h 3963175"/>
              <a:gd name="connsiteX2-143" fmla="*/ 3323644 w 3364734"/>
              <a:gd name="connsiteY2-144" fmla="*/ 166544 h 3963175"/>
              <a:gd name="connsiteX3-145" fmla="*/ 3016850 w 3364734"/>
              <a:gd name="connsiteY3-146" fmla="*/ 1614875 h 3963175"/>
              <a:gd name="connsiteX4-147" fmla="*/ 2862382 w 3364734"/>
              <a:gd name="connsiteY4-148" fmla="*/ 3310996 h 3963175"/>
              <a:gd name="connsiteX5-149" fmla="*/ 1791000 w 3364734"/>
              <a:gd name="connsiteY5-150" fmla="*/ 3963175 h 3963175"/>
              <a:gd name="connsiteX6-151" fmla="*/ 0 w 3364734"/>
              <a:gd name="connsiteY6-152" fmla="*/ 3963175 h 3963175"/>
              <a:gd name="connsiteX7-153" fmla="*/ 0 w 3364734"/>
              <a:gd name="connsiteY7-154" fmla="*/ 3175 h 3963175"/>
              <a:gd name="connsiteX0-155" fmla="*/ 0 w 3598344"/>
              <a:gd name="connsiteY0-156" fmla="*/ 3175 h 3963175"/>
              <a:gd name="connsiteX1-157" fmla="*/ 3264200 w 3598344"/>
              <a:gd name="connsiteY1-158" fmla="*/ 0 h 3963175"/>
              <a:gd name="connsiteX2-159" fmla="*/ 3323644 w 3598344"/>
              <a:gd name="connsiteY2-160" fmla="*/ 166544 h 3963175"/>
              <a:gd name="connsiteX3-161" fmla="*/ 3578825 w 3598344"/>
              <a:gd name="connsiteY3-162" fmla="*/ 1640275 h 3963175"/>
              <a:gd name="connsiteX4-163" fmla="*/ 2862382 w 3598344"/>
              <a:gd name="connsiteY4-164" fmla="*/ 3310996 h 3963175"/>
              <a:gd name="connsiteX5-165" fmla="*/ 1791000 w 3598344"/>
              <a:gd name="connsiteY5-166" fmla="*/ 3963175 h 3963175"/>
              <a:gd name="connsiteX6-167" fmla="*/ 0 w 3598344"/>
              <a:gd name="connsiteY6-168" fmla="*/ 3963175 h 3963175"/>
              <a:gd name="connsiteX7-169" fmla="*/ 0 w 3598344"/>
              <a:gd name="connsiteY7-170" fmla="*/ 3175 h 3963175"/>
              <a:gd name="connsiteX0-171" fmla="*/ 0 w 3612056"/>
              <a:gd name="connsiteY0-172" fmla="*/ 3175 h 3963175"/>
              <a:gd name="connsiteX1-173" fmla="*/ 3264200 w 3612056"/>
              <a:gd name="connsiteY1-174" fmla="*/ 0 h 3963175"/>
              <a:gd name="connsiteX2-175" fmla="*/ 3323644 w 3612056"/>
              <a:gd name="connsiteY2-176" fmla="*/ 166544 h 3963175"/>
              <a:gd name="connsiteX3-177" fmla="*/ 3578825 w 3612056"/>
              <a:gd name="connsiteY3-178" fmla="*/ 1640275 h 3963175"/>
              <a:gd name="connsiteX4-179" fmla="*/ 2862382 w 3612056"/>
              <a:gd name="connsiteY4-180" fmla="*/ 3310996 h 3963175"/>
              <a:gd name="connsiteX5-181" fmla="*/ 1791000 w 3612056"/>
              <a:gd name="connsiteY5-182" fmla="*/ 3963175 h 3963175"/>
              <a:gd name="connsiteX6-183" fmla="*/ 0 w 3612056"/>
              <a:gd name="connsiteY6-184" fmla="*/ 3963175 h 3963175"/>
              <a:gd name="connsiteX7-185" fmla="*/ 0 w 3612056"/>
              <a:gd name="connsiteY7-186" fmla="*/ 3175 h 3963175"/>
              <a:gd name="connsiteX0-187" fmla="*/ 0 w 3635528"/>
              <a:gd name="connsiteY0-188" fmla="*/ 3175 h 3963175"/>
              <a:gd name="connsiteX1-189" fmla="*/ 3264200 w 3635528"/>
              <a:gd name="connsiteY1-190" fmla="*/ 0 h 3963175"/>
              <a:gd name="connsiteX2-191" fmla="*/ 3323644 w 3635528"/>
              <a:gd name="connsiteY2-192" fmla="*/ 166544 h 3963175"/>
              <a:gd name="connsiteX3-193" fmla="*/ 3578825 w 3635528"/>
              <a:gd name="connsiteY3-194" fmla="*/ 1640275 h 3963175"/>
              <a:gd name="connsiteX4-195" fmla="*/ 2862382 w 3635528"/>
              <a:gd name="connsiteY4-196" fmla="*/ 3310996 h 3963175"/>
              <a:gd name="connsiteX5-197" fmla="*/ 1791000 w 3635528"/>
              <a:gd name="connsiteY5-198" fmla="*/ 3963175 h 3963175"/>
              <a:gd name="connsiteX6-199" fmla="*/ 0 w 3635528"/>
              <a:gd name="connsiteY6-200" fmla="*/ 3963175 h 3963175"/>
              <a:gd name="connsiteX7-201" fmla="*/ 0 w 3635528"/>
              <a:gd name="connsiteY7-202" fmla="*/ 3175 h 3963175"/>
              <a:gd name="connsiteX0-203" fmla="*/ 0 w 3578828"/>
              <a:gd name="connsiteY0-204" fmla="*/ 3175 h 3963175"/>
              <a:gd name="connsiteX1-205" fmla="*/ 3264200 w 3578828"/>
              <a:gd name="connsiteY1-206" fmla="*/ 0 h 3963175"/>
              <a:gd name="connsiteX2-207" fmla="*/ 3323644 w 3578828"/>
              <a:gd name="connsiteY2-208" fmla="*/ 166544 h 3963175"/>
              <a:gd name="connsiteX3-209" fmla="*/ 3578825 w 3578828"/>
              <a:gd name="connsiteY3-210" fmla="*/ 1640275 h 3963175"/>
              <a:gd name="connsiteX4-211" fmla="*/ 2862382 w 3578828"/>
              <a:gd name="connsiteY4-212" fmla="*/ 3310996 h 3963175"/>
              <a:gd name="connsiteX5-213" fmla="*/ 1791000 w 3578828"/>
              <a:gd name="connsiteY5-214" fmla="*/ 3963175 h 3963175"/>
              <a:gd name="connsiteX6-215" fmla="*/ 0 w 3578828"/>
              <a:gd name="connsiteY6-216" fmla="*/ 3963175 h 3963175"/>
              <a:gd name="connsiteX7-217" fmla="*/ 0 w 3578828"/>
              <a:gd name="connsiteY7-218" fmla="*/ 3175 h 3963175"/>
              <a:gd name="connsiteX0-219" fmla="*/ 0 w 3578942"/>
              <a:gd name="connsiteY0-220" fmla="*/ 3175 h 3963175"/>
              <a:gd name="connsiteX1-221" fmla="*/ 3264200 w 3578942"/>
              <a:gd name="connsiteY1-222" fmla="*/ 0 h 3963175"/>
              <a:gd name="connsiteX2-223" fmla="*/ 3323644 w 3578942"/>
              <a:gd name="connsiteY2-224" fmla="*/ 166544 h 3963175"/>
              <a:gd name="connsiteX3-225" fmla="*/ 3578825 w 3578942"/>
              <a:gd name="connsiteY3-226" fmla="*/ 1640275 h 3963175"/>
              <a:gd name="connsiteX4-227" fmla="*/ 2862382 w 3578942"/>
              <a:gd name="connsiteY4-228" fmla="*/ 3310996 h 3963175"/>
              <a:gd name="connsiteX5-229" fmla="*/ 1791000 w 3578942"/>
              <a:gd name="connsiteY5-230" fmla="*/ 3963175 h 3963175"/>
              <a:gd name="connsiteX6-231" fmla="*/ 0 w 3578942"/>
              <a:gd name="connsiteY6-232" fmla="*/ 3963175 h 3963175"/>
              <a:gd name="connsiteX7-233" fmla="*/ 0 w 3578942"/>
              <a:gd name="connsiteY7-234" fmla="*/ 3175 h 3963175"/>
              <a:gd name="connsiteX0-235" fmla="*/ 0 w 3578942"/>
              <a:gd name="connsiteY0-236" fmla="*/ 3175 h 3963175"/>
              <a:gd name="connsiteX1-237" fmla="*/ 3264200 w 3578942"/>
              <a:gd name="connsiteY1-238" fmla="*/ 0 h 3963175"/>
              <a:gd name="connsiteX2-239" fmla="*/ 3323644 w 3578942"/>
              <a:gd name="connsiteY2-240" fmla="*/ 166544 h 3963175"/>
              <a:gd name="connsiteX3-241" fmla="*/ 3578825 w 3578942"/>
              <a:gd name="connsiteY3-242" fmla="*/ 1640275 h 3963175"/>
              <a:gd name="connsiteX4-243" fmla="*/ 2862382 w 3578942"/>
              <a:gd name="connsiteY4-244" fmla="*/ 3310996 h 3963175"/>
              <a:gd name="connsiteX5-245" fmla="*/ 1791000 w 3578942"/>
              <a:gd name="connsiteY5-246" fmla="*/ 3963175 h 3963175"/>
              <a:gd name="connsiteX6-247" fmla="*/ 0 w 3578942"/>
              <a:gd name="connsiteY6-248" fmla="*/ 3963175 h 3963175"/>
              <a:gd name="connsiteX7-249" fmla="*/ 0 w 3578942"/>
              <a:gd name="connsiteY7-250" fmla="*/ 3175 h 3963175"/>
              <a:gd name="connsiteX0-251" fmla="*/ 0 w 3590408"/>
              <a:gd name="connsiteY0-252" fmla="*/ 3175 h 3974831"/>
              <a:gd name="connsiteX1-253" fmla="*/ 3264200 w 3590408"/>
              <a:gd name="connsiteY1-254" fmla="*/ 0 h 3974831"/>
              <a:gd name="connsiteX2-255" fmla="*/ 3323644 w 3590408"/>
              <a:gd name="connsiteY2-256" fmla="*/ 166544 h 3974831"/>
              <a:gd name="connsiteX3-257" fmla="*/ 3578825 w 3590408"/>
              <a:gd name="connsiteY3-258" fmla="*/ 1640275 h 3974831"/>
              <a:gd name="connsiteX4-259" fmla="*/ 3002082 w 3590408"/>
              <a:gd name="connsiteY4-260" fmla="*/ 3809471 h 3974831"/>
              <a:gd name="connsiteX5-261" fmla="*/ 1791000 w 3590408"/>
              <a:gd name="connsiteY5-262" fmla="*/ 3963175 h 3974831"/>
              <a:gd name="connsiteX6-263" fmla="*/ 0 w 3590408"/>
              <a:gd name="connsiteY6-264" fmla="*/ 3963175 h 3974831"/>
              <a:gd name="connsiteX7-265" fmla="*/ 0 w 3590408"/>
              <a:gd name="connsiteY7-266" fmla="*/ 3175 h 3974831"/>
              <a:gd name="connsiteX0-267" fmla="*/ 0 w 3590408"/>
              <a:gd name="connsiteY0-268" fmla="*/ 3175 h 3974831"/>
              <a:gd name="connsiteX1-269" fmla="*/ 3264200 w 3590408"/>
              <a:gd name="connsiteY1-270" fmla="*/ 0 h 3974831"/>
              <a:gd name="connsiteX2-271" fmla="*/ 3323644 w 3590408"/>
              <a:gd name="connsiteY2-272" fmla="*/ 166544 h 3974831"/>
              <a:gd name="connsiteX3-273" fmla="*/ 3578825 w 3590408"/>
              <a:gd name="connsiteY3-274" fmla="*/ 1640275 h 3974831"/>
              <a:gd name="connsiteX4-275" fmla="*/ 3002082 w 3590408"/>
              <a:gd name="connsiteY4-276" fmla="*/ 3809471 h 3974831"/>
              <a:gd name="connsiteX5-277" fmla="*/ 1791000 w 3590408"/>
              <a:gd name="connsiteY5-278" fmla="*/ 3963175 h 3974831"/>
              <a:gd name="connsiteX6-279" fmla="*/ 0 w 3590408"/>
              <a:gd name="connsiteY6-280" fmla="*/ 3963175 h 3974831"/>
              <a:gd name="connsiteX7-281" fmla="*/ 0 w 3590408"/>
              <a:gd name="connsiteY7-282" fmla="*/ 3175 h 3974831"/>
              <a:gd name="connsiteX0-283" fmla="*/ 0 w 3590408"/>
              <a:gd name="connsiteY0-284" fmla="*/ 3175 h 3975950"/>
              <a:gd name="connsiteX1-285" fmla="*/ 3264200 w 3590408"/>
              <a:gd name="connsiteY1-286" fmla="*/ 0 h 3975950"/>
              <a:gd name="connsiteX2-287" fmla="*/ 3323644 w 3590408"/>
              <a:gd name="connsiteY2-288" fmla="*/ 166544 h 3975950"/>
              <a:gd name="connsiteX3-289" fmla="*/ 3578825 w 3590408"/>
              <a:gd name="connsiteY3-290" fmla="*/ 1640275 h 3975950"/>
              <a:gd name="connsiteX4-291" fmla="*/ 3002082 w 3590408"/>
              <a:gd name="connsiteY4-292" fmla="*/ 3809471 h 3975950"/>
              <a:gd name="connsiteX5-293" fmla="*/ 2908600 w 3590408"/>
              <a:gd name="connsiteY5-294" fmla="*/ 3966350 h 3975950"/>
              <a:gd name="connsiteX6-295" fmla="*/ 0 w 3590408"/>
              <a:gd name="connsiteY6-296" fmla="*/ 3963175 h 3975950"/>
              <a:gd name="connsiteX7-297" fmla="*/ 0 w 3590408"/>
              <a:gd name="connsiteY7-298" fmla="*/ 3175 h 3975950"/>
              <a:gd name="connsiteX0-299" fmla="*/ 0 w 3590408"/>
              <a:gd name="connsiteY0-300" fmla="*/ 3175 h 3966350"/>
              <a:gd name="connsiteX1-301" fmla="*/ 3264200 w 3590408"/>
              <a:gd name="connsiteY1-302" fmla="*/ 0 h 3966350"/>
              <a:gd name="connsiteX2-303" fmla="*/ 3323644 w 3590408"/>
              <a:gd name="connsiteY2-304" fmla="*/ 166544 h 3966350"/>
              <a:gd name="connsiteX3-305" fmla="*/ 3578825 w 3590408"/>
              <a:gd name="connsiteY3-306" fmla="*/ 1640275 h 3966350"/>
              <a:gd name="connsiteX4-307" fmla="*/ 3002082 w 3590408"/>
              <a:gd name="connsiteY4-308" fmla="*/ 3809471 h 3966350"/>
              <a:gd name="connsiteX5-309" fmla="*/ 2908600 w 3590408"/>
              <a:gd name="connsiteY5-310" fmla="*/ 3966350 h 3966350"/>
              <a:gd name="connsiteX6-311" fmla="*/ 0 w 3590408"/>
              <a:gd name="connsiteY6-312" fmla="*/ 3963175 h 3966350"/>
              <a:gd name="connsiteX7-313" fmla="*/ 0 w 3590408"/>
              <a:gd name="connsiteY7-314" fmla="*/ 3175 h 3966350"/>
              <a:gd name="connsiteX0-315" fmla="*/ 0 w 3590408"/>
              <a:gd name="connsiteY0-316" fmla="*/ 3175 h 3966350"/>
              <a:gd name="connsiteX1-317" fmla="*/ 3264200 w 3590408"/>
              <a:gd name="connsiteY1-318" fmla="*/ 0 h 3966350"/>
              <a:gd name="connsiteX2-319" fmla="*/ 3323644 w 3590408"/>
              <a:gd name="connsiteY2-320" fmla="*/ 166544 h 3966350"/>
              <a:gd name="connsiteX3-321" fmla="*/ 3578825 w 3590408"/>
              <a:gd name="connsiteY3-322" fmla="*/ 1640275 h 3966350"/>
              <a:gd name="connsiteX4-323" fmla="*/ 3002082 w 3590408"/>
              <a:gd name="connsiteY4-324" fmla="*/ 3809471 h 3966350"/>
              <a:gd name="connsiteX5-325" fmla="*/ 2908600 w 3590408"/>
              <a:gd name="connsiteY5-326" fmla="*/ 3966350 h 3966350"/>
              <a:gd name="connsiteX6-327" fmla="*/ 0 w 3590408"/>
              <a:gd name="connsiteY6-328" fmla="*/ 3963175 h 3966350"/>
              <a:gd name="connsiteX7-329" fmla="*/ 0 w 3590408"/>
              <a:gd name="connsiteY7-330" fmla="*/ 3175 h 3966350"/>
              <a:gd name="connsiteX0-331" fmla="*/ 0 w 3590408"/>
              <a:gd name="connsiteY0-332" fmla="*/ 3175 h 3966350"/>
              <a:gd name="connsiteX1-333" fmla="*/ 3264200 w 3590408"/>
              <a:gd name="connsiteY1-334" fmla="*/ 0 h 3966350"/>
              <a:gd name="connsiteX2-335" fmla="*/ 3323644 w 3590408"/>
              <a:gd name="connsiteY2-336" fmla="*/ 166544 h 3966350"/>
              <a:gd name="connsiteX3-337" fmla="*/ 3578825 w 3590408"/>
              <a:gd name="connsiteY3-338" fmla="*/ 1640275 h 3966350"/>
              <a:gd name="connsiteX4-339" fmla="*/ 3002082 w 3590408"/>
              <a:gd name="connsiteY4-340" fmla="*/ 3809471 h 3966350"/>
              <a:gd name="connsiteX5-341" fmla="*/ 2908600 w 3590408"/>
              <a:gd name="connsiteY5-342" fmla="*/ 3966350 h 3966350"/>
              <a:gd name="connsiteX6-343" fmla="*/ 0 w 3590408"/>
              <a:gd name="connsiteY6-344" fmla="*/ 3963175 h 3966350"/>
              <a:gd name="connsiteX7-345" fmla="*/ 0 w 3590408"/>
              <a:gd name="connsiteY7-346" fmla="*/ 3175 h 3966350"/>
              <a:gd name="connsiteX0-347" fmla="*/ 0 w 3580367"/>
              <a:gd name="connsiteY0-348" fmla="*/ 3175 h 3966350"/>
              <a:gd name="connsiteX1-349" fmla="*/ 3264200 w 3580367"/>
              <a:gd name="connsiteY1-350" fmla="*/ 0 h 3966350"/>
              <a:gd name="connsiteX2-351" fmla="*/ 3323644 w 3580367"/>
              <a:gd name="connsiteY2-352" fmla="*/ 166544 h 3966350"/>
              <a:gd name="connsiteX3-353" fmla="*/ 3578825 w 3580367"/>
              <a:gd name="connsiteY3-354" fmla="*/ 1640275 h 3966350"/>
              <a:gd name="connsiteX4-355" fmla="*/ 3002082 w 3580367"/>
              <a:gd name="connsiteY4-356" fmla="*/ 3809471 h 3966350"/>
              <a:gd name="connsiteX5-357" fmla="*/ 2908600 w 3580367"/>
              <a:gd name="connsiteY5-358" fmla="*/ 3966350 h 3966350"/>
              <a:gd name="connsiteX6-359" fmla="*/ 0 w 3580367"/>
              <a:gd name="connsiteY6-360" fmla="*/ 3963175 h 3966350"/>
              <a:gd name="connsiteX7-361" fmla="*/ 0 w 3580367"/>
              <a:gd name="connsiteY7-362" fmla="*/ 3175 h 3966350"/>
              <a:gd name="connsiteX0-363" fmla="*/ 0 w 3578976"/>
              <a:gd name="connsiteY0-364" fmla="*/ 3175 h 3966350"/>
              <a:gd name="connsiteX1-365" fmla="*/ 3264200 w 3578976"/>
              <a:gd name="connsiteY1-366" fmla="*/ 0 h 3966350"/>
              <a:gd name="connsiteX2-367" fmla="*/ 3323644 w 3578976"/>
              <a:gd name="connsiteY2-368" fmla="*/ 166544 h 3966350"/>
              <a:gd name="connsiteX3-369" fmla="*/ 3578825 w 3578976"/>
              <a:gd name="connsiteY3-370" fmla="*/ 1640275 h 3966350"/>
              <a:gd name="connsiteX4-371" fmla="*/ 3002082 w 3578976"/>
              <a:gd name="connsiteY4-372" fmla="*/ 3809471 h 3966350"/>
              <a:gd name="connsiteX5-373" fmla="*/ 2908600 w 3578976"/>
              <a:gd name="connsiteY5-374" fmla="*/ 3966350 h 3966350"/>
              <a:gd name="connsiteX6-375" fmla="*/ 0 w 3578976"/>
              <a:gd name="connsiteY6-376" fmla="*/ 3963175 h 3966350"/>
              <a:gd name="connsiteX7-377" fmla="*/ 0 w 3578976"/>
              <a:gd name="connsiteY7-378" fmla="*/ 3175 h 3966350"/>
              <a:gd name="connsiteX0-379" fmla="*/ 0 w 3579143"/>
              <a:gd name="connsiteY0-380" fmla="*/ 3175 h 3966350"/>
              <a:gd name="connsiteX1-381" fmla="*/ 3264200 w 3579143"/>
              <a:gd name="connsiteY1-382" fmla="*/ 0 h 3966350"/>
              <a:gd name="connsiteX2-383" fmla="*/ 3323644 w 3579143"/>
              <a:gd name="connsiteY2-384" fmla="*/ 166544 h 3966350"/>
              <a:gd name="connsiteX3-385" fmla="*/ 3578825 w 3579143"/>
              <a:gd name="connsiteY3-386" fmla="*/ 1640275 h 3966350"/>
              <a:gd name="connsiteX4-387" fmla="*/ 3002082 w 3579143"/>
              <a:gd name="connsiteY4-388" fmla="*/ 3809471 h 3966350"/>
              <a:gd name="connsiteX5-389" fmla="*/ 2908600 w 3579143"/>
              <a:gd name="connsiteY5-390" fmla="*/ 3966350 h 3966350"/>
              <a:gd name="connsiteX6-391" fmla="*/ 0 w 3579143"/>
              <a:gd name="connsiteY6-392" fmla="*/ 3963175 h 3966350"/>
              <a:gd name="connsiteX7-393" fmla="*/ 0 w 3579143"/>
              <a:gd name="connsiteY7-394" fmla="*/ 3175 h 3966350"/>
              <a:gd name="connsiteX0-395" fmla="*/ 0 w 3579143"/>
              <a:gd name="connsiteY0-396" fmla="*/ 3175 h 4131450"/>
              <a:gd name="connsiteX1-397" fmla="*/ 3264200 w 3579143"/>
              <a:gd name="connsiteY1-398" fmla="*/ 0 h 4131450"/>
              <a:gd name="connsiteX2-399" fmla="*/ 3323644 w 3579143"/>
              <a:gd name="connsiteY2-400" fmla="*/ 166544 h 4131450"/>
              <a:gd name="connsiteX3-401" fmla="*/ 3578825 w 3579143"/>
              <a:gd name="connsiteY3-402" fmla="*/ 1640275 h 4131450"/>
              <a:gd name="connsiteX4-403" fmla="*/ 3002082 w 3579143"/>
              <a:gd name="connsiteY4-404" fmla="*/ 3809471 h 4131450"/>
              <a:gd name="connsiteX5-405" fmla="*/ 3159425 w 3579143"/>
              <a:gd name="connsiteY5-406" fmla="*/ 4131450 h 4131450"/>
              <a:gd name="connsiteX6-407" fmla="*/ 0 w 3579143"/>
              <a:gd name="connsiteY6-408" fmla="*/ 3963175 h 4131450"/>
              <a:gd name="connsiteX7-409" fmla="*/ 0 w 3579143"/>
              <a:gd name="connsiteY7-410" fmla="*/ 3175 h 4131450"/>
              <a:gd name="connsiteX0-411" fmla="*/ 0 w 3579143"/>
              <a:gd name="connsiteY0-412" fmla="*/ 3175 h 3963175"/>
              <a:gd name="connsiteX1-413" fmla="*/ 3264200 w 3579143"/>
              <a:gd name="connsiteY1-414" fmla="*/ 0 h 3963175"/>
              <a:gd name="connsiteX2-415" fmla="*/ 3323644 w 3579143"/>
              <a:gd name="connsiteY2-416" fmla="*/ 166544 h 3963175"/>
              <a:gd name="connsiteX3-417" fmla="*/ 3578825 w 3579143"/>
              <a:gd name="connsiteY3-418" fmla="*/ 1640275 h 3963175"/>
              <a:gd name="connsiteX4-419" fmla="*/ 3002082 w 3579143"/>
              <a:gd name="connsiteY4-420" fmla="*/ 3809471 h 3963175"/>
              <a:gd name="connsiteX5-421" fmla="*/ 2905425 w 3579143"/>
              <a:gd name="connsiteY5-422" fmla="*/ 3963175 h 3963175"/>
              <a:gd name="connsiteX6-423" fmla="*/ 0 w 3579143"/>
              <a:gd name="connsiteY6-424" fmla="*/ 3963175 h 3963175"/>
              <a:gd name="connsiteX7-425" fmla="*/ 0 w 3579143"/>
              <a:gd name="connsiteY7-426" fmla="*/ 3175 h 3963175"/>
              <a:gd name="connsiteX0-427" fmla="*/ 0 w 3579143"/>
              <a:gd name="connsiteY0-428" fmla="*/ 3175 h 3963175"/>
              <a:gd name="connsiteX1-429" fmla="*/ 3264200 w 3579143"/>
              <a:gd name="connsiteY1-430" fmla="*/ 0 h 3963175"/>
              <a:gd name="connsiteX2-431" fmla="*/ 3323644 w 3579143"/>
              <a:gd name="connsiteY2-432" fmla="*/ 166544 h 3963175"/>
              <a:gd name="connsiteX3-433" fmla="*/ 3578825 w 3579143"/>
              <a:gd name="connsiteY3-434" fmla="*/ 1640275 h 3963175"/>
              <a:gd name="connsiteX4-435" fmla="*/ 3002082 w 3579143"/>
              <a:gd name="connsiteY4-436" fmla="*/ 3809471 h 3963175"/>
              <a:gd name="connsiteX5-437" fmla="*/ 2905425 w 3579143"/>
              <a:gd name="connsiteY5-438" fmla="*/ 3963175 h 3963175"/>
              <a:gd name="connsiteX6-439" fmla="*/ 0 w 3579143"/>
              <a:gd name="connsiteY6-440" fmla="*/ 3963175 h 3963175"/>
              <a:gd name="connsiteX7-441" fmla="*/ 0 w 3579143"/>
              <a:gd name="connsiteY7-442" fmla="*/ 3175 h 3963175"/>
              <a:gd name="connsiteX0-443" fmla="*/ 0 w 3579143"/>
              <a:gd name="connsiteY0-444" fmla="*/ 3175 h 3963175"/>
              <a:gd name="connsiteX1-445" fmla="*/ 3264200 w 3579143"/>
              <a:gd name="connsiteY1-446" fmla="*/ 0 h 3963175"/>
              <a:gd name="connsiteX2-447" fmla="*/ 3323644 w 3579143"/>
              <a:gd name="connsiteY2-448" fmla="*/ 166544 h 3963175"/>
              <a:gd name="connsiteX3-449" fmla="*/ 3578825 w 3579143"/>
              <a:gd name="connsiteY3-450" fmla="*/ 1640275 h 3963175"/>
              <a:gd name="connsiteX4-451" fmla="*/ 3002082 w 3579143"/>
              <a:gd name="connsiteY4-452" fmla="*/ 3809471 h 3963175"/>
              <a:gd name="connsiteX5-453" fmla="*/ 2905425 w 3579143"/>
              <a:gd name="connsiteY5-454" fmla="*/ 3963175 h 3963175"/>
              <a:gd name="connsiteX6-455" fmla="*/ 0 w 3579143"/>
              <a:gd name="connsiteY6-456" fmla="*/ 3963175 h 3963175"/>
              <a:gd name="connsiteX7-457" fmla="*/ 0 w 3579143"/>
              <a:gd name="connsiteY7-458" fmla="*/ 3175 h 3963175"/>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25" y="connsiteY6-26"/>
              </a:cxn>
              <a:cxn ang="0">
                <a:pos x="connsiteX7-41" y="connsiteY7-42"/>
              </a:cxn>
            </a:cxnLst>
            <a:rect l="l" t="t" r="r" b="b"/>
            <a:pathLst>
              <a:path w="3579143" h="3963175">
                <a:moveTo>
                  <a:pt x="0" y="3175"/>
                </a:moveTo>
                <a:lnTo>
                  <a:pt x="3264200" y="0"/>
                </a:lnTo>
                <a:cubicBezTo>
                  <a:pt x="3287387" y="61624"/>
                  <a:pt x="3301369" y="106419"/>
                  <a:pt x="3323644" y="166544"/>
                </a:cubicBezTo>
                <a:cubicBezTo>
                  <a:pt x="3491969" y="623544"/>
                  <a:pt x="3568919" y="877546"/>
                  <a:pt x="3578825" y="1640275"/>
                </a:cubicBezTo>
                <a:cubicBezTo>
                  <a:pt x="3588731" y="2403004"/>
                  <a:pt x="3367257" y="3165146"/>
                  <a:pt x="3002082" y="3809471"/>
                </a:cubicBezTo>
                <a:cubicBezTo>
                  <a:pt x="2973457" y="3863246"/>
                  <a:pt x="3011014" y="3800503"/>
                  <a:pt x="2905425" y="3963175"/>
                </a:cubicBezTo>
                <a:lnTo>
                  <a:pt x="0" y="3963175"/>
                </a:lnTo>
                <a:lnTo>
                  <a:pt x="0" y="3175"/>
                </a:lnTo>
                <a:close/>
              </a:path>
            </a:pathLst>
          </a:custGeom>
          <a:noFill/>
          <a:ln>
            <a:noFill/>
          </a:ln>
        </p:spPr>
        <p:txBody>
          <a:bodyPr lIns="720000" tIns="720000" rIns="720000" bIns="720000">
            <a:normAutofit/>
          </a:bodyPr>
          <a:lstStyle>
            <a:lvl1pPr marL="0" indent="0" algn="ctr">
              <a:buNone/>
              <a:defRPr sz="1400" baseline="0">
                <a:solidFill>
                  <a:schemeClr val="bg1"/>
                </a:solidFill>
              </a:defRPr>
            </a:lvl1pPr>
          </a:lstStyle>
          <a:p>
            <a:r>
              <a:rPr lang="en-US"/>
              <a:t>Click icon to add picture</a:t>
            </a:r>
            <a:endParaRPr lang="de-DE"/>
          </a:p>
        </p:txBody>
      </p:sp>
      <p:sp>
        <p:nvSpPr>
          <p:cNvPr id="12" name="Titel 7"/>
          <p:cNvSpPr>
            <a:spLocks noGrp="1"/>
          </p:cNvSpPr>
          <p:nvPr>
            <p:ph type="title" hasCustomPrompt="1"/>
          </p:nvPr>
        </p:nvSpPr>
        <p:spPr>
          <a:xfrm>
            <a:off x="367575" y="290572"/>
            <a:ext cx="8408850" cy="415498"/>
          </a:xfrm>
        </p:spPr>
        <p:txBody>
          <a:bodyPr/>
          <a:lstStyle/>
          <a:p>
            <a:r>
              <a:rPr lang="en-GB" noProof="0"/>
              <a:t>Click to add headline</a:t>
            </a:r>
          </a:p>
        </p:txBody>
      </p:sp>
      <p:sp>
        <p:nvSpPr>
          <p:cNvPr id="14" name="Inhaltsplatzhalter 11"/>
          <p:cNvSpPr>
            <a:spLocks noGrp="1"/>
          </p:cNvSpPr>
          <p:nvPr>
            <p:ph sz="quarter" idx="14" hasCustomPrompt="1"/>
          </p:nvPr>
        </p:nvSpPr>
        <p:spPr>
          <a:xfrm>
            <a:off x="3848400" y="1198800"/>
            <a:ext cx="4928026" cy="3394800"/>
          </a:xfrm>
        </p:spPr>
        <p:txBody>
          <a:bodyPr/>
          <a:lstStyle>
            <a:lvl1pPr>
              <a:defRPr baseline="0">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en-GB" noProof="0"/>
              <a:t>Click to add text</a:t>
            </a:r>
          </a:p>
        </p:txBody>
      </p:sp>
      <p:pic>
        <p:nvPicPr>
          <p:cNvPr id="13"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64443" y="4864131"/>
            <a:ext cx="630270" cy="19051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userDrawn="1">
  <p:cSld name="Circle segment_06">
    <p:spTree>
      <p:nvGrpSpPr>
        <p:cNvPr id="1" name=""/>
        <p:cNvGrpSpPr/>
        <p:nvPr/>
      </p:nvGrpSpPr>
      <p:grpSpPr>
        <a:xfrm>
          <a:off x="0" y="0"/>
          <a:ext cx="0" cy="0"/>
          <a:chOff x="0" y="0"/>
          <a:chExt cx="0" cy="0"/>
        </a:xfrm>
      </p:grpSpPr>
      <p:sp>
        <p:nvSpPr>
          <p:cNvPr id="9" name="Rechteck 8"/>
          <p:cNvSpPr/>
          <p:nvPr userDrawn="1"/>
        </p:nvSpPr>
        <p:spPr>
          <a:xfrm>
            <a:off x="0" y="2196370"/>
            <a:ext cx="9144000" cy="2947130"/>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400" noProof="0">
              <a:solidFill>
                <a:schemeClr val="tx1"/>
              </a:solidFill>
              <a:latin typeface="BISansOpti"/>
            </a:endParaRPr>
          </a:p>
        </p:txBody>
      </p:sp>
      <p:cxnSp>
        <p:nvCxnSpPr>
          <p:cNvPr id="5" name="Gerade Verbindung 4"/>
          <p:cNvCxnSpPr/>
          <p:nvPr userDrawn="1"/>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3" name="Datumsplatzhalter 2"/>
          <p:cNvSpPr>
            <a:spLocks noGrp="1"/>
          </p:cNvSpPr>
          <p:nvPr>
            <p:ph type="dt" sz="half" idx="10"/>
          </p:nvPr>
        </p:nvSpPr>
        <p:spPr/>
        <p:txBody>
          <a:bodyPr/>
          <a:lstStyle/>
          <a:p>
            <a:fld id="{3A4F5901-183E-4A00-9284-9EF186007567}" type="datetime1">
              <a:rPr lang="en-GB" smtClean="0"/>
              <a:t>25/04/2024</a:t>
            </a:fld>
            <a:endParaRPr lang="en-GB"/>
          </a:p>
        </p:txBody>
      </p:sp>
      <p:sp>
        <p:nvSpPr>
          <p:cNvPr id="4" name="Fußzeilenplatzhalter 3"/>
          <p:cNvSpPr>
            <a:spLocks noGrp="1"/>
          </p:cNvSpPr>
          <p:nvPr>
            <p:ph type="ftr" sz="quarter" idx="11"/>
          </p:nvPr>
        </p:nvSpPr>
        <p:spPr/>
        <p:txBody>
          <a:bodyPr/>
          <a:lstStyle/>
          <a:p>
            <a:r>
              <a:rPr lang="en-GB"/>
              <a:t>Presentation title, date, author</a:t>
            </a:r>
          </a:p>
        </p:txBody>
      </p:sp>
      <p:sp>
        <p:nvSpPr>
          <p:cNvPr id="6" name="Foliennummernplatzhalter 5"/>
          <p:cNvSpPr>
            <a:spLocks noGrp="1"/>
          </p:cNvSpPr>
          <p:nvPr>
            <p:ph type="sldNum" sz="quarter" idx="12"/>
          </p:nvPr>
        </p:nvSpPr>
        <p:spPr/>
        <p:txBody>
          <a:bodyPr/>
          <a:lstStyle/>
          <a:p>
            <a:fld id="{143B55C4-4F5A-416B-997D-6CE47EB0A945}" type="slidenum">
              <a:rPr lang="en-GB" smtClean="0"/>
              <a:t>‹#›</a:t>
            </a:fld>
            <a:endParaRPr lang="en-GB"/>
          </a:p>
        </p:txBody>
      </p:sp>
      <p:sp>
        <p:nvSpPr>
          <p:cNvPr id="10" name="Rechteck 12"/>
          <p:cNvSpPr/>
          <p:nvPr userDrawn="1"/>
        </p:nvSpPr>
        <p:spPr>
          <a:xfrm>
            <a:off x="2" y="735013"/>
            <a:ext cx="3672981" cy="3960812"/>
          </a:xfrm>
          <a:custGeom>
            <a:avLst/>
            <a:gdLst/>
            <a:ahLst/>
            <a:cxnLst/>
            <a:rect l="l" t="t" r="r" b="b"/>
            <a:pathLst>
              <a:path w="3672981" h="3960812">
                <a:moveTo>
                  <a:pt x="0" y="0"/>
                </a:moveTo>
                <a:lnTo>
                  <a:pt x="3361658" y="0"/>
                </a:lnTo>
                <a:lnTo>
                  <a:pt x="3412473" y="127738"/>
                </a:lnTo>
                <a:cubicBezTo>
                  <a:pt x="3581102" y="597230"/>
                  <a:pt x="3672981" y="1103310"/>
                  <a:pt x="3672981" y="1630850"/>
                </a:cubicBezTo>
                <a:cubicBezTo>
                  <a:pt x="3672981" y="2378998"/>
                  <a:pt x="3488190" y="3083985"/>
                  <a:pt x="3161761" y="3702659"/>
                </a:cubicBezTo>
                <a:lnTo>
                  <a:pt x="3012298" y="3960812"/>
                </a:lnTo>
                <a:lnTo>
                  <a:pt x="0" y="3960812"/>
                </a:lnTo>
                <a:close/>
              </a:path>
            </a:pathLst>
          </a:custGeom>
          <a:solidFill>
            <a:schemeClr val="accent5"/>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de-DE" sz="1400" err="1">
              <a:solidFill>
                <a:schemeClr val="tx1"/>
              </a:solidFill>
              <a:latin typeface="BISansOpti"/>
            </a:endParaRPr>
          </a:p>
        </p:txBody>
      </p:sp>
      <p:sp>
        <p:nvSpPr>
          <p:cNvPr id="11" name="Bildplatzhalter 20"/>
          <p:cNvSpPr>
            <a:spLocks noGrp="1"/>
          </p:cNvSpPr>
          <p:nvPr>
            <p:ph type="pic" sz="quarter" idx="13"/>
          </p:nvPr>
        </p:nvSpPr>
        <p:spPr>
          <a:xfrm>
            <a:off x="-1" y="731225"/>
            <a:ext cx="3579143" cy="3963175"/>
          </a:xfrm>
          <a:custGeom>
            <a:avLst/>
            <a:gdLst>
              <a:gd name="connsiteX0" fmla="*/ 0 w 3582000"/>
              <a:gd name="connsiteY0" fmla="*/ 0 h 3960000"/>
              <a:gd name="connsiteX1" fmla="*/ 1791000 w 3582000"/>
              <a:gd name="connsiteY1" fmla="*/ 0 h 3960000"/>
              <a:gd name="connsiteX2" fmla="*/ 3582000 w 3582000"/>
              <a:gd name="connsiteY2" fmla="*/ 1980000 h 3960000"/>
              <a:gd name="connsiteX3" fmla="*/ 1791000 w 3582000"/>
              <a:gd name="connsiteY3" fmla="*/ 3960000 h 3960000"/>
              <a:gd name="connsiteX4" fmla="*/ 0 w 3582000"/>
              <a:gd name="connsiteY4" fmla="*/ 3960000 h 3960000"/>
              <a:gd name="connsiteX5" fmla="*/ 0 w 3582000"/>
              <a:gd name="connsiteY5" fmla="*/ 0 h 3960000"/>
              <a:gd name="connsiteX0-1" fmla="*/ 0 w 3669107"/>
              <a:gd name="connsiteY0-2" fmla="*/ 0 h 3960000"/>
              <a:gd name="connsiteX1-3" fmla="*/ 1791000 w 3669107"/>
              <a:gd name="connsiteY1-4" fmla="*/ 0 h 3960000"/>
              <a:gd name="connsiteX2-5" fmla="*/ 3225219 w 3669107"/>
              <a:gd name="connsiteY2-6" fmla="*/ 807894 h 3960000"/>
              <a:gd name="connsiteX3-7" fmla="*/ 3582000 w 3669107"/>
              <a:gd name="connsiteY3-8" fmla="*/ 1980000 h 3960000"/>
              <a:gd name="connsiteX4-9" fmla="*/ 1791000 w 3669107"/>
              <a:gd name="connsiteY4-10" fmla="*/ 3960000 h 3960000"/>
              <a:gd name="connsiteX5-11" fmla="*/ 0 w 3669107"/>
              <a:gd name="connsiteY5-12" fmla="*/ 3960000 h 3960000"/>
              <a:gd name="connsiteX6" fmla="*/ 0 w 3669107"/>
              <a:gd name="connsiteY6" fmla="*/ 0 h 3960000"/>
              <a:gd name="connsiteX0-13" fmla="*/ 0 w 3597300"/>
              <a:gd name="connsiteY0-14" fmla="*/ 0 h 3960000"/>
              <a:gd name="connsiteX1-15" fmla="*/ 1791000 w 3597300"/>
              <a:gd name="connsiteY1-16" fmla="*/ 0 h 3960000"/>
              <a:gd name="connsiteX2-17" fmla="*/ 3225219 w 3597300"/>
              <a:gd name="connsiteY2-18" fmla="*/ 807894 h 3960000"/>
              <a:gd name="connsiteX3-19" fmla="*/ 3582000 w 3597300"/>
              <a:gd name="connsiteY3-20" fmla="*/ 1980000 h 3960000"/>
              <a:gd name="connsiteX4-21" fmla="*/ 2862382 w 3597300"/>
              <a:gd name="connsiteY4-22" fmla="*/ 3307821 h 3960000"/>
              <a:gd name="connsiteX5-23" fmla="*/ 1791000 w 3597300"/>
              <a:gd name="connsiteY5-24" fmla="*/ 3960000 h 3960000"/>
              <a:gd name="connsiteX6-25" fmla="*/ 0 w 3597300"/>
              <a:gd name="connsiteY6-26" fmla="*/ 3960000 h 3960000"/>
              <a:gd name="connsiteX7" fmla="*/ 0 w 3597300"/>
              <a:gd name="connsiteY7" fmla="*/ 0 h 3960000"/>
              <a:gd name="connsiteX0-27" fmla="*/ 0 w 3597300"/>
              <a:gd name="connsiteY0-28" fmla="*/ 0 h 3960000"/>
              <a:gd name="connsiteX1-29" fmla="*/ 3261025 w 3597300"/>
              <a:gd name="connsiteY1-30" fmla="*/ 3175 h 3960000"/>
              <a:gd name="connsiteX2-31" fmla="*/ 3225219 w 3597300"/>
              <a:gd name="connsiteY2-32" fmla="*/ 807894 h 3960000"/>
              <a:gd name="connsiteX3-33" fmla="*/ 3582000 w 3597300"/>
              <a:gd name="connsiteY3-34" fmla="*/ 1980000 h 3960000"/>
              <a:gd name="connsiteX4-35" fmla="*/ 2862382 w 3597300"/>
              <a:gd name="connsiteY4-36" fmla="*/ 3307821 h 3960000"/>
              <a:gd name="connsiteX5-37" fmla="*/ 1791000 w 3597300"/>
              <a:gd name="connsiteY5-38" fmla="*/ 3960000 h 3960000"/>
              <a:gd name="connsiteX6-39" fmla="*/ 0 w 3597300"/>
              <a:gd name="connsiteY6-40" fmla="*/ 3960000 h 3960000"/>
              <a:gd name="connsiteX7-41" fmla="*/ 0 w 3597300"/>
              <a:gd name="connsiteY7-42" fmla="*/ 0 h 3960000"/>
              <a:gd name="connsiteX0-43" fmla="*/ 0 w 3597300"/>
              <a:gd name="connsiteY0-44" fmla="*/ 0 h 3960000"/>
              <a:gd name="connsiteX1-45" fmla="*/ 3019725 w 3597300"/>
              <a:gd name="connsiteY1-46" fmla="*/ 282575 h 3960000"/>
              <a:gd name="connsiteX2-47" fmla="*/ 3225219 w 3597300"/>
              <a:gd name="connsiteY2-48" fmla="*/ 807894 h 3960000"/>
              <a:gd name="connsiteX3-49" fmla="*/ 3582000 w 3597300"/>
              <a:gd name="connsiteY3-50" fmla="*/ 1980000 h 3960000"/>
              <a:gd name="connsiteX4-51" fmla="*/ 2862382 w 3597300"/>
              <a:gd name="connsiteY4-52" fmla="*/ 3307821 h 3960000"/>
              <a:gd name="connsiteX5-53" fmla="*/ 1791000 w 3597300"/>
              <a:gd name="connsiteY5-54" fmla="*/ 3960000 h 3960000"/>
              <a:gd name="connsiteX6-55" fmla="*/ 0 w 3597300"/>
              <a:gd name="connsiteY6-56" fmla="*/ 3960000 h 3960000"/>
              <a:gd name="connsiteX7-57" fmla="*/ 0 w 3597300"/>
              <a:gd name="connsiteY7-58" fmla="*/ 0 h 3960000"/>
              <a:gd name="connsiteX0-59" fmla="*/ 0 w 3597300"/>
              <a:gd name="connsiteY0-60" fmla="*/ 3175 h 3963175"/>
              <a:gd name="connsiteX1-61" fmla="*/ 3264200 w 3597300"/>
              <a:gd name="connsiteY1-62" fmla="*/ 0 h 3963175"/>
              <a:gd name="connsiteX2-63" fmla="*/ 3225219 w 3597300"/>
              <a:gd name="connsiteY2-64" fmla="*/ 811069 h 3963175"/>
              <a:gd name="connsiteX3-65" fmla="*/ 3582000 w 3597300"/>
              <a:gd name="connsiteY3-66" fmla="*/ 1983175 h 3963175"/>
              <a:gd name="connsiteX4-67" fmla="*/ 2862382 w 3597300"/>
              <a:gd name="connsiteY4-68" fmla="*/ 3310996 h 3963175"/>
              <a:gd name="connsiteX5-69" fmla="*/ 1791000 w 3597300"/>
              <a:gd name="connsiteY5-70" fmla="*/ 3963175 h 3963175"/>
              <a:gd name="connsiteX6-71" fmla="*/ 0 w 3597300"/>
              <a:gd name="connsiteY6-72" fmla="*/ 3963175 h 3963175"/>
              <a:gd name="connsiteX7-73" fmla="*/ 0 w 3597300"/>
              <a:gd name="connsiteY7-74" fmla="*/ 3175 h 3963175"/>
              <a:gd name="connsiteX0-75" fmla="*/ 0 w 3597300"/>
              <a:gd name="connsiteY0-76" fmla="*/ 3175 h 3963175"/>
              <a:gd name="connsiteX1-77" fmla="*/ 3264200 w 3597300"/>
              <a:gd name="connsiteY1-78" fmla="*/ 0 h 3963175"/>
              <a:gd name="connsiteX2-79" fmla="*/ 3225219 w 3597300"/>
              <a:gd name="connsiteY2-80" fmla="*/ 811069 h 3963175"/>
              <a:gd name="connsiteX3-81" fmla="*/ 3582000 w 3597300"/>
              <a:gd name="connsiteY3-82" fmla="*/ 1983175 h 3963175"/>
              <a:gd name="connsiteX4-83" fmla="*/ 2862382 w 3597300"/>
              <a:gd name="connsiteY4-84" fmla="*/ 3310996 h 3963175"/>
              <a:gd name="connsiteX5-85" fmla="*/ 1791000 w 3597300"/>
              <a:gd name="connsiteY5-86" fmla="*/ 3963175 h 3963175"/>
              <a:gd name="connsiteX6-87" fmla="*/ 0 w 3597300"/>
              <a:gd name="connsiteY6-88" fmla="*/ 3963175 h 3963175"/>
              <a:gd name="connsiteX7-89" fmla="*/ 0 w 3597300"/>
              <a:gd name="connsiteY7-90" fmla="*/ 3175 h 3963175"/>
              <a:gd name="connsiteX0-91" fmla="*/ 0 w 3616616"/>
              <a:gd name="connsiteY0-92" fmla="*/ 21630 h 3981630"/>
              <a:gd name="connsiteX1-93" fmla="*/ 3264200 w 3616616"/>
              <a:gd name="connsiteY1-94" fmla="*/ 18455 h 3981630"/>
              <a:gd name="connsiteX2-95" fmla="*/ 3323644 w 3616616"/>
              <a:gd name="connsiteY2-96" fmla="*/ 184999 h 3981630"/>
              <a:gd name="connsiteX3-97" fmla="*/ 3582000 w 3616616"/>
              <a:gd name="connsiteY3-98" fmla="*/ 2001630 h 3981630"/>
              <a:gd name="connsiteX4-99" fmla="*/ 2862382 w 3616616"/>
              <a:gd name="connsiteY4-100" fmla="*/ 3329451 h 3981630"/>
              <a:gd name="connsiteX5-101" fmla="*/ 1791000 w 3616616"/>
              <a:gd name="connsiteY5-102" fmla="*/ 3981630 h 3981630"/>
              <a:gd name="connsiteX6-103" fmla="*/ 0 w 3616616"/>
              <a:gd name="connsiteY6-104" fmla="*/ 3981630 h 3981630"/>
              <a:gd name="connsiteX7-105" fmla="*/ 0 w 3616616"/>
              <a:gd name="connsiteY7-106" fmla="*/ 21630 h 3981630"/>
              <a:gd name="connsiteX0-107" fmla="*/ 0 w 3616616"/>
              <a:gd name="connsiteY0-108" fmla="*/ 3175 h 3963175"/>
              <a:gd name="connsiteX1-109" fmla="*/ 3264200 w 3616616"/>
              <a:gd name="connsiteY1-110" fmla="*/ 0 h 3963175"/>
              <a:gd name="connsiteX2-111" fmla="*/ 3323644 w 3616616"/>
              <a:gd name="connsiteY2-112" fmla="*/ 166544 h 3963175"/>
              <a:gd name="connsiteX3-113" fmla="*/ 3582000 w 3616616"/>
              <a:gd name="connsiteY3-114" fmla="*/ 1983175 h 3963175"/>
              <a:gd name="connsiteX4-115" fmla="*/ 2862382 w 3616616"/>
              <a:gd name="connsiteY4-116" fmla="*/ 3310996 h 3963175"/>
              <a:gd name="connsiteX5-117" fmla="*/ 1791000 w 3616616"/>
              <a:gd name="connsiteY5-118" fmla="*/ 3963175 h 3963175"/>
              <a:gd name="connsiteX6-119" fmla="*/ 0 w 3616616"/>
              <a:gd name="connsiteY6-120" fmla="*/ 3963175 h 3963175"/>
              <a:gd name="connsiteX7-121" fmla="*/ 0 w 3616616"/>
              <a:gd name="connsiteY7-122" fmla="*/ 3175 h 3963175"/>
              <a:gd name="connsiteX0-123" fmla="*/ 0 w 3601265"/>
              <a:gd name="connsiteY0-124" fmla="*/ 3175 h 3963175"/>
              <a:gd name="connsiteX1-125" fmla="*/ 3264200 w 3601265"/>
              <a:gd name="connsiteY1-126" fmla="*/ 0 h 3963175"/>
              <a:gd name="connsiteX2-127" fmla="*/ 3323644 w 3601265"/>
              <a:gd name="connsiteY2-128" fmla="*/ 166544 h 3963175"/>
              <a:gd name="connsiteX3-129" fmla="*/ 3582000 w 3601265"/>
              <a:gd name="connsiteY3-130" fmla="*/ 1983175 h 3963175"/>
              <a:gd name="connsiteX4-131" fmla="*/ 2862382 w 3601265"/>
              <a:gd name="connsiteY4-132" fmla="*/ 3310996 h 3963175"/>
              <a:gd name="connsiteX5-133" fmla="*/ 1791000 w 3601265"/>
              <a:gd name="connsiteY5-134" fmla="*/ 3963175 h 3963175"/>
              <a:gd name="connsiteX6-135" fmla="*/ 0 w 3601265"/>
              <a:gd name="connsiteY6-136" fmla="*/ 3963175 h 3963175"/>
              <a:gd name="connsiteX7-137" fmla="*/ 0 w 3601265"/>
              <a:gd name="connsiteY7-138" fmla="*/ 3175 h 3963175"/>
              <a:gd name="connsiteX0-139" fmla="*/ 0 w 3364734"/>
              <a:gd name="connsiteY0-140" fmla="*/ 3175 h 3963175"/>
              <a:gd name="connsiteX1-141" fmla="*/ 3264200 w 3364734"/>
              <a:gd name="connsiteY1-142" fmla="*/ 0 h 3963175"/>
              <a:gd name="connsiteX2-143" fmla="*/ 3323644 w 3364734"/>
              <a:gd name="connsiteY2-144" fmla="*/ 166544 h 3963175"/>
              <a:gd name="connsiteX3-145" fmla="*/ 3016850 w 3364734"/>
              <a:gd name="connsiteY3-146" fmla="*/ 1614875 h 3963175"/>
              <a:gd name="connsiteX4-147" fmla="*/ 2862382 w 3364734"/>
              <a:gd name="connsiteY4-148" fmla="*/ 3310996 h 3963175"/>
              <a:gd name="connsiteX5-149" fmla="*/ 1791000 w 3364734"/>
              <a:gd name="connsiteY5-150" fmla="*/ 3963175 h 3963175"/>
              <a:gd name="connsiteX6-151" fmla="*/ 0 w 3364734"/>
              <a:gd name="connsiteY6-152" fmla="*/ 3963175 h 3963175"/>
              <a:gd name="connsiteX7-153" fmla="*/ 0 w 3364734"/>
              <a:gd name="connsiteY7-154" fmla="*/ 3175 h 3963175"/>
              <a:gd name="connsiteX0-155" fmla="*/ 0 w 3598344"/>
              <a:gd name="connsiteY0-156" fmla="*/ 3175 h 3963175"/>
              <a:gd name="connsiteX1-157" fmla="*/ 3264200 w 3598344"/>
              <a:gd name="connsiteY1-158" fmla="*/ 0 h 3963175"/>
              <a:gd name="connsiteX2-159" fmla="*/ 3323644 w 3598344"/>
              <a:gd name="connsiteY2-160" fmla="*/ 166544 h 3963175"/>
              <a:gd name="connsiteX3-161" fmla="*/ 3578825 w 3598344"/>
              <a:gd name="connsiteY3-162" fmla="*/ 1640275 h 3963175"/>
              <a:gd name="connsiteX4-163" fmla="*/ 2862382 w 3598344"/>
              <a:gd name="connsiteY4-164" fmla="*/ 3310996 h 3963175"/>
              <a:gd name="connsiteX5-165" fmla="*/ 1791000 w 3598344"/>
              <a:gd name="connsiteY5-166" fmla="*/ 3963175 h 3963175"/>
              <a:gd name="connsiteX6-167" fmla="*/ 0 w 3598344"/>
              <a:gd name="connsiteY6-168" fmla="*/ 3963175 h 3963175"/>
              <a:gd name="connsiteX7-169" fmla="*/ 0 w 3598344"/>
              <a:gd name="connsiteY7-170" fmla="*/ 3175 h 3963175"/>
              <a:gd name="connsiteX0-171" fmla="*/ 0 w 3612056"/>
              <a:gd name="connsiteY0-172" fmla="*/ 3175 h 3963175"/>
              <a:gd name="connsiteX1-173" fmla="*/ 3264200 w 3612056"/>
              <a:gd name="connsiteY1-174" fmla="*/ 0 h 3963175"/>
              <a:gd name="connsiteX2-175" fmla="*/ 3323644 w 3612056"/>
              <a:gd name="connsiteY2-176" fmla="*/ 166544 h 3963175"/>
              <a:gd name="connsiteX3-177" fmla="*/ 3578825 w 3612056"/>
              <a:gd name="connsiteY3-178" fmla="*/ 1640275 h 3963175"/>
              <a:gd name="connsiteX4-179" fmla="*/ 2862382 w 3612056"/>
              <a:gd name="connsiteY4-180" fmla="*/ 3310996 h 3963175"/>
              <a:gd name="connsiteX5-181" fmla="*/ 1791000 w 3612056"/>
              <a:gd name="connsiteY5-182" fmla="*/ 3963175 h 3963175"/>
              <a:gd name="connsiteX6-183" fmla="*/ 0 w 3612056"/>
              <a:gd name="connsiteY6-184" fmla="*/ 3963175 h 3963175"/>
              <a:gd name="connsiteX7-185" fmla="*/ 0 w 3612056"/>
              <a:gd name="connsiteY7-186" fmla="*/ 3175 h 3963175"/>
              <a:gd name="connsiteX0-187" fmla="*/ 0 w 3635528"/>
              <a:gd name="connsiteY0-188" fmla="*/ 3175 h 3963175"/>
              <a:gd name="connsiteX1-189" fmla="*/ 3264200 w 3635528"/>
              <a:gd name="connsiteY1-190" fmla="*/ 0 h 3963175"/>
              <a:gd name="connsiteX2-191" fmla="*/ 3323644 w 3635528"/>
              <a:gd name="connsiteY2-192" fmla="*/ 166544 h 3963175"/>
              <a:gd name="connsiteX3-193" fmla="*/ 3578825 w 3635528"/>
              <a:gd name="connsiteY3-194" fmla="*/ 1640275 h 3963175"/>
              <a:gd name="connsiteX4-195" fmla="*/ 2862382 w 3635528"/>
              <a:gd name="connsiteY4-196" fmla="*/ 3310996 h 3963175"/>
              <a:gd name="connsiteX5-197" fmla="*/ 1791000 w 3635528"/>
              <a:gd name="connsiteY5-198" fmla="*/ 3963175 h 3963175"/>
              <a:gd name="connsiteX6-199" fmla="*/ 0 w 3635528"/>
              <a:gd name="connsiteY6-200" fmla="*/ 3963175 h 3963175"/>
              <a:gd name="connsiteX7-201" fmla="*/ 0 w 3635528"/>
              <a:gd name="connsiteY7-202" fmla="*/ 3175 h 3963175"/>
              <a:gd name="connsiteX0-203" fmla="*/ 0 w 3578828"/>
              <a:gd name="connsiteY0-204" fmla="*/ 3175 h 3963175"/>
              <a:gd name="connsiteX1-205" fmla="*/ 3264200 w 3578828"/>
              <a:gd name="connsiteY1-206" fmla="*/ 0 h 3963175"/>
              <a:gd name="connsiteX2-207" fmla="*/ 3323644 w 3578828"/>
              <a:gd name="connsiteY2-208" fmla="*/ 166544 h 3963175"/>
              <a:gd name="connsiteX3-209" fmla="*/ 3578825 w 3578828"/>
              <a:gd name="connsiteY3-210" fmla="*/ 1640275 h 3963175"/>
              <a:gd name="connsiteX4-211" fmla="*/ 2862382 w 3578828"/>
              <a:gd name="connsiteY4-212" fmla="*/ 3310996 h 3963175"/>
              <a:gd name="connsiteX5-213" fmla="*/ 1791000 w 3578828"/>
              <a:gd name="connsiteY5-214" fmla="*/ 3963175 h 3963175"/>
              <a:gd name="connsiteX6-215" fmla="*/ 0 w 3578828"/>
              <a:gd name="connsiteY6-216" fmla="*/ 3963175 h 3963175"/>
              <a:gd name="connsiteX7-217" fmla="*/ 0 w 3578828"/>
              <a:gd name="connsiteY7-218" fmla="*/ 3175 h 3963175"/>
              <a:gd name="connsiteX0-219" fmla="*/ 0 w 3578942"/>
              <a:gd name="connsiteY0-220" fmla="*/ 3175 h 3963175"/>
              <a:gd name="connsiteX1-221" fmla="*/ 3264200 w 3578942"/>
              <a:gd name="connsiteY1-222" fmla="*/ 0 h 3963175"/>
              <a:gd name="connsiteX2-223" fmla="*/ 3323644 w 3578942"/>
              <a:gd name="connsiteY2-224" fmla="*/ 166544 h 3963175"/>
              <a:gd name="connsiteX3-225" fmla="*/ 3578825 w 3578942"/>
              <a:gd name="connsiteY3-226" fmla="*/ 1640275 h 3963175"/>
              <a:gd name="connsiteX4-227" fmla="*/ 2862382 w 3578942"/>
              <a:gd name="connsiteY4-228" fmla="*/ 3310996 h 3963175"/>
              <a:gd name="connsiteX5-229" fmla="*/ 1791000 w 3578942"/>
              <a:gd name="connsiteY5-230" fmla="*/ 3963175 h 3963175"/>
              <a:gd name="connsiteX6-231" fmla="*/ 0 w 3578942"/>
              <a:gd name="connsiteY6-232" fmla="*/ 3963175 h 3963175"/>
              <a:gd name="connsiteX7-233" fmla="*/ 0 w 3578942"/>
              <a:gd name="connsiteY7-234" fmla="*/ 3175 h 3963175"/>
              <a:gd name="connsiteX0-235" fmla="*/ 0 w 3578942"/>
              <a:gd name="connsiteY0-236" fmla="*/ 3175 h 3963175"/>
              <a:gd name="connsiteX1-237" fmla="*/ 3264200 w 3578942"/>
              <a:gd name="connsiteY1-238" fmla="*/ 0 h 3963175"/>
              <a:gd name="connsiteX2-239" fmla="*/ 3323644 w 3578942"/>
              <a:gd name="connsiteY2-240" fmla="*/ 166544 h 3963175"/>
              <a:gd name="connsiteX3-241" fmla="*/ 3578825 w 3578942"/>
              <a:gd name="connsiteY3-242" fmla="*/ 1640275 h 3963175"/>
              <a:gd name="connsiteX4-243" fmla="*/ 2862382 w 3578942"/>
              <a:gd name="connsiteY4-244" fmla="*/ 3310996 h 3963175"/>
              <a:gd name="connsiteX5-245" fmla="*/ 1791000 w 3578942"/>
              <a:gd name="connsiteY5-246" fmla="*/ 3963175 h 3963175"/>
              <a:gd name="connsiteX6-247" fmla="*/ 0 w 3578942"/>
              <a:gd name="connsiteY6-248" fmla="*/ 3963175 h 3963175"/>
              <a:gd name="connsiteX7-249" fmla="*/ 0 w 3578942"/>
              <a:gd name="connsiteY7-250" fmla="*/ 3175 h 3963175"/>
              <a:gd name="connsiteX0-251" fmla="*/ 0 w 3590408"/>
              <a:gd name="connsiteY0-252" fmla="*/ 3175 h 3974831"/>
              <a:gd name="connsiteX1-253" fmla="*/ 3264200 w 3590408"/>
              <a:gd name="connsiteY1-254" fmla="*/ 0 h 3974831"/>
              <a:gd name="connsiteX2-255" fmla="*/ 3323644 w 3590408"/>
              <a:gd name="connsiteY2-256" fmla="*/ 166544 h 3974831"/>
              <a:gd name="connsiteX3-257" fmla="*/ 3578825 w 3590408"/>
              <a:gd name="connsiteY3-258" fmla="*/ 1640275 h 3974831"/>
              <a:gd name="connsiteX4-259" fmla="*/ 3002082 w 3590408"/>
              <a:gd name="connsiteY4-260" fmla="*/ 3809471 h 3974831"/>
              <a:gd name="connsiteX5-261" fmla="*/ 1791000 w 3590408"/>
              <a:gd name="connsiteY5-262" fmla="*/ 3963175 h 3974831"/>
              <a:gd name="connsiteX6-263" fmla="*/ 0 w 3590408"/>
              <a:gd name="connsiteY6-264" fmla="*/ 3963175 h 3974831"/>
              <a:gd name="connsiteX7-265" fmla="*/ 0 w 3590408"/>
              <a:gd name="connsiteY7-266" fmla="*/ 3175 h 3974831"/>
              <a:gd name="connsiteX0-267" fmla="*/ 0 w 3590408"/>
              <a:gd name="connsiteY0-268" fmla="*/ 3175 h 3974831"/>
              <a:gd name="connsiteX1-269" fmla="*/ 3264200 w 3590408"/>
              <a:gd name="connsiteY1-270" fmla="*/ 0 h 3974831"/>
              <a:gd name="connsiteX2-271" fmla="*/ 3323644 w 3590408"/>
              <a:gd name="connsiteY2-272" fmla="*/ 166544 h 3974831"/>
              <a:gd name="connsiteX3-273" fmla="*/ 3578825 w 3590408"/>
              <a:gd name="connsiteY3-274" fmla="*/ 1640275 h 3974831"/>
              <a:gd name="connsiteX4-275" fmla="*/ 3002082 w 3590408"/>
              <a:gd name="connsiteY4-276" fmla="*/ 3809471 h 3974831"/>
              <a:gd name="connsiteX5-277" fmla="*/ 1791000 w 3590408"/>
              <a:gd name="connsiteY5-278" fmla="*/ 3963175 h 3974831"/>
              <a:gd name="connsiteX6-279" fmla="*/ 0 w 3590408"/>
              <a:gd name="connsiteY6-280" fmla="*/ 3963175 h 3974831"/>
              <a:gd name="connsiteX7-281" fmla="*/ 0 w 3590408"/>
              <a:gd name="connsiteY7-282" fmla="*/ 3175 h 3974831"/>
              <a:gd name="connsiteX0-283" fmla="*/ 0 w 3590408"/>
              <a:gd name="connsiteY0-284" fmla="*/ 3175 h 3975950"/>
              <a:gd name="connsiteX1-285" fmla="*/ 3264200 w 3590408"/>
              <a:gd name="connsiteY1-286" fmla="*/ 0 h 3975950"/>
              <a:gd name="connsiteX2-287" fmla="*/ 3323644 w 3590408"/>
              <a:gd name="connsiteY2-288" fmla="*/ 166544 h 3975950"/>
              <a:gd name="connsiteX3-289" fmla="*/ 3578825 w 3590408"/>
              <a:gd name="connsiteY3-290" fmla="*/ 1640275 h 3975950"/>
              <a:gd name="connsiteX4-291" fmla="*/ 3002082 w 3590408"/>
              <a:gd name="connsiteY4-292" fmla="*/ 3809471 h 3975950"/>
              <a:gd name="connsiteX5-293" fmla="*/ 2908600 w 3590408"/>
              <a:gd name="connsiteY5-294" fmla="*/ 3966350 h 3975950"/>
              <a:gd name="connsiteX6-295" fmla="*/ 0 w 3590408"/>
              <a:gd name="connsiteY6-296" fmla="*/ 3963175 h 3975950"/>
              <a:gd name="connsiteX7-297" fmla="*/ 0 w 3590408"/>
              <a:gd name="connsiteY7-298" fmla="*/ 3175 h 3975950"/>
              <a:gd name="connsiteX0-299" fmla="*/ 0 w 3590408"/>
              <a:gd name="connsiteY0-300" fmla="*/ 3175 h 3966350"/>
              <a:gd name="connsiteX1-301" fmla="*/ 3264200 w 3590408"/>
              <a:gd name="connsiteY1-302" fmla="*/ 0 h 3966350"/>
              <a:gd name="connsiteX2-303" fmla="*/ 3323644 w 3590408"/>
              <a:gd name="connsiteY2-304" fmla="*/ 166544 h 3966350"/>
              <a:gd name="connsiteX3-305" fmla="*/ 3578825 w 3590408"/>
              <a:gd name="connsiteY3-306" fmla="*/ 1640275 h 3966350"/>
              <a:gd name="connsiteX4-307" fmla="*/ 3002082 w 3590408"/>
              <a:gd name="connsiteY4-308" fmla="*/ 3809471 h 3966350"/>
              <a:gd name="connsiteX5-309" fmla="*/ 2908600 w 3590408"/>
              <a:gd name="connsiteY5-310" fmla="*/ 3966350 h 3966350"/>
              <a:gd name="connsiteX6-311" fmla="*/ 0 w 3590408"/>
              <a:gd name="connsiteY6-312" fmla="*/ 3963175 h 3966350"/>
              <a:gd name="connsiteX7-313" fmla="*/ 0 w 3590408"/>
              <a:gd name="connsiteY7-314" fmla="*/ 3175 h 3966350"/>
              <a:gd name="connsiteX0-315" fmla="*/ 0 w 3590408"/>
              <a:gd name="connsiteY0-316" fmla="*/ 3175 h 3966350"/>
              <a:gd name="connsiteX1-317" fmla="*/ 3264200 w 3590408"/>
              <a:gd name="connsiteY1-318" fmla="*/ 0 h 3966350"/>
              <a:gd name="connsiteX2-319" fmla="*/ 3323644 w 3590408"/>
              <a:gd name="connsiteY2-320" fmla="*/ 166544 h 3966350"/>
              <a:gd name="connsiteX3-321" fmla="*/ 3578825 w 3590408"/>
              <a:gd name="connsiteY3-322" fmla="*/ 1640275 h 3966350"/>
              <a:gd name="connsiteX4-323" fmla="*/ 3002082 w 3590408"/>
              <a:gd name="connsiteY4-324" fmla="*/ 3809471 h 3966350"/>
              <a:gd name="connsiteX5-325" fmla="*/ 2908600 w 3590408"/>
              <a:gd name="connsiteY5-326" fmla="*/ 3966350 h 3966350"/>
              <a:gd name="connsiteX6-327" fmla="*/ 0 w 3590408"/>
              <a:gd name="connsiteY6-328" fmla="*/ 3963175 h 3966350"/>
              <a:gd name="connsiteX7-329" fmla="*/ 0 w 3590408"/>
              <a:gd name="connsiteY7-330" fmla="*/ 3175 h 3966350"/>
              <a:gd name="connsiteX0-331" fmla="*/ 0 w 3590408"/>
              <a:gd name="connsiteY0-332" fmla="*/ 3175 h 3966350"/>
              <a:gd name="connsiteX1-333" fmla="*/ 3264200 w 3590408"/>
              <a:gd name="connsiteY1-334" fmla="*/ 0 h 3966350"/>
              <a:gd name="connsiteX2-335" fmla="*/ 3323644 w 3590408"/>
              <a:gd name="connsiteY2-336" fmla="*/ 166544 h 3966350"/>
              <a:gd name="connsiteX3-337" fmla="*/ 3578825 w 3590408"/>
              <a:gd name="connsiteY3-338" fmla="*/ 1640275 h 3966350"/>
              <a:gd name="connsiteX4-339" fmla="*/ 3002082 w 3590408"/>
              <a:gd name="connsiteY4-340" fmla="*/ 3809471 h 3966350"/>
              <a:gd name="connsiteX5-341" fmla="*/ 2908600 w 3590408"/>
              <a:gd name="connsiteY5-342" fmla="*/ 3966350 h 3966350"/>
              <a:gd name="connsiteX6-343" fmla="*/ 0 w 3590408"/>
              <a:gd name="connsiteY6-344" fmla="*/ 3963175 h 3966350"/>
              <a:gd name="connsiteX7-345" fmla="*/ 0 w 3590408"/>
              <a:gd name="connsiteY7-346" fmla="*/ 3175 h 3966350"/>
              <a:gd name="connsiteX0-347" fmla="*/ 0 w 3580367"/>
              <a:gd name="connsiteY0-348" fmla="*/ 3175 h 3966350"/>
              <a:gd name="connsiteX1-349" fmla="*/ 3264200 w 3580367"/>
              <a:gd name="connsiteY1-350" fmla="*/ 0 h 3966350"/>
              <a:gd name="connsiteX2-351" fmla="*/ 3323644 w 3580367"/>
              <a:gd name="connsiteY2-352" fmla="*/ 166544 h 3966350"/>
              <a:gd name="connsiteX3-353" fmla="*/ 3578825 w 3580367"/>
              <a:gd name="connsiteY3-354" fmla="*/ 1640275 h 3966350"/>
              <a:gd name="connsiteX4-355" fmla="*/ 3002082 w 3580367"/>
              <a:gd name="connsiteY4-356" fmla="*/ 3809471 h 3966350"/>
              <a:gd name="connsiteX5-357" fmla="*/ 2908600 w 3580367"/>
              <a:gd name="connsiteY5-358" fmla="*/ 3966350 h 3966350"/>
              <a:gd name="connsiteX6-359" fmla="*/ 0 w 3580367"/>
              <a:gd name="connsiteY6-360" fmla="*/ 3963175 h 3966350"/>
              <a:gd name="connsiteX7-361" fmla="*/ 0 w 3580367"/>
              <a:gd name="connsiteY7-362" fmla="*/ 3175 h 3966350"/>
              <a:gd name="connsiteX0-363" fmla="*/ 0 w 3578976"/>
              <a:gd name="connsiteY0-364" fmla="*/ 3175 h 3966350"/>
              <a:gd name="connsiteX1-365" fmla="*/ 3264200 w 3578976"/>
              <a:gd name="connsiteY1-366" fmla="*/ 0 h 3966350"/>
              <a:gd name="connsiteX2-367" fmla="*/ 3323644 w 3578976"/>
              <a:gd name="connsiteY2-368" fmla="*/ 166544 h 3966350"/>
              <a:gd name="connsiteX3-369" fmla="*/ 3578825 w 3578976"/>
              <a:gd name="connsiteY3-370" fmla="*/ 1640275 h 3966350"/>
              <a:gd name="connsiteX4-371" fmla="*/ 3002082 w 3578976"/>
              <a:gd name="connsiteY4-372" fmla="*/ 3809471 h 3966350"/>
              <a:gd name="connsiteX5-373" fmla="*/ 2908600 w 3578976"/>
              <a:gd name="connsiteY5-374" fmla="*/ 3966350 h 3966350"/>
              <a:gd name="connsiteX6-375" fmla="*/ 0 w 3578976"/>
              <a:gd name="connsiteY6-376" fmla="*/ 3963175 h 3966350"/>
              <a:gd name="connsiteX7-377" fmla="*/ 0 w 3578976"/>
              <a:gd name="connsiteY7-378" fmla="*/ 3175 h 3966350"/>
              <a:gd name="connsiteX0-379" fmla="*/ 0 w 3579143"/>
              <a:gd name="connsiteY0-380" fmla="*/ 3175 h 3966350"/>
              <a:gd name="connsiteX1-381" fmla="*/ 3264200 w 3579143"/>
              <a:gd name="connsiteY1-382" fmla="*/ 0 h 3966350"/>
              <a:gd name="connsiteX2-383" fmla="*/ 3323644 w 3579143"/>
              <a:gd name="connsiteY2-384" fmla="*/ 166544 h 3966350"/>
              <a:gd name="connsiteX3-385" fmla="*/ 3578825 w 3579143"/>
              <a:gd name="connsiteY3-386" fmla="*/ 1640275 h 3966350"/>
              <a:gd name="connsiteX4-387" fmla="*/ 3002082 w 3579143"/>
              <a:gd name="connsiteY4-388" fmla="*/ 3809471 h 3966350"/>
              <a:gd name="connsiteX5-389" fmla="*/ 2908600 w 3579143"/>
              <a:gd name="connsiteY5-390" fmla="*/ 3966350 h 3966350"/>
              <a:gd name="connsiteX6-391" fmla="*/ 0 w 3579143"/>
              <a:gd name="connsiteY6-392" fmla="*/ 3963175 h 3966350"/>
              <a:gd name="connsiteX7-393" fmla="*/ 0 w 3579143"/>
              <a:gd name="connsiteY7-394" fmla="*/ 3175 h 3966350"/>
              <a:gd name="connsiteX0-395" fmla="*/ 0 w 3579143"/>
              <a:gd name="connsiteY0-396" fmla="*/ 3175 h 4131450"/>
              <a:gd name="connsiteX1-397" fmla="*/ 3264200 w 3579143"/>
              <a:gd name="connsiteY1-398" fmla="*/ 0 h 4131450"/>
              <a:gd name="connsiteX2-399" fmla="*/ 3323644 w 3579143"/>
              <a:gd name="connsiteY2-400" fmla="*/ 166544 h 4131450"/>
              <a:gd name="connsiteX3-401" fmla="*/ 3578825 w 3579143"/>
              <a:gd name="connsiteY3-402" fmla="*/ 1640275 h 4131450"/>
              <a:gd name="connsiteX4-403" fmla="*/ 3002082 w 3579143"/>
              <a:gd name="connsiteY4-404" fmla="*/ 3809471 h 4131450"/>
              <a:gd name="connsiteX5-405" fmla="*/ 3159425 w 3579143"/>
              <a:gd name="connsiteY5-406" fmla="*/ 4131450 h 4131450"/>
              <a:gd name="connsiteX6-407" fmla="*/ 0 w 3579143"/>
              <a:gd name="connsiteY6-408" fmla="*/ 3963175 h 4131450"/>
              <a:gd name="connsiteX7-409" fmla="*/ 0 w 3579143"/>
              <a:gd name="connsiteY7-410" fmla="*/ 3175 h 4131450"/>
              <a:gd name="connsiteX0-411" fmla="*/ 0 w 3579143"/>
              <a:gd name="connsiteY0-412" fmla="*/ 3175 h 3963175"/>
              <a:gd name="connsiteX1-413" fmla="*/ 3264200 w 3579143"/>
              <a:gd name="connsiteY1-414" fmla="*/ 0 h 3963175"/>
              <a:gd name="connsiteX2-415" fmla="*/ 3323644 w 3579143"/>
              <a:gd name="connsiteY2-416" fmla="*/ 166544 h 3963175"/>
              <a:gd name="connsiteX3-417" fmla="*/ 3578825 w 3579143"/>
              <a:gd name="connsiteY3-418" fmla="*/ 1640275 h 3963175"/>
              <a:gd name="connsiteX4-419" fmla="*/ 3002082 w 3579143"/>
              <a:gd name="connsiteY4-420" fmla="*/ 3809471 h 3963175"/>
              <a:gd name="connsiteX5-421" fmla="*/ 2905425 w 3579143"/>
              <a:gd name="connsiteY5-422" fmla="*/ 3963175 h 3963175"/>
              <a:gd name="connsiteX6-423" fmla="*/ 0 w 3579143"/>
              <a:gd name="connsiteY6-424" fmla="*/ 3963175 h 3963175"/>
              <a:gd name="connsiteX7-425" fmla="*/ 0 w 3579143"/>
              <a:gd name="connsiteY7-426" fmla="*/ 3175 h 3963175"/>
              <a:gd name="connsiteX0-427" fmla="*/ 0 w 3579143"/>
              <a:gd name="connsiteY0-428" fmla="*/ 3175 h 3963175"/>
              <a:gd name="connsiteX1-429" fmla="*/ 3264200 w 3579143"/>
              <a:gd name="connsiteY1-430" fmla="*/ 0 h 3963175"/>
              <a:gd name="connsiteX2-431" fmla="*/ 3323644 w 3579143"/>
              <a:gd name="connsiteY2-432" fmla="*/ 166544 h 3963175"/>
              <a:gd name="connsiteX3-433" fmla="*/ 3578825 w 3579143"/>
              <a:gd name="connsiteY3-434" fmla="*/ 1640275 h 3963175"/>
              <a:gd name="connsiteX4-435" fmla="*/ 3002082 w 3579143"/>
              <a:gd name="connsiteY4-436" fmla="*/ 3809471 h 3963175"/>
              <a:gd name="connsiteX5-437" fmla="*/ 2905425 w 3579143"/>
              <a:gd name="connsiteY5-438" fmla="*/ 3963175 h 3963175"/>
              <a:gd name="connsiteX6-439" fmla="*/ 0 w 3579143"/>
              <a:gd name="connsiteY6-440" fmla="*/ 3963175 h 3963175"/>
              <a:gd name="connsiteX7-441" fmla="*/ 0 w 3579143"/>
              <a:gd name="connsiteY7-442" fmla="*/ 3175 h 3963175"/>
              <a:gd name="connsiteX0-443" fmla="*/ 0 w 3579143"/>
              <a:gd name="connsiteY0-444" fmla="*/ 3175 h 3963175"/>
              <a:gd name="connsiteX1-445" fmla="*/ 3264200 w 3579143"/>
              <a:gd name="connsiteY1-446" fmla="*/ 0 h 3963175"/>
              <a:gd name="connsiteX2-447" fmla="*/ 3323644 w 3579143"/>
              <a:gd name="connsiteY2-448" fmla="*/ 166544 h 3963175"/>
              <a:gd name="connsiteX3-449" fmla="*/ 3578825 w 3579143"/>
              <a:gd name="connsiteY3-450" fmla="*/ 1640275 h 3963175"/>
              <a:gd name="connsiteX4-451" fmla="*/ 3002082 w 3579143"/>
              <a:gd name="connsiteY4-452" fmla="*/ 3809471 h 3963175"/>
              <a:gd name="connsiteX5-453" fmla="*/ 2905425 w 3579143"/>
              <a:gd name="connsiteY5-454" fmla="*/ 3963175 h 3963175"/>
              <a:gd name="connsiteX6-455" fmla="*/ 0 w 3579143"/>
              <a:gd name="connsiteY6-456" fmla="*/ 3963175 h 3963175"/>
              <a:gd name="connsiteX7-457" fmla="*/ 0 w 3579143"/>
              <a:gd name="connsiteY7-458" fmla="*/ 3175 h 3963175"/>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25" y="connsiteY6-26"/>
              </a:cxn>
              <a:cxn ang="0">
                <a:pos x="connsiteX7-41" y="connsiteY7-42"/>
              </a:cxn>
            </a:cxnLst>
            <a:rect l="l" t="t" r="r" b="b"/>
            <a:pathLst>
              <a:path w="3579143" h="3963175">
                <a:moveTo>
                  <a:pt x="0" y="3175"/>
                </a:moveTo>
                <a:lnTo>
                  <a:pt x="3264200" y="0"/>
                </a:lnTo>
                <a:cubicBezTo>
                  <a:pt x="3287387" y="61624"/>
                  <a:pt x="3301369" y="106419"/>
                  <a:pt x="3323644" y="166544"/>
                </a:cubicBezTo>
                <a:cubicBezTo>
                  <a:pt x="3491969" y="623544"/>
                  <a:pt x="3568919" y="877546"/>
                  <a:pt x="3578825" y="1640275"/>
                </a:cubicBezTo>
                <a:cubicBezTo>
                  <a:pt x="3588731" y="2403004"/>
                  <a:pt x="3367257" y="3165146"/>
                  <a:pt x="3002082" y="3809471"/>
                </a:cubicBezTo>
                <a:cubicBezTo>
                  <a:pt x="2973457" y="3863246"/>
                  <a:pt x="3011014" y="3800503"/>
                  <a:pt x="2905425" y="3963175"/>
                </a:cubicBezTo>
                <a:lnTo>
                  <a:pt x="0" y="3963175"/>
                </a:lnTo>
                <a:lnTo>
                  <a:pt x="0" y="3175"/>
                </a:lnTo>
                <a:close/>
              </a:path>
            </a:pathLst>
          </a:custGeom>
          <a:noFill/>
          <a:ln>
            <a:noFill/>
          </a:ln>
        </p:spPr>
        <p:txBody>
          <a:bodyPr lIns="720000" tIns="720000" rIns="720000" bIns="720000">
            <a:normAutofit/>
          </a:bodyPr>
          <a:lstStyle>
            <a:lvl1pPr marL="0" indent="0" algn="ctr">
              <a:buNone/>
              <a:defRPr sz="1400" baseline="0">
                <a:solidFill>
                  <a:schemeClr val="bg1"/>
                </a:solidFill>
              </a:defRPr>
            </a:lvl1pPr>
          </a:lstStyle>
          <a:p>
            <a:r>
              <a:rPr lang="en-US"/>
              <a:t>Click icon to add picture</a:t>
            </a:r>
            <a:endParaRPr lang="de-DE"/>
          </a:p>
        </p:txBody>
      </p:sp>
      <p:sp>
        <p:nvSpPr>
          <p:cNvPr id="12" name="Titel 7"/>
          <p:cNvSpPr>
            <a:spLocks noGrp="1"/>
          </p:cNvSpPr>
          <p:nvPr>
            <p:ph type="title" hasCustomPrompt="1"/>
          </p:nvPr>
        </p:nvSpPr>
        <p:spPr>
          <a:xfrm>
            <a:off x="367575" y="290572"/>
            <a:ext cx="8408850" cy="415498"/>
          </a:xfrm>
        </p:spPr>
        <p:txBody>
          <a:bodyPr/>
          <a:lstStyle/>
          <a:p>
            <a:r>
              <a:rPr lang="en-GB" noProof="0"/>
              <a:t>Click to add headline</a:t>
            </a:r>
          </a:p>
        </p:txBody>
      </p:sp>
      <p:sp>
        <p:nvSpPr>
          <p:cNvPr id="14" name="Inhaltsplatzhalter 11"/>
          <p:cNvSpPr>
            <a:spLocks noGrp="1"/>
          </p:cNvSpPr>
          <p:nvPr>
            <p:ph sz="quarter" idx="14" hasCustomPrompt="1"/>
          </p:nvPr>
        </p:nvSpPr>
        <p:spPr>
          <a:xfrm>
            <a:off x="3848400" y="1198800"/>
            <a:ext cx="4928026" cy="3394800"/>
          </a:xfrm>
        </p:spPr>
        <p:txBody>
          <a:bodyPr/>
          <a:lstStyle>
            <a:lvl1pPr>
              <a:defRPr baseline="0">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en-GB" noProof="0"/>
              <a:t>Click to add text</a:t>
            </a:r>
          </a:p>
        </p:txBody>
      </p:sp>
      <p:pic>
        <p:nvPicPr>
          <p:cNvPr id="13"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64443" y="4864131"/>
            <a:ext cx="630270" cy="19051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userDrawn="1">
  <p:cSld name="Circle segment_07">
    <p:spTree>
      <p:nvGrpSpPr>
        <p:cNvPr id="1" name=""/>
        <p:cNvGrpSpPr/>
        <p:nvPr/>
      </p:nvGrpSpPr>
      <p:grpSpPr>
        <a:xfrm>
          <a:off x="0" y="0"/>
          <a:ext cx="0" cy="0"/>
          <a:chOff x="0" y="0"/>
          <a:chExt cx="0" cy="0"/>
        </a:xfrm>
      </p:grpSpPr>
      <p:sp>
        <p:nvSpPr>
          <p:cNvPr id="9" name="Rechteck 8"/>
          <p:cNvSpPr/>
          <p:nvPr userDrawn="1"/>
        </p:nvSpPr>
        <p:spPr>
          <a:xfrm>
            <a:off x="0" y="2196370"/>
            <a:ext cx="9144000" cy="2947130"/>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400" noProof="0">
              <a:solidFill>
                <a:schemeClr val="tx1"/>
              </a:solidFill>
              <a:latin typeface="BISansOpti"/>
            </a:endParaRPr>
          </a:p>
        </p:txBody>
      </p:sp>
      <p:cxnSp>
        <p:nvCxnSpPr>
          <p:cNvPr id="5" name="Gerade Verbindung 4"/>
          <p:cNvCxnSpPr/>
          <p:nvPr userDrawn="1"/>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3" name="Datumsplatzhalter 2"/>
          <p:cNvSpPr>
            <a:spLocks noGrp="1"/>
          </p:cNvSpPr>
          <p:nvPr>
            <p:ph type="dt" sz="half" idx="10"/>
          </p:nvPr>
        </p:nvSpPr>
        <p:spPr/>
        <p:txBody>
          <a:bodyPr/>
          <a:lstStyle/>
          <a:p>
            <a:fld id="{3A4F5901-183E-4A00-9284-9EF186007567}" type="datetime1">
              <a:rPr lang="en-GB" smtClean="0"/>
              <a:t>25/04/2024</a:t>
            </a:fld>
            <a:endParaRPr lang="en-GB"/>
          </a:p>
        </p:txBody>
      </p:sp>
      <p:sp>
        <p:nvSpPr>
          <p:cNvPr id="4" name="Fußzeilenplatzhalter 3"/>
          <p:cNvSpPr>
            <a:spLocks noGrp="1"/>
          </p:cNvSpPr>
          <p:nvPr>
            <p:ph type="ftr" sz="quarter" idx="11"/>
          </p:nvPr>
        </p:nvSpPr>
        <p:spPr/>
        <p:txBody>
          <a:bodyPr/>
          <a:lstStyle/>
          <a:p>
            <a:r>
              <a:rPr lang="en-GB"/>
              <a:t>Presentation title, date, author</a:t>
            </a:r>
          </a:p>
        </p:txBody>
      </p:sp>
      <p:sp>
        <p:nvSpPr>
          <p:cNvPr id="6" name="Foliennummernplatzhalter 5"/>
          <p:cNvSpPr>
            <a:spLocks noGrp="1"/>
          </p:cNvSpPr>
          <p:nvPr>
            <p:ph type="sldNum" sz="quarter" idx="12"/>
          </p:nvPr>
        </p:nvSpPr>
        <p:spPr/>
        <p:txBody>
          <a:bodyPr/>
          <a:lstStyle/>
          <a:p>
            <a:fld id="{143B55C4-4F5A-416B-997D-6CE47EB0A945}" type="slidenum">
              <a:rPr lang="en-GB" smtClean="0"/>
              <a:t>‹#›</a:t>
            </a:fld>
            <a:endParaRPr lang="en-GB"/>
          </a:p>
        </p:txBody>
      </p:sp>
      <p:sp>
        <p:nvSpPr>
          <p:cNvPr id="10" name="Rechteck 12"/>
          <p:cNvSpPr/>
          <p:nvPr userDrawn="1"/>
        </p:nvSpPr>
        <p:spPr>
          <a:xfrm>
            <a:off x="2" y="735013"/>
            <a:ext cx="3672981" cy="3960812"/>
          </a:xfrm>
          <a:custGeom>
            <a:avLst/>
            <a:gdLst/>
            <a:ahLst/>
            <a:cxnLst/>
            <a:rect l="l" t="t" r="r" b="b"/>
            <a:pathLst>
              <a:path w="3672981" h="3960812">
                <a:moveTo>
                  <a:pt x="0" y="0"/>
                </a:moveTo>
                <a:lnTo>
                  <a:pt x="3361658" y="0"/>
                </a:lnTo>
                <a:lnTo>
                  <a:pt x="3412473" y="127738"/>
                </a:lnTo>
                <a:cubicBezTo>
                  <a:pt x="3581102" y="597230"/>
                  <a:pt x="3672981" y="1103310"/>
                  <a:pt x="3672981" y="1630850"/>
                </a:cubicBezTo>
                <a:cubicBezTo>
                  <a:pt x="3672981" y="2378998"/>
                  <a:pt x="3488190" y="3083985"/>
                  <a:pt x="3161761" y="3702659"/>
                </a:cubicBezTo>
                <a:lnTo>
                  <a:pt x="3012298" y="3960812"/>
                </a:lnTo>
                <a:lnTo>
                  <a:pt x="0" y="3960812"/>
                </a:lnTo>
                <a:close/>
              </a:path>
            </a:pathLst>
          </a:custGeom>
          <a:solidFill>
            <a:schemeClr val="accent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de-DE" sz="1400" err="1">
              <a:solidFill>
                <a:schemeClr val="tx1"/>
              </a:solidFill>
              <a:latin typeface="BISansOpti"/>
            </a:endParaRPr>
          </a:p>
        </p:txBody>
      </p:sp>
      <p:sp>
        <p:nvSpPr>
          <p:cNvPr id="11" name="Bildplatzhalter 20"/>
          <p:cNvSpPr>
            <a:spLocks noGrp="1"/>
          </p:cNvSpPr>
          <p:nvPr>
            <p:ph type="pic" sz="quarter" idx="13"/>
          </p:nvPr>
        </p:nvSpPr>
        <p:spPr>
          <a:xfrm>
            <a:off x="-1" y="731225"/>
            <a:ext cx="3579143" cy="3963175"/>
          </a:xfrm>
          <a:custGeom>
            <a:avLst/>
            <a:gdLst>
              <a:gd name="connsiteX0" fmla="*/ 0 w 3582000"/>
              <a:gd name="connsiteY0" fmla="*/ 0 h 3960000"/>
              <a:gd name="connsiteX1" fmla="*/ 1791000 w 3582000"/>
              <a:gd name="connsiteY1" fmla="*/ 0 h 3960000"/>
              <a:gd name="connsiteX2" fmla="*/ 3582000 w 3582000"/>
              <a:gd name="connsiteY2" fmla="*/ 1980000 h 3960000"/>
              <a:gd name="connsiteX3" fmla="*/ 1791000 w 3582000"/>
              <a:gd name="connsiteY3" fmla="*/ 3960000 h 3960000"/>
              <a:gd name="connsiteX4" fmla="*/ 0 w 3582000"/>
              <a:gd name="connsiteY4" fmla="*/ 3960000 h 3960000"/>
              <a:gd name="connsiteX5" fmla="*/ 0 w 3582000"/>
              <a:gd name="connsiteY5" fmla="*/ 0 h 3960000"/>
              <a:gd name="connsiteX0-1" fmla="*/ 0 w 3669107"/>
              <a:gd name="connsiteY0-2" fmla="*/ 0 h 3960000"/>
              <a:gd name="connsiteX1-3" fmla="*/ 1791000 w 3669107"/>
              <a:gd name="connsiteY1-4" fmla="*/ 0 h 3960000"/>
              <a:gd name="connsiteX2-5" fmla="*/ 3225219 w 3669107"/>
              <a:gd name="connsiteY2-6" fmla="*/ 807894 h 3960000"/>
              <a:gd name="connsiteX3-7" fmla="*/ 3582000 w 3669107"/>
              <a:gd name="connsiteY3-8" fmla="*/ 1980000 h 3960000"/>
              <a:gd name="connsiteX4-9" fmla="*/ 1791000 w 3669107"/>
              <a:gd name="connsiteY4-10" fmla="*/ 3960000 h 3960000"/>
              <a:gd name="connsiteX5-11" fmla="*/ 0 w 3669107"/>
              <a:gd name="connsiteY5-12" fmla="*/ 3960000 h 3960000"/>
              <a:gd name="connsiteX6" fmla="*/ 0 w 3669107"/>
              <a:gd name="connsiteY6" fmla="*/ 0 h 3960000"/>
              <a:gd name="connsiteX0-13" fmla="*/ 0 w 3597300"/>
              <a:gd name="connsiteY0-14" fmla="*/ 0 h 3960000"/>
              <a:gd name="connsiteX1-15" fmla="*/ 1791000 w 3597300"/>
              <a:gd name="connsiteY1-16" fmla="*/ 0 h 3960000"/>
              <a:gd name="connsiteX2-17" fmla="*/ 3225219 w 3597300"/>
              <a:gd name="connsiteY2-18" fmla="*/ 807894 h 3960000"/>
              <a:gd name="connsiteX3-19" fmla="*/ 3582000 w 3597300"/>
              <a:gd name="connsiteY3-20" fmla="*/ 1980000 h 3960000"/>
              <a:gd name="connsiteX4-21" fmla="*/ 2862382 w 3597300"/>
              <a:gd name="connsiteY4-22" fmla="*/ 3307821 h 3960000"/>
              <a:gd name="connsiteX5-23" fmla="*/ 1791000 w 3597300"/>
              <a:gd name="connsiteY5-24" fmla="*/ 3960000 h 3960000"/>
              <a:gd name="connsiteX6-25" fmla="*/ 0 w 3597300"/>
              <a:gd name="connsiteY6-26" fmla="*/ 3960000 h 3960000"/>
              <a:gd name="connsiteX7" fmla="*/ 0 w 3597300"/>
              <a:gd name="connsiteY7" fmla="*/ 0 h 3960000"/>
              <a:gd name="connsiteX0-27" fmla="*/ 0 w 3597300"/>
              <a:gd name="connsiteY0-28" fmla="*/ 0 h 3960000"/>
              <a:gd name="connsiteX1-29" fmla="*/ 3261025 w 3597300"/>
              <a:gd name="connsiteY1-30" fmla="*/ 3175 h 3960000"/>
              <a:gd name="connsiteX2-31" fmla="*/ 3225219 w 3597300"/>
              <a:gd name="connsiteY2-32" fmla="*/ 807894 h 3960000"/>
              <a:gd name="connsiteX3-33" fmla="*/ 3582000 w 3597300"/>
              <a:gd name="connsiteY3-34" fmla="*/ 1980000 h 3960000"/>
              <a:gd name="connsiteX4-35" fmla="*/ 2862382 w 3597300"/>
              <a:gd name="connsiteY4-36" fmla="*/ 3307821 h 3960000"/>
              <a:gd name="connsiteX5-37" fmla="*/ 1791000 w 3597300"/>
              <a:gd name="connsiteY5-38" fmla="*/ 3960000 h 3960000"/>
              <a:gd name="connsiteX6-39" fmla="*/ 0 w 3597300"/>
              <a:gd name="connsiteY6-40" fmla="*/ 3960000 h 3960000"/>
              <a:gd name="connsiteX7-41" fmla="*/ 0 w 3597300"/>
              <a:gd name="connsiteY7-42" fmla="*/ 0 h 3960000"/>
              <a:gd name="connsiteX0-43" fmla="*/ 0 w 3597300"/>
              <a:gd name="connsiteY0-44" fmla="*/ 0 h 3960000"/>
              <a:gd name="connsiteX1-45" fmla="*/ 3019725 w 3597300"/>
              <a:gd name="connsiteY1-46" fmla="*/ 282575 h 3960000"/>
              <a:gd name="connsiteX2-47" fmla="*/ 3225219 w 3597300"/>
              <a:gd name="connsiteY2-48" fmla="*/ 807894 h 3960000"/>
              <a:gd name="connsiteX3-49" fmla="*/ 3582000 w 3597300"/>
              <a:gd name="connsiteY3-50" fmla="*/ 1980000 h 3960000"/>
              <a:gd name="connsiteX4-51" fmla="*/ 2862382 w 3597300"/>
              <a:gd name="connsiteY4-52" fmla="*/ 3307821 h 3960000"/>
              <a:gd name="connsiteX5-53" fmla="*/ 1791000 w 3597300"/>
              <a:gd name="connsiteY5-54" fmla="*/ 3960000 h 3960000"/>
              <a:gd name="connsiteX6-55" fmla="*/ 0 w 3597300"/>
              <a:gd name="connsiteY6-56" fmla="*/ 3960000 h 3960000"/>
              <a:gd name="connsiteX7-57" fmla="*/ 0 w 3597300"/>
              <a:gd name="connsiteY7-58" fmla="*/ 0 h 3960000"/>
              <a:gd name="connsiteX0-59" fmla="*/ 0 w 3597300"/>
              <a:gd name="connsiteY0-60" fmla="*/ 3175 h 3963175"/>
              <a:gd name="connsiteX1-61" fmla="*/ 3264200 w 3597300"/>
              <a:gd name="connsiteY1-62" fmla="*/ 0 h 3963175"/>
              <a:gd name="connsiteX2-63" fmla="*/ 3225219 w 3597300"/>
              <a:gd name="connsiteY2-64" fmla="*/ 811069 h 3963175"/>
              <a:gd name="connsiteX3-65" fmla="*/ 3582000 w 3597300"/>
              <a:gd name="connsiteY3-66" fmla="*/ 1983175 h 3963175"/>
              <a:gd name="connsiteX4-67" fmla="*/ 2862382 w 3597300"/>
              <a:gd name="connsiteY4-68" fmla="*/ 3310996 h 3963175"/>
              <a:gd name="connsiteX5-69" fmla="*/ 1791000 w 3597300"/>
              <a:gd name="connsiteY5-70" fmla="*/ 3963175 h 3963175"/>
              <a:gd name="connsiteX6-71" fmla="*/ 0 w 3597300"/>
              <a:gd name="connsiteY6-72" fmla="*/ 3963175 h 3963175"/>
              <a:gd name="connsiteX7-73" fmla="*/ 0 w 3597300"/>
              <a:gd name="connsiteY7-74" fmla="*/ 3175 h 3963175"/>
              <a:gd name="connsiteX0-75" fmla="*/ 0 w 3597300"/>
              <a:gd name="connsiteY0-76" fmla="*/ 3175 h 3963175"/>
              <a:gd name="connsiteX1-77" fmla="*/ 3264200 w 3597300"/>
              <a:gd name="connsiteY1-78" fmla="*/ 0 h 3963175"/>
              <a:gd name="connsiteX2-79" fmla="*/ 3225219 w 3597300"/>
              <a:gd name="connsiteY2-80" fmla="*/ 811069 h 3963175"/>
              <a:gd name="connsiteX3-81" fmla="*/ 3582000 w 3597300"/>
              <a:gd name="connsiteY3-82" fmla="*/ 1983175 h 3963175"/>
              <a:gd name="connsiteX4-83" fmla="*/ 2862382 w 3597300"/>
              <a:gd name="connsiteY4-84" fmla="*/ 3310996 h 3963175"/>
              <a:gd name="connsiteX5-85" fmla="*/ 1791000 w 3597300"/>
              <a:gd name="connsiteY5-86" fmla="*/ 3963175 h 3963175"/>
              <a:gd name="connsiteX6-87" fmla="*/ 0 w 3597300"/>
              <a:gd name="connsiteY6-88" fmla="*/ 3963175 h 3963175"/>
              <a:gd name="connsiteX7-89" fmla="*/ 0 w 3597300"/>
              <a:gd name="connsiteY7-90" fmla="*/ 3175 h 3963175"/>
              <a:gd name="connsiteX0-91" fmla="*/ 0 w 3616616"/>
              <a:gd name="connsiteY0-92" fmla="*/ 21630 h 3981630"/>
              <a:gd name="connsiteX1-93" fmla="*/ 3264200 w 3616616"/>
              <a:gd name="connsiteY1-94" fmla="*/ 18455 h 3981630"/>
              <a:gd name="connsiteX2-95" fmla="*/ 3323644 w 3616616"/>
              <a:gd name="connsiteY2-96" fmla="*/ 184999 h 3981630"/>
              <a:gd name="connsiteX3-97" fmla="*/ 3582000 w 3616616"/>
              <a:gd name="connsiteY3-98" fmla="*/ 2001630 h 3981630"/>
              <a:gd name="connsiteX4-99" fmla="*/ 2862382 w 3616616"/>
              <a:gd name="connsiteY4-100" fmla="*/ 3329451 h 3981630"/>
              <a:gd name="connsiteX5-101" fmla="*/ 1791000 w 3616616"/>
              <a:gd name="connsiteY5-102" fmla="*/ 3981630 h 3981630"/>
              <a:gd name="connsiteX6-103" fmla="*/ 0 w 3616616"/>
              <a:gd name="connsiteY6-104" fmla="*/ 3981630 h 3981630"/>
              <a:gd name="connsiteX7-105" fmla="*/ 0 w 3616616"/>
              <a:gd name="connsiteY7-106" fmla="*/ 21630 h 3981630"/>
              <a:gd name="connsiteX0-107" fmla="*/ 0 w 3616616"/>
              <a:gd name="connsiteY0-108" fmla="*/ 3175 h 3963175"/>
              <a:gd name="connsiteX1-109" fmla="*/ 3264200 w 3616616"/>
              <a:gd name="connsiteY1-110" fmla="*/ 0 h 3963175"/>
              <a:gd name="connsiteX2-111" fmla="*/ 3323644 w 3616616"/>
              <a:gd name="connsiteY2-112" fmla="*/ 166544 h 3963175"/>
              <a:gd name="connsiteX3-113" fmla="*/ 3582000 w 3616616"/>
              <a:gd name="connsiteY3-114" fmla="*/ 1983175 h 3963175"/>
              <a:gd name="connsiteX4-115" fmla="*/ 2862382 w 3616616"/>
              <a:gd name="connsiteY4-116" fmla="*/ 3310996 h 3963175"/>
              <a:gd name="connsiteX5-117" fmla="*/ 1791000 w 3616616"/>
              <a:gd name="connsiteY5-118" fmla="*/ 3963175 h 3963175"/>
              <a:gd name="connsiteX6-119" fmla="*/ 0 w 3616616"/>
              <a:gd name="connsiteY6-120" fmla="*/ 3963175 h 3963175"/>
              <a:gd name="connsiteX7-121" fmla="*/ 0 w 3616616"/>
              <a:gd name="connsiteY7-122" fmla="*/ 3175 h 3963175"/>
              <a:gd name="connsiteX0-123" fmla="*/ 0 w 3601265"/>
              <a:gd name="connsiteY0-124" fmla="*/ 3175 h 3963175"/>
              <a:gd name="connsiteX1-125" fmla="*/ 3264200 w 3601265"/>
              <a:gd name="connsiteY1-126" fmla="*/ 0 h 3963175"/>
              <a:gd name="connsiteX2-127" fmla="*/ 3323644 w 3601265"/>
              <a:gd name="connsiteY2-128" fmla="*/ 166544 h 3963175"/>
              <a:gd name="connsiteX3-129" fmla="*/ 3582000 w 3601265"/>
              <a:gd name="connsiteY3-130" fmla="*/ 1983175 h 3963175"/>
              <a:gd name="connsiteX4-131" fmla="*/ 2862382 w 3601265"/>
              <a:gd name="connsiteY4-132" fmla="*/ 3310996 h 3963175"/>
              <a:gd name="connsiteX5-133" fmla="*/ 1791000 w 3601265"/>
              <a:gd name="connsiteY5-134" fmla="*/ 3963175 h 3963175"/>
              <a:gd name="connsiteX6-135" fmla="*/ 0 w 3601265"/>
              <a:gd name="connsiteY6-136" fmla="*/ 3963175 h 3963175"/>
              <a:gd name="connsiteX7-137" fmla="*/ 0 w 3601265"/>
              <a:gd name="connsiteY7-138" fmla="*/ 3175 h 3963175"/>
              <a:gd name="connsiteX0-139" fmla="*/ 0 w 3364734"/>
              <a:gd name="connsiteY0-140" fmla="*/ 3175 h 3963175"/>
              <a:gd name="connsiteX1-141" fmla="*/ 3264200 w 3364734"/>
              <a:gd name="connsiteY1-142" fmla="*/ 0 h 3963175"/>
              <a:gd name="connsiteX2-143" fmla="*/ 3323644 w 3364734"/>
              <a:gd name="connsiteY2-144" fmla="*/ 166544 h 3963175"/>
              <a:gd name="connsiteX3-145" fmla="*/ 3016850 w 3364734"/>
              <a:gd name="connsiteY3-146" fmla="*/ 1614875 h 3963175"/>
              <a:gd name="connsiteX4-147" fmla="*/ 2862382 w 3364734"/>
              <a:gd name="connsiteY4-148" fmla="*/ 3310996 h 3963175"/>
              <a:gd name="connsiteX5-149" fmla="*/ 1791000 w 3364734"/>
              <a:gd name="connsiteY5-150" fmla="*/ 3963175 h 3963175"/>
              <a:gd name="connsiteX6-151" fmla="*/ 0 w 3364734"/>
              <a:gd name="connsiteY6-152" fmla="*/ 3963175 h 3963175"/>
              <a:gd name="connsiteX7-153" fmla="*/ 0 w 3364734"/>
              <a:gd name="connsiteY7-154" fmla="*/ 3175 h 3963175"/>
              <a:gd name="connsiteX0-155" fmla="*/ 0 w 3598344"/>
              <a:gd name="connsiteY0-156" fmla="*/ 3175 h 3963175"/>
              <a:gd name="connsiteX1-157" fmla="*/ 3264200 w 3598344"/>
              <a:gd name="connsiteY1-158" fmla="*/ 0 h 3963175"/>
              <a:gd name="connsiteX2-159" fmla="*/ 3323644 w 3598344"/>
              <a:gd name="connsiteY2-160" fmla="*/ 166544 h 3963175"/>
              <a:gd name="connsiteX3-161" fmla="*/ 3578825 w 3598344"/>
              <a:gd name="connsiteY3-162" fmla="*/ 1640275 h 3963175"/>
              <a:gd name="connsiteX4-163" fmla="*/ 2862382 w 3598344"/>
              <a:gd name="connsiteY4-164" fmla="*/ 3310996 h 3963175"/>
              <a:gd name="connsiteX5-165" fmla="*/ 1791000 w 3598344"/>
              <a:gd name="connsiteY5-166" fmla="*/ 3963175 h 3963175"/>
              <a:gd name="connsiteX6-167" fmla="*/ 0 w 3598344"/>
              <a:gd name="connsiteY6-168" fmla="*/ 3963175 h 3963175"/>
              <a:gd name="connsiteX7-169" fmla="*/ 0 w 3598344"/>
              <a:gd name="connsiteY7-170" fmla="*/ 3175 h 3963175"/>
              <a:gd name="connsiteX0-171" fmla="*/ 0 w 3612056"/>
              <a:gd name="connsiteY0-172" fmla="*/ 3175 h 3963175"/>
              <a:gd name="connsiteX1-173" fmla="*/ 3264200 w 3612056"/>
              <a:gd name="connsiteY1-174" fmla="*/ 0 h 3963175"/>
              <a:gd name="connsiteX2-175" fmla="*/ 3323644 w 3612056"/>
              <a:gd name="connsiteY2-176" fmla="*/ 166544 h 3963175"/>
              <a:gd name="connsiteX3-177" fmla="*/ 3578825 w 3612056"/>
              <a:gd name="connsiteY3-178" fmla="*/ 1640275 h 3963175"/>
              <a:gd name="connsiteX4-179" fmla="*/ 2862382 w 3612056"/>
              <a:gd name="connsiteY4-180" fmla="*/ 3310996 h 3963175"/>
              <a:gd name="connsiteX5-181" fmla="*/ 1791000 w 3612056"/>
              <a:gd name="connsiteY5-182" fmla="*/ 3963175 h 3963175"/>
              <a:gd name="connsiteX6-183" fmla="*/ 0 w 3612056"/>
              <a:gd name="connsiteY6-184" fmla="*/ 3963175 h 3963175"/>
              <a:gd name="connsiteX7-185" fmla="*/ 0 w 3612056"/>
              <a:gd name="connsiteY7-186" fmla="*/ 3175 h 3963175"/>
              <a:gd name="connsiteX0-187" fmla="*/ 0 w 3635528"/>
              <a:gd name="connsiteY0-188" fmla="*/ 3175 h 3963175"/>
              <a:gd name="connsiteX1-189" fmla="*/ 3264200 w 3635528"/>
              <a:gd name="connsiteY1-190" fmla="*/ 0 h 3963175"/>
              <a:gd name="connsiteX2-191" fmla="*/ 3323644 w 3635528"/>
              <a:gd name="connsiteY2-192" fmla="*/ 166544 h 3963175"/>
              <a:gd name="connsiteX3-193" fmla="*/ 3578825 w 3635528"/>
              <a:gd name="connsiteY3-194" fmla="*/ 1640275 h 3963175"/>
              <a:gd name="connsiteX4-195" fmla="*/ 2862382 w 3635528"/>
              <a:gd name="connsiteY4-196" fmla="*/ 3310996 h 3963175"/>
              <a:gd name="connsiteX5-197" fmla="*/ 1791000 w 3635528"/>
              <a:gd name="connsiteY5-198" fmla="*/ 3963175 h 3963175"/>
              <a:gd name="connsiteX6-199" fmla="*/ 0 w 3635528"/>
              <a:gd name="connsiteY6-200" fmla="*/ 3963175 h 3963175"/>
              <a:gd name="connsiteX7-201" fmla="*/ 0 w 3635528"/>
              <a:gd name="connsiteY7-202" fmla="*/ 3175 h 3963175"/>
              <a:gd name="connsiteX0-203" fmla="*/ 0 w 3578828"/>
              <a:gd name="connsiteY0-204" fmla="*/ 3175 h 3963175"/>
              <a:gd name="connsiteX1-205" fmla="*/ 3264200 w 3578828"/>
              <a:gd name="connsiteY1-206" fmla="*/ 0 h 3963175"/>
              <a:gd name="connsiteX2-207" fmla="*/ 3323644 w 3578828"/>
              <a:gd name="connsiteY2-208" fmla="*/ 166544 h 3963175"/>
              <a:gd name="connsiteX3-209" fmla="*/ 3578825 w 3578828"/>
              <a:gd name="connsiteY3-210" fmla="*/ 1640275 h 3963175"/>
              <a:gd name="connsiteX4-211" fmla="*/ 2862382 w 3578828"/>
              <a:gd name="connsiteY4-212" fmla="*/ 3310996 h 3963175"/>
              <a:gd name="connsiteX5-213" fmla="*/ 1791000 w 3578828"/>
              <a:gd name="connsiteY5-214" fmla="*/ 3963175 h 3963175"/>
              <a:gd name="connsiteX6-215" fmla="*/ 0 w 3578828"/>
              <a:gd name="connsiteY6-216" fmla="*/ 3963175 h 3963175"/>
              <a:gd name="connsiteX7-217" fmla="*/ 0 w 3578828"/>
              <a:gd name="connsiteY7-218" fmla="*/ 3175 h 3963175"/>
              <a:gd name="connsiteX0-219" fmla="*/ 0 w 3578942"/>
              <a:gd name="connsiteY0-220" fmla="*/ 3175 h 3963175"/>
              <a:gd name="connsiteX1-221" fmla="*/ 3264200 w 3578942"/>
              <a:gd name="connsiteY1-222" fmla="*/ 0 h 3963175"/>
              <a:gd name="connsiteX2-223" fmla="*/ 3323644 w 3578942"/>
              <a:gd name="connsiteY2-224" fmla="*/ 166544 h 3963175"/>
              <a:gd name="connsiteX3-225" fmla="*/ 3578825 w 3578942"/>
              <a:gd name="connsiteY3-226" fmla="*/ 1640275 h 3963175"/>
              <a:gd name="connsiteX4-227" fmla="*/ 2862382 w 3578942"/>
              <a:gd name="connsiteY4-228" fmla="*/ 3310996 h 3963175"/>
              <a:gd name="connsiteX5-229" fmla="*/ 1791000 w 3578942"/>
              <a:gd name="connsiteY5-230" fmla="*/ 3963175 h 3963175"/>
              <a:gd name="connsiteX6-231" fmla="*/ 0 w 3578942"/>
              <a:gd name="connsiteY6-232" fmla="*/ 3963175 h 3963175"/>
              <a:gd name="connsiteX7-233" fmla="*/ 0 w 3578942"/>
              <a:gd name="connsiteY7-234" fmla="*/ 3175 h 3963175"/>
              <a:gd name="connsiteX0-235" fmla="*/ 0 w 3578942"/>
              <a:gd name="connsiteY0-236" fmla="*/ 3175 h 3963175"/>
              <a:gd name="connsiteX1-237" fmla="*/ 3264200 w 3578942"/>
              <a:gd name="connsiteY1-238" fmla="*/ 0 h 3963175"/>
              <a:gd name="connsiteX2-239" fmla="*/ 3323644 w 3578942"/>
              <a:gd name="connsiteY2-240" fmla="*/ 166544 h 3963175"/>
              <a:gd name="connsiteX3-241" fmla="*/ 3578825 w 3578942"/>
              <a:gd name="connsiteY3-242" fmla="*/ 1640275 h 3963175"/>
              <a:gd name="connsiteX4-243" fmla="*/ 2862382 w 3578942"/>
              <a:gd name="connsiteY4-244" fmla="*/ 3310996 h 3963175"/>
              <a:gd name="connsiteX5-245" fmla="*/ 1791000 w 3578942"/>
              <a:gd name="connsiteY5-246" fmla="*/ 3963175 h 3963175"/>
              <a:gd name="connsiteX6-247" fmla="*/ 0 w 3578942"/>
              <a:gd name="connsiteY6-248" fmla="*/ 3963175 h 3963175"/>
              <a:gd name="connsiteX7-249" fmla="*/ 0 w 3578942"/>
              <a:gd name="connsiteY7-250" fmla="*/ 3175 h 3963175"/>
              <a:gd name="connsiteX0-251" fmla="*/ 0 w 3590408"/>
              <a:gd name="connsiteY0-252" fmla="*/ 3175 h 3974831"/>
              <a:gd name="connsiteX1-253" fmla="*/ 3264200 w 3590408"/>
              <a:gd name="connsiteY1-254" fmla="*/ 0 h 3974831"/>
              <a:gd name="connsiteX2-255" fmla="*/ 3323644 w 3590408"/>
              <a:gd name="connsiteY2-256" fmla="*/ 166544 h 3974831"/>
              <a:gd name="connsiteX3-257" fmla="*/ 3578825 w 3590408"/>
              <a:gd name="connsiteY3-258" fmla="*/ 1640275 h 3974831"/>
              <a:gd name="connsiteX4-259" fmla="*/ 3002082 w 3590408"/>
              <a:gd name="connsiteY4-260" fmla="*/ 3809471 h 3974831"/>
              <a:gd name="connsiteX5-261" fmla="*/ 1791000 w 3590408"/>
              <a:gd name="connsiteY5-262" fmla="*/ 3963175 h 3974831"/>
              <a:gd name="connsiteX6-263" fmla="*/ 0 w 3590408"/>
              <a:gd name="connsiteY6-264" fmla="*/ 3963175 h 3974831"/>
              <a:gd name="connsiteX7-265" fmla="*/ 0 w 3590408"/>
              <a:gd name="connsiteY7-266" fmla="*/ 3175 h 3974831"/>
              <a:gd name="connsiteX0-267" fmla="*/ 0 w 3590408"/>
              <a:gd name="connsiteY0-268" fmla="*/ 3175 h 3974831"/>
              <a:gd name="connsiteX1-269" fmla="*/ 3264200 w 3590408"/>
              <a:gd name="connsiteY1-270" fmla="*/ 0 h 3974831"/>
              <a:gd name="connsiteX2-271" fmla="*/ 3323644 w 3590408"/>
              <a:gd name="connsiteY2-272" fmla="*/ 166544 h 3974831"/>
              <a:gd name="connsiteX3-273" fmla="*/ 3578825 w 3590408"/>
              <a:gd name="connsiteY3-274" fmla="*/ 1640275 h 3974831"/>
              <a:gd name="connsiteX4-275" fmla="*/ 3002082 w 3590408"/>
              <a:gd name="connsiteY4-276" fmla="*/ 3809471 h 3974831"/>
              <a:gd name="connsiteX5-277" fmla="*/ 1791000 w 3590408"/>
              <a:gd name="connsiteY5-278" fmla="*/ 3963175 h 3974831"/>
              <a:gd name="connsiteX6-279" fmla="*/ 0 w 3590408"/>
              <a:gd name="connsiteY6-280" fmla="*/ 3963175 h 3974831"/>
              <a:gd name="connsiteX7-281" fmla="*/ 0 w 3590408"/>
              <a:gd name="connsiteY7-282" fmla="*/ 3175 h 3974831"/>
              <a:gd name="connsiteX0-283" fmla="*/ 0 w 3590408"/>
              <a:gd name="connsiteY0-284" fmla="*/ 3175 h 3975950"/>
              <a:gd name="connsiteX1-285" fmla="*/ 3264200 w 3590408"/>
              <a:gd name="connsiteY1-286" fmla="*/ 0 h 3975950"/>
              <a:gd name="connsiteX2-287" fmla="*/ 3323644 w 3590408"/>
              <a:gd name="connsiteY2-288" fmla="*/ 166544 h 3975950"/>
              <a:gd name="connsiteX3-289" fmla="*/ 3578825 w 3590408"/>
              <a:gd name="connsiteY3-290" fmla="*/ 1640275 h 3975950"/>
              <a:gd name="connsiteX4-291" fmla="*/ 3002082 w 3590408"/>
              <a:gd name="connsiteY4-292" fmla="*/ 3809471 h 3975950"/>
              <a:gd name="connsiteX5-293" fmla="*/ 2908600 w 3590408"/>
              <a:gd name="connsiteY5-294" fmla="*/ 3966350 h 3975950"/>
              <a:gd name="connsiteX6-295" fmla="*/ 0 w 3590408"/>
              <a:gd name="connsiteY6-296" fmla="*/ 3963175 h 3975950"/>
              <a:gd name="connsiteX7-297" fmla="*/ 0 w 3590408"/>
              <a:gd name="connsiteY7-298" fmla="*/ 3175 h 3975950"/>
              <a:gd name="connsiteX0-299" fmla="*/ 0 w 3590408"/>
              <a:gd name="connsiteY0-300" fmla="*/ 3175 h 3966350"/>
              <a:gd name="connsiteX1-301" fmla="*/ 3264200 w 3590408"/>
              <a:gd name="connsiteY1-302" fmla="*/ 0 h 3966350"/>
              <a:gd name="connsiteX2-303" fmla="*/ 3323644 w 3590408"/>
              <a:gd name="connsiteY2-304" fmla="*/ 166544 h 3966350"/>
              <a:gd name="connsiteX3-305" fmla="*/ 3578825 w 3590408"/>
              <a:gd name="connsiteY3-306" fmla="*/ 1640275 h 3966350"/>
              <a:gd name="connsiteX4-307" fmla="*/ 3002082 w 3590408"/>
              <a:gd name="connsiteY4-308" fmla="*/ 3809471 h 3966350"/>
              <a:gd name="connsiteX5-309" fmla="*/ 2908600 w 3590408"/>
              <a:gd name="connsiteY5-310" fmla="*/ 3966350 h 3966350"/>
              <a:gd name="connsiteX6-311" fmla="*/ 0 w 3590408"/>
              <a:gd name="connsiteY6-312" fmla="*/ 3963175 h 3966350"/>
              <a:gd name="connsiteX7-313" fmla="*/ 0 w 3590408"/>
              <a:gd name="connsiteY7-314" fmla="*/ 3175 h 3966350"/>
              <a:gd name="connsiteX0-315" fmla="*/ 0 w 3590408"/>
              <a:gd name="connsiteY0-316" fmla="*/ 3175 h 3966350"/>
              <a:gd name="connsiteX1-317" fmla="*/ 3264200 w 3590408"/>
              <a:gd name="connsiteY1-318" fmla="*/ 0 h 3966350"/>
              <a:gd name="connsiteX2-319" fmla="*/ 3323644 w 3590408"/>
              <a:gd name="connsiteY2-320" fmla="*/ 166544 h 3966350"/>
              <a:gd name="connsiteX3-321" fmla="*/ 3578825 w 3590408"/>
              <a:gd name="connsiteY3-322" fmla="*/ 1640275 h 3966350"/>
              <a:gd name="connsiteX4-323" fmla="*/ 3002082 w 3590408"/>
              <a:gd name="connsiteY4-324" fmla="*/ 3809471 h 3966350"/>
              <a:gd name="connsiteX5-325" fmla="*/ 2908600 w 3590408"/>
              <a:gd name="connsiteY5-326" fmla="*/ 3966350 h 3966350"/>
              <a:gd name="connsiteX6-327" fmla="*/ 0 w 3590408"/>
              <a:gd name="connsiteY6-328" fmla="*/ 3963175 h 3966350"/>
              <a:gd name="connsiteX7-329" fmla="*/ 0 w 3590408"/>
              <a:gd name="connsiteY7-330" fmla="*/ 3175 h 3966350"/>
              <a:gd name="connsiteX0-331" fmla="*/ 0 w 3590408"/>
              <a:gd name="connsiteY0-332" fmla="*/ 3175 h 3966350"/>
              <a:gd name="connsiteX1-333" fmla="*/ 3264200 w 3590408"/>
              <a:gd name="connsiteY1-334" fmla="*/ 0 h 3966350"/>
              <a:gd name="connsiteX2-335" fmla="*/ 3323644 w 3590408"/>
              <a:gd name="connsiteY2-336" fmla="*/ 166544 h 3966350"/>
              <a:gd name="connsiteX3-337" fmla="*/ 3578825 w 3590408"/>
              <a:gd name="connsiteY3-338" fmla="*/ 1640275 h 3966350"/>
              <a:gd name="connsiteX4-339" fmla="*/ 3002082 w 3590408"/>
              <a:gd name="connsiteY4-340" fmla="*/ 3809471 h 3966350"/>
              <a:gd name="connsiteX5-341" fmla="*/ 2908600 w 3590408"/>
              <a:gd name="connsiteY5-342" fmla="*/ 3966350 h 3966350"/>
              <a:gd name="connsiteX6-343" fmla="*/ 0 w 3590408"/>
              <a:gd name="connsiteY6-344" fmla="*/ 3963175 h 3966350"/>
              <a:gd name="connsiteX7-345" fmla="*/ 0 w 3590408"/>
              <a:gd name="connsiteY7-346" fmla="*/ 3175 h 3966350"/>
              <a:gd name="connsiteX0-347" fmla="*/ 0 w 3580367"/>
              <a:gd name="connsiteY0-348" fmla="*/ 3175 h 3966350"/>
              <a:gd name="connsiteX1-349" fmla="*/ 3264200 w 3580367"/>
              <a:gd name="connsiteY1-350" fmla="*/ 0 h 3966350"/>
              <a:gd name="connsiteX2-351" fmla="*/ 3323644 w 3580367"/>
              <a:gd name="connsiteY2-352" fmla="*/ 166544 h 3966350"/>
              <a:gd name="connsiteX3-353" fmla="*/ 3578825 w 3580367"/>
              <a:gd name="connsiteY3-354" fmla="*/ 1640275 h 3966350"/>
              <a:gd name="connsiteX4-355" fmla="*/ 3002082 w 3580367"/>
              <a:gd name="connsiteY4-356" fmla="*/ 3809471 h 3966350"/>
              <a:gd name="connsiteX5-357" fmla="*/ 2908600 w 3580367"/>
              <a:gd name="connsiteY5-358" fmla="*/ 3966350 h 3966350"/>
              <a:gd name="connsiteX6-359" fmla="*/ 0 w 3580367"/>
              <a:gd name="connsiteY6-360" fmla="*/ 3963175 h 3966350"/>
              <a:gd name="connsiteX7-361" fmla="*/ 0 w 3580367"/>
              <a:gd name="connsiteY7-362" fmla="*/ 3175 h 3966350"/>
              <a:gd name="connsiteX0-363" fmla="*/ 0 w 3578976"/>
              <a:gd name="connsiteY0-364" fmla="*/ 3175 h 3966350"/>
              <a:gd name="connsiteX1-365" fmla="*/ 3264200 w 3578976"/>
              <a:gd name="connsiteY1-366" fmla="*/ 0 h 3966350"/>
              <a:gd name="connsiteX2-367" fmla="*/ 3323644 w 3578976"/>
              <a:gd name="connsiteY2-368" fmla="*/ 166544 h 3966350"/>
              <a:gd name="connsiteX3-369" fmla="*/ 3578825 w 3578976"/>
              <a:gd name="connsiteY3-370" fmla="*/ 1640275 h 3966350"/>
              <a:gd name="connsiteX4-371" fmla="*/ 3002082 w 3578976"/>
              <a:gd name="connsiteY4-372" fmla="*/ 3809471 h 3966350"/>
              <a:gd name="connsiteX5-373" fmla="*/ 2908600 w 3578976"/>
              <a:gd name="connsiteY5-374" fmla="*/ 3966350 h 3966350"/>
              <a:gd name="connsiteX6-375" fmla="*/ 0 w 3578976"/>
              <a:gd name="connsiteY6-376" fmla="*/ 3963175 h 3966350"/>
              <a:gd name="connsiteX7-377" fmla="*/ 0 w 3578976"/>
              <a:gd name="connsiteY7-378" fmla="*/ 3175 h 3966350"/>
              <a:gd name="connsiteX0-379" fmla="*/ 0 w 3579143"/>
              <a:gd name="connsiteY0-380" fmla="*/ 3175 h 3966350"/>
              <a:gd name="connsiteX1-381" fmla="*/ 3264200 w 3579143"/>
              <a:gd name="connsiteY1-382" fmla="*/ 0 h 3966350"/>
              <a:gd name="connsiteX2-383" fmla="*/ 3323644 w 3579143"/>
              <a:gd name="connsiteY2-384" fmla="*/ 166544 h 3966350"/>
              <a:gd name="connsiteX3-385" fmla="*/ 3578825 w 3579143"/>
              <a:gd name="connsiteY3-386" fmla="*/ 1640275 h 3966350"/>
              <a:gd name="connsiteX4-387" fmla="*/ 3002082 w 3579143"/>
              <a:gd name="connsiteY4-388" fmla="*/ 3809471 h 3966350"/>
              <a:gd name="connsiteX5-389" fmla="*/ 2908600 w 3579143"/>
              <a:gd name="connsiteY5-390" fmla="*/ 3966350 h 3966350"/>
              <a:gd name="connsiteX6-391" fmla="*/ 0 w 3579143"/>
              <a:gd name="connsiteY6-392" fmla="*/ 3963175 h 3966350"/>
              <a:gd name="connsiteX7-393" fmla="*/ 0 w 3579143"/>
              <a:gd name="connsiteY7-394" fmla="*/ 3175 h 3966350"/>
              <a:gd name="connsiteX0-395" fmla="*/ 0 w 3579143"/>
              <a:gd name="connsiteY0-396" fmla="*/ 3175 h 4131450"/>
              <a:gd name="connsiteX1-397" fmla="*/ 3264200 w 3579143"/>
              <a:gd name="connsiteY1-398" fmla="*/ 0 h 4131450"/>
              <a:gd name="connsiteX2-399" fmla="*/ 3323644 w 3579143"/>
              <a:gd name="connsiteY2-400" fmla="*/ 166544 h 4131450"/>
              <a:gd name="connsiteX3-401" fmla="*/ 3578825 w 3579143"/>
              <a:gd name="connsiteY3-402" fmla="*/ 1640275 h 4131450"/>
              <a:gd name="connsiteX4-403" fmla="*/ 3002082 w 3579143"/>
              <a:gd name="connsiteY4-404" fmla="*/ 3809471 h 4131450"/>
              <a:gd name="connsiteX5-405" fmla="*/ 3159425 w 3579143"/>
              <a:gd name="connsiteY5-406" fmla="*/ 4131450 h 4131450"/>
              <a:gd name="connsiteX6-407" fmla="*/ 0 w 3579143"/>
              <a:gd name="connsiteY6-408" fmla="*/ 3963175 h 4131450"/>
              <a:gd name="connsiteX7-409" fmla="*/ 0 w 3579143"/>
              <a:gd name="connsiteY7-410" fmla="*/ 3175 h 4131450"/>
              <a:gd name="connsiteX0-411" fmla="*/ 0 w 3579143"/>
              <a:gd name="connsiteY0-412" fmla="*/ 3175 h 3963175"/>
              <a:gd name="connsiteX1-413" fmla="*/ 3264200 w 3579143"/>
              <a:gd name="connsiteY1-414" fmla="*/ 0 h 3963175"/>
              <a:gd name="connsiteX2-415" fmla="*/ 3323644 w 3579143"/>
              <a:gd name="connsiteY2-416" fmla="*/ 166544 h 3963175"/>
              <a:gd name="connsiteX3-417" fmla="*/ 3578825 w 3579143"/>
              <a:gd name="connsiteY3-418" fmla="*/ 1640275 h 3963175"/>
              <a:gd name="connsiteX4-419" fmla="*/ 3002082 w 3579143"/>
              <a:gd name="connsiteY4-420" fmla="*/ 3809471 h 3963175"/>
              <a:gd name="connsiteX5-421" fmla="*/ 2905425 w 3579143"/>
              <a:gd name="connsiteY5-422" fmla="*/ 3963175 h 3963175"/>
              <a:gd name="connsiteX6-423" fmla="*/ 0 w 3579143"/>
              <a:gd name="connsiteY6-424" fmla="*/ 3963175 h 3963175"/>
              <a:gd name="connsiteX7-425" fmla="*/ 0 w 3579143"/>
              <a:gd name="connsiteY7-426" fmla="*/ 3175 h 3963175"/>
              <a:gd name="connsiteX0-427" fmla="*/ 0 w 3579143"/>
              <a:gd name="connsiteY0-428" fmla="*/ 3175 h 3963175"/>
              <a:gd name="connsiteX1-429" fmla="*/ 3264200 w 3579143"/>
              <a:gd name="connsiteY1-430" fmla="*/ 0 h 3963175"/>
              <a:gd name="connsiteX2-431" fmla="*/ 3323644 w 3579143"/>
              <a:gd name="connsiteY2-432" fmla="*/ 166544 h 3963175"/>
              <a:gd name="connsiteX3-433" fmla="*/ 3578825 w 3579143"/>
              <a:gd name="connsiteY3-434" fmla="*/ 1640275 h 3963175"/>
              <a:gd name="connsiteX4-435" fmla="*/ 3002082 w 3579143"/>
              <a:gd name="connsiteY4-436" fmla="*/ 3809471 h 3963175"/>
              <a:gd name="connsiteX5-437" fmla="*/ 2905425 w 3579143"/>
              <a:gd name="connsiteY5-438" fmla="*/ 3963175 h 3963175"/>
              <a:gd name="connsiteX6-439" fmla="*/ 0 w 3579143"/>
              <a:gd name="connsiteY6-440" fmla="*/ 3963175 h 3963175"/>
              <a:gd name="connsiteX7-441" fmla="*/ 0 w 3579143"/>
              <a:gd name="connsiteY7-442" fmla="*/ 3175 h 3963175"/>
              <a:gd name="connsiteX0-443" fmla="*/ 0 w 3579143"/>
              <a:gd name="connsiteY0-444" fmla="*/ 3175 h 3963175"/>
              <a:gd name="connsiteX1-445" fmla="*/ 3264200 w 3579143"/>
              <a:gd name="connsiteY1-446" fmla="*/ 0 h 3963175"/>
              <a:gd name="connsiteX2-447" fmla="*/ 3323644 w 3579143"/>
              <a:gd name="connsiteY2-448" fmla="*/ 166544 h 3963175"/>
              <a:gd name="connsiteX3-449" fmla="*/ 3578825 w 3579143"/>
              <a:gd name="connsiteY3-450" fmla="*/ 1640275 h 3963175"/>
              <a:gd name="connsiteX4-451" fmla="*/ 3002082 w 3579143"/>
              <a:gd name="connsiteY4-452" fmla="*/ 3809471 h 3963175"/>
              <a:gd name="connsiteX5-453" fmla="*/ 2905425 w 3579143"/>
              <a:gd name="connsiteY5-454" fmla="*/ 3963175 h 3963175"/>
              <a:gd name="connsiteX6-455" fmla="*/ 0 w 3579143"/>
              <a:gd name="connsiteY6-456" fmla="*/ 3963175 h 3963175"/>
              <a:gd name="connsiteX7-457" fmla="*/ 0 w 3579143"/>
              <a:gd name="connsiteY7-458" fmla="*/ 3175 h 3963175"/>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25" y="connsiteY6-26"/>
              </a:cxn>
              <a:cxn ang="0">
                <a:pos x="connsiteX7-41" y="connsiteY7-42"/>
              </a:cxn>
            </a:cxnLst>
            <a:rect l="l" t="t" r="r" b="b"/>
            <a:pathLst>
              <a:path w="3579143" h="3963175">
                <a:moveTo>
                  <a:pt x="0" y="3175"/>
                </a:moveTo>
                <a:lnTo>
                  <a:pt x="3264200" y="0"/>
                </a:lnTo>
                <a:cubicBezTo>
                  <a:pt x="3287387" y="61624"/>
                  <a:pt x="3301369" y="106419"/>
                  <a:pt x="3323644" y="166544"/>
                </a:cubicBezTo>
                <a:cubicBezTo>
                  <a:pt x="3491969" y="623544"/>
                  <a:pt x="3568919" y="877546"/>
                  <a:pt x="3578825" y="1640275"/>
                </a:cubicBezTo>
                <a:cubicBezTo>
                  <a:pt x="3588731" y="2403004"/>
                  <a:pt x="3367257" y="3165146"/>
                  <a:pt x="3002082" y="3809471"/>
                </a:cubicBezTo>
                <a:cubicBezTo>
                  <a:pt x="2973457" y="3863246"/>
                  <a:pt x="3011014" y="3800503"/>
                  <a:pt x="2905425" y="3963175"/>
                </a:cubicBezTo>
                <a:lnTo>
                  <a:pt x="0" y="3963175"/>
                </a:lnTo>
                <a:lnTo>
                  <a:pt x="0" y="3175"/>
                </a:lnTo>
                <a:close/>
              </a:path>
            </a:pathLst>
          </a:custGeom>
          <a:noFill/>
          <a:ln>
            <a:noFill/>
          </a:ln>
        </p:spPr>
        <p:txBody>
          <a:bodyPr lIns="720000" tIns="720000" rIns="720000" bIns="720000">
            <a:normAutofit/>
          </a:bodyPr>
          <a:lstStyle>
            <a:lvl1pPr marL="0" indent="0" algn="ctr">
              <a:buNone/>
              <a:defRPr sz="1400" baseline="0">
                <a:solidFill>
                  <a:schemeClr val="bg1"/>
                </a:solidFill>
              </a:defRPr>
            </a:lvl1pPr>
          </a:lstStyle>
          <a:p>
            <a:r>
              <a:rPr lang="en-US"/>
              <a:t>Click icon to add picture</a:t>
            </a:r>
            <a:endParaRPr lang="de-DE"/>
          </a:p>
        </p:txBody>
      </p:sp>
      <p:sp>
        <p:nvSpPr>
          <p:cNvPr id="13" name="Inhaltsplatzhalter 11"/>
          <p:cNvSpPr>
            <a:spLocks noGrp="1"/>
          </p:cNvSpPr>
          <p:nvPr>
            <p:ph sz="quarter" idx="14" hasCustomPrompt="1"/>
          </p:nvPr>
        </p:nvSpPr>
        <p:spPr>
          <a:xfrm>
            <a:off x="3848400" y="1198800"/>
            <a:ext cx="4928026" cy="3394800"/>
          </a:xfrm>
        </p:spPr>
        <p:txBody>
          <a:bodyPr/>
          <a:lstStyle>
            <a:lvl1pPr>
              <a:defRPr baseline="0">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en-GB" noProof="0"/>
              <a:t>Click to add text</a:t>
            </a:r>
          </a:p>
        </p:txBody>
      </p:sp>
      <p:sp>
        <p:nvSpPr>
          <p:cNvPr id="12" name="Titel 7"/>
          <p:cNvSpPr>
            <a:spLocks noGrp="1"/>
          </p:cNvSpPr>
          <p:nvPr>
            <p:ph type="title" hasCustomPrompt="1"/>
          </p:nvPr>
        </p:nvSpPr>
        <p:spPr>
          <a:xfrm>
            <a:off x="367575" y="290572"/>
            <a:ext cx="8408850" cy="415498"/>
          </a:xfrm>
        </p:spPr>
        <p:txBody>
          <a:bodyPr/>
          <a:lstStyle/>
          <a:p>
            <a:r>
              <a:rPr lang="en-GB" noProof="0"/>
              <a:t>Click to add headline</a:t>
            </a:r>
          </a:p>
        </p:txBody>
      </p:sp>
      <p:pic>
        <p:nvPicPr>
          <p:cNvPr id="14"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64443" y="4864131"/>
            <a:ext cx="630270" cy="19051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userDrawn="1">
  <p:cSld name="Closing chart english">
    <p:spTree>
      <p:nvGrpSpPr>
        <p:cNvPr id="1" name=""/>
        <p:cNvGrpSpPr/>
        <p:nvPr/>
      </p:nvGrpSpPr>
      <p:grpSpPr>
        <a:xfrm>
          <a:off x="0" y="0"/>
          <a:ext cx="0" cy="0"/>
          <a:chOff x="0" y="0"/>
          <a:chExt cx="0" cy="0"/>
        </a:xfrm>
      </p:grpSpPr>
      <p:sp>
        <p:nvSpPr>
          <p:cNvPr id="34" name="Rechteck 33"/>
          <p:cNvSpPr/>
          <p:nvPr userDrawn="1"/>
        </p:nvSpPr>
        <p:spPr>
          <a:xfrm>
            <a:off x="0" y="2196370"/>
            <a:ext cx="9144000" cy="2947130"/>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400" noProof="0">
              <a:solidFill>
                <a:schemeClr val="tx1"/>
              </a:solidFill>
              <a:latin typeface="BISansOpti"/>
            </a:endParaRPr>
          </a:p>
        </p:txBody>
      </p:sp>
      <p:pic>
        <p:nvPicPr>
          <p:cNvPr id="1026" name="Picture 2"/>
          <p:cNvPicPr>
            <a:picLocks noChangeAspect="1" noChangeArrowheads="1"/>
          </p:cNvPicPr>
          <p:nvPr userDrawn="1"/>
        </p:nvPicPr>
        <p:blipFill rotWithShape="1">
          <a:blip r:embed="rId2" cstate="email"/>
          <a:srcRect l="16231" t="19013" b="13976"/>
          <a:stretch>
            <a:fillRect/>
          </a:stretch>
        </p:blipFill>
        <p:spPr bwMode="auto">
          <a:xfrm>
            <a:off x="0" y="0"/>
            <a:ext cx="6429790" cy="5143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24" name="Gerade Verbindung 23"/>
          <p:cNvCxnSpPr/>
          <p:nvPr userDrawn="1"/>
        </p:nvCxnSpPr>
        <p:spPr>
          <a:xfrm>
            <a:off x="1" y="1869292"/>
            <a:ext cx="9143999" cy="0"/>
          </a:xfrm>
          <a:prstGeom prst="line">
            <a:avLst/>
          </a:prstGeom>
          <a:ln w="12700">
            <a:solidFill>
              <a:srgbClr val="003366"/>
            </a:solidFill>
          </a:ln>
        </p:spPr>
        <p:style>
          <a:lnRef idx="1">
            <a:schemeClr val="accent1"/>
          </a:lnRef>
          <a:fillRef idx="0">
            <a:schemeClr val="accent1"/>
          </a:fillRef>
          <a:effectRef idx="0">
            <a:schemeClr val="accent1"/>
          </a:effectRef>
          <a:fontRef idx="minor">
            <a:schemeClr val="tx1"/>
          </a:fontRef>
        </p:style>
      </p:cxnSp>
      <p:cxnSp>
        <p:nvCxnSpPr>
          <p:cNvPr id="10" name="Gerade Verbindung 9"/>
          <p:cNvCxnSpPr/>
          <p:nvPr userDrawn="1"/>
        </p:nvCxnSpPr>
        <p:spPr>
          <a:xfrm>
            <a:off x="1" y="1869292"/>
            <a:ext cx="9143999" cy="0"/>
          </a:xfrm>
          <a:prstGeom prst="line">
            <a:avLst/>
          </a:prstGeom>
          <a:ln w="12700">
            <a:solidFill>
              <a:srgbClr val="003366"/>
            </a:solidFill>
          </a:ln>
        </p:spPr>
        <p:style>
          <a:lnRef idx="1">
            <a:schemeClr val="accent1"/>
          </a:lnRef>
          <a:fillRef idx="0">
            <a:schemeClr val="accent1"/>
          </a:fillRef>
          <a:effectRef idx="0">
            <a:schemeClr val="accent1"/>
          </a:effectRef>
          <a:fontRef idx="minor">
            <a:schemeClr val="tx1"/>
          </a:fontRef>
        </p:style>
      </p:cxnSp>
      <p:sp>
        <p:nvSpPr>
          <p:cNvPr id="11" name="Textfeld 10"/>
          <p:cNvSpPr txBox="1"/>
          <p:nvPr userDrawn="1"/>
        </p:nvSpPr>
        <p:spPr>
          <a:xfrm>
            <a:off x="367575" y="3985478"/>
            <a:ext cx="4626700" cy="770083"/>
          </a:xfrm>
          <a:prstGeom prst="rect">
            <a:avLst/>
          </a:prstGeom>
          <a:noFill/>
        </p:spPr>
        <p:txBody>
          <a:bodyPr wrap="square" lIns="0" tIns="0" rIns="0" bIns="0" rtlCol="0">
            <a:spAutoFit/>
          </a:bodyPr>
          <a:lstStyle/>
          <a:p>
            <a:pPr algn="just"/>
            <a:r>
              <a:rPr lang="de-DE" sz="1000">
                <a:solidFill>
                  <a:srgbClr val="1F497D"/>
                </a:solidFill>
                <a:latin typeface="BISansOpti"/>
                <a:cs typeface="BISansOpti"/>
              </a:rPr>
              <a:t>© Boehringer Ingelheim International GmbH 2017</a:t>
            </a:r>
          </a:p>
          <a:p>
            <a:pPr algn="just"/>
            <a:r>
              <a:rPr lang="de-DE" sz="1000">
                <a:solidFill>
                  <a:srgbClr val="1F497D"/>
                </a:solidFill>
                <a:latin typeface="BISansOpti"/>
                <a:cs typeface="BISansOpti"/>
              </a:rPr>
              <a:t>This presentation and its contents are property of Boehringer Ingelheim and are, inter alia, protected by copyright law. Complete or partial passing on to third parties as well as copying, reproduction, publication or any other use by third parties is not permitted.</a:t>
            </a:r>
          </a:p>
        </p:txBody>
      </p:sp>
      <p:sp>
        <p:nvSpPr>
          <p:cNvPr id="13" name="Freeform 1"/>
          <p:cNvSpPr>
            <a:spLocks noChangeAspect="1" noChangeArrowheads="1"/>
          </p:cNvSpPr>
          <p:nvPr userDrawn="1"/>
        </p:nvSpPr>
        <p:spPr bwMode="auto">
          <a:xfrm>
            <a:off x="367577" y="1233590"/>
            <a:ext cx="359997" cy="359997"/>
          </a:xfrm>
          <a:custGeom>
            <a:avLst/>
            <a:gdLst>
              <a:gd name="T0" fmla="*/ 19 w 14438"/>
              <a:gd name="T1" fmla="*/ 766 h 14438"/>
              <a:gd name="T2" fmla="*/ 35 w 14438"/>
              <a:gd name="T3" fmla="*/ 713 h 14438"/>
              <a:gd name="T4" fmla="*/ 95 w 14438"/>
              <a:gd name="T5" fmla="*/ 535 h 14438"/>
              <a:gd name="T6" fmla="*/ 182 w 14438"/>
              <a:gd name="T7" fmla="*/ 382 h 14438"/>
              <a:gd name="T8" fmla="*/ 295 w 14438"/>
              <a:gd name="T9" fmla="*/ 253 h 14438"/>
              <a:gd name="T10" fmla="*/ 434 w 14438"/>
              <a:gd name="T11" fmla="*/ 149 h 14438"/>
              <a:gd name="T12" fmla="*/ 598 w 14438"/>
              <a:gd name="T13" fmla="*/ 69 h 14438"/>
              <a:gd name="T14" fmla="*/ 13628 w 14438"/>
              <a:gd name="T15" fmla="*/ 0 h 14438"/>
              <a:gd name="T16" fmla="*/ 13675 w 14438"/>
              <a:gd name="T17" fmla="*/ 24 h 14438"/>
              <a:gd name="T18" fmla="*/ 13780 w 14438"/>
              <a:gd name="T19" fmla="*/ 53 h 14438"/>
              <a:gd name="T20" fmla="*/ 14011 w 14438"/>
              <a:gd name="T21" fmla="*/ 154 h 14438"/>
              <a:gd name="T22" fmla="*/ 14194 w 14438"/>
              <a:gd name="T23" fmla="*/ 297 h 14438"/>
              <a:gd name="T24" fmla="*/ 14328 w 14438"/>
              <a:gd name="T25" fmla="*/ 482 h 14438"/>
              <a:gd name="T26" fmla="*/ 14409 w 14438"/>
              <a:gd name="T27" fmla="*/ 706 h 14438"/>
              <a:gd name="T28" fmla="*/ 14437 w 14438"/>
              <a:gd name="T29" fmla="*/ 966 h 14438"/>
              <a:gd name="T30" fmla="*/ 14420 w 14438"/>
              <a:gd name="T31" fmla="*/ 13674 h 14438"/>
              <a:gd name="T32" fmla="*/ 14331 w 14438"/>
              <a:gd name="T33" fmla="*/ 13951 h 14438"/>
              <a:gd name="T34" fmla="*/ 14175 w 14438"/>
              <a:gd name="T35" fmla="*/ 14172 h 14438"/>
              <a:gd name="T36" fmla="*/ 13956 w 14438"/>
              <a:gd name="T37" fmla="*/ 14330 h 14438"/>
              <a:gd name="T38" fmla="*/ 13681 w 14438"/>
              <a:gd name="T39" fmla="*/ 14419 h 14438"/>
              <a:gd name="T40" fmla="*/ 10100 w 14438"/>
              <a:gd name="T41" fmla="*/ 14436 h 14438"/>
              <a:gd name="T42" fmla="*/ 9952 w 14438"/>
              <a:gd name="T43" fmla="*/ 14430 h 14438"/>
              <a:gd name="T44" fmla="*/ 11610 w 14438"/>
              <a:gd name="T45" fmla="*/ 9040 h 14438"/>
              <a:gd name="T46" fmla="*/ 11676 w 14438"/>
              <a:gd name="T47" fmla="*/ 9035 h 14438"/>
              <a:gd name="T48" fmla="*/ 11714 w 14438"/>
              <a:gd name="T49" fmla="*/ 9022 h 14438"/>
              <a:gd name="T50" fmla="*/ 11742 w 14438"/>
              <a:gd name="T51" fmla="*/ 8998 h 14438"/>
              <a:gd name="T52" fmla="*/ 11764 w 14438"/>
              <a:gd name="T53" fmla="*/ 8961 h 14438"/>
              <a:gd name="T54" fmla="*/ 11778 w 14438"/>
              <a:gd name="T55" fmla="*/ 8907 h 14438"/>
              <a:gd name="T56" fmla="*/ 9941 w 14438"/>
              <a:gd name="T57" fmla="*/ 6760 h 14438"/>
              <a:gd name="T58" fmla="*/ 9960 w 14438"/>
              <a:gd name="T59" fmla="*/ 5621 h 14438"/>
              <a:gd name="T60" fmla="*/ 10017 w 14438"/>
              <a:gd name="T61" fmla="*/ 5333 h 14438"/>
              <a:gd name="T62" fmla="*/ 10120 w 14438"/>
              <a:gd name="T63" fmla="*/ 5080 h 14438"/>
              <a:gd name="T64" fmla="*/ 10272 w 14438"/>
              <a:gd name="T65" fmla="*/ 4871 h 14438"/>
              <a:gd name="T66" fmla="*/ 10468 w 14438"/>
              <a:gd name="T67" fmla="*/ 4711 h 14438"/>
              <a:gd name="T68" fmla="*/ 10705 w 14438"/>
              <a:gd name="T69" fmla="*/ 4604 h 14438"/>
              <a:gd name="T70" fmla="*/ 10979 w 14438"/>
              <a:gd name="T71" fmla="*/ 4553 h 14438"/>
              <a:gd name="T72" fmla="*/ 11951 w 14438"/>
              <a:gd name="T73" fmla="*/ 4524 h 14438"/>
              <a:gd name="T74" fmla="*/ 12121 w 14438"/>
              <a:gd name="T75" fmla="*/ 2250 h 14438"/>
              <a:gd name="T76" fmla="*/ 10259 w 14438"/>
              <a:gd name="T77" fmla="*/ 2251 h 14438"/>
              <a:gd name="T78" fmla="*/ 9557 w 14438"/>
              <a:gd name="T79" fmla="*/ 2358 h 14438"/>
              <a:gd name="T80" fmla="*/ 8930 w 14438"/>
              <a:gd name="T81" fmla="*/ 2653 h 14438"/>
              <a:gd name="T82" fmla="*/ 8449 w 14438"/>
              <a:gd name="T83" fmla="*/ 3073 h 14438"/>
              <a:gd name="T84" fmla="*/ 8169 w 14438"/>
              <a:gd name="T85" fmla="*/ 3441 h 14438"/>
              <a:gd name="T86" fmla="*/ 7901 w 14438"/>
              <a:gd name="T87" fmla="*/ 3976 h 14438"/>
              <a:gd name="T88" fmla="*/ 7695 w 14438"/>
              <a:gd name="T89" fmla="*/ 4854 h 14438"/>
              <a:gd name="T90" fmla="*/ 7660 w 14438"/>
              <a:gd name="T91" fmla="*/ 5883 h 14438"/>
              <a:gd name="T92" fmla="*/ 5871 w 14438"/>
              <a:gd name="T93" fmla="*/ 6766 h 14438"/>
              <a:gd name="T94" fmla="*/ 7656 w 14438"/>
              <a:gd name="T95" fmla="*/ 14428 h 14438"/>
              <a:gd name="T96" fmla="*/ 7590 w 14438"/>
              <a:gd name="T97" fmla="*/ 14436 h 14438"/>
              <a:gd name="T98" fmla="*/ 820 w 14438"/>
              <a:gd name="T99" fmla="*/ 14431 h 14438"/>
              <a:gd name="T100" fmla="*/ 608 w 14438"/>
              <a:gd name="T101" fmla="*/ 14386 h 14438"/>
              <a:gd name="T102" fmla="*/ 418 w 14438"/>
              <a:gd name="T103" fmla="*/ 14292 h 14438"/>
              <a:gd name="T104" fmla="*/ 257 w 14438"/>
              <a:gd name="T105" fmla="*/ 14157 h 14438"/>
              <a:gd name="T106" fmla="*/ 132 w 14438"/>
              <a:gd name="T107" fmla="*/ 13987 h 14438"/>
              <a:gd name="T108" fmla="*/ 48 w 14438"/>
              <a:gd name="T109" fmla="*/ 13788 h 144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4438" h="14438">
                <a:moveTo>
                  <a:pt x="0" y="13628"/>
                </a:moveTo>
                <a:lnTo>
                  <a:pt x="0" y="818"/>
                </a:lnTo>
                <a:lnTo>
                  <a:pt x="19" y="766"/>
                </a:lnTo>
                <a:lnTo>
                  <a:pt x="28" y="740"/>
                </a:lnTo>
                <a:lnTo>
                  <a:pt x="32" y="726"/>
                </a:lnTo>
                <a:lnTo>
                  <a:pt x="35" y="713"/>
                </a:lnTo>
                <a:lnTo>
                  <a:pt x="52" y="651"/>
                </a:lnTo>
                <a:lnTo>
                  <a:pt x="72" y="591"/>
                </a:lnTo>
                <a:lnTo>
                  <a:pt x="95" y="535"/>
                </a:lnTo>
                <a:lnTo>
                  <a:pt x="122" y="481"/>
                </a:lnTo>
                <a:lnTo>
                  <a:pt x="150" y="430"/>
                </a:lnTo>
                <a:lnTo>
                  <a:pt x="182" y="382"/>
                </a:lnTo>
                <a:lnTo>
                  <a:pt x="217" y="336"/>
                </a:lnTo>
                <a:lnTo>
                  <a:pt x="255" y="293"/>
                </a:lnTo>
                <a:lnTo>
                  <a:pt x="295" y="253"/>
                </a:lnTo>
                <a:lnTo>
                  <a:pt x="339" y="216"/>
                </a:lnTo>
                <a:lnTo>
                  <a:pt x="385" y="181"/>
                </a:lnTo>
                <a:lnTo>
                  <a:pt x="434" y="149"/>
                </a:lnTo>
                <a:lnTo>
                  <a:pt x="486" y="120"/>
                </a:lnTo>
                <a:lnTo>
                  <a:pt x="541" y="93"/>
                </a:lnTo>
                <a:lnTo>
                  <a:pt x="598" y="69"/>
                </a:lnTo>
                <a:lnTo>
                  <a:pt x="659" y="48"/>
                </a:lnTo>
                <a:lnTo>
                  <a:pt x="818" y="0"/>
                </a:lnTo>
                <a:lnTo>
                  <a:pt x="13628" y="0"/>
                </a:lnTo>
                <a:lnTo>
                  <a:pt x="13659" y="16"/>
                </a:lnTo>
                <a:lnTo>
                  <a:pt x="13667" y="20"/>
                </a:lnTo>
                <a:lnTo>
                  <a:pt x="13675" y="24"/>
                </a:lnTo>
                <a:lnTo>
                  <a:pt x="13684" y="27"/>
                </a:lnTo>
                <a:lnTo>
                  <a:pt x="13692" y="29"/>
                </a:lnTo>
                <a:lnTo>
                  <a:pt x="13780" y="53"/>
                </a:lnTo>
                <a:lnTo>
                  <a:pt x="13862" y="81"/>
                </a:lnTo>
                <a:lnTo>
                  <a:pt x="13939" y="115"/>
                </a:lnTo>
                <a:lnTo>
                  <a:pt x="14011" y="154"/>
                </a:lnTo>
                <a:lnTo>
                  <a:pt x="14078" y="197"/>
                </a:lnTo>
                <a:lnTo>
                  <a:pt x="14139" y="245"/>
                </a:lnTo>
                <a:lnTo>
                  <a:pt x="14194" y="297"/>
                </a:lnTo>
                <a:lnTo>
                  <a:pt x="14245" y="355"/>
                </a:lnTo>
                <a:lnTo>
                  <a:pt x="14289" y="416"/>
                </a:lnTo>
                <a:lnTo>
                  <a:pt x="14328" y="482"/>
                </a:lnTo>
                <a:lnTo>
                  <a:pt x="14361" y="553"/>
                </a:lnTo>
                <a:lnTo>
                  <a:pt x="14388" y="627"/>
                </a:lnTo>
                <a:lnTo>
                  <a:pt x="14409" y="706"/>
                </a:lnTo>
                <a:lnTo>
                  <a:pt x="14425" y="788"/>
                </a:lnTo>
                <a:lnTo>
                  <a:pt x="14434" y="875"/>
                </a:lnTo>
                <a:lnTo>
                  <a:pt x="14437" y="966"/>
                </a:lnTo>
                <a:lnTo>
                  <a:pt x="14437" y="13462"/>
                </a:lnTo>
                <a:lnTo>
                  <a:pt x="14433" y="13571"/>
                </a:lnTo>
                <a:lnTo>
                  <a:pt x="14420" y="13674"/>
                </a:lnTo>
                <a:lnTo>
                  <a:pt x="14398" y="13772"/>
                </a:lnTo>
                <a:lnTo>
                  <a:pt x="14369" y="13864"/>
                </a:lnTo>
                <a:lnTo>
                  <a:pt x="14331" y="13951"/>
                </a:lnTo>
                <a:lnTo>
                  <a:pt x="14286" y="14031"/>
                </a:lnTo>
                <a:lnTo>
                  <a:pt x="14234" y="14105"/>
                </a:lnTo>
                <a:lnTo>
                  <a:pt x="14175" y="14172"/>
                </a:lnTo>
                <a:lnTo>
                  <a:pt x="14108" y="14232"/>
                </a:lnTo>
                <a:lnTo>
                  <a:pt x="14035" y="14284"/>
                </a:lnTo>
                <a:lnTo>
                  <a:pt x="13956" y="14330"/>
                </a:lnTo>
                <a:lnTo>
                  <a:pt x="13870" y="14368"/>
                </a:lnTo>
                <a:lnTo>
                  <a:pt x="13779" y="14397"/>
                </a:lnTo>
                <a:lnTo>
                  <a:pt x="13681" y="14419"/>
                </a:lnTo>
                <a:lnTo>
                  <a:pt x="13579" y="14432"/>
                </a:lnTo>
                <a:lnTo>
                  <a:pt x="13471" y="14437"/>
                </a:lnTo>
                <a:lnTo>
                  <a:pt x="10100" y="14436"/>
                </a:lnTo>
                <a:lnTo>
                  <a:pt x="10063" y="14435"/>
                </a:lnTo>
                <a:lnTo>
                  <a:pt x="10026" y="14434"/>
                </a:lnTo>
                <a:lnTo>
                  <a:pt x="9952" y="14430"/>
                </a:lnTo>
                <a:lnTo>
                  <a:pt x="9952" y="9038"/>
                </a:lnTo>
                <a:lnTo>
                  <a:pt x="10115" y="9038"/>
                </a:lnTo>
                <a:lnTo>
                  <a:pt x="11610" y="9040"/>
                </a:lnTo>
                <a:lnTo>
                  <a:pt x="11646" y="9039"/>
                </a:lnTo>
                <a:lnTo>
                  <a:pt x="11661" y="9038"/>
                </a:lnTo>
                <a:lnTo>
                  <a:pt x="11676" y="9035"/>
                </a:lnTo>
                <a:lnTo>
                  <a:pt x="11690" y="9032"/>
                </a:lnTo>
                <a:lnTo>
                  <a:pt x="11702" y="9027"/>
                </a:lnTo>
                <a:lnTo>
                  <a:pt x="11714" y="9022"/>
                </a:lnTo>
                <a:lnTo>
                  <a:pt x="11724" y="9015"/>
                </a:lnTo>
                <a:lnTo>
                  <a:pt x="11734" y="9007"/>
                </a:lnTo>
                <a:lnTo>
                  <a:pt x="11742" y="8998"/>
                </a:lnTo>
                <a:lnTo>
                  <a:pt x="11750" y="8987"/>
                </a:lnTo>
                <a:lnTo>
                  <a:pt x="11757" y="8975"/>
                </a:lnTo>
                <a:lnTo>
                  <a:pt x="11764" y="8961"/>
                </a:lnTo>
                <a:lnTo>
                  <a:pt x="11769" y="8945"/>
                </a:lnTo>
                <a:lnTo>
                  <a:pt x="11774" y="8927"/>
                </a:lnTo>
                <a:lnTo>
                  <a:pt x="11778" y="8907"/>
                </a:lnTo>
                <a:lnTo>
                  <a:pt x="12106" y="7266"/>
                </a:lnTo>
                <a:lnTo>
                  <a:pt x="12201" y="6760"/>
                </a:lnTo>
                <a:lnTo>
                  <a:pt x="9941" y="6760"/>
                </a:lnTo>
                <a:lnTo>
                  <a:pt x="9944" y="5817"/>
                </a:lnTo>
                <a:lnTo>
                  <a:pt x="9950" y="5719"/>
                </a:lnTo>
                <a:lnTo>
                  <a:pt x="9960" y="5621"/>
                </a:lnTo>
                <a:lnTo>
                  <a:pt x="9976" y="5523"/>
                </a:lnTo>
                <a:lnTo>
                  <a:pt x="9994" y="5427"/>
                </a:lnTo>
                <a:lnTo>
                  <a:pt x="10017" y="5333"/>
                </a:lnTo>
                <a:lnTo>
                  <a:pt x="10046" y="5244"/>
                </a:lnTo>
                <a:lnTo>
                  <a:pt x="10080" y="5159"/>
                </a:lnTo>
                <a:lnTo>
                  <a:pt x="10120" y="5080"/>
                </a:lnTo>
                <a:lnTo>
                  <a:pt x="10166" y="5005"/>
                </a:lnTo>
                <a:lnTo>
                  <a:pt x="10216" y="4936"/>
                </a:lnTo>
                <a:lnTo>
                  <a:pt x="10272" y="4871"/>
                </a:lnTo>
                <a:lnTo>
                  <a:pt x="10332" y="4812"/>
                </a:lnTo>
                <a:lnTo>
                  <a:pt x="10398" y="4759"/>
                </a:lnTo>
                <a:lnTo>
                  <a:pt x="10468" y="4711"/>
                </a:lnTo>
                <a:lnTo>
                  <a:pt x="10542" y="4669"/>
                </a:lnTo>
                <a:lnTo>
                  <a:pt x="10621" y="4633"/>
                </a:lnTo>
                <a:lnTo>
                  <a:pt x="10705" y="4604"/>
                </a:lnTo>
                <a:lnTo>
                  <a:pt x="10792" y="4580"/>
                </a:lnTo>
                <a:lnTo>
                  <a:pt x="10884" y="4563"/>
                </a:lnTo>
                <a:lnTo>
                  <a:pt x="10979" y="4553"/>
                </a:lnTo>
                <a:lnTo>
                  <a:pt x="11222" y="4539"/>
                </a:lnTo>
                <a:lnTo>
                  <a:pt x="11465" y="4532"/>
                </a:lnTo>
                <a:lnTo>
                  <a:pt x="11951" y="4524"/>
                </a:lnTo>
                <a:lnTo>
                  <a:pt x="12187" y="4524"/>
                </a:lnTo>
                <a:lnTo>
                  <a:pt x="12187" y="2254"/>
                </a:lnTo>
                <a:lnTo>
                  <a:pt x="12121" y="2250"/>
                </a:lnTo>
                <a:lnTo>
                  <a:pt x="12092" y="2249"/>
                </a:lnTo>
                <a:lnTo>
                  <a:pt x="12064" y="2248"/>
                </a:lnTo>
                <a:lnTo>
                  <a:pt x="10259" y="2251"/>
                </a:lnTo>
                <a:lnTo>
                  <a:pt x="10017" y="2266"/>
                </a:lnTo>
                <a:lnTo>
                  <a:pt x="9783" y="2301"/>
                </a:lnTo>
                <a:lnTo>
                  <a:pt x="9557" y="2358"/>
                </a:lnTo>
                <a:lnTo>
                  <a:pt x="9339" y="2435"/>
                </a:lnTo>
                <a:lnTo>
                  <a:pt x="9130" y="2533"/>
                </a:lnTo>
                <a:lnTo>
                  <a:pt x="8930" y="2653"/>
                </a:lnTo>
                <a:lnTo>
                  <a:pt x="8740" y="2794"/>
                </a:lnTo>
                <a:lnTo>
                  <a:pt x="8559" y="2958"/>
                </a:lnTo>
                <a:lnTo>
                  <a:pt x="8449" y="3073"/>
                </a:lnTo>
                <a:lnTo>
                  <a:pt x="8348" y="3193"/>
                </a:lnTo>
                <a:lnTo>
                  <a:pt x="8254" y="3315"/>
                </a:lnTo>
                <a:lnTo>
                  <a:pt x="8169" y="3441"/>
                </a:lnTo>
                <a:lnTo>
                  <a:pt x="8091" y="3570"/>
                </a:lnTo>
                <a:lnTo>
                  <a:pt x="8021" y="3703"/>
                </a:lnTo>
                <a:lnTo>
                  <a:pt x="7901" y="3976"/>
                </a:lnTo>
                <a:lnTo>
                  <a:pt x="7808" y="4259"/>
                </a:lnTo>
                <a:lnTo>
                  <a:pt x="7740" y="4553"/>
                </a:lnTo>
                <a:lnTo>
                  <a:pt x="7695" y="4854"/>
                </a:lnTo>
                <a:lnTo>
                  <a:pt x="7670" y="5164"/>
                </a:lnTo>
                <a:lnTo>
                  <a:pt x="7660" y="5523"/>
                </a:lnTo>
                <a:lnTo>
                  <a:pt x="7660" y="5883"/>
                </a:lnTo>
                <a:lnTo>
                  <a:pt x="7665" y="6603"/>
                </a:lnTo>
                <a:lnTo>
                  <a:pt x="7665" y="6766"/>
                </a:lnTo>
                <a:lnTo>
                  <a:pt x="5871" y="6766"/>
                </a:lnTo>
                <a:lnTo>
                  <a:pt x="5871" y="9041"/>
                </a:lnTo>
                <a:lnTo>
                  <a:pt x="7656" y="9041"/>
                </a:lnTo>
                <a:lnTo>
                  <a:pt x="7656" y="14428"/>
                </a:lnTo>
                <a:lnTo>
                  <a:pt x="7616" y="14433"/>
                </a:lnTo>
                <a:lnTo>
                  <a:pt x="7598" y="14435"/>
                </a:lnTo>
                <a:lnTo>
                  <a:pt x="7590" y="14436"/>
                </a:lnTo>
                <a:lnTo>
                  <a:pt x="7581" y="14436"/>
                </a:lnTo>
                <a:lnTo>
                  <a:pt x="895" y="14434"/>
                </a:lnTo>
                <a:lnTo>
                  <a:pt x="820" y="14431"/>
                </a:lnTo>
                <a:lnTo>
                  <a:pt x="748" y="14422"/>
                </a:lnTo>
                <a:lnTo>
                  <a:pt x="677" y="14407"/>
                </a:lnTo>
                <a:lnTo>
                  <a:pt x="608" y="14386"/>
                </a:lnTo>
                <a:lnTo>
                  <a:pt x="542" y="14360"/>
                </a:lnTo>
                <a:lnTo>
                  <a:pt x="479" y="14328"/>
                </a:lnTo>
                <a:lnTo>
                  <a:pt x="418" y="14292"/>
                </a:lnTo>
                <a:lnTo>
                  <a:pt x="361" y="14252"/>
                </a:lnTo>
                <a:lnTo>
                  <a:pt x="307" y="14207"/>
                </a:lnTo>
                <a:lnTo>
                  <a:pt x="257" y="14157"/>
                </a:lnTo>
                <a:lnTo>
                  <a:pt x="211" y="14104"/>
                </a:lnTo>
                <a:lnTo>
                  <a:pt x="169" y="14047"/>
                </a:lnTo>
                <a:lnTo>
                  <a:pt x="132" y="13987"/>
                </a:lnTo>
                <a:lnTo>
                  <a:pt x="99" y="13923"/>
                </a:lnTo>
                <a:lnTo>
                  <a:pt x="71" y="13857"/>
                </a:lnTo>
                <a:lnTo>
                  <a:pt x="48" y="13788"/>
                </a:lnTo>
                <a:lnTo>
                  <a:pt x="0" y="13628"/>
                </a:lnTo>
              </a:path>
            </a:pathLst>
          </a:custGeom>
          <a:solidFill>
            <a:schemeClr val="accent1"/>
          </a:solidFill>
          <a:ln>
            <a:noFill/>
          </a:ln>
          <a:effectLst/>
        </p:spPr>
        <p:txBody>
          <a:bodyPr wrap="none" anchor="ctr"/>
          <a:lstStyle/>
          <a:p>
            <a:endParaRPr lang="de-DE" sz="1800">
              <a:solidFill>
                <a:srgbClr val="123563"/>
              </a:solidFill>
              <a:latin typeface="BISansOpti"/>
            </a:endParaRPr>
          </a:p>
        </p:txBody>
      </p:sp>
      <p:sp>
        <p:nvSpPr>
          <p:cNvPr id="14" name="Freeform 2"/>
          <p:cNvSpPr>
            <a:spLocks noChangeAspect="1" noChangeArrowheads="1"/>
          </p:cNvSpPr>
          <p:nvPr userDrawn="1"/>
        </p:nvSpPr>
        <p:spPr bwMode="auto">
          <a:xfrm>
            <a:off x="1020233" y="1260552"/>
            <a:ext cx="396000" cy="323404"/>
          </a:xfrm>
          <a:custGeom>
            <a:avLst/>
            <a:gdLst>
              <a:gd name="T0" fmla="*/ 2302 w 14384"/>
              <a:gd name="T1" fmla="*/ 10229 h 11746"/>
              <a:gd name="T2" fmla="*/ 4222 w 14384"/>
              <a:gd name="T3" fmla="*/ 9176 h 11746"/>
              <a:gd name="T4" fmla="*/ 3544 w 14384"/>
              <a:gd name="T5" fmla="*/ 9052 h 11746"/>
              <a:gd name="T6" fmla="*/ 2627 w 14384"/>
              <a:gd name="T7" fmla="*/ 8581 h 11746"/>
              <a:gd name="T8" fmla="*/ 2100 w 14384"/>
              <a:gd name="T9" fmla="*/ 8065 h 11746"/>
              <a:gd name="T10" fmla="*/ 1633 w 14384"/>
              <a:gd name="T11" fmla="*/ 7227 h 11746"/>
              <a:gd name="T12" fmla="*/ 1622 w 14384"/>
              <a:gd name="T13" fmla="*/ 7169 h 11746"/>
              <a:gd name="T14" fmla="*/ 1631 w 14384"/>
              <a:gd name="T15" fmla="*/ 7150 h 11746"/>
              <a:gd name="T16" fmla="*/ 1654 w 14384"/>
              <a:gd name="T17" fmla="*/ 7142 h 11746"/>
              <a:gd name="T18" fmla="*/ 1884 w 14384"/>
              <a:gd name="T19" fmla="*/ 7165 h 11746"/>
              <a:gd name="T20" fmla="*/ 2540 w 14384"/>
              <a:gd name="T21" fmla="*/ 7153 h 11746"/>
              <a:gd name="T22" fmla="*/ 2848 w 14384"/>
              <a:gd name="T23" fmla="*/ 7095 h 11746"/>
              <a:gd name="T24" fmla="*/ 1895 w 14384"/>
              <a:gd name="T25" fmla="*/ 6602 h 11746"/>
              <a:gd name="T26" fmla="*/ 974 w 14384"/>
              <a:gd name="T27" fmla="*/ 5689 h 11746"/>
              <a:gd name="T28" fmla="*/ 567 w 14384"/>
              <a:gd name="T29" fmla="*/ 4595 h 11746"/>
              <a:gd name="T30" fmla="*/ 1040 w 14384"/>
              <a:gd name="T31" fmla="*/ 4344 h 11746"/>
              <a:gd name="T32" fmla="*/ 1878 w 14384"/>
              <a:gd name="T33" fmla="*/ 4497 h 11746"/>
              <a:gd name="T34" fmla="*/ 1298 w 14384"/>
              <a:gd name="T35" fmla="*/ 3967 h 11746"/>
              <a:gd name="T36" fmla="*/ 726 w 14384"/>
              <a:gd name="T37" fmla="*/ 2940 h 11746"/>
              <a:gd name="T38" fmla="*/ 592 w 14384"/>
              <a:gd name="T39" fmla="*/ 1831 h 11746"/>
              <a:gd name="T40" fmla="*/ 824 w 14384"/>
              <a:gd name="T41" fmla="*/ 868 h 11746"/>
              <a:gd name="T42" fmla="*/ 964 w 14384"/>
              <a:gd name="T43" fmla="*/ 589 h 11746"/>
              <a:gd name="T44" fmla="*/ 983 w 14384"/>
              <a:gd name="T45" fmla="*/ 577 h 11746"/>
              <a:gd name="T46" fmla="*/ 1005 w 14384"/>
              <a:gd name="T47" fmla="*/ 584 h 11746"/>
              <a:gd name="T48" fmla="*/ 1596 w 14384"/>
              <a:gd name="T49" fmla="*/ 1214 h 11746"/>
              <a:gd name="T50" fmla="*/ 4660 w 14384"/>
              <a:gd name="T51" fmla="*/ 3154 h 11746"/>
              <a:gd name="T52" fmla="*/ 6964 w 14384"/>
              <a:gd name="T53" fmla="*/ 3640 h 11746"/>
              <a:gd name="T54" fmla="*/ 7045 w 14384"/>
              <a:gd name="T55" fmla="*/ 3637 h 11746"/>
              <a:gd name="T56" fmla="*/ 7063 w 14384"/>
              <a:gd name="T57" fmla="*/ 3624 h 11746"/>
              <a:gd name="T58" fmla="*/ 7074 w 14384"/>
              <a:gd name="T59" fmla="*/ 3590 h 11746"/>
              <a:gd name="T60" fmla="*/ 7020 w 14384"/>
              <a:gd name="T61" fmla="*/ 2949 h 11746"/>
              <a:gd name="T62" fmla="*/ 7333 w 14384"/>
              <a:gd name="T63" fmla="*/ 1628 h 11746"/>
              <a:gd name="T64" fmla="*/ 8184 w 14384"/>
              <a:gd name="T65" fmla="*/ 606 h 11746"/>
              <a:gd name="T66" fmla="*/ 9383 w 14384"/>
              <a:gd name="T67" fmla="*/ 70 h 11746"/>
              <a:gd name="T68" fmla="*/ 10325 w 14384"/>
              <a:gd name="T69" fmla="*/ 15 h 11746"/>
              <a:gd name="T70" fmla="*/ 11198 w 14384"/>
              <a:gd name="T71" fmla="*/ 263 h 11746"/>
              <a:gd name="T72" fmla="*/ 11995 w 14384"/>
              <a:gd name="T73" fmla="*/ 807 h 11746"/>
              <a:gd name="T74" fmla="*/ 12123 w 14384"/>
              <a:gd name="T75" fmla="*/ 892 h 11746"/>
              <a:gd name="T76" fmla="*/ 12231 w 14384"/>
              <a:gd name="T77" fmla="*/ 915 h 11746"/>
              <a:gd name="T78" fmla="*/ 12744 w 14384"/>
              <a:gd name="T79" fmla="*/ 787 h 11746"/>
              <a:gd name="T80" fmla="*/ 13860 w 14384"/>
              <a:gd name="T81" fmla="*/ 315 h 11746"/>
              <a:gd name="T82" fmla="*/ 13966 w 14384"/>
              <a:gd name="T83" fmla="*/ 263 h 11746"/>
              <a:gd name="T84" fmla="*/ 13995 w 14384"/>
              <a:gd name="T85" fmla="*/ 269 h 11746"/>
              <a:gd name="T86" fmla="*/ 13527 w 14384"/>
              <a:gd name="T87" fmla="*/ 1148 h 11746"/>
              <a:gd name="T88" fmla="*/ 12830 w 14384"/>
              <a:gd name="T89" fmla="*/ 1838 h 11746"/>
              <a:gd name="T90" fmla="*/ 13292 w 14384"/>
              <a:gd name="T91" fmla="*/ 1763 h 11746"/>
              <a:gd name="T92" fmla="*/ 13785 w 14384"/>
              <a:gd name="T93" fmla="*/ 1631 h 11746"/>
              <a:gd name="T94" fmla="*/ 14219 w 14384"/>
              <a:gd name="T95" fmla="*/ 1479 h 11746"/>
              <a:gd name="T96" fmla="*/ 14275 w 14384"/>
              <a:gd name="T97" fmla="*/ 1604 h 11746"/>
              <a:gd name="T98" fmla="*/ 13501 w 14384"/>
              <a:gd name="T99" fmla="*/ 2473 h 11746"/>
              <a:gd name="T100" fmla="*/ 13009 w 14384"/>
              <a:gd name="T101" fmla="*/ 2877 h 11746"/>
              <a:gd name="T102" fmla="*/ 12970 w 14384"/>
              <a:gd name="T103" fmla="*/ 2930 h 11746"/>
              <a:gd name="T104" fmla="*/ 12953 w 14384"/>
              <a:gd name="T105" fmla="*/ 2990 h 11746"/>
              <a:gd name="T106" fmla="*/ 12687 w 14384"/>
              <a:gd name="T107" fmla="*/ 5388 h 11746"/>
              <a:gd name="T108" fmla="*/ 10923 w 14384"/>
              <a:gd name="T109" fmla="*/ 8821 h 11746"/>
              <a:gd name="T110" fmla="*/ 8211 w 14384"/>
              <a:gd name="T111" fmla="*/ 10949 h 11746"/>
              <a:gd name="T112" fmla="*/ 4606 w 14384"/>
              <a:gd name="T113" fmla="*/ 11745 h 11746"/>
              <a:gd name="T114" fmla="*/ 819 w 14384"/>
              <a:gd name="T115" fmla="*/ 10882 h 117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4384" h="11746">
                <a:moveTo>
                  <a:pt x="0" y="10417"/>
                </a:moveTo>
                <a:lnTo>
                  <a:pt x="600" y="10448"/>
                </a:lnTo>
                <a:lnTo>
                  <a:pt x="1183" y="10428"/>
                </a:lnTo>
                <a:lnTo>
                  <a:pt x="1751" y="10355"/>
                </a:lnTo>
                <a:lnTo>
                  <a:pt x="2302" y="10229"/>
                </a:lnTo>
                <a:lnTo>
                  <a:pt x="2839" y="10049"/>
                </a:lnTo>
                <a:lnTo>
                  <a:pt x="3362" y="9816"/>
                </a:lnTo>
                <a:lnTo>
                  <a:pt x="3872" y="9528"/>
                </a:lnTo>
                <a:lnTo>
                  <a:pt x="4370" y="9184"/>
                </a:lnTo>
                <a:lnTo>
                  <a:pt x="4222" y="9176"/>
                </a:lnTo>
                <a:lnTo>
                  <a:pt x="4079" y="9163"/>
                </a:lnTo>
                <a:lnTo>
                  <a:pt x="3940" y="9144"/>
                </a:lnTo>
                <a:lnTo>
                  <a:pt x="3805" y="9120"/>
                </a:lnTo>
                <a:lnTo>
                  <a:pt x="3674" y="9089"/>
                </a:lnTo>
                <a:lnTo>
                  <a:pt x="3544" y="9052"/>
                </a:lnTo>
                <a:lnTo>
                  <a:pt x="3418" y="9010"/>
                </a:lnTo>
                <a:lnTo>
                  <a:pt x="3293" y="8960"/>
                </a:lnTo>
                <a:lnTo>
                  <a:pt x="3010" y="8825"/>
                </a:lnTo>
                <a:lnTo>
                  <a:pt x="2749" y="8667"/>
                </a:lnTo>
                <a:lnTo>
                  <a:pt x="2627" y="8581"/>
                </a:lnTo>
                <a:lnTo>
                  <a:pt x="2511" y="8488"/>
                </a:lnTo>
                <a:lnTo>
                  <a:pt x="2400" y="8391"/>
                </a:lnTo>
                <a:lnTo>
                  <a:pt x="2294" y="8288"/>
                </a:lnTo>
                <a:lnTo>
                  <a:pt x="2195" y="8179"/>
                </a:lnTo>
                <a:lnTo>
                  <a:pt x="2100" y="8065"/>
                </a:lnTo>
                <a:lnTo>
                  <a:pt x="2012" y="7946"/>
                </a:lnTo>
                <a:lnTo>
                  <a:pt x="1928" y="7822"/>
                </a:lnTo>
                <a:lnTo>
                  <a:pt x="1778" y="7557"/>
                </a:lnTo>
                <a:lnTo>
                  <a:pt x="1650" y="7271"/>
                </a:lnTo>
                <a:lnTo>
                  <a:pt x="1633" y="7227"/>
                </a:lnTo>
                <a:lnTo>
                  <a:pt x="1628" y="7209"/>
                </a:lnTo>
                <a:lnTo>
                  <a:pt x="1624" y="7194"/>
                </a:lnTo>
                <a:lnTo>
                  <a:pt x="1622" y="7180"/>
                </a:lnTo>
                <a:lnTo>
                  <a:pt x="1621" y="7175"/>
                </a:lnTo>
                <a:lnTo>
                  <a:pt x="1622" y="7169"/>
                </a:lnTo>
                <a:lnTo>
                  <a:pt x="1622" y="7164"/>
                </a:lnTo>
                <a:lnTo>
                  <a:pt x="1624" y="7160"/>
                </a:lnTo>
                <a:lnTo>
                  <a:pt x="1625" y="7156"/>
                </a:lnTo>
                <a:lnTo>
                  <a:pt x="1628" y="7153"/>
                </a:lnTo>
                <a:lnTo>
                  <a:pt x="1631" y="7150"/>
                </a:lnTo>
                <a:lnTo>
                  <a:pt x="1634" y="7148"/>
                </a:lnTo>
                <a:lnTo>
                  <a:pt x="1638" y="7146"/>
                </a:lnTo>
                <a:lnTo>
                  <a:pt x="1643" y="7144"/>
                </a:lnTo>
                <a:lnTo>
                  <a:pt x="1648" y="7143"/>
                </a:lnTo>
                <a:lnTo>
                  <a:pt x="1654" y="7142"/>
                </a:lnTo>
                <a:lnTo>
                  <a:pt x="1668" y="7141"/>
                </a:lnTo>
                <a:lnTo>
                  <a:pt x="1685" y="7142"/>
                </a:lnTo>
                <a:lnTo>
                  <a:pt x="1704" y="7143"/>
                </a:lnTo>
                <a:lnTo>
                  <a:pt x="1752" y="7149"/>
                </a:lnTo>
                <a:lnTo>
                  <a:pt x="1884" y="7165"/>
                </a:lnTo>
                <a:lnTo>
                  <a:pt x="2015" y="7175"/>
                </a:lnTo>
                <a:lnTo>
                  <a:pt x="2147" y="7178"/>
                </a:lnTo>
                <a:lnTo>
                  <a:pt x="2278" y="7176"/>
                </a:lnTo>
                <a:lnTo>
                  <a:pt x="2409" y="7167"/>
                </a:lnTo>
                <a:lnTo>
                  <a:pt x="2540" y="7153"/>
                </a:lnTo>
                <a:lnTo>
                  <a:pt x="2671" y="7134"/>
                </a:lnTo>
                <a:lnTo>
                  <a:pt x="2802" y="7109"/>
                </a:lnTo>
                <a:lnTo>
                  <a:pt x="2813" y="7106"/>
                </a:lnTo>
                <a:lnTo>
                  <a:pt x="2825" y="7103"/>
                </a:lnTo>
                <a:lnTo>
                  <a:pt x="2848" y="7095"/>
                </a:lnTo>
                <a:lnTo>
                  <a:pt x="2900" y="7074"/>
                </a:lnTo>
                <a:lnTo>
                  <a:pt x="2631" y="6984"/>
                </a:lnTo>
                <a:lnTo>
                  <a:pt x="2373" y="6874"/>
                </a:lnTo>
                <a:lnTo>
                  <a:pt x="2128" y="6747"/>
                </a:lnTo>
                <a:lnTo>
                  <a:pt x="1895" y="6602"/>
                </a:lnTo>
                <a:lnTo>
                  <a:pt x="1677" y="6443"/>
                </a:lnTo>
                <a:lnTo>
                  <a:pt x="1475" y="6271"/>
                </a:lnTo>
                <a:lnTo>
                  <a:pt x="1289" y="6087"/>
                </a:lnTo>
                <a:lnTo>
                  <a:pt x="1122" y="5892"/>
                </a:lnTo>
                <a:lnTo>
                  <a:pt x="974" y="5689"/>
                </a:lnTo>
                <a:lnTo>
                  <a:pt x="846" y="5479"/>
                </a:lnTo>
                <a:lnTo>
                  <a:pt x="741" y="5262"/>
                </a:lnTo>
                <a:lnTo>
                  <a:pt x="658" y="5042"/>
                </a:lnTo>
                <a:lnTo>
                  <a:pt x="600" y="4819"/>
                </a:lnTo>
                <a:lnTo>
                  <a:pt x="567" y="4595"/>
                </a:lnTo>
                <a:lnTo>
                  <a:pt x="560" y="4372"/>
                </a:lnTo>
                <a:lnTo>
                  <a:pt x="582" y="4151"/>
                </a:lnTo>
                <a:lnTo>
                  <a:pt x="733" y="4222"/>
                </a:lnTo>
                <a:lnTo>
                  <a:pt x="885" y="4286"/>
                </a:lnTo>
                <a:lnTo>
                  <a:pt x="1040" y="4344"/>
                </a:lnTo>
                <a:lnTo>
                  <a:pt x="1199" y="4394"/>
                </a:lnTo>
                <a:lnTo>
                  <a:pt x="1361" y="4435"/>
                </a:lnTo>
                <a:lnTo>
                  <a:pt x="1528" y="4466"/>
                </a:lnTo>
                <a:lnTo>
                  <a:pt x="1700" y="4487"/>
                </a:lnTo>
                <a:lnTo>
                  <a:pt x="1878" y="4497"/>
                </a:lnTo>
                <a:lnTo>
                  <a:pt x="1717" y="4366"/>
                </a:lnTo>
                <a:lnTo>
                  <a:pt x="1566" y="4238"/>
                </a:lnTo>
                <a:lnTo>
                  <a:pt x="1426" y="4106"/>
                </a:lnTo>
                <a:lnTo>
                  <a:pt x="1361" y="4038"/>
                </a:lnTo>
                <a:lnTo>
                  <a:pt x="1298" y="3967"/>
                </a:lnTo>
                <a:lnTo>
                  <a:pt x="1149" y="3775"/>
                </a:lnTo>
                <a:lnTo>
                  <a:pt x="1017" y="3577"/>
                </a:lnTo>
                <a:lnTo>
                  <a:pt x="903" y="3371"/>
                </a:lnTo>
                <a:lnTo>
                  <a:pt x="806" y="3159"/>
                </a:lnTo>
                <a:lnTo>
                  <a:pt x="726" y="2940"/>
                </a:lnTo>
                <a:lnTo>
                  <a:pt x="664" y="2713"/>
                </a:lnTo>
                <a:lnTo>
                  <a:pt x="620" y="2479"/>
                </a:lnTo>
                <a:lnTo>
                  <a:pt x="594" y="2237"/>
                </a:lnTo>
                <a:lnTo>
                  <a:pt x="586" y="2032"/>
                </a:lnTo>
                <a:lnTo>
                  <a:pt x="592" y="1831"/>
                </a:lnTo>
                <a:lnTo>
                  <a:pt x="612" y="1633"/>
                </a:lnTo>
                <a:lnTo>
                  <a:pt x="645" y="1438"/>
                </a:lnTo>
                <a:lnTo>
                  <a:pt x="692" y="1245"/>
                </a:lnTo>
                <a:lnTo>
                  <a:pt x="752" y="1056"/>
                </a:lnTo>
                <a:lnTo>
                  <a:pt x="824" y="868"/>
                </a:lnTo>
                <a:lnTo>
                  <a:pt x="910" y="684"/>
                </a:lnTo>
                <a:lnTo>
                  <a:pt x="933" y="638"/>
                </a:lnTo>
                <a:lnTo>
                  <a:pt x="952" y="606"/>
                </a:lnTo>
                <a:lnTo>
                  <a:pt x="960" y="594"/>
                </a:lnTo>
                <a:lnTo>
                  <a:pt x="964" y="589"/>
                </a:lnTo>
                <a:lnTo>
                  <a:pt x="968" y="585"/>
                </a:lnTo>
                <a:lnTo>
                  <a:pt x="972" y="582"/>
                </a:lnTo>
                <a:lnTo>
                  <a:pt x="976" y="580"/>
                </a:lnTo>
                <a:lnTo>
                  <a:pt x="980" y="578"/>
                </a:lnTo>
                <a:lnTo>
                  <a:pt x="983" y="577"/>
                </a:lnTo>
                <a:lnTo>
                  <a:pt x="987" y="577"/>
                </a:lnTo>
                <a:lnTo>
                  <a:pt x="992" y="578"/>
                </a:lnTo>
                <a:lnTo>
                  <a:pt x="996" y="579"/>
                </a:lnTo>
                <a:lnTo>
                  <a:pt x="1000" y="581"/>
                </a:lnTo>
                <a:lnTo>
                  <a:pt x="1005" y="584"/>
                </a:lnTo>
                <a:lnTo>
                  <a:pt x="1010" y="587"/>
                </a:lnTo>
                <a:lnTo>
                  <a:pt x="1020" y="596"/>
                </a:lnTo>
                <a:lnTo>
                  <a:pt x="1045" y="623"/>
                </a:lnTo>
                <a:lnTo>
                  <a:pt x="1078" y="660"/>
                </a:lnTo>
                <a:lnTo>
                  <a:pt x="1596" y="1214"/>
                </a:lnTo>
                <a:lnTo>
                  <a:pt x="2145" y="1714"/>
                </a:lnTo>
                <a:lnTo>
                  <a:pt x="2726" y="2158"/>
                </a:lnTo>
                <a:lnTo>
                  <a:pt x="3338" y="2546"/>
                </a:lnTo>
                <a:lnTo>
                  <a:pt x="3983" y="2878"/>
                </a:lnTo>
                <a:lnTo>
                  <a:pt x="4660" y="3154"/>
                </a:lnTo>
                <a:lnTo>
                  <a:pt x="5369" y="3373"/>
                </a:lnTo>
                <a:lnTo>
                  <a:pt x="6112" y="3535"/>
                </a:lnTo>
                <a:lnTo>
                  <a:pt x="6324" y="3567"/>
                </a:lnTo>
                <a:lnTo>
                  <a:pt x="6537" y="3593"/>
                </a:lnTo>
                <a:lnTo>
                  <a:pt x="6964" y="3640"/>
                </a:lnTo>
                <a:lnTo>
                  <a:pt x="6997" y="3643"/>
                </a:lnTo>
                <a:lnTo>
                  <a:pt x="7011" y="3643"/>
                </a:lnTo>
                <a:lnTo>
                  <a:pt x="7024" y="3642"/>
                </a:lnTo>
                <a:lnTo>
                  <a:pt x="7035" y="3640"/>
                </a:lnTo>
                <a:lnTo>
                  <a:pt x="7045" y="3637"/>
                </a:lnTo>
                <a:lnTo>
                  <a:pt x="7049" y="3635"/>
                </a:lnTo>
                <a:lnTo>
                  <a:pt x="7053" y="3633"/>
                </a:lnTo>
                <a:lnTo>
                  <a:pt x="7057" y="3631"/>
                </a:lnTo>
                <a:lnTo>
                  <a:pt x="7060" y="3628"/>
                </a:lnTo>
                <a:lnTo>
                  <a:pt x="7063" y="3624"/>
                </a:lnTo>
                <a:lnTo>
                  <a:pt x="7066" y="3621"/>
                </a:lnTo>
                <a:lnTo>
                  <a:pt x="7068" y="3617"/>
                </a:lnTo>
                <a:lnTo>
                  <a:pt x="7070" y="3612"/>
                </a:lnTo>
                <a:lnTo>
                  <a:pt x="7073" y="3602"/>
                </a:lnTo>
                <a:lnTo>
                  <a:pt x="7074" y="3590"/>
                </a:lnTo>
                <a:lnTo>
                  <a:pt x="7075" y="3576"/>
                </a:lnTo>
                <a:lnTo>
                  <a:pt x="7074" y="3560"/>
                </a:lnTo>
                <a:lnTo>
                  <a:pt x="7069" y="3523"/>
                </a:lnTo>
                <a:lnTo>
                  <a:pt x="7031" y="3234"/>
                </a:lnTo>
                <a:lnTo>
                  <a:pt x="7020" y="2949"/>
                </a:lnTo>
                <a:lnTo>
                  <a:pt x="7035" y="2669"/>
                </a:lnTo>
                <a:lnTo>
                  <a:pt x="7074" y="2395"/>
                </a:lnTo>
                <a:lnTo>
                  <a:pt x="7137" y="2130"/>
                </a:lnTo>
                <a:lnTo>
                  <a:pt x="7224" y="1873"/>
                </a:lnTo>
                <a:lnTo>
                  <a:pt x="7333" y="1628"/>
                </a:lnTo>
                <a:lnTo>
                  <a:pt x="7463" y="1394"/>
                </a:lnTo>
                <a:lnTo>
                  <a:pt x="7614" y="1174"/>
                </a:lnTo>
                <a:lnTo>
                  <a:pt x="7785" y="968"/>
                </a:lnTo>
                <a:lnTo>
                  <a:pt x="7976" y="778"/>
                </a:lnTo>
                <a:lnTo>
                  <a:pt x="8184" y="606"/>
                </a:lnTo>
                <a:lnTo>
                  <a:pt x="8410" y="452"/>
                </a:lnTo>
                <a:lnTo>
                  <a:pt x="8653" y="319"/>
                </a:lnTo>
                <a:lnTo>
                  <a:pt x="8912" y="207"/>
                </a:lnTo>
                <a:lnTo>
                  <a:pt x="9186" y="118"/>
                </a:lnTo>
                <a:lnTo>
                  <a:pt x="9383" y="70"/>
                </a:lnTo>
                <a:lnTo>
                  <a:pt x="9577" y="34"/>
                </a:lnTo>
                <a:lnTo>
                  <a:pt x="9768" y="11"/>
                </a:lnTo>
                <a:lnTo>
                  <a:pt x="9956" y="0"/>
                </a:lnTo>
                <a:lnTo>
                  <a:pt x="10142" y="1"/>
                </a:lnTo>
                <a:lnTo>
                  <a:pt x="10325" y="15"/>
                </a:lnTo>
                <a:lnTo>
                  <a:pt x="10506" y="40"/>
                </a:lnTo>
                <a:lnTo>
                  <a:pt x="10683" y="78"/>
                </a:lnTo>
                <a:lnTo>
                  <a:pt x="10858" y="128"/>
                </a:lnTo>
                <a:lnTo>
                  <a:pt x="11029" y="189"/>
                </a:lnTo>
                <a:lnTo>
                  <a:pt x="11198" y="263"/>
                </a:lnTo>
                <a:lnTo>
                  <a:pt x="11364" y="348"/>
                </a:lnTo>
                <a:lnTo>
                  <a:pt x="11526" y="445"/>
                </a:lnTo>
                <a:lnTo>
                  <a:pt x="11686" y="554"/>
                </a:lnTo>
                <a:lnTo>
                  <a:pt x="11842" y="675"/>
                </a:lnTo>
                <a:lnTo>
                  <a:pt x="11995" y="807"/>
                </a:lnTo>
                <a:lnTo>
                  <a:pt x="12039" y="843"/>
                </a:lnTo>
                <a:lnTo>
                  <a:pt x="12060" y="858"/>
                </a:lnTo>
                <a:lnTo>
                  <a:pt x="12081" y="871"/>
                </a:lnTo>
                <a:lnTo>
                  <a:pt x="12102" y="883"/>
                </a:lnTo>
                <a:lnTo>
                  <a:pt x="12123" y="892"/>
                </a:lnTo>
                <a:lnTo>
                  <a:pt x="12144" y="900"/>
                </a:lnTo>
                <a:lnTo>
                  <a:pt x="12165" y="906"/>
                </a:lnTo>
                <a:lnTo>
                  <a:pt x="12187" y="911"/>
                </a:lnTo>
                <a:lnTo>
                  <a:pt x="12209" y="914"/>
                </a:lnTo>
                <a:lnTo>
                  <a:pt x="12231" y="915"/>
                </a:lnTo>
                <a:lnTo>
                  <a:pt x="12254" y="914"/>
                </a:lnTo>
                <a:lnTo>
                  <a:pt x="12278" y="912"/>
                </a:lnTo>
                <a:lnTo>
                  <a:pt x="12302" y="909"/>
                </a:lnTo>
                <a:lnTo>
                  <a:pt x="12354" y="898"/>
                </a:lnTo>
                <a:lnTo>
                  <a:pt x="12744" y="787"/>
                </a:lnTo>
                <a:lnTo>
                  <a:pt x="13126" y="654"/>
                </a:lnTo>
                <a:lnTo>
                  <a:pt x="13313" y="579"/>
                </a:lnTo>
                <a:lnTo>
                  <a:pt x="13498" y="497"/>
                </a:lnTo>
                <a:lnTo>
                  <a:pt x="13680" y="409"/>
                </a:lnTo>
                <a:lnTo>
                  <a:pt x="13860" y="315"/>
                </a:lnTo>
                <a:lnTo>
                  <a:pt x="13960" y="264"/>
                </a:lnTo>
                <a:lnTo>
                  <a:pt x="13961" y="263"/>
                </a:lnTo>
                <a:lnTo>
                  <a:pt x="13963" y="263"/>
                </a:lnTo>
                <a:lnTo>
                  <a:pt x="13964" y="263"/>
                </a:lnTo>
                <a:lnTo>
                  <a:pt x="13966" y="263"/>
                </a:lnTo>
                <a:lnTo>
                  <a:pt x="13968" y="263"/>
                </a:lnTo>
                <a:lnTo>
                  <a:pt x="13970" y="264"/>
                </a:lnTo>
                <a:lnTo>
                  <a:pt x="13975" y="265"/>
                </a:lnTo>
                <a:lnTo>
                  <a:pt x="13987" y="268"/>
                </a:lnTo>
                <a:lnTo>
                  <a:pt x="13995" y="269"/>
                </a:lnTo>
                <a:lnTo>
                  <a:pt x="14004" y="271"/>
                </a:lnTo>
                <a:lnTo>
                  <a:pt x="13912" y="511"/>
                </a:lnTo>
                <a:lnTo>
                  <a:pt x="13801" y="736"/>
                </a:lnTo>
                <a:lnTo>
                  <a:pt x="13673" y="949"/>
                </a:lnTo>
                <a:lnTo>
                  <a:pt x="13527" y="1148"/>
                </a:lnTo>
                <a:lnTo>
                  <a:pt x="13363" y="1336"/>
                </a:lnTo>
                <a:lnTo>
                  <a:pt x="13182" y="1513"/>
                </a:lnTo>
                <a:lnTo>
                  <a:pt x="12984" y="1679"/>
                </a:lnTo>
                <a:lnTo>
                  <a:pt x="12768" y="1836"/>
                </a:lnTo>
                <a:lnTo>
                  <a:pt x="12830" y="1838"/>
                </a:lnTo>
                <a:lnTo>
                  <a:pt x="12888" y="1836"/>
                </a:lnTo>
                <a:lnTo>
                  <a:pt x="12943" y="1831"/>
                </a:lnTo>
                <a:lnTo>
                  <a:pt x="12996" y="1823"/>
                </a:lnTo>
                <a:lnTo>
                  <a:pt x="13192" y="1783"/>
                </a:lnTo>
                <a:lnTo>
                  <a:pt x="13292" y="1763"/>
                </a:lnTo>
                <a:lnTo>
                  <a:pt x="13392" y="1741"/>
                </a:lnTo>
                <a:lnTo>
                  <a:pt x="13491" y="1717"/>
                </a:lnTo>
                <a:lnTo>
                  <a:pt x="13590" y="1691"/>
                </a:lnTo>
                <a:lnTo>
                  <a:pt x="13688" y="1662"/>
                </a:lnTo>
                <a:lnTo>
                  <a:pt x="13785" y="1631"/>
                </a:lnTo>
                <a:lnTo>
                  <a:pt x="13979" y="1569"/>
                </a:lnTo>
                <a:lnTo>
                  <a:pt x="14026" y="1553"/>
                </a:lnTo>
                <a:lnTo>
                  <a:pt x="14073" y="1535"/>
                </a:lnTo>
                <a:lnTo>
                  <a:pt x="14169" y="1497"/>
                </a:lnTo>
                <a:lnTo>
                  <a:pt x="14219" y="1479"/>
                </a:lnTo>
                <a:lnTo>
                  <a:pt x="14271" y="1462"/>
                </a:lnTo>
                <a:lnTo>
                  <a:pt x="14325" y="1448"/>
                </a:lnTo>
                <a:lnTo>
                  <a:pt x="14383" y="1437"/>
                </a:lnTo>
                <a:lnTo>
                  <a:pt x="14329" y="1522"/>
                </a:lnTo>
                <a:lnTo>
                  <a:pt x="14275" y="1604"/>
                </a:lnTo>
                <a:lnTo>
                  <a:pt x="14161" y="1758"/>
                </a:lnTo>
                <a:lnTo>
                  <a:pt x="14044" y="1901"/>
                </a:lnTo>
                <a:lnTo>
                  <a:pt x="13924" y="2039"/>
                </a:lnTo>
                <a:lnTo>
                  <a:pt x="13717" y="2261"/>
                </a:lnTo>
                <a:lnTo>
                  <a:pt x="13501" y="2473"/>
                </a:lnTo>
                <a:lnTo>
                  <a:pt x="13274" y="2673"/>
                </a:lnTo>
                <a:lnTo>
                  <a:pt x="13155" y="2767"/>
                </a:lnTo>
                <a:lnTo>
                  <a:pt x="13033" y="2858"/>
                </a:lnTo>
                <a:lnTo>
                  <a:pt x="13020" y="2867"/>
                </a:lnTo>
                <a:lnTo>
                  <a:pt x="13009" y="2877"/>
                </a:lnTo>
                <a:lnTo>
                  <a:pt x="12999" y="2887"/>
                </a:lnTo>
                <a:lnTo>
                  <a:pt x="12990" y="2898"/>
                </a:lnTo>
                <a:lnTo>
                  <a:pt x="12982" y="2908"/>
                </a:lnTo>
                <a:lnTo>
                  <a:pt x="12975" y="2919"/>
                </a:lnTo>
                <a:lnTo>
                  <a:pt x="12970" y="2930"/>
                </a:lnTo>
                <a:lnTo>
                  <a:pt x="12965" y="2941"/>
                </a:lnTo>
                <a:lnTo>
                  <a:pt x="12961" y="2953"/>
                </a:lnTo>
                <a:lnTo>
                  <a:pt x="12957" y="2965"/>
                </a:lnTo>
                <a:lnTo>
                  <a:pt x="12955" y="2977"/>
                </a:lnTo>
                <a:lnTo>
                  <a:pt x="12953" y="2990"/>
                </a:lnTo>
                <a:lnTo>
                  <a:pt x="12950" y="3017"/>
                </a:lnTo>
                <a:lnTo>
                  <a:pt x="12950" y="3047"/>
                </a:lnTo>
                <a:lnTo>
                  <a:pt x="12929" y="3850"/>
                </a:lnTo>
                <a:lnTo>
                  <a:pt x="12841" y="4631"/>
                </a:lnTo>
                <a:lnTo>
                  <a:pt x="12687" y="5388"/>
                </a:lnTo>
                <a:lnTo>
                  <a:pt x="12467" y="6122"/>
                </a:lnTo>
                <a:lnTo>
                  <a:pt x="12180" y="6832"/>
                </a:lnTo>
                <a:lnTo>
                  <a:pt x="11827" y="7519"/>
                </a:lnTo>
                <a:lnTo>
                  <a:pt x="11408" y="8182"/>
                </a:lnTo>
                <a:lnTo>
                  <a:pt x="10923" y="8821"/>
                </a:lnTo>
                <a:lnTo>
                  <a:pt x="10445" y="9353"/>
                </a:lnTo>
                <a:lnTo>
                  <a:pt x="9935" y="9832"/>
                </a:lnTo>
                <a:lnTo>
                  <a:pt x="9392" y="10258"/>
                </a:lnTo>
                <a:lnTo>
                  <a:pt x="8817" y="10630"/>
                </a:lnTo>
                <a:lnTo>
                  <a:pt x="8211" y="10949"/>
                </a:lnTo>
                <a:lnTo>
                  <a:pt x="7574" y="11215"/>
                </a:lnTo>
                <a:lnTo>
                  <a:pt x="6907" y="11427"/>
                </a:lnTo>
                <a:lnTo>
                  <a:pt x="6210" y="11586"/>
                </a:lnTo>
                <a:lnTo>
                  <a:pt x="5402" y="11701"/>
                </a:lnTo>
                <a:lnTo>
                  <a:pt x="4606" y="11745"/>
                </a:lnTo>
                <a:lnTo>
                  <a:pt x="3823" y="11718"/>
                </a:lnTo>
                <a:lnTo>
                  <a:pt x="3053" y="11619"/>
                </a:lnTo>
                <a:lnTo>
                  <a:pt x="2295" y="11447"/>
                </a:lnTo>
                <a:lnTo>
                  <a:pt x="1550" y="11201"/>
                </a:lnTo>
                <a:lnTo>
                  <a:pt x="819" y="10882"/>
                </a:lnTo>
                <a:lnTo>
                  <a:pt x="101" y="10488"/>
                </a:lnTo>
                <a:lnTo>
                  <a:pt x="83" y="10477"/>
                </a:lnTo>
                <a:lnTo>
                  <a:pt x="63" y="10462"/>
                </a:lnTo>
                <a:lnTo>
                  <a:pt x="0" y="10417"/>
                </a:lnTo>
              </a:path>
            </a:pathLst>
          </a:custGeom>
          <a:solidFill>
            <a:srgbClr val="123563"/>
          </a:solidFill>
          <a:ln>
            <a:noFill/>
          </a:ln>
          <a:effectLst/>
        </p:spPr>
        <p:txBody>
          <a:bodyPr wrap="none" anchor="ctr"/>
          <a:lstStyle/>
          <a:p>
            <a:endParaRPr lang="de-DE" sz="1800">
              <a:latin typeface="BISansOpti"/>
            </a:endParaRPr>
          </a:p>
        </p:txBody>
      </p:sp>
      <p:sp>
        <p:nvSpPr>
          <p:cNvPr id="15" name="Freeform 2"/>
          <p:cNvSpPr>
            <a:spLocks noChangeAspect="1" noChangeArrowheads="1"/>
          </p:cNvSpPr>
          <p:nvPr userDrawn="1"/>
        </p:nvSpPr>
        <p:spPr bwMode="auto">
          <a:xfrm>
            <a:off x="1651481" y="1281035"/>
            <a:ext cx="360000" cy="269395"/>
          </a:xfrm>
          <a:custGeom>
            <a:avLst/>
            <a:gdLst>
              <a:gd name="T0" fmla="*/ 14325 w 14438"/>
              <a:gd name="T1" fmla="*/ 8118 h 10806"/>
              <a:gd name="T2" fmla="*/ 14255 w 14438"/>
              <a:gd name="T3" fmla="*/ 8647 h 10806"/>
              <a:gd name="T4" fmla="*/ 14181 w 14438"/>
              <a:gd name="T5" fmla="*/ 8993 h 10806"/>
              <a:gd name="T6" fmla="*/ 14077 w 14438"/>
              <a:gd name="T7" fmla="*/ 9332 h 10806"/>
              <a:gd name="T8" fmla="*/ 13964 w 14438"/>
              <a:gd name="T9" fmla="*/ 9609 h 10806"/>
              <a:gd name="T10" fmla="*/ 13852 w 14438"/>
              <a:gd name="T11" fmla="*/ 9813 h 10806"/>
              <a:gd name="T12" fmla="*/ 13721 w 14438"/>
              <a:gd name="T13" fmla="*/ 9995 h 10806"/>
              <a:gd name="T14" fmla="*/ 13572 w 14438"/>
              <a:gd name="T15" fmla="*/ 10155 h 10806"/>
              <a:gd name="T16" fmla="*/ 13405 w 14438"/>
              <a:gd name="T17" fmla="*/ 10292 h 10806"/>
              <a:gd name="T18" fmla="*/ 13220 w 14438"/>
              <a:gd name="T19" fmla="*/ 10406 h 10806"/>
              <a:gd name="T20" fmla="*/ 13016 w 14438"/>
              <a:gd name="T21" fmla="*/ 10497 h 10806"/>
              <a:gd name="T22" fmla="*/ 12795 w 14438"/>
              <a:gd name="T23" fmla="*/ 10564 h 10806"/>
              <a:gd name="T24" fmla="*/ 12403 w 14438"/>
              <a:gd name="T25" fmla="*/ 10631 h 10806"/>
              <a:gd name="T26" fmla="*/ 11849 w 14438"/>
              <a:gd name="T27" fmla="*/ 10683 h 10806"/>
              <a:gd name="T28" fmla="*/ 7794 w 14438"/>
              <a:gd name="T29" fmla="*/ 10805 h 10806"/>
              <a:gd name="T30" fmla="*/ 2034 w 14438"/>
              <a:gd name="T31" fmla="*/ 10612 h 10806"/>
              <a:gd name="T32" fmla="*/ 1725 w 14438"/>
              <a:gd name="T33" fmla="*/ 10567 h 10806"/>
              <a:gd name="T34" fmla="*/ 1442 w 14438"/>
              <a:gd name="T35" fmla="*/ 10487 h 10806"/>
              <a:gd name="T36" fmla="*/ 1186 w 14438"/>
              <a:gd name="T37" fmla="*/ 10372 h 10806"/>
              <a:gd name="T38" fmla="*/ 957 w 14438"/>
              <a:gd name="T39" fmla="*/ 10222 h 10806"/>
              <a:gd name="T40" fmla="*/ 756 w 14438"/>
              <a:gd name="T41" fmla="*/ 10035 h 10806"/>
              <a:gd name="T42" fmla="*/ 584 w 14438"/>
              <a:gd name="T43" fmla="*/ 9811 h 10806"/>
              <a:gd name="T44" fmla="*/ 440 w 14438"/>
              <a:gd name="T45" fmla="*/ 9549 h 10806"/>
              <a:gd name="T46" fmla="*/ 327 w 14438"/>
              <a:gd name="T47" fmla="*/ 9249 h 10806"/>
              <a:gd name="T48" fmla="*/ 215 w 14438"/>
              <a:gd name="T49" fmla="*/ 8800 h 10806"/>
              <a:gd name="T50" fmla="*/ 142 w 14438"/>
              <a:gd name="T51" fmla="*/ 8345 h 10806"/>
              <a:gd name="T52" fmla="*/ 60 w 14438"/>
              <a:gd name="T53" fmla="*/ 7429 h 10806"/>
              <a:gd name="T54" fmla="*/ 0 w 14438"/>
              <a:gd name="T55" fmla="*/ 4261 h 10806"/>
              <a:gd name="T56" fmla="*/ 19 w 14438"/>
              <a:gd name="T57" fmla="*/ 4179 h 10806"/>
              <a:gd name="T58" fmla="*/ 22 w 14438"/>
              <a:gd name="T59" fmla="*/ 4152 h 10806"/>
              <a:gd name="T60" fmla="*/ 124 w 14438"/>
              <a:gd name="T61" fmla="*/ 2563 h 10806"/>
              <a:gd name="T62" fmla="*/ 181 w 14438"/>
              <a:gd name="T63" fmla="*/ 2160 h 10806"/>
              <a:gd name="T64" fmla="*/ 268 w 14438"/>
              <a:gd name="T65" fmla="*/ 1763 h 10806"/>
              <a:gd name="T66" fmla="*/ 394 w 14438"/>
              <a:gd name="T67" fmla="*/ 1373 h 10806"/>
              <a:gd name="T68" fmla="*/ 495 w 14438"/>
              <a:gd name="T69" fmla="*/ 1146 h 10806"/>
              <a:gd name="T70" fmla="*/ 616 w 14438"/>
              <a:gd name="T71" fmla="*/ 940 h 10806"/>
              <a:gd name="T72" fmla="*/ 756 w 14438"/>
              <a:gd name="T73" fmla="*/ 757 h 10806"/>
              <a:gd name="T74" fmla="*/ 916 w 14438"/>
              <a:gd name="T75" fmla="*/ 598 h 10806"/>
              <a:gd name="T76" fmla="*/ 1095 w 14438"/>
              <a:gd name="T77" fmla="*/ 464 h 10806"/>
              <a:gd name="T78" fmla="*/ 1295 w 14438"/>
              <a:gd name="T79" fmla="*/ 355 h 10806"/>
              <a:gd name="T80" fmla="*/ 1515 w 14438"/>
              <a:gd name="T81" fmla="*/ 272 h 10806"/>
              <a:gd name="T82" fmla="*/ 1755 w 14438"/>
              <a:gd name="T83" fmla="*/ 217 h 10806"/>
              <a:gd name="T84" fmla="*/ 2523 w 14438"/>
              <a:gd name="T85" fmla="*/ 126 h 10806"/>
              <a:gd name="T86" fmla="*/ 3297 w 14438"/>
              <a:gd name="T87" fmla="*/ 84 h 10806"/>
              <a:gd name="T88" fmla="*/ 10458 w 14438"/>
              <a:gd name="T89" fmla="*/ 57 h 10806"/>
              <a:gd name="T90" fmla="*/ 12041 w 14438"/>
              <a:gd name="T91" fmla="*/ 144 h 10806"/>
              <a:gd name="T92" fmla="*/ 12686 w 14438"/>
              <a:gd name="T93" fmla="*/ 211 h 10806"/>
              <a:gd name="T94" fmla="*/ 12911 w 14438"/>
              <a:gd name="T95" fmla="*/ 262 h 10806"/>
              <a:gd name="T96" fmla="*/ 13122 w 14438"/>
              <a:gd name="T97" fmla="*/ 339 h 10806"/>
              <a:gd name="T98" fmla="*/ 13316 w 14438"/>
              <a:gd name="T99" fmla="*/ 440 h 10806"/>
              <a:gd name="T100" fmla="*/ 13493 w 14438"/>
              <a:gd name="T101" fmla="*/ 567 h 10806"/>
              <a:gd name="T102" fmla="*/ 13651 w 14438"/>
              <a:gd name="T103" fmla="*/ 718 h 10806"/>
              <a:gd name="T104" fmla="*/ 13790 w 14438"/>
              <a:gd name="T105" fmla="*/ 894 h 10806"/>
              <a:gd name="T106" fmla="*/ 13909 w 14438"/>
              <a:gd name="T107" fmla="*/ 1094 h 10806"/>
              <a:gd name="T108" fmla="*/ 14062 w 14438"/>
              <a:gd name="T109" fmla="*/ 1453 h 10806"/>
              <a:gd name="T110" fmla="*/ 14150 w 14438"/>
              <a:gd name="T111" fmla="*/ 1710 h 10806"/>
              <a:gd name="T112" fmla="*/ 14218 w 14438"/>
              <a:gd name="T113" fmla="*/ 1973 h 10806"/>
              <a:gd name="T114" fmla="*/ 14260 w 14438"/>
              <a:gd name="T115" fmla="*/ 2237 h 10806"/>
              <a:gd name="T116" fmla="*/ 14437 w 14438"/>
              <a:gd name="T117" fmla="*/ 5189 h 10806"/>
              <a:gd name="T118" fmla="*/ 5417 w 14438"/>
              <a:gd name="T119" fmla="*/ 8122 h 10806"/>
              <a:gd name="T120" fmla="*/ 5417 w 14438"/>
              <a:gd name="T121" fmla="*/ 2686 h 108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4438" h="10806">
                <a:moveTo>
                  <a:pt x="14437" y="5994"/>
                </a:moveTo>
                <a:lnTo>
                  <a:pt x="14325" y="8118"/>
                </a:lnTo>
                <a:lnTo>
                  <a:pt x="14284" y="8472"/>
                </a:lnTo>
                <a:lnTo>
                  <a:pt x="14255" y="8647"/>
                </a:lnTo>
                <a:lnTo>
                  <a:pt x="14222" y="8821"/>
                </a:lnTo>
                <a:lnTo>
                  <a:pt x="14181" y="8993"/>
                </a:lnTo>
                <a:lnTo>
                  <a:pt x="14133" y="9164"/>
                </a:lnTo>
                <a:lnTo>
                  <a:pt x="14077" y="9332"/>
                </a:lnTo>
                <a:lnTo>
                  <a:pt x="14013" y="9499"/>
                </a:lnTo>
                <a:lnTo>
                  <a:pt x="13964" y="9609"/>
                </a:lnTo>
                <a:lnTo>
                  <a:pt x="13910" y="9714"/>
                </a:lnTo>
                <a:lnTo>
                  <a:pt x="13852" y="9813"/>
                </a:lnTo>
                <a:lnTo>
                  <a:pt x="13789" y="9907"/>
                </a:lnTo>
                <a:lnTo>
                  <a:pt x="13721" y="9995"/>
                </a:lnTo>
                <a:lnTo>
                  <a:pt x="13649" y="10078"/>
                </a:lnTo>
                <a:lnTo>
                  <a:pt x="13572" y="10155"/>
                </a:lnTo>
                <a:lnTo>
                  <a:pt x="13491" y="10226"/>
                </a:lnTo>
                <a:lnTo>
                  <a:pt x="13405" y="10292"/>
                </a:lnTo>
                <a:lnTo>
                  <a:pt x="13315" y="10352"/>
                </a:lnTo>
                <a:lnTo>
                  <a:pt x="13220" y="10406"/>
                </a:lnTo>
                <a:lnTo>
                  <a:pt x="13120" y="10454"/>
                </a:lnTo>
                <a:lnTo>
                  <a:pt x="13016" y="10497"/>
                </a:lnTo>
                <a:lnTo>
                  <a:pt x="12907" y="10533"/>
                </a:lnTo>
                <a:lnTo>
                  <a:pt x="12795" y="10564"/>
                </a:lnTo>
                <a:lnTo>
                  <a:pt x="12677" y="10588"/>
                </a:lnTo>
                <a:lnTo>
                  <a:pt x="12403" y="10631"/>
                </a:lnTo>
                <a:lnTo>
                  <a:pt x="12127" y="10662"/>
                </a:lnTo>
                <a:lnTo>
                  <a:pt x="11849" y="10683"/>
                </a:lnTo>
                <a:lnTo>
                  <a:pt x="11571" y="10696"/>
                </a:lnTo>
                <a:lnTo>
                  <a:pt x="7794" y="10805"/>
                </a:lnTo>
                <a:lnTo>
                  <a:pt x="4552" y="10756"/>
                </a:lnTo>
                <a:lnTo>
                  <a:pt x="2034" y="10612"/>
                </a:lnTo>
                <a:lnTo>
                  <a:pt x="1876" y="10594"/>
                </a:lnTo>
                <a:lnTo>
                  <a:pt x="1725" y="10567"/>
                </a:lnTo>
                <a:lnTo>
                  <a:pt x="1581" y="10531"/>
                </a:lnTo>
                <a:lnTo>
                  <a:pt x="1442" y="10487"/>
                </a:lnTo>
                <a:lnTo>
                  <a:pt x="1311" y="10434"/>
                </a:lnTo>
                <a:lnTo>
                  <a:pt x="1186" y="10372"/>
                </a:lnTo>
                <a:lnTo>
                  <a:pt x="1068" y="10302"/>
                </a:lnTo>
                <a:lnTo>
                  <a:pt x="957" y="10222"/>
                </a:lnTo>
                <a:lnTo>
                  <a:pt x="853" y="10133"/>
                </a:lnTo>
                <a:lnTo>
                  <a:pt x="756" y="10035"/>
                </a:lnTo>
                <a:lnTo>
                  <a:pt x="666" y="9927"/>
                </a:lnTo>
                <a:lnTo>
                  <a:pt x="584" y="9811"/>
                </a:lnTo>
                <a:lnTo>
                  <a:pt x="508" y="9685"/>
                </a:lnTo>
                <a:lnTo>
                  <a:pt x="440" y="9549"/>
                </a:lnTo>
                <a:lnTo>
                  <a:pt x="380" y="9404"/>
                </a:lnTo>
                <a:lnTo>
                  <a:pt x="327" y="9249"/>
                </a:lnTo>
                <a:lnTo>
                  <a:pt x="265" y="9025"/>
                </a:lnTo>
                <a:lnTo>
                  <a:pt x="215" y="8800"/>
                </a:lnTo>
                <a:lnTo>
                  <a:pt x="174" y="8573"/>
                </a:lnTo>
                <a:lnTo>
                  <a:pt x="142" y="8345"/>
                </a:lnTo>
                <a:lnTo>
                  <a:pt x="96" y="7888"/>
                </a:lnTo>
                <a:lnTo>
                  <a:pt x="60" y="7429"/>
                </a:lnTo>
                <a:lnTo>
                  <a:pt x="0" y="6548"/>
                </a:lnTo>
                <a:lnTo>
                  <a:pt x="0" y="4261"/>
                </a:lnTo>
                <a:lnTo>
                  <a:pt x="13" y="4207"/>
                </a:lnTo>
                <a:lnTo>
                  <a:pt x="19" y="4179"/>
                </a:lnTo>
                <a:lnTo>
                  <a:pt x="21" y="4166"/>
                </a:lnTo>
                <a:lnTo>
                  <a:pt x="22" y="4152"/>
                </a:lnTo>
                <a:lnTo>
                  <a:pt x="89" y="2970"/>
                </a:lnTo>
                <a:lnTo>
                  <a:pt x="124" y="2563"/>
                </a:lnTo>
                <a:lnTo>
                  <a:pt x="150" y="2361"/>
                </a:lnTo>
                <a:lnTo>
                  <a:pt x="181" y="2160"/>
                </a:lnTo>
                <a:lnTo>
                  <a:pt x="220" y="1960"/>
                </a:lnTo>
                <a:lnTo>
                  <a:pt x="268" y="1763"/>
                </a:lnTo>
                <a:lnTo>
                  <a:pt x="326" y="1567"/>
                </a:lnTo>
                <a:lnTo>
                  <a:pt x="394" y="1373"/>
                </a:lnTo>
                <a:lnTo>
                  <a:pt x="442" y="1257"/>
                </a:lnTo>
                <a:lnTo>
                  <a:pt x="495" y="1146"/>
                </a:lnTo>
                <a:lnTo>
                  <a:pt x="553" y="1040"/>
                </a:lnTo>
                <a:lnTo>
                  <a:pt x="616" y="940"/>
                </a:lnTo>
                <a:lnTo>
                  <a:pt x="684" y="846"/>
                </a:lnTo>
                <a:lnTo>
                  <a:pt x="756" y="757"/>
                </a:lnTo>
                <a:lnTo>
                  <a:pt x="833" y="675"/>
                </a:lnTo>
                <a:lnTo>
                  <a:pt x="916" y="598"/>
                </a:lnTo>
                <a:lnTo>
                  <a:pt x="1003" y="528"/>
                </a:lnTo>
                <a:lnTo>
                  <a:pt x="1095" y="464"/>
                </a:lnTo>
                <a:lnTo>
                  <a:pt x="1193" y="406"/>
                </a:lnTo>
                <a:lnTo>
                  <a:pt x="1295" y="355"/>
                </a:lnTo>
                <a:lnTo>
                  <a:pt x="1402" y="310"/>
                </a:lnTo>
                <a:lnTo>
                  <a:pt x="1515" y="272"/>
                </a:lnTo>
                <a:lnTo>
                  <a:pt x="1632" y="241"/>
                </a:lnTo>
                <a:lnTo>
                  <a:pt x="1755" y="217"/>
                </a:lnTo>
                <a:lnTo>
                  <a:pt x="2137" y="163"/>
                </a:lnTo>
                <a:lnTo>
                  <a:pt x="2523" y="126"/>
                </a:lnTo>
                <a:lnTo>
                  <a:pt x="2910" y="101"/>
                </a:lnTo>
                <a:lnTo>
                  <a:pt x="3297" y="84"/>
                </a:lnTo>
                <a:lnTo>
                  <a:pt x="6666" y="0"/>
                </a:lnTo>
                <a:lnTo>
                  <a:pt x="10458" y="57"/>
                </a:lnTo>
                <a:lnTo>
                  <a:pt x="11514" y="105"/>
                </a:lnTo>
                <a:lnTo>
                  <a:pt x="12041" y="144"/>
                </a:lnTo>
                <a:lnTo>
                  <a:pt x="12567" y="195"/>
                </a:lnTo>
                <a:lnTo>
                  <a:pt x="12686" y="211"/>
                </a:lnTo>
                <a:lnTo>
                  <a:pt x="12800" y="233"/>
                </a:lnTo>
                <a:lnTo>
                  <a:pt x="12911" y="262"/>
                </a:lnTo>
                <a:lnTo>
                  <a:pt x="13019" y="297"/>
                </a:lnTo>
                <a:lnTo>
                  <a:pt x="13122" y="339"/>
                </a:lnTo>
                <a:lnTo>
                  <a:pt x="13221" y="386"/>
                </a:lnTo>
                <a:lnTo>
                  <a:pt x="13316" y="440"/>
                </a:lnTo>
                <a:lnTo>
                  <a:pt x="13406" y="500"/>
                </a:lnTo>
                <a:lnTo>
                  <a:pt x="13493" y="567"/>
                </a:lnTo>
                <a:lnTo>
                  <a:pt x="13574" y="639"/>
                </a:lnTo>
                <a:lnTo>
                  <a:pt x="13651" y="718"/>
                </a:lnTo>
                <a:lnTo>
                  <a:pt x="13723" y="803"/>
                </a:lnTo>
                <a:lnTo>
                  <a:pt x="13790" y="894"/>
                </a:lnTo>
                <a:lnTo>
                  <a:pt x="13852" y="991"/>
                </a:lnTo>
                <a:lnTo>
                  <a:pt x="13909" y="1094"/>
                </a:lnTo>
                <a:lnTo>
                  <a:pt x="13960" y="1203"/>
                </a:lnTo>
                <a:lnTo>
                  <a:pt x="14062" y="1453"/>
                </a:lnTo>
                <a:lnTo>
                  <a:pt x="14108" y="1581"/>
                </a:lnTo>
                <a:lnTo>
                  <a:pt x="14150" y="1710"/>
                </a:lnTo>
                <a:lnTo>
                  <a:pt x="14187" y="1841"/>
                </a:lnTo>
                <a:lnTo>
                  <a:pt x="14218" y="1973"/>
                </a:lnTo>
                <a:lnTo>
                  <a:pt x="14242" y="2105"/>
                </a:lnTo>
                <a:lnTo>
                  <a:pt x="14260" y="2237"/>
                </a:lnTo>
                <a:lnTo>
                  <a:pt x="14427" y="4739"/>
                </a:lnTo>
                <a:lnTo>
                  <a:pt x="14437" y="5189"/>
                </a:lnTo>
                <a:lnTo>
                  <a:pt x="14437" y="5994"/>
                </a:lnTo>
                <a:close/>
                <a:moveTo>
                  <a:pt x="5417" y="8122"/>
                </a:moveTo>
                <a:lnTo>
                  <a:pt x="9947" y="5404"/>
                </a:lnTo>
                <a:lnTo>
                  <a:pt x="5417" y="2686"/>
                </a:lnTo>
                <a:lnTo>
                  <a:pt x="5417" y="8122"/>
                </a:lnTo>
                <a:close/>
              </a:path>
            </a:pathLst>
          </a:custGeom>
          <a:solidFill>
            <a:srgbClr val="123563"/>
          </a:solidFill>
          <a:ln>
            <a:noFill/>
          </a:ln>
          <a:effectLst/>
        </p:spPr>
        <p:txBody>
          <a:bodyPr wrap="none" anchor="ctr"/>
          <a:lstStyle/>
          <a:p>
            <a:endParaRPr lang="de-DE" sz="1800">
              <a:latin typeface="BISansOpti"/>
            </a:endParaRPr>
          </a:p>
        </p:txBody>
      </p:sp>
      <p:sp>
        <p:nvSpPr>
          <p:cNvPr id="16" name="Freeform 2"/>
          <p:cNvSpPr>
            <a:spLocks noChangeAspect="1" noChangeArrowheads="1"/>
          </p:cNvSpPr>
          <p:nvPr userDrawn="1"/>
        </p:nvSpPr>
        <p:spPr bwMode="auto">
          <a:xfrm>
            <a:off x="2312457" y="1240070"/>
            <a:ext cx="287999" cy="371391"/>
          </a:xfrm>
          <a:custGeom>
            <a:avLst/>
            <a:gdLst>
              <a:gd name="T0" fmla="*/ 3118 w 9837"/>
              <a:gd name="T1" fmla="*/ 11425 h 12686"/>
              <a:gd name="T2" fmla="*/ 2294 w 9837"/>
              <a:gd name="T3" fmla="*/ 12646 h 12686"/>
              <a:gd name="T4" fmla="*/ 2234 w 9837"/>
              <a:gd name="T5" fmla="*/ 12679 h 12686"/>
              <a:gd name="T6" fmla="*/ 2189 w 9837"/>
              <a:gd name="T7" fmla="*/ 12684 h 12686"/>
              <a:gd name="T8" fmla="*/ 2154 w 9837"/>
              <a:gd name="T9" fmla="*/ 12659 h 12686"/>
              <a:gd name="T10" fmla="*/ 2115 w 9837"/>
              <a:gd name="T11" fmla="*/ 12581 h 12686"/>
              <a:gd name="T12" fmla="*/ 2014 w 9837"/>
              <a:gd name="T13" fmla="*/ 11008 h 12686"/>
              <a:gd name="T14" fmla="*/ 3053 w 9837"/>
              <a:gd name="T15" fmla="*/ 5966 h 12686"/>
              <a:gd name="T16" fmla="*/ 3042 w 9837"/>
              <a:gd name="T17" fmla="*/ 5815 h 12686"/>
              <a:gd name="T18" fmla="*/ 2842 w 9837"/>
              <a:gd name="T19" fmla="*/ 4798 h 12686"/>
              <a:gd name="T20" fmla="*/ 3098 w 9837"/>
              <a:gd name="T21" fmla="*/ 3624 h 12686"/>
              <a:gd name="T22" fmla="*/ 3521 w 9837"/>
              <a:gd name="T23" fmla="*/ 3104 h 12686"/>
              <a:gd name="T24" fmla="*/ 4132 w 9837"/>
              <a:gd name="T25" fmla="*/ 2846 h 12686"/>
              <a:gd name="T26" fmla="*/ 4671 w 9837"/>
              <a:gd name="T27" fmla="*/ 2922 h 12686"/>
              <a:gd name="T28" fmla="*/ 5025 w 9837"/>
              <a:gd name="T29" fmla="*/ 3211 h 12686"/>
              <a:gd name="T30" fmla="*/ 5210 w 9837"/>
              <a:gd name="T31" fmla="*/ 3670 h 12686"/>
              <a:gd name="T32" fmla="*/ 5155 w 9837"/>
              <a:gd name="T33" fmla="*/ 4529 h 12686"/>
              <a:gd name="T34" fmla="*/ 4590 w 9837"/>
              <a:gd name="T35" fmla="*/ 7081 h 12686"/>
              <a:gd name="T36" fmla="*/ 5138 w 9837"/>
              <a:gd name="T37" fmla="*/ 7774 h 12686"/>
              <a:gd name="T38" fmla="*/ 6107 w 9837"/>
              <a:gd name="T39" fmla="*/ 7877 h 12686"/>
              <a:gd name="T40" fmla="*/ 6907 w 9837"/>
              <a:gd name="T41" fmla="*/ 7429 h 12686"/>
              <a:gd name="T42" fmla="*/ 7658 w 9837"/>
              <a:gd name="T43" fmla="*/ 6268 h 12686"/>
              <a:gd name="T44" fmla="*/ 8036 w 9837"/>
              <a:gd name="T45" fmla="*/ 4561 h 12686"/>
              <a:gd name="T46" fmla="*/ 7946 w 9837"/>
              <a:gd name="T47" fmla="*/ 3244 h 12686"/>
              <a:gd name="T48" fmla="*/ 7471 w 9837"/>
              <a:gd name="T49" fmla="*/ 2262 h 12686"/>
              <a:gd name="T50" fmla="*/ 6646 w 9837"/>
              <a:gd name="T51" fmla="*/ 1607 h 12686"/>
              <a:gd name="T52" fmla="*/ 5184 w 9837"/>
              <a:gd name="T53" fmla="*/ 1253 h 12686"/>
              <a:gd name="T54" fmla="*/ 3867 w 9837"/>
              <a:gd name="T55" fmla="*/ 1402 h 12686"/>
              <a:gd name="T56" fmla="*/ 2664 w 9837"/>
              <a:gd name="T57" fmla="*/ 2075 h 12686"/>
              <a:gd name="T58" fmla="*/ 1782 w 9837"/>
              <a:gd name="T59" fmla="*/ 3159 h 12686"/>
              <a:gd name="T60" fmla="*/ 1441 w 9837"/>
              <a:gd name="T61" fmla="*/ 4444 h 12686"/>
              <a:gd name="T62" fmla="*/ 1565 w 9837"/>
              <a:gd name="T63" fmla="*/ 5601 h 12686"/>
              <a:gd name="T64" fmla="*/ 1877 w 9837"/>
              <a:gd name="T65" fmla="*/ 6126 h 12686"/>
              <a:gd name="T66" fmla="*/ 2001 w 9837"/>
              <a:gd name="T67" fmla="*/ 6319 h 12686"/>
              <a:gd name="T68" fmla="*/ 2029 w 9837"/>
              <a:gd name="T69" fmla="*/ 6526 h 12686"/>
              <a:gd name="T70" fmla="*/ 1959 w 9837"/>
              <a:gd name="T71" fmla="*/ 6794 h 12686"/>
              <a:gd name="T72" fmla="*/ 1816 w 9837"/>
              <a:gd name="T73" fmla="*/ 7275 h 12686"/>
              <a:gd name="T74" fmla="*/ 1678 w 9837"/>
              <a:gd name="T75" fmla="*/ 7368 h 12686"/>
              <a:gd name="T76" fmla="*/ 1479 w 9837"/>
              <a:gd name="T77" fmla="*/ 7335 h 12686"/>
              <a:gd name="T78" fmla="*/ 785 w 9837"/>
              <a:gd name="T79" fmla="*/ 6867 h 12686"/>
              <a:gd name="T80" fmla="*/ 124 w 9837"/>
              <a:gd name="T81" fmla="*/ 5565 h 12686"/>
              <a:gd name="T82" fmla="*/ 8 w 9837"/>
              <a:gd name="T83" fmla="*/ 4355 h 12686"/>
              <a:gd name="T84" fmla="*/ 473 w 9837"/>
              <a:gd name="T85" fmla="*/ 2695 h 12686"/>
              <a:gd name="T86" fmla="*/ 1407 w 9837"/>
              <a:gd name="T87" fmla="*/ 1407 h 12686"/>
              <a:gd name="T88" fmla="*/ 2703 w 9837"/>
              <a:gd name="T89" fmla="*/ 537 h 12686"/>
              <a:gd name="T90" fmla="*/ 5376 w 9837"/>
              <a:gd name="T91" fmla="*/ 0 h 12686"/>
              <a:gd name="T92" fmla="*/ 7729 w 9837"/>
              <a:gd name="T93" fmla="*/ 664 h 12686"/>
              <a:gd name="T94" fmla="*/ 8900 w 9837"/>
              <a:gd name="T95" fmla="*/ 1632 h 12686"/>
              <a:gd name="T96" fmla="*/ 9626 w 9837"/>
              <a:gd name="T97" fmla="*/ 2968 h 12686"/>
              <a:gd name="T98" fmla="*/ 9835 w 9837"/>
              <a:gd name="T99" fmla="*/ 4374 h 12686"/>
              <a:gd name="T100" fmla="*/ 9529 w 9837"/>
              <a:gd name="T101" fmla="*/ 6232 h 12686"/>
              <a:gd name="T102" fmla="*/ 8493 w 9837"/>
              <a:gd name="T103" fmla="*/ 8045 h 12686"/>
              <a:gd name="T104" fmla="*/ 7525 w 9837"/>
              <a:gd name="T105" fmla="*/ 8795 h 12686"/>
              <a:gd name="T106" fmla="*/ 6357 w 9837"/>
              <a:gd name="T107" fmla="*/ 9150 h 12686"/>
              <a:gd name="T108" fmla="*/ 5273 w 9837"/>
              <a:gd name="T109" fmla="*/ 9099 h 12686"/>
              <a:gd name="T110" fmla="*/ 4591 w 9837"/>
              <a:gd name="T111" fmla="*/ 8776 h 126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9837" h="12686">
                <a:moveTo>
                  <a:pt x="4115" y="8296"/>
                </a:moveTo>
                <a:lnTo>
                  <a:pt x="3659" y="10080"/>
                </a:lnTo>
                <a:lnTo>
                  <a:pt x="3556" y="10434"/>
                </a:lnTo>
                <a:lnTo>
                  <a:pt x="3431" y="10775"/>
                </a:lnTo>
                <a:lnTo>
                  <a:pt x="3284" y="11105"/>
                </a:lnTo>
                <a:lnTo>
                  <a:pt x="3118" y="11425"/>
                </a:lnTo>
                <a:lnTo>
                  <a:pt x="2936" y="11736"/>
                </a:lnTo>
                <a:lnTo>
                  <a:pt x="2740" y="12039"/>
                </a:lnTo>
                <a:lnTo>
                  <a:pt x="2313" y="12628"/>
                </a:lnTo>
                <a:lnTo>
                  <a:pt x="2307" y="12634"/>
                </a:lnTo>
                <a:lnTo>
                  <a:pt x="2301" y="12640"/>
                </a:lnTo>
                <a:lnTo>
                  <a:pt x="2294" y="12646"/>
                </a:lnTo>
                <a:lnTo>
                  <a:pt x="2286" y="12652"/>
                </a:lnTo>
                <a:lnTo>
                  <a:pt x="2278" y="12658"/>
                </a:lnTo>
                <a:lnTo>
                  <a:pt x="2270" y="12663"/>
                </a:lnTo>
                <a:lnTo>
                  <a:pt x="2252" y="12672"/>
                </a:lnTo>
                <a:lnTo>
                  <a:pt x="2243" y="12676"/>
                </a:lnTo>
                <a:lnTo>
                  <a:pt x="2234" y="12679"/>
                </a:lnTo>
                <a:lnTo>
                  <a:pt x="2225" y="12682"/>
                </a:lnTo>
                <a:lnTo>
                  <a:pt x="2216" y="12684"/>
                </a:lnTo>
                <a:lnTo>
                  <a:pt x="2207" y="12685"/>
                </a:lnTo>
                <a:lnTo>
                  <a:pt x="2200" y="12685"/>
                </a:lnTo>
                <a:lnTo>
                  <a:pt x="2192" y="12685"/>
                </a:lnTo>
                <a:lnTo>
                  <a:pt x="2189" y="12684"/>
                </a:lnTo>
                <a:lnTo>
                  <a:pt x="2186" y="12683"/>
                </a:lnTo>
                <a:lnTo>
                  <a:pt x="2179" y="12680"/>
                </a:lnTo>
                <a:lnTo>
                  <a:pt x="2173" y="12676"/>
                </a:lnTo>
                <a:lnTo>
                  <a:pt x="2166" y="12671"/>
                </a:lnTo>
                <a:lnTo>
                  <a:pt x="2160" y="12666"/>
                </a:lnTo>
                <a:lnTo>
                  <a:pt x="2154" y="12659"/>
                </a:lnTo>
                <a:lnTo>
                  <a:pt x="2148" y="12652"/>
                </a:lnTo>
                <a:lnTo>
                  <a:pt x="2143" y="12644"/>
                </a:lnTo>
                <a:lnTo>
                  <a:pt x="2138" y="12636"/>
                </a:lnTo>
                <a:lnTo>
                  <a:pt x="2129" y="12618"/>
                </a:lnTo>
                <a:lnTo>
                  <a:pt x="2121" y="12600"/>
                </a:lnTo>
                <a:lnTo>
                  <a:pt x="2115" y="12581"/>
                </a:lnTo>
                <a:lnTo>
                  <a:pt x="2113" y="12573"/>
                </a:lnTo>
                <a:lnTo>
                  <a:pt x="2112" y="12564"/>
                </a:lnTo>
                <a:lnTo>
                  <a:pt x="2063" y="12174"/>
                </a:lnTo>
                <a:lnTo>
                  <a:pt x="2030" y="11785"/>
                </a:lnTo>
                <a:lnTo>
                  <a:pt x="2013" y="11396"/>
                </a:lnTo>
                <a:lnTo>
                  <a:pt x="2014" y="11008"/>
                </a:lnTo>
                <a:lnTo>
                  <a:pt x="2034" y="10620"/>
                </a:lnTo>
                <a:lnTo>
                  <a:pt x="2075" y="10233"/>
                </a:lnTo>
                <a:lnTo>
                  <a:pt x="2139" y="9846"/>
                </a:lnTo>
                <a:lnTo>
                  <a:pt x="2226" y="9459"/>
                </a:lnTo>
                <a:lnTo>
                  <a:pt x="3051" y="5979"/>
                </a:lnTo>
                <a:lnTo>
                  <a:pt x="3053" y="5966"/>
                </a:lnTo>
                <a:lnTo>
                  <a:pt x="3055" y="5953"/>
                </a:lnTo>
                <a:lnTo>
                  <a:pt x="3057" y="5926"/>
                </a:lnTo>
                <a:lnTo>
                  <a:pt x="3056" y="5898"/>
                </a:lnTo>
                <a:lnTo>
                  <a:pt x="3053" y="5871"/>
                </a:lnTo>
                <a:lnTo>
                  <a:pt x="3049" y="5843"/>
                </a:lnTo>
                <a:lnTo>
                  <a:pt x="3042" y="5815"/>
                </a:lnTo>
                <a:lnTo>
                  <a:pt x="3035" y="5788"/>
                </a:lnTo>
                <a:lnTo>
                  <a:pt x="3027" y="5763"/>
                </a:lnTo>
                <a:lnTo>
                  <a:pt x="2952" y="5522"/>
                </a:lnTo>
                <a:lnTo>
                  <a:pt x="2895" y="5281"/>
                </a:lnTo>
                <a:lnTo>
                  <a:pt x="2858" y="5040"/>
                </a:lnTo>
                <a:lnTo>
                  <a:pt x="2842" y="4798"/>
                </a:lnTo>
                <a:lnTo>
                  <a:pt x="2848" y="4557"/>
                </a:lnTo>
                <a:lnTo>
                  <a:pt x="2876" y="4315"/>
                </a:lnTo>
                <a:lnTo>
                  <a:pt x="2929" y="4073"/>
                </a:lnTo>
                <a:lnTo>
                  <a:pt x="3007" y="3832"/>
                </a:lnTo>
                <a:lnTo>
                  <a:pt x="3050" y="3726"/>
                </a:lnTo>
                <a:lnTo>
                  <a:pt x="3098" y="3624"/>
                </a:lnTo>
                <a:lnTo>
                  <a:pt x="3153" y="3526"/>
                </a:lnTo>
                <a:lnTo>
                  <a:pt x="3213" y="3432"/>
                </a:lnTo>
                <a:lnTo>
                  <a:pt x="3280" y="3343"/>
                </a:lnTo>
                <a:lnTo>
                  <a:pt x="3354" y="3258"/>
                </a:lnTo>
                <a:lnTo>
                  <a:pt x="3434" y="3178"/>
                </a:lnTo>
                <a:lnTo>
                  <a:pt x="3521" y="3104"/>
                </a:lnTo>
                <a:lnTo>
                  <a:pt x="3614" y="3035"/>
                </a:lnTo>
                <a:lnTo>
                  <a:pt x="3711" y="2977"/>
                </a:lnTo>
                <a:lnTo>
                  <a:pt x="3812" y="2929"/>
                </a:lnTo>
                <a:lnTo>
                  <a:pt x="3915" y="2891"/>
                </a:lnTo>
                <a:lnTo>
                  <a:pt x="4022" y="2863"/>
                </a:lnTo>
                <a:lnTo>
                  <a:pt x="4132" y="2846"/>
                </a:lnTo>
                <a:lnTo>
                  <a:pt x="4245" y="2840"/>
                </a:lnTo>
                <a:lnTo>
                  <a:pt x="4362" y="2844"/>
                </a:lnTo>
                <a:lnTo>
                  <a:pt x="4443" y="2854"/>
                </a:lnTo>
                <a:lnTo>
                  <a:pt x="4522" y="2870"/>
                </a:lnTo>
                <a:lnTo>
                  <a:pt x="4598" y="2893"/>
                </a:lnTo>
                <a:lnTo>
                  <a:pt x="4671" y="2922"/>
                </a:lnTo>
                <a:lnTo>
                  <a:pt x="4739" y="2956"/>
                </a:lnTo>
                <a:lnTo>
                  <a:pt x="4805" y="2997"/>
                </a:lnTo>
                <a:lnTo>
                  <a:pt x="4866" y="3043"/>
                </a:lnTo>
                <a:lnTo>
                  <a:pt x="4923" y="3094"/>
                </a:lnTo>
                <a:lnTo>
                  <a:pt x="4976" y="3150"/>
                </a:lnTo>
                <a:lnTo>
                  <a:pt x="5025" y="3211"/>
                </a:lnTo>
                <a:lnTo>
                  <a:pt x="5068" y="3277"/>
                </a:lnTo>
                <a:lnTo>
                  <a:pt x="5107" y="3348"/>
                </a:lnTo>
                <a:lnTo>
                  <a:pt x="5141" y="3422"/>
                </a:lnTo>
                <a:lnTo>
                  <a:pt x="5170" y="3501"/>
                </a:lnTo>
                <a:lnTo>
                  <a:pt x="5193" y="3584"/>
                </a:lnTo>
                <a:lnTo>
                  <a:pt x="5210" y="3670"/>
                </a:lnTo>
                <a:lnTo>
                  <a:pt x="5228" y="3816"/>
                </a:lnTo>
                <a:lnTo>
                  <a:pt x="5232" y="3961"/>
                </a:lnTo>
                <a:lnTo>
                  <a:pt x="5226" y="4105"/>
                </a:lnTo>
                <a:lnTo>
                  <a:pt x="5209" y="4247"/>
                </a:lnTo>
                <a:lnTo>
                  <a:pt x="5185" y="4389"/>
                </a:lnTo>
                <a:lnTo>
                  <a:pt x="5155" y="4529"/>
                </a:lnTo>
                <a:lnTo>
                  <a:pt x="5082" y="4809"/>
                </a:lnTo>
                <a:lnTo>
                  <a:pt x="4617" y="6403"/>
                </a:lnTo>
                <a:lnTo>
                  <a:pt x="4574" y="6584"/>
                </a:lnTo>
                <a:lnTo>
                  <a:pt x="4556" y="6758"/>
                </a:lnTo>
                <a:lnTo>
                  <a:pt x="4562" y="6924"/>
                </a:lnTo>
                <a:lnTo>
                  <a:pt x="4590" y="7081"/>
                </a:lnTo>
                <a:lnTo>
                  <a:pt x="4639" y="7228"/>
                </a:lnTo>
                <a:lnTo>
                  <a:pt x="4706" y="7364"/>
                </a:lnTo>
                <a:lnTo>
                  <a:pt x="4791" y="7487"/>
                </a:lnTo>
                <a:lnTo>
                  <a:pt x="4892" y="7598"/>
                </a:lnTo>
                <a:lnTo>
                  <a:pt x="5008" y="7693"/>
                </a:lnTo>
                <a:lnTo>
                  <a:pt x="5138" y="7774"/>
                </a:lnTo>
                <a:lnTo>
                  <a:pt x="5278" y="7838"/>
                </a:lnTo>
                <a:lnTo>
                  <a:pt x="5430" y="7885"/>
                </a:lnTo>
                <a:lnTo>
                  <a:pt x="5589" y="7914"/>
                </a:lnTo>
                <a:lnTo>
                  <a:pt x="5757" y="7922"/>
                </a:lnTo>
                <a:lnTo>
                  <a:pt x="5930" y="7911"/>
                </a:lnTo>
                <a:lnTo>
                  <a:pt x="6107" y="7877"/>
                </a:lnTo>
                <a:lnTo>
                  <a:pt x="6260" y="7832"/>
                </a:lnTo>
                <a:lnTo>
                  <a:pt x="6405" y="7774"/>
                </a:lnTo>
                <a:lnTo>
                  <a:pt x="6541" y="7704"/>
                </a:lnTo>
                <a:lnTo>
                  <a:pt x="6670" y="7623"/>
                </a:lnTo>
                <a:lnTo>
                  <a:pt x="6792" y="7531"/>
                </a:lnTo>
                <a:lnTo>
                  <a:pt x="6907" y="7429"/>
                </a:lnTo>
                <a:lnTo>
                  <a:pt x="7016" y="7318"/>
                </a:lnTo>
                <a:lnTo>
                  <a:pt x="7118" y="7198"/>
                </a:lnTo>
                <a:lnTo>
                  <a:pt x="7282" y="6978"/>
                </a:lnTo>
                <a:lnTo>
                  <a:pt x="7426" y="6749"/>
                </a:lnTo>
                <a:lnTo>
                  <a:pt x="7551" y="6512"/>
                </a:lnTo>
                <a:lnTo>
                  <a:pt x="7658" y="6268"/>
                </a:lnTo>
                <a:lnTo>
                  <a:pt x="7749" y="6017"/>
                </a:lnTo>
                <a:lnTo>
                  <a:pt x="7826" y="5760"/>
                </a:lnTo>
                <a:lnTo>
                  <a:pt x="7890" y="5498"/>
                </a:lnTo>
                <a:lnTo>
                  <a:pt x="7943" y="5232"/>
                </a:lnTo>
                <a:lnTo>
                  <a:pt x="8012" y="4785"/>
                </a:lnTo>
                <a:lnTo>
                  <a:pt x="8036" y="4561"/>
                </a:lnTo>
                <a:lnTo>
                  <a:pt x="8052" y="4336"/>
                </a:lnTo>
                <a:lnTo>
                  <a:pt x="8056" y="4111"/>
                </a:lnTo>
                <a:lnTo>
                  <a:pt x="8048" y="3887"/>
                </a:lnTo>
                <a:lnTo>
                  <a:pt x="8027" y="3662"/>
                </a:lnTo>
                <a:lnTo>
                  <a:pt x="7990" y="3438"/>
                </a:lnTo>
                <a:lnTo>
                  <a:pt x="7946" y="3244"/>
                </a:lnTo>
                <a:lnTo>
                  <a:pt x="7891" y="3058"/>
                </a:lnTo>
                <a:lnTo>
                  <a:pt x="7827" y="2881"/>
                </a:lnTo>
                <a:lnTo>
                  <a:pt x="7752" y="2713"/>
                </a:lnTo>
                <a:lnTo>
                  <a:pt x="7668" y="2554"/>
                </a:lnTo>
                <a:lnTo>
                  <a:pt x="7574" y="2403"/>
                </a:lnTo>
                <a:lnTo>
                  <a:pt x="7471" y="2262"/>
                </a:lnTo>
                <a:lnTo>
                  <a:pt x="7357" y="2130"/>
                </a:lnTo>
                <a:lnTo>
                  <a:pt x="7234" y="2006"/>
                </a:lnTo>
                <a:lnTo>
                  <a:pt x="7101" y="1892"/>
                </a:lnTo>
                <a:lnTo>
                  <a:pt x="6959" y="1788"/>
                </a:lnTo>
                <a:lnTo>
                  <a:pt x="6807" y="1693"/>
                </a:lnTo>
                <a:lnTo>
                  <a:pt x="6646" y="1607"/>
                </a:lnTo>
                <a:lnTo>
                  <a:pt x="6475" y="1531"/>
                </a:lnTo>
                <a:lnTo>
                  <a:pt x="6295" y="1464"/>
                </a:lnTo>
                <a:lnTo>
                  <a:pt x="6105" y="1408"/>
                </a:lnTo>
                <a:lnTo>
                  <a:pt x="5642" y="1307"/>
                </a:lnTo>
                <a:lnTo>
                  <a:pt x="5412" y="1273"/>
                </a:lnTo>
                <a:lnTo>
                  <a:pt x="5184" y="1253"/>
                </a:lnTo>
                <a:lnTo>
                  <a:pt x="4959" y="1244"/>
                </a:lnTo>
                <a:lnTo>
                  <a:pt x="4735" y="1249"/>
                </a:lnTo>
                <a:lnTo>
                  <a:pt x="4514" y="1266"/>
                </a:lnTo>
                <a:lnTo>
                  <a:pt x="4296" y="1298"/>
                </a:lnTo>
                <a:lnTo>
                  <a:pt x="4080" y="1343"/>
                </a:lnTo>
                <a:lnTo>
                  <a:pt x="3867" y="1402"/>
                </a:lnTo>
                <a:lnTo>
                  <a:pt x="3658" y="1476"/>
                </a:lnTo>
                <a:lnTo>
                  <a:pt x="3451" y="1565"/>
                </a:lnTo>
                <a:lnTo>
                  <a:pt x="3249" y="1669"/>
                </a:lnTo>
                <a:lnTo>
                  <a:pt x="3050" y="1788"/>
                </a:lnTo>
                <a:lnTo>
                  <a:pt x="2855" y="1923"/>
                </a:lnTo>
                <a:lnTo>
                  <a:pt x="2664" y="2075"/>
                </a:lnTo>
                <a:lnTo>
                  <a:pt x="2479" y="2241"/>
                </a:lnTo>
                <a:lnTo>
                  <a:pt x="2309" y="2413"/>
                </a:lnTo>
                <a:lnTo>
                  <a:pt x="2155" y="2590"/>
                </a:lnTo>
                <a:lnTo>
                  <a:pt x="2015" y="2774"/>
                </a:lnTo>
                <a:lnTo>
                  <a:pt x="1891" y="2964"/>
                </a:lnTo>
                <a:lnTo>
                  <a:pt x="1782" y="3159"/>
                </a:lnTo>
                <a:lnTo>
                  <a:pt x="1687" y="3360"/>
                </a:lnTo>
                <a:lnTo>
                  <a:pt x="1608" y="3566"/>
                </a:lnTo>
                <a:lnTo>
                  <a:pt x="1544" y="3778"/>
                </a:lnTo>
                <a:lnTo>
                  <a:pt x="1495" y="3995"/>
                </a:lnTo>
                <a:lnTo>
                  <a:pt x="1460" y="4217"/>
                </a:lnTo>
                <a:lnTo>
                  <a:pt x="1441" y="4444"/>
                </a:lnTo>
                <a:lnTo>
                  <a:pt x="1437" y="4677"/>
                </a:lnTo>
                <a:lnTo>
                  <a:pt x="1447" y="4914"/>
                </a:lnTo>
                <a:lnTo>
                  <a:pt x="1473" y="5156"/>
                </a:lnTo>
                <a:lnTo>
                  <a:pt x="1513" y="5403"/>
                </a:lnTo>
                <a:lnTo>
                  <a:pt x="1536" y="5503"/>
                </a:lnTo>
                <a:lnTo>
                  <a:pt x="1565" y="5601"/>
                </a:lnTo>
                <a:lnTo>
                  <a:pt x="1602" y="5697"/>
                </a:lnTo>
                <a:lnTo>
                  <a:pt x="1644" y="5789"/>
                </a:lnTo>
                <a:lnTo>
                  <a:pt x="1694" y="5879"/>
                </a:lnTo>
                <a:lnTo>
                  <a:pt x="1749" y="5965"/>
                </a:lnTo>
                <a:lnTo>
                  <a:pt x="1810" y="6047"/>
                </a:lnTo>
                <a:lnTo>
                  <a:pt x="1877" y="6126"/>
                </a:lnTo>
                <a:lnTo>
                  <a:pt x="1904" y="6157"/>
                </a:lnTo>
                <a:lnTo>
                  <a:pt x="1929" y="6189"/>
                </a:lnTo>
                <a:lnTo>
                  <a:pt x="1951" y="6221"/>
                </a:lnTo>
                <a:lnTo>
                  <a:pt x="1970" y="6253"/>
                </a:lnTo>
                <a:lnTo>
                  <a:pt x="1987" y="6286"/>
                </a:lnTo>
                <a:lnTo>
                  <a:pt x="2001" y="6319"/>
                </a:lnTo>
                <a:lnTo>
                  <a:pt x="2012" y="6352"/>
                </a:lnTo>
                <a:lnTo>
                  <a:pt x="2021" y="6386"/>
                </a:lnTo>
                <a:lnTo>
                  <a:pt x="2027" y="6420"/>
                </a:lnTo>
                <a:lnTo>
                  <a:pt x="2030" y="6455"/>
                </a:lnTo>
                <a:lnTo>
                  <a:pt x="2031" y="6490"/>
                </a:lnTo>
                <a:lnTo>
                  <a:pt x="2029" y="6526"/>
                </a:lnTo>
                <a:lnTo>
                  <a:pt x="2024" y="6563"/>
                </a:lnTo>
                <a:lnTo>
                  <a:pt x="2016" y="6601"/>
                </a:lnTo>
                <a:lnTo>
                  <a:pt x="2006" y="6640"/>
                </a:lnTo>
                <a:lnTo>
                  <a:pt x="1994" y="6679"/>
                </a:lnTo>
                <a:lnTo>
                  <a:pt x="1975" y="6736"/>
                </a:lnTo>
                <a:lnTo>
                  <a:pt x="1959" y="6794"/>
                </a:lnTo>
                <a:lnTo>
                  <a:pt x="1930" y="6910"/>
                </a:lnTo>
                <a:lnTo>
                  <a:pt x="1874" y="7142"/>
                </a:lnTo>
                <a:lnTo>
                  <a:pt x="1862" y="7181"/>
                </a:lnTo>
                <a:lnTo>
                  <a:pt x="1848" y="7215"/>
                </a:lnTo>
                <a:lnTo>
                  <a:pt x="1833" y="7247"/>
                </a:lnTo>
                <a:lnTo>
                  <a:pt x="1816" y="7275"/>
                </a:lnTo>
                <a:lnTo>
                  <a:pt x="1797" y="7299"/>
                </a:lnTo>
                <a:lnTo>
                  <a:pt x="1777" y="7320"/>
                </a:lnTo>
                <a:lnTo>
                  <a:pt x="1755" y="7337"/>
                </a:lnTo>
                <a:lnTo>
                  <a:pt x="1731" y="7351"/>
                </a:lnTo>
                <a:lnTo>
                  <a:pt x="1705" y="7361"/>
                </a:lnTo>
                <a:lnTo>
                  <a:pt x="1678" y="7368"/>
                </a:lnTo>
                <a:lnTo>
                  <a:pt x="1649" y="7372"/>
                </a:lnTo>
                <a:lnTo>
                  <a:pt x="1618" y="7372"/>
                </a:lnTo>
                <a:lnTo>
                  <a:pt x="1586" y="7368"/>
                </a:lnTo>
                <a:lnTo>
                  <a:pt x="1552" y="7361"/>
                </a:lnTo>
                <a:lnTo>
                  <a:pt x="1516" y="7350"/>
                </a:lnTo>
                <a:lnTo>
                  <a:pt x="1479" y="7335"/>
                </a:lnTo>
                <a:lnTo>
                  <a:pt x="1282" y="7241"/>
                </a:lnTo>
                <a:lnTo>
                  <a:pt x="1102" y="7132"/>
                </a:lnTo>
                <a:lnTo>
                  <a:pt x="1017" y="7071"/>
                </a:lnTo>
                <a:lnTo>
                  <a:pt x="936" y="7007"/>
                </a:lnTo>
                <a:lnTo>
                  <a:pt x="859" y="6939"/>
                </a:lnTo>
                <a:lnTo>
                  <a:pt x="785" y="6867"/>
                </a:lnTo>
                <a:lnTo>
                  <a:pt x="650" y="6713"/>
                </a:lnTo>
                <a:lnTo>
                  <a:pt x="529" y="6545"/>
                </a:lnTo>
                <a:lnTo>
                  <a:pt x="422" y="6364"/>
                </a:lnTo>
                <a:lnTo>
                  <a:pt x="330" y="6170"/>
                </a:lnTo>
                <a:lnTo>
                  <a:pt x="182" y="5767"/>
                </a:lnTo>
                <a:lnTo>
                  <a:pt x="124" y="5565"/>
                </a:lnTo>
                <a:lnTo>
                  <a:pt x="78" y="5363"/>
                </a:lnTo>
                <a:lnTo>
                  <a:pt x="42" y="5162"/>
                </a:lnTo>
                <a:lnTo>
                  <a:pt x="17" y="4960"/>
                </a:lnTo>
                <a:lnTo>
                  <a:pt x="3" y="4758"/>
                </a:lnTo>
                <a:lnTo>
                  <a:pt x="0" y="4556"/>
                </a:lnTo>
                <a:lnTo>
                  <a:pt x="8" y="4355"/>
                </a:lnTo>
                <a:lnTo>
                  <a:pt x="26" y="4153"/>
                </a:lnTo>
                <a:lnTo>
                  <a:pt x="55" y="3952"/>
                </a:lnTo>
                <a:lnTo>
                  <a:pt x="94" y="3751"/>
                </a:lnTo>
                <a:lnTo>
                  <a:pt x="204" y="3350"/>
                </a:lnTo>
                <a:lnTo>
                  <a:pt x="355" y="2951"/>
                </a:lnTo>
                <a:lnTo>
                  <a:pt x="473" y="2695"/>
                </a:lnTo>
                <a:lnTo>
                  <a:pt x="602" y="2450"/>
                </a:lnTo>
                <a:lnTo>
                  <a:pt x="742" y="2218"/>
                </a:lnTo>
                <a:lnTo>
                  <a:pt x="893" y="1998"/>
                </a:lnTo>
                <a:lnTo>
                  <a:pt x="1054" y="1789"/>
                </a:lnTo>
                <a:lnTo>
                  <a:pt x="1226" y="1592"/>
                </a:lnTo>
                <a:lnTo>
                  <a:pt x="1407" y="1407"/>
                </a:lnTo>
                <a:lnTo>
                  <a:pt x="1599" y="1233"/>
                </a:lnTo>
                <a:lnTo>
                  <a:pt x="1801" y="1071"/>
                </a:lnTo>
                <a:lnTo>
                  <a:pt x="2012" y="921"/>
                </a:lnTo>
                <a:lnTo>
                  <a:pt x="2233" y="781"/>
                </a:lnTo>
                <a:lnTo>
                  <a:pt x="2463" y="653"/>
                </a:lnTo>
                <a:lnTo>
                  <a:pt x="2703" y="537"/>
                </a:lnTo>
                <a:lnTo>
                  <a:pt x="2952" y="431"/>
                </a:lnTo>
                <a:lnTo>
                  <a:pt x="3478" y="254"/>
                </a:lnTo>
                <a:lnTo>
                  <a:pt x="3953" y="135"/>
                </a:lnTo>
                <a:lnTo>
                  <a:pt x="4428" y="52"/>
                </a:lnTo>
                <a:lnTo>
                  <a:pt x="4903" y="6"/>
                </a:lnTo>
                <a:lnTo>
                  <a:pt x="5376" y="0"/>
                </a:lnTo>
                <a:lnTo>
                  <a:pt x="5848" y="37"/>
                </a:lnTo>
                <a:lnTo>
                  <a:pt x="6317" y="118"/>
                </a:lnTo>
                <a:lnTo>
                  <a:pt x="6783" y="245"/>
                </a:lnTo>
                <a:lnTo>
                  <a:pt x="7245" y="422"/>
                </a:lnTo>
                <a:lnTo>
                  <a:pt x="7493" y="538"/>
                </a:lnTo>
                <a:lnTo>
                  <a:pt x="7729" y="664"/>
                </a:lnTo>
                <a:lnTo>
                  <a:pt x="7954" y="801"/>
                </a:lnTo>
                <a:lnTo>
                  <a:pt x="8167" y="947"/>
                </a:lnTo>
                <a:lnTo>
                  <a:pt x="8369" y="1103"/>
                </a:lnTo>
                <a:lnTo>
                  <a:pt x="8558" y="1269"/>
                </a:lnTo>
                <a:lnTo>
                  <a:pt x="8735" y="1446"/>
                </a:lnTo>
                <a:lnTo>
                  <a:pt x="8900" y="1632"/>
                </a:lnTo>
                <a:lnTo>
                  <a:pt x="9053" y="1829"/>
                </a:lnTo>
                <a:lnTo>
                  <a:pt x="9193" y="2036"/>
                </a:lnTo>
                <a:lnTo>
                  <a:pt x="9321" y="2254"/>
                </a:lnTo>
                <a:lnTo>
                  <a:pt x="9435" y="2481"/>
                </a:lnTo>
                <a:lnTo>
                  <a:pt x="9537" y="2719"/>
                </a:lnTo>
                <a:lnTo>
                  <a:pt x="9626" y="2968"/>
                </a:lnTo>
                <a:lnTo>
                  <a:pt x="9702" y="3227"/>
                </a:lnTo>
                <a:lnTo>
                  <a:pt x="9765" y="3497"/>
                </a:lnTo>
                <a:lnTo>
                  <a:pt x="9802" y="3716"/>
                </a:lnTo>
                <a:lnTo>
                  <a:pt x="9825" y="3935"/>
                </a:lnTo>
                <a:lnTo>
                  <a:pt x="9836" y="4155"/>
                </a:lnTo>
                <a:lnTo>
                  <a:pt x="9835" y="4374"/>
                </a:lnTo>
                <a:lnTo>
                  <a:pt x="9825" y="4594"/>
                </a:lnTo>
                <a:lnTo>
                  <a:pt x="9806" y="4813"/>
                </a:lnTo>
                <a:lnTo>
                  <a:pt x="9751" y="5252"/>
                </a:lnTo>
                <a:lnTo>
                  <a:pt x="9694" y="5585"/>
                </a:lnTo>
                <a:lnTo>
                  <a:pt x="9620" y="5912"/>
                </a:lnTo>
                <a:lnTo>
                  <a:pt x="9529" y="6232"/>
                </a:lnTo>
                <a:lnTo>
                  <a:pt x="9420" y="6545"/>
                </a:lnTo>
                <a:lnTo>
                  <a:pt x="9291" y="6850"/>
                </a:lnTo>
                <a:lnTo>
                  <a:pt x="9140" y="7146"/>
                </a:lnTo>
                <a:lnTo>
                  <a:pt x="8968" y="7434"/>
                </a:lnTo>
                <a:lnTo>
                  <a:pt x="8772" y="7712"/>
                </a:lnTo>
                <a:lnTo>
                  <a:pt x="8493" y="8045"/>
                </a:lnTo>
                <a:lnTo>
                  <a:pt x="8346" y="8196"/>
                </a:lnTo>
                <a:lnTo>
                  <a:pt x="8193" y="8337"/>
                </a:lnTo>
                <a:lnTo>
                  <a:pt x="8034" y="8467"/>
                </a:lnTo>
                <a:lnTo>
                  <a:pt x="7870" y="8587"/>
                </a:lnTo>
                <a:lnTo>
                  <a:pt x="7701" y="8696"/>
                </a:lnTo>
                <a:lnTo>
                  <a:pt x="7525" y="8795"/>
                </a:lnTo>
                <a:lnTo>
                  <a:pt x="7345" y="8882"/>
                </a:lnTo>
                <a:lnTo>
                  <a:pt x="7159" y="8958"/>
                </a:lnTo>
                <a:lnTo>
                  <a:pt x="6967" y="9023"/>
                </a:lnTo>
                <a:lnTo>
                  <a:pt x="6769" y="9077"/>
                </a:lnTo>
                <a:lnTo>
                  <a:pt x="6566" y="9119"/>
                </a:lnTo>
                <a:lnTo>
                  <a:pt x="6357" y="9150"/>
                </a:lnTo>
                <a:lnTo>
                  <a:pt x="6143" y="9169"/>
                </a:lnTo>
                <a:lnTo>
                  <a:pt x="5922" y="9176"/>
                </a:lnTo>
                <a:lnTo>
                  <a:pt x="5655" y="9165"/>
                </a:lnTo>
                <a:lnTo>
                  <a:pt x="5525" y="9150"/>
                </a:lnTo>
                <a:lnTo>
                  <a:pt x="5398" y="9128"/>
                </a:lnTo>
                <a:lnTo>
                  <a:pt x="5273" y="9099"/>
                </a:lnTo>
                <a:lnTo>
                  <a:pt x="5152" y="9063"/>
                </a:lnTo>
                <a:lnTo>
                  <a:pt x="5034" y="9020"/>
                </a:lnTo>
                <a:lnTo>
                  <a:pt x="4918" y="8970"/>
                </a:lnTo>
                <a:lnTo>
                  <a:pt x="4806" y="8913"/>
                </a:lnTo>
                <a:lnTo>
                  <a:pt x="4697" y="8848"/>
                </a:lnTo>
                <a:lnTo>
                  <a:pt x="4591" y="8776"/>
                </a:lnTo>
                <a:lnTo>
                  <a:pt x="4489" y="8696"/>
                </a:lnTo>
                <a:lnTo>
                  <a:pt x="4390" y="8608"/>
                </a:lnTo>
                <a:lnTo>
                  <a:pt x="4295" y="8512"/>
                </a:lnTo>
                <a:lnTo>
                  <a:pt x="4203" y="8408"/>
                </a:lnTo>
                <a:lnTo>
                  <a:pt x="4115" y="8296"/>
                </a:lnTo>
              </a:path>
            </a:pathLst>
          </a:custGeom>
          <a:solidFill>
            <a:srgbClr val="123563"/>
          </a:solidFill>
          <a:ln>
            <a:noFill/>
          </a:ln>
          <a:effectLst/>
        </p:spPr>
        <p:txBody>
          <a:bodyPr wrap="none" anchor="ctr"/>
          <a:lstStyle/>
          <a:p>
            <a:endParaRPr lang="de-DE" sz="1800">
              <a:latin typeface="BISansOpti"/>
            </a:endParaRPr>
          </a:p>
        </p:txBody>
      </p:sp>
      <p:sp>
        <p:nvSpPr>
          <p:cNvPr id="17" name="Freeform 2"/>
          <p:cNvSpPr>
            <a:spLocks noChangeAspect="1" noChangeArrowheads="1"/>
          </p:cNvSpPr>
          <p:nvPr userDrawn="1"/>
        </p:nvSpPr>
        <p:spPr bwMode="auto">
          <a:xfrm>
            <a:off x="2915300" y="1272057"/>
            <a:ext cx="323999" cy="323999"/>
          </a:xfrm>
          <a:custGeom>
            <a:avLst/>
            <a:gdLst>
              <a:gd name="T0" fmla="*/ 12913 w 14438"/>
              <a:gd name="T1" fmla="*/ 17 h 14438"/>
              <a:gd name="T2" fmla="*/ 13781 w 14438"/>
              <a:gd name="T3" fmla="*/ 392 h 14438"/>
              <a:gd name="T4" fmla="*/ 14305 w 14438"/>
              <a:gd name="T5" fmla="*/ 1097 h 14438"/>
              <a:gd name="T6" fmla="*/ 14432 w 14438"/>
              <a:gd name="T7" fmla="*/ 12796 h 14438"/>
              <a:gd name="T8" fmla="*/ 14249 w 14438"/>
              <a:gd name="T9" fmla="*/ 13460 h 14438"/>
              <a:gd name="T10" fmla="*/ 13703 w 14438"/>
              <a:gd name="T11" fmla="*/ 14108 h 14438"/>
              <a:gd name="T12" fmla="*/ 12896 w 14438"/>
              <a:gd name="T13" fmla="*/ 14422 h 14438"/>
              <a:gd name="T14" fmla="*/ 1127 w 14438"/>
              <a:gd name="T15" fmla="*/ 14320 h 14438"/>
              <a:gd name="T16" fmla="*/ 473 w 14438"/>
              <a:gd name="T17" fmla="*/ 13875 h 14438"/>
              <a:gd name="T18" fmla="*/ 75 w 14438"/>
              <a:gd name="T19" fmla="*/ 13174 h 14438"/>
              <a:gd name="T20" fmla="*/ 19 w 14438"/>
              <a:gd name="T21" fmla="*/ 1490 h 14438"/>
              <a:gd name="T22" fmla="*/ 243 w 14438"/>
              <a:gd name="T23" fmla="*/ 870 h 14438"/>
              <a:gd name="T24" fmla="*/ 717 w 14438"/>
              <a:gd name="T25" fmla="*/ 343 h 14438"/>
              <a:gd name="T26" fmla="*/ 1356 w 14438"/>
              <a:gd name="T27" fmla="*/ 46 h 14438"/>
              <a:gd name="T28" fmla="*/ 11674 w 14438"/>
              <a:gd name="T29" fmla="*/ 6803 h 14438"/>
              <a:gd name="T30" fmla="*/ 11511 w 14438"/>
              <a:gd name="T31" fmla="*/ 8713 h 14438"/>
              <a:gd name="T32" fmla="*/ 10505 w 14438"/>
              <a:gd name="T33" fmla="*/ 10313 h 14438"/>
              <a:gd name="T34" fmla="*/ 8796 w 14438"/>
              <a:gd name="T35" fmla="*/ 11441 h 14438"/>
              <a:gd name="T36" fmla="*/ 6950 w 14438"/>
              <a:gd name="T37" fmla="*/ 11727 h 14438"/>
              <a:gd name="T38" fmla="*/ 5067 w 14438"/>
              <a:gd name="T39" fmla="*/ 11137 h 14438"/>
              <a:gd name="T40" fmla="*/ 3387 w 14438"/>
              <a:gd name="T41" fmla="*/ 9647 h 14438"/>
              <a:gd name="T42" fmla="*/ 2759 w 14438"/>
              <a:gd name="T43" fmla="*/ 7666 h 14438"/>
              <a:gd name="T44" fmla="*/ 1801 w 14438"/>
              <a:gd name="T45" fmla="*/ 6048 h 14438"/>
              <a:gd name="T46" fmla="*/ 1831 w 14438"/>
              <a:gd name="T47" fmla="*/ 12398 h 14438"/>
              <a:gd name="T48" fmla="*/ 1969 w 14438"/>
              <a:gd name="T49" fmla="*/ 12574 h 14438"/>
              <a:gd name="T50" fmla="*/ 2231 w 14438"/>
              <a:gd name="T51" fmla="*/ 12635 h 14438"/>
              <a:gd name="T52" fmla="*/ 12355 w 14438"/>
              <a:gd name="T53" fmla="*/ 12615 h 14438"/>
              <a:gd name="T54" fmla="*/ 12494 w 14438"/>
              <a:gd name="T55" fmla="*/ 12559 h 14438"/>
              <a:gd name="T56" fmla="*/ 12584 w 14438"/>
              <a:gd name="T57" fmla="*/ 12451 h 14438"/>
              <a:gd name="T58" fmla="*/ 12630 w 14438"/>
              <a:gd name="T59" fmla="*/ 12242 h 14438"/>
              <a:gd name="T60" fmla="*/ 7228 w 14438"/>
              <a:gd name="T61" fmla="*/ 10019 h 14438"/>
              <a:gd name="T62" fmla="*/ 8762 w 14438"/>
              <a:gd name="T63" fmla="*/ 9581 h 14438"/>
              <a:gd name="T64" fmla="*/ 9907 w 14438"/>
              <a:gd name="T65" fmla="*/ 8263 h 14438"/>
              <a:gd name="T66" fmla="*/ 10045 w 14438"/>
              <a:gd name="T67" fmla="*/ 6516 h 14438"/>
              <a:gd name="T68" fmla="*/ 9166 w 14438"/>
              <a:gd name="T69" fmla="*/ 5099 h 14438"/>
              <a:gd name="T70" fmla="*/ 7702 w 14438"/>
              <a:gd name="T71" fmla="*/ 4419 h 14438"/>
              <a:gd name="T72" fmla="*/ 6052 w 14438"/>
              <a:gd name="T73" fmla="*/ 4623 h 14438"/>
              <a:gd name="T74" fmla="*/ 4844 w 14438"/>
              <a:gd name="T75" fmla="*/ 5593 h 14438"/>
              <a:gd name="T76" fmla="*/ 4336 w 14438"/>
              <a:gd name="T77" fmla="*/ 7017 h 14438"/>
              <a:gd name="T78" fmla="*/ 4649 w 14438"/>
              <a:gd name="T79" fmla="*/ 8481 h 14438"/>
              <a:gd name="T80" fmla="*/ 5608 w 14438"/>
              <a:gd name="T81" fmla="*/ 9522 h 14438"/>
              <a:gd name="T82" fmla="*/ 6977 w 14438"/>
              <a:gd name="T83" fmla="*/ 10006 h 14438"/>
              <a:gd name="T84" fmla="*/ 9947 w 14438"/>
              <a:gd name="T85" fmla="*/ 4184 h 14438"/>
              <a:gd name="T86" fmla="*/ 10089 w 14438"/>
              <a:gd name="T87" fmla="*/ 4407 h 14438"/>
              <a:gd name="T88" fmla="*/ 10342 w 14438"/>
              <a:gd name="T89" fmla="*/ 4506 h 14438"/>
              <a:gd name="T90" fmla="*/ 12359 w 14438"/>
              <a:gd name="T91" fmla="*/ 4474 h 14438"/>
              <a:gd name="T92" fmla="*/ 12560 w 14438"/>
              <a:gd name="T93" fmla="*/ 4309 h 14438"/>
              <a:gd name="T94" fmla="*/ 12635 w 14438"/>
              <a:gd name="T95" fmla="*/ 4037 h 14438"/>
              <a:gd name="T96" fmla="*/ 12582 w 14438"/>
              <a:gd name="T97" fmla="*/ 2038 h 14438"/>
              <a:gd name="T98" fmla="*/ 12395 w 14438"/>
              <a:gd name="T99" fmla="*/ 1854 h 14438"/>
              <a:gd name="T100" fmla="*/ 10408 w 14438"/>
              <a:gd name="T101" fmla="*/ 1802 h 14438"/>
              <a:gd name="T102" fmla="*/ 10126 w 14438"/>
              <a:gd name="T103" fmla="*/ 1877 h 14438"/>
              <a:gd name="T104" fmla="*/ 9962 w 14438"/>
              <a:gd name="T105" fmla="*/ 2086 h 144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4438" h="14438">
                <a:moveTo>
                  <a:pt x="12872" y="0"/>
                </a:moveTo>
                <a:lnTo>
                  <a:pt x="12892" y="10"/>
                </a:lnTo>
                <a:lnTo>
                  <a:pt x="12897" y="12"/>
                </a:lnTo>
                <a:lnTo>
                  <a:pt x="12903" y="14"/>
                </a:lnTo>
                <a:lnTo>
                  <a:pt x="12908" y="16"/>
                </a:lnTo>
                <a:lnTo>
                  <a:pt x="12913" y="17"/>
                </a:lnTo>
                <a:lnTo>
                  <a:pt x="13079" y="54"/>
                </a:lnTo>
                <a:lnTo>
                  <a:pt x="13237" y="102"/>
                </a:lnTo>
                <a:lnTo>
                  <a:pt x="13387" y="160"/>
                </a:lnTo>
                <a:lnTo>
                  <a:pt x="13527" y="227"/>
                </a:lnTo>
                <a:lnTo>
                  <a:pt x="13659" y="305"/>
                </a:lnTo>
                <a:lnTo>
                  <a:pt x="13781" y="392"/>
                </a:lnTo>
                <a:lnTo>
                  <a:pt x="13894" y="488"/>
                </a:lnTo>
                <a:lnTo>
                  <a:pt x="13997" y="594"/>
                </a:lnTo>
                <a:lnTo>
                  <a:pt x="14089" y="707"/>
                </a:lnTo>
                <a:lnTo>
                  <a:pt x="14172" y="829"/>
                </a:lnTo>
                <a:lnTo>
                  <a:pt x="14244" y="959"/>
                </a:lnTo>
                <a:lnTo>
                  <a:pt x="14305" y="1097"/>
                </a:lnTo>
                <a:lnTo>
                  <a:pt x="14355" y="1242"/>
                </a:lnTo>
                <a:lnTo>
                  <a:pt x="14394" y="1394"/>
                </a:lnTo>
                <a:lnTo>
                  <a:pt x="14421" y="1553"/>
                </a:lnTo>
                <a:lnTo>
                  <a:pt x="14437" y="1718"/>
                </a:lnTo>
                <a:lnTo>
                  <a:pt x="14437" y="12716"/>
                </a:lnTo>
                <a:lnTo>
                  <a:pt x="14432" y="12796"/>
                </a:lnTo>
                <a:lnTo>
                  <a:pt x="14424" y="12876"/>
                </a:lnTo>
                <a:lnTo>
                  <a:pt x="14412" y="12955"/>
                </a:lnTo>
                <a:lnTo>
                  <a:pt x="14397" y="13033"/>
                </a:lnTo>
                <a:lnTo>
                  <a:pt x="14358" y="13182"/>
                </a:lnTo>
                <a:lnTo>
                  <a:pt x="14308" y="13325"/>
                </a:lnTo>
                <a:lnTo>
                  <a:pt x="14249" y="13460"/>
                </a:lnTo>
                <a:lnTo>
                  <a:pt x="14179" y="13588"/>
                </a:lnTo>
                <a:lnTo>
                  <a:pt x="14101" y="13709"/>
                </a:lnTo>
                <a:lnTo>
                  <a:pt x="14014" y="13821"/>
                </a:lnTo>
                <a:lnTo>
                  <a:pt x="13918" y="13925"/>
                </a:lnTo>
                <a:lnTo>
                  <a:pt x="13814" y="14021"/>
                </a:lnTo>
                <a:lnTo>
                  <a:pt x="13703" y="14108"/>
                </a:lnTo>
                <a:lnTo>
                  <a:pt x="13584" y="14185"/>
                </a:lnTo>
                <a:lnTo>
                  <a:pt x="13458" y="14253"/>
                </a:lnTo>
                <a:lnTo>
                  <a:pt x="13326" y="14311"/>
                </a:lnTo>
                <a:lnTo>
                  <a:pt x="13189" y="14358"/>
                </a:lnTo>
                <a:lnTo>
                  <a:pt x="13045" y="14396"/>
                </a:lnTo>
                <a:lnTo>
                  <a:pt x="12896" y="14422"/>
                </a:lnTo>
                <a:lnTo>
                  <a:pt x="12743" y="14437"/>
                </a:lnTo>
                <a:lnTo>
                  <a:pt x="1655" y="14437"/>
                </a:lnTo>
                <a:lnTo>
                  <a:pt x="1518" y="14423"/>
                </a:lnTo>
                <a:lnTo>
                  <a:pt x="1384" y="14398"/>
                </a:lnTo>
                <a:lnTo>
                  <a:pt x="1253" y="14364"/>
                </a:lnTo>
                <a:lnTo>
                  <a:pt x="1127" y="14320"/>
                </a:lnTo>
                <a:lnTo>
                  <a:pt x="1004" y="14266"/>
                </a:lnTo>
                <a:lnTo>
                  <a:pt x="887" y="14204"/>
                </a:lnTo>
                <a:lnTo>
                  <a:pt x="774" y="14134"/>
                </a:lnTo>
                <a:lnTo>
                  <a:pt x="668" y="14055"/>
                </a:lnTo>
                <a:lnTo>
                  <a:pt x="567" y="13969"/>
                </a:lnTo>
                <a:lnTo>
                  <a:pt x="473" y="13875"/>
                </a:lnTo>
                <a:lnTo>
                  <a:pt x="387" y="13774"/>
                </a:lnTo>
                <a:lnTo>
                  <a:pt x="307" y="13666"/>
                </a:lnTo>
                <a:lnTo>
                  <a:pt x="236" y="13552"/>
                </a:lnTo>
                <a:lnTo>
                  <a:pt x="173" y="13431"/>
                </a:lnTo>
                <a:lnTo>
                  <a:pt x="119" y="13305"/>
                </a:lnTo>
                <a:lnTo>
                  <a:pt x="75" y="13174"/>
                </a:lnTo>
                <a:lnTo>
                  <a:pt x="55" y="13101"/>
                </a:lnTo>
                <a:lnTo>
                  <a:pt x="36" y="13028"/>
                </a:lnTo>
                <a:lnTo>
                  <a:pt x="0" y="12881"/>
                </a:lnTo>
                <a:lnTo>
                  <a:pt x="0" y="1558"/>
                </a:lnTo>
                <a:lnTo>
                  <a:pt x="13" y="1513"/>
                </a:lnTo>
                <a:lnTo>
                  <a:pt x="19" y="1490"/>
                </a:lnTo>
                <a:lnTo>
                  <a:pt x="24" y="1468"/>
                </a:lnTo>
                <a:lnTo>
                  <a:pt x="55" y="1337"/>
                </a:lnTo>
                <a:lnTo>
                  <a:pt x="92" y="1211"/>
                </a:lnTo>
                <a:lnTo>
                  <a:pt x="136" y="1092"/>
                </a:lnTo>
                <a:lnTo>
                  <a:pt x="186" y="978"/>
                </a:lnTo>
                <a:lnTo>
                  <a:pt x="243" y="870"/>
                </a:lnTo>
                <a:lnTo>
                  <a:pt x="306" y="767"/>
                </a:lnTo>
                <a:lnTo>
                  <a:pt x="375" y="671"/>
                </a:lnTo>
                <a:lnTo>
                  <a:pt x="451" y="580"/>
                </a:lnTo>
                <a:lnTo>
                  <a:pt x="533" y="495"/>
                </a:lnTo>
                <a:lnTo>
                  <a:pt x="622" y="416"/>
                </a:lnTo>
                <a:lnTo>
                  <a:pt x="717" y="343"/>
                </a:lnTo>
                <a:lnTo>
                  <a:pt x="819" y="276"/>
                </a:lnTo>
                <a:lnTo>
                  <a:pt x="927" y="214"/>
                </a:lnTo>
                <a:lnTo>
                  <a:pt x="1042" y="159"/>
                </a:lnTo>
                <a:lnTo>
                  <a:pt x="1163" y="109"/>
                </a:lnTo>
                <a:lnTo>
                  <a:pt x="1291" y="65"/>
                </a:lnTo>
                <a:lnTo>
                  <a:pt x="1356" y="46"/>
                </a:lnTo>
                <a:lnTo>
                  <a:pt x="1422" y="30"/>
                </a:lnTo>
                <a:lnTo>
                  <a:pt x="1554" y="0"/>
                </a:lnTo>
                <a:lnTo>
                  <a:pt x="12872" y="0"/>
                </a:lnTo>
                <a:close/>
                <a:moveTo>
                  <a:pt x="11550" y="6105"/>
                </a:moveTo>
                <a:lnTo>
                  <a:pt x="11623" y="6457"/>
                </a:lnTo>
                <a:lnTo>
                  <a:pt x="11674" y="6803"/>
                </a:lnTo>
                <a:lnTo>
                  <a:pt x="11703" y="7141"/>
                </a:lnTo>
                <a:lnTo>
                  <a:pt x="11710" y="7472"/>
                </a:lnTo>
                <a:lnTo>
                  <a:pt x="11695" y="7794"/>
                </a:lnTo>
                <a:lnTo>
                  <a:pt x="11656" y="8109"/>
                </a:lnTo>
                <a:lnTo>
                  <a:pt x="11595" y="8415"/>
                </a:lnTo>
                <a:lnTo>
                  <a:pt x="11511" y="8713"/>
                </a:lnTo>
                <a:lnTo>
                  <a:pt x="11404" y="9002"/>
                </a:lnTo>
                <a:lnTo>
                  <a:pt x="11272" y="9283"/>
                </a:lnTo>
                <a:lnTo>
                  <a:pt x="11117" y="9554"/>
                </a:lnTo>
                <a:lnTo>
                  <a:pt x="10937" y="9817"/>
                </a:lnTo>
                <a:lnTo>
                  <a:pt x="10733" y="10070"/>
                </a:lnTo>
                <a:lnTo>
                  <a:pt x="10505" y="10313"/>
                </a:lnTo>
                <a:lnTo>
                  <a:pt x="10251" y="10547"/>
                </a:lnTo>
                <a:lnTo>
                  <a:pt x="9972" y="10770"/>
                </a:lnTo>
                <a:lnTo>
                  <a:pt x="9684" y="10973"/>
                </a:lnTo>
                <a:lnTo>
                  <a:pt x="9391" y="11153"/>
                </a:lnTo>
                <a:lnTo>
                  <a:pt x="9095" y="11309"/>
                </a:lnTo>
                <a:lnTo>
                  <a:pt x="8796" y="11441"/>
                </a:lnTo>
                <a:lnTo>
                  <a:pt x="8493" y="11549"/>
                </a:lnTo>
                <a:lnTo>
                  <a:pt x="8189" y="11633"/>
                </a:lnTo>
                <a:lnTo>
                  <a:pt x="7881" y="11693"/>
                </a:lnTo>
                <a:lnTo>
                  <a:pt x="7572" y="11728"/>
                </a:lnTo>
                <a:lnTo>
                  <a:pt x="7262" y="11740"/>
                </a:lnTo>
                <a:lnTo>
                  <a:pt x="6950" y="11727"/>
                </a:lnTo>
                <a:lnTo>
                  <a:pt x="6636" y="11690"/>
                </a:lnTo>
                <a:lnTo>
                  <a:pt x="6323" y="11629"/>
                </a:lnTo>
                <a:lnTo>
                  <a:pt x="6008" y="11543"/>
                </a:lnTo>
                <a:lnTo>
                  <a:pt x="5694" y="11432"/>
                </a:lnTo>
                <a:lnTo>
                  <a:pt x="5380" y="11297"/>
                </a:lnTo>
                <a:lnTo>
                  <a:pt x="5067" y="11137"/>
                </a:lnTo>
                <a:lnTo>
                  <a:pt x="4711" y="10926"/>
                </a:lnTo>
                <a:lnTo>
                  <a:pt x="4386" y="10699"/>
                </a:lnTo>
                <a:lnTo>
                  <a:pt x="4092" y="10457"/>
                </a:lnTo>
                <a:lnTo>
                  <a:pt x="3827" y="10202"/>
                </a:lnTo>
                <a:lnTo>
                  <a:pt x="3592" y="9931"/>
                </a:lnTo>
                <a:lnTo>
                  <a:pt x="3387" y="9647"/>
                </a:lnTo>
                <a:lnTo>
                  <a:pt x="3210" y="9349"/>
                </a:lnTo>
                <a:lnTo>
                  <a:pt x="3063" y="9038"/>
                </a:lnTo>
                <a:lnTo>
                  <a:pt x="2945" y="8714"/>
                </a:lnTo>
                <a:lnTo>
                  <a:pt x="2855" y="8377"/>
                </a:lnTo>
                <a:lnTo>
                  <a:pt x="2793" y="8028"/>
                </a:lnTo>
                <a:lnTo>
                  <a:pt x="2759" y="7666"/>
                </a:lnTo>
                <a:lnTo>
                  <a:pt x="2753" y="7292"/>
                </a:lnTo>
                <a:lnTo>
                  <a:pt x="2774" y="6907"/>
                </a:lnTo>
                <a:lnTo>
                  <a:pt x="2822" y="6510"/>
                </a:lnTo>
                <a:lnTo>
                  <a:pt x="2898" y="6103"/>
                </a:lnTo>
                <a:lnTo>
                  <a:pt x="1801" y="5865"/>
                </a:lnTo>
                <a:lnTo>
                  <a:pt x="1801" y="6048"/>
                </a:lnTo>
                <a:lnTo>
                  <a:pt x="1801" y="11985"/>
                </a:lnTo>
                <a:lnTo>
                  <a:pt x="1802" y="12211"/>
                </a:lnTo>
                <a:lnTo>
                  <a:pt x="1805" y="12263"/>
                </a:lnTo>
                <a:lnTo>
                  <a:pt x="1810" y="12312"/>
                </a:lnTo>
                <a:lnTo>
                  <a:pt x="1819" y="12357"/>
                </a:lnTo>
                <a:lnTo>
                  <a:pt x="1831" y="12398"/>
                </a:lnTo>
                <a:lnTo>
                  <a:pt x="1846" y="12436"/>
                </a:lnTo>
                <a:lnTo>
                  <a:pt x="1864" y="12470"/>
                </a:lnTo>
                <a:lnTo>
                  <a:pt x="1885" y="12501"/>
                </a:lnTo>
                <a:lnTo>
                  <a:pt x="1910" y="12529"/>
                </a:lnTo>
                <a:lnTo>
                  <a:pt x="1938" y="12553"/>
                </a:lnTo>
                <a:lnTo>
                  <a:pt x="1969" y="12574"/>
                </a:lnTo>
                <a:lnTo>
                  <a:pt x="2004" y="12592"/>
                </a:lnTo>
                <a:lnTo>
                  <a:pt x="2042" y="12606"/>
                </a:lnTo>
                <a:lnTo>
                  <a:pt x="2084" y="12618"/>
                </a:lnTo>
                <a:lnTo>
                  <a:pt x="2129" y="12627"/>
                </a:lnTo>
                <a:lnTo>
                  <a:pt x="2178" y="12632"/>
                </a:lnTo>
                <a:lnTo>
                  <a:pt x="2231" y="12635"/>
                </a:lnTo>
                <a:lnTo>
                  <a:pt x="2315" y="12636"/>
                </a:lnTo>
                <a:lnTo>
                  <a:pt x="12118" y="12635"/>
                </a:lnTo>
                <a:lnTo>
                  <a:pt x="12178" y="12634"/>
                </a:lnTo>
                <a:lnTo>
                  <a:pt x="12237" y="12630"/>
                </a:lnTo>
                <a:lnTo>
                  <a:pt x="12296" y="12624"/>
                </a:lnTo>
                <a:lnTo>
                  <a:pt x="12355" y="12615"/>
                </a:lnTo>
                <a:lnTo>
                  <a:pt x="12382" y="12609"/>
                </a:lnTo>
                <a:lnTo>
                  <a:pt x="12407" y="12602"/>
                </a:lnTo>
                <a:lnTo>
                  <a:pt x="12431" y="12593"/>
                </a:lnTo>
                <a:lnTo>
                  <a:pt x="12453" y="12583"/>
                </a:lnTo>
                <a:lnTo>
                  <a:pt x="12474" y="12572"/>
                </a:lnTo>
                <a:lnTo>
                  <a:pt x="12494" y="12559"/>
                </a:lnTo>
                <a:lnTo>
                  <a:pt x="12513" y="12544"/>
                </a:lnTo>
                <a:lnTo>
                  <a:pt x="12530" y="12528"/>
                </a:lnTo>
                <a:lnTo>
                  <a:pt x="12545" y="12511"/>
                </a:lnTo>
                <a:lnTo>
                  <a:pt x="12560" y="12493"/>
                </a:lnTo>
                <a:lnTo>
                  <a:pt x="12573" y="12473"/>
                </a:lnTo>
                <a:lnTo>
                  <a:pt x="12584" y="12451"/>
                </a:lnTo>
                <a:lnTo>
                  <a:pt x="12594" y="12429"/>
                </a:lnTo>
                <a:lnTo>
                  <a:pt x="12602" y="12405"/>
                </a:lnTo>
                <a:lnTo>
                  <a:pt x="12610" y="12380"/>
                </a:lnTo>
                <a:lnTo>
                  <a:pt x="12615" y="12353"/>
                </a:lnTo>
                <a:lnTo>
                  <a:pt x="12624" y="12298"/>
                </a:lnTo>
                <a:lnTo>
                  <a:pt x="12630" y="12242"/>
                </a:lnTo>
                <a:lnTo>
                  <a:pt x="12634" y="12186"/>
                </a:lnTo>
                <a:lnTo>
                  <a:pt x="12635" y="12130"/>
                </a:lnTo>
                <a:lnTo>
                  <a:pt x="12636" y="6023"/>
                </a:lnTo>
                <a:lnTo>
                  <a:pt x="12636" y="5865"/>
                </a:lnTo>
                <a:lnTo>
                  <a:pt x="11550" y="6105"/>
                </a:lnTo>
                <a:close/>
                <a:moveTo>
                  <a:pt x="7228" y="10019"/>
                </a:moveTo>
                <a:lnTo>
                  <a:pt x="7564" y="9978"/>
                </a:lnTo>
                <a:lnTo>
                  <a:pt x="7731" y="9954"/>
                </a:lnTo>
                <a:lnTo>
                  <a:pt x="7897" y="9923"/>
                </a:lnTo>
                <a:lnTo>
                  <a:pt x="8204" y="9839"/>
                </a:lnTo>
                <a:lnTo>
                  <a:pt x="8493" y="9724"/>
                </a:lnTo>
                <a:lnTo>
                  <a:pt x="8762" y="9581"/>
                </a:lnTo>
                <a:lnTo>
                  <a:pt x="9011" y="9412"/>
                </a:lnTo>
                <a:lnTo>
                  <a:pt x="9239" y="9220"/>
                </a:lnTo>
                <a:lnTo>
                  <a:pt x="9443" y="9007"/>
                </a:lnTo>
                <a:lnTo>
                  <a:pt x="9624" y="8775"/>
                </a:lnTo>
                <a:lnTo>
                  <a:pt x="9779" y="8526"/>
                </a:lnTo>
                <a:lnTo>
                  <a:pt x="9907" y="8263"/>
                </a:lnTo>
                <a:lnTo>
                  <a:pt x="10007" y="7988"/>
                </a:lnTo>
                <a:lnTo>
                  <a:pt x="10078" y="7704"/>
                </a:lnTo>
                <a:lnTo>
                  <a:pt x="10119" y="7412"/>
                </a:lnTo>
                <a:lnTo>
                  <a:pt x="10128" y="7115"/>
                </a:lnTo>
                <a:lnTo>
                  <a:pt x="10103" y="6816"/>
                </a:lnTo>
                <a:lnTo>
                  <a:pt x="10045" y="6516"/>
                </a:lnTo>
                <a:lnTo>
                  <a:pt x="9950" y="6218"/>
                </a:lnTo>
                <a:lnTo>
                  <a:pt x="9837" y="5959"/>
                </a:lnTo>
                <a:lnTo>
                  <a:pt x="9700" y="5717"/>
                </a:lnTo>
                <a:lnTo>
                  <a:pt x="9541" y="5493"/>
                </a:lnTo>
                <a:lnTo>
                  <a:pt x="9363" y="5286"/>
                </a:lnTo>
                <a:lnTo>
                  <a:pt x="9166" y="5099"/>
                </a:lnTo>
                <a:lnTo>
                  <a:pt x="8952" y="4931"/>
                </a:lnTo>
                <a:lnTo>
                  <a:pt x="8724" y="4784"/>
                </a:lnTo>
                <a:lnTo>
                  <a:pt x="8484" y="4658"/>
                </a:lnTo>
                <a:lnTo>
                  <a:pt x="8232" y="4555"/>
                </a:lnTo>
                <a:lnTo>
                  <a:pt x="7970" y="4475"/>
                </a:lnTo>
                <a:lnTo>
                  <a:pt x="7702" y="4419"/>
                </a:lnTo>
                <a:lnTo>
                  <a:pt x="7428" y="4387"/>
                </a:lnTo>
                <a:lnTo>
                  <a:pt x="7149" y="4381"/>
                </a:lnTo>
                <a:lnTo>
                  <a:pt x="6869" y="4402"/>
                </a:lnTo>
                <a:lnTo>
                  <a:pt x="6589" y="4450"/>
                </a:lnTo>
                <a:lnTo>
                  <a:pt x="6310" y="4526"/>
                </a:lnTo>
                <a:lnTo>
                  <a:pt x="6052" y="4623"/>
                </a:lnTo>
                <a:lnTo>
                  <a:pt x="5809" y="4741"/>
                </a:lnTo>
                <a:lnTo>
                  <a:pt x="5582" y="4878"/>
                </a:lnTo>
                <a:lnTo>
                  <a:pt x="5371" y="5033"/>
                </a:lnTo>
                <a:lnTo>
                  <a:pt x="5177" y="5205"/>
                </a:lnTo>
                <a:lnTo>
                  <a:pt x="5001" y="5392"/>
                </a:lnTo>
                <a:lnTo>
                  <a:pt x="4844" y="5593"/>
                </a:lnTo>
                <a:lnTo>
                  <a:pt x="4706" y="5807"/>
                </a:lnTo>
                <a:lnTo>
                  <a:pt x="4588" y="6032"/>
                </a:lnTo>
                <a:lnTo>
                  <a:pt x="4492" y="6267"/>
                </a:lnTo>
                <a:lnTo>
                  <a:pt x="4417" y="6510"/>
                </a:lnTo>
                <a:lnTo>
                  <a:pt x="4365" y="6761"/>
                </a:lnTo>
                <a:lnTo>
                  <a:pt x="4336" y="7017"/>
                </a:lnTo>
                <a:lnTo>
                  <a:pt x="4332" y="7278"/>
                </a:lnTo>
                <a:lnTo>
                  <a:pt x="4352" y="7542"/>
                </a:lnTo>
                <a:lnTo>
                  <a:pt x="4399" y="7807"/>
                </a:lnTo>
                <a:lnTo>
                  <a:pt x="4462" y="8041"/>
                </a:lnTo>
                <a:lnTo>
                  <a:pt x="4546" y="8266"/>
                </a:lnTo>
                <a:lnTo>
                  <a:pt x="4649" y="8481"/>
                </a:lnTo>
                <a:lnTo>
                  <a:pt x="4771" y="8686"/>
                </a:lnTo>
                <a:lnTo>
                  <a:pt x="4909" y="8879"/>
                </a:lnTo>
                <a:lnTo>
                  <a:pt x="5062" y="9060"/>
                </a:lnTo>
                <a:lnTo>
                  <a:pt x="5231" y="9228"/>
                </a:lnTo>
                <a:lnTo>
                  <a:pt x="5413" y="9382"/>
                </a:lnTo>
                <a:lnTo>
                  <a:pt x="5608" y="9522"/>
                </a:lnTo>
                <a:lnTo>
                  <a:pt x="5814" y="9646"/>
                </a:lnTo>
                <a:lnTo>
                  <a:pt x="6030" y="9754"/>
                </a:lnTo>
                <a:lnTo>
                  <a:pt x="6256" y="9845"/>
                </a:lnTo>
                <a:lnTo>
                  <a:pt x="6490" y="9918"/>
                </a:lnTo>
                <a:lnTo>
                  <a:pt x="6730" y="9971"/>
                </a:lnTo>
                <a:lnTo>
                  <a:pt x="6977" y="10006"/>
                </a:lnTo>
                <a:lnTo>
                  <a:pt x="7228" y="10019"/>
                </a:lnTo>
                <a:close/>
                <a:moveTo>
                  <a:pt x="9927" y="3148"/>
                </a:moveTo>
                <a:lnTo>
                  <a:pt x="9927" y="4036"/>
                </a:lnTo>
                <a:lnTo>
                  <a:pt x="9930" y="4087"/>
                </a:lnTo>
                <a:lnTo>
                  <a:pt x="9936" y="4137"/>
                </a:lnTo>
                <a:lnTo>
                  <a:pt x="9947" y="4184"/>
                </a:lnTo>
                <a:lnTo>
                  <a:pt x="9962" y="4228"/>
                </a:lnTo>
                <a:lnTo>
                  <a:pt x="9980" y="4270"/>
                </a:lnTo>
                <a:lnTo>
                  <a:pt x="10002" y="4309"/>
                </a:lnTo>
                <a:lnTo>
                  <a:pt x="10028" y="4345"/>
                </a:lnTo>
                <a:lnTo>
                  <a:pt x="10056" y="4378"/>
                </a:lnTo>
                <a:lnTo>
                  <a:pt x="10089" y="4407"/>
                </a:lnTo>
                <a:lnTo>
                  <a:pt x="10124" y="4433"/>
                </a:lnTo>
                <a:lnTo>
                  <a:pt x="10162" y="4455"/>
                </a:lnTo>
                <a:lnTo>
                  <a:pt x="10203" y="4474"/>
                </a:lnTo>
                <a:lnTo>
                  <a:pt x="10247" y="4489"/>
                </a:lnTo>
                <a:lnTo>
                  <a:pt x="10293" y="4500"/>
                </a:lnTo>
                <a:lnTo>
                  <a:pt x="10342" y="4506"/>
                </a:lnTo>
                <a:lnTo>
                  <a:pt x="10393" y="4509"/>
                </a:lnTo>
                <a:lnTo>
                  <a:pt x="12168" y="4509"/>
                </a:lnTo>
                <a:lnTo>
                  <a:pt x="12219" y="4506"/>
                </a:lnTo>
                <a:lnTo>
                  <a:pt x="12268" y="4500"/>
                </a:lnTo>
                <a:lnTo>
                  <a:pt x="12315" y="4489"/>
                </a:lnTo>
                <a:lnTo>
                  <a:pt x="12359" y="4474"/>
                </a:lnTo>
                <a:lnTo>
                  <a:pt x="12400" y="4455"/>
                </a:lnTo>
                <a:lnTo>
                  <a:pt x="12438" y="4433"/>
                </a:lnTo>
                <a:lnTo>
                  <a:pt x="12474" y="4407"/>
                </a:lnTo>
                <a:lnTo>
                  <a:pt x="12506" y="4378"/>
                </a:lnTo>
                <a:lnTo>
                  <a:pt x="12535" y="4345"/>
                </a:lnTo>
                <a:lnTo>
                  <a:pt x="12560" y="4309"/>
                </a:lnTo>
                <a:lnTo>
                  <a:pt x="12583" y="4270"/>
                </a:lnTo>
                <a:lnTo>
                  <a:pt x="12601" y="4229"/>
                </a:lnTo>
                <a:lnTo>
                  <a:pt x="12616" y="4185"/>
                </a:lnTo>
                <a:lnTo>
                  <a:pt x="12626" y="4138"/>
                </a:lnTo>
                <a:lnTo>
                  <a:pt x="12633" y="4088"/>
                </a:lnTo>
                <a:lnTo>
                  <a:pt x="12635" y="4037"/>
                </a:lnTo>
                <a:lnTo>
                  <a:pt x="12635" y="2275"/>
                </a:lnTo>
                <a:lnTo>
                  <a:pt x="12633" y="2222"/>
                </a:lnTo>
                <a:lnTo>
                  <a:pt x="12626" y="2172"/>
                </a:lnTo>
                <a:lnTo>
                  <a:pt x="12615" y="2124"/>
                </a:lnTo>
                <a:lnTo>
                  <a:pt x="12601" y="2080"/>
                </a:lnTo>
                <a:lnTo>
                  <a:pt x="12582" y="2038"/>
                </a:lnTo>
                <a:lnTo>
                  <a:pt x="12560" y="1999"/>
                </a:lnTo>
                <a:lnTo>
                  <a:pt x="12533" y="1963"/>
                </a:lnTo>
                <a:lnTo>
                  <a:pt x="12504" y="1931"/>
                </a:lnTo>
                <a:lnTo>
                  <a:pt x="12471" y="1902"/>
                </a:lnTo>
                <a:lnTo>
                  <a:pt x="12435" y="1876"/>
                </a:lnTo>
                <a:lnTo>
                  <a:pt x="12395" y="1854"/>
                </a:lnTo>
                <a:lnTo>
                  <a:pt x="12353" y="1836"/>
                </a:lnTo>
                <a:lnTo>
                  <a:pt x="12307" y="1821"/>
                </a:lnTo>
                <a:lnTo>
                  <a:pt x="12259" y="1811"/>
                </a:lnTo>
                <a:lnTo>
                  <a:pt x="12208" y="1804"/>
                </a:lnTo>
                <a:lnTo>
                  <a:pt x="12155" y="1802"/>
                </a:lnTo>
                <a:lnTo>
                  <a:pt x="10408" y="1802"/>
                </a:lnTo>
                <a:lnTo>
                  <a:pt x="10354" y="1804"/>
                </a:lnTo>
                <a:lnTo>
                  <a:pt x="10302" y="1811"/>
                </a:lnTo>
                <a:lnTo>
                  <a:pt x="10254" y="1821"/>
                </a:lnTo>
                <a:lnTo>
                  <a:pt x="10208" y="1836"/>
                </a:lnTo>
                <a:lnTo>
                  <a:pt x="10166" y="1855"/>
                </a:lnTo>
                <a:lnTo>
                  <a:pt x="10126" y="1877"/>
                </a:lnTo>
                <a:lnTo>
                  <a:pt x="10090" y="1903"/>
                </a:lnTo>
                <a:lnTo>
                  <a:pt x="10057" y="1933"/>
                </a:lnTo>
                <a:lnTo>
                  <a:pt x="10028" y="1966"/>
                </a:lnTo>
                <a:lnTo>
                  <a:pt x="10002" y="2003"/>
                </a:lnTo>
                <a:lnTo>
                  <a:pt x="9980" y="2043"/>
                </a:lnTo>
                <a:lnTo>
                  <a:pt x="9962" y="2086"/>
                </a:lnTo>
                <a:lnTo>
                  <a:pt x="9947" y="2132"/>
                </a:lnTo>
                <a:lnTo>
                  <a:pt x="9936" y="2182"/>
                </a:lnTo>
                <a:lnTo>
                  <a:pt x="9930" y="2234"/>
                </a:lnTo>
                <a:lnTo>
                  <a:pt x="9927" y="2289"/>
                </a:lnTo>
                <a:lnTo>
                  <a:pt x="9927" y="3148"/>
                </a:lnTo>
                <a:close/>
              </a:path>
            </a:pathLst>
          </a:custGeom>
          <a:solidFill>
            <a:srgbClr val="123563"/>
          </a:solidFill>
          <a:ln>
            <a:noFill/>
          </a:ln>
          <a:effectLst/>
        </p:spPr>
        <p:txBody>
          <a:bodyPr wrap="none" anchor="ctr"/>
          <a:lstStyle/>
          <a:p>
            <a:endParaRPr lang="de-DE" sz="1800">
              <a:latin typeface="BISansOpti"/>
            </a:endParaRPr>
          </a:p>
        </p:txBody>
      </p:sp>
      <p:sp>
        <p:nvSpPr>
          <p:cNvPr id="7" name="Textplatzhalter 6"/>
          <p:cNvSpPr>
            <a:spLocks noGrp="1"/>
          </p:cNvSpPr>
          <p:nvPr>
            <p:ph type="body" sz="quarter" idx="10" hasCustomPrompt="1"/>
          </p:nvPr>
        </p:nvSpPr>
        <p:spPr>
          <a:xfrm>
            <a:off x="7081200" y="259200"/>
            <a:ext cx="1728000" cy="360000"/>
          </a:xfrm>
        </p:spPr>
        <p:txBody>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defRPr sz="1000" b="1" i="0" baseline="0">
                <a:solidFill>
                  <a:schemeClr val="accent1"/>
                </a:solidFill>
                <a:latin typeface="BISansOpti"/>
                <a:cs typeface="BISansOpti"/>
              </a:defRPr>
            </a:lvl1pPr>
          </a:lstStyle>
          <a:p>
            <a:pPr marL="0" marR="0" lvl="0" indent="0" algn="l" defTabSz="914400" rtl="0" eaLnBrk="1" fontAlgn="auto" latinLnBrk="0" hangingPunct="1">
              <a:lnSpc>
                <a:spcPct val="100000"/>
              </a:lnSpc>
              <a:spcBef>
                <a:spcPts val="400"/>
              </a:spcBef>
              <a:spcAft>
                <a:spcPts val="0"/>
              </a:spcAft>
              <a:buClrTx/>
              <a:buSzTx/>
              <a:buFont typeface="Arial" panose="020B0604020202020204" pitchFamily="34" charset="0"/>
              <a:buNone/>
              <a:defRPr/>
            </a:pPr>
            <a:r>
              <a:rPr lang="de-DE" sz="1000" b="1">
                <a:solidFill>
                  <a:srgbClr val="123563"/>
                </a:solidFill>
              </a:rPr>
              <a:t>Company Name</a:t>
            </a:r>
          </a:p>
          <a:p>
            <a:pPr lvl="0"/>
            <a:endParaRPr lang="de-DE"/>
          </a:p>
        </p:txBody>
      </p:sp>
      <p:sp>
        <p:nvSpPr>
          <p:cNvPr id="25" name="Textplatzhalter 6"/>
          <p:cNvSpPr>
            <a:spLocks noGrp="1"/>
          </p:cNvSpPr>
          <p:nvPr>
            <p:ph type="body" sz="quarter" idx="12" hasCustomPrompt="1"/>
          </p:nvPr>
        </p:nvSpPr>
        <p:spPr>
          <a:xfrm>
            <a:off x="7081200" y="713406"/>
            <a:ext cx="1728000" cy="154800"/>
          </a:xfrm>
        </p:spPr>
        <p:txBody>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defRPr sz="1000" b="0" i="0" baseline="0">
                <a:solidFill>
                  <a:schemeClr val="accent1"/>
                </a:solidFill>
                <a:latin typeface="BISansOpti"/>
                <a:cs typeface="BISansOpti"/>
              </a:defRPr>
            </a:lvl1pPr>
          </a:lstStyle>
          <a:p>
            <a:pPr lvl="0"/>
            <a:r>
              <a:rPr lang="de-DE"/>
              <a:t>Street / No.</a:t>
            </a:r>
          </a:p>
        </p:txBody>
      </p:sp>
      <p:sp>
        <p:nvSpPr>
          <p:cNvPr id="26" name="Textplatzhalter 6"/>
          <p:cNvSpPr>
            <a:spLocks noGrp="1"/>
          </p:cNvSpPr>
          <p:nvPr>
            <p:ph type="body" sz="quarter" idx="13" hasCustomPrompt="1"/>
          </p:nvPr>
        </p:nvSpPr>
        <p:spPr>
          <a:xfrm>
            <a:off x="7081200" y="871181"/>
            <a:ext cx="1728000" cy="154800"/>
          </a:xfrm>
        </p:spPr>
        <p:txBody>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defRPr sz="1000" b="0" i="0" baseline="0">
                <a:solidFill>
                  <a:schemeClr val="accent1"/>
                </a:solidFill>
                <a:latin typeface="BISansOpti"/>
                <a:cs typeface="BISansOpti"/>
              </a:defRPr>
            </a:lvl1pPr>
          </a:lstStyle>
          <a:p>
            <a:pPr lvl="0"/>
            <a:r>
              <a:rPr lang="de-DE"/>
              <a:t>Postcode/ Town</a:t>
            </a:r>
          </a:p>
        </p:txBody>
      </p:sp>
      <p:sp>
        <p:nvSpPr>
          <p:cNvPr id="27" name="Textplatzhalter 6"/>
          <p:cNvSpPr>
            <a:spLocks noGrp="1"/>
          </p:cNvSpPr>
          <p:nvPr>
            <p:ph type="body" sz="quarter" idx="14" hasCustomPrompt="1"/>
          </p:nvPr>
        </p:nvSpPr>
        <p:spPr>
          <a:xfrm>
            <a:off x="7441200" y="1097781"/>
            <a:ext cx="1368000" cy="154800"/>
          </a:xfrm>
        </p:spPr>
        <p:txBody>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defRPr sz="1000" b="0" i="0" baseline="0">
                <a:solidFill>
                  <a:schemeClr val="accent1"/>
                </a:solidFill>
                <a:latin typeface="BISansOpti"/>
                <a:cs typeface="BISansOpti"/>
              </a:defRPr>
            </a:lvl1pPr>
          </a:lstStyle>
          <a:p>
            <a:pPr lvl="0"/>
            <a:r>
              <a:rPr lang="de-DE"/>
              <a:t>Telephone number</a:t>
            </a:r>
          </a:p>
        </p:txBody>
      </p:sp>
      <p:sp>
        <p:nvSpPr>
          <p:cNvPr id="19" name="Textfeld 18"/>
          <p:cNvSpPr txBox="1"/>
          <p:nvPr userDrawn="1"/>
        </p:nvSpPr>
        <p:spPr>
          <a:xfrm>
            <a:off x="7081201" y="1097782"/>
            <a:ext cx="197170" cy="154017"/>
          </a:xfrm>
          <a:prstGeom prst="rect">
            <a:avLst/>
          </a:prstGeom>
          <a:noFill/>
        </p:spPr>
        <p:txBody>
          <a:bodyPr wrap="none" lIns="0" tIns="0" rIns="0" bIns="0" rtlCol="0">
            <a:spAutoFit/>
          </a:bodyPr>
          <a:lstStyle/>
          <a:p>
            <a:r>
              <a:rPr lang="de-DE" sz="1000">
                <a:solidFill>
                  <a:srgbClr val="003366"/>
                </a:solidFill>
                <a:latin typeface="BISansOpti"/>
                <a:cs typeface="BISansOpti"/>
              </a:rPr>
              <a:t>Tel:</a:t>
            </a:r>
          </a:p>
        </p:txBody>
      </p:sp>
      <p:sp>
        <p:nvSpPr>
          <p:cNvPr id="28" name="Textplatzhalter 6"/>
          <p:cNvSpPr>
            <a:spLocks noGrp="1"/>
          </p:cNvSpPr>
          <p:nvPr>
            <p:ph type="body" sz="quarter" idx="15" hasCustomPrompt="1"/>
          </p:nvPr>
        </p:nvSpPr>
        <p:spPr>
          <a:xfrm>
            <a:off x="7441200" y="1256400"/>
            <a:ext cx="1368000" cy="154800"/>
          </a:xfrm>
        </p:spPr>
        <p:txBody>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defRPr sz="1000" b="0" i="0" baseline="0">
                <a:solidFill>
                  <a:schemeClr val="accent1"/>
                </a:solidFill>
                <a:latin typeface="BISansOpti"/>
                <a:cs typeface="BISansOpti"/>
              </a:defRPr>
            </a:lvl1pPr>
          </a:lstStyle>
          <a:p>
            <a:pPr lvl="0"/>
            <a:r>
              <a:rPr lang="de-DE"/>
              <a:t>fax machine</a:t>
            </a:r>
          </a:p>
        </p:txBody>
      </p:sp>
      <p:sp>
        <p:nvSpPr>
          <p:cNvPr id="29" name="Textfeld 28"/>
          <p:cNvSpPr txBox="1"/>
          <p:nvPr userDrawn="1"/>
        </p:nvSpPr>
        <p:spPr>
          <a:xfrm>
            <a:off x="7081200" y="1256401"/>
            <a:ext cx="219612" cy="154017"/>
          </a:xfrm>
          <a:prstGeom prst="rect">
            <a:avLst/>
          </a:prstGeom>
          <a:noFill/>
        </p:spPr>
        <p:txBody>
          <a:bodyPr wrap="none" lIns="0" tIns="0" rIns="0" bIns="0" rtlCol="0">
            <a:spAutoFit/>
          </a:bodyPr>
          <a:lstStyle/>
          <a:p>
            <a:r>
              <a:rPr lang="de-DE" sz="1000">
                <a:solidFill>
                  <a:srgbClr val="003366"/>
                </a:solidFill>
                <a:latin typeface="BISansOpti"/>
                <a:cs typeface="BISansOpti"/>
              </a:rPr>
              <a:t>Fax:</a:t>
            </a:r>
          </a:p>
        </p:txBody>
      </p:sp>
      <p:sp>
        <p:nvSpPr>
          <p:cNvPr id="30" name="Textplatzhalter 6"/>
          <p:cNvSpPr>
            <a:spLocks noGrp="1"/>
          </p:cNvSpPr>
          <p:nvPr>
            <p:ph type="body" sz="quarter" idx="16" hasCustomPrompt="1"/>
          </p:nvPr>
        </p:nvSpPr>
        <p:spPr>
          <a:xfrm>
            <a:off x="7081200" y="1478981"/>
            <a:ext cx="1728000" cy="154800"/>
          </a:xfrm>
        </p:spPr>
        <p:txBody>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defRPr sz="1000" b="0" i="0" baseline="0">
                <a:solidFill>
                  <a:schemeClr val="accent1"/>
                </a:solidFill>
                <a:latin typeface="BISansOpti"/>
                <a:cs typeface="BISansOpti"/>
              </a:defRPr>
            </a:lvl1pPr>
          </a:lstStyle>
          <a:p>
            <a:pPr lvl="0"/>
            <a:r>
              <a:rPr lang="de-DE"/>
              <a:t>Email-address</a:t>
            </a:r>
          </a:p>
        </p:txBody>
      </p:sp>
      <p:sp>
        <p:nvSpPr>
          <p:cNvPr id="31" name="Textplatzhalter 6"/>
          <p:cNvSpPr>
            <a:spLocks noGrp="1"/>
          </p:cNvSpPr>
          <p:nvPr>
            <p:ph type="body" sz="quarter" idx="17" hasCustomPrompt="1"/>
          </p:nvPr>
        </p:nvSpPr>
        <p:spPr>
          <a:xfrm>
            <a:off x="7081200" y="1638000"/>
            <a:ext cx="1728000" cy="154800"/>
          </a:xfrm>
        </p:spPr>
        <p:txBody>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defRPr sz="1000" b="0" i="0" baseline="0">
                <a:solidFill>
                  <a:schemeClr val="accent1"/>
                </a:solidFill>
                <a:latin typeface="BISansOpti"/>
                <a:cs typeface="BISansOpti"/>
              </a:defRPr>
            </a:lvl1pPr>
          </a:lstStyle>
          <a:p>
            <a:pPr lvl="0"/>
            <a:r>
              <a:rPr lang="de-DE"/>
              <a:t>Website</a:t>
            </a:r>
          </a:p>
        </p:txBody>
      </p:sp>
      <p:sp>
        <p:nvSpPr>
          <p:cNvPr id="21" name="Textplatzhalter 20"/>
          <p:cNvSpPr>
            <a:spLocks noGrp="1"/>
          </p:cNvSpPr>
          <p:nvPr>
            <p:ph type="body" sz="quarter" idx="18" hasCustomPrompt="1"/>
          </p:nvPr>
        </p:nvSpPr>
        <p:spPr>
          <a:xfrm>
            <a:off x="367200" y="2070001"/>
            <a:ext cx="5374800" cy="354013"/>
          </a:xfrm>
        </p:spPr>
        <p:txBody>
          <a:bodyPr/>
          <a:lstStyle>
            <a:lvl1pPr marL="0" indent="0">
              <a:buNone/>
              <a:defRPr baseline="0">
                <a:solidFill>
                  <a:srgbClr val="003366"/>
                </a:solidFill>
                <a:latin typeface="BISansOpti"/>
                <a:cs typeface="BISansOpti"/>
              </a:defRPr>
            </a:lvl1pPr>
          </a:lstStyle>
          <a:p>
            <a:pPr lvl="0"/>
            <a:r>
              <a:rPr lang="en-GB" noProof="0"/>
              <a:t>Headline for further information:</a:t>
            </a:r>
          </a:p>
        </p:txBody>
      </p:sp>
      <p:sp>
        <p:nvSpPr>
          <p:cNvPr id="33" name="Textplatzhalter 20"/>
          <p:cNvSpPr>
            <a:spLocks noGrp="1"/>
          </p:cNvSpPr>
          <p:nvPr>
            <p:ph type="body" sz="quarter" idx="19" hasCustomPrompt="1"/>
          </p:nvPr>
        </p:nvSpPr>
        <p:spPr>
          <a:xfrm>
            <a:off x="367200" y="2425296"/>
            <a:ext cx="5374800" cy="1411200"/>
          </a:xfrm>
        </p:spPr>
        <p:txBody>
          <a:bodyPr/>
          <a:lstStyle>
            <a:lvl1pPr marL="0" indent="0">
              <a:spcBef>
                <a:spcPts val="0"/>
              </a:spcBef>
              <a:buNone/>
              <a:defRPr sz="1800" baseline="0">
                <a:solidFill>
                  <a:schemeClr val="accent2"/>
                </a:solidFill>
                <a:latin typeface="BISansOpti"/>
                <a:cs typeface="BISansOpti"/>
              </a:defRPr>
            </a:lvl1pPr>
          </a:lstStyle>
          <a:p>
            <a:pPr lvl="0"/>
            <a:r>
              <a:rPr lang="en-GB" noProof="0"/>
              <a:t>Insert your domains here</a:t>
            </a:r>
          </a:p>
        </p:txBody>
      </p:sp>
      <p:pic>
        <p:nvPicPr>
          <p:cNvPr id="32" name="Grafik 21"/>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519695" y="4416838"/>
            <a:ext cx="1259701" cy="3816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userDrawn="1">
  <p:cSld name="Closing chart german">
    <p:spTree>
      <p:nvGrpSpPr>
        <p:cNvPr id="1" name=""/>
        <p:cNvGrpSpPr/>
        <p:nvPr/>
      </p:nvGrpSpPr>
      <p:grpSpPr>
        <a:xfrm>
          <a:off x="0" y="0"/>
          <a:ext cx="0" cy="0"/>
          <a:chOff x="0" y="0"/>
          <a:chExt cx="0" cy="0"/>
        </a:xfrm>
      </p:grpSpPr>
      <p:sp>
        <p:nvSpPr>
          <p:cNvPr id="23" name="Rechteck 22"/>
          <p:cNvSpPr/>
          <p:nvPr userDrawn="1"/>
        </p:nvSpPr>
        <p:spPr>
          <a:xfrm>
            <a:off x="0" y="2196370"/>
            <a:ext cx="9144000" cy="2947130"/>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400" noProof="0">
              <a:solidFill>
                <a:schemeClr val="tx1"/>
              </a:solidFill>
              <a:latin typeface="BISansOpti"/>
            </a:endParaRPr>
          </a:p>
        </p:txBody>
      </p:sp>
      <p:pic>
        <p:nvPicPr>
          <p:cNvPr id="1026" name="Picture 2"/>
          <p:cNvPicPr>
            <a:picLocks noChangeAspect="1" noChangeArrowheads="1"/>
          </p:cNvPicPr>
          <p:nvPr userDrawn="1"/>
        </p:nvPicPr>
        <p:blipFill rotWithShape="1">
          <a:blip r:embed="rId2" cstate="email"/>
          <a:srcRect l="16231" t="19013" b="13976"/>
          <a:stretch>
            <a:fillRect/>
          </a:stretch>
        </p:blipFill>
        <p:spPr bwMode="auto">
          <a:xfrm>
            <a:off x="0" y="0"/>
            <a:ext cx="6429790" cy="5143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24" name="Gerade Verbindung 23"/>
          <p:cNvCxnSpPr/>
          <p:nvPr userDrawn="1"/>
        </p:nvCxnSpPr>
        <p:spPr>
          <a:xfrm>
            <a:off x="1" y="1869292"/>
            <a:ext cx="9143999" cy="0"/>
          </a:xfrm>
          <a:prstGeom prst="line">
            <a:avLst/>
          </a:prstGeom>
          <a:ln w="12700">
            <a:solidFill>
              <a:srgbClr val="003366"/>
            </a:solidFill>
          </a:ln>
        </p:spPr>
        <p:style>
          <a:lnRef idx="1">
            <a:schemeClr val="accent1"/>
          </a:lnRef>
          <a:fillRef idx="0">
            <a:schemeClr val="accent1"/>
          </a:fillRef>
          <a:effectRef idx="0">
            <a:schemeClr val="accent1"/>
          </a:effectRef>
          <a:fontRef idx="minor">
            <a:schemeClr val="tx1"/>
          </a:fontRef>
        </p:style>
      </p:cxnSp>
      <p:cxnSp>
        <p:nvCxnSpPr>
          <p:cNvPr id="10" name="Gerade Verbindung 9"/>
          <p:cNvCxnSpPr/>
          <p:nvPr userDrawn="1"/>
        </p:nvCxnSpPr>
        <p:spPr>
          <a:xfrm>
            <a:off x="1" y="1869292"/>
            <a:ext cx="9143999" cy="0"/>
          </a:xfrm>
          <a:prstGeom prst="line">
            <a:avLst/>
          </a:prstGeom>
          <a:ln w="12700">
            <a:solidFill>
              <a:srgbClr val="003366"/>
            </a:solidFill>
          </a:ln>
        </p:spPr>
        <p:style>
          <a:lnRef idx="1">
            <a:schemeClr val="accent1"/>
          </a:lnRef>
          <a:fillRef idx="0">
            <a:schemeClr val="accent1"/>
          </a:fillRef>
          <a:effectRef idx="0">
            <a:schemeClr val="accent1"/>
          </a:effectRef>
          <a:fontRef idx="minor">
            <a:schemeClr val="tx1"/>
          </a:fontRef>
        </p:style>
      </p:cxnSp>
      <p:sp>
        <p:nvSpPr>
          <p:cNvPr id="11" name="Textfeld 10"/>
          <p:cNvSpPr txBox="1"/>
          <p:nvPr userDrawn="1"/>
        </p:nvSpPr>
        <p:spPr>
          <a:xfrm>
            <a:off x="367575" y="3985478"/>
            <a:ext cx="4626700" cy="924099"/>
          </a:xfrm>
          <a:prstGeom prst="rect">
            <a:avLst/>
          </a:prstGeom>
          <a:noFill/>
        </p:spPr>
        <p:txBody>
          <a:bodyPr wrap="square" lIns="0" tIns="0" rIns="0" bIns="0" rtlCol="0">
            <a:spAutoFit/>
          </a:bodyPr>
          <a:lstStyle/>
          <a:p>
            <a:pPr algn="just"/>
            <a:r>
              <a:rPr lang="de-DE" sz="1000">
                <a:solidFill>
                  <a:srgbClr val="1F497D"/>
                </a:solidFill>
                <a:latin typeface="BISansOpti"/>
                <a:cs typeface="BISansOpti"/>
              </a:rPr>
              <a:t>© Boehringer Ingelheim International GmbH 2017</a:t>
            </a:r>
          </a:p>
          <a:p>
            <a:pPr algn="just"/>
            <a:r>
              <a:rPr lang="de-DE" sz="1000">
                <a:solidFill>
                  <a:srgbClr val="1F497D"/>
                </a:solidFill>
                <a:latin typeface="BISansOpti"/>
                <a:cs typeface="BISansOpti"/>
              </a:rPr>
              <a:t>Diese Präsentation und ihre Inhalte sind Eigentum von Boehringer Ingelheim (Drittquellen sind angegeben) und unterliegen insbesondere dem Urheberrecht. Die komplette oder auszugsweise Weitergabe an Dritte sowie die Vervielfältigung, Wiedergabe und Veröffentlichung oder andere Verwendung durch Dritte ist nicht gestattet.</a:t>
            </a:r>
          </a:p>
        </p:txBody>
      </p:sp>
      <p:sp>
        <p:nvSpPr>
          <p:cNvPr id="13" name="Freeform 1"/>
          <p:cNvSpPr>
            <a:spLocks noChangeAspect="1" noChangeArrowheads="1"/>
          </p:cNvSpPr>
          <p:nvPr userDrawn="1"/>
        </p:nvSpPr>
        <p:spPr bwMode="auto">
          <a:xfrm>
            <a:off x="367577" y="1233590"/>
            <a:ext cx="359997" cy="359997"/>
          </a:xfrm>
          <a:custGeom>
            <a:avLst/>
            <a:gdLst>
              <a:gd name="T0" fmla="*/ 19 w 14438"/>
              <a:gd name="T1" fmla="*/ 766 h 14438"/>
              <a:gd name="T2" fmla="*/ 35 w 14438"/>
              <a:gd name="T3" fmla="*/ 713 h 14438"/>
              <a:gd name="T4" fmla="*/ 95 w 14438"/>
              <a:gd name="T5" fmla="*/ 535 h 14438"/>
              <a:gd name="T6" fmla="*/ 182 w 14438"/>
              <a:gd name="T7" fmla="*/ 382 h 14438"/>
              <a:gd name="T8" fmla="*/ 295 w 14438"/>
              <a:gd name="T9" fmla="*/ 253 h 14438"/>
              <a:gd name="T10" fmla="*/ 434 w 14438"/>
              <a:gd name="T11" fmla="*/ 149 h 14438"/>
              <a:gd name="T12" fmla="*/ 598 w 14438"/>
              <a:gd name="T13" fmla="*/ 69 h 14438"/>
              <a:gd name="T14" fmla="*/ 13628 w 14438"/>
              <a:gd name="T15" fmla="*/ 0 h 14438"/>
              <a:gd name="T16" fmla="*/ 13675 w 14438"/>
              <a:gd name="T17" fmla="*/ 24 h 14438"/>
              <a:gd name="T18" fmla="*/ 13780 w 14438"/>
              <a:gd name="T19" fmla="*/ 53 h 14438"/>
              <a:gd name="T20" fmla="*/ 14011 w 14438"/>
              <a:gd name="T21" fmla="*/ 154 h 14438"/>
              <a:gd name="T22" fmla="*/ 14194 w 14438"/>
              <a:gd name="T23" fmla="*/ 297 h 14438"/>
              <a:gd name="T24" fmla="*/ 14328 w 14438"/>
              <a:gd name="T25" fmla="*/ 482 h 14438"/>
              <a:gd name="T26" fmla="*/ 14409 w 14438"/>
              <a:gd name="T27" fmla="*/ 706 h 14438"/>
              <a:gd name="T28" fmla="*/ 14437 w 14438"/>
              <a:gd name="T29" fmla="*/ 966 h 14438"/>
              <a:gd name="T30" fmla="*/ 14420 w 14438"/>
              <a:gd name="T31" fmla="*/ 13674 h 14438"/>
              <a:gd name="T32" fmla="*/ 14331 w 14438"/>
              <a:gd name="T33" fmla="*/ 13951 h 14438"/>
              <a:gd name="T34" fmla="*/ 14175 w 14438"/>
              <a:gd name="T35" fmla="*/ 14172 h 14438"/>
              <a:gd name="T36" fmla="*/ 13956 w 14438"/>
              <a:gd name="T37" fmla="*/ 14330 h 14438"/>
              <a:gd name="T38" fmla="*/ 13681 w 14438"/>
              <a:gd name="T39" fmla="*/ 14419 h 14438"/>
              <a:gd name="T40" fmla="*/ 10100 w 14438"/>
              <a:gd name="T41" fmla="*/ 14436 h 14438"/>
              <a:gd name="T42" fmla="*/ 9952 w 14438"/>
              <a:gd name="T43" fmla="*/ 14430 h 14438"/>
              <a:gd name="T44" fmla="*/ 11610 w 14438"/>
              <a:gd name="T45" fmla="*/ 9040 h 14438"/>
              <a:gd name="T46" fmla="*/ 11676 w 14438"/>
              <a:gd name="T47" fmla="*/ 9035 h 14438"/>
              <a:gd name="T48" fmla="*/ 11714 w 14438"/>
              <a:gd name="T49" fmla="*/ 9022 h 14438"/>
              <a:gd name="T50" fmla="*/ 11742 w 14438"/>
              <a:gd name="T51" fmla="*/ 8998 h 14438"/>
              <a:gd name="T52" fmla="*/ 11764 w 14438"/>
              <a:gd name="T53" fmla="*/ 8961 h 14438"/>
              <a:gd name="T54" fmla="*/ 11778 w 14438"/>
              <a:gd name="T55" fmla="*/ 8907 h 14438"/>
              <a:gd name="T56" fmla="*/ 9941 w 14438"/>
              <a:gd name="T57" fmla="*/ 6760 h 14438"/>
              <a:gd name="T58" fmla="*/ 9960 w 14438"/>
              <a:gd name="T59" fmla="*/ 5621 h 14438"/>
              <a:gd name="T60" fmla="*/ 10017 w 14438"/>
              <a:gd name="T61" fmla="*/ 5333 h 14438"/>
              <a:gd name="T62" fmla="*/ 10120 w 14438"/>
              <a:gd name="T63" fmla="*/ 5080 h 14438"/>
              <a:gd name="T64" fmla="*/ 10272 w 14438"/>
              <a:gd name="T65" fmla="*/ 4871 h 14438"/>
              <a:gd name="T66" fmla="*/ 10468 w 14438"/>
              <a:gd name="T67" fmla="*/ 4711 h 14438"/>
              <a:gd name="T68" fmla="*/ 10705 w 14438"/>
              <a:gd name="T69" fmla="*/ 4604 h 14438"/>
              <a:gd name="T70" fmla="*/ 10979 w 14438"/>
              <a:gd name="T71" fmla="*/ 4553 h 14438"/>
              <a:gd name="T72" fmla="*/ 11951 w 14438"/>
              <a:gd name="T73" fmla="*/ 4524 h 14438"/>
              <a:gd name="T74" fmla="*/ 12121 w 14438"/>
              <a:gd name="T75" fmla="*/ 2250 h 14438"/>
              <a:gd name="T76" fmla="*/ 10259 w 14438"/>
              <a:gd name="T77" fmla="*/ 2251 h 14438"/>
              <a:gd name="T78" fmla="*/ 9557 w 14438"/>
              <a:gd name="T79" fmla="*/ 2358 h 14438"/>
              <a:gd name="T80" fmla="*/ 8930 w 14438"/>
              <a:gd name="T81" fmla="*/ 2653 h 14438"/>
              <a:gd name="T82" fmla="*/ 8449 w 14438"/>
              <a:gd name="T83" fmla="*/ 3073 h 14438"/>
              <a:gd name="T84" fmla="*/ 8169 w 14438"/>
              <a:gd name="T85" fmla="*/ 3441 h 14438"/>
              <a:gd name="T86" fmla="*/ 7901 w 14438"/>
              <a:gd name="T87" fmla="*/ 3976 h 14438"/>
              <a:gd name="T88" fmla="*/ 7695 w 14438"/>
              <a:gd name="T89" fmla="*/ 4854 h 14438"/>
              <a:gd name="T90" fmla="*/ 7660 w 14438"/>
              <a:gd name="T91" fmla="*/ 5883 h 14438"/>
              <a:gd name="T92" fmla="*/ 5871 w 14438"/>
              <a:gd name="T93" fmla="*/ 6766 h 14438"/>
              <a:gd name="T94" fmla="*/ 7656 w 14438"/>
              <a:gd name="T95" fmla="*/ 14428 h 14438"/>
              <a:gd name="T96" fmla="*/ 7590 w 14438"/>
              <a:gd name="T97" fmla="*/ 14436 h 14438"/>
              <a:gd name="T98" fmla="*/ 820 w 14438"/>
              <a:gd name="T99" fmla="*/ 14431 h 14438"/>
              <a:gd name="T100" fmla="*/ 608 w 14438"/>
              <a:gd name="T101" fmla="*/ 14386 h 14438"/>
              <a:gd name="T102" fmla="*/ 418 w 14438"/>
              <a:gd name="T103" fmla="*/ 14292 h 14438"/>
              <a:gd name="T104" fmla="*/ 257 w 14438"/>
              <a:gd name="T105" fmla="*/ 14157 h 14438"/>
              <a:gd name="T106" fmla="*/ 132 w 14438"/>
              <a:gd name="T107" fmla="*/ 13987 h 14438"/>
              <a:gd name="T108" fmla="*/ 48 w 14438"/>
              <a:gd name="T109" fmla="*/ 13788 h 144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4438" h="14438">
                <a:moveTo>
                  <a:pt x="0" y="13628"/>
                </a:moveTo>
                <a:lnTo>
                  <a:pt x="0" y="818"/>
                </a:lnTo>
                <a:lnTo>
                  <a:pt x="19" y="766"/>
                </a:lnTo>
                <a:lnTo>
                  <a:pt x="28" y="740"/>
                </a:lnTo>
                <a:lnTo>
                  <a:pt x="32" y="726"/>
                </a:lnTo>
                <a:lnTo>
                  <a:pt x="35" y="713"/>
                </a:lnTo>
                <a:lnTo>
                  <a:pt x="52" y="651"/>
                </a:lnTo>
                <a:lnTo>
                  <a:pt x="72" y="591"/>
                </a:lnTo>
                <a:lnTo>
                  <a:pt x="95" y="535"/>
                </a:lnTo>
                <a:lnTo>
                  <a:pt x="122" y="481"/>
                </a:lnTo>
                <a:lnTo>
                  <a:pt x="150" y="430"/>
                </a:lnTo>
                <a:lnTo>
                  <a:pt x="182" y="382"/>
                </a:lnTo>
                <a:lnTo>
                  <a:pt x="217" y="336"/>
                </a:lnTo>
                <a:lnTo>
                  <a:pt x="255" y="293"/>
                </a:lnTo>
                <a:lnTo>
                  <a:pt x="295" y="253"/>
                </a:lnTo>
                <a:lnTo>
                  <a:pt x="339" y="216"/>
                </a:lnTo>
                <a:lnTo>
                  <a:pt x="385" y="181"/>
                </a:lnTo>
                <a:lnTo>
                  <a:pt x="434" y="149"/>
                </a:lnTo>
                <a:lnTo>
                  <a:pt x="486" y="120"/>
                </a:lnTo>
                <a:lnTo>
                  <a:pt x="541" y="93"/>
                </a:lnTo>
                <a:lnTo>
                  <a:pt x="598" y="69"/>
                </a:lnTo>
                <a:lnTo>
                  <a:pt x="659" y="48"/>
                </a:lnTo>
                <a:lnTo>
                  <a:pt x="818" y="0"/>
                </a:lnTo>
                <a:lnTo>
                  <a:pt x="13628" y="0"/>
                </a:lnTo>
                <a:lnTo>
                  <a:pt x="13659" y="16"/>
                </a:lnTo>
                <a:lnTo>
                  <a:pt x="13667" y="20"/>
                </a:lnTo>
                <a:lnTo>
                  <a:pt x="13675" y="24"/>
                </a:lnTo>
                <a:lnTo>
                  <a:pt x="13684" y="27"/>
                </a:lnTo>
                <a:lnTo>
                  <a:pt x="13692" y="29"/>
                </a:lnTo>
                <a:lnTo>
                  <a:pt x="13780" y="53"/>
                </a:lnTo>
                <a:lnTo>
                  <a:pt x="13862" y="81"/>
                </a:lnTo>
                <a:lnTo>
                  <a:pt x="13939" y="115"/>
                </a:lnTo>
                <a:lnTo>
                  <a:pt x="14011" y="154"/>
                </a:lnTo>
                <a:lnTo>
                  <a:pt x="14078" y="197"/>
                </a:lnTo>
                <a:lnTo>
                  <a:pt x="14139" y="245"/>
                </a:lnTo>
                <a:lnTo>
                  <a:pt x="14194" y="297"/>
                </a:lnTo>
                <a:lnTo>
                  <a:pt x="14245" y="355"/>
                </a:lnTo>
                <a:lnTo>
                  <a:pt x="14289" y="416"/>
                </a:lnTo>
                <a:lnTo>
                  <a:pt x="14328" y="482"/>
                </a:lnTo>
                <a:lnTo>
                  <a:pt x="14361" y="553"/>
                </a:lnTo>
                <a:lnTo>
                  <a:pt x="14388" y="627"/>
                </a:lnTo>
                <a:lnTo>
                  <a:pt x="14409" y="706"/>
                </a:lnTo>
                <a:lnTo>
                  <a:pt x="14425" y="788"/>
                </a:lnTo>
                <a:lnTo>
                  <a:pt x="14434" y="875"/>
                </a:lnTo>
                <a:lnTo>
                  <a:pt x="14437" y="966"/>
                </a:lnTo>
                <a:lnTo>
                  <a:pt x="14437" y="13462"/>
                </a:lnTo>
                <a:lnTo>
                  <a:pt x="14433" y="13571"/>
                </a:lnTo>
                <a:lnTo>
                  <a:pt x="14420" y="13674"/>
                </a:lnTo>
                <a:lnTo>
                  <a:pt x="14398" y="13772"/>
                </a:lnTo>
                <a:lnTo>
                  <a:pt x="14369" y="13864"/>
                </a:lnTo>
                <a:lnTo>
                  <a:pt x="14331" y="13951"/>
                </a:lnTo>
                <a:lnTo>
                  <a:pt x="14286" y="14031"/>
                </a:lnTo>
                <a:lnTo>
                  <a:pt x="14234" y="14105"/>
                </a:lnTo>
                <a:lnTo>
                  <a:pt x="14175" y="14172"/>
                </a:lnTo>
                <a:lnTo>
                  <a:pt x="14108" y="14232"/>
                </a:lnTo>
                <a:lnTo>
                  <a:pt x="14035" y="14284"/>
                </a:lnTo>
                <a:lnTo>
                  <a:pt x="13956" y="14330"/>
                </a:lnTo>
                <a:lnTo>
                  <a:pt x="13870" y="14368"/>
                </a:lnTo>
                <a:lnTo>
                  <a:pt x="13779" y="14397"/>
                </a:lnTo>
                <a:lnTo>
                  <a:pt x="13681" y="14419"/>
                </a:lnTo>
                <a:lnTo>
                  <a:pt x="13579" y="14432"/>
                </a:lnTo>
                <a:lnTo>
                  <a:pt x="13471" y="14437"/>
                </a:lnTo>
                <a:lnTo>
                  <a:pt x="10100" y="14436"/>
                </a:lnTo>
                <a:lnTo>
                  <a:pt x="10063" y="14435"/>
                </a:lnTo>
                <a:lnTo>
                  <a:pt x="10026" y="14434"/>
                </a:lnTo>
                <a:lnTo>
                  <a:pt x="9952" y="14430"/>
                </a:lnTo>
                <a:lnTo>
                  <a:pt x="9952" y="9038"/>
                </a:lnTo>
                <a:lnTo>
                  <a:pt x="10115" y="9038"/>
                </a:lnTo>
                <a:lnTo>
                  <a:pt x="11610" y="9040"/>
                </a:lnTo>
                <a:lnTo>
                  <a:pt x="11646" y="9039"/>
                </a:lnTo>
                <a:lnTo>
                  <a:pt x="11661" y="9038"/>
                </a:lnTo>
                <a:lnTo>
                  <a:pt x="11676" y="9035"/>
                </a:lnTo>
                <a:lnTo>
                  <a:pt x="11690" y="9032"/>
                </a:lnTo>
                <a:lnTo>
                  <a:pt x="11702" y="9027"/>
                </a:lnTo>
                <a:lnTo>
                  <a:pt x="11714" y="9022"/>
                </a:lnTo>
                <a:lnTo>
                  <a:pt x="11724" y="9015"/>
                </a:lnTo>
                <a:lnTo>
                  <a:pt x="11734" y="9007"/>
                </a:lnTo>
                <a:lnTo>
                  <a:pt x="11742" y="8998"/>
                </a:lnTo>
                <a:lnTo>
                  <a:pt x="11750" y="8987"/>
                </a:lnTo>
                <a:lnTo>
                  <a:pt x="11757" y="8975"/>
                </a:lnTo>
                <a:lnTo>
                  <a:pt x="11764" y="8961"/>
                </a:lnTo>
                <a:lnTo>
                  <a:pt x="11769" y="8945"/>
                </a:lnTo>
                <a:lnTo>
                  <a:pt x="11774" y="8927"/>
                </a:lnTo>
                <a:lnTo>
                  <a:pt x="11778" y="8907"/>
                </a:lnTo>
                <a:lnTo>
                  <a:pt x="12106" y="7266"/>
                </a:lnTo>
                <a:lnTo>
                  <a:pt x="12201" y="6760"/>
                </a:lnTo>
                <a:lnTo>
                  <a:pt x="9941" y="6760"/>
                </a:lnTo>
                <a:lnTo>
                  <a:pt x="9944" y="5817"/>
                </a:lnTo>
                <a:lnTo>
                  <a:pt x="9950" y="5719"/>
                </a:lnTo>
                <a:lnTo>
                  <a:pt x="9960" y="5621"/>
                </a:lnTo>
                <a:lnTo>
                  <a:pt x="9976" y="5523"/>
                </a:lnTo>
                <a:lnTo>
                  <a:pt x="9994" y="5427"/>
                </a:lnTo>
                <a:lnTo>
                  <a:pt x="10017" y="5333"/>
                </a:lnTo>
                <a:lnTo>
                  <a:pt x="10046" y="5244"/>
                </a:lnTo>
                <a:lnTo>
                  <a:pt x="10080" y="5159"/>
                </a:lnTo>
                <a:lnTo>
                  <a:pt x="10120" y="5080"/>
                </a:lnTo>
                <a:lnTo>
                  <a:pt x="10166" y="5005"/>
                </a:lnTo>
                <a:lnTo>
                  <a:pt x="10216" y="4936"/>
                </a:lnTo>
                <a:lnTo>
                  <a:pt x="10272" y="4871"/>
                </a:lnTo>
                <a:lnTo>
                  <a:pt x="10332" y="4812"/>
                </a:lnTo>
                <a:lnTo>
                  <a:pt x="10398" y="4759"/>
                </a:lnTo>
                <a:lnTo>
                  <a:pt x="10468" y="4711"/>
                </a:lnTo>
                <a:lnTo>
                  <a:pt x="10542" y="4669"/>
                </a:lnTo>
                <a:lnTo>
                  <a:pt x="10621" y="4633"/>
                </a:lnTo>
                <a:lnTo>
                  <a:pt x="10705" y="4604"/>
                </a:lnTo>
                <a:lnTo>
                  <a:pt x="10792" y="4580"/>
                </a:lnTo>
                <a:lnTo>
                  <a:pt x="10884" y="4563"/>
                </a:lnTo>
                <a:lnTo>
                  <a:pt x="10979" y="4553"/>
                </a:lnTo>
                <a:lnTo>
                  <a:pt x="11222" y="4539"/>
                </a:lnTo>
                <a:lnTo>
                  <a:pt x="11465" y="4532"/>
                </a:lnTo>
                <a:lnTo>
                  <a:pt x="11951" y="4524"/>
                </a:lnTo>
                <a:lnTo>
                  <a:pt x="12187" y="4524"/>
                </a:lnTo>
                <a:lnTo>
                  <a:pt x="12187" y="2254"/>
                </a:lnTo>
                <a:lnTo>
                  <a:pt x="12121" y="2250"/>
                </a:lnTo>
                <a:lnTo>
                  <a:pt x="12092" y="2249"/>
                </a:lnTo>
                <a:lnTo>
                  <a:pt x="12064" y="2248"/>
                </a:lnTo>
                <a:lnTo>
                  <a:pt x="10259" y="2251"/>
                </a:lnTo>
                <a:lnTo>
                  <a:pt x="10017" y="2266"/>
                </a:lnTo>
                <a:lnTo>
                  <a:pt x="9783" y="2301"/>
                </a:lnTo>
                <a:lnTo>
                  <a:pt x="9557" y="2358"/>
                </a:lnTo>
                <a:lnTo>
                  <a:pt x="9339" y="2435"/>
                </a:lnTo>
                <a:lnTo>
                  <a:pt x="9130" y="2533"/>
                </a:lnTo>
                <a:lnTo>
                  <a:pt x="8930" y="2653"/>
                </a:lnTo>
                <a:lnTo>
                  <a:pt x="8740" y="2794"/>
                </a:lnTo>
                <a:lnTo>
                  <a:pt x="8559" y="2958"/>
                </a:lnTo>
                <a:lnTo>
                  <a:pt x="8449" y="3073"/>
                </a:lnTo>
                <a:lnTo>
                  <a:pt x="8348" y="3193"/>
                </a:lnTo>
                <a:lnTo>
                  <a:pt x="8254" y="3315"/>
                </a:lnTo>
                <a:lnTo>
                  <a:pt x="8169" y="3441"/>
                </a:lnTo>
                <a:lnTo>
                  <a:pt x="8091" y="3570"/>
                </a:lnTo>
                <a:lnTo>
                  <a:pt x="8021" y="3703"/>
                </a:lnTo>
                <a:lnTo>
                  <a:pt x="7901" y="3976"/>
                </a:lnTo>
                <a:lnTo>
                  <a:pt x="7808" y="4259"/>
                </a:lnTo>
                <a:lnTo>
                  <a:pt x="7740" y="4553"/>
                </a:lnTo>
                <a:lnTo>
                  <a:pt x="7695" y="4854"/>
                </a:lnTo>
                <a:lnTo>
                  <a:pt x="7670" y="5164"/>
                </a:lnTo>
                <a:lnTo>
                  <a:pt x="7660" y="5523"/>
                </a:lnTo>
                <a:lnTo>
                  <a:pt x="7660" y="5883"/>
                </a:lnTo>
                <a:lnTo>
                  <a:pt x="7665" y="6603"/>
                </a:lnTo>
                <a:lnTo>
                  <a:pt x="7665" y="6766"/>
                </a:lnTo>
                <a:lnTo>
                  <a:pt x="5871" y="6766"/>
                </a:lnTo>
                <a:lnTo>
                  <a:pt x="5871" y="9041"/>
                </a:lnTo>
                <a:lnTo>
                  <a:pt x="7656" y="9041"/>
                </a:lnTo>
                <a:lnTo>
                  <a:pt x="7656" y="14428"/>
                </a:lnTo>
                <a:lnTo>
                  <a:pt x="7616" y="14433"/>
                </a:lnTo>
                <a:lnTo>
                  <a:pt x="7598" y="14435"/>
                </a:lnTo>
                <a:lnTo>
                  <a:pt x="7590" y="14436"/>
                </a:lnTo>
                <a:lnTo>
                  <a:pt x="7581" y="14436"/>
                </a:lnTo>
                <a:lnTo>
                  <a:pt x="895" y="14434"/>
                </a:lnTo>
                <a:lnTo>
                  <a:pt x="820" y="14431"/>
                </a:lnTo>
                <a:lnTo>
                  <a:pt x="748" y="14422"/>
                </a:lnTo>
                <a:lnTo>
                  <a:pt x="677" y="14407"/>
                </a:lnTo>
                <a:lnTo>
                  <a:pt x="608" y="14386"/>
                </a:lnTo>
                <a:lnTo>
                  <a:pt x="542" y="14360"/>
                </a:lnTo>
                <a:lnTo>
                  <a:pt x="479" y="14328"/>
                </a:lnTo>
                <a:lnTo>
                  <a:pt x="418" y="14292"/>
                </a:lnTo>
                <a:lnTo>
                  <a:pt x="361" y="14252"/>
                </a:lnTo>
                <a:lnTo>
                  <a:pt x="307" y="14207"/>
                </a:lnTo>
                <a:lnTo>
                  <a:pt x="257" y="14157"/>
                </a:lnTo>
                <a:lnTo>
                  <a:pt x="211" y="14104"/>
                </a:lnTo>
                <a:lnTo>
                  <a:pt x="169" y="14047"/>
                </a:lnTo>
                <a:lnTo>
                  <a:pt x="132" y="13987"/>
                </a:lnTo>
                <a:lnTo>
                  <a:pt x="99" y="13923"/>
                </a:lnTo>
                <a:lnTo>
                  <a:pt x="71" y="13857"/>
                </a:lnTo>
                <a:lnTo>
                  <a:pt x="48" y="13788"/>
                </a:lnTo>
                <a:lnTo>
                  <a:pt x="0" y="13628"/>
                </a:lnTo>
              </a:path>
            </a:pathLst>
          </a:custGeom>
          <a:solidFill>
            <a:schemeClr val="accent1"/>
          </a:solidFill>
          <a:ln>
            <a:noFill/>
          </a:ln>
          <a:effectLst/>
        </p:spPr>
        <p:txBody>
          <a:bodyPr wrap="none" anchor="ctr"/>
          <a:lstStyle/>
          <a:p>
            <a:endParaRPr lang="de-DE" sz="1800">
              <a:solidFill>
                <a:srgbClr val="123563"/>
              </a:solidFill>
              <a:latin typeface="BISansOpti"/>
            </a:endParaRPr>
          </a:p>
        </p:txBody>
      </p:sp>
      <p:sp>
        <p:nvSpPr>
          <p:cNvPr id="14" name="Freeform 2"/>
          <p:cNvSpPr>
            <a:spLocks noChangeAspect="1" noChangeArrowheads="1"/>
          </p:cNvSpPr>
          <p:nvPr userDrawn="1"/>
        </p:nvSpPr>
        <p:spPr bwMode="auto">
          <a:xfrm>
            <a:off x="1020233" y="1260552"/>
            <a:ext cx="396000" cy="323404"/>
          </a:xfrm>
          <a:custGeom>
            <a:avLst/>
            <a:gdLst>
              <a:gd name="T0" fmla="*/ 2302 w 14384"/>
              <a:gd name="T1" fmla="*/ 10229 h 11746"/>
              <a:gd name="T2" fmla="*/ 4222 w 14384"/>
              <a:gd name="T3" fmla="*/ 9176 h 11746"/>
              <a:gd name="T4" fmla="*/ 3544 w 14384"/>
              <a:gd name="T5" fmla="*/ 9052 h 11746"/>
              <a:gd name="T6" fmla="*/ 2627 w 14384"/>
              <a:gd name="T7" fmla="*/ 8581 h 11746"/>
              <a:gd name="T8" fmla="*/ 2100 w 14384"/>
              <a:gd name="T9" fmla="*/ 8065 h 11746"/>
              <a:gd name="T10" fmla="*/ 1633 w 14384"/>
              <a:gd name="T11" fmla="*/ 7227 h 11746"/>
              <a:gd name="T12" fmla="*/ 1622 w 14384"/>
              <a:gd name="T13" fmla="*/ 7169 h 11746"/>
              <a:gd name="T14" fmla="*/ 1631 w 14384"/>
              <a:gd name="T15" fmla="*/ 7150 h 11746"/>
              <a:gd name="T16" fmla="*/ 1654 w 14384"/>
              <a:gd name="T17" fmla="*/ 7142 h 11746"/>
              <a:gd name="T18" fmla="*/ 1884 w 14384"/>
              <a:gd name="T19" fmla="*/ 7165 h 11746"/>
              <a:gd name="T20" fmla="*/ 2540 w 14384"/>
              <a:gd name="T21" fmla="*/ 7153 h 11746"/>
              <a:gd name="T22" fmla="*/ 2848 w 14384"/>
              <a:gd name="T23" fmla="*/ 7095 h 11746"/>
              <a:gd name="T24" fmla="*/ 1895 w 14384"/>
              <a:gd name="T25" fmla="*/ 6602 h 11746"/>
              <a:gd name="T26" fmla="*/ 974 w 14384"/>
              <a:gd name="T27" fmla="*/ 5689 h 11746"/>
              <a:gd name="T28" fmla="*/ 567 w 14384"/>
              <a:gd name="T29" fmla="*/ 4595 h 11746"/>
              <a:gd name="T30" fmla="*/ 1040 w 14384"/>
              <a:gd name="T31" fmla="*/ 4344 h 11746"/>
              <a:gd name="T32" fmla="*/ 1878 w 14384"/>
              <a:gd name="T33" fmla="*/ 4497 h 11746"/>
              <a:gd name="T34" fmla="*/ 1298 w 14384"/>
              <a:gd name="T35" fmla="*/ 3967 h 11746"/>
              <a:gd name="T36" fmla="*/ 726 w 14384"/>
              <a:gd name="T37" fmla="*/ 2940 h 11746"/>
              <a:gd name="T38" fmla="*/ 592 w 14384"/>
              <a:gd name="T39" fmla="*/ 1831 h 11746"/>
              <a:gd name="T40" fmla="*/ 824 w 14384"/>
              <a:gd name="T41" fmla="*/ 868 h 11746"/>
              <a:gd name="T42" fmla="*/ 964 w 14384"/>
              <a:gd name="T43" fmla="*/ 589 h 11746"/>
              <a:gd name="T44" fmla="*/ 983 w 14384"/>
              <a:gd name="T45" fmla="*/ 577 h 11746"/>
              <a:gd name="T46" fmla="*/ 1005 w 14384"/>
              <a:gd name="T47" fmla="*/ 584 h 11746"/>
              <a:gd name="T48" fmla="*/ 1596 w 14384"/>
              <a:gd name="T49" fmla="*/ 1214 h 11746"/>
              <a:gd name="T50" fmla="*/ 4660 w 14384"/>
              <a:gd name="T51" fmla="*/ 3154 h 11746"/>
              <a:gd name="T52" fmla="*/ 6964 w 14384"/>
              <a:gd name="T53" fmla="*/ 3640 h 11746"/>
              <a:gd name="T54" fmla="*/ 7045 w 14384"/>
              <a:gd name="T55" fmla="*/ 3637 h 11746"/>
              <a:gd name="T56" fmla="*/ 7063 w 14384"/>
              <a:gd name="T57" fmla="*/ 3624 h 11746"/>
              <a:gd name="T58" fmla="*/ 7074 w 14384"/>
              <a:gd name="T59" fmla="*/ 3590 h 11746"/>
              <a:gd name="T60" fmla="*/ 7020 w 14384"/>
              <a:gd name="T61" fmla="*/ 2949 h 11746"/>
              <a:gd name="T62" fmla="*/ 7333 w 14384"/>
              <a:gd name="T63" fmla="*/ 1628 h 11746"/>
              <a:gd name="T64" fmla="*/ 8184 w 14384"/>
              <a:gd name="T65" fmla="*/ 606 h 11746"/>
              <a:gd name="T66" fmla="*/ 9383 w 14384"/>
              <a:gd name="T67" fmla="*/ 70 h 11746"/>
              <a:gd name="T68" fmla="*/ 10325 w 14384"/>
              <a:gd name="T69" fmla="*/ 15 h 11746"/>
              <a:gd name="T70" fmla="*/ 11198 w 14384"/>
              <a:gd name="T71" fmla="*/ 263 h 11746"/>
              <a:gd name="T72" fmla="*/ 11995 w 14384"/>
              <a:gd name="T73" fmla="*/ 807 h 11746"/>
              <a:gd name="T74" fmla="*/ 12123 w 14384"/>
              <a:gd name="T75" fmla="*/ 892 h 11746"/>
              <a:gd name="T76" fmla="*/ 12231 w 14384"/>
              <a:gd name="T77" fmla="*/ 915 h 11746"/>
              <a:gd name="T78" fmla="*/ 12744 w 14384"/>
              <a:gd name="T79" fmla="*/ 787 h 11746"/>
              <a:gd name="T80" fmla="*/ 13860 w 14384"/>
              <a:gd name="T81" fmla="*/ 315 h 11746"/>
              <a:gd name="T82" fmla="*/ 13966 w 14384"/>
              <a:gd name="T83" fmla="*/ 263 h 11746"/>
              <a:gd name="T84" fmla="*/ 13995 w 14384"/>
              <a:gd name="T85" fmla="*/ 269 h 11746"/>
              <a:gd name="T86" fmla="*/ 13527 w 14384"/>
              <a:gd name="T87" fmla="*/ 1148 h 11746"/>
              <a:gd name="T88" fmla="*/ 12830 w 14384"/>
              <a:gd name="T89" fmla="*/ 1838 h 11746"/>
              <a:gd name="T90" fmla="*/ 13292 w 14384"/>
              <a:gd name="T91" fmla="*/ 1763 h 11746"/>
              <a:gd name="T92" fmla="*/ 13785 w 14384"/>
              <a:gd name="T93" fmla="*/ 1631 h 11746"/>
              <a:gd name="T94" fmla="*/ 14219 w 14384"/>
              <a:gd name="T95" fmla="*/ 1479 h 11746"/>
              <a:gd name="T96" fmla="*/ 14275 w 14384"/>
              <a:gd name="T97" fmla="*/ 1604 h 11746"/>
              <a:gd name="T98" fmla="*/ 13501 w 14384"/>
              <a:gd name="T99" fmla="*/ 2473 h 11746"/>
              <a:gd name="T100" fmla="*/ 13009 w 14384"/>
              <a:gd name="T101" fmla="*/ 2877 h 11746"/>
              <a:gd name="T102" fmla="*/ 12970 w 14384"/>
              <a:gd name="T103" fmla="*/ 2930 h 11746"/>
              <a:gd name="T104" fmla="*/ 12953 w 14384"/>
              <a:gd name="T105" fmla="*/ 2990 h 11746"/>
              <a:gd name="T106" fmla="*/ 12687 w 14384"/>
              <a:gd name="T107" fmla="*/ 5388 h 11746"/>
              <a:gd name="T108" fmla="*/ 10923 w 14384"/>
              <a:gd name="T109" fmla="*/ 8821 h 11746"/>
              <a:gd name="T110" fmla="*/ 8211 w 14384"/>
              <a:gd name="T111" fmla="*/ 10949 h 11746"/>
              <a:gd name="T112" fmla="*/ 4606 w 14384"/>
              <a:gd name="T113" fmla="*/ 11745 h 11746"/>
              <a:gd name="T114" fmla="*/ 819 w 14384"/>
              <a:gd name="T115" fmla="*/ 10882 h 117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4384" h="11746">
                <a:moveTo>
                  <a:pt x="0" y="10417"/>
                </a:moveTo>
                <a:lnTo>
                  <a:pt x="600" y="10448"/>
                </a:lnTo>
                <a:lnTo>
                  <a:pt x="1183" y="10428"/>
                </a:lnTo>
                <a:lnTo>
                  <a:pt x="1751" y="10355"/>
                </a:lnTo>
                <a:lnTo>
                  <a:pt x="2302" y="10229"/>
                </a:lnTo>
                <a:lnTo>
                  <a:pt x="2839" y="10049"/>
                </a:lnTo>
                <a:lnTo>
                  <a:pt x="3362" y="9816"/>
                </a:lnTo>
                <a:lnTo>
                  <a:pt x="3872" y="9528"/>
                </a:lnTo>
                <a:lnTo>
                  <a:pt x="4370" y="9184"/>
                </a:lnTo>
                <a:lnTo>
                  <a:pt x="4222" y="9176"/>
                </a:lnTo>
                <a:lnTo>
                  <a:pt x="4079" y="9163"/>
                </a:lnTo>
                <a:lnTo>
                  <a:pt x="3940" y="9144"/>
                </a:lnTo>
                <a:lnTo>
                  <a:pt x="3805" y="9120"/>
                </a:lnTo>
                <a:lnTo>
                  <a:pt x="3674" y="9089"/>
                </a:lnTo>
                <a:lnTo>
                  <a:pt x="3544" y="9052"/>
                </a:lnTo>
                <a:lnTo>
                  <a:pt x="3418" y="9010"/>
                </a:lnTo>
                <a:lnTo>
                  <a:pt x="3293" y="8960"/>
                </a:lnTo>
                <a:lnTo>
                  <a:pt x="3010" y="8825"/>
                </a:lnTo>
                <a:lnTo>
                  <a:pt x="2749" y="8667"/>
                </a:lnTo>
                <a:lnTo>
                  <a:pt x="2627" y="8581"/>
                </a:lnTo>
                <a:lnTo>
                  <a:pt x="2511" y="8488"/>
                </a:lnTo>
                <a:lnTo>
                  <a:pt x="2400" y="8391"/>
                </a:lnTo>
                <a:lnTo>
                  <a:pt x="2294" y="8288"/>
                </a:lnTo>
                <a:lnTo>
                  <a:pt x="2195" y="8179"/>
                </a:lnTo>
                <a:lnTo>
                  <a:pt x="2100" y="8065"/>
                </a:lnTo>
                <a:lnTo>
                  <a:pt x="2012" y="7946"/>
                </a:lnTo>
                <a:lnTo>
                  <a:pt x="1928" y="7822"/>
                </a:lnTo>
                <a:lnTo>
                  <a:pt x="1778" y="7557"/>
                </a:lnTo>
                <a:lnTo>
                  <a:pt x="1650" y="7271"/>
                </a:lnTo>
                <a:lnTo>
                  <a:pt x="1633" y="7227"/>
                </a:lnTo>
                <a:lnTo>
                  <a:pt x="1628" y="7209"/>
                </a:lnTo>
                <a:lnTo>
                  <a:pt x="1624" y="7194"/>
                </a:lnTo>
                <a:lnTo>
                  <a:pt x="1622" y="7180"/>
                </a:lnTo>
                <a:lnTo>
                  <a:pt x="1621" y="7175"/>
                </a:lnTo>
                <a:lnTo>
                  <a:pt x="1622" y="7169"/>
                </a:lnTo>
                <a:lnTo>
                  <a:pt x="1622" y="7164"/>
                </a:lnTo>
                <a:lnTo>
                  <a:pt x="1624" y="7160"/>
                </a:lnTo>
                <a:lnTo>
                  <a:pt x="1625" y="7156"/>
                </a:lnTo>
                <a:lnTo>
                  <a:pt x="1628" y="7153"/>
                </a:lnTo>
                <a:lnTo>
                  <a:pt x="1631" y="7150"/>
                </a:lnTo>
                <a:lnTo>
                  <a:pt x="1634" y="7148"/>
                </a:lnTo>
                <a:lnTo>
                  <a:pt x="1638" y="7146"/>
                </a:lnTo>
                <a:lnTo>
                  <a:pt x="1643" y="7144"/>
                </a:lnTo>
                <a:lnTo>
                  <a:pt x="1648" y="7143"/>
                </a:lnTo>
                <a:lnTo>
                  <a:pt x="1654" y="7142"/>
                </a:lnTo>
                <a:lnTo>
                  <a:pt x="1668" y="7141"/>
                </a:lnTo>
                <a:lnTo>
                  <a:pt x="1685" y="7142"/>
                </a:lnTo>
                <a:lnTo>
                  <a:pt x="1704" y="7143"/>
                </a:lnTo>
                <a:lnTo>
                  <a:pt x="1752" y="7149"/>
                </a:lnTo>
                <a:lnTo>
                  <a:pt x="1884" y="7165"/>
                </a:lnTo>
                <a:lnTo>
                  <a:pt x="2015" y="7175"/>
                </a:lnTo>
                <a:lnTo>
                  <a:pt x="2147" y="7178"/>
                </a:lnTo>
                <a:lnTo>
                  <a:pt x="2278" y="7176"/>
                </a:lnTo>
                <a:lnTo>
                  <a:pt x="2409" y="7167"/>
                </a:lnTo>
                <a:lnTo>
                  <a:pt x="2540" y="7153"/>
                </a:lnTo>
                <a:lnTo>
                  <a:pt x="2671" y="7134"/>
                </a:lnTo>
                <a:lnTo>
                  <a:pt x="2802" y="7109"/>
                </a:lnTo>
                <a:lnTo>
                  <a:pt x="2813" y="7106"/>
                </a:lnTo>
                <a:lnTo>
                  <a:pt x="2825" y="7103"/>
                </a:lnTo>
                <a:lnTo>
                  <a:pt x="2848" y="7095"/>
                </a:lnTo>
                <a:lnTo>
                  <a:pt x="2900" y="7074"/>
                </a:lnTo>
                <a:lnTo>
                  <a:pt x="2631" y="6984"/>
                </a:lnTo>
                <a:lnTo>
                  <a:pt x="2373" y="6874"/>
                </a:lnTo>
                <a:lnTo>
                  <a:pt x="2128" y="6747"/>
                </a:lnTo>
                <a:lnTo>
                  <a:pt x="1895" y="6602"/>
                </a:lnTo>
                <a:lnTo>
                  <a:pt x="1677" y="6443"/>
                </a:lnTo>
                <a:lnTo>
                  <a:pt x="1475" y="6271"/>
                </a:lnTo>
                <a:lnTo>
                  <a:pt x="1289" y="6087"/>
                </a:lnTo>
                <a:lnTo>
                  <a:pt x="1122" y="5892"/>
                </a:lnTo>
                <a:lnTo>
                  <a:pt x="974" y="5689"/>
                </a:lnTo>
                <a:lnTo>
                  <a:pt x="846" y="5479"/>
                </a:lnTo>
                <a:lnTo>
                  <a:pt x="741" y="5262"/>
                </a:lnTo>
                <a:lnTo>
                  <a:pt x="658" y="5042"/>
                </a:lnTo>
                <a:lnTo>
                  <a:pt x="600" y="4819"/>
                </a:lnTo>
                <a:lnTo>
                  <a:pt x="567" y="4595"/>
                </a:lnTo>
                <a:lnTo>
                  <a:pt x="560" y="4372"/>
                </a:lnTo>
                <a:lnTo>
                  <a:pt x="582" y="4151"/>
                </a:lnTo>
                <a:lnTo>
                  <a:pt x="733" y="4222"/>
                </a:lnTo>
                <a:lnTo>
                  <a:pt x="885" y="4286"/>
                </a:lnTo>
                <a:lnTo>
                  <a:pt x="1040" y="4344"/>
                </a:lnTo>
                <a:lnTo>
                  <a:pt x="1199" y="4394"/>
                </a:lnTo>
                <a:lnTo>
                  <a:pt x="1361" y="4435"/>
                </a:lnTo>
                <a:lnTo>
                  <a:pt x="1528" y="4466"/>
                </a:lnTo>
                <a:lnTo>
                  <a:pt x="1700" y="4487"/>
                </a:lnTo>
                <a:lnTo>
                  <a:pt x="1878" y="4497"/>
                </a:lnTo>
                <a:lnTo>
                  <a:pt x="1717" y="4366"/>
                </a:lnTo>
                <a:lnTo>
                  <a:pt x="1566" y="4238"/>
                </a:lnTo>
                <a:lnTo>
                  <a:pt x="1426" y="4106"/>
                </a:lnTo>
                <a:lnTo>
                  <a:pt x="1361" y="4038"/>
                </a:lnTo>
                <a:lnTo>
                  <a:pt x="1298" y="3967"/>
                </a:lnTo>
                <a:lnTo>
                  <a:pt x="1149" y="3775"/>
                </a:lnTo>
                <a:lnTo>
                  <a:pt x="1017" y="3577"/>
                </a:lnTo>
                <a:lnTo>
                  <a:pt x="903" y="3371"/>
                </a:lnTo>
                <a:lnTo>
                  <a:pt x="806" y="3159"/>
                </a:lnTo>
                <a:lnTo>
                  <a:pt x="726" y="2940"/>
                </a:lnTo>
                <a:lnTo>
                  <a:pt x="664" y="2713"/>
                </a:lnTo>
                <a:lnTo>
                  <a:pt x="620" y="2479"/>
                </a:lnTo>
                <a:lnTo>
                  <a:pt x="594" y="2237"/>
                </a:lnTo>
                <a:lnTo>
                  <a:pt x="586" y="2032"/>
                </a:lnTo>
                <a:lnTo>
                  <a:pt x="592" y="1831"/>
                </a:lnTo>
                <a:lnTo>
                  <a:pt x="612" y="1633"/>
                </a:lnTo>
                <a:lnTo>
                  <a:pt x="645" y="1438"/>
                </a:lnTo>
                <a:lnTo>
                  <a:pt x="692" y="1245"/>
                </a:lnTo>
                <a:lnTo>
                  <a:pt x="752" y="1056"/>
                </a:lnTo>
                <a:lnTo>
                  <a:pt x="824" y="868"/>
                </a:lnTo>
                <a:lnTo>
                  <a:pt x="910" y="684"/>
                </a:lnTo>
                <a:lnTo>
                  <a:pt x="933" y="638"/>
                </a:lnTo>
                <a:lnTo>
                  <a:pt x="952" y="606"/>
                </a:lnTo>
                <a:lnTo>
                  <a:pt x="960" y="594"/>
                </a:lnTo>
                <a:lnTo>
                  <a:pt x="964" y="589"/>
                </a:lnTo>
                <a:lnTo>
                  <a:pt x="968" y="585"/>
                </a:lnTo>
                <a:lnTo>
                  <a:pt x="972" y="582"/>
                </a:lnTo>
                <a:lnTo>
                  <a:pt x="976" y="580"/>
                </a:lnTo>
                <a:lnTo>
                  <a:pt x="980" y="578"/>
                </a:lnTo>
                <a:lnTo>
                  <a:pt x="983" y="577"/>
                </a:lnTo>
                <a:lnTo>
                  <a:pt x="987" y="577"/>
                </a:lnTo>
                <a:lnTo>
                  <a:pt x="992" y="578"/>
                </a:lnTo>
                <a:lnTo>
                  <a:pt x="996" y="579"/>
                </a:lnTo>
                <a:lnTo>
                  <a:pt x="1000" y="581"/>
                </a:lnTo>
                <a:lnTo>
                  <a:pt x="1005" y="584"/>
                </a:lnTo>
                <a:lnTo>
                  <a:pt x="1010" y="587"/>
                </a:lnTo>
                <a:lnTo>
                  <a:pt x="1020" y="596"/>
                </a:lnTo>
                <a:lnTo>
                  <a:pt x="1045" y="623"/>
                </a:lnTo>
                <a:lnTo>
                  <a:pt x="1078" y="660"/>
                </a:lnTo>
                <a:lnTo>
                  <a:pt x="1596" y="1214"/>
                </a:lnTo>
                <a:lnTo>
                  <a:pt x="2145" y="1714"/>
                </a:lnTo>
                <a:lnTo>
                  <a:pt x="2726" y="2158"/>
                </a:lnTo>
                <a:lnTo>
                  <a:pt x="3338" y="2546"/>
                </a:lnTo>
                <a:lnTo>
                  <a:pt x="3983" y="2878"/>
                </a:lnTo>
                <a:lnTo>
                  <a:pt x="4660" y="3154"/>
                </a:lnTo>
                <a:lnTo>
                  <a:pt x="5369" y="3373"/>
                </a:lnTo>
                <a:lnTo>
                  <a:pt x="6112" y="3535"/>
                </a:lnTo>
                <a:lnTo>
                  <a:pt x="6324" y="3567"/>
                </a:lnTo>
                <a:lnTo>
                  <a:pt x="6537" y="3593"/>
                </a:lnTo>
                <a:lnTo>
                  <a:pt x="6964" y="3640"/>
                </a:lnTo>
                <a:lnTo>
                  <a:pt x="6997" y="3643"/>
                </a:lnTo>
                <a:lnTo>
                  <a:pt x="7011" y="3643"/>
                </a:lnTo>
                <a:lnTo>
                  <a:pt x="7024" y="3642"/>
                </a:lnTo>
                <a:lnTo>
                  <a:pt x="7035" y="3640"/>
                </a:lnTo>
                <a:lnTo>
                  <a:pt x="7045" y="3637"/>
                </a:lnTo>
                <a:lnTo>
                  <a:pt x="7049" y="3635"/>
                </a:lnTo>
                <a:lnTo>
                  <a:pt x="7053" y="3633"/>
                </a:lnTo>
                <a:lnTo>
                  <a:pt x="7057" y="3631"/>
                </a:lnTo>
                <a:lnTo>
                  <a:pt x="7060" y="3628"/>
                </a:lnTo>
                <a:lnTo>
                  <a:pt x="7063" y="3624"/>
                </a:lnTo>
                <a:lnTo>
                  <a:pt x="7066" y="3621"/>
                </a:lnTo>
                <a:lnTo>
                  <a:pt x="7068" y="3617"/>
                </a:lnTo>
                <a:lnTo>
                  <a:pt x="7070" y="3612"/>
                </a:lnTo>
                <a:lnTo>
                  <a:pt x="7073" y="3602"/>
                </a:lnTo>
                <a:lnTo>
                  <a:pt x="7074" y="3590"/>
                </a:lnTo>
                <a:lnTo>
                  <a:pt x="7075" y="3576"/>
                </a:lnTo>
                <a:lnTo>
                  <a:pt x="7074" y="3560"/>
                </a:lnTo>
                <a:lnTo>
                  <a:pt x="7069" y="3523"/>
                </a:lnTo>
                <a:lnTo>
                  <a:pt x="7031" y="3234"/>
                </a:lnTo>
                <a:lnTo>
                  <a:pt x="7020" y="2949"/>
                </a:lnTo>
                <a:lnTo>
                  <a:pt x="7035" y="2669"/>
                </a:lnTo>
                <a:lnTo>
                  <a:pt x="7074" y="2395"/>
                </a:lnTo>
                <a:lnTo>
                  <a:pt x="7137" y="2130"/>
                </a:lnTo>
                <a:lnTo>
                  <a:pt x="7224" y="1873"/>
                </a:lnTo>
                <a:lnTo>
                  <a:pt x="7333" y="1628"/>
                </a:lnTo>
                <a:lnTo>
                  <a:pt x="7463" y="1394"/>
                </a:lnTo>
                <a:lnTo>
                  <a:pt x="7614" y="1174"/>
                </a:lnTo>
                <a:lnTo>
                  <a:pt x="7785" y="968"/>
                </a:lnTo>
                <a:lnTo>
                  <a:pt x="7976" y="778"/>
                </a:lnTo>
                <a:lnTo>
                  <a:pt x="8184" y="606"/>
                </a:lnTo>
                <a:lnTo>
                  <a:pt x="8410" y="452"/>
                </a:lnTo>
                <a:lnTo>
                  <a:pt x="8653" y="319"/>
                </a:lnTo>
                <a:lnTo>
                  <a:pt x="8912" y="207"/>
                </a:lnTo>
                <a:lnTo>
                  <a:pt x="9186" y="118"/>
                </a:lnTo>
                <a:lnTo>
                  <a:pt x="9383" y="70"/>
                </a:lnTo>
                <a:lnTo>
                  <a:pt x="9577" y="34"/>
                </a:lnTo>
                <a:lnTo>
                  <a:pt x="9768" y="11"/>
                </a:lnTo>
                <a:lnTo>
                  <a:pt x="9956" y="0"/>
                </a:lnTo>
                <a:lnTo>
                  <a:pt x="10142" y="1"/>
                </a:lnTo>
                <a:lnTo>
                  <a:pt x="10325" y="15"/>
                </a:lnTo>
                <a:lnTo>
                  <a:pt x="10506" y="40"/>
                </a:lnTo>
                <a:lnTo>
                  <a:pt x="10683" y="78"/>
                </a:lnTo>
                <a:lnTo>
                  <a:pt x="10858" y="128"/>
                </a:lnTo>
                <a:lnTo>
                  <a:pt x="11029" y="189"/>
                </a:lnTo>
                <a:lnTo>
                  <a:pt x="11198" y="263"/>
                </a:lnTo>
                <a:lnTo>
                  <a:pt x="11364" y="348"/>
                </a:lnTo>
                <a:lnTo>
                  <a:pt x="11526" y="445"/>
                </a:lnTo>
                <a:lnTo>
                  <a:pt x="11686" y="554"/>
                </a:lnTo>
                <a:lnTo>
                  <a:pt x="11842" y="675"/>
                </a:lnTo>
                <a:lnTo>
                  <a:pt x="11995" y="807"/>
                </a:lnTo>
                <a:lnTo>
                  <a:pt x="12039" y="843"/>
                </a:lnTo>
                <a:lnTo>
                  <a:pt x="12060" y="858"/>
                </a:lnTo>
                <a:lnTo>
                  <a:pt x="12081" y="871"/>
                </a:lnTo>
                <a:lnTo>
                  <a:pt x="12102" y="883"/>
                </a:lnTo>
                <a:lnTo>
                  <a:pt x="12123" y="892"/>
                </a:lnTo>
                <a:lnTo>
                  <a:pt x="12144" y="900"/>
                </a:lnTo>
                <a:lnTo>
                  <a:pt x="12165" y="906"/>
                </a:lnTo>
                <a:lnTo>
                  <a:pt x="12187" y="911"/>
                </a:lnTo>
                <a:lnTo>
                  <a:pt x="12209" y="914"/>
                </a:lnTo>
                <a:lnTo>
                  <a:pt x="12231" y="915"/>
                </a:lnTo>
                <a:lnTo>
                  <a:pt x="12254" y="914"/>
                </a:lnTo>
                <a:lnTo>
                  <a:pt x="12278" y="912"/>
                </a:lnTo>
                <a:lnTo>
                  <a:pt x="12302" y="909"/>
                </a:lnTo>
                <a:lnTo>
                  <a:pt x="12354" y="898"/>
                </a:lnTo>
                <a:lnTo>
                  <a:pt x="12744" y="787"/>
                </a:lnTo>
                <a:lnTo>
                  <a:pt x="13126" y="654"/>
                </a:lnTo>
                <a:lnTo>
                  <a:pt x="13313" y="579"/>
                </a:lnTo>
                <a:lnTo>
                  <a:pt x="13498" y="497"/>
                </a:lnTo>
                <a:lnTo>
                  <a:pt x="13680" y="409"/>
                </a:lnTo>
                <a:lnTo>
                  <a:pt x="13860" y="315"/>
                </a:lnTo>
                <a:lnTo>
                  <a:pt x="13960" y="264"/>
                </a:lnTo>
                <a:lnTo>
                  <a:pt x="13961" y="263"/>
                </a:lnTo>
                <a:lnTo>
                  <a:pt x="13963" y="263"/>
                </a:lnTo>
                <a:lnTo>
                  <a:pt x="13964" y="263"/>
                </a:lnTo>
                <a:lnTo>
                  <a:pt x="13966" y="263"/>
                </a:lnTo>
                <a:lnTo>
                  <a:pt x="13968" y="263"/>
                </a:lnTo>
                <a:lnTo>
                  <a:pt x="13970" y="264"/>
                </a:lnTo>
                <a:lnTo>
                  <a:pt x="13975" y="265"/>
                </a:lnTo>
                <a:lnTo>
                  <a:pt x="13987" y="268"/>
                </a:lnTo>
                <a:lnTo>
                  <a:pt x="13995" y="269"/>
                </a:lnTo>
                <a:lnTo>
                  <a:pt x="14004" y="271"/>
                </a:lnTo>
                <a:lnTo>
                  <a:pt x="13912" y="511"/>
                </a:lnTo>
                <a:lnTo>
                  <a:pt x="13801" y="736"/>
                </a:lnTo>
                <a:lnTo>
                  <a:pt x="13673" y="949"/>
                </a:lnTo>
                <a:lnTo>
                  <a:pt x="13527" y="1148"/>
                </a:lnTo>
                <a:lnTo>
                  <a:pt x="13363" y="1336"/>
                </a:lnTo>
                <a:lnTo>
                  <a:pt x="13182" y="1513"/>
                </a:lnTo>
                <a:lnTo>
                  <a:pt x="12984" y="1679"/>
                </a:lnTo>
                <a:lnTo>
                  <a:pt x="12768" y="1836"/>
                </a:lnTo>
                <a:lnTo>
                  <a:pt x="12830" y="1838"/>
                </a:lnTo>
                <a:lnTo>
                  <a:pt x="12888" y="1836"/>
                </a:lnTo>
                <a:lnTo>
                  <a:pt x="12943" y="1831"/>
                </a:lnTo>
                <a:lnTo>
                  <a:pt x="12996" y="1823"/>
                </a:lnTo>
                <a:lnTo>
                  <a:pt x="13192" y="1783"/>
                </a:lnTo>
                <a:lnTo>
                  <a:pt x="13292" y="1763"/>
                </a:lnTo>
                <a:lnTo>
                  <a:pt x="13392" y="1741"/>
                </a:lnTo>
                <a:lnTo>
                  <a:pt x="13491" y="1717"/>
                </a:lnTo>
                <a:lnTo>
                  <a:pt x="13590" y="1691"/>
                </a:lnTo>
                <a:lnTo>
                  <a:pt x="13688" y="1662"/>
                </a:lnTo>
                <a:lnTo>
                  <a:pt x="13785" y="1631"/>
                </a:lnTo>
                <a:lnTo>
                  <a:pt x="13979" y="1569"/>
                </a:lnTo>
                <a:lnTo>
                  <a:pt x="14026" y="1553"/>
                </a:lnTo>
                <a:lnTo>
                  <a:pt x="14073" y="1535"/>
                </a:lnTo>
                <a:lnTo>
                  <a:pt x="14169" y="1497"/>
                </a:lnTo>
                <a:lnTo>
                  <a:pt x="14219" y="1479"/>
                </a:lnTo>
                <a:lnTo>
                  <a:pt x="14271" y="1462"/>
                </a:lnTo>
                <a:lnTo>
                  <a:pt x="14325" y="1448"/>
                </a:lnTo>
                <a:lnTo>
                  <a:pt x="14383" y="1437"/>
                </a:lnTo>
                <a:lnTo>
                  <a:pt x="14329" y="1522"/>
                </a:lnTo>
                <a:lnTo>
                  <a:pt x="14275" y="1604"/>
                </a:lnTo>
                <a:lnTo>
                  <a:pt x="14161" y="1758"/>
                </a:lnTo>
                <a:lnTo>
                  <a:pt x="14044" y="1901"/>
                </a:lnTo>
                <a:lnTo>
                  <a:pt x="13924" y="2039"/>
                </a:lnTo>
                <a:lnTo>
                  <a:pt x="13717" y="2261"/>
                </a:lnTo>
                <a:lnTo>
                  <a:pt x="13501" y="2473"/>
                </a:lnTo>
                <a:lnTo>
                  <a:pt x="13274" y="2673"/>
                </a:lnTo>
                <a:lnTo>
                  <a:pt x="13155" y="2767"/>
                </a:lnTo>
                <a:lnTo>
                  <a:pt x="13033" y="2858"/>
                </a:lnTo>
                <a:lnTo>
                  <a:pt x="13020" y="2867"/>
                </a:lnTo>
                <a:lnTo>
                  <a:pt x="13009" y="2877"/>
                </a:lnTo>
                <a:lnTo>
                  <a:pt x="12999" y="2887"/>
                </a:lnTo>
                <a:lnTo>
                  <a:pt x="12990" y="2898"/>
                </a:lnTo>
                <a:lnTo>
                  <a:pt x="12982" y="2908"/>
                </a:lnTo>
                <a:lnTo>
                  <a:pt x="12975" y="2919"/>
                </a:lnTo>
                <a:lnTo>
                  <a:pt x="12970" y="2930"/>
                </a:lnTo>
                <a:lnTo>
                  <a:pt x="12965" y="2941"/>
                </a:lnTo>
                <a:lnTo>
                  <a:pt x="12961" y="2953"/>
                </a:lnTo>
                <a:lnTo>
                  <a:pt x="12957" y="2965"/>
                </a:lnTo>
                <a:lnTo>
                  <a:pt x="12955" y="2977"/>
                </a:lnTo>
                <a:lnTo>
                  <a:pt x="12953" y="2990"/>
                </a:lnTo>
                <a:lnTo>
                  <a:pt x="12950" y="3017"/>
                </a:lnTo>
                <a:lnTo>
                  <a:pt x="12950" y="3047"/>
                </a:lnTo>
                <a:lnTo>
                  <a:pt x="12929" y="3850"/>
                </a:lnTo>
                <a:lnTo>
                  <a:pt x="12841" y="4631"/>
                </a:lnTo>
                <a:lnTo>
                  <a:pt x="12687" y="5388"/>
                </a:lnTo>
                <a:lnTo>
                  <a:pt x="12467" y="6122"/>
                </a:lnTo>
                <a:lnTo>
                  <a:pt x="12180" y="6832"/>
                </a:lnTo>
                <a:lnTo>
                  <a:pt x="11827" y="7519"/>
                </a:lnTo>
                <a:lnTo>
                  <a:pt x="11408" y="8182"/>
                </a:lnTo>
                <a:lnTo>
                  <a:pt x="10923" y="8821"/>
                </a:lnTo>
                <a:lnTo>
                  <a:pt x="10445" y="9353"/>
                </a:lnTo>
                <a:lnTo>
                  <a:pt x="9935" y="9832"/>
                </a:lnTo>
                <a:lnTo>
                  <a:pt x="9392" y="10258"/>
                </a:lnTo>
                <a:lnTo>
                  <a:pt x="8817" y="10630"/>
                </a:lnTo>
                <a:lnTo>
                  <a:pt x="8211" y="10949"/>
                </a:lnTo>
                <a:lnTo>
                  <a:pt x="7574" y="11215"/>
                </a:lnTo>
                <a:lnTo>
                  <a:pt x="6907" y="11427"/>
                </a:lnTo>
                <a:lnTo>
                  <a:pt x="6210" y="11586"/>
                </a:lnTo>
                <a:lnTo>
                  <a:pt x="5402" y="11701"/>
                </a:lnTo>
                <a:lnTo>
                  <a:pt x="4606" y="11745"/>
                </a:lnTo>
                <a:lnTo>
                  <a:pt x="3823" y="11718"/>
                </a:lnTo>
                <a:lnTo>
                  <a:pt x="3053" y="11619"/>
                </a:lnTo>
                <a:lnTo>
                  <a:pt x="2295" y="11447"/>
                </a:lnTo>
                <a:lnTo>
                  <a:pt x="1550" y="11201"/>
                </a:lnTo>
                <a:lnTo>
                  <a:pt x="819" y="10882"/>
                </a:lnTo>
                <a:lnTo>
                  <a:pt x="101" y="10488"/>
                </a:lnTo>
                <a:lnTo>
                  <a:pt x="83" y="10477"/>
                </a:lnTo>
                <a:lnTo>
                  <a:pt x="63" y="10462"/>
                </a:lnTo>
                <a:lnTo>
                  <a:pt x="0" y="10417"/>
                </a:lnTo>
              </a:path>
            </a:pathLst>
          </a:custGeom>
          <a:solidFill>
            <a:srgbClr val="123563"/>
          </a:solidFill>
          <a:ln>
            <a:noFill/>
          </a:ln>
          <a:effectLst/>
        </p:spPr>
        <p:txBody>
          <a:bodyPr wrap="none" anchor="ctr"/>
          <a:lstStyle/>
          <a:p>
            <a:endParaRPr lang="de-DE" sz="1800">
              <a:latin typeface="BISansOpti"/>
            </a:endParaRPr>
          </a:p>
        </p:txBody>
      </p:sp>
      <p:sp>
        <p:nvSpPr>
          <p:cNvPr id="15" name="Freeform 2"/>
          <p:cNvSpPr>
            <a:spLocks noChangeAspect="1" noChangeArrowheads="1"/>
          </p:cNvSpPr>
          <p:nvPr userDrawn="1"/>
        </p:nvSpPr>
        <p:spPr bwMode="auto">
          <a:xfrm>
            <a:off x="1651481" y="1281035"/>
            <a:ext cx="360000" cy="269395"/>
          </a:xfrm>
          <a:custGeom>
            <a:avLst/>
            <a:gdLst>
              <a:gd name="T0" fmla="*/ 14325 w 14438"/>
              <a:gd name="T1" fmla="*/ 8118 h 10806"/>
              <a:gd name="T2" fmla="*/ 14255 w 14438"/>
              <a:gd name="T3" fmla="*/ 8647 h 10806"/>
              <a:gd name="T4" fmla="*/ 14181 w 14438"/>
              <a:gd name="T5" fmla="*/ 8993 h 10806"/>
              <a:gd name="T6" fmla="*/ 14077 w 14438"/>
              <a:gd name="T7" fmla="*/ 9332 h 10806"/>
              <a:gd name="T8" fmla="*/ 13964 w 14438"/>
              <a:gd name="T9" fmla="*/ 9609 h 10806"/>
              <a:gd name="T10" fmla="*/ 13852 w 14438"/>
              <a:gd name="T11" fmla="*/ 9813 h 10806"/>
              <a:gd name="T12" fmla="*/ 13721 w 14438"/>
              <a:gd name="T13" fmla="*/ 9995 h 10806"/>
              <a:gd name="T14" fmla="*/ 13572 w 14438"/>
              <a:gd name="T15" fmla="*/ 10155 h 10806"/>
              <a:gd name="T16" fmla="*/ 13405 w 14438"/>
              <a:gd name="T17" fmla="*/ 10292 h 10806"/>
              <a:gd name="T18" fmla="*/ 13220 w 14438"/>
              <a:gd name="T19" fmla="*/ 10406 h 10806"/>
              <a:gd name="T20" fmla="*/ 13016 w 14438"/>
              <a:gd name="T21" fmla="*/ 10497 h 10806"/>
              <a:gd name="T22" fmla="*/ 12795 w 14438"/>
              <a:gd name="T23" fmla="*/ 10564 h 10806"/>
              <a:gd name="T24" fmla="*/ 12403 w 14438"/>
              <a:gd name="T25" fmla="*/ 10631 h 10806"/>
              <a:gd name="T26" fmla="*/ 11849 w 14438"/>
              <a:gd name="T27" fmla="*/ 10683 h 10806"/>
              <a:gd name="T28" fmla="*/ 7794 w 14438"/>
              <a:gd name="T29" fmla="*/ 10805 h 10806"/>
              <a:gd name="T30" fmla="*/ 2034 w 14438"/>
              <a:gd name="T31" fmla="*/ 10612 h 10806"/>
              <a:gd name="T32" fmla="*/ 1725 w 14438"/>
              <a:gd name="T33" fmla="*/ 10567 h 10806"/>
              <a:gd name="T34" fmla="*/ 1442 w 14438"/>
              <a:gd name="T35" fmla="*/ 10487 h 10806"/>
              <a:gd name="T36" fmla="*/ 1186 w 14438"/>
              <a:gd name="T37" fmla="*/ 10372 h 10806"/>
              <a:gd name="T38" fmla="*/ 957 w 14438"/>
              <a:gd name="T39" fmla="*/ 10222 h 10806"/>
              <a:gd name="T40" fmla="*/ 756 w 14438"/>
              <a:gd name="T41" fmla="*/ 10035 h 10806"/>
              <a:gd name="T42" fmla="*/ 584 w 14438"/>
              <a:gd name="T43" fmla="*/ 9811 h 10806"/>
              <a:gd name="T44" fmla="*/ 440 w 14438"/>
              <a:gd name="T45" fmla="*/ 9549 h 10806"/>
              <a:gd name="T46" fmla="*/ 327 w 14438"/>
              <a:gd name="T47" fmla="*/ 9249 h 10806"/>
              <a:gd name="T48" fmla="*/ 215 w 14438"/>
              <a:gd name="T49" fmla="*/ 8800 h 10806"/>
              <a:gd name="T50" fmla="*/ 142 w 14438"/>
              <a:gd name="T51" fmla="*/ 8345 h 10806"/>
              <a:gd name="T52" fmla="*/ 60 w 14438"/>
              <a:gd name="T53" fmla="*/ 7429 h 10806"/>
              <a:gd name="T54" fmla="*/ 0 w 14438"/>
              <a:gd name="T55" fmla="*/ 4261 h 10806"/>
              <a:gd name="T56" fmla="*/ 19 w 14438"/>
              <a:gd name="T57" fmla="*/ 4179 h 10806"/>
              <a:gd name="T58" fmla="*/ 22 w 14438"/>
              <a:gd name="T59" fmla="*/ 4152 h 10806"/>
              <a:gd name="T60" fmla="*/ 124 w 14438"/>
              <a:gd name="T61" fmla="*/ 2563 h 10806"/>
              <a:gd name="T62" fmla="*/ 181 w 14438"/>
              <a:gd name="T63" fmla="*/ 2160 h 10806"/>
              <a:gd name="T64" fmla="*/ 268 w 14438"/>
              <a:gd name="T65" fmla="*/ 1763 h 10806"/>
              <a:gd name="T66" fmla="*/ 394 w 14438"/>
              <a:gd name="T67" fmla="*/ 1373 h 10806"/>
              <a:gd name="T68" fmla="*/ 495 w 14438"/>
              <a:gd name="T69" fmla="*/ 1146 h 10806"/>
              <a:gd name="T70" fmla="*/ 616 w 14438"/>
              <a:gd name="T71" fmla="*/ 940 h 10806"/>
              <a:gd name="T72" fmla="*/ 756 w 14438"/>
              <a:gd name="T73" fmla="*/ 757 h 10806"/>
              <a:gd name="T74" fmla="*/ 916 w 14438"/>
              <a:gd name="T75" fmla="*/ 598 h 10806"/>
              <a:gd name="T76" fmla="*/ 1095 w 14438"/>
              <a:gd name="T77" fmla="*/ 464 h 10806"/>
              <a:gd name="T78" fmla="*/ 1295 w 14438"/>
              <a:gd name="T79" fmla="*/ 355 h 10806"/>
              <a:gd name="T80" fmla="*/ 1515 w 14438"/>
              <a:gd name="T81" fmla="*/ 272 h 10806"/>
              <a:gd name="T82" fmla="*/ 1755 w 14438"/>
              <a:gd name="T83" fmla="*/ 217 h 10806"/>
              <a:gd name="T84" fmla="*/ 2523 w 14438"/>
              <a:gd name="T85" fmla="*/ 126 h 10806"/>
              <a:gd name="T86" fmla="*/ 3297 w 14438"/>
              <a:gd name="T87" fmla="*/ 84 h 10806"/>
              <a:gd name="T88" fmla="*/ 10458 w 14438"/>
              <a:gd name="T89" fmla="*/ 57 h 10806"/>
              <a:gd name="T90" fmla="*/ 12041 w 14438"/>
              <a:gd name="T91" fmla="*/ 144 h 10806"/>
              <a:gd name="T92" fmla="*/ 12686 w 14438"/>
              <a:gd name="T93" fmla="*/ 211 h 10806"/>
              <a:gd name="T94" fmla="*/ 12911 w 14438"/>
              <a:gd name="T95" fmla="*/ 262 h 10806"/>
              <a:gd name="T96" fmla="*/ 13122 w 14438"/>
              <a:gd name="T97" fmla="*/ 339 h 10806"/>
              <a:gd name="T98" fmla="*/ 13316 w 14438"/>
              <a:gd name="T99" fmla="*/ 440 h 10806"/>
              <a:gd name="T100" fmla="*/ 13493 w 14438"/>
              <a:gd name="T101" fmla="*/ 567 h 10806"/>
              <a:gd name="T102" fmla="*/ 13651 w 14438"/>
              <a:gd name="T103" fmla="*/ 718 h 10806"/>
              <a:gd name="T104" fmla="*/ 13790 w 14438"/>
              <a:gd name="T105" fmla="*/ 894 h 10806"/>
              <a:gd name="T106" fmla="*/ 13909 w 14438"/>
              <a:gd name="T107" fmla="*/ 1094 h 10806"/>
              <a:gd name="T108" fmla="*/ 14062 w 14438"/>
              <a:gd name="T109" fmla="*/ 1453 h 10806"/>
              <a:gd name="T110" fmla="*/ 14150 w 14438"/>
              <a:gd name="T111" fmla="*/ 1710 h 10806"/>
              <a:gd name="T112" fmla="*/ 14218 w 14438"/>
              <a:gd name="T113" fmla="*/ 1973 h 10806"/>
              <a:gd name="T114" fmla="*/ 14260 w 14438"/>
              <a:gd name="T115" fmla="*/ 2237 h 10806"/>
              <a:gd name="T116" fmla="*/ 14437 w 14438"/>
              <a:gd name="T117" fmla="*/ 5189 h 10806"/>
              <a:gd name="T118" fmla="*/ 5417 w 14438"/>
              <a:gd name="T119" fmla="*/ 8122 h 10806"/>
              <a:gd name="T120" fmla="*/ 5417 w 14438"/>
              <a:gd name="T121" fmla="*/ 2686 h 108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4438" h="10806">
                <a:moveTo>
                  <a:pt x="14437" y="5994"/>
                </a:moveTo>
                <a:lnTo>
                  <a:pt x="14325" y="8118"/>
                </a:lnTo>
                <a:lnTo>
                  <a:pt x="14284" y="8472"/>
                </a:lnTo>
                <a:lnTo>
                  <a:pt x="14255" y="8647"/>
                </a:lnTo>
                <a:lnTo>
                  <a:pt x="14222" y="8821"/>
                </a:lnTo>
                <a:lnTo>
                  <a:pt x="14181" y="8993"/>
                </a:lnTo>
                <a:lnTo>
                  <a:pt x="14133" y="9164"/>
                </a:lnTo>
                <a:lnTo>
                  <a:pt x="14077" y="9332"/>
                </a:lnTo>
                <a:lnTo>
                  <a:pt x="14013" y="9499"/>
                </a:lnTo>
                <a:lnTo>
                  <a:pt x="13964" y="9609"/>
                </a:lnTo>
                <a:lnTo>
                  <a:pt x="13910" y="9714"/>
                </a:lnTo>
                <a:lnTo>
                  <a:pt x="13852" y="9813"/>
                </a:lnTo>
                <a:lnTo>
                  <a:pt x="13789" y="9907"/>
                </a:lnTo>
                <a:lnTo>
                  <a:pt x="13721" y="9995"/>
                </a:lnTo>
                <a:lnTo>
                  <a:pt x="13649" y="10078"/>
                </a:lnTo>
                <a:lnTo>
                  <a:pt x="13572" y="10155"/>
                </a:lnTo>
                <a:lnTo>
                  <a:pt x="13491" y="10226"/>
                </a:lnTo>
                <a:lnTo>
                  <a:pt x="13405" y="10292"/>
                </a:lnTo>
                <a:lnTo>
                  <a:pt x="13315" y="10352"/>
                </a:lnTo>
                <a:lnTo>
                  <a:pt x="13220" y="10406"/>
                </a:lnTo>
                <a:lnTo>
                  <a:pt x="13120" y="10454"/>
                </a:lnTo>
                <a:lnTo>
                  <a:pt x="13016" y="10497"/>
                </a:lnTo>
                <a:lnTo>
                  <a:pt x="12907" y="10533"/>
                </a:lnTo>
                <a:lnTo>
                  <a:pt x="12795" y="10564"/>
                </a:lnTo>
                <a:lnTo>
                  <a:pt x="12677" y="10588"/>
                </a:lnTo>
                <a:lnTo>
                  <a:pt x="12403" y="10631"/>
                </a:lnTo>
                <a:lnTo>
                  <a:pt x="12127" y="10662"/>
                </a:lnTo>
                <a:lnTo>
                  <a:pt x="11849" y="10683"/>
                </a:lnTo>
                <a:lnTo>
                  <a:pt x="11571" y="10696"/>
                </a:lnTo>
                <a:lnTo>
                  <a:pt x="7794" y="10805"/>
                </a:lnTo>
                <a:lnTo>
                  <a:pt x="4552" y="10756"/>
                </a:lnTo>
                <a:lnTo>
                  <a:pt x="2034" y="10612"/>
                </a:lnTo>
                <a:lnTo>
                  <a:pt x="1876" y="10594"/>
                </a:lnTo>
                <a:lnTo>
                  <a:pt x="1725" y="10567"/>
                </a:lnTo>
                <a:lnTo>
                  <a:pt x="1581" y="10531"/>
                </a:lnTo>
                <a:lnTo>
                  <a:pt x="1442" y="10487"/>
                </a:lnTo>
                <a:lnTo>
                  <a:pt x="1311" y="10434"/>
                </a:lnTo>
                <a:lnTo>
                  <a:pt x="1186" y="10372"/>
                </a:lnTo>
                <a:lnTo>
                  <a:pt x="1068" y="10302"/>
                </a:lnTo>
                <a:lnTo>
                  <a:pt x="957" y="10222"/>
                </a:lnTo>
                <a:lnTo>
                  <a:pt x="853" y="10133"/>
                </a:lnTo>
                <a:lnTo>
                  <a:pt x="756" y="10035"/>
                </a:lnTo>
                <a:lnTo>
                  <a:pt x="666" y="9927"/>
                </a:lnTo>
                <a:lnTo>
                  <a:pt x="584" y="9811"/>
                </a:lnTo>
                <a:lnTo>
                  <a:pt x="508" y="9685"/>
                </a:lnTo>
                <a:lnTo>
                  <a:pt x="440" y="9549"/>
                </a:lnTo>
                <a:lnTo>
                  <a:pt x="380" y="9404"/>
                </a:lnTo>
                <a:lnTo>
                  <a:pt x="327" y="9249"/>
                </a:lnTo>
                <a:lnTo>
                  <a:pt x="265" y="9025"/>
                </a:lnTo>
                <a:lnTo>
                  <a:pt x="215" y="8800"/>
                </a:lnTo>
                <a:lnTo>
                  <a:pt x="174" y="8573"/>
                </a:lnTo>
                <a:lnTo>
                  <a:pt x="142" y="8345"/>
                </a:lnTo>
                <a:lnTo>
                  <a:pt x="96" y="7888"/>
                </a:lnTo>
                <a:lnTo>
                  <a:pt x="60" y="7429"/>
                </a:lnTo>
                <a:lnTo>
                  <a:pt x="0" y="6548"/>
                </a:lnTo>
                <a:lnTo>
                  <a:pt x="0" y="4261"/>
                </a:lnTo>
                <a:lnTo>
                  <a:pt x="13" y="4207"/>
                </a:lnTo>
                <a:lnTo>
                  <a:pt x="19" y="4179"/>
                </a:lnTo>
                <a:lnTo>
                  <a:pt x="21" y="4166"/>
                </a:lnTo>
                <a:lnTo>
                  <a:pt x="22" y="4152"/>
                </a:lnTo>
                <a:lnTo>
                  <a:pt x="89" y="2970"/>
                </a:lnTo>
                <a:lnTo>
                  <a:pt x="124" y="2563"/>
                </a:lnTo>
                <a:lnTo>
                  <a:pt x="150" y="2361"/>
                </a:lnTo>
                <a:lnTo>
                  <a:pt x="181" y="2160"/>
                </a:lnTo>
                <a:lnTo>
                  <a:pt x="220" y="1960"/>
                </a:lnTo>
                <a:lnTo>
                  <a:pt x="268" y="1763"/>
                </a:lnTo>
                <a:lnTo>
                  <a:pt x="326" y="1567"/>
                </a:lnTo>
                <a:lnTo>
                  <a:pt x="394" y="1373"/>
                </a:lnTo>
                <a:lnTo>
                  <a:pt x="442" y="1257"/>
                </a:lnTo>
                <a:lnTo>
                  <a:pt x="495" y="1146"/>
                </a:lnTo>
                <a:lnTo>
                  <a:pt x="553" y="1040"/>
                </a:lnTo>
                <a:lnTo>
                  <a:pt x="616" y="940"/>
                </a:lnTo>
                <a:lnTo>
                  <a:pt x="684" y="846"/>
                </a:lnTo>
                <a:lnTo>
                  <a:pt x="756" y="757"/>
                </a:lnTo>
                <a:lnTo>
                  <a:pt x="833" y="675"/>
                </a:lnTo>
                <a:lnTo>
                  <a:pt x="916" y="598"/>
                </a:lnTo>
                <a:lnTo>
                  <a:pt x="1003" y="528"/>
                </a:lnTo>
                <a:lnTo>
                  <a:pt x="1095" y="464"/>
                </a:lnTo>
                <a:lnTo>
                  <a:pt x="1193" y="406"/>
                </a:lnTo>
                <a:lnTo>
                  <a:pt x="1295" y="355"/>
                </a:lnTo>
                <a:lnTo>
                  <a:pt x="1402" y="310"/>
                </a:lnTo>
                <a:lnTo>
                  <a:pt x="1515" y="272"/>
                </a:lnTo>
                <a:lnTo>
                  <a:pt x="1632" y="241"/>
                </a:lnTo>
                <a:lnTo>
                  <a:pt x="1755" y="217"/>
                </a:lnTo>
                <a:lnTo>
                  <a:pt x="2137" y="163"/>
                </a:lnTo>
                <a:lnTo>
                  <a:pt x="2523" y="126"/>
                </a:lnTo>
                <a:lnTo>
                  <a:pt x="2910" y="101"/>
                </a:lnTo>
                <a:lnTo>
                  <a:pt x="3297" y="84"/>
                </a:lnTo>
                <a:lnTo>
                  <a:pt x="6666" y="0"/>
                </a:lnTo>
                <a:lnTo>
                  <a:pt x="10458" y="57"/>
                </a:lnTo>
                <a:lnTo>
                  <a:pt x="11514" y="105"/>
                </a:lnTo>
                <a:lnTo>
                  <a:pt x="12041" y="144"/>
                </a:lnTo>
                <a:lnTo>
                  <a:pt x="12567" y="195"/>
                </a:lnTo>
                <a:lnTo>
                  <a:pt x="12686" y="211"/>
                </a:lnTo>
                <a:lnTo>
                  <a:pt x="12800" y="233"/>
                </a:lnTo>
                <a:lnTo>
                  <a:pt x="12911" y="262"/>
                </a:lnTo>
                <a:lnTo>
                  <a:pt x="13019" y="297"/>
                </a:lnTo>
                <a:lnTo>
                  <a:pt x="13122" y="339"/>
                </a:lnTo>
                <a:lnTo>
                  <a:pt x="13221" y="386"/>
                </a:lnTo>
                <a:lnTo>
                  <a:pt x="13316" y="440"/>
                </a:lnTo>
                <a:lnTo>
                  <a:pt x="13406" y="500"/>
                </a:lnTo>
                <a:lnTo>
                  <a:pt x="13493" y="567"/>
                </a:lnTo>
                <a:lnTo>
                  <a:pt x="13574" y="639"/>
                </a:lnTo>
                <a:lnTo>
                  <a:pt x="13651" y="718"/>
                </a:lnTo>
                <a:lnTo>
                  <a:pt x="13723" y="803"/>
                </a:lnTo>
                <a:lnTo>
                  <a:pt x="13790" y="894"/>
                </a:lnTo>
                <a:lnTo>
                  <a:pt x="13852" y="991"/>
                </a:lnTo>
                <a:lnTo>
                  <a:pt x="13909" y="1094"/>
                </a:lnTo>
                <a:lnTo>
                  <a:pt x="13960" y="1203"/>
                </a:lnTo>
                <a:lnTo>
                  <a:pt x="14062" y="1453"/>
                </a:lnTo>
                <a:lnTo>
                  <a:pt x="14108" y="1581"/>
                </a:lnTo>
                <a:lnTo>
                  <a:pt x="14150" y="1710"/>
                </a:lnTo>
                <a:lnTo>
                  <a:pt x="14187" y="1841"/>
                </a:lnTo>
                <a:lnTo>
                  <a:pt x="14218" y="1973"/>
                </a:lnTo>
                <a:lnTo>
                  <a:pt x="14242" y="2105"/>
                </a:lnTo>
                <a:lnTo>
                  <a:pt x="14260" y="2237"/>
                </a:lnTo>
                <a:lnTo>
                  <a:pt x="14427" y="4739"/>
                </a:lnTo>
                <a:lnTo>
                  <a:pt x="14437" y="5189"/>
                </a:lnTo>
                <a:lnTo>
                  <a:pt x="14437" y="5994"/>
                </a:lnTo>
                <a:close/>
                <a:moveTo>
                  <a:pt x="5417" y="8122"/>
                </a:moveTo>
                <a:lnTo>
                  <a:pt x="9947" y="5404"/>
                </a:lnTo>
                <a:lnTo>
                  <a:pt x="5417" y="2686"/>
                </a:lnTo>
                <a:lnTo>
                  <a:pt x="5417" y="8122"/>
                </a:lnTo>
                <a:close/>
              </a:path>
            </a:pathLst>
          </a:custGeom>
          <a:solidFill>
            <a:srgbClr val="123563"/>
          </a:solidFill>
          <a:ln>
            <a:noFill/>
          </a:ln>
          <a:effectLst/>
        </p:spPr>
        <p:txBody>
          <a:bodyPr wrap="none" anchor="ctr"/>
          <a:lstStyle/>
          <a:p>
            <a:endParaRPr lang="de-DE" sz="1800">
              <a:latin typeface="BISansOpti"/>
            </a:endParaRPr>
          </a:p>
        </p:txBody>
      </p:sp>
      <p:sp>
        <p:nvSpPr>
          <p:cNvPr id="16" name="Freeform 2"/>
          <p:cNvSpPr>
            <a:spLocks noChangeAspect="1" noChangeArrowheads="1"/>
          </p:cNvSpPr>
          <p:nvPr userDrawn="1"/>
        </p:nvSpPr>
        <p:spPr bwMode="auto">
          <a:xfrm>
            <a:off x="2312457" y="1240070"/>
            <a:ext cx="287999" cy="371391"/>
          </a:xfrm>
          <a:custGeom>
            <a:avLst/>
            <a:gdLst>
              <a:gd name="T0" fmla="*/ 3118 w 9837"/>
              <a:gd name="T1" fmla="*/ 11425 h 12686"/>
              <a:gd name="T2" fmla="*/ 2294 w 9837"/>
              <a:gd name="T3" fmla="*/ 12646 h 12686"/>
              <a:gd name="T4" fmla="*/ 2234 w 9837"/>
              <a:gd name="T5" fmla="*/ 12679 h 12686"/>
              <a:gd name="T6" fmla="*/ 2189 w 9837"/>
              <a:gd name="T7" fmla="*/ 12684 h 12686"/>
              <a:gd name="T8" fmla="*/ 2154 w 9837"/>
              <a:gd name="T9" fmla="*/ 12659 h 12686"/>
              <a:gd name="T10" fmla="*/ 2115 w 9837"/>
              <a:gd name="T11" fmla="*/ 12581 h 12686"/>
              <a:gd name="T12" fmla="*/ 2014 w 9837"/>
              <a:gd name="T13" fmla="*/ 11008 h 12686"/>
              <a:gd name="T14" fmla="*/ 3053 w 9837"/>
              <a:gd name="T15" fmla="*/ 5966 h 12686"/>
              <a:gd name="T16" fmla="*/ 3042 w 9837"/>
              <a:gd name="T17" fmla="*/ 5815 h 12686"/>
              <a:gd name="T18" fmla="*/ 2842 w 9837"/>
              <a:gd name="T19" fmla="*/ 4798 h 12686"/>
              <a:gd name="T20" fmla="*/ 3098 w 9837"/>
              <a:gd name="T21" fmla="*/ 3624 h 12686"/>
              <a:gd name="T22" fmla="*/ 3521 w 9837"/>
              <a:gd name="T23" fmla="*/ 3104 h 12686"/>
              <a:gd name="T24" fmla="*/ 4132 w 9837"/>
              <a:gd name="T25" fmla="*/ 2846 h 12686"/>
              <a:gd name="T26" fmla="*/ 4671 w 9837"/>
              <a:gd name="T27" fmla="*/ 2922 h 12686"/>
              <a:gd name="T28" fmla="*/ 5025 w 9837"/>
              <a:gd name="T29" fmla="*/ 3211 h 12686"/>
              <a:gd name="T30" fmla="*/ 5210 w 9837"/>
              <a:gd name="T31" fmla="*/ 3670 h 12686"/>
              <a:gd name="T32" fmla="*/ 5155 w 9837"/>
              <a:gd name="T33" fmla="*/ 4529 h 12686"/>
              <a:gd name="T34" fmla="*/ 4590 w 9837"/>
              <a:gd name="T35" fmla="*/ 7081 h 12686"/>
              <a:gd name="T36" fmla="*/ 5138 w 9837"/>
              <a:gd name="T37" fmla="*/ 7774 h 12686"/>
              <a:gd name="T38" fmla="*/ 6107 w 9837"/>
              <a:gd name="T39" fmla="*/ 7877 h 12686"/>
              <a:gd name="T40" fmla="*/ 6907 w 9837"/>
              <a:gd name="T41" fmla="*/ 7429 h 12686"/>
              <a:gd name="T42" fmla="*/ 7658 w 9837"/>
              <a:gd name="T43" fmla="*/ 6268 h 12686"/>
              <a:gd name="T44" fmla="*/ 8036 w 9837"/>
              <a:gd name="T45" fmla="*/ 4561 h 12686"/>
              <a:gd name="T46" fmla="*/ 7946 w 9837"/>
              <a:gd name="T47" fmla="*/ 3244 h 12686"/>
              <a:gd name="T48" fmla="*/ 7471 w 9837"/>
              <a:gd name="T49" fmla="*/ 2262 h 12686"/>
              <a:gd name="T50" fmla="*/ 6646 w 9837"/>
              <a:gd name="T51" fmla="*/ 1607 h 12686"/>
              <a:gd name="T52" fmla="*/ 5184 w 9837"/>
              <a:gd name="T53" fmla="*/ 1253 h 12686"/>
              <a:gd name="T54" fmla="*/ 3867 w 9837"/>
              <a:gd name="T55" fmla="*/ 1402 h 12686"/>
              <a:gd name="T56" fmla="*/ 2664 w 9837"/>
              <a:gd name="T57" fmla="*/ 2075 h 12686"/>
              <a:gd name="T58" fmla="*/ 1782 w 9837"/>
              <a:gd name="T59" fmla="*/ 3159 h 12686"/>
              <a:gd name="T60" fmla="*/ 1441 w 9837"/>
              <a:gd name="T61" fmla="*/ 4444 h 12686"/>
              <a:gd name="T62" fmla="*/ 1565 w 9837"/>
              <a:gd name="T63" fmla="*/ 5601 h 12686"/>
              <a:gd name="T64" fmla="*/ 1877 w 9837"/>
              <a:gd name="T65" fmla="*/ 6126 h 12686"/>
              <a:gd name="T66" fmla="*/ 2001 w 9837"/>
              <a:gd name="T67" fmla="*/ 6319 h 12686"/>
              <a:gd name="T68" fmla="*/ 2029 w 9837"/>
              <a:gd name="T69" fmla="*/ 6526 h 12686"/>
              <a:gd name="T70" fmla="*/ 1959 w 9837"/>
              <a:gd name="T71" fmla="*/ 6794 h 12686"/>
              <a:gd name="T72" fmla="*/ 1816 w 9837"/>
              <a:gd name="T73" fmla="*/ 7275 h 12686"/>
              <a:gd name="T74" fmla="*/ 1678 w 9837"/>
              <a:gd name="T75" fmla="*/ 7368 h 12686"/>
              <a:gd name="T76" fmla="*/ 1479 w 9837"/>
              <a:gd name="T77" fmla="*/ 7335 h 12686"/>
              <a:gd name="T78" fmla="*/ 785 w 9837"/>
              <a:gd name="T79" fmla="*/ 6867 h 12686"/>
              <a:gd name="T80" fmla="*/ 124 w 9837"/>
              <a:gd name="T81" fmla="*/ 5565 h 12686"/>
              <a:gd name="T82" fmla="*/ 8 w 9837"/>
              <a:gd name="T83" fmla="*/ 4355 h 12686"/>
              <a:gd name="T84" fmla="*/ 473 w 9837"/>
              <a:gd name="T85" fmla="*/ 2695 h 12686"/>
              <a:gd name="T86" fmla="*/ 1407 w 9837"/>
              <a:gd name="T87" fmla="*/ 1407 h 12686"/>
              <a:gd name="T88" fmla="*/ 2703 w 9837"/>
              <a:gd name="T89" fmla="*/ 537 h 12686"/>
              <a:gd name="T90" fmla="*/ 5376 w 9837"/>
              <a:gd name="T91" fmla="*/ 0 h 12686"/>
              <a:gd name="T92" fmla="*/ 7729 w 9837"/>
              <a:gd name="T93" fmla="*/ 664 h 12686"/>
              <a:gd name="T94" fmla="*/ 8900 w 9837"/>
              <a:gd name="T95" fmla="*/ 1632 h 12686"/>
              <a:gd name="T96" fmla="*/ 9626 w 9837"/>
              <a:gd name="T97" fmla="*/ 2968 h 12686"/>
              <a:gd name="T98" fmla="*/ 9835 w 9837"/>
              <a:gd name="T99" fmla="*/ 4374 h 12686"/>
              <a:gd name="T100" fmla="*/ 9529 w 9837"/>
              <a:gd name="T101" fmla="*/ 6232 h 12686"/>
              <a:gd name="T102" fmla="*/ 8493 w 9837"/>
              <a:gd name="T103" fmla="*/ 8045 h 12686"/>
              <a:gd name="T104" fmla="*/ 7525 w 9837"/>
              <a:gd name="T105" fmla="*/ 8795 h 12686"/>
              <a:gd name="T106" fmla="*/ 6357 w 9837"/>
              <a:gd name="T107" fmla="*/ 9150 h 12686"/>
              <a:gd name="T108" fmla="*/ 5273 w 9837"/>
              <a:gd name="T109" fmla="*/ 9099 h 12686"/>
              <a:gd name="T110" fmla="*/ 4591 w 9837"/>
              <a:gd name="T111" fmla="*/ 8776 h 126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9837" h="12686">
                <a:moveTo>
                  <a:pt x="4115" y="8296"/>
                </a:moveTo>
                <a:lnTo>
                  <a:pt x="3659" y="10080"/>
                </a:lnTo>
                <a:lnTo>
                  <a:pt x="3556" y="10434"/>
                </a:lnTo>
                <a:lnTo>
                  <a:pt x="3431" y="10775"/>
                </a:lnTo>
                <a:lnTo>
                  <a:pt x="3284" y="11105"/>
                </a:lnTo>
                <a:lnTo>
                  <a:pt x="3118" y="11425"/>
                </a:lnTo>
                <a:lnTo>
                  <a:pt x="2936" y="11736"/>
                </a:lnTo>
                <a:lnTo>
                  <a:pt x="2740" y="12039"/>
                </a:lnTo>
                <a:lnTo>
                  <a:pt x="2313" y="12628"/>
                </a:lnTo>
                <a:lnTo>
                  <a:pt x="2307" y="12634"/>
                </a:lnTo>
                <a:lnTo>
                  <a:pt x="2301" y="12640"/>
                </a:lnTo>
                <a:lnTo>
                  <a:pt x="2294" y="12646"/>
                </a:lnTo>
                <a:lnTo>
                  <a:pt x="2286" y="12652"/>
                </a:lnTo>
                <a:lnTo>
                  <a:pt x="2278" y="12658"/>
                </a:lnTo>
                <a:lnTo>
                  <a:pt x="2270" y="12663"/>
                </a:lnTo>
                <a:lnTo>
                  <a:pt x="2252" y="12672"/>
                </a:lnTo>
                <a:lnTo>
                  <a:pt x="2243" y="12676"/>
                </a:lnTo>
                <a:lnTo>
                  <a:pt x="2234" y="12679"/>
                </a:lnTo>
                <a:lnTo>
                  <a:pt x="2225" y="12682"/>
                </a:lnTo>
                <a:lnTo>
                  <a:pt x="2216" y="12684"/>
                </a:lnTo>
                <a:lnTo>
                  <a:pt x="2207" y="12685"/>
                </a:lnTo>
                <a:lnTo>
                  <a:pt x="2200" y="12685"/>
                </a:lnTo>
                <a:lnTo>
                  <a:pt x="2192" y="12685"/>
                </a:lnTo>
                <a:lnTo>
                  <a:pt x="2189" y="12684"/>
                </a:lnTo>
                <a:lnTo>
                  <a:pt x="2186" y="12683"/>
                </a:lnTo>
                <a:lnTo>
                  <a:pt x="2179" y="12680"/>
                </a:lnTo>
                <a:lnTo>
                  <a:pt x="2173" y="12676"/>
                </a:lnTo>
                <a:lnTo>
                  <a:pt x="2166" y="12671"/>
                </a:lnTo>
                <a:lnTo>
                  <a:pt x="2160" y="12666"/>
                </a:lnTo>
                <a:lnTo>
                  <a:pt x="2154" y="12659"/>
                </a:lnTo>
                <a:lnTo>
                  <a:pt x="2148" y="12652"/>
                </a:lnTo>
                <a:lnTo>
                  <a:pt x="2143" y="12644"/>
                </a:lnTo>
                <a:lnTo>
                  <a:pt x="2138" y="12636"/>
                </a:lnTo>
                <a:lnTo>
                  <a:pt x="2129" y="12618"/>
                </a:lnTo>
                <a:lnTo>
                  <a:pt x="2121" y="12600"/>
                </a:lnTo>
                <a:lnTo>
                  <a:pt x="2115" y="12581"/>
                </a:lnTo>
                <a:lnTo>
                  <a:pt x="2113" y="12573"/>
                </a:lnTo>
                <a:lnTo>
                  <a:pt x="2112" y="12564"/>
                </a:lnTo>
                <a:lnTo>
                  <a:pt x="2063" y="12174"/>
                </a:lnTo>
                <a:lnTo>
                  <a:pt x="2030" y="11785"/>
                </a:lnTo>
                <a:lnTo>
                  <a:pt x="2013" y="11396"/>
                </a:lnTo>
                <a:lnTo>
                  <a:pt x="2014" y="11008"/>
                </a:lnTo>
                <a:lnTo>
                  <a:pt x="2034" y="10620"/>
                </a:lnTo>
                <a:lnTo>
                  <a:pt x="2075" y="10233"/>
                </a:lnTo>
                <a:lnTo>
                  <a:pt x="2139" y="9846"/>
                </a:lnTo>
                <a:lnTo>
                  <a:pt x="2226" y="9459"/>
                </a:lnTo>
                <a:lnTo>
                  <a:pt x="3051" y="5979"/>
                </a:lnTo>
                <a:lnTo>
                  <a:pt x="3053" y="5966"/>
                </a:lnTo>
                <a:lnTo>
                  <a:pt x="3055" y="5953"/>
                </a:lnTo>
                <a:lnTo>
                  <a:pt x="3057" y="5926"/>
                </a:lnTo>
                <a:lnTo>
                  <a:pt x="3056" y="5898"/>
                </a:lnTo>
                <a:lnTo>
                  <a:pt x="3053" y="5871"/>
                </a:lnTo>
                <a:lnTo>
                  <a:pt x="3049" y="5843"/>
                </a:lnTo>
                <a:lnTo>
                  <a:pt x="3042" y="5815"/>
                </a:lnTo>
                <a:lnTo>
                  <a:pt x="3035" y="5788"/>
                </a:lnTo>
                <a:lnTo>
                  <a:pt x="3027" y="5763"/>
                </a:lnTo>
                <a:lnTo>
                  <a:pt x="2952" y="5522"/>
                </a:lnTo>
                <a:lnTo>
                  <a:pt x="2895" y="5281"/>
                </a:lnTo>
                <a:lnTo>
                  <a:pt x="2858" y="5040"/>
                </a:lnTo>
                <a:lnTo>
                  <a:pt x="2842" y="4798"/>
                </a:lnTo>
                <a:lnTo>
                  <a:pt x="2848" y="4557"/>
                </a:lnTo>
                <a:lnTo>
                  <a:pt x="2876" y="4315"/>
                </a:lnTo>
                <a:lnTo>
                  <a:pt x="2929" y="4073"/>
                </a:lnTo>
                <a:lnTo>
                  <a:pt x="3007" y="3832"/>
                </a:lnTo>
                <a:lnTo>
                  <a:pt x="3050" y="3726"/>
                </a:lnTo>
                <a:lnTo>
                  <a:pt x="3098" y="3624"/>
                </a:lnTo>
                <a:lnTo>
                  <a:pt x="3153" y="3526"/>
                </a:lnTo>
                <a:lnTo>
                  <a:pt x="3213" y="3432"/>
                </a:lnTo>
                <a:lnTo>
                  <a:pt x="3280" y="3343"/>
                </a:lnTo>
                <a:lnTo>
                  <a:pt x="3354" y="3258"/>
                </a:lnTo>
                <a:lnTo>
                  <a:pt x="3434" y="3178"/>
                </a:lnTo>
                <a:lnTo>
                  <a:pt x="3521" y="3104"/>
                </a:lnTo>
                <a:lnTo>
                  <a:pt x="3614" y="3035"/>
                </a:lnTo>
                <a:lnTo>
                  <a:pt x="3711" y="2977"/>
                </a:lnTo>
                <a:lnTo>
                  <a:pt x="3812" y="2929"/>
                </a:lnTo>
                <a:lnTo>
                  <a:pt x="3915" y="2891"/>
                </a:lnTo>
                <a:lnTo>
                  <a:pt x="4022" y="2863"/>
                </a:lnTo>
                <a:lnTo>
                  <a:pt x="4132" y="2846"/>
                </a:lnTo>
                <a:lnTo>
                  <a:pt x="4245" y="2840"/>
                </a:lnTo>
                <a:lnTo>
                  <a:pt x="4362" y="2844"/>
                </a:lnTo>
                <a:lnTo>
                  <a:pt x="4443" y="2854"/>
                </a:lnTo>
                <a:lnTo>
                  <a:pt x="4522" y="2870"/>
                </a:lnTo>
                <a:lnTo>
                  <a:pt x="4598" y="2893"/>
                </a:lnTo>
                <a:lnTo>
                  <a:pt x="4671" y="2922"/>
                </a:lnTo>
                <a:lnTo>
                  <a:pt x="4739" y="2956"/>
                </a:lnTo>
                <a:lnTo>
                  <a:pt x="4805" y="2997"/>
                </a:lnTo>
                <a:lnTo>
                  <a:pt x="4866" y="3043"/>
                </a:lnTo>
                <a:lnTo>
                  <a:pt x="4923" y="3094"/>
                </a:lnTo>
                <a:lnTo>
                  <a:pt x="4976" y="3150"/>
                </a:lnTo>
                <a:lnTo>
                  <a:pt x="5025" y="3211"/>
                </a:lnTo>
                <a:lnTo>
                  <a:pt x="5068" y="3277"/>
                </a:lnTo>
                <a:lnTo>
                  <a:pt x="5107" y="3348"/>
                </a:lnTo>
                <a:lnTo>
                  <a:pt x="5141" y="3422"/>
                </a:lnTo>
                <a:lnTo>
                  <a:pt x="5170" y="3501"/>
                </a:lnTo>
                <a:lnTo>
                  <a:pt x="5193" y="3584"/>
                </a:lnTo>
                <a:lnTo>
                  <a:pt x="5210" y="3670"/>
                </a:lnTo>
                <a:lnTo>
                  <a:pt x="5228" y="3816"/>
                </a:lnTo>
                <a:lnTo>
                  <a:pt x="5232" y="3961"/>
                </a:lnTo>
                <a:lnTo>
                  <a:pt x="5226" y="4105"/>
                </a:lnTo>
                <a:lnTo>
                  <a:pt x="5209" y="4247"/>
                </a:lnTo>
                <a:lnTo>
                  <a:pt x="5185" y="4389"/>
                </a:lnTo>
                <a:lnTo>
                  <a:pt x="5155" y="4529"/>
                </a:lnTo>
                <a:lnTo>
                  <a:pt x="5082" y="4809"/>
                </a:lnTo>
                <a:lnTo>
                  <a:pt x="4617" y="6403"/>
                </a:lnTo>
                <a:lnTo>
                  <a:pt x="4574" y="6584"/>
                </a:lnTo>
                <a:lnTo>
                  <a:pt x="4556" y="6758"/>
                </a:lnTo>
                <a:lnTo>
                  <a:pt x="4562" y="6924"/>
                </a:lnTo>
                <a:lnTo>
                  <a:pt x="4590" y="7081"/>
                </a:lnTo>
                <a:lnTo>
                  <a:pt x="4639" y="7228"/>
                </a:lnTo>
                <a:lnTo>
                  <a:pt x="4706" y="7364"/>
                </a:lnTo>
                <a:lnTo>
                  <a:pt x="4791" y="7487"/>
                </a:lnTo>
                <a:lnTo>
                  <a:pt x="4892" y="7598"/>
                </a:lnTo>
                <a:lnTo>
                  <a:pt x="5008" y="7693"/>
                </a:lnTo>
                <a:lnTo>
                  <a:pt x="5138" y="7774"/>
                </a:lnTo>
                <a:lnTo>
                  <a:pt x="5278" y="7838"/>
                </a:lnTo>
                <a:lnTo>
                  <a:pt x="5430" y="7885"/>
                </a:lnTo>
                <a:lnTo>
                  <a:pt x="5589" y="7914"/>
                </a:lnTo>
                <a:lnTo>
                  <a:pt x="5757" y="7922"/>
                </a:lnTo>
                <a:lnTo>
                  <a:pt x="5930" y="7911"/>
                </a:lnTo>
                <a:lnTo>
                  <a:pt x="6107" y="7877"/>
                </a:lnTo>
                <a:lnTo>
                  <a:pt x="6260" y="7832"/>
                </a:lnTo>
                <a:lnTo>
                  <a:pt x="6405" y="7774"/>
                </a:lnTo>
                <a:lnTo>
                  <a:pt x="6541" y="7704"/>
                </a:lnTo>
                <a:lnTo>
                  <a:pt x="6670" y="7623"/>
                </a:lnTo>
                <a:lnTo>
                  <a:pt x="6792" y="7531"/>
                </a:lnTo>
                <a:lnTo>
                  <a:pt x="6907" y="7429"/>
                </a:lnTo>
                <a:lnTo>
                  <a:pt x="7016" y="7318"/>
                </a:lnTo>
                <a:lnTo>
                  <a:pt x="7118" y="7198"/>
                </a:lnTo>
                <a:lnTo>
                  <a:pt x="7282" y="6978"/>
                </a:lnTo>
                <a:lnTo>
                  <a:pt x="7426" y="6749"/>
                </a:lnTo>
                <a:lnTo>
                  <a:pt x="7551" y="6512"/>
                </a:lnTo>
                <a:lnTo>
                  <a:pt x="7658" y="6268"/>
                </a:lnTo>
                <a:lnTo>
                  <a:pt x="7749" y="6017"/>
                </a:lnTo>
                <a:lnTo>
                  <a:pt x="7826" y="5760"/>
                </a:lnTo>
                <a:lnTo>
                  <a:pt x="7890" y="5498"/>
                </a:lnTo>
                <a:lnTo>
                  <a:pt x="7943" y="5232"/>
                </a:lnTo>
                <a:lnTo>
                  <a:pt x="8012" y="4785"/>
                </a:lnTo>
                <a:lnTo>
                  <a:pt x="8036" y="4561"/>
                </a:lnTo>
                <a:lnTo>
                  <a:pt x="8052" y="4336"/>
                </a:lnTo>
                <a:lnTo>
                  <a:pt x="8056" y="4111"/>
                </a:lnTo>
                <a:lnTo>
                  <a:pt x="8048" y="3887"/>
                </a:lnTo>
                <a:lnTo>
                  <a:pt x="8027" y="3662"/>
                </a:lnTo>
                <a:lnTo>
                  <a:pt x="7990" y="3438"/>
                </a:lnTo>
                <a:lnTo>
                  <a:pt x="7946" y="3244"/>
                </a:lnTo>
                <a:lnTo>
                  <a:pt x="7891" y="3058"/>
                </a:lnTo>
                <a:lnTo>
                  <a:pt x="7827" y="2881"/>
                </a:lnTo>
                <a:lnTo>
                  <a:pt x="7752" y="2713"/>
                </a:lnTo>
                <a:lnTo>
                  <a:pt x="7668" y="2554"/>
                </a:lnTo>
                <a:lnTo>
                  <a:pt x="7574" y="2403"/>
                </a:lnTo>
                <a:lnTo>
                  <a:pt x="7471" y="2262"/>
                </a:lnTo>
                <a:lnTo>
                  <a:pt x="7357" y="2130"/>
                </a:lnTo>
                <a:lnTo>
                  <a:pt x="7234" y="2006"/>
                </a:lnTo>
                <a:lnTo>
                  <a:pt x="7101" y="1892"/>
                </a:lnTo>
                <a:lnTo>
                  <a:pt x="6959" y="1788"/>
                </a:lnTo>
                <a:lnTo>
                  <a:pt x="6807" y="1693"/>
                </a:lnTo>
                <a:lnTo>
                  <a:pt x="6646" y="1607"/>
                </a:lnTo>
                <a:lnTo>
                  <a:pt x="6475" y="1531"/>
                </a:lnTo>
                <a:lnTo>
                  <a:pt x="6295" y="1464"/>
                </a:lnTo>
                <a:lnTo>
                  <a:pt x="6105" y="1408"/>
                </a:lnTo>
                <a:lnTo>
                  <a:pt x="5642" y="1307"/>
                </a:lnTo>
                <a:lnTo>
                  <a:pt x="5412" y="1273"/>
                </a:lnTo>
                <a:lnTo>
                  <a:pt x="5184" y="1253"/>
                </a:lnTo>
                <a:lnTo>
                  <a:pt x="4959" y="1244"/>
                </a:lnTo>
                <a:lnTo>
                  <a:pt x="4735" y="1249"/>
                </a:lnTo>
                <a:lnTo>
                  <a:pt x="4514" y="1266"/>
                </a:lnTo>
                <a:lnTo>
                  <a:pt x="4296" y="1298"/>
                </a:lnTo>
                <a:lnTo>
                  <a:pt x="4080" y="1343"/>
                </a:lnTo>
                <a:lnTo>
                  <a:pt x="3867" y="1402"/>
                </a:lnTo>
                <a:lnTo>
                  <a:pt x="3658" y="1476"/>
                </a:lnTo>
                <a:lnTo>
                  <a:pt x="3451" y="1565"/>
                </a:lnTo>
                <a:lnTo>
                  <a:pt x="3249" y="1669"/>
                </a:lnTo>
                <a:lnTo>
                  <a:pt x="3050" y="1788"/>
                </a:lnTo>
                <a:lnTo>
                  <a:pt x="2855" y="1923"/>
                </a:lnTo>
                <a:lnTo>
                  <a:pt x="2664" y="2075"/>
                </a:lnTo>
                <a:lnTo>
                  <a:pt x="2479" y="2241"/>
                </a:lnTo>
                <a:lnTo>
                  <a:pt x="2309" y="2413"/>
                </a:lnTo>
                <a:lnTo>
                  <a:pt x="2155" y="2590"/>
                </a:lnTo>
                <a:lnTo>
                  <a:pt x="2015" y="2774"/>
                </a:lnTo>
                <a:lnTo>
                  <a:pt x="1891" y="2964"/>
                </a:lnTo>
                <a:lnTo>
                  <a:pt x="1782" y="3159"/>
                </a:lnTo>
                <a:lnTo>
                  <a:pt x="1687" y="3360"/>
                </a:lnTo>
                <a:lnTo>
                  <a:pt x="1608" y="3566"/>
                </a:lnTo>
                <a:lnTo>
                  <a:pt x="1544" y="3778"/>
                </a:lnTo>
                <a:lnTo>
                  <a:pt x="1495" y="3995"/>
                </a:lnTo>
                <a:lnTo>
                  <a:pt x="1460" y="4217"/>
                </a:lnTo>
                <a:lnTo>
                  <a:pt x="1441" y="4444"/>
                </a:lnTo>
                <a:lnTo>
                  <a:pt x="1437" y="4677"/>
                </a:lnTo>
                <a:lnTo>
                  <a:pt x="1447" y="4914"/>
                </a:lnTo>
                <a:lnTo>
                  <a:pt x="1473" y="5156"/>
                </a:lnTo>
                <a:lnTo>
                  <a:pt x="1513" y="5403"/>
                </a:lnTo>
                <a:lnTo>
                  <a:pt x="1536" y="5503"/>
                </a:lnTo>
                <a:lnTo>
                  <a:pt x="1565" y="5601"/>
                </a:lnTo>
                <a:lnTo>
                  <a:pt x="1602" y="5697"/>
                </a:lnTo>
                <a:lnTo>
                  <a:pt x="1644" y="5789"/>
                </a:lnTo>
                <a:lnTo>
                  <a:pt x="1694" y="5879"/>
                </a:lnTo>
                <a:lnTo>
                  <a:pt x="1749" y="5965"/>
                </a:lnTo>
                <a:lnTo>
                  <a:pt x="1810" y="6047"/>
                </a:lnTo>
                <a:lnTo>
                  <a:pt x="1877" y="6126"/>
                </a:lnTo>
                <a:lnTo>
                  <a:pt x="1904" y="6157"/>
                </a:lnTo>
                <a:lnTo>
                  <a:pt x="1929" y="6189"/>
                </a:lnTo>
                <a:lnTo>
                  <a:pt x="1951" y="6221"/>
                </a:lnTo>
                <a:lnTo>
                  <a:pt x="1970" y="6253"/>
                </a:lnTo>
                <a:lnTo>
                  <a:pt x="1987" y="6286"/>
                </a:lnTo>
                <a:lnTo>
                  <a:pt x="2001" y="6319"/>
                </a:lnTo>
                <a:lnTo>
                  <a:pt x="2012" y="6352"/>
                </a:lnTo>
                <a:lnTo>
                  <a:pt x="2021" y="6386"/>
                </a:lnTo>
                <a:lnTo>
                  <a:pt x="2027" y="6420"/>
                </a:lnTo>
                <a:lnTo>
                  <a:pt x="2030" y="6455"/>
                </a:lnTo>
                <a:lnTo>
                  <a:pt x="2031" y="6490"/>
                </a:lnTo>
                <a:lnTo>
                  <a:pt x="2029" y="6526"/>
                </a:lnTo>
                <a:lnTo>
                  <a:pt x="2024" y="6563"/>
                </a:lnTo>
                <a:lnTo>
                  <a:pt x="2016" y="6601"/>
                </a:lnTo>
                <a:lnTo>
                  <a:pt x="2006" y="6640"/>
                </a:lnTo>
                <a:lnTo>
                  <a:pt x="1994" y="6679"/>
                </a:lnTo>
                <a:lnTo>
                  <a:pt x="1975" y="6736"/>
                </a:lnTo>
                <a:lnTo>
                  <a:pt x="1959" y="6794"/>
                </a:lnTo>
                <a:lnTo>
                  <a:pt x="1930" y="6910"/>
                </a:lnTo>
                <a:lnTo>
                  <a:pt x="1874" y="7142"/>
                </a:lnTo>
                <a:lnTo>
                  <a:pt x="1862" y="7181"/>
                </a:lnTo>
                <a:lnTo>
                  <a:pt x="1848" y="7215"/>
                </a:lnTo>
                <a:lnTo>
                  <a:pt x="1833" y="7247"/>
                </a:lnTo>
                <a:lnTo>
                  <a:pt x="1816" y="7275"/>
                </a:lnTo>
                <a:lnTo>
                  <a:pt x="1797" y="7299"/>
                </a:lnTo>
                <a:lnTo>
                  <a:pt x="1777" y="7320"/>
                </a:lnTo>
                <a:lnTo>
                  <a:pt x="1755" y="7337"/>
                </a:lnTo>
                <a:lnTo>
                  <a:pt x="1731" y="7351"/>
                </a:lnTo>
                <a:lnTo>
                  <a:pt x="1705" y="7361"/>
                </a:lnTo>
                <a:lnTo>
                  <a:pt x="1678" y="7368"/>
                </a:lnTo>
                <a:lnTo>
                  <a:pt x="1649" y="7372"/>
                </a:lnTo>
                <a:lnTo>
                  <a:pt x="1618" y="7372"/>
                </a:lnTo>
                <a:lnTo>
                  <a:pt x="1586" y="7368"/>
                </a:lnTo>
                <a:lnTo>
                  <a:pt x="1552" y="7361"/>
                </a:lnTo>
                <a:lnTo>
                  <a:pt x="1516" y="7350"/>
                </a:lnTo>
                <a:lnTo>
                  <a:pt x="1479" y="7335"/>
                </a:lnTo>
                <a:lnTo>
                  <a:pt x="1282" y="7241"/>
                </a:lnTo>
                <a:lnTo>
                  <a:pt x="1102" y="7132"/>
                </a:lnTo>
                <a:lnTo>
                  <a:pt x="1017" y="7071"/>
                </a:lnTo>
                <a:lnTo>
                  <a:pt x="936" y="7007"/>
                </a:lnTo>
                <a:lnTo>
                  <a:pt x="859" y="6939"/>
                </a:lnTo>
                <a:lnTo>
                  <a:pt x="785" y="6867"/>
                </a:lnTo>
                <a:lnTo>
                  <a:pt x="650" y="6713"/>
                </a:lnTo>
                <a:lnTo>
                  <a:pt x="529" y="6545"/>
                </a:lnTo>
                <a:lnTo>
                  <a:pt x="422" y="6364"/>
                </a:lnTo>
                <a:lnTo>
                  <a:pt x="330" y="6170"/>
                </a:lnTo>
                <a:lnTo>
                  <a:pt x="182" y="5767"/>
                </a:lnTo>
                <a:lnTo>
                  <a:pt x="124" y="5565"/>
                </a:lnTo>
                <a:lnTo>
                  <a:pt x="78" y="5363"/>
                </a:lnTo>
                <a:lnTo>
                  <a:pt x="42" y="5162"/>
                </a:lnTo>
                <a:lnTo>
                  <a:pt x="17" y="4960"/>
                </a:lnTo>
                <a:lnTo>
                  <a:pt x="3" y="4758"/>
                </a:lnTo>
                <a:lnTo>
                  <a:pt x="0" y="4556"/>
                </a:lnTo>
                <a:lnTo>
                  <a:pt x="8" y="4355"/>
                </a:lnTo>
                <a:lnTo>
                  <a:pt x="26" y="4153"/>
                </a:lnTo>
                <a:lnTo>
                  <a:pt x="55" y="3952"/>
                </a:lnTo>
                <a:lnTo>
                  <a:pt x="94" y="3751"/>
                </a:lnTo>
                <a:lnTo>
                  <a:pt x="204" y="3350"/>
                </a:lnTo>
                <a:lnTo>
                  <a:pt x="355" y="2951"/>
                </a:lnTo>
                <a:lnTo>
                  <a:pt x="473" y="2695"/>
                </a:lnTo>
                <a:lnTo>
                  <a:pt x="602" y="2450"/>
                </a:lnTo>
                <a:lnTo>
                  <a:pt x="742" y="2218"/>
                </a:lnTo>
                <a:lnTo>
                  <a:pt x="893" y="1998"/>
                </a:lnTo>
                <a:lnTo>
                  <a:pt x="1054" y="1789"/>
                </a:lnTo>
                <a:lnTo>
                  <a:pt x="1226" y="1592"/>
                </a:lnTo>
                <a:lnTo>
                  <a:pt x="1407" y="1407"/>
                </a:lnTo>
                <a:lnTo>
                  <a:pt x="1599" y="1233"/>
                </a:lnTo>
                <a:lnTo>
                  <a:pt x="1801" y="1071"/>
                </a:lnTo>
                <a:lnTo>
                  <a:pt x="2012" y="921"/>
                </a:lnTo>
                <a:lnTo>
                  <a:pt x="2233" y="781"/>
                </a:lnTo>
                <a:lnTo>
                  <a:pt x="2463" y="653"/>
                </a:lnTo>
                <a:lnTo>
                  <a:pt x="2703" y="537"/>
                </a:lnTo>
                <a:lnTo>
                  <a:pt x="2952" y="431"/>
                </a:lnTo>
                <a:lnTo>
                  <a:pt x="3478" y="254"/>
                </a:lnTo>
                <a:lnTo>
                  <a:pt x="3953" y="135"/>
                </a:lnTo>
                <a:lnTo>
                  <a:pt x="4428" y="52"/>
                </a:lnTo>
                <a:lnTo>
                  <a:pt x="4903" y="6"/>
                </a:lnTo>
                <a:lnTo>
                  <a:pt x="5376" y="0"/>
                </a:lnTo>
                <a:lnTo>
                  <a:pt x="5848" y="37"/>
                </a:lnTo>
                <a:lnTo>
                  <a:pt x="6317" y="118"/>
                </a:lnTo>
                <a:lnTo>
                  <a:pt x="6783" y="245"/>
                </a:lnTo>
                <a:lnTo>
                  <a:pt x="7245" y="422"/>
                </a:lnTo>
                <a:lnTo>
                  <a:pt x="7493" y="538"/>
                </a:lnTo>
                <a:lnTo>
                  <a:pt x="7729" y="664"/>
                </a:lnTo>
                <a:lnTo>
                  <a:pt x="7954" y="801"/>
                </a:lnTo>
                <a:lnTo>
                  <a:pt x="8167" y="947"/>
                </a:lnTo>
                <a:lnTo>
                  <a:pt x="8369" y="1103"/>
                </a:lnTo>
                <a:lnTo>
                  <a:pt x="8558" y="1269"/>
                </a:lnTo>
                <a:lnTo>
                  <a:pt x="8735" y="1446"/>
                </a:lnTo>
                <a:lnTo>
                  <a:pt x="8900" y="1632"/>
                </a:lnTo>
                <a:lnTo>
                  <a:pt x="9053" y="1829"/>
                </a:lnTo>
                <a:lnTo>
                  <a:pt x="9193" y="2036"/>
                </a:lnTo>
                <a:lnTo>
                  <a:pt x="9321" y="2254"/>
                </a:lnTo>
                <a:lnTo>
                  <a:pt x="9435" y="2481"/>
                </a:lnTo>
                <a:lnTo>
                  <a:pt x="9537" y="2719"/>
                </a:lnTo>
                <a:lnTo>
                  <a:pt x="9626" y="2968"/>
                </a:lnTo>
                <a:lnTo>
                  <a:pt x="9702" y="3227"/>
                </a:lnTo>
                <a:lnTo>
                  <a:pt x="9765" y="3497"/>
                </a:lnTo>
                <a:lnTo>
                  <a:pt x="9802" y="3716"/>
                </a:lnTo>
                <a:lnTo>
                  <a:pt x="9825" y="3935"/>
                </a:lnTo>
                <a:lnTo>
                  <a:pt x="9836" y="4155"/>
                </a:lnTo>
                <a:lnTo>
                  <a:pt x="9835" y="4374"/>
                </a:lnTo>
                <a:lnTo>
                  <a:pt x="9825" y="4594"/>
                </a:lnTo>
                <a:lnTo>
                  <a:pt x="9806" y="4813"/>
                </a:lnTo>
                <a:lnTo>
                  <a:pt x="9751" y="5252"/>
                </a:lnTo>
                <a:lnTo>
                  <a:pt x="9694" y="5585"/>
                </a:lnTo>
                <a:lnTo>
                  <a:pt x="9620" y="5912"/>
                </a:lnTo>
                <a:lnTo>
                  <a:pt x="9529" y="6232"/>
                </a:lnTo>
                <a:lnTo>
                  <a:pt x="9420" y="6545"/>
                </a:lnTo>
                <a:lnTo>
                  <a:pt x="9291" y="6850"/>
                </a:lnTo>
                <a:lnTo>
                  <a:pt x="9140" y="7146"/>
                </a:lnTo>
                <a:lnTo>
                  <a:pt x="8968" y="7434"/>
                </a:lnTo>
                <a:lnTo>
                  <a:pt x="8772" y="7712"/>
                </a:lnTo>
                <a:lnTo>
                  <a:pt x="8493" y="8045"/>
                </a:lnTo>
                <a:lnTo>
                  <a:pt x="8346" y="8196"/>
                </a:lnTo>
                <a:lnTo>
                  <a:pt x="8193" y="8337"/>
                </a:lnTo>
                <a:lnTo>
                  <a:pt x="8034" y="8467"/>
                </a:lnTo>
                <a:lnTo>
                  <a:pt x="7870" y="8587"/>
                </a:lnTo>
                <a:lnTo>
                  <a:pt x="7701" y="8696"/>
                </a:lnTo>
                <a:lnTo>
                  <a:pt x="7525" y="8795"/>
                </a:lnTo>
                <a:lnTo>
                  <a:pt x="7345" y="8882"/>
                </a:lnTo>
                <a:lnTo>
                  <a:pt x="7159" y="8958"/>
                </a:lnTo>
                <a:lnTo>
                  <a:pt x="6967" y="9023"/>
                </a:lnTo>
                <a:lnTo>
                  <a:pt x="6769" y="9077"/>
                </a:lnTo>
                <a:lnTo>
                  <a:pt x="6566" y="9119"/>
                </a:lnTo>
                <a:lnTo>
                  <a:pt x="6357" y="9150"/>
                </a:lnTo>
                <a:lnTo>
                  <a:pt x="6143" y="9169"/>
                </a:lnTo>
                <a:lnTo>
                  <a:pt x="5922" y="9176"/>
                </a:lnTo>
                <a:lnTo>
                  <a:pt x="5655" y="9165"/>
                </a:lnTo>
                <a:lnTo>
                  <a:pt x="5525" y="9150"/>
                </a:lnTo>
                <a:lnTo>
                  <a:pt x="5398" y="9128"/>
                </a:lnTo>
                <a:lnTo>
                  <a:pt x="5273" y="9099"/>
                </a:lnTo>
                <a:lnTo>
                  <a:pt x="5152" y="9063"/>
                </a:lnTo>
                <a:lnTo>
                  <a:pt x="5034" y="9020"/>
                </a:lnTo>
                <a:lnTo>
                  <a:pt x="4918" y="8970"/>
                </a:lnTo>
                <a:lnTo>
                  <a:pt x="4806" y="8913"/>
                </a:lnTo>
                <a:lnTo>
                  <a:pt x="4697" y="8848"/>
                </a:lnTo>
                <a:lnTo>
                  <a:pt x="4591" y="8776"/>
                </a:lnTo>
                <a:lnTo>
                  <a:pt x="4489" y="8696"/>
                </a:lnTo>
                <a:lnTo>
                  <a:pt x="4390" y="8608"/>
                </a:lnTo>
                <a:lnTo>
                  <a:pt x="4295" y="8512"/>
                </a:lnTo>
                <a:lnTo>
                  <a:pt x="4203" y="8408"/>
                </a:lnTo>
                <a:lnTo>
                  <a:pt x="4115" y="8296"/>
                </a:lnTo>
              </a:path>
            </a:pathLst>
          </a:custGeom>
          <a:solidFill>
            <a:srgbClr val="123563"/>
          </a:solidFill>
          <a:ln>
            <a:noFill/>
          </a:ln>
          <a:effectLst/>
        </p:spPr>
        <p:txBody>
          <a:bodyPr wrap="none" anchor="ctr"/>
          <a:lstStyle/>
          <a:p>
            <a:endParaRPr lang="de-DE" sz="1800">
              <a:latin typeface="BISansOpti"/>
            </a:endParaRPr>
          </a:p>
        </p:txBody>
      </p:sp>
      <p:sp>
        <p:nvSpPr>
          <p:cNvPr id="17" name="Freeform 2"/>
          <p:cNvSpPr>
            <a:spLocks noChangeAspect="1" noChangeArrowheads="1"/>
          </p:cNvSpPr>
          <p:nvPr userDrawn="1"/>
        </p:nvSpPr>
        <p:spPr bwMode="auto">
          <a:xfrm>
            <a:off x="2915300" y="1272057"/>
            <a:ext cx="323999" cy="323999"/>
          </a:xfrm>
          <a:custGeom>
            <a:avLst/>
            <a:gdLst>
              <a:gd name="T0" fmla="*/ 12913 w 14438"/>
              <a:gd name="T1" fmla="*/ 17 h 14438"/>
              <a:gd name="T2" fmla="*/ 13781 w 14438"/>
              <a:gd name="T3" fmla="*/ 392 h 14438"/>
              <a:gd name="T4" fmla="*/ 14305 w 14438"/>
              <a:gd name="T5" fmla="*/ 1097 h 14438"/>
              <a:gd name="T6" fmla="*/ 14432 w 14438"/>
              <a:gd name="T7" fmla="*/ 12796 h 14438"/>
              <a:gd name="T8" fmla="*/ 14249 w 14438"/>
              <a:gd name="T9" fmla="*/ 13460 h 14438"/>
              <a:gd name="T10" fmla="*/ 13703 w 14438"/>
              <a:gd name="T11" fmla="*/ 14108 h 14438"/>
              <a:gd name="T12" fmla="*/ 12896 w 14438"/>
              <a:gd name="T13" fmla="*/ 14422 h 14438"/>
              <a:gd name="T14" fmla="*/ 1127 w 14438"/>
              <a:gd name="T15" fmla="*/ 14320 h 14438"/>
              <a:gd name="T16" fmla="*/ 473 w 14438"/>
              <a:gd name="T17" fmla="*/ 13875 h 14438"/>
              <a:gd name="T18" fmla="*/ 75 w 14438"/>
              <a:gd name="T19" fmla="*/ 13174 h 14438"/>
              <a:gd name="T20" fmla="*/ 19 w 14438"/>
              <a:gd name="T21" fmla="*/ 1490 h 14438"/>
              <a:gd name="T22" fmla="*/ 243 w 14438"/>
              <a:gd name="T23" fmla="*/ 870 h 14438"/>
              <a:gd name="T24" fmla="*/ 717 w 14438"/>
              <a:gd name="T25" fmla="*/ 343 h 14438"/>
              <a:gd name="T26" fmla="*/ 1356 w 14438"/>
              <a:gd name="T27" fmla="*/ 46 h 14438"/>
              <a:gd name="T28" fmla="*/ 11674 w 14438"/>
              <a:gd name="T29" fmla="*/ 6803 h 14438"/>
              <a:gd name="T30" fmla="*/ 11511 w 14438"/>
              <a:gd name="T31" fmla="*/ 8713 h 14438"/>
              <a:gd name="T32" fmla="*/ 10505 w 14438"/>
              <a:gd name="T33" fmla="*/ 10313 h 14438"/>
              <a:gd name="T34" fmla="*/ 8796 w 14438"/>
              <a:gd name="T35" fmla="*/ 11441 h 14438"/>
              <a:gd name="T36" fmla="*/ 6950 w 14438"/>
              <a:gd name="T37" fmla="*/ 11727 h 14438"/>
              <a:gd name="T38" fmla="*/ 5067 w 14438"/>
              <a:gd name="T39" fmla="*/ 11137 h 14438"/>
              <a:gd name="T40" fmla="*/ 3387 w 14438"/>
              <a:gd name="T41" fmla="*/ 9647 h 14438"/>
              <a:gd name="T42" fmla="*/ 2759 w 14438"/>
              <a:gd name="T43" fmla="*/ 7666 h 14438"/>
              <a:gd name="T44" fmla="*/ 1801 w 14438"/>
              <a:gd name="T45" fmla="*/ 6048 h 14438"/>
              <a:gd name="T46" fmla="*/ 1831 w 14438"/>
              <a:gd name="T47" fmla="*/ 12398 h 14438"/>
              <a:gd name="T48" fmla="*/ 1969 w 14438"/>
              <a:gd name="T49" fmla="*/ 12574 h 14438"/>
              <a:gd name="T50" fmla="*/ 2231 w 14438"/>
              <a:gd name="T51" fmla="*/ 12635 h 14438"/>
              <a:gd name="T52" fmla="*/ 12355 w 14438"/>
              <a:gd name="T53" fmla="*/ 12615 h 14438"/>
              <a:gd name="T54" fmla="*/ 12494 w 14438"/>
              <a:gd name="T55" fmla="*/ 12559 h 14438"/>
              <a:gd name="T56" fmla="*/ 12584 w 14438"/>
              <a:gd name="T57" fmla="*/ 12451 h 14438"/>
              <a:gd name="T58" fmla="*/ 12630 w 14438"/>
              <a:gd name="T59" fmla="*/ 12242 h 14438"/>
              <a:gd name="T60" fmla="*/ 7228 w 14438"/>
              <a:gd name="T61" fmla="*/ 10019 h 14438"/>
              <a:gd name="T62" fmla="*/ 8762 w 14438"/>
              <a:gd name="T63" fmla="*/ 9581 h 14438"/>
              <a:gd name="T64" fmla="*/ 9907 w 14438"/>
              <a:gd name="T65" fmla="*/ 8263 h 14438"/>
              <a:gd name="T66" fmla="*/ 10045 w 14438"/>
              <a:gd name="T67" fmla="*/ 6516 h 14438"/>
              <a:gd name="T68" fmla="*/ 9166 w 14438"/>
              <a:gd name="T69" fmla="*/ 5099 h 14438"/>
              <a:gd name="T70" fmla="*/ 7702 w 14438"/>
              <a:gd name="T71" fmla="*/ 4419 h 14438"/>
              <a:gd name="T72" fmla="*/ 6052 w 14438"/>
              <a:gd name="T73" fmla="*/ 4623 h 14438"/>
              <a:gd name="T74" fmla="*/ 4844 w 14438"/>
              <a:gd name="T75" fmla="*/ 5593 h 14438"/>
              <a:gd name="T76" fmla="*/ 4336 w 14438"/>
              <a:gd name="T77" fmla="*/ 7017 h 14438"/>
              <a:gd name="T78" fmla="*/ 4649 w 14438"/>
              <a:gd name="T79" fmla="*/ 8481 h 14438"/>
              <a:gd name="T80" fmla="*/ 5608 w 14438"/>
              <a:gd name="T81" fmla="*/ 9522 h 14438"/>
              <a:gd name="T82" fmla="*/ 6977 w 14438"/>
              <a:gd name="T83" fmla="*/ 10006 h 14438"/>
              <a:gd name="T84" fmla="*/ 9947 w 14438"/>
              <a:gd name="T85" fmla="*/ 4184 h 14438"/>
              <a:gd name="T86" fmla="*/ 10089 w 14438"/>
              <a:gd name="T87" fmla="*/ 4407 h 14438"/>
              <a:gd name="T88" fmla="*/ 10342 w 14438"/>
              <a:gd name="T89" fmla="*/ 4506 h 14438"/>
              <a:gd name="T90" fmla="*/ 12359 w 14438"/>
              <a:gd name="T91" fmla="*/ 4474 h 14438"/>
              <a:gd name="T92" fmla="*/ 12560 w 14438"/>
              <a:gd name="T93" fmla="*/ 4309 h 14438"/>
              <a:gd name="T94" fmla="*/ 12635 w 14438"/>
              <a:gd name="T95" fmla="*/ 4037 h 14438"/>
              <a:gd name="T96" fmla="*/ 12582 w 14438"/>
              <a:gd name="T97" fmla="*/ 2038 h 14438"/>
              <a:gd name="T98" fmla="*/ 12395 w 14438"/>
              <a:gd name="T99" fmla="*/ 1854 h 14438"/>
              <a:gd name="T100" fmla="*/ 10408 w 14438"/>
              <a:gd name="T101" fmla="*/ 1802 h 14438"/>
              <a:gd name="T102" fmla="*/ 10126 w 14438"/>
              <a:gd name="T103" fmla="*/ 1877 h 14438"/>
              <a:gd name="T104" fmla="*/ 9962 w 14438"/>
              <a:gd name="T105" fmla="*/ 2086 h 144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4438" h="14438">
                <a:moveTo>
                  <a:pt x="12872" y="0"/>
                </a:moveTo>
                <a:lnTo>
                  <a:pt x="12892" y="10"/>
                </a:lnTo>
                <a:lnTo>
                  <a:pt x="12897" y="12"/>
                </a:lnTo>
                <a:lnTo>
                  <a:pt x="12903" y="14"/>
                </a:lnTo>
                <a:lnTo>
                  <a:pt x="12908" y="16"/>
                </a:lnTo>
                <a:lnTo>
                  <a:pt x="12913" y="17"/>
                </a:lnTo>
                <a:lnTo>
                  <a:pt x="13079" y="54"/>
                </a:lnTo>
                <a:lnTo>
                  <a:pt x="13237" y="102"/>
                </a:lnTo>
                <a:lnTo>
                  <a:pt x="13387" y="160"/>
                </a:lnTo>
                <a:lnTo>
                  <a:pt x="13527" y="227"/>
                </a:lnTo>
                <a:lnTo>
                  <a:pt x="13659" y="305"/>
                </a:lnTo>
                <a:lnTo>
                  <a:pt x="13781" y="392"/>
                </a:lnTo>
                <a:lnTo>
                  <a:pt x="13894" y="488"/>
                </a:lnTo>
                <a:lnTo>
                  <a:pt x="13997" y="594"/>
                </a:lnTo>
                <a:lnTo>
                  <a:pt x="14089" y="707"/>
                </a:lnTo>
                <a:lnTo>
                  <a:pt x="14172" y="829"/>
                </a:lnTo>
                <a:lnTo>
                  <a:pt x="14244" y="959"/>
                </a:lnTo>
                <a:lnTo>
                  <a:pt x="14305" y="1097"/>
                </a:lnTo>
                <a:lnTo>
                  <a:pt x="14355" y="1242"/>
                </a:lnTo>
                <a:lnTo>
                  <a:pt x="14394" y="1394"/>
                </a:lnTo>
                <a:lnTo>
                  <a:pt x="14421" y="1553"/>
                </a:lnTo>
                <a:lnTo>
                  <a:pt x="14437" y="1718"/>
                </a:lnTo>
                <a:lnTo>
                  <a:pt x="14437" y="12716"/>
                </a:lnTo>
                <a:lnTo>
                  <a:pt x="14432" y="12796"/>
                </a:lnTo>
                <a:lnTo>
                  <a:pt x="14424" y="12876"/>
                </a:lnTo>
                <a:lnTo>
                  <a:pt x="14412" y="12955"/>
                </a:lnTo>
                <a:lnTo>
                  <a:pt x="14397" y="13033"/>
                </a:lnTo>
                <a:lnTo>
                  <a:pt x="14358" y="13182"/>
                </a:lnTo>
                <a:lnTo>
                  <a:pt x="14308" y="13325"/>
                </a:lnTo>
                <a:lnTo>
                  <a:pt x="14249" y="13460"/>
                </a:lnTo>
                <a:lnTo>
                  <a:pt x="14179" y="13588"/>
                </a:lnTo>
                <a:lnTo>
                  <a:pt x="14101" y="13709"/>
                </a:lnTo>
                <a:lnTo>
                  <a:pt x="14014" y="13821"/>
                </a:lnTo>
                <a:lnTo>
                  <a:pt x="13918" y="13925"/>
                </a:lnTo>
                <a:lnTo>
                  <a:pt x="13814" y="14021"/>
                </a:lnTo>
                <a:lnTo>
                  <a:pt x="13703" y="14108"/>
                </a:lnTo>
                <a:lnTo>
                  <a:pt x="13584" y="14185"/>
                </a:lnTo>
                <a:lnTo>
                  <a:pt x="13458" y="14253"/>
                </a:lnTo>
                <a:lnTo>
                  <a:pt x="13326" y="14311"/>
                </a:lnTo>
                <a:lnTo>
                  <a:pt x="13189" y="14358"/>
                </a:lnTo>
                <a:lnTo>
                  <a:pt x="13045" y="14396"/>
                </a:lnTo>
                <a:lnTo>
                  <a:pt x="12896" y="14422"/>
                </a:lnTo>
                <a:lnTo>
                  <a:pt x="12743" y="14437"/>
                </a:lnTo>
                <a:lnTo>
                  <a:pt x="1655" y="14437"/>
                </a:lnTo>
                <a:lnTo>
                  <a:pt x="1518" y="14423"/>
                </a:lnTo>
                <a:lnTo>
                  <a:pt x="1384" y="14398"/>
                </a:lnTo>
                <a:lnTo>
                  <a:pt x="1253" y="14364"/>
                </a:lnTo>
                <a:lnTo>
                  <a:pt x="1127" y="14320"/>
                </a:lnTo>
                <a:lnTo>
                  <a:pt x="1004" y="14266"/>
                </a:lnTo>
                <a:lnTo>
                  <a:pt x="887" y="14204"/>
                </a:lnTo>
                <a:lnTo>
                  <a:pt x="774" y="14134"/>
                </a:lnTo>
                <a:lnTo>
                  <a:pt x="668" y="14055"/>
                </a:lnTo>
                <a:lnTo>
                  <a:pt x="567" y="13969"/>
                </a:lnTo>
                <a:lnTo>
                  <a:pt x="473" y="13875"/>
                </a:lnTo>
                <a:lnTo>
                  <a:pt x="387" y="13774"/>
                </a:lnTo>
                <a:lnTo>
                  <a:pt x="307" y="13666"/>
                </a:lnTo>
                <a:lnTo>
                  <a:pt x="236" y="13552"/>
                </a:lnTo>
                <a:lnTo>
                  <a:pt x="173" y="13431"/>
                </a:lnTo>
                <a:lnTo>
                  <a:pt x="119" y="13305"/>
                </a:lnTo>
                <a:lnTo>
                  <a:pt x="75" y="13174"/>
                </a:lnTo>
                <a:lnTo>
                  <a:pt x="55" y="13101"/>
                </a:lnTo>
                <a:lnTo>
                  <a:pt x="36" y="13028"/>
                </a:lnTo>
                <a:lnTo>
                  <a:pt x="0" y="12881"/>
                </a:lnTo>
                <a:lnTo>
                  <a:pt x="0" y="1558"/>
                </a:lnTo>
                <a:lnTo>
                  <a:pt x="13" y="1513"/>
                </a:lnTo>
                <a:lnTo>
                  <a:pt x="19" y="1490"/>
                </a:lnTo>
                <a:lnTo>
                  <a:pt x="24" y="1468"/>
                </a:lnTo>
                <a:lnTo>
                  <a:pt x="55" y="1337"/>
                </a:lnTo>
                <a:lnTo>
                  <a:pt x="92" y="1211"/>
                </a:lnTo>
                <a:lnTo>
                  <a:pt x="136" y="1092"/>
                </a:lnTo>
                <a:lnTo>
                  <a:pt x="186" y="978"/>
                </a:lnTo>
                <a:lnTo>
                  <a:pt x="243" y="870"/>
                </a:lnTo>
                <a:lnTo>
                  <a:pt x="306" y="767"/>
                </a:lnTo>
                <a:lnTo>
                  <a:pt x="375" y="671"/>
                </a:lnTo>
                <a:lnTo>
                  <a:pt x="451" y="580"/>
                </a:lnTo>
                <a:lnTo>
                  <a:pt x="533" y="495"/>
                </a:lnTo>
                <a:lnTo>
                  <a:pt x="622" y="416"/>
                </a:lnTo>
                <a:lnTo>
                  <a:pt x="717" y="343"/>
                </a:lnTo>
                <a:lnTo>
                  <a:pt x="819" y="276"/>
                </a:lnTo>
                <a:lnTo>
                  <a:pt x="927" y="214"/>
                </a:lnTo>
                <a:lnTo>
                  <a:pt x="1042" y="159"/>
                </a:lnTo>
                <a:lnTo>
                  <a:pt x="1163" y="109"/>
                </a:lnTo>
                <a:lnTo>
                  <a:pt x="1291" y="65"/>
                </a:lnTo>
                <a:lnTo>
                  <a:pt x="1356" y="46"/>
                </a:lnTo>
                <a:lnTo>
                  <a:pt x="1422" y="30"/>
                </a:lnTo>
                <a:lnTo>
                  <a:pt x="1554" y="0"/>
                </a:lnTo>
                <a:lnTo>
                  <a:pt x="12872" y="0"/>
                </a:lnTo>
                <a:close/>
                <a:moveTo>
                  <a:pt x="11550" y="6105"/>
                </a:moveTo>
                <a:lnTo>
                  <a:pt x="11623" y="6457"/>
                </a:lnTo>
                <a:lnTo>
                  <a:pt x="11674" y="6803"/>
                </a:lnTo>
                <a:lnTo>
                  <a:pt x="11703" y="7141"/>
                </a:lnTo>
                <a:lnTo>
                  <a:pt x="11710" y="7472"/>
                </a:lnTo>
                <a:lnTo>
                  <a:pt x="11695" y="7794"/>
                </a:lnTo>
                <a:lnTo>
                  <a:pt x="11656" y="8109"/>
                </a:lnTo>
                <a:lnTo>
                  <a:pt x="11595" y="8415"/>
                </a:lnTo>
                <a:lnTo>
                  <a:pt x="11511" y="8713"/>
                </a:lnTo>
                <a:lnTo>
                  <a:pt x="11404" y="9002"/>
                </a:lnTo>
                <a:lnTo>
                  <a:pt x="11272" y="9283"/>
                </a:lnTo>
                <a:lnTo>
                  <a:pt x="11117" y="9554"/>
                </a:lnTo>
                <a:lnTo>
                  <a:pt x="10937" y="9817"/>
                </a:lnTo>
                <a:lnTo>
                  <a:pt x="10733" y="10070"/>
                </a:lnTo>
                <a:lnTo>
                  <a:pt x="10505" y="10313"/>
                </a:lnTo>
                <a:lnTo>
                  <a:pt x="10251" y="10547"/>
                </a:lnTo>
                <a:lnTo>
                  <a:pt x="9972" y="10770"/>
                </a:lnTo>
                <a:lnTo>
                  <a:pt x="9684" y="10973"/>
                </a:lnTo>
                <a:lnTo>
                  <a:pt x="9391" y="11153"/>
                </a:lnTo>
                <a:lnTo>
                  <a:pt x="9095" y="11309"/>
                </a:lnTo>
                <a:lnTo>
                  <a:pt x="8796" y="11441"/>
                </a:lnTo>
                <a:lnTo>
                  <a:pt x="8493" y="11549"/>
                </a:lnTo>
                <a:lnTo>
                  <a:pt x="8189" y="11633"/>
                </a:lnTo>
                <a:lnTo>
                  <a:pt x="7881" y="11693"/>
                </a:lnTo>
                <a:lnTo>
                  <a:pt x="7572" y="11728"/>
                </a:lnTo>
                <a:lnTo>
                  <a:pt x="7262" y="11740"/>
                </a:lnTo>
                <a:lnTo>
                  <a:pt x="6950" y="11727"/>
                </a:lnTo>
                <a:lnTo>
                  <a:pt x="6636" y="11690"/>
                </a:lnTo>
                <a:lnTo>
                  <a:pt x="6323" y="11629"/>
                </a:lnTo>
                <a:lnTo>
                  <a:pt x="6008" y="11543"/>
                </a:lnTo>
                <a:lnTo>
                  <a:pt x="5694" y="11432"/>
                </a:lnTo>
                <a:lnTo>
                  <a:pt x="5380" y="11297"/>
                </a:lnTo>
                <a:lnTo>
                  <a:pt x="5067" y="11137"/>
                </a:lnTo>
                <a:lnTo>
                  <a:pt x="4711" y="10926"/>
                </a:lnTo>
                <a:lnTo>
                  <a:pt x="4386" y="10699"/>
                </a:lnTo>
                <a:lnTo>
                  <a:pt x="4092" y="10457"/>
                </a:lnTo>
                <a:lnTo>
                  <a:pt x="3827" y="10202"/>
                </a:lnTo>
                <a:lnTo>
                  <a:pt x="3592" y="9931"/>
                </a:lnTo>
                <a:lnTo>
                  <a:pt x="3387" y="9647"/>
                </a:lnTo>
                <a:lnTo>
                  <a:pt x="3210" y="9349"/>
                </a:lnTo>
                <a:lnTo>
                  <a:pt x="3063" y="9038"/>
                </a:lnTo>
                <a:lnTo>
                  <a:pt x="2945" y="8714"/>
                </a:lnTo>
                <a:lnTo>
                  <a:pt x="2855" y="8377"/>
                </a:lnTo>
                <a:lnTo>
                  <a:pt x="2793" y="8028"/>
                </a:lnTo>
                <a:lnTo>
                  <a:pt x="2759" y="7666"/>
                </a:lnTo>
                <a:lnTo>
                  <a:pt x="2753" y="7292"/>
                </a:lnTo>
                <a:lnTo>
                  <a:pt x="2774" y="6907"/>
                </a:lnTo>
                <a:lnTo>
                  <a:pt x="2822" y="6510"/>
                </a:lnTo>
                <a:lnTo>
                  <a:pt x="2898" y="6103"/>
                </a:lnTo>
                <a:lnTo>
                  <a:pt x="1801" y="5865"/>
                </a:lnTo>
                <a:lnTo>
                  <a:pt x="1801" y="6048"/>
                </a:lnTo>
                <a:lnTo>
                  <a:pt x="1801" y="11985"/>
                </a:lnTo>
                <a:lnTo>
                  <a:pt x="1802" y="12211"/>
                </a:lnTo>
                <a:lnTo>
                  <a:pt x="1805" y="12263"/>
                </a:lnTo>
                <a:lnTo>
                  <a:pt x="1810" y="12312"/>
                </a:lnTo>
                <a:lnTo>
                  <a:pt x="1819" y="12357"/>
                </a:lnTo>
                <a:lnTo>
                  <a:pt x="1831" y="12398"/>
                </a:lnTo>
                <a:lnTo>
                  <a:pt x="1846" y="12436"/>
                </a:lnTo>
                <a:lnTo>
                  <a:pt x="1864" y="12470"/>
                </a:lnTo>
                <a:lnTo>
                  <a:pt x="1885" y="12501"/>
                </a:lnTo>
                <a:lnTo>
                  <a:pt x="1910" y="12529"/>
                </a:lnTo>
                <a:lnTo>
                  <a:pt x="1938" y="12553"/>
                </a:lnTo>
                <a:lnTo>
                  <a:pt x="1969" y="12574"/>
                </a:lnTo>
                <a:lnTo>
                  <a:pt x="2004" y="12592"/>
                </a:lnTo>
                <a:lnTo>
                  <a:pt x="2042" y="12606"/>
                </a:lnTo>
                <a:lnTo>
                  <a:pt x="2084" y="12618"/>
                </a:lnTo>
                <a:lnTo>
                  <a:pt x="2129" y="12627"/>
                </a:lnTo>
                <a:lnTo>
                  <a:pt x="2178" y="12632"/>
                </a:lnTo>
                <a:lnTo>
                  <a:pt x="2231" y="12635"/>
                </a:lnTo>
                <a:lnTo>
                  <a:pt x="2315" y="12636"/>
                </a:lnTo>
                <a:lnTo>
                  <a:pt x="12118" y="12635"/>
                </a:lnTo>
                <a:lnTo>
                  <a:pt x="12178" y="12634"/>
                </a:lnTo>
                <a:lnTo>
                  <a:pt x="12237" y="12630"/>
                </a:lnTo>
                <a:lnTo>
                  <a:pt x="12296" y="12624"/>
                </a:lnTo>
                <a:lnTo>
                  <a:pt x="12355" y="12615"/>
                </a:lnTo>
                <a:lnTo>
                  <a:pt x="12382" y="12609"/>
                </a:lnTo>
                <a:lnTo>
                  <a:pt x="12407" y="12602"/>
                </a:lnTo>
                <a:lnTo>
                  <a:pt x="12431" y="12593"/>
                </a:lnTo>
                <a:lnTo>
                  <a:pt x="12453" y="12583"/>
                </a:lnTo>
                <a:lnTo>
                  <a:pt x="12474" y="12572"/>
                </a:lnTo>
                <a:lnTo>
                  <a:pt x="12494" y="12559"/>
                </a:lnTo>
                <a:lnTo>
                  <a:pt x="12513" y="12544"/>
                </a:lnTo>
                <a:lnTo>
                  <a:pt x="12530" y="12528"/>
                </a:lnTo>
                <a:lnTo>
                  <a:pt x="12545" y="12511"/>
                </a:lnTo>
                <a:lnTo>
                  <a:pt x="12560" y="12493"/>
                </a:lnTo>
                <a:lnTo>
                  <a:pt x="12573" y="12473"/>
                </a:lnTo>
                <a:lnTo>
                  <a:pt x="12584" y="12451"/>
                </a:lnTo>
                <a:lnTo>
                  <a:pt x="12594" y="12429"/>
                </a:lnTo>
                <a:lnTo>
                  <a:pt x="12602" y="12405"/>
                </a:lnTo>
                <a:lnTo>
                  <a:pt x="12610" y="12380"/>
                </a:lnTo>
                <a:lnTo>
                  <a:pt x="12615" y="12353"/>
                </a:lnTo>
                <a:lnTo>
                  <a:pt x="12624" y="12298"/>
                </a:lnTo>
                <a:lnTo>
                  <a:pt x="12630" y="12242"/>
                </a:lnTo>
                <a:lnTo>
                  <a:pt x="12634" y="12186"/>
                </a:lnTo>
                <a:lnTo>
                  <a:pt x="12635" y="12130"/>
                </a:lnTo>
                <a:lnTo>
                  <a:pt x="12636" y="6023"/>
                </a:lnTo>
                <a:lnTo>
                  <a:pt x="12636" y="5865"/>
                </a:lnTo>
                <a:lnTo>
                  <a:pt x="11550" y="6105"/>
                </a:lnTo>
                <a:close/>
                <a:moveTo>
                  <a:pt x="7228" y="10019"/>
                </a:moveTo>
                <a:lnTo>
                  <a:pt x="7564" y="9978"/>
                </a:lnTo>
                <a:lnTo>
                  <a:pt x="7731" y="9954"/>
                </a:lnTo>
                <a:lnTo>
                  <a:pt x="7897" y="9923"/>
                </a:lnTo>
                <a:lnTo>
                  <a:pt x="8204" y="9839"/>
                </a:lnTo>
                <a:lnTo>
                  <a:pt x="8493" y="9724"/>
                </a:lnTo>
                <a:lnTo>
                  <a:pt x="8762" y="9581"/>
                </a:lnTo>
                <a:lnTo>
                  <a:pt x="9011" y="9412"/>
                </a:lnTo>
                <a:lnTo>
                  <a:pt x="9239" y="9220"/>
                </a:lnTo>
                <a:lnTo>
                  <a:pt x="9443" y="9007"/>
                </a:lnTo>
                <a:lnTo>
                  <a:pt x="9624" y="8775"/>
                </a:lnTo>
                <a:lnTo>
                  <a:pt x="9779" y="8526"/>
                </a:lnTo>
                <a:lnTo>
                  <a:pt x="9907" y="8263"/>
                </a:lnTo>
                <a:lnTo>
                  <a:pt x="10007" y="7988"/>
                </a:lnTo>
                <a:lnTo>
                  <a:pt x="10078" y="7704"/>
                </a:lnTo>
                <a:lnTo>
                  <a:pt x="10119" y="7412"/>
                </a:lnTo>
                <a:lnTo>
                  <a:pt x="10128" y="7115"/>
                </a:lnTo>
                <a:lnTo>
                  <a:pt x="10103" y="6816"/>
                </a:lnTo>
                <a:lnTo>
                  <a:pt x="10045" y="6516"/>
                </a:lnTo>
                <a:lnTo>
                  <a:pt x="9950" y="6218"/>
                </a:lnTo>
                <a:lnTo>
                  <a:pt x="9837" y="5959"/>
                </a:lnTo>
                <a:lnTo>
                  <a:pt x="9700" y="5717"/>
                </a:lnTo>
                <a:lnTo>
                  <a:pt x="9541" y="5493"/>
                </a:lnTo>
                <a:lnTo>
                  <a:pt x="9363" y="5286"/>
                </a:lnTo>
                <a:lnTo>
                  <a:pt x="9166" y="5099"/>
                </a:lnTo>
                <a:lnTo>
                  <a:pt x="8952" y="4931"/>
                </a:lnTo>
                <a:lnTo>
                  <a:pt x="8724" y="4784"/>
                </a:lnTo>
                <a:lnTo>
                  <a:pt x="8484" y="4658"/>
                </a:lnTo>
                <a:lnTo>
                  <a:pt x="8232" y="4555"/>
                </a:lnTo>
                <a:lnTo>
                  <a:pt x="7970" y="4475"/>
                </a:lnTo>
                <a:lnTo>
                  <a:pt x="7702" y="4419"/>
                </a:lnTo>
                <a:lnTo>
                  <a:pt x="7428" y="4387"/>
                </a:lnTo>
                <a:lnTo>
                  <a:pt x="7149" y="4381"/>
                </a:lnTo>
                <a:lnTo>
                  <a:pt x="6869" y="4402"/>
                </a:lnTo>
                <a:lnTo>
                  <a:pt x="6589" y="4450"/>
                </a:lnTo>
                <a:lnTo>
                  <a:pt x="6310" y="4526"/>
                </a:lnTo>
                <a:lnTo>
                  <a:pt x="6052" y="4623"/>
                </a:lnTo>
                <a:lnTo>
                  <a:pt x="5809" y="4741"/>
                </a:lnTo>
                <a:lnTo>
                  <a:pt x="5582" y="4878"/>
                </a:lnTo>
                <a:lnTo>
                  <a:pt x="5371" y="5033"/>
                </a:lnTo>
                <a:lnTo>
                  <a:pt x="5177" y="5205"/>
                </a:lnTo>
                <a:lnTo>
                  <a:pt x="5001" y="5392"/>
                </a:lnTo>
                <a:lnTo>
                  <a:pt x="4844" y="5593"/>
                </a:lnTo>
                <a:lnTo>
                  <a:pt x="4706" y="5807"/>
                </a:lnTo>
                <a:lnTo>
                  <a:pt x="4588" y="6032"/>
                </a:lnTo>
                <a:lnTo>
                  <a:pt x="4492" y="6267"/>
                </a:lnTo>
                <a:lnTo>
                  <a:pt x="4417" y="6510"/>
                </a:lnTo>
                <a:lnTo>
                  <a:pt x="4365" y="6761"/>
                </a:lnTo>
                <a:lnTo>
                  <a:pt x="4336" y="7017"/>
                </a:lnTo>
                <a:lnTo>
                  <a:pt x="4332" y="7278"/>
                </a:lnTo>
                <a:lnTo>
                  <a:pt x="4352" y="7542"/>
                </a:lnTo>
                <a:lnTo>
                  <a:pt x="4399" y="7807"/>
                </a:lnTo>
                <a:lnTo>
                  <a:pt x="4462" y="8041"/>
                </a:lnTo>
                <a:lnTo>
                  <a:pt x="4546" y="8266"/>
                </a:lnTo>
                <a:lnTo>
                  <a:pt x="4649" y="8481"/>
                </a:lnTo>
                <a:lnTo>
                  <a:pt x="4771" y="8686"/>
                </a:lnTo>
                <a:lnTo>
                  <a:pt x="4909" y="8879"/>
                </a:lnTo>
                <a:lnTo>
                  <a:pt x="5062" y="9060"/>
                </a:lnTo>
                <a:lnTo>
                  <a:pt x="5231" y="9228"/>
                </a:lnTo>
                <a:lnTo>
                  <a:pt x="5413" y="9382"/>
                </a:lnTo>
                <a:lnTo>
                  <a:pt x="5608" y="9522"/>
                </a:lnTo>
                <a:lnTo>
                  <a:pt x="5814" y="9646"/>
                </a:lnTo>
                <a:lnTo>
                  <a:pt x="6030" y="9754"/>
                </a:lnTo>
                <a:lnTo>
                  <a:pt x="6256" y="9845"/>
                </a:lnTo>
                <a:lnTo>
                  <a:pt x="6490" y="9918"/>
                </a:lnTo>
                <a:lnTo>
                  <a:pt x="6730" y="9971"/>
                </a:lnTo>
                <a:lnTo>
                  <a:pt x="6977" y="10006"/>
                </a:lnTo>
                <a:lnTo>
                  <a:pt x="7228" y="10019"/>
                </a:lnTo>
                <a:close/>
                <a:moveTo>
                  <a:pt x="9927" y="3148"/>
                </a:moveTo>
                <a:lnTo>
                  <a:pt x="9927" y="4036"/>
                </a:lnTo>
                <a:lnTo>
                  <a:pt x="9930" y="4087"/>
                </a:lnTo>
                <a:lnTo>
                  <a:pt x="9936" y="4137"/>
                </a:lnTo>
                <a:lnTo>
                  <a:pt x="9947" y="4184"/>
                </a:lnTo>
                <a:lnTo>
                  <a:pt x="9962" y="4228"/>
                </a:lnTo>
                <a:lnTo>
                  <a:pt x="9980" y="4270"/>
                </a:lnTo>
                <a:lnTo>
                  <a:pt x="10002" y="4309"/>
                </a:lnTo>
                <a:lnTo>
                  <a:pt x="10028" y="4345"/>
                </a:lnTo>
                <a:lnTo>
                  <a:pt x="10056" y="4378"/>
                </a:lnTo>
                <a:lnTo>
                  <a:pt x="10089" y="4407"/>
                </a:lnTo>
                <a:lnTo>
                  <a:pt x="10124" y="4433"/>
                </a:lnTo>
                <a:lnTo>
                  <a:pt x="10162" y="4455"/>
                </a:lnTo>
                <a:lnTo>
                  <a:pt x="10203" y="4474"/>
                </a:lnTo>
                <a:lnTo>
                  <a:pt x="10247" y="4489"/>
                </a:lnTo>
                <a:lnTo>
                  <a:pt x="10293" y="4500"/>
                </a:lnTo>
                <a:lnTo>
                  <a:pt x="10342" y="4506"/>
                </a:lnTo>
                <a:lnTo>
                  <a:pt x="10393" y="4509"/>
                </a:lnTo>
                <a:lnTo>
                  <a:pt x="12168" y="4509"/>
                </a:lnTo>
                <a:lnTo>
                  <a:pt x="12219" y="4506"/>
                </a:lnTo>
                <a:lnTo>
                  <a:pt x="12268" y="4500"/>
                </a:lnTo>
                <a:lnTo>
                  <a:pt x="12315" y="4489"/>
                </a:lnTo>
                <a:lnTo>
                  <a:pt x="12359" y="4474"/>
                </a:lnTo>
                <a:lnTo>
                  <a:pt x="12400" y="4455"/>
                </a:lnTo>
                <a:lnTo>
                  <a:pt x="12438" y="4433"/>
                </a:lnTo>
                <a:lnTo>
                  <a:pt x="12474" y="4407"/>
                </a:lnTo>
                <a:lnTo>
                  <a:pt x="12506" y="4378"/>
                </a:lnTo>
                <a:lnTo>
                  <a:pt x="12535" y="4345"/>
                </a:lnTo>
                <a:lnTo>
                  <a:pt x="12560" y="4309"/>
                </a:lnTo>
                <a:lnTo>
                  <a:pt x="12583" y="4270"/>
                </a:lnTo>
                <a:lnTo>
                  <a:pt x="12601" y="4229"/>
                </a:lnTo>
                <a:lnTo>
                  <a:pt x="12616" y="4185"/>
                </a:lnTo>
                <a:lnTo>
                  <a:pt x="12626" y="4138"/>
                </a:lnTo>
                <a:lnTo>
                  <a:pt x="12633" y="4088"/>
                </a:lnTo>
                <a:lnTo>
                  <a:pt x="12635" y="4037"/>
                </a:lnTo>
                <a:lnTo>
                  <a:pt x="12635" y="2275"/>
                </a:lnTo>
                <a:lnTo>
                  <a:pt x="12633" y="2222"/>
                </a:lnTo>
                <a:lnTo>
                  <a:pt x="12626" y="2172"/>
                </a:lnTo>
                <a:lnTo>
                  <a:pt x="12615" y="2124"/>
                </a:lnTo>
                <a:lnTo>
                  <a:pt x="12601" y="2080"/>
                </a:lnTo>
                <a:lnTo>
                  <a:pt x="12582" y="2038"/>
                </a:lnTo>
                <a:lnTo>
                  <a:pt x="12560" y="1999"/>
                </a:lnTo>
                <a:lnTo>
                  <a:pt x="12533" y="1963"/>
                </a:lnTo>
                <a:lnTo>
                  <a:pt x="12504" y="1931"/>
                </a:lnTo>
                <a:lnTo>
                  <a:pt x="12471" y="1902"/>
                </a:lnTo>
                <a:lnTo>
                  <a:pt x="12435" y="1876"/>
                </a:lnTo>
                <a:lnTo>
                  <a:pt x="12395" y="1854"/>
                </a:lnTo>
                <a:lnTo>
                  <a:pt x="12353" y="1836"/>
                </a:lnTo>
                <a:lnTo>
                  <a:pt x="12307" y="1821"/>
                </a:lnTo>
                <a:lnTo>
                  <a:pt x="12259" y="1811"/>
                </a:lnTo>
                <a:lnTo>
                  <a:pt x="12208" y="1804"/>
                </a:lnTo>
                <a:lnTo>
                  <a:pt x="12155" y="1802"/>
                </a:lnTo>
                <a:lnTo>
                  <a:pt x="10408" y="1802"/>
                </a:lnTo>
                <a:lnTo>
                  <a:pt x="10354" y="1804"/>
                </a:lnTo>
                <a:lnTo>
                  <a:pt x="10302" y="1811"/>
                </a:lnTo>
                <a:lnTo>
                  <a:pt x="10254" y="1821"/>
                </a:lnTo>
                <a:lnTo>
                  <a:pt x="10208" y="1836"/>
                </a:lnTo>
                <a:lnTo>
                  <a:pt x="10166" y="1855"/>
                </a:lnTo>
                <a:lnTo>
                  <a:pt x="10126" y="1877"/>
                </a:lnTo>
                <a:lnTo>
                  <a:pt x="10090" y="1903"/>
                </a:lnTo>
                <a:lnTo>
                  <a:pt x="10057" y="1933"/>
                </a:lnTo>
                <a:lnTo>
                  <a:pt x="10028" y="1966"/>
                </a:lnTo>
                <a:lnTo>
                  <a:pt x="10002" y="2003"/>
                </a:lnTo>
                <a:lnTo>
                  <a:pt x="9980" y="2043"/>
                </a:lnTo>
                <a:lnTo>
                  <a:pt x="9962" y="2086"/>
                </a:lnTo>
                <a:lnTo>
                  <a:pt x="9947" y="2132"/>
                </a:lnTo>
                <a:lnTo>
                  <a:pt x="9936" y="2182"/>
                </a:lnTo>
                <a:lnTo>
                  <a:pt x="9930" y="2234"/>
                </a:lnTo>
                <a:lnTo>
                  <a:pt x="9927" y="2289"/>
                </a:lnTo>
                <a:lnTo>
                  <a:pt x="9927" y="3148"/>
                </a:lnTo>
                <a:close/>
              </a:path>
            </a:pathLst>
          </a:custGeom>
          <a:solidFill>
            <a:srgbClr val="123563"/>
          </a:solidFill>
          <a:ln>
            <a:noFill/>
          </a:ln>
          <a:effectLst/>
        </p:spPr>
        <p:txBody>
          <a:bodyPr wrap="none" anchor="ctr"/>
          <a:lstStyle/>
          <a:p>
            <a:endParaRPr lang="de-DE" sz="1800">
              <a:latin typeface="BISansOpti"/>
            </a:endParaRPr>
          </a:p>
        </p:txBody>
      </p:sp>
      <p:sp>
        <p:nvSpPr>
          <p:cNvPr id="7" name="Textplatzhalter 6"/>
          <p:cNvSpPr>
            <a:spLocks noGrp="1"/>
          </p:cNvSpPr>
          <p:nvPr>
            <p:ph type="body" sz="quarter" idx="10" hasCustomPrompt="1"/>
          </p:nvPr>
        </p:nvSpPr>
        <p:spPr>
          <a:xfrm>
            <a:off x="7081200" y="259200"/>
            <a:ext cx="1728000" cy="360000"/>
          </a:xfrm>
        </p:spPr>
        <p:txBody>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defRPr sz="1000" b="1" i="0" baseline="0">
                <a:solidFill>
                  <a:schemeClr val="accent1"/>
                </a:solidFill>
                <a:latin typeface="BISansOpti"/>
                <a:cs typeface="BISansOpti"/>
              </a:defRPr>
            </a:lvl1pPr>
          </a:lstStyle>
          <a:p>
            <a:pPr marL="0" marR="0" lvl="0" indent="0" algn="l" defTabSz="914400" rtl="0" eaLnBrk="1" fontAlgn="auto" latinLnBrk="0" hangingPunct="1">
              <a:lnSpc>
                <a:spcPct val="100000"/>
              </a:lnSpc>
              <a:spcBef>
                <a:spcPts val="400"/>
              </a:spcBef>
              <a:spcAft>
                <a:spcPts val="0"/>
              </a:spcAft>
              <a:buClrTx/>
              <a:buSzTx/>
              <a:buFont typeface="Arial" panose="020B0604020202020204" pitchFamily="34" charset="0"/>
              <a:buNone/>
              <a:defRPr/>
            </a:pPr>
            <a:r>
              <a:rPr lang="de-DE" sz="1000" b="1">
                <a:solidFill>
                  <a:srgbClr val="123563"/>
                </a:solidFill>
              </a:rPr>
              <a:t>Firmenbezeichnung</a:t>
            </a:r>
          </a:p>
          <a:p>
            <a:pPr lvl="0"/>
            <a:endParaRPr lang="de-DE"/>
          </a:p>
        </p:txBody>
      </p:sp>
      <p:sp>
        <p:nvSpPr>
          <p:cNvPr id="25" name="Textplatzhalter 6"/>
          <p:cNvSpPr>
            <a:spLocks noGrp="1"/>
          </p:cNvSpPr>
          <p:nvPr>
            <p:ph type="body" sz="quarter" idx="12" hasCustomPrompt="1"/>
          </p:nvPr>
        </p:nvSpPr>
        <p:spPr>
          <a:xfrm>
            <a:off x="7081200" y="713406"/>
            <a:ext cx="1728000" cy="154800"/>
          </a:xfrm>
        </p:spPr>
        <p:txBody>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defRPr sz="1000" b="0" i="0" baseline="0">
                <a:solidFill>
                  <a:schemeClr val="accent1"/>
                </a:solidFill>
                <a:latin typeface="BISansOpti"/>
                <a:cs typeface="BISansOpti"/>
              </a:defRPr>
            </a:lvl1pPr>
          </a:lstStyle>
          <a:p>
            <a:pPr lvl="0"/>
            <a:r>
              <a:rPr lang="de-DE"/>
              <a:t>Straße / Nr.</a:t>
            </a:r>
          </a:p>
        </p:txBody>
      </p:sp>
      <p:sp>
        <p:nvSpPr>
          <p:cNvPr id="26" name="Textplatzhalter 6"/>
          <p:cNvSpPr>
            <a:spLocks noGrp="1"/>
          </p:cNvSpPr>
          <p:nvPr>
            <p:ph type="body" sz="quarter" idx="13" hasCustomPrompt="1"/>
          </p:nvPr>
        </p:nvSpPr>
        <p:spPr>
          <a:xfrm>
            <a:off x="7081200" y="871181"/>
            <a:ext cx="1728000" cy="154800"/>
          </a:xfrm>
        </p:spPr>
        <p:txBody>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defRPr sz="1000" b="0" i="0" baseline="0">
                <a:solidFill>
                  <a:schemeClr val="accent1"/>
                </a:solidFill>
                <a:latin typeface="BISansOpti"/>
                <a:cs typeface="BISansOpti"/>
              </a:defRPr>
            </a:lvl1pPr>
          </a:lstStyle>
          <a:p>
            <a:pPr lvl="0"/>
            <a:r>
              <a:rPr lang="de-DE"/>
              <a:t>PLZ / Ort</a:t>
            </a:r>
          </a:p>
        </p:txBody>
      </p:sp>
      <p:sp>
        <p:nvSpPr>
          <p:cNvPr id="27" name="Textplatzhalter 6"/>
          <p:cNvSpPr>
            <a:spLocks noGrp="1"/>
          </p:cNvSpPr>
          <p:nvPr>
            <p:ph type="body" sz="quarter" idx="14" hasCustomPrompt="1"/>
          </p:nvPr>
        </p:nvSpPr>
        <p:spPr>
          <a:xfrm>
            <a:off x="7441200" y="1097781"/>
            <a:ext cx="1368000" cy="154800"/>
          </a:xfrm>
        </p:spPr>
        <p:txBody>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defRPr sz="1000" b="0" i="0" baseline="0">
                <a:solidFill>
                  <a:schemeClr val="accent1"/>
                </a:solidFill>
                <a:latin typeface="BISansOpti"/>
                <a:cs typeface="BISansOpti"/>
              </a:defRPr>
            </a:lvl1pPr>
          </a:lstStyle>
          <a:p>
            <a:pPr lvl="0"/>
            <a:r>
              <a:rPr lang="de-DE"/>
              <a:t>Telefonnummer</a:t>
            </a:r>
          </a:p>
        </p:txBody>
      </p:sp>
      <p:sp>
        <p:nvSpPr>
          <p:cNvPr id="19" name="Textfeld 18"/>
          <p:cNvSpPr txBox="1"/>
          <p:nvPr userDrawn="1"/>
        </p:nvSpPr>
        <p:spPr>
          <a:xfrm>
            <a:off x="7081201" y="1097782"/>
            <a:ext cx="197170" cy="154017"/>
          </a:xfrm>
          <a:prstGeom prst="rect">
            <a:avLst/>
          </a:prstGeom>
          <a:noFill/>
        </p:spPr>
        <p:txBody>
          <a:bodyPr wrap="none" lIns="0" tIns="0" rIns="0" bIns="0" rtlCol="0">
            <a:spAutoFit/>
          </a:bodyPr>
          <a:lstStyle/>
          <a:p>
            <a:r>
              <a:rPr lang="de-DE" sz="1000">
                <a:solidFill>
                  <a:srgbClr val="003366"/>
                </a:solidFill>
                <a:latin typeface="BISansOpti"/>
                <a:cs typeface="BISansOpti"/>
              </a:rPr>
              <a:t>Tel:</a:t>
            </a:r>
          </a:p>
        </p:txBody>
      </p:sp>
      <p:sp>
        <p:nvSpPr>
          <p:cNvPr id="28" name="Textplatzhalter 6"/>
          <p:cNvSpPr>
            <a:spLocks noGrp="1"/>
          </p:cNvSpPr>
          <p:nvPr>
            <p:ph type="body" sz="quarter" idx="15" hasCustomPrompt="1"/>
          </p:nvPr>
        </p:nvSpPr>
        <p:spPr>
          <a:xfrm>
            <a:off x="7441200" y="1256400"/>
            <a:ext cx="1368000" cy="154800"/>
          </a:xfrm>
        </p:spPr>
        <p:txBody>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defRPr sz="1000" b="0" i="0" baseline="0">
                <a:solidFill>
                  <a:schemeClr val="accent1"/>
                </a:solidFill>
                <a:latin typeface="BISansOpti"/>
                <a:cs typeface="BISansOpti"/>
              </a:defRPr>
            </a:lvl1pPr>
          </a:lstStyle>
          <a:p>
            <a:pPr lvl="0"/>
            <a:r>
              <a:rPr lang="de-DE"/>
              <a:t>Fax-Nummer</a:t>
            </a:r>
          </a:p>
        </p:txBody>
      </p:sp>
      <p:sp>
        <p:nvSpPr>
          <p:cNvPr id="29" name="Textfeld 28"/>
          <p:cNvSpPr txBox="1"/>
          <p:nvPr userDrawn="1"/>
        </p:nvSpPr>
        <p:spPr>
          <a:xfrm>
            <a:off x="7081200" y="1256401"/>
            <a:ext cx="219612" cy="154017"/>
          </a:xfrm>
          <a:prstGeom prst="rect">
            <a:avLst/>
          </a:prstGeom>
          <a:noFill/>
        </p:spPr>
        <p:txBody>
          <a:bodyPr wrap="none" lIns="0" tIns="0" rIns="0" bIns="0" rtlCol="0">
            <a:spAutoFit/>
          </a:bodyPr>
          <a:lstStyle/>
          <a:p>
            <a:r>
              <a:rPr lang="de-DE" sz="1000">
                <a:solidFill>
                  <a:srgbClr val="003366"/>
                </a:solidFill>
                <a:latin typeface="BISansOpti"/>
                <a:cs typeface="BISansOpti"/>
              </a:rPr>
              <a:t>Fax:</a:t>
            </a:r>
          </a:p>
        </p:txBody>
      </p:sp>
      <p:sp>
        <p:nvSpPr>
          <p:cNvPr id="30" name="Textplatzhalter 6"/>
          <p:cNvSpPr>
            <a:spLocks noGrp="1"/>
          </p:cNvSpPr>
          <p:nvPr>
            <p:ph type="body" sz="quarter" idx="16" hasCustomPrompt="1"/>
          </p:nvPr>
        </p:nvSpPr>
        <p:spPr>
          <a:xfrm>
            <a:off x="7081200" y="1478981"/>
            <a:ext cx="1728000" cy="154800"/>
          </a:xfrm>
        </p:spPr>
        <p:txBody>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defRPr sz="1000" b="0" i="0" baseline="0">
                <a:solidFill>
                  <a:schemeClr val="accent1"/>
                </a:solidFill>
                <a:latin typeface="BISansOpti"/>
                <a:cs typeface="BISansOpti"/>
              </a:defRPr>
            </a:lvl1pPr>
          </a:lstStyle>
          <a:p>
            <a:pPr lvl="0"/>
            <a:r>
              <a:rPr lang="de-DE"/>
              <a:t>E-Mail-Adresse</a:t>
            </a:r>
          </a:p>
        </p:txBody>
      </p:sp>
      <p:sp>
        <p:nvSpPr>
          <p:cNvPr id="31" name="Textplatzhalter 6"/>
          <p:cNvSpPr>
            <a:spLocks noGrp="1"/>
          </p:cNvSpPr>
          <p:nvPr>
            <p:ph type="body" sz="quarter" idx="17" hasCustomPrompt="1"/>
          </p:nvPr>
        </p:nvSpPr>
        <p:spPr>
          <a:xfrm>
            <a:off x="7081200" y="1638000"/>
            <a:ext cx="1728000" cy="154800"/>
          </a:xfrm>
        </p:spPr>
        <p:txBody>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defRPr sz="1000" b="0" i="0" baseline="0">
                <a:solidFill>
                  <a:schemeClr val="accent1"/>
                </a:solidFill>
                <a:latin typeface="BISansOpti"/>
                <a:cs typeface="BISansOpti"/>
              </a:defRPr>
            </a:lvl1pPr>
          </a:lstStyle>
          <a:p>
            <a:pPr lvl="0"/>
            <a:r>
              <a:rPr lang="de-DE"/>
              <a:t>Website-Adresse</a:t>
            </a:r>
          </a:p>
        </p:txBody>
      </p:sp>
      <p:sp>
        <p:nvSpPr>
          <p:cNvPr id="21" name="Textplatzhalter 20"/>
          <p:cNvSpPr>
            <a:spLocks noGrp="1"/>
          </p:cNvSpPr>
          <p:nvPr>
            <p:ph type="body" sz="quarter" idx="18" hasCustomPrompt="1"/>
          </p:nvPr>
        </p:nvSpPr>
        <p:spPr>
          <a:xfrm>
            <a:off x="367200" y="2070001"/>
            <a:ext cx="5374800" cy="354013"/>
          </a:xfrm>
        </p:spPr>
        <p:txBody>
          <a:bodyPr/>
          <a:lstStyle>
            <a:lvl1pPr marL="0" indent="0">
              <a:buNone/>
              <a:defRPr baseline="0">
                <a:solidFill>
                  <a:srgbClr val="003366"/>
                </a:solidFill>
                <a:latin typeface="BISansOpti"/>
                <a:cs typeface="BISansOpti"/>
              </a:defRPr>
            </a:lvl1pPr>
          </a:lstStyle>
          <a:p>
            <a:pPr lvl="0"/>
            <a:r>
              <a:rPr lang="de-DE" noProof="0"/>
              <a:t>Überschrift für weitere Informationen:</a:t>
            </a:r>
          </a:p>
        </p:txBody>
      </p:sp>
      <p:sp>
        <p:nvSpPr>
          <p:cNvPr id="33" name="Textplatzhalter 20"/>
          <p:cNvSpPr>
            <a:spLocks noGrp="1"/>
          </p:cNvSpPr>
          <p:nvPr>
            <p:ph type="body" sz="quarter" idx="19" hasCustomPrompt="1"/>
          </p:nvPr>
        </p:nvSpPr>
        <p:spPr>
          <a:xfrm>
            <a:off x="367200" y="2425296"/>
            <a:ext cx="5374800" cy="1411200"/>
          </a:xfrm>
        </p:spPr>
        <p:txBody>
          <a:bodyPr/>
          <a:lstStyle>
            <a:lvl1pPr marL="0" indent="0">
              <a:spcBef>
                <a:spcPts val="0"/>
              </a:spcBef>
              <a:buNone/>
              <a:defRPr sz="1800" baseline="0">
                <a:solidFill>
                  <a:schemeClr val="accent2"/>
                </a:solidFill>
                <a:latin typeface="BISansOpti"/>
                <a:cs typeface="BISansOpti"/>
              </a:defRPr>
            </a:lvl1pPr>
          </a:lstStyle>
          <a:p>
            <a:pPr lvl="0"/>
            <a:r>
              <a:rPr lang="de-DE"/>
              <a:t>Fügen Sie hier die Website-Adressen ein</a:t>
            </a:r>
          </a:p>
        </p:txBody>
      </p:sp>
      <p:pic>
        <p:nvPicPr>
          <p:cNvPr id="32" name="Grafik 21"/>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519695" y="4416838"/>
            <a:ext cx="1259701" cy="3816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5.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Header 1"/>
          <p:cNvSpPr>
            <a:spLocks noGrp="1"/>
          </p:cNvSpPr>
          <p:nvPr>
            <p:ph type="title" hasCustomPrompt="1"/>
          </p:nvPr>
        </p:nvSpPr>
        <p:spPr/>
        <p:txBody>
          <a:bodyPr/>
          <a:lstStyle/>
          <a:p>
            <a:r>
              <a:rPr lang="en-US"/>
              <a:t>Title</a:t>
            </a:r>
          </a:p>
        </p:txBody>
      </p:sp>
      <p:sp>
        <p:nvSpPr>
          <p:cNvPr id="3" name="Text 2"/>
          <p:cNvSpPr>
            <a:spLocks noGrp="1"/>
          </p:cNvSpPr>
          <p:nvPr>
            <p:ph type="body" idx="1" hasCustomPrompt="1"/>
          </p:nvPr>
        </p:nvSpPr>
        <p:spPr/>
        <p:txBody>
          <a:bodyPr/>
          <a:lstStyle/>
          <a:p>
            <a:pPr lvl="0"/>
            <a:r>
              <a:rPr lang="en-US"/>
              <a:t>Text</a:t>
            </a:r>
          </a:p>
          <a:p>
            <a:pPr lvl="1"/>
            <a:r>
              <a:rPr lang="en-US"/>
              <a:t>Second level</a:t>
            </a:r>
          </a:p>
          <a:p>
            <a:pPr lvl="2"/>
            <a:r>
              <a:rPr lang="en-US"/>
              <a:t>Third level</a:t>
            </a:r>
          </a:p>
          <a:p>
            <a:pPr lvl="3"/>
            <a:r>
              <a:rPr lang="en-US"/>
              <a:t>Fourth level</a:t>
            </a:r>
          </a:p>
          <a:p>
            <a:pPr lvl="4"/>
            <a:r>
              <a:rPr lang="en-US"/>
              <a:t>Fifth level</a:t>
            </a:r>
          </a:p>
        </p:txBody>
      </p:sp>
      <p:sp>
        <p:nvSpPr>
          <p:cNvPr id="4" name="Date 3"/>
          <p:cNvSpPr>
            <a:spLocks noGrp="1"/>
          </p:cNvSpPr>
          <p:nvPr>
            <p:ph type="dt" sz="half" idx="10"/>
          </p:nvPr>
        </p:nvSpPr>
        <p:spPr>
          <a:xfrm>
            <a:off x="7666705" y="4910732"/>
            <a:ext cx="537407" cy="153841"/>
          </a:xfrm>
        </p:spPr>
        <p:txBody>
          <a:bodyPr/>
          <a:lstStyle/>
          <a:p>
            <a:fld id="{C16525B2-4347-4F72-BAF7-76B19438D329}" type="datetimeFigureOut">
              <a:rPr lang="en-US" smtClean="0"/>
              <a:t>4/25/2024</a:t>
            </a:fld>
            <a:endParaRPr lang="en-US"/>
          </a:p>
        </p:txBody>
      </p:sp>
      <p:sp>
        <p:nvSpPr>
          <p:cNvPr id="5" name="Footer 4"/>
          <p:cNvSpPr>
            <a:spLocks noGrp="1"/>
          </p:cNvSpPr>
          <p:nvPr>
            <p:ph type="ftr" sz="quarter" idx="11"/>
          </p:nvPr>
        </p:nvSpPr>
        <p:spPr/>
        <p:txBody>
          <a:bodyPr/>
          <a:lstStyle/>
          <a:p>
            <a:endParaRPr lang="en-US"/>
          </a:p>
        </p:txBody>
      </p:sp>
      <p:sp>
        <p:nvSpPr>
          <p:cNvPr id="6" name="Slide number 5"/>
          <p:cNvSpPr>
            <a:spLocks noGrp="1"/>
          </p:cNvSpPr>
          <p:nvPr>
            <p:ph type="sldNum" sz="quarter" idx="12"/>
          </p:nvPr>
        </p:nvSpPr>
        <p:spPr/>
        <p:txBody>
          <a:bodyPr/>
          <a:lstStyle/>
          <a:p>
            <a:fld id="{80F073CC-40D5-4B23-8DF0-9BD0A0C12F2C}" type="slidenum">
              <a:rPr lang="en-US" smtClean="0"/>
              <a:t>‹#›</a:t>
            </a:fld>
            <a:endParaRPr lang="en-US"/>
          </a:p>
        </p:txBody>
      </p:sp>
    </p:spTree>
  </p:cSld>
  <p:clrMapOvr>
    <a:masterClrMapping/>
  </p:clrMapOvr>
  <p:transition/>
</p:sldLayout>
</file>

<file path=ppt/slideLayouts/slideLayout56.xml><?xml version="1.0" encoding="utf-8"?>
<p:sldLayout xmlns:a="http://schemas.openxmlformats.org/drawingml/2006/main" xmlns:r="http://schemas.openxmlformats.org/officeDocument/2006/relationships" xmlns:p="http://schemas.openxmlformats.org/presentationml/2006/main" userDrawn="1">
  <p:cSld name="Titel und Text">
    <p:spTree>
      <p:nvGrpSpPr>
        <p:cNvPr id="1" name=""/>
        <p:cNvGrpSpPr/>
        <p:nvPr/>
      </p:nvGrpSpPr>
      <p:grpSpPr>
        <a:xfrm>
          <a:off x="0" y="0"/>
          <a:ext cx="0" cy="0"/>
          <a:chOff x="0" y="0"/>
          <a:chExt cx="0" cy="0"/>
        </a:xfrm>
      </p:grpSpPr>
      <p:sp>
        <p:nvSpPr>
          <p:cNvPr id="8" name="Text Placeholder 7"/>
          <p:cNvSpPr>
            <a:spLocks noGrp="1"/>
          </p:cNvSpPr>
          <p:nvPr>
            <p:ph type="body" sz="quarter" idx="13" hasCustomPrompt="1"/>
          </p:nvPr>
        </p:nvSpPr>
        <p:spPr>
          <a:xfrm>
            <a:off x="358776" y="944167"/>
            <a:ext cx="8426450" cy="3356372"/>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endParaRPr lang="en-US"/>
          </a:p>
        </p:txBody>
      </p:sp>
      <p:sp>
        <p:nvSpPr>
          <p:cNvPr id="2" name="Titel 1"/>
          <p:cNvSpPr>
            <a:spLocks noGrp="1"/>
          </p:cNvSpPr>
          <p:nvPr>
            <p:ph type="title"/>
          </p:nvPr>
        </p:nvSpPr>
        <p:spPr/>
        <p:txBody>
          <a:bodyPr/>
          <a:lstStyle/>
          <a:p>
            <a:r>
              <a:rPr lang="de-DE" noProof="0"/>
              <a:t>Titelmasterformat durch Klicken bearbeiten</a:t>
            </a:r>
            <a:endParaRPr lang="en-US" noProof="0"/>
          </a:p>
        </p:txBody>
      </p:sp>
    </p:spTree>
  </p:cSld>
  <p:clrMapOvr>
    <a:masterClrMapping/>
  </p:clrMapOvr>
  <p:transition spd="med">
    <p:wipe dir="r"/>
  </p:transition>
</p:sldLayout>
</file>

<file path=ppt/slideLayouts/slideLayout57.xml><?xml version="1.0" encoding="utf-8"?>
<p:sldLayout xmlns:a="http://schemas.openxmlformats.org/drawingml/2006/main" xmlns:r="http://schemas.openxmlformats.org/officeDocument/2006/relationships" xmlns:p="http://schemas.openxmlformats.org/presentationml/2006/main">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a:xfrm>
            <a:off x="457200" y="317019"/>
            <a:ext cx="8229600" cy="415499"/>
          </a:xfrm>
        </p:spPr>
        <p:txBody>
          <a:bodyPr anchor="ctr"/>
          <a:lstStyle/>
          <a:p>
            <a:r>
              <a:rPr lang="zh-CN" altLang="en-US"/>
              <a:t>单击此处编辑母版标题样式</a:t>
            </a:r>
            <a:endParaRPr lang="en-US"/>
          </a:p>
        </p:txBody>
      </p:sp>
      <p:sp>
        <p:nvSpPr>
          <p:cNvPr id="9" name="Content Placeholder 8"/>
          <p:cNvSpPr>
            <a:spLocks noGrp="1"/>
          </p:cNvSpPr>
          <p:nvPr>
            <p:ph sz="quarter" idx="10"/>
          </p:nvPr>
        </p:nvSpPr>
        <p:spPr>
          <a:xfrm>
            <a:off x="441326" y="1005577"/>
            <a:ext cx="8245475" cy="358785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Title slide (bright)">
    <p:bg bwMode="gray">
      <p:bgPr>
        <a:solidFill>
          <a:schemeClr val="tx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359569" y="1977750"/>
            <a:ext cx="6210566" cy="1188000"/>
          </a:xfrm>
        </p:spPr>
        <p:txBody>
          <a:bodyPr anchor="b"/>
          <a:lstStyle>
            <a:lvl1pPr algn="l">
              <a:defRPr sz="3600" b="1" i="0">
                <a:solidFill>
                  <a:schemeClr val="bg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359570" y="3327840"/>
            <a:ext cx="6211031" cy="702000"/>
          </a:xfrm>
        </p:spPr>
        <p:txBody>
          <a:bodyPr/>
          <a:lstStyle>
            <a:lvl1pPr marL="0" indent="0" algn="l">
              <a:lnSpc>
                <a:spcPct val="100000"/>
              </a:lnSpc>
              <a:spcBef>
                <a:spcPts val="0"/>
              </a:spcBef>
              <a:spcAft>
                <a:spcPts val="1800"/>
              </a:spcAft>
              <a:buFont typeface="Arial" panose="020B0604020202020204" pitchFamily="34" charset="0"/>
              <a:buNone/>
              <a:defRPr sz="1800" b="0">
                <a:solidFill>
                  <a:schemeClr val="bg2"/>
                </a:solidFill>
                <a:latin typeface="+mj-lt"/>
              </a:defRPr>
            </a:lvl1pPr>
            <a:lvl2pPr marL="0" indent="0" algn="l">
              <a:lnSpc>
                <a:spcPct val="100000"/>
              </a:lnSpc>
              <a:spcBef>
                <a:spcPts val="0"/>
              </a:spcBef>
              <a:spcAft>
                <a:spcPts val="0"/>
              </a:spcAft>
              <a:buFont typeface="Arial" panose="020B0604020202020204" pitchFamily="34" charset="0"/>
              <a:buNone/>
              <a:defRPr sz="1200" b="0">
                <a:solidFill>
                  <a:schemeClr val="bg2"/>
                </a:solidFill>
              </a:defRPr>
            </a:lvl2pPr>
            <a:lvl3pPr marL="0" indent="0" algn="l">
              <a:lnSpc>
                <a:spcPct val="100000"/>
              </a:lnSpc>
              <a:spcBef>
                <a:spcPts val="0"/>
              </a:spcBef>
              <a:spcAft>
                <a:spcPts val="0"/>
              </a:spcAft>
              <a:buFont typeface="Arial" panose="020B0604020202020204" pitchFamily="34" charset="0"/>
              <a:buNone/>
              <a:defRPr sz="1200" b="0">
                <a:solidFill>
                  <a:schemeClr val="bg2"/>
                </a:solidFill>
              </a:defRPr>
            </a:lvl3pPr>
            <a:lvl4pPr marL="0" indent="0" algn="l">
              <a:lnSpc>
                <a:spcPct val="100000"/>
              </a:lnSpc>
              <a:spcBef>
                <a:spcPts val="0"/>
              </a:spcBef>
              <a:spcAft>
                <a:spcPts val="0"/>
              </a:spcAft>
              <a:buFont typeface="Arial" panose="020B0604020202020204" pitchFamily="34" charset="0"/>
              <a:buNone/>
              <a:defRPr sz="1200" b="0">
                <a:solidFill>
                  <a:schemeClr val="bg2"/>
                </a:solidFill>
              </a:defRPr>
            </a:lvl4pPr>
            <a:lvl5pPr marL="0" indent="0" algn="l">
              <a:lnSpc>
                <a:spcPct val="100000"/>
              </a:lnSpc>
              <a:spcBef>
                <a:spcPts val="0"/>
              </a:spcBef>
              <a:spcAft>
                <a:spcPts val="0"/>
              </a:spcAft>
              <a:buFont typeface="Arial" panose="020B0604020202020204" pitchFamily="34" charset="0"/>
              <a:buNone/>
              <a:defRPr sz="1200" b="0">
                <a:solidFill>
                  <a:schemeClr val="bg2"/>
                </a:solidFill>
              </a:defRPr>
            </a:lvl5pPr>
            <a:lvl6pPr marL="0" indent="0" algn="l">
              <a:lnSpc>
                <a:spcPct val="100000"/>
              </a:lnSpc>
              <a:spcBef>
                <a:spcPts val="0"/>
              </a:spcBef>
              <a:spcAft>
                <a:spcPts val="0"/>
              </a:spcAft>
              <a:buFont typeface="Arial" panose="020B0604020202020204" pitchFamily="34" charset="0"/>
              <a:buNone/>
              <a:defRPr sz="1200" b="0">
                <a:solidFill>
                  <a:schemeClr val="bg2"/>
                </a:solidFill>
              </a:defRPr>
            </a:lvl6pPr>
            <a:lvl7pPr marL="0" indent="0" algn="l">
              <a:lnSpc>
                <a:spcPct val="100000"/>
              </a:lnSpc>
              <a:spcBef>
                <a:spcPts val="0"/>
              </a:spcBef>
              <a:spcAft>
                <a:spcPts val="0"/>
              </a:spcAft>
              <a:buFont typeface="Arial" panose="020B0604020202020204" pitchFamily="34" charset="0"/>
              <a:buNone/>
              <a:defRPr sz="1200" b="0">
                <a:solidFill>
                  <a:schemeClr val="bg2"/>
                </a:solidFill>
              </a:defRPr>
            </a:lvl7pPr>
            <a:lvl8pPr marL="0" indent="0" algn="l">
              <a:lnSpc>
                <a:spcPct val="100000"/>
              </a:lnSpc>
              <a:spcBef>
                <a:spcPts val="0"/>
              </a:spcBef>
              <a:spcAft>
                <a:spcPts val="0"/>
              </a:spcAft>
              <a:buFont typeface="Arial" panose="020B0604020202020204" pitchFamily="34" charset="0"/>
              <a:buNone/>
              <a:defRPr sz="1200" b="0">
                <a:solidFill>
                  <a:schemeClr val="bg2"/>
                </a:solidFill>
              </a:defRPr>
            </a:lvl8pPr>
            <a:lvl9pPr marL="0" indent="0" algn="l">
              <a:lnSpc>
                <a:spcPct val="100000"/>
              </a:lnSpc>
              <a:spcBef>
                <a:spcPts val="0"/>
              </a:spcBef>
              <a:spcAft>
                <a:spcPts val="0"/>
              </a:spcAft>
              <a:buFont typeface="Arial" panose="020B0604020202020204" pitchFamily="34" charset="0"/>
              <a:buNone/>
              <a:defRPr sz="1200" b="0">
                <a:solidFill>
                  <a:schemeClr val="bg2"/>
                </a:solidFill>
              </a:defRPr>
            </a:lvl9pPr>
          </a:lstStyle>
          <a:p>
            <a:r>
              <a:rPr lang="en-US"/>
              <a:t>Subtitle of the presentation</a:t>
            </a:r>
          </a:p>
          <a:p>
            <a:pPr lvl="1"/>
            <a:r>
              <a:rPr lang="en-US"/>
              <a:t>Author | Date | Place</a:t>
            </a:r>
          </a:p>
        </p:txBody>
      </p:sp>
      <p:sp>
        <p:nvSpPr>
          <p:cNvPr id="10" name="Rechteck 9"/>
          <p:cNvSpPr/>
          <p:nvPr userDrawn="1"/>
        </p:nvSpPr>
        <p:spPr bwMode="gray">
          <a:xfrm>
            <a:off x="0" y="4279500"/>
            <a:ext cx="7020000" cy="864000"/>
          </a:xfrm>
          <a:prstGeom prst="rect">
            <a:avLst/>
          </a:prstGeom>
          <a:solidFill>
            <a:schemeClr val="tx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solidFill>
                <a:schemeClr val="tx1"/>
              </a:solidFill>
            </a:endParaRPr>
          </a:p>
        </p:txBody>
      </p:sp>
      <p:pic>
        <p:nvPicPr>
          <p:cNvPr id="8" name="Grafik 7"/>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359100" y="357504"/>
            <a:ext cx="1233900" cy="372456"/>
          </a:xfrm>
          <a:prstGeom prst="rect">
            <a:avLst/>
          </a:prstGeom>
        </p:spPr>
      </p:pic>
      <p:pic>
        <p:nvPicPr>
          <p:cNvPr id="9" name="Grafik 8"/>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bwMode="gray">
          <a:xfrm>
            <a:off x="7570800" y="4624780"/>
            <a:ext cx="1215000" cy="161217"/>
          </a:xfrm>
          <a:prstGeom prst="rect">
            <a:avLst/>
          </a:prstGeom>
        </p:spPr>
      </p:pic>
      <p:sp>
        <p:nvSpPr>
          <p:cNvPr id="4" name="Fußzeilenplatzhalter 3"/>
          <p:cNvSpPr>
            <a:spLocks noGrp="1"/>
          </p:cNvSpPr>
          <p:nvPr>
            <p:ph type="ftr" sz="quarter" idx="19"/>
          </p:nvPr>
        </p:nvSpPr>
        <p:spPr bwMode="gray">
          <a:xfrm>
            <a:off x="359952" y="4623996"/>
            <a:ext cx="3780000" cy="162000"/>
          </a:xfrm>
        </p:spPr>
        <p:txBody>
          <a:bodyPr/>
          <a:lstStyle>
            <a:lvl1pPr algn="l">
              <a:defRPr/>
            </a:lvl1pPr>
          </a:lstStyle>
          <a:p>
            <a:r>
              <a:rPr lang="en-US"/>
              <a:t>ONLY FOR INTERNAL USE</a:t>
            </a: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Title slide (dark)">
    <p:bg bwMode="gray">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359569" y="1977750"/>
            <a:ext cx="6210566" cy="1188000"/>
          </a:xfrm>
        </p:spPr>
        <p:txBody>
          <a:bodyPr anchor="b"/>
          <a:lstStyle>
            <a:lvl1pPr algn="l">
              <a:defRPr sz="3600" b="1" i="0">
                <a:solidFill>
                  <a:schemeClr val="tx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359570" y="3327840"/>
            <a:ext cx="6211031" cy="702000"/>
          </a:xfrm>
        </p:spPr>
        <p:txBody>
          <a:bodyPr/>
          <a:lstStyle>
            <a:lvl1pPr marL="0" indent="0" algn="l">
              <a:lnSpc>
                <a:spcPct val="100000"/>
              </a:lnSpc>
              <a:spcBef>
                <a:spcPts val="0"/>
              </a:spcBef>
              <a:spcAft>
                <a:spcPts val="1800"/>
              </a:spcAft>
              <a:buFont typeface="Arial" panose="020B0604020202020204" pitchFamily="34" charset="0"/>
              <a:buNone/>
              <a:defRPr sz="18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200" b="0">
                <a:solidFill>
                  <a:schemeClr val="bg1"/>
                </a:solidFill>
              </a:defRPr>
            </a:lvl2pPr>
            <a:lvl3pPr marL="0" indent="0" algn="l">
              <a:lnSpc>
                <a:spcPct val="100000"/>
              </a:lnSpc>
              <a:spcBef>
                <a:spcPts val="0"/>
              </a:spcBef>
              <a:spcAft>
                <a:spcPts val="0"/>
              </a:spcAft>
              <a:buFont typeface="Arial" panose="020B0604020202020204" pitchFamily="34" charset="0"/>
              <a:buNone/>
              <a:defRPr sz="1200" b="0">
                <a:solidFill>
                  <a:schemeClr val="bg1"/>
                </a:solidFill>
              </a:defRPr>
            </a:lvl3pPr>
            <a:lvl4pPr marL="0" indent="0" algn="l">
              <a:lnSpc>
                <a:spcPct val="100000"/>
              </a:lnSpc>
              <a:spcBef>
                <a:spcPts val="0"/>
              </a:spcBef>
              <a:spcAft>
                <a:spcPts val="0"/>
              </a:spcAft>
              <a:buFont typeface="Arial" panose="020B0604020202020204" pitchFamily="34" charset="0"/>
              <a:buNone/>
              <a:defRPr sz="1200" b="0">
                <a:solidFill>
                  <a:schemeClr val="bg1"/>
                </a:solidFill>
              </a:defRPr>
            </a:lvl4pPr>
            <a:lvl5pPr marL="0" indent="0" algn="l">
              <a:lnSpc>
                <a:spcPct val="100000"/>
              </a:lnSpc>
              <a:spcBef>
                <a:spcPts val="0"/>
              </a:spcBef>
              <a:spcAft>
                <a:spcPts val="0"/>
              </a:spcAft>
              <a:buFont typeface="Arial" panose="020B0604020202020204" pitchFamily="34" charset="0"/>
              <a:buNone/>
              <a:defRPr sz="1200" b="0">
                <a:solidFill>
                  <a:schemeClr val="bg1"/>
                </a:solidFill>
              </a:defRPr>
            </a:lvl5pPr>
            <a:lvl6pPr marL="0" indent="0" algn="l">
              <a:lnSpc>
                <a:spcPct val="100000"/>
              </a:lnSpc>
              <a:spcBef>
                <a:spcPts val="0"/>
              </a:spcBef>
              <a:spcAft>
                <a:spcPts val="0"/>
              </a:spcAft>
              <a:buFont typeface="Arial" panose="020B0604020202020204" pitchFamily="34" charset="0"/>
              <a:buNone/>
              <a:defRPr sz="1200" b="0">
                <a:solidFill>
                  <a:schemeClr val="bg1"/>
                </a:solidFill>
              </a:defRPr>
            </a:lvl6pPr>
            <a:lvl7pPr marL="0" indent="0" algn="l">
              <a:lnSpc>
                <a:spcPct val="100000"/>
              </a:lnSpc>
              <a:spcBef>
                <a:spcPts val="0"/>
              </a:spcBef>
              <a:spcAft>
                <a:spcPts val="0"/>
              </a:spcAft>
              <a:buFont typeface="Arial" panose="020B0604020202020204" pitchFamily="34" charset="0"/>
              <a:buNone/>
              <a:defRPr sz="1200" b="0">
                <a:solidFill>
                  <a:schemeClr val="bg1"/>
                </a:solidFill>
              </a:defRPr>
            </a:lvl7pPr>
            <a:lvl8pPr marL="0" indent="0" algn="l">
              <a:lnSpc>
                <a:spcPct val="100000"/>
              </a:lnSpc>
              <a:spcBef>
                <a:spcPts val="0"/>
              </a:spcBef>
              <a:spcAft>
                <a:spcPts val="0"/>
              </a:spcAft>
              <a:buFont typeface="Arial" panose="020B0604020202020204" pitchFamily="34" charset="0"/>
              <a:buNone/>
              <a:defRPr sz="1200" b="0">
                <a:solidFill>
                  <a:schemeClr val="bg1"/>
                </a:solidFill>
              </a:defRPr>
            </a:lvl8pPr>
            <a:lvl9pPr marL="0" indent="0" algn="l">
              <a:lnSpc>
                <a:spcPct val="100000"/>
              </a:lnSpc>
              <a:spcBef>
                <a:spcPts val="0"/>
              </a:spcBef>
              <a:spcAft>
                <a:spcPts val="0"/>
              </a:spcAft>
              <a:buFont typeface="Arial" panose="020B0604020202020204" pitchFamily="34" charset="0"/>
              <a:buNone/>
              <a:defRPr sz="1200" b="0">
                <a:solidFill>
                  <a:schemeClr val="bg1"/>
                </a:solidFill>
              </a:defRPr>
            </a:lvl9pPr>
          </a:lstStyle>
          <a:p>
            <a:r>
              <a:rPr lang="en-US"/>
              <a:t>Subtitle of the presentation</a:t>
            </a:r>
          </a:p>
          <a:p>
            <a:pPr lvl="1"/>
            <a:r>
              <a:rPr lang="en-US"/>
              <a:t>Author | Date | Place</a:t>
            </a:r>
          </a:p>
        </p:txBody>
      </p:sp>
      <p:sp>
        <p:nvSpPr>
          <p:cNvPr id="10" name="Rechteck 9"/>
          <p:cNvSpPr/>
          <p:nvPr userDrawn="1"/>
        </p:nvSpPr>
        <p:spPr bwMode="gray">
          <a:xfrm>
            <a:off x="0" y="4279500"/>
            <a:ext cx="7020000" cy="864000"/>
          </a:xfrm>
          <a:prstGeom prst="rect">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solidFill>
                <a:schemeClr val="tx1"/>
              </a:solidFill>
            </a:endParaRPr>
          </a:p>
        </p:txBody>
      </p:sp>
      <p:pic>
        <p:nvPicPr>
          <p:cNvPr id="8" name="Grafik 7"/>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359100" y="357504"/>
            <a:ext cx="1233900" cy="372456"/>
          </a:xfrm>
          <a:prstGeom prst="rect">
            <a:avLst/>
          </a:prstGeom>
        </p:spPr>
      </p:pic>
      <p:pic>
        <p:nvPicPr>
          <p:cNvPr id="9" name="Grafik 8"/>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bwMode="gray">
          <a:xfrm>
            <a:off x="7570800" y="4624780"/>
            <a:ext cx="1215000" cy="161217"/>
          </a:xfrm>
          <a:prstGeom prst="rect">
            <a:avLst/>
          </a:prstGeom>
        </p:spPr>
      </p:pic>
      <p:sp>
        <p:nvSpPr>
          <p:cNvPr id="4" name="Fußzeilenplatzhalter 3"/>
          <p:cNvSpPr>
            <a:spLocks noGrp="1"/>
          </p:cNvSpPr>
          <p:nvPr>
            <p:ph type="ftr" sz="quarter" idx="19"/>
          </p:nvPr>
        </p:nvSpPr>
        <p:spPr bwMode="gray">
          <a:xfrm>
            <a:off x="359952" y="4623996"/>
            <a:ext cx="3780000" cy="162000"/>
          </a:xfrm>
        </p:spPr>
        <p:txBody>
          <a:bodyPr/>
          <a:lstStyle>
            <a:lvl1pPr algn="l">
              <a:defRPr>
                <a:solidFill>
                  <a:schemeClr val="bg1"/>
                </a:solidFill>
              </a:defRPr>
            </a:lvl1pPr>
          </a:lstStyle>
          <a:p>
            <a:r>
              <a:rPr lang="en-US"/>
              <a:t>ONLY FOR INTERNAL USE</a:t>
            </a:r>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Title slide image (dark)">
    <p:bg>
      <p:bgPr>
        <a:solidFill>
          <a:schemeClr val="bg2"/>
        </a:solidFill>
        <a:effectLst/>
      </p:bgPr>
    </p:bg>
    <p:spTree>
      <p:nvGrpSpPr>
        <p:cNvPr id="1" name=""/>
        <p:cNvGrpSpPr/>
        <p:nvPr/>
      </p:nvGrpSpPr>
      <p:grpSpPr>
        <a:xfrm>
          <a:off x="0" y="0"/>
          <a:ext cx="0" cy="0"/>
          <a:chOff x="0" y="0"/>
          <a:chExt cx="0" cy="0"/>
        </a:xfrm>
      </p:grpSpPr>
      <p:sp>
        <p:nvSpPr>
          <p:cNvPr id="11" name="Bildplatzhalter 10"/>
          <p:cNvSpPr>
            <a:spLocks noGrp="1"/>
          </p:cNvSpPr>
          <p:nvPr>
            <p:ph type="pic" sz="quarter" idx="10" hasCustomPrompt="1"/>
          </p:nvPr>
        </p:nvSpPr>
        <p:spPr bwMode="ltGray">
          <a:xfrm>
            <a:off x="0" y="0"/>
            <a:ext cx="9144000" cy="5143500"/>
          </a:xfrm>
          <a:solidFill>
            <a:srgbClr val="E5E3DE"/>
          </a:solidFill>
        </p:spPr>
        <p:txBody>
          <a:bodyPr tIns="720000" anchor="ctr" anchorCtr="0"/>
          <a:lstStyle>
            <a:lvl1pPr marL="0" indent="0" algn="ctr">
              <a:spcBef>
                <a:spcPts val="0"/>
              </a:spcBef>
              <a:spcAft>
                <a:spcPts val="0"/>
              </a:spcAft>
              <a:buFontTx/>
              <a:buNone/>
              <a:defRPr sz="900" b="0">
                <a:solidFill>
                  <a:schemeClr val="bg1"/>
                </a:solidFill>
              </a:defRPr>
            </a:lvl1pPr>
            <a:lvl2pPr marL="0" indent="0" algn="ctr">
              <a:spcBef>
                <a:spcPts val="0"/>
              </a:spcBef>
              <a:spcAft>
                <a:spcPts val="0"/>
              </a:spcAft>
              <a:buFontTx/>
              <a:buNone/>
              <a:defRPr sz="900" b="0">
                <a:solidFill>
                  <a:schemeClr val="bg1"/>
                </a:solidFill>
              </a:defRPr>
            </a:lvl2pPr>
            <a:lvl3pPr marL="0" indent="0" algn="ctr">
              <a:spcBef>
                <a:spcPts val="0"/>
              </a:spcBef>
              <a:spcAft>
                <a:spcPts val="0"/>
              </a:spcAft>
              <a:buFontTx/>
              <a:buNone/>
              <a:defRPr sz="900" b="0">
                <a:solidFill>
                  <a:schemeClr val="bg1"/>
                </a:solidFill>
              </a:defRPr>
            </a:lvl3pPr>
            <a:lvl4pPr marL="0" indent="0" algn="ctr">
              <a:spcBef>
                <a:spcPts val="0"/>
              </a:spcBef>
              <a:spcAft>
                <a:spcPts val="0"/>
              </a:spcAft>
              <a:buFontTx/>
              <a:buNone/>
              <a:defRPr sz="900" b="0">
                <a:solidFill>
                  <a:schemeClr val="bg1"/>
                </a:solidFill>
              </a:defRPr>
            </a:lvl4pPr>
            <a:lvl5pPr marL="0" indent="0" algn="ctr">
              <a:spcBef>
                <a:spcPts val="0"/>
              </a:spcBef>
              <a:spcAft>
                <a:spcPts val="0"/>
              </a:spcAft>
              <a:buFontTx/>
              <a:buNone/>
              <a:defRPr sz="900" b="0">
                <a:solidFill>
                  <a:schemeClr val="bg1"/>
                </a:solidFill>
              </a:defRPr>
            </a:lvl5pPr>
            <a:lvl6pPr marL="0" indent="0" algn="ctr">
              <a:spcBef>
                <a:spcPts val="0"/>
              </a:spcBef>
              <a:spcAft>
                <a:spcPts val="0"/>
              </a:spcAft>
              <a:buFontTx/>
              <a:buNone/>
              <a:defRPr sz="900" b="0">
                <a:solidFill>
                  <a:schemeClr val="bg1"/>
                </a:solidFill>
              </a:defRPr>
            </a:lvl6pPr>
            <a:lvl7pPr marL="0" indent="0" algn="ctr">
              <a:spcBef>
                <a:spcPts val="0"/>
              </a:spcBef>
              <a:spcAft>
                <a:spcPts val="0"/>
              </a:spcAft>
              <a:buFontTx/>
              <a:buNone/>
              <a:defRPr sz="900" b="0">
                <a:solidFill>
                  <a:schemeClr val="bg1"/>
                </a:solidFill>
              </a:defRPr>
            </a:lvl7pPr>
            <a:lvl8pPr marL="0" indent="0" algn="ctr">
              <a:spcBef>
                <a:spcPts val="0"/>
              </a:spcBef>
              <a:spcAft>
                <a:spcPts val="0"/>
              </a:spcAft>
              <a:buFontTx/>
              <a:buNone/>
              <a:defRPr sz="900" b="0">
                <a:solidFill>
                  <a:schemeClr val="bg1"/>
                </a:solidFill>
              </a:defRPr>
            </a:lvl8pPr>
            <a:lvl9pPr marL="0" indent="0" algn="ctr">
              <a:spcBef>
                <a:spcPts val="0"/>
              </a:spcBef>
              <a:spcAft>
                <a:spcPts val="0"/>
              </a:spcAft>
              <a:buFontTx/>
              <a:buNone/>
              <a:defRPr sz="900" b="0">
                <a:solidFill>
                  <a:schemeClr val="bg1"/>
                </a:solidFill>
              </a:defRPr>
            </a:lvl9pPr>
          </a:lstStyle>
          <a:p>
            <a:r>
              <a:rPr lang="en-US"/>
              <a:t>Add picture</a:t>
            </a:r>
          </a:p>
        </p:txBody>
      </p:sp>
      <p:sp>
        <p:nvSpPr>
          <p:cNvPr id="2" name="Titel 1"/>
          <p:cNvSpPr>
            <a:spLocks noGrp="1"/>
          </p:cNvSpPr>
          <p:nvPr>
            <p:ph type="ctrTitle" hasCustomPrompt="1"/>
          </p:nvPr>
        </p:nvSpPr>
        <p:spPr bwMode="gray">
          <a:xfrm>
            <a:off x="359569" y="1977750"/>
            <a:ext cx="5454254" cy="1188000"/>
          </a:xfrm>
        </p:spPr>
        <p:txBody>
          <a:bodyPr anchor="b"/>
          <a:lstStyle>
            <a:lvl1pPr algn="l">
              <a:defRPr sz="3600" b="1" i="0">
                <a:solidFill>
                  <a:schemeClr val="bg1"/>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359570" y="3327840"/>
            <a:ext cx="5454696" cy="702000"/>
          </a:xfrm>
        </p:spPr>
        <p:txBody>
          <a:bodyPr/>
          <a:lstStyle>
            <a:lvl1pPr marL="0" indent="0" algn="l">
              <a:lnSpc>
                <a:spcPct val="100000"/>
              </a:lnSpc>
              <a:spcBef>
                <a:spcPts val="0"/>
              </a:spcBef>
              <a:spcAft>
                <a:spcPts val="1800"/>
              </a:spcAft>
              <a:buFont typeface="Arial" panose="020B0604020202020204" pitchFamily="34" charset="0"/>
              <a:buNone/>
              <a:defRPr sz="18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200" b="0">
                <a:solidFill>
                  <a:schemeClr val="bg1"/>
                </a:solidFill>
              </a:defRPr>
            </a:lvl2pPr>
            <a:lvl3pPr marL="0" indent="0" algn="l">
              <a:lnSpc>
                <a:spcPct val="100000"/>
              </a:lnSpc>
              <a:spcBef>
                <a:spcPts val="0"/>
              </a:spcBef>
              <a:spcAft>
                <a:spcPts val="0"/>
              </a:spcAft>
              <a:buFont typeface="Arial" panose="020B0604020202020204" pitchFamily="34" charset="0"/>
              <a:buNone/>
              <a:defRPr sz="1200" b="0">
                <a:solidFill>
                  <a:schemeClr val="bg1"/>
                </a:solidFill>
              </a:defRPr>
            </a:lvl3pPr>
            <a:lvl4pPr marL="0" indent="0" algn="l">
              <a:lnSpc>
                <a:spcPct val="100000"/>
              </a:lnSpc>
              <a:spcBef>
                <a:spcPts val="0"/>
              </a:spcBef>
              <a:spcAft>
                <a:spcPts val="0"/>
              </a:spcAft>
              <a:buFont typeface="Arial" panose="020B0604020202020204" pitchFamily="34" charset="0"/>
              <a:buNone/>
              <a:defRPr sz="1200" b="0">
                <a:solidFill>
                  <a:schemeClr val="bg1"/>
                </a:solidFill>
              </a:defRPr>
            </a:lvl4pPr>
            <a:lvl5pPr marL="0" indent="0" algn="l">
              <a:lnSpc>
                <a:spcPct val="100000"/>
              </a:lnSpc>
              <a:spcBef>
                <a:spcPts val="0"/>
              </a:spcBef>
              <a:spcAft>
                <a:spcPts val="0"/>
              </a:spcAft>
              <a:buFont typeface="Arial" panose="020B0604020202020204" pitchFamily="34" charset="0"/>
              <a:buNone/>
              <a:defRPr sz="1200" b="0">
                <a:solidFill>
                  <a:schemeClr val="bg1"/>
                </a:solidFill>
              </a:defRPr>
            </a:lvl5pPr>
            <a:lvl6pPr marL="0" indent="0" algn="l">
              <a:lnSpc>
                <a:spcPct val="100000"/>
              </a:lnSpc>
              <a:spcBef>
                <a:spcPts val="0"/>
              </a:spcBef>
              <a:spcAft>
                <a:spcPts val="0"/>
              </a:spcAft>
              <a:buFont typeface="Arial" panose="020B0604020202020204" pitchFamily="34" charset="0"/>
              <a:buNone/>
              <a:defRPr sz="1200" b="0">
                <a:solidFill>
                  <a:schemeClr val="bg1"/>
                </a:solidFill>
              </a:defRPr>
            </a:lvl6pPr>
            <a:lvl7pPr marL="0" indent="0" algn="l">
              <a:lnSpc>
                <a:spcPct val="100000"/>
              </a:lnSpc>
              <a:spcBef>
                <a:spcPts val="0"/>
              </a:spcBef>
              <a:spcAft>
                <a:spcPts val="0"/>
              </a:spcAft>
              <a:buFont typeface="Arial" panose="020B0604020202020204" pitchFamily="34" charset="0"/>
              <a:buNone/>
              <a:defRPr sz="1200" b="0">
                <a:solidFill>
                  <a:schemeClr val="bg1"/>
                </a:solidFill>
              </a:defRPr>
            </a:lvl7pPr>
            <a:lvl8pPr marL="0" indent="0" algn="l">
              <a:lnSpc>
                <a:spcPct val="100000"/>
              </a:lnSpc>
              <a:spcBef>
                <a:spcPts val="0"/>
              </a:spcBef>
              <a:spcAft>
                <a:spcPts val="0"/>
              </a:spcAft>
              <a:buFont typeface="Arial" panose="020B0604020202020204" pitchFamily="34" charset="0"/>
              <a:buNone/>
              <a:defRPr sz="1200" b="0">
                <a:solidFill>
                  <a:schemeClr val="bg1"/>
                </a:solidFill>
              </a:defRPr>
            </a:lvl8pPr>
            <a:lvl9pPr marL="0" indent="0" algn="l">
              <a:lnSpc>
                <a:spcPct val="100000"/>
              </a:lnSpc>
              <a:spcBef>
                <a:spcPts val="0"/>
              </a:spcBef>
              <a:spcAft>
                <a:spcPts val="0"/>
              </a:spcAft>
              <a:buFont typeface="Arial" panose="020B0604020202020204" pitchFamily="34" charset="0"/>
              <a:buNone/>
              <a:defRPr sz="1200" b="0">
                <a:solidFill>
                  <a:schemeClr val="bg1"/>
                </a:solidFill>
              </a:defRPr>
            </a:lvl9pPr>
          </a:lstStyle>
          <a:p>
            <a:r>
              <a:rPr lang="en-US"/>
              <a:t>Subtitle of the presentation</a:t>
            </a:r>
          </a:p>
          <a:p>
            <a:pPr lvl="1"/>
            <a:r>
              <a:rPr lang="en-US"/>
              <a:t>Author | Date | Place</a:t>
            </a:r>
          </a:p>
        </p:txBody>
      </p:sp>
      <p:sp>
        <p:nvSpPr>
          <p:cNvPr id="4" name="Fußzeilenplatzhalter 3"/>
          <p:cNvSpPr>
            <a:spLocks noGrp="1"/>
          </p:cNvSpPr>
          <p:nvPr>
            <p:ph type="ftr" sz="quarter" idx="19"/>
          </p:nvPr>
        </p:nvSpPr>
        <p:spPr bwMode="gray">
          <a:xfrm>
            <a:off x="359952" y="4623996"/>
            <a:ext cx="3780000" cy="162000"/>
          </a:xfrm>
        </p:spPr>
        <p:txBody>
          <a:bodyPr/>
          <a:lstStyle>
            <a:lvl1pPr algn="l">
              <a:defRPr>
                <a:solidFill>
                  <a:schemeClr val="bg1"/>
                </a:solidFill>
              </a:defRPr>
            </a:lvl1pPr>
          </a:lstStyle>
          <a:p>
            <a:r>
              <a:rPr lang="en-US"/>
              <a:t>ONLY FOR INTERNAL USE</a:t>
            </a:r>
          </a:p>
        </p:txBody>
      </p:sp>
      <p:sp>
        <p:nvSpPr>
          <p:cNvPr id="5" name="Text Placeholder 8"/>
          <p:cNvSpPr>
            <a:spLocks noGrp="1"/>
          </p:cNvSpPr>
          <p:nvPr>
            <p:ph type="body" sz="quarter" idx="30"/>
          </p:nvPr>
        </p:nvSpPr>
        <p:spPr bwMode="gray">
          <a:xfrm>
            <a:off x="359100" y="357504"/>
            <a:ext cx="1233900" cy="372600"/>
          </a:xfrm>
          <a:blipFill>
            <a:blip r:embed="rId2">
              <a:extLst>
                <a:ext uri="{96DAC541-7B7A-43D3-8B79-37D633B846F1}">
                  <asvg:svgBlip xmlns:asvg="http://schemas.microsoft.com/office/drawing/2016/SVG/main" r:embed="rId3"/>
                </a:ext>
              </a:extLst>
            </a:blip>
            <a:srcRect/>
            <a:stretch>
              <a:fillRect t="20" b="20"/>
            </a:stretch>
          </a:blipFill>
        </p:spPr>
        <p:txBody>
          <a:bodyPr/>
          <a:lstStyle>
            <a:lvl1pPr marL="0" indent="0">
              <a:lnSpc>
                <a:spcPct val="100000"/>
              </a:lnSpc>
              <a:spcAft>
                <a:spcPts val="0"/>
              </a:spcAft>
              <a:buFontTx/>
              <a:buNone/>
              <a:defRPr sz="150">
                <a:noFill/>
              </a:defRPr>
            </a:lvl1pPr>
            <a:lvl2pPr marL="0" indent="0">
              <a:lnSpc>
                <a:spcPct val="100000"/>
              </a:lnSpc>
              <a:spcAft>
                <a:spcPts val="0"/>
              </a:spcAft>
              <a:buFontTx/>
              <a:buNone/>
              <a:defRPr sz="150">
                <a:noFill/>
              </a:defRPr>
            </a:lvl2pPr>
            <a:lvl3pPr marL="0" indent="0">
              <a:lnSpc>
                <a:spcPct val="100000"/>
              </a:lnSpc>
              <a:spcAft>
                <a:spcPts val="0"/>
              </a:spcAft>
              <a:buFontTx/>
              <a:buNone/>
              <a:defRPr sz="150">
                <a:noFill/>
              </a:defRPr>
            </a:lvl3pPr>
            <a:lvl4pPr marL="0" indent="0">
              <a:lnSpc>
                <a:spcPct val="100000"/>
              </a:lnSpc>
              <a:spcAft>
                <a:spcPts val="0"/>
              </a:spcAft>
              <a:buFontTx/>
              <a:buNone/>
              <a:defRPr sz="150">
                <a:noFill/>
              </a:defRPr>
            </a:lvl4pPr>
            <a:lvl5pPr marL="0" indent="0">
              <a:lnSpc>
                <a:spcPct val="100000"/>
              </a:lnSpc>
              <a:spcAft>
                <a:spcPts val="0"/>
              </a:spcAft>
              <a:buFontTx/>
              <a:buNone/>
              <a:defRPr sz="150">
                <a:noFill/>
              </a:defRPr>
            </a:lvl5pPr>
          </a:lstStyle>
          <a:p>
            <a:pPr lvl="0"/>
            <a:r>
              <a:rPr lang="en-US"/>
              <a:t>Click to edit Master text styles</a:t>
            </a:r>
          </a:p>
        </p:txBody>
      </p:sp>
      <p:sp>
        <p:nvSpPr>
          <p:cNvPr id="6" name="Text Placeholder 8"/>
          <p:cNvSpPr>
            <a:spLocks noGrp="1"/>
          </p:cNvSpPr>
          <p:nvPr>
            <p:ph type="body" sz="quarter" idx="31"/>
          </p:nvPr>
        </p:nvSpPr>
        <p:spPr bwMode="gray">
          <a:xfrm>
            <a:off x="7569329" y="4625100"/>
            <a:ext cx="1215000" cy="162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150">
                <a:noFill/>
              </a:defRPr>
            </a:lvl1pPr>
            <a:lvl2pPr marL="0" indent="0">
              <a:lnSpc>
                <a:spcPct val="100000"/>
              </a:lnSpc>
              <a:spcAft>
                <a:spcPts val="0"/>
              </a:spcAft>
              <a:buFontTx/>
              <a:buNone/>
              <a:defRPr sz="150">
                <a:noFill/>
              </a:defRPr>
            </a:lvl2pPr>
            <a:lvl3pPr marL="0" indent="0">
              <a:lnSpc>
                <a:spcPct val="100000"/>
              </a:lnSpc>
              <a:spcAft>
                <a:spcPts val="0"/>
              </a:spcAft>
              <a:buFontTx/>
              <a:buNone/>
              <a:defRPr sz="150">
                <a:noFill/>
              </a:defRPr>
            </a:lvl3pPr>
            <a:lvl4pPr marL="0" indent="0">
              <a:lnSpc>
                <a:spcPct val="100000"/>
              </a:lnSpc>
              <a:spcAft>
                <a:spcPts val="0"/>
              </a:spcAft>
              <a:buFontTx/>
              <a:buNone/>
              <a:defRPr sz="150">
                <a:noFill/>
              </a:defRPr>
            </a:lvl4pPr>
            <a:lvl5pPr marL="0" indent="0">
              <a:lnSpc>
                <a:spcPct val="100000"/>
              </a:lnSpc>
              <a:spcAft>
                <a:spcPts val="0"/>
              </a:spcAft>
              <a:buFontTx/>
              <a:buNone/>
              <a:defRPr sz="150">
                <a:noFill/>
              </a:defRPr>
            </a:lvl5pPr>
          </a:lstStyle>
          <a:p>
            <a:pPr lvl="0"/>
            <a:r>
              <a:rPr lang="en-US"/>
              <a:t>Click to edit Master text styles</a:t>
            </a:r>
          </a:p>
        </p:txBody>
      </p:sp>
      <p:grpSp>
        <p:nvGrpSpPr>
          <p:cNvPr id="7" name="Group 6"/>
          <p:cNvGrpSpPr/>
          <p:nvPr userDrawn="1"/>
        </p:nvGrpSpPr>
        <p:grpSpPr bwMode="gray">
          <a:xfrm>
            <a:off x="-1422666" y="0"/>
            <a:ext cx="1286309" cy="2808312"/>
            <a:chOff x="-1824880" y="2708920"/>
            <a:chExt cx="1715078" cy="3744416"/>
          </a:xfrm>
        </p:grpSpPr>
        <p:sp>
          <p:nvSpPr>
            <p:cNvPr id="8" name="TextBox 7"/>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450"/>
                </a:spcAft>
              </a:pPr>
              <a:r>
                <a:rPr lang="en-US" sz="825" b="1">
                  <a:solidFill>
                    <a:schemeClr val="tx1"/>
                  </a:solidFill>
                  <a:effectLst/>
                  <a:latin typeface="+mj-lt"/>
                </a:rPr>
                <a:t>To insert a picture:</a:t>
              </a:r>
            </a:p>
            <a:p>
              <a:pPr marL="107950" indent="-107950">
                <a:lnSpc>
                  <a:spcPct val="120000"/>
                </a:lnSpc>
                <a:spcAft>
                  <a:spcPts val="450"/>
                </a:spcAft>
                <a:buFont typeface="+mj-lt"/>
                <a:buAutoNum type="arabicPeriod"/>
              </a:pPr>
              <a:r>
                <a:rPr lang="en-US" sz="675">
                  <a:solidFill>
                    <a:schemeClr val="tx1"/>
                  </a:solidFill>
                  <a:effectLst/>
                  <a:latin typeface="+mn-lt"/>
                </a:rPr>
                <a:t>Click on the placeholder for pictures</a:t>
              </a:r>
            </a:p>
            <a:p>
              <a:pPr marL="107950" indent="-107950">
                <a:lnSpc>
                  <a:spcPct val="120000"/>
                </a:lnSpc>
                <a:spcAft>
                  <a:spcPts val="450"/>
                </a:spcAft>
                <a:buFont typeface="+mj-lt"/>
                <a:buAutoNum type="arabicPeriod"/>
              </a:pPr>
              <a:r>
                <a:rPr lang="en-US" sz="675">
                  <a:solidFill>
                    <a:schemeClr val="tx1"/>
                  </a:solidFill>
                  <a:effectLst/>
                  <a:latin typeface="+mn-lt"/>
                </a:rPr>
                <a:t>Open the menu “Insert”</a:t>
              </a:r>
            </a:p>
            <a:p>
              <a:pPr marL="107950" indent="-107950">
                <a:lnSpc>
                  <a:spcPct val="120000"/>
                </a:lnSpc>
                <a:spcAft>
                  <a:spcPts val="450"/>
                </a:spcAft>
                <a:buFont typeface="+mj-lt"/>
                <a:buAutoNum type="arabicPeriod"/>
              </a:pPr>
              <a:r>
                <a:rPr lang="en-US" sz="675">
                  <a:solidFill>
                    <a:schemeClr val="tx1"/>
                  </a:solidFill>
                  <a:effectLst/>
                  <a:latin typeface="+mn-lt"/>
                </a:rPr>
                <a:t>Choose “Pictures” and then the corresponding source where the image is located</a:t>
              </a:r>
              <a:endParaRPr lang="en-US" sz="675">
                <a:solidFill>
                  <a:schemeClr val="tx1"/>
                </a:solidFill>
                <a:latin typeface="+mn-lt"/>
              </a:endParaRPr>
            </a:p>
          </p:txBody>
        </p:sp>
        <p:pic>
          <p:nvPicPr>
            <p:cNvPr id="9" name="Picture 8"/>
            <p:cNvPicPr>
              <a:picLocks noChangeAspect="1"/>
            </p:cNvPicPr>
            <p:nvPr userDrawn="1"/>
          </p:nvPicPr>
          <p:blipFill rotWithShape="1">
            <a:blip r:embed="rId6"/>
            <a:srcRect l="8843" r="2395" b="2546"/>
            <a:stretch>
              <a:fillRect/>
            </a:stretch>
          </p:blipFill>
          <p:spPr bwMode="gray">
            <a:xfrm>
              <a:off x="-1589806" y="4475212"/>
              <a:ext cx="745332" cy="1122804"/>
            </a:xfrm>
            <a:prstGeom prst="roundRect">
              <a:avLst>
                <a:gd name="adj" fmla="val 3514"/>
              </a:avLst>
            </a:prstGeom>
          </p:spPr>
        </p:pic>
        <p:sp>
          <p:nvSpPr>
            <p:cNvPr id="10" name="TextBox 9"/>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07950" indent="-107950">
                <a:spcAft>
                  <a:spcPts val="450"/>
                </a:spcAft>
                <a:buFont typeface="+mj-lt"/>
                <a:buAutoNum type="arabicPeriod" startAt="4"/>
              </a:pPr>
              <a:r>
                <a:rPr lang="en-US" sz="675">
                  <a:solidFill>
                    <a:schemeClr val="tx1"/>
                  </a:solidFill>
                  <a:effectLst/>
                  <a:latin typeface="+mn-lt"/>
                </a:rPr>
                <a:t>Now the image has </a:t>
              </a:r>
              <a:br>
                <a:rPr lang="en-US" sz="675">
                  <a:solidFill>
                    <a:schemeClr val="tx1"/>
                  </a:solidFill>
                  <a:effectLst/>
                  <a:latin typeface="+mn-lt"/>
                </a:rPr>
              </a:br>
              <a:r>
                <a:rPr lang="en-US" sz="675">
                  <a:solidFill>
                    <a:schemeClr val="tx1"/>
                  </a:solidFill>
                  <a:effectLst/>
                  <a:latin typeface="+mn-lt"/>
                </a:rPr>
                <a:t>been loaded into the </a:t>
              </a:r>
              <a:br>
                <a:rPr lang="en-US" sz="675">
                  <a:solidFill>
                    <a:schemeClr val="tx1"/>
                  </a:solidFill>
                  <a:effectLst/>
                  <a:latin typeface="+mn-lt"/>
                </a:rPr>
              </a:br>
              <a:r>
                <a:rPr lang="en-US" sz="675">
                  <a:solidFill>
                    <a:schemeClr val="tx1"/>
                  </a:solidFill>
                  <a:effectLst/>
                  <a:latin typeface="+mn-lt"/>
                </a:rPr>
                <a:t>placeholder.</a:t>
              </a:r>
              <a:endParaRPr lang="en-US" sz="675">
                <a:solidFill>
                  <a:schemeClr val="tx1"/>
                </a:solidFill>
                <a:latin typeface="+mn-lt"/>
              </a:endParaRPr>
            </a:p>
          </p:txBody>
        </p:sp>
      </p:grp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Title slide image (bright)">
    <p:bg>
      <p:bgPr>
        <a:solidFill>
          <a:schemeClr val="bg1"/>
        </a:solidFill>
        <a:effectLst/>
      </p:bgPr>
    </p:bg>
    <p:spTree>
      <p:nvGrpSpPr>
        <p:cNvPr id="1" name=""/>
        <p:cNvGrpSpPr/>
        <p:nvPr/>
      </p:nvGrpSpPr>
      <p:grpSpPr>
        <a:xfrm>
          <a:off x="0" y="0"/>
          <a:ext cx="0" cy="0"/>
          <a:chOff x="0" y="0"/>
          <a:chExt cx="0" cy="0"/>
        </a:xfrm>
      </p:grpSpPr>
      <p:sp>
        <p:nvSpPr>
          <p:cNvPr id="4" name="Rechteck 3"/>
          <p:cNvSpPr/>
          <p:nvPr userDrawn="1"/>
        </p:nvSpPr>
        <p:spPr bwMode="gray">
          <a:xfrm>
            <a:off x="0" y="0"/>
            <a:ext cx="9147600" cy="51435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solidFill>
                <a:schemeClr val="tx1"/>
              </a:solidFill>
            </a:endParaRPr>
          </a:p>
        </p:txBody>
      </p:sp>
      <p:sp>
        <p:nvSpPr>
          <p:cNvPr id="11" name="Bildplatzhalter 10"/>
          <p:cNvSpPr>
            <a:spLocks noGrp="1"/>
          </p:cNvSpPr>
          <p:nvPr>
            <p:ph type="pic" sz="quarter" idx="10" hasCustomPrompt="1"/>
          </p:nvPr>
        </p:nvSpPr>
        <p:spPr bwMode="gray">
          <a:xfrm>
            <a:off x="0" y="0"/>
            <a:ext cx="9144000" cy="5143500"/>
          </a:xfrm>
          <a:solidFill>
            <a:srgbClr val="E5E3DE"/>
          </a:solidFill>
        </p:spPr>
        <p:txBody>
          <a:bodyPr tIns="720000" anchor="ctr" anchorCtr="0"/>
          <a:lstStyle>
            <a:lvl1pPr marL="0" indent="0" algn="ctr">
              <a:spcBef>
                <a:spcPts val="0"/>
              </a:spcBef>
              <a:spcAft>
                <a:spcPts val="0"/>
              </a:spcAft>
              <a:buFontTx/>
              <a:buNone/>
              <a:defRPr sz="900" b="0">
                <a:solidFill>
                  <a:schemeClr val="tx1"/>
                </a:solidFill>
              </a:defRPr>
            </a:lvl1pPr>
            <a:lvl2pPr marL="0" indent="0" algn="ctr">
              <a:spcBef>
                <a:spcPts val="0"/>
              </a:spcBef>
              <a:spcAft>
                <a:spcPts val="0"/>
              </a:spcAft>
              <a:buFontTx/>
              <a:buNone/>
              <a:defRPr sz="900" b="0"/>
            </a:lvl2pPr>
            <a:lvl3pPr marL="0" indent="0" algn="ctr">
              <a:spcBef>
                <a:spcPts val="0"/>
              </a:spcBef>
              <a:spcAft>
                <a:spcPts val="0"/>
              </a:spcAft>
              <a:buFontTx/>
              <a:buNone/>
              <a:defRPr sz="900" b="0"/>
            </a:lvl3pPr>
            <a:lvl4pPr marL="0" indent="0" algn="ctr">
              <a:spcBef>
                <a:spcPts val="0"/>
              </a:spcBef>
              <a:spcAft>
                <a:spcPts val="0"/>
              </a:spcAft>
              <a:buFontTx/>
              <a:buNone/>
              <a:defRPr sz="900" b="0"/>
            </a:lvl4pPr>
            <a:lvl5pPr marL="0" indent="0" algn="ctr">
              <a:spcBef>
                <a:spcPts val="0"/>
              </a:spcBef>
              <a:spcAft>
                <a:spcPts val="0"/>
              </a:spcAft>
              <a:buFontTx/>
              <a:buNone/>
              <a:defRPr sz="900" b="0"/>
            </a:lvl5pPr>
            <a:lvl6pPr marL="0" indent="0" algn="ctr">
              <a:spcBef>
                <a:spcPts val="0"/>
              </a:spcBef>
              <a:spcAft>
                <a:spcPts val="0"/>
              </a:spcAft>
              <a:buFontTx/>
              <a:buNone/>
              <a:defRPr sz="900" b="0"/>
            </a:lvl6pPr>
            <a:lvl7pPr marL="0" indent="0" algn="ctr">
              <a:spcBef>
                <a:spcPts val="0"/>
              </a:spcBef>
              <a:spcAft>
                <a:spcPts val="0"/>
              </a:spcAft>
              <a:buFontTx/>
              <a:buNone/>
              <a:defRPr sz="900" b="0"/>
            </a:lvl7pPr>
            <a:lvl8pPr marL="0" indent="0" algn="ctr">
              <a:spcBef>
                <a:spcPts val="0"/>
              </a:spcBef>
              <a:spcAft>
                <a:spcPts val="0"/>
              </a:spcAft>
              <a:buFontTx/>
              <a:buNone/>
              <a:defRPr sz="900" b="0"/>
            </a:lvl8pPr>
            <a:lvl9pPr marL="0" indent="0" algn="ctr">
              <a:spcBef>
                <a:spcPts val="0"/>
              </a:spcBef>
              <a:spcAft>
                <a:spcPts val="0"/>
              </a:spcAft>
              <a:buFontTx/>
              <a:buNone/>
              <a:defRPr sz="900" b="0"/>
            </a:lvl9pPr>
          </a:lstStyle>
          <a:p>
            <a:pPr lvl="0"/>
            <a:r>
              <a:rPr lang="en-US"/>
              <a:t>Add picture</a:t>
            </a:r>
          </a:p>
        </p:txBody>
      </p:sp>
      <p:sp>
        <p:nvSpPr>
          <p:cNvPr id="2" name="Titel 1"/>
          <p:cNvSpPr>
            <a:spLocks noGrp="1"/>
          </p:cNvSpPr>
          <p:nvPr>
            <p:ph type="ctrTitle" hasCustomPrompt="1"/>
          </p:nvPr>
        </p:nvSpPr>
        <p:spPr bwMode="gray">
          <a:xfrm>
            <a:off x="359569" y="1977750"/>
            <a:ext cx="5454254" cy="1188000"/>
          </a:xfrm>
        </p:spPr>
        <p:txBody>
          <a:bodyPr anchor="b"/>
          <a:lstStyle>
            <a:lvl1pPr algn="l">
              <a:defRPr sz="3600" b="1" i="0">
                <a:solidFill>
                  <a:schemeClr val="bg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359570" y="3327840"/>
            <a:ext cx="5454696" cy="702000"/>
          </a:xfrm>
        </p:spPr>
        <p:txBody>
          <a:bodyPr/>
          <a:lstStyle>
            <a:lvl1pPr marL="0" indent="0" algn="l">
              <a:lnSpc>
                <a:spcPct val="100000"/>
              </a:lnSpc>
              <a:spcBef>
                <a:spcPts val="0"/>
              </a:spcBef>
              <a:spcAft>
                <a:spcPts val="1800"/>
              </a:spcAft>
              <a:buFont typeface="Arial" panose="020B0604020202020204" pitchFamily="34" charset="0"/>
              <a:buNone/>
              <a:defRPr sz="1800" b="0">
                <a:solidFill>
                  <a:schemeClr val="bg2"/>
                </a:solidFill>
                <a:latin typeface="+mj-lt"/>
              </a:defRPr>
            </a:lvl1pPr>
            <a:lvl2pPr marL="0" indent="0" algn="l">
              <a:lnSpc>
                <a:spcPct val="100000"/>
              </a:lnSpc>
              <a:spcBef>
                <a:spcPts val="0"/>
              </a:spcBef>
              <a:spcAft>
                <a:spcPts val="0"/>
              </a:spcAft>
              <a:buFont typeface="Arial" panose="020B0604020202020204" pitchFamily="34" charset="0"/>
              <a:buNone/>
              <a:defRPr sz="1200" b="0">
                <a:solidFill>
                  <a:schemeClr val="bg2"/>
                </a:solidFill>
              </a:defRPr>
            </a:lvl2pPr>
            <a:lvl3pPr marL="0" indent="0" algn="l">
              <a:lnSpc>
                <a:spcPct val="100000"/>
              </a:lnSpc>
              <a:spcBef>
                <a:spcPts val="0"/>
              </a:spcBef>
              <a:spcAft>
                <a:spcPts val="0"/>
              </a:spcAft>
              <a:buFont typeface="Arial" panose="020B0604020202020204" pitchFamily="34" charset="0"/>
              <a:buNone/>
              <a:defRPr sz="1200" b="0">
                <a:solidFill>
                  <a:schemeClr val="bg2"/>
                </a:solidFill>
              </a:defRPr>
            </a:lvl3pPr>
            <a:lvl4pPr marL="0" indent="0" algn="l">
              <a:lnSpc>
                <a:spcPct val="100000"/>
              </a:lnSpc>
              <a:spcBef>
                <a:spcPts val="0"/>
              </a:spcBef>
              <a:spcAft>
                <a:spcPts val="0"/>
              </a:spcAft>
              <a:buFont typeface="Arial" panose="020B0604020202020204" pitchFamily="34" charset="0"/>
              <a:buNone/>
              <a:defRPr sz="1200" b="0">
                <a:solidFill>
                  <a:schemeClr val="bg2"/>
                </a:solidFill>
              </a:defRPr>
            </a:lvl4pPr>
            <a:lvl5pPr marL="0" indent="0" algn="l">
              <a:lnSpc>
                <a:spcPct val="100000"/>
              </a:lnSpc>
              <a:spcBef>
                <a:spcPts val="0"/>
              </a:spcBef>
              <a:spcAft>
                <a:spcPts val="0"/>
              </a:spcAft>
              <a:buFont typeface="Arial" panose="020B0604020202020204" pitchFamily="34" charset="0"/>
              <a:buNone/>
              <a:defRPr sz="1200" b="0">
                <a:solidFill>
                  <a:schemeClr val="bg2"/>
                </a:solidFill>
              </a:defRPr>
            </a:lvl5pPr>
            <a:lvl6pPr marL="0" indent="0" algn="l">
              <a:lnSpc>
                <a:spcPct val="100000"/>
              </a:lnSpc>
              <a:spcBef>
                <a:spcPts val="0"/>
              </a:spcBef>
              <a:spcAft>
                <a:spcPts val="0"/>
              </a:spcAft>
              <a:buFont typeface="Arial" panose="020B0604020202020204" pitchFamily="34" charset="0"/>
              <a:buNone/>
              <a:defRPr sz="1200" b="0">
                <a:solidFill>
                  <a:schemeClr val="bg2"/>
                </a:solidFill>
              </a:defRPr>
            </a:lvl6pPr>
            <a:lvl7pPr marL="0" indent="0" algn="l">
              <a:lnSpc>
                <a:spcPct val="100000"/>
              </a:lnSpc>
              <a:spcBef>
                <a:spcPts val="0"/>
              </a:spcBef>
              <a:spcAft>
                <a:spcPts val="0"/>
              </a:spcAft>
              <a:buFont typeface="Arial" panose="020B0604020202020204" pitchFamily="34" charset="0"/>
              <a:buNone/>
              <a:defRPr sz="1200" b="0">
                <a:solidFill>
                  <a:schemeClr val="bg2"/>
                </a:solidFill>
              </a:defRPr>
            </a:lvl7pPr>
            <a:lvl8pPr marL="0" indent="0" algn="l">
              <a:lnSpc>
                <a:spcPct val="100000"/>
              </a:lnSpc>
              <a:spcBef>
                <a:spcPts val="0"/>
              </a:spcBef>
              <a:spcAft>
                <a:spcPts val="0"/>
              </a:spcAft>
              <a:buFont typeface="Arial" panose="020B0604020202020204" pitchFamily="34" charset="0"/>
              <a:buNone/>
              <a:defRPr sz="1200" b="0">
                <a:solidFill>
                  <a:schemeClr val="bg2"/>
                </a:solidFill>
              </a:defRPr>
            </a:lvl8pPr>
            <a:lvl9pPr marL="0" indent="0" algn="l">
              <a:lnSpc>
                <a:spcPct val="100000"/>
              </a:lnSpc>
              <a:spcBef>
                <a:spcPts val="0"/>
              </a:spcBef>
              <a:spcAft>
                <a:spcPts val="0"/>
              </a:spcAft>
              <a:buFont typeface="Arial" panose="020B0604020202020204" pitchFamily="34" charset="0"/>
              <a:buNone/>
              <a:defRPr sz="1200" b="0">
                <a:solidFill>
                  <a:schemeClr val="bg2"/>
                </a:solidFill>
              </a:defRPr>
            </a:lvl9pPr>
          </a:lstStyle>
          <a:p>
            <a:r>
              <a:rPr lang="en-US"/>
              <a:t>Subtitle of the presentation</a:t>
            </a:r>
          </a:p>
          <a:p>
            <a:pPr lvl="1"/>
            <a:r>
              <a:rPr lang="en-US"/>
              <a:t>Author | Date | Place</a:t>
            </a:r>
          </a:p>
        </p:txBody>
      </p:sp>
      <p:sp>
        <p:nvSpPr>
          <p:cNvPr id="5" name="Fußzeilenplatzhalter 3"/>
          <p:cNvSpPr>
            <a:spLocks noGrp="1"/>
          </p:cNvSpPr>
          <p:nvPr>
            <p:ph type="ftr" sz="quarter" idx="19"/>
          </p:nvPr>
        </p:nvSpPr>
        <p:spPr bwMode="gray">
          <a:xfrm>
            <a:off x="359952" y="4623996"/>
            <a:ext cx="3780000" cy="162000"/>
          </a:xfrm>
        </p:spPr>
        <p:txBody>
          <a:bodyPr/>
          <a:lstStyle>
            <a:lvl1pPr algn="l">
              <a:defRPr/>
            </a:lvl1pPr>
          </a:lstStyle>
          <a:p>
            <a:r>
              <a:rPr lang="en-US"/>
              <a:t>ONLY FOR INTERNAL USE</a:t>
            </a:r>
          </a:p>
        </p:txBody>
      </p:sp>
      <p:sp>
        <p:nvSpPr>
          <p:cNvPr id="9" name="Text Placeholder 8"/>
          <p:cNvSpPr>
            <a:spLocks noGrp="1"/>
          </p:cNvSpPr>
          <p:nvPr>
            <p:ph type="body" sz="quarter" idx="30"/>
          </p:nvPr>
        </p:nvSpPr>
        <p:spPr bwMode="gray">
          <a:xfrm>
            <a:off x="359100" y="357504"/>
            <a:ext cx="1233900" cy="372600"/>
          </a:xfrm>
          <a:blipFill>
            <a:blip r:embed="rId2">
              <a:extLst>
                <a:ext uri="{96DAC541-7B7A-43D3-8B79-37D633B846F1}">
                  <asvg:svgBlip xmlns:asvg="http://schemas.microsoft.com/office/drawing/2016/SVG/main" r:embed="rId3"/>
                </a:ext>
              </a:extLst>
            </a:blip>
            <a:srcRect/>
            <a:stretch>
              <a:fillRect t="20" b="20"/>
            </a:stretch>
          </a:blipFill>
        </p:spPr>
        <p:txBody>
          <a:bodyPr/>
          <a:lstStyle>
            <a:lvl1pPr marL="0" indent="0">
              <a:lnSpc>
                <a:spcPct val="100000"/>
              </a:lnSpc>
              <a:spcAft>
                <a:spcPts val="0"/>
              </a:spcAft>
              <a:buFontTx/>
              <a:buNone/>
              <a:defRPr sz="150">
                <a:noFill/>
              </a:defRPr>
            </a:lvl1pPr>
            <a:lvl2pPr marL="0" indent="0">
              <a:lnSpc>
                <a:spcPct val="100000"/>
              </a:lnSpc>
              <a:spcAft>
                <a:spcPts val="0"/>
              </a:spcAft>
              <a:buFontTx/>
              <a:buNone/>
              <a:defRPr sz="150">
                <a:noFill/>
              </a:defRPr>
            </a:lvl2pPr>
            <a:lvl3pPr marL="0" indent="0">
              <a:lnSpc>
                <a:spcPct val="100000"/>
              </a:lnSpc>
              <a:spcAft>
                <a:spcPts val="0"/>
              </a:spcAft>
              <a:buFontTx/>
              <a:buNone/>
              <a:defRPr sz="150">
                <a:noFill/>
              </a:defRPr>
            </a:lvl3pPr>
            <a:lvl4pPr marL="0" indent="0">
              <a:lnSpc>
                <a:spcPct val="100000"/>
              </a:lnSpc>
              <a:spcAft>
                <a:spcPts val="0"/>
              </a:spcAft>
              <a:buFontTx/>
              <a:buNone/>
              <a:defRPr sz="150">
                <a:noFill/>
              </a:defRPr>
            </a:lvl4pPr>
            <a:lvl5pPr marL="0" indent="0">
              <a:lnSpc>
                <a:spcPct val="100000"/>
              </a:lnSpc>
              <a:spcAft>
                <a:spcPts val="0"/>
              </a:spcAft>
              <a:buFontTx/>
              <a:buNone/>
              <a:defRPr sz="150">
                <a:noFill/>
              </a:defRPr>
            </a:lvl5pPr>
          </a:lstStyle>
          <a:p>
            <a:pPr lvl="0"/>
            <a:r>
              <a:rPr lang="en-US"/>
              <a:t>Click to edit Master text styles</a:t>
            </a:r>
          </a:p>
        </p:txBody>
      </p:sp>
      <p:sp>
        <p:nvSpPr>
          <p:cNvPr id="13" name="Text Placeholder 8"/>
          <p:cNvSpPr>
            <a:spLocks noGrp="1"/>
          </p:cNvSpPr>
          <p:nvPr>
            <p:ph type="body" sz="quarter" idx="31"/>
          </p:nvPr>
        </p:nvSpPr>
        <p:spPr bwMode="gray">
          <a:xfrm>
            <a:off x="7569329" y="4625100"/>
            <a:ext cx="1215000" cy="162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150">
                <a:noFill/>
              </a:defRPr>
            </a:lvl1pPr>
            <a:lvl2pPr marL="0" indent="0">
              <a:lnSpc>
                <a:spcPct val="100000"/>
              </a:lnSpc>
              <a:spcAft>
                <a:spcPts val="0"/>
              </a:spcAft>
              <a:buFontTx/>
              <a:buNone/>
              <a:defRPr sz="150">
                <a:noFill/>
              </a:defRPr>
            </a:lvl2pPr>
            <a:lvl3pPr marL="0" indent="0">
              <a:lnSpc>
                <a:spcPct val="100000"/>
              </a:lnSpc>
              <a:spcAft>
                <a:spcPts val="0"/>
              </a:spcAft>
              <a:buFontTx/>
              <a:buNone/>
              <a:defRPr sz="150">
                <a:noFill/>
              </a:defRPr>
            </a:lvl3pPr>
            <a:lvl4pPr marL="0" indent="0">
              <a:lnSpc>
                <a:spcPct val="100000"/>
              </a:lnSpc>
              <a:spcAft>
                <a:spcPts val="0"/>
              </a:spcAft>
              <a:buFontTx/>
              <a:buNone/>
              <a:defRPr sz="150">
                <a:noFill/>
              </a:defRPr>
            </a:lvl4pPr>
            <a:lvl5pPr marL="0" indent="0">
              <a:lnSpc>
                <a:spcPct val="100000"/>
              </a:lnSpc>
              <a:spcAft>
                <a:spcPts val="0"/>
              </a:spcAft>
              <a:buFontTx/>
              <a:buNone/>
              <a:defRPr sz="150">
                <a:noFill/>
              </a:defRPr>
            </a:lvl5pPr>
          </a:lstStyle>
          <a:p>
            <a:pPr lvl="0"/>
            <a:r>
              <a:rPr lang="en-US"/>
              <a:t>Click to edit Master text styles</a:t>
            </a:r>
          </a:p>
        </p:txBody>
      </p:sp>
      <p:grpSp>
        <p:nvGrpSpPr>
          <p:cNvPr id="12" name="Group 11"/>
          <p:cNvGrpSpPr/>
          <p:nvPr userDrawn="1"/>
        </p:nvGrpSpPr>
        <p:grpSpPr bwMode="gray">
          <a:xfrm>
            <a:off x="-1422666" y="0"/>
            <a:ext cx="1286309" cy="2808312"/>
            <a:chOff x="-1824880" y="2708920"/>
            <a:chExt cx="1715078" cy="3744416"/>
          </a:xfrm>
        </p:grpSpPr>
        <p:sp>
          <p:nvSpPr>
            <p:cNvPr id="14" name="TextBox 13"/>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450"/>
                </a:spcAft>
              </a:pPr>
              <a:r>
                <a:rPr lang="en-US" sz="825" b="1">
                  <a:solidFill>
                    <a:schemeClr val="tx1"/>
                  </a:solidFill>
                  <a:effectLst/>
                  <a:latin typeface="+mj-lt"/>
                </a:rPr>
                <a:t>To insert a picture:</a:t>
              </a:r>
            </a:p>
            <a:p>
              <a:pPr marL="107950" indent="-107950">
                <a:lnSpc>
                  <a:spcPct val="120000"/>
                </a:lnSpc>
                <a:spcAft>
                  <a:spcPts val="450"/>
                </a:spcAft>
                <a:buFont typeface="+mj-lt"/>
                <a:buAutoNum type="arabicPeriod"/>
              </a:pPr>
              <a:r>
                <a:rPr lang="en-US" sz="675">
                  <a:solidFill>
                    <a:schemeClr val="tx1"/>
                  </a:solidFill>
                  <a:effectLst/>
                  <a:latin typeface="+mn-lt"/>
                </a:rPr>
                <a:t>Click on the placeholder for pictures</a:t>
              </a:r>
            </a:p>
            <a:p>
              <a:pPr marL="107950" indent="-107950">
                <a:lnSpc>
                  <a:spcPct val="120000"/>
                </a:lnSpc>
                <a:spcAft>
                  <a:spcPts val="450"/>
                </a:spcAft>
                <a:buFont typeface="+mj-lt"/>
                <a:buAutoNum type="arabicPeriod"/>
              </a:pPr>
              <a:r>
                <a:rPr lang="en-US" sz="675">
                  <a:solidFill>
                    <a:schemeClr val="tx1"/>
                  </a:solidFill>
                  <a:effectLst/>
                  <a:latin typeface="+mn-lt"/>
                </a:rPr>
                <a:t>Open the menu “Insert”</a:t>
              </a:r>
            </a:p>
            <a:p>
              <a:pPr marL="107950" indent="-107950">
                <a:lnSpc>
                  <a:spcPct val="120000"/>
                </a:lnSpc>
                <a:spcAft>
                  <a:spcPts val="450"/>
                </a:spcAft>
                <a:buFont typeface="+mj-lt"/>
                <a:buAutoNum type="arabicPeriod"/>
              </a:pPr>
              <a:r>
                <a:rPr lang="en-US" sz="675">
                  <a:solidFill>
                    <a:schemeClr val="tx1"/>
                  </a:solidFill>
                  <a:effectLst/>
                  <a:latin typeface="+mn-lt"/>
                </a:rPr>
                <a:t>Choose “Pictures” and then the corresponding source where the image is located</a:t>
              </a:r>
              <a:endParaRPr lang="en-US" sz="675">
                <a:solidFill>
                  <a:schemeClr val="tx1"/>
                </a:solidFill>
                <a:latin typeface="+mn-lt"/>
              </a:endParaRPr>
            </a:p>
          </p:txBody>
        </p:sp>
        <p:pic>
          <p:nvPicPr>
            <p:cNvPr id="15" name="Picture 14"/>
            <p:cNvPicPr>
              <a:picLocks noChangeAspect="1"/>
            </p:cNvPicPr>
            <p:nvPr userDrawn="1"/>
          </p:nvPicPr>
          <p:blipFill rotWithShape="1">
            <a:blip r:embed="rId6"/>
            <a:srcRect l="8843" r="2395" b="2546"/>
            <a:stretch>
              <a:fillRect/>
            </a:stretch>
          </p:blipFill>
          <p:spPr bwMode="gray">
            <a:xfrm>
              <a:off x="-1589806" y="4475212"/>
              <a:ext cx="745332" cy="1122804"/>
            </a:xfrm>
            <a:prstGeom prst="roundRect">
              <a:avLst>
                <a:gd name="adj" fmla="val 3514"/>
              </a:avLst>
            </a:prstGeom>
          </p:spPr>
        </p:pic>
        <p:sp>
          <p:nvSpPr>
            <p:cNvPr id="16" name="TextBox 15"/>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07950" indent="-107950">
                <a:spcAft>
                  <a:spcPts val="450"/>
                </a:spcAft>
                <a:buFont typeface="+mj-lt"/>
                <a:buAutoNum type="arabicPeriod" startAt="4"/>
              </a:pPr>
              <a:r>
                <a:rPr lang="en-US" sz="675">
                  <a:solidFill>
                    <a:schemeClr val="tx1"/>
                  </a:solidFill>
                  <a:effectLst/>
                  <a:latin typeface="+mn-lt"/>
                </a:rPr>
                <a:t>Now the image has </a:t>
              </a:r>
              <a:br>
                <a:rPr lang="en-US" sz="675">
                  <a:solidFill>
                    <a:schemeClr val="tx1"/>
                  </a:solidFill>
                  <a:effectLst/>
                  <a:latin typeface="+mn-lt"/>
                </a:rPr>
              </a:br>
              <a:r>
                <a:rPr lang="en-US" sz="675">
                  <a:solidFill>
                    <a:schemeClr val="tx1"/>
                  </a:solidFill>
                  <a:effectLst/>
                  <a:latin typeface="+mn-lt"/>
                </a:rPr>
                <a:t>been loaded into the </a:t>
              </a:r>
              <a:br>
                <a:rPr lang="en-US" sz="675">
                  <a:solidFill>
                    <a:schemeClr val="tx1"/>
                  </a:solidFill>
                  <a:effectLst/>
                  <a:latin typeface="+mn-lt"/>
                </a:rPr>
              </a:br>
              <a:r>
                <a:rPr lang="en-US" sz="675">
                  <a:solidFill>
                    <a:schemeClr val="tx1"/>
                  </a:solidFill>
                  <a:effectLst/>
                  <a:latin typeface="+mn-lt"/>
                </a:rPr>
                <a:t>placeholder.</a:t>
              </a:r>
              <a:endParaRPr lang="en-US" sz="675">
                <a:solidFill>
                  <a:schemeClr val="tx1"/>
                </a:solidFill>
                <a:latin typeface="+mn-lt"/>
              </a:endParaRPr>
            </a:p>
          </p:txBody>
        </p:sp>
      </p:grpSp>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Title slide image (small)">
    <p:bg bwMode="ltGray">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359569" y="1977750"/>
            <a:ext cx="5454254" cy="1188000"/>
          </a:xfrm>
        </p:spPr>
        <p:txBody>
          <a:bodyPr anchor="b"/>
          <a:lstStyle>
            <a:lvl1pPr algn="l">
              <a:defRPr sz="3600" b="1" i="0">
                <a:solidFill>
                  <a:schemeClr val="tx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359570" y="3327840"/>
            <a:ext cx="5454696" cy="702000"/>
          </a:xfrm>
        </p:spPr>
        <p:txBody>
          <a:bodyPr/>
          <a:lstStyle>
            <a:lvl1pPr marL="0" indent="0" algn="l">
              <a:lnSpc>
                <a:spcPct val="100000"/>
              </a:lnSpc>
              <a:spcBef>
                <a:spcPts val="0"/>
              </a:spcBef>
              <a:spcAft>
                <a:spcPts val="1800"/>
              </a:spcAft>
              <a:buFont typeface="Arial" panose="020B0604020202020204" pitchFamily="34" charset="0"/>
              <a:buNone/>
              <a:defRPr sz="18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200" b="0">
                <a:solidFill>
                  <a:schemeClr val="bg1"/>
                </a:solidFill>
              </a:defRPr>
            </a:lvl2pPr>
            <a:lvl3pPr marL="0" indent="0" algn="l">
              <a:lnSpc>
                <a:spcPct val="100000"/>
              </a:lnSpc>
              <a:spcBef>
                <a:spcPts val="0"/>
              </a:spcBef>
              <a:spcAft>
                <a:spcPts val="0"/>
              </a:spcAft>
              <a:buFont typeface="Arial" panose="020B0604020202020204" pitchFamily="34" charset="0"/>
              <a:buNone/>
              <a:defRPr sz="1200" b="0">
                <a:solidFill>
                  <a:schemeClr val="bg1"/>
                </a:solidFill>
              </a:defRPr>
            </a:lvl3pPr>
            <a:lvl4pPr marL="0" indent="0" algn="l">
              <a:lnSpc>
                <a:spcPct val="100000"/>
              </a:lnSpc>
              <a:spcBef>
                <a:spcPts val="0"/>
              </a:spcBef>
              <a:spcAft>
                <a:spcPts val="0"/>
              </a:spcAft>
              <a:buFont typeface="Arial" panose="020B0604020202020204" pitchFamily="34" charset="0"/>
              <a:buNone/>
              <a:defRPr sz="1200" b="0">
                <a:solidFill>
                  <a:schemeClr val="bg1"/>
                </a:solidFill>
              </a:defRPr>
            </a:lvl4pPr>
            <a:lvl5pPr marL="0" indent="0" algn="l">
              <a:lnSpc>
                <a:spcPct val="100000"/>
              </a:lnSpc>
              <a:spcBef>
                <a:spcPts val="0"/>
              </a:spcBef>
              <a:spcAft>
                <a:spcPts val="0"/>
              </a:spcAft>
              <a:buFont typeface="Arial" panose="020B0604020202020204" pitchFamily="34" charset="0"/>
              <a:buNone/>
              <a:defRPr sz="1200" b="0">
                <a:solidFill>
                  <a:schemeClr val="bg1"/>
                </a:solidFill>
              </a:defRPr>
            </a:lvl5pPr>
            <a:lvl6pPr marL="0" indent="0" algn="l">
              <a:lnSpc>
                <a:spcPct val="100000"/>
              </a:lnSpc>
              <a:spcBef>
                <a:spcPts val="0"/>
              </a:spcBef>
              <a:spcAft>
                <a:spcPts val="0"/>
              </a:spcAft>
              <a:buFont typeface="Arial" panose="020B0604020202020204" pitchFamily="34" charset="0"/>
              <a:buNone/>
              <a:defRPr sz="1200" b="0">
                <a:solidFill>
                  <a:schemeClr val="bg1"/>
                </a:solidFill>
              </a:defRPr>
            </a:lvl6pPr>
            <a:lvl7pPr marL="0" indent="0" algn="l">
              <a:lnSpc>
                <a:spcPct val="100000"/>
              </a:lnSpc>
              <a:spcBef>
                <a:spcPts val="0"/>
              </a:spcBef>
              <a:spcAft>
                <a:spcPts val="0"/>
              </a:spcAft>
              <a:buFont typeface="Arial" panose="020B0604020202020204" pitchFamily="34" charset="0"/>
              <a:buNone/>
              <a:defRPr sz="1200" b="0">
                <a:solidFill>
                  <a:schemeClr val="bg1"/>
                </a:solidFill>
              </a:defRPr>
            </a:lvl7pPr>
            <a:lvl8pPr marL="0" indent="0" algn="l">
              <a:lnSpc>
                <a:spcPct val="100000"/>
              </a:lnSpc>
              <a:spcBef>
                <a:spcPts val="0"/>
              </a:spcBef>
              <a:spcAft>
                <a:spcPts val="0"/>
              </a:spcAft>
              <a:buFont typeface="Arial" panose="020B0604020202020204" pitchFamily="34" charset="0"/>
              <a:buNone/>
              <a:defRPr sz="1200" b="0">
                <a:solidFill>
                  <a:schemeClr val="bg1"/>
                </a:solidFill>
              </a:defRPr>
            </a:lvl8pPr>
            <a:lvl9pPr marL="0" indent="0" algn="l">
              <a:lnSpc>
                <a:spcPct val="100000"/>
              </a:lnSpc>
              <a:spcBef>
                <a:spcPts val="0"/>
              </a:spcBef>
              <a:spcAft>
                <a:spcPts val="0"/>
              </a:spcAft>
              <a:buFont typeface="Arial" panose="020B0604020202020204" pitchFamily="34" charset="0"/>
              <a:buNone/>
              <a:defRPr sz="1200" b="0">
                <a:solidFill>
                  <a:schemeClr val="bg1"/>
                </a:solidFill>
              </a:defRPr>
            </a:lvl9pPr>
          </a:lstStyle>
          <a:p>
            <a:r>
              <a:rPr lang="en-US"/>
              <a:t>Subtitle of the presentation</a:t>
            </a:r>
          </a:p>
          <a:p>
            <a:pPr lvl="1"/>
            <a:r>
              <a:rPr lang="en-US"/>
              <a:t>Author | Date | Place</a:t>
            </a:r>
          </a:p>
        </p:txBody>
      </p:sp>
      <p:sp>
        <p:nvSpPr>
          <p:cNvPr id="11" name="Bildplatzhalter 10"/>
          <p:cNvSpPr>
            <a:spLocks noGrp="1"/>
          </p:cNvSpPr>
          <p:nvPr>
            <p:ph type="pic" sz="quarter" idx="10" hasCustomPrompt="1"/>
          </p:nvPr>
        </p:nvSpPr>
        <p:spPr bwMode="gray">
          <a:xfrm>
            <a:off x="6084094" y="0"/>
            <a:ext cx="3059906" cy="5143500"/>
          </a:xfrm>
          <a:solidFill>
            <a:srgbClr val="E5E3DE"/>
          </a:solidFill>
        </p:spPr>
        <p:txBody>
          <a:bodyPr tIns="720000" anchor="ctr" anchorCtr="0"/>
          <a:lstStyle>
            <a:lvl1pPr marL="0" indent="0" algn="ctr">
              <a:spcBef>
                <a:spcPts val="0"/>
              </a:spcBef>
              <a:spcAft>
                <a:spcPts val="0"/>
              </a:spcAft>
              <a:buFontTx/>
              <a:buNone/>
              <a:defRPr sz="900" b="0"/>
            </a:lvl1pPr>
            <a:lvl2pPr marL="0" indent="0" algn="ctr">
              <a:spcBef>
                <a:spcPts val="0"/>
              </a:spcBef>
              <a:spcAft>
                <a:spcPts val="0"/>
              </a:spcAft>
              <a:buFontTx/>
              <a:buNone/>
              <a:defRPr sz="900" b="0"/>
            </a:lvl2pPr>
            <a:lvl3pPr marL="0" indent="0" algn="ctr">
              <a:spcBef>
                <a:spcPts val="0"/>
              </a:spcBef>
              <a:spcAft>
                <a:spcPts val="0"/>
              </a:spcAft>
              <a:buFontTx/>
              <a:buNone/>
              <a:defRPr sz="900" b="0"/>
            </a:lvl3pPr>
            <a:lvl4pPr marL="0" indent="0" algn="ctr">
              <a:spcBef>
                <a:spcPts val="0"/>
              </a:spcBef>
              <a:spcAft>
                <a:spcPts val="0"/>
              </a:spcAft>
              <a:buFontTx/>
              <a:buNone/>
              <a:defRPr sz="900" b="0"/>
            </a:lvl4pPr>
            <a:lvl5pPr marL="0" indent="0" algn="ctr">
              <a:spcBef>
                <a:spcPts val="0"/>
              </a:spcBef>
              <a:spcAft>
                <a:spcPts val="0"/>
              </a:spcAft>
              <a:buFontTx/>
              <a:buNone/>
              <a:defRPr sz="900" b="0"/>
            </a:lvl5pPr>
            <a:lvl6pPr marL="0" indent="0" algn="ctr">
              <a:spcBef>
                <a:spcPts val="0"/>
              </a:spcBef>
              <a:spcAft>
                <a:spcPts val="0"/>
              </a:spcAft>
              <a:buFontTx/>
              <a:buNone/>
              <a:defRPr sz="900" b="0"/>
            </a:lvl6pPr>
            <a:lvl7pPr marL="0" indent="0" algn="ctr">
              <a:spcBef>
                <a:spcPts val="0"/>
              </a:spcBef>
              <a:spcAft>
                <a:spcPts val="0"/>
              </a:spcAft>
              <a:buFontTx/>
              <a:buNone/>
              <a:defRPr sz="900" b="0"/>
            </a:lvl7pPr>
            <a:lvl8pPr marL="0" indent="0" algn="ctr">
              <a:spcBef>
                <a:spcPts val="0"/>
              </a:spcBef>
              <a:spcAft>
                <a:spcPts val="0"/>
              </a:spcAft>
              <a:buFontTx/>
              <a:buNone/>
              <a:defRPr sz="900" b="0"/>
            </a:lvl8pPr>
            <a:lvl9pPr marL="0" indent="0" algn="ctr">
              <a:spcBef>
                <a:spcPts val="0"/>
              </a:spcBef>
              <a:spcAft>
                <a:spcPts val="0"/>
              </a:spcAft>
              <a:buFontTx/>
              <a:buNone/>
              <a:defRPr sz="900" b="0"/>
            </a:lvl9pPr>
          </a:lstStyle>
          <a:p>
            <a:r>
              <a:rPr lang="en-US"/>
              <a:t>Add picture</a:t>
            </a:r>
          </a:p>
        </p:txBody>
      </p:sp>
      <p:pic>
        <p:nvPicPr>
          <p:cNvPr id="14" name="Grafik 13"/>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359100" y="356400"/>
            <a:ext cx="1233900" cy="372456"/>
          </a:xfrm>
          <a:prstGeom prst="rect">
            <a:avLst/>
          </a:prstGeom>
        </p:spPr>
      </p:pic>
      <p:sp>
        <p:nvSpPr>
          <p:cNvPr id="4" name="Fußzeilenplatzhalter 3"/>
          <p:cNvSpPr>
            <a:spLocks noGrp="1"/>
          </p:cNvSpPr>
          <p:nvPr>
            <p:ph type="ftr" sz="quarter" idx="19"/>
          </p:nvPr>
        </p:nvSpPr>
        <p:spPr bwMode="gray">
          <a:xfrm>
            <a:off x="359570" y="4623996"/>
            <a:ext cx="3780000" cy="162000"/>
          </a:xfrm>
        </p:spPr>
        <p:txBody>
          <a:bodyPr/>
          <a:lstStyle>
            <a:lvl1pPr algn="l">
              <a:defRPr>
                <a:solidFill>
                  <a:schemeClr val="bg1"/>
                </a:solidFill>
              </a:defRPr>
            </a:lvl1pPr>
          </a:lstStyle>
          <a:p>
            <a:r>
              <a:rPr lang="en-US"/>
              <a:t>ONLY FOR INTERNAL USE</a:t>
            </a:r>
          </a:p>
        </p:txBody>
      </p:sp>
      <p:sp>
        <p:nvSpPr>
          <p:cNvPr id="5" name="Text Placeholder 8"/>
          <p:cNvSpPr>
            <a:spLocks noGrp="1"/>
          </p:cNvSpPr>
          <p:nvPr>
            <p:ph type="body" sz="quarter" idx="31"/>
          </p:nvPr>
        </p:nvSpPr>
        <p:spPr bwMode="gray">
          <a:xfrm>
            <a:off x="7569329" y="4625100"/>
            <a:ext cx="1215000" cy="162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150">
                <a:noFill/>
              </a:defRPr>
            </a:lvl1pPr>
            <a:lvl2pPr marL="0" indent="0">
              <a:lnSpc>
                <a:spcPct val="100000"/>
              </a:lnSpc>
              <a:spcAft>
                <a:spcPts val="0"/>
              </a:spcAft>
              <a:buFontTx/>
              <a:buNone/>
              <a:defRPr sz="150">
                <a:noFill/>
              </a:defRPr>
            </a:lvl2pPr>
            <a:lvl3pPr marL="0" indent="0">
              <a:lnSpc>
                <a:spcPct val="100000"/>
              </a:lnSpc>
              <a:spcAft>
                <a:spcPts val="0"/>
              </a:spcAft>
              <a:buFontTx/>
              <a:buNone/>
              <a:defRPr sz="150">
                <a:noFill/>
              </a:defRPr>
            </a:lvl3pPr>
            <a:lvl4pPr marL="0" indent="0">
              <a:lnSpc>
                <a:spcPct val="100000"/>
              </a:lnSpc>
              <a:spcAft>
                <a:spcPts val="0"/>
              </a:spcAft>
              <a:buFontTx/>
              <a:buNone/>
              <a:defRPr sz="150">
                <a:noFill/>
              </a:defRPr>
            </a:lvl4pPr>
            <a:lvl5pPr marL="0" indent="0">
              <a:lnSpc>
                <a:spcPct val="100000"/>
              </a:lnSpc>
              <a:spcAft>
                <a:spcPts val="0"/>
              </a:spcAft>
              <a:buFontTx/>
              <a:buNone/>
              <a:defRPr sz="150">
                <a:noFill/>
              </a:defRPr>
            </a:lvl5pPr>
          </a:lstStyle>
          <a:p>
            <a:pPr lvl="0"/>
            <a:r>
              <a:rPr lang="en-US"/>
              <a:t>Click to edit Master text styles</a:t>
            </a:r>
          </a:p>
        </p:txBody>
      </p:sp>
      <p:grpSp>
        <p:nvGrpSpPr>
          <p:cNvPr id="6" name="Group 5"/>
          <p:cNvGrpSpPr/>
          <p:nvPr userDrawn="1"/>
        </p:nvGrpSpPr>
        <p:grpSpPr bwMode="gray">
          <a:xfrm>
            <a:off x="-1422666" y="0"/>
            <a:ext cx="1286309" cy="2808312"/>
            <a:chOff x="-1824880" y="2708920"/>
            <a:chExt cx="1715078" cy="3744416"/>
          </a:xfrm>
        </p:grpSpPr>
        <p:sp>
          <p:nvSpPr>
            <p:cNvPr id="12" name="TextBox 11"/>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450"/>
                </a:spcAft>
              </a:pPr>
              <a:r>
                <a:rPr lang="en-US" sz="825" b="1">
                  <a:solidFill>
                    <a:schemeClr val="tx1"/>
                  </a:solidFill>
                  <a:effectLst/>
                  <a:latin typeface="+mj-lt"/>
                </a:rPr>
                <a:t>To insert a picture:</a:t>
              </a:r>
            </a:p>
            <a:p>
              <a:pPr marL="107950" indent="-107950">
                <a:lnSpc>
                  <a:spcPct val="120000"/>
                </a:lnSpc>
                <a:spcAft>
                  <a:spcPts val="450"/>
                </a:spcAft>
                <a:buFont typeface="+mj-lt"/>
                <a:buAutoNum type="arabicPeriod"/>
              </a:pPr>
              <a:r>
                <a:rPr lang="en-US" sz="675">
                  <a:solidFill>
                    <a:schemeClr val="tx1"/>
                  </a:solidFill>
                  <a:effectLst/>
                  <a:latin typeface="+mn-lt"/>
                </a:rPr>
                <a:t>Click on the placeholder for pictures</a:t>
              </a:r>
            </a:p>
            <a:p>
              <a:pPr marL="107950" indent="-107950">
                <a:lnSpc>
                  <a:spcPct val="120000"/>
                </a:lnSpc>
                <a:spcAft>
                  <a:spcPts val="450"/>
                </a:spcAft>
                <a:buFont typeface="+mj-lt"/>
                <a:buAutoNum type="arabicPeriod"/>
              </a:pPr>
              <a:r>
                <a:rPr lang="en-US" sz="675">
                  <a:solidFill>
                    <a:schemeClr val="tx1"/>
                  </a:solidFill>
                  <a:effectLst/>
                  <a:latin typeface="+mn-lt"/>
                </a:rPr>
                <a:t>Open the menu “Insert”</a:t>
              </a:r>
            </a:p>
            <a:p>
              <a:pPr marL="107950" indent="-107950">
                <a:lnSpc>
                  <a:spcPct val="120000"/>
                </a:lnSpc>
                <a:spcAft>
                  <a:spcPts val="450"/>
                </a:spcAft>
                <a:buFont typeface="+mj-lt"/>
                <a:buAutoNum type="arabicPeriod"/>
              </a:pPr>
              <a:r>
                <a:rPr lang="en-US" sz="675">
                  <a:solidFill>
                    <a:schemeClr val="tx1"/>
                  </a:solidFill>
                  <a:effectLst/>
                  <a:latin typeface="+mn-lt"/>
                </a:rPr>
                <a:t>Choose “Pictures” and then the corresponding source where the image is located</a:t>
              </a:r>
              <a:endParaRPr lang="en-US" sz="675">
                <a:solidFill>
                  <a:schemeClr val="tx1"/>
                </a:solidFill>
                <a:latin typeface="+mn-lt"/>
              </a:endParaRPr>
            </a:p>
          </p:txBody>
        </p:sp>
        <p:pic>
          <p:nvPicPr>
            <p:cNvPr id="13" name="Picture 12"/>
            <p:cNvPicPr>
              <a:picLocks noChangeAspect="1"/>
            </p:cNvPicPr>
            <p:nvPr userDrawn="1"/>
          </p:nvPicPr>
          <p:blipFill rotWithShape="1">
            <a:blip r:embed="rId6"/>
            <a:srcRect l="8843" r="2395" b="2546"/>
            <a:stretch>
              <a:fillRect/>
            </a:stretch>
          </p:blipFill>
          <p:spPr bwMode="gray">
            <a:xfrm>
              <a:off x="-1589806" y="4475212"/>
              <a:ext cx="745332" cy="1122804"/>
            </a:xfrm>
            <a:prstGeom prst="roundRect">
              <a:avLst>
                <a:gd name="adj" fmla="val 3514"/>
              </a:avLst>
            </a:prstGeom>
          </p:spPr>
        </p:pic>
        <p:sp>
          <p:nvSpPr>
            <p:cNvPr id="15" name="TextBox 14"/>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07950" indent="-107950">
                <a:spcAft>
                  <a:spcPts val="450"/>
                </a:spcAft>
                <a:buFont typeface="+mj-lt"/>
                <a:buAutoNum type="arabicPeriod" startAt="4"/>
              </a:pPr>
              <a:r>
                <a:rPr lang="en-US" sz="675">
                  <a:solidFill>
                    <a:schemeClr val="tx1"/>
                  </a:solidFill>
                  <a:effectLst/>
                  <a:latin typeface="+mn-lt"/>
                </a:rPr>
                <a:t>Now the image has </a:t>
              </a:r>
              <a:br>
                <a:rPr lang="en-US" sz="675">
                  <a:solidFill>
                    <a:schemeClr val="tx1"/>
                  </a:solidFill>
                  <a:effectLst/>
                  <a:latin typeface="+mn-lt"/>
                </a:rPr>
              </a:br>
              <a:r>
                <a:rPr lang="en-US" sz="675">
                  <a:solidFill>
                    <a:schemeClr val="tx1"/>
                  </a:solidFill>
                  <a:effectLst/>
                  <a:latin typeface="+mn-lt"/>
                </a:rPr>
                <a:t>been loaded into the </a:t>
              </a:r>
              <a:br>
                <a:rPr lang="en-US" sz="675">
                  <a:solidFill>
                    <a:schemeClr val="tx1"/>
                  </a:solidFill>
                  <a:effectLst/>
                  <a:latin typeface="+mn-lt"/>
                </a:rPr>
              </a:br>
              <a:r>
                <a:rPr lang="en-US" sz="675">
                  <a:solidFill>
                    <a:schemeClr val="tx1"/>
                  </a:solidFill>
                  <a:effectLst/>
                  <a:latin typeface="+mn-lt"/>
                </a:rPr>
                <a:t>placeholder.</a:t>
              </a:r>
              <a:endParaRPr lang="en-US" sz="675">
                <a:solidFill>
                  <a:schemeClr val="tx1"/>
                </a:solidFill>
                <a:latin typeface="+mn-lt"/>
              </a:endParaRPr>
            </a:p>
          </p:txBody>
        </p:sp>
      </p:grpSp>
    </p:spTree>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p:txBody>
          <a:bodyPr/>
          <a:lstStyle>
            <a:lvl1pPr>
              <a:defRPr/>
            </a:lvl1pPr>
          </a:lstStyle>
          <a:p>
            <a:r>
              <a:rPr lang="en-US"/>
              <a:t>Add agenda title</a:t>
            </a:r>
          </a:p>
        </p:txBody>
      </p:sp>
      <p:sp>
        <p:nvSpPr>
          <p:cNvPr id="10" name="Textplatzhalter 9"/>
          <p:cNvSpPr>
            <a:spLocks noGrp="1"/>
          </p:cNvSpPr>
          <p:nvPr>
            <p:ph type="body" sz="quarter" idx="15" hasCustomPrompt="1"/>
          </p:nvPr>
        </p:nvSpPr>
        <p:spPr bwMode="gray">
          <a:xfrm>
            <a:off x="359570" y="1059658"/>
            <a:ext cx="8424863" cy="3402806"/>
          </a:xfrm>
        </p:spPr>
        <p:txBody>
          <a:bodyPr/>
          <a:lstStyle>
            <a:lvl1pPr marL="269875" indent="-269875">
              <a:spcBef>
                <a:spcPts val="1350"/>
              </a:spcBef>
              <a:buFont typeface="+mj-lt"/>
              <a:buAutoNum type="arabicPeriod"/>
              <a:defRPr sz="1500"/>
            </a:lvl1pPr>
            <a:lvl2pPr marL="405130" indent="-135255">
              <a:spcBef>
                <a:spcPts val="150"/>
              </a:spcBef>
              <a:spcAft>
                <a:spcPts val="150"/>
              </a:spcAft>
              <a:buFont typeface="Arial" panose="020B0604020202020204" pitchFamily="34" charset="0"/>
              <a:buChar char="•"/>
              <a:defRPr/>
            </a:lvl2pPr>
            <a:lvl3pPr marL="405130" indent="-135255">
              <a:spcBef>
                <a:spcPts val="150"/>
              </a:spcBef>
              <a:spcAft>
                <a:spcPts val="150"/>
              </a:spcAft>
              <a:buFont typeface="Arial" panose="020B0604020202020204" pitchFamily="34" charset="0"/>
              <a:buChar char="•"/>
              <a:defRPr/>
            </a:lvl3pPr>
            <a:lvl4pPr marL="405130" indent="-135255">
              <a:spcBef>
                <a:spcPts val="150"/>
              </a:spcBef>
              <a:spcAft>
                <a:spcPts val="150"/>
              </a:spcAft>
              <a:buFont typeface="Arial" panose="020B0604020202020204" pitchFamily="34" charset="0"/>
              <a:buChar char="•"/>
              <a:defRPr/>
            </a:lvl4pPr>
            <a:lvl5pPr marL="405130" indent="-135255">
              <a:spcBef>
                <a:spcPts val="150"/>
              </a:spcBef>
              <a:spcAft>
                <a:spcPts val="150"/>
              </a:spcAft>
              <a:buFont typeface="Arial" panose="020B0604020202020204" pitchFamily="34" charset="0"/>
              <a:buChar char="•"/>
              <a:defRPr sz="1200"/>
            </a:lvl5pPr>
            <a:lvl6pPr marL="405130" indent="-135255">
              <a:spcBef>
                <a:spcPts val="150"/>
              </a:spcBef>
              <a:spcAft>
                <a:spcPts val="150"/>
              </a:spcAft>
              <a:buFont typeface="Arial" panose="020B0604020202020204" pitchFamily="34" charset="0"/>
              <a:buChar char="•"/>
              <a:defRPr sz="1200"/>
            </a:lvl6pPr>
            <a:lvl7pPr marL="405130" indent="-135255">
              <a:spcBef>
                <a:spcPts val="150"/>
              </a:spcBef>
              <a:spcAft>
                <a:spcPts val="150"/>
              </a:spcAft>
              <a:buFont typeface="Arial" panose="020B0604020202020204" pitchFamily="34" charset="0"/>
              <a:buChar char="•"/>
              <a:defRPr sz="1200"/>
            </a:lvl7pPr>
            <a:lvl8pPr marL="405130" indent="-135255">
              <a:spcBef>
                <a:spcPts val="150"/>
              </a:spcBef>
              <a:spcAft>
                <a:spcPts val="150"/>
              </a:spcAft>
              <a:buFont typeface="Arial" panose="020B0604020202020204" pitchFamily="34" charset="0"/>
              <a:buChar char="•"/>
              <a:defRPr sz="1200"/>
            </a:lvl8pPr>
            <a:lvl9pPr marL="405130" indent="-135255">
              <a:spcBef>
                <a:spcPts val="150"/>
              </a:spcBef>
              <a:spcAft>
                <a:spcPts val="150"/>
              </a:spcAft>
              <a:buFont typeface="Arial" panose="020B0604020202020204" pitchFamily="34" charset="0"/>
              <a:buChar char="•"/>
              <a:defRPr sz="1200"/>
            </a:lvl9pPr>
          </a:lstStyle>
          <a:p>
            <a:pPr lvl="0"/>
            <a:r>
              <a:rPr lang="en-US"/>
              <a:t>Edit text by clicking. Use the "Increase/decrease list level" buttons on the Start tab to switch between the set up text levels.</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6" name="Fußzeilenplatzhalter 5"/>
          <p:cNvSpPr>
            <a:spLocks noGrp="1"/>
          </p:cNvSpPr>
          <p:nvPr>
            <p:ph type="ftr" sz="quarter" idx="16"/>
          </p:nvPr>
        </p:nvSpPr>
        <p:spPr bwMode="gray"/>
        <p:txBody>
          <a:bodyPr/>
          <a:lstStyle/>
          <a:p>
            <a:r>
              <a:rPr lang="en-US"/>
              <a:t>Presentation title    |    ONLY FOR INTERNAL USE</a:t>
            </a:r>
          </a:p>
        </p:txBody>
      </p:sp>
      <p:sp>
        <p:nvSpPr>
          <p:cNvPr id="7" name="Foliennummernplatzhalter 6"/>
          <p:cNvSpPr>
            <a:spLocks noGrp="1"/>
          </p:cNvSpPr>
          <p:nvPr>
            <p:ph type="sldNum" sz="quarter" idx="17"/>
          </p:nvPr>
        </p:nvSpPr>
        <p:spPr bwMode="gray"/>
        <p:txBody>
          <a:bodyPr/>
          <a:lstStyle/>
          <a:p>
            <a:fld id="{8FF9B0DE-3FEB-4AA0-B465-B80EF7C1333D}" type="slidenum">
              <a:rPr lang="en-US" smtClean="0"/>
              <a:t>‹#›</a:t>
            </a:fld>
            <a:endParaRPr lang="en-US"/>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Agenda alternative">
    <p:bg bwMode="blackWhite">
      <p:bgPr>
        <a:solidFill>
          <a:schemeClr val="bg2"/>
        </a:solidFill>
        <a:effectLst/>
      </p:bgPr>
    </p:bg>
    <p:spTree>
      <p:nvGrpSpPr>
        <p:cNvPr id="1" name=""/>
        <p:cNvGrpSpPr/>
        <p:nvPr/>
      </p:nvGrpSpPr>
      <p:grpSpPr>
        <a:xfrm>
          <a:off x="0" y="0"/>
          <a:ext cx="0" cy="0"/>
          <a:chOff x="0" y="0"/>
          <a:chExt cx="0" cy="0"/>
        </a:xfrm>
      </p:grpSpPr>
      <p:sp>
        <p:nvSpPr>
          <p:cNvPr id="5" name="Titel 4"/>
          <p:cNvSpPr>
            <a:spLocks noGrp="1"/>
          </p:cNvSpPr>
          <p:nvPr>
            <p:ph type="title" hasCustomPrompt="1"/>
          </p:nvPr>
        </p:nvSpPr>
        <p:spPr bwMode="gray"/>
        <p:txBody>
          <a:bodyPr/>
          <a:lstStyle>
            <a:lvl1pPr>
              <a:defRPr>
                <a:solidFill>
                  <a:schemeClr val="tx2"/>
                </a:solidFill>
              </a:defRPr>
            </a:lvl1pPr>
          </a:lstStyle>
          <a:p>
            <a:r>
              <a:rPr lang="en-US"/>
              <a:t>Add agenda title</a:t>
            </a:r>
          </a:p>
        </p:txBody>
      </p:sp>
      <p:sp>
        <p:nvSpPr>
          <p:cNvPr id="6" name="Fußzeilenplatzhalter 5"/>
          <p:cNvSpPr>
            <a:spLocks noGrp="1"/>
          </p:cNvSpPr>
          <p:nvPr>
            <p:ph type="ftr" sz="quarter" idx="16"/>
          </p:nvPr>
        </p:nvSpPr>
        <p:spPr bwMode="gray"/>
        <p:txBody>
          <a:bodyPr/>
          <a:lstStyle>
            <a:lvl1pPr>
              <a:defRPr>
                <a:solidFill>
                  <a:schemeClr val="bg1"/>
                </a:solidFill>
              </a:defRPr>
            </a:lvl1pPr>
          </a:lstStyle>
          <a:p>
            <a:r>
              <a:rPr lang="en-US"/>
              <a:t>Presentation title    |    ONLY FOR INTERNAL USE</a:t>
            </a:r>
          </a:p>
        </p:txBody>
      </p:sp>
      <p:sp>
        <p:nvSpPr>
          <p:cNvPr id="7" name="Foliennummernplatzhalter 6"/>
          <p:cNvSpPr>
            <a:spLocks noGrp="1"/>
          </p:cNvSpPr>
          <p:nvPr>
            <p:ph type="sldNum" sz="quarter" idx="17"/>
          </p:nvPr>
        </p:nvSpPr>
        <p:spPr bwMode="gray"/>
        <p:txBody>
          <a:bodyPr/>
          <a:lstStyle>
            <a:lvl1pPr>
              <a:defRPr>
                <a:solidFill>
                  <a:schemeClr val="bg1"/>
                </a:solidFill>
              </a:defRPr>
            </a:lvl1pPr>
          </a:lstStyle>
          <a:p>
            <a:fld id="{8FF9B0DE-3FEB-4AA0-B465-B80EF7C1333D}" type="slidenum">
              <a:rPr lang="en-US" smtClean="0"/>
              <a:t>‹#›</a:t>
            </a:fld>
            <a:endParaRPr lang="en-US"/>
          </a:p>
        </p:txBody>
      </p:sp>
      <p:sp>
        <p:nvSpPr>
          <p:cNvPr id="15" name="Textplatzhalter 8"/>
          <p:cNvSpPr>
            <a:spLocks noGrp="1"/>
          </p:cNvSpPr>
          <p:nvPr>
            <p:ph type="body" sz="quarter" idx="48" hasCustomPrompt="1"/>
          </p:nvPr>
        </p:nvSpPr>
        <p:spPr bwMode="white">
          <a:xfrm>
            <a:off x="359610" y="1059582"/>
            <a:ext cx="594000" cy="405000"/>
          </a:xfrm>
          <a:solidFill>
            <a:schemeClr val="bg2"/>
          </a:solidFill>
          <a:effectLst/>
        </p:spPr>
        <p:txBody>
          <a:bodyPr wrap="none" rIns="0" bIns="72000" anchor="ctr" anchorCtr="0"/>
          <a:lstStyle>
            <a:lvl1pPr marL="0" indent="0" algn="l">
              <a:buFontTx/>
              <a:buNone/>
              <a:defRPr sz="3300" b="1">
                <a:solidFill>
                  <a:schemeClr val="tx2"/>
                </a:solidFill>
                <a:latin typeface="+mj-lt"/>
              </a:defRPr>
            </a:lvl1pPr>
            <a:lvl2pPr marL="0" indent="0">
              <a:buFontTx/>
              <a:buNone/>
              <a:defRPr sz="3300" b="1">
                <a:solidFill>
                  <a:schemeClr val="tx2"/>
                </a:solidFill>
                <a:latin typeface="+mj-lt"/>
              </a:defRPr>
            </a:lvl2pPr>
            <a:lvl3pPr marL="0" indent="0">
              <a:buFontTx/>
              <a:buNone/>
              <a:defRPr sz="3300" b="1">
                <a:solidFill>
                  <a:schemeClr val="tx2"/>
                </a:solidFill>
                <a:latin typeface="+mj-lt"/>
              </a:defRPr>
            </a:lvl3pPr>
            <a:lvl4pPr marL="0" indent="0">
              <a:buFontTx/>
              <a:buNone/>
              <a:defRPr sz="3300" b="1">
                <a:solidFill>
                  <a:schemeClr val="tx2"/>
                </a:solidFill>
                <a:latin typeface="+mj-lt"/>
              </a:defRPr>
            </a:lvl4pPr>
            <a:lvl5pPr marL="0" indent="0">
              <a:buFontTx/>
              <a:buNone/>
              <a:defRPr sz="3300" b="1">
                <a:solidFill>
                  <a:schemeClr val="tx2"/>
                </a:solidFill>
                <a:latin typeface="+mj-lt"/>
              </a:defRPr>
            </a:lvl5pPr>
            <a:lvl6pPr marL="0" indent="0">
              <a:buFontTx/>
              <a:buNone/>
              <a:defRPr sz="3300" b="1">
                <a:solidFill>
                  <a:schemeClr val="tx2"/>
                </a:solidFill>
                <a:latin typeface="+mj-lt"/>
              </a:defRPr>
            </a:lvl6pPr>
            <a:lvl7pPr marL="0" indent="0">
              <a:buFontTx/>
              <a:buNone/>
              <a:defRPr sz="3300" b="1">
                <a:solidFill>
                  <a:schemeClr val="tx2"/>
                </a:solidFill>
                <a:latin typeface="+mj-lt"/>
              </a:defRPr>
            </a:lvl7pPr>
            <a:lvl8pPr marL="0" indent="0">
              <a:buFontTx/>
              <a:buNone/>
              <a:defRPr sz="3300" b="1">
                <a:solidFill>
                  <a:schemeClr val="tx2"/>
                </a:solidFill>
                <a:latin typeface="+mj-lt"/>
              </a:defRPr>
            </a:lvl8pPr>
            <a:lvl9pPr marL="0" indent="0">
              <a:buFontTx/>
              <a:buNone/>
              <a:defRPr sz="3300" b="1">
                <a:solidFill>
                  <a:schemeClr val="tx2"/>
                </a:solidFill>
                <a:latin typeface="+mj-lt"/>
              </a:defRPr>
            </a:lvl9pPr>
          </a:lstStyle>
          <a:p>
            <a:pPr lvl="0"/>
            <a:r>
              <a:rPr lang="en-US"/>
              <a:t>00</a:t>
            </a:r>
          </a:p>
        </p:txBody>
      </p:sp>
      <p:sp>
        <p:nvSpPr>
          <p:cNvPr id="9" name="Textplatzhalter 8"/>
          <p:cNvSpPr>
            <a:spLocks noGrp="1"/>
          </p:cNvSpPr>
          <p:nvPr>
            <p:ph type="body" sz="quarter" idx="18" hasCustomPrompt="1"/>
          </p:nvPr>
        </p:nvSpPr>
        <p:spPr bwMode="gray">
          <a:xfrm>
            <a:off x="1114286" y="1059582"/>
            <a:ext cx="3348000" cy="648000"/>
          </a:xfrm>
        </p:spPr>
        <p:txBody>
          <a:bodyPr/>
          <a:lstStyle>
            <a:lvl1pPr marL="0" indent="0">
              <a:spcAft>
                <a:spcPts val="0"/>
              </a:spcAft>
              <a:buFontTx/>
              <a:buNone/>
              <a:defRPr sz="1200" b="1">
                <a:solidFill>
                  <a:schemeClr val="bg1"/>
                </a:solidFill>
              </a:defRPr>
            </a:lvl1pPr>
            <a:lvl2pPr marL="0" indent="0">
              <a:spcAft>
                <a:spcPts val="0"/>
              </a:spcAft>
              <a:buFontTx/>
              <a:buNone/>
              <a:defRPr sz="1200">
                <a:solidFill>
                  <a:schemeClr val="bg1"/>
                </a:solidFill>
              </a:defRPr>
            </a:lvl2pPr>
            <a:lvl3pPr marL="0" indent="0">
              <a:spcAft>
                <a:spcPts val="0"/>
              </a:spcAft>
              <a:buFontTx/>
              <a:buNone/>
              <a:defRPr sz="1200">
                <a:solidFill>
                  <a:schemeClr val="bg1"/>
                </a:solidFill>
              </a:defRPr>
            </a:lvl3pPr>
            <a:lvl4pPr marL="0" indent="0">
              <a:spcAft>
                <a:spcPts val="0"/>
              </a:spcAft>
              <a:buFontTx/>
              <a:buNone/>
              <a:defRPr sz="1200">
                <a:solidFill>
                  <a:schemeClr val="bg1"/>
                </a:solidFill>
              </a:defRPr>
            </a:lvl4pPr>
            <a:lvl5pPr marL="0" indent="0">
              <a:spcAft>
                <a:spcPts val="0"/>
              </a:spcAft>
              <a:buFontTx/>
              <a:buNone/>
              <a:defRPr sz="1200">
                <a:solidFill>
                  <a:schemeClr val="bg1"/>
                </a:solidFill>
              </a:defRPr>
            </a:lvl5pPr>
            <a:lvl6pPr marL="0" indent="0">
              <a:spcAft>
                <a:spcPts val="0"/>
              </a:spcAft>
              <a:buFontTx/>
              <a:buNone/>
              <a:defRPr sz="1200">
                <a:solidFill>
                  <a:schemeClr val="bg1"/>
                </a:solidFill>
              </a:defRPr>
            </a:lvl6pPr>
            <a:lvl7pPr marL="0" indent="0">
              <a:spcAft>
                <a:spcPts val="0"/>
              </a:spcAft>
              <a:buFontTx/>
              <a:buNone/>
              <a:defRPr sz="1200">
                <a:solidFill>
                  <a:schemeClr val="bg1"/>
                </a:solidFill>
              </a:defRPr>
            </a:lvl7pPr>
            <a:lvl8pPr marL="0" indent="0">
              <a:spcAft>
                <a:spcPts val="0"/>
              </a:spcAft>
              <a:buFontTx/>
              <a:buNone/>
              <a:defRPr sz="1200">
                <a:solidFill>
                  <a:schemeClr val="bg1"/>
                </a:solidFill>
              </a:defRPr>
            </a:lvl8pPr>
            <a:lvl9pPr marL="0" indent="0">
              <a:spcAft>
                <a:spcPts val="0"/>
              </a:spcAft>
              <a:buFontTx/>
              <a:buNone/>
              <a:defRPr sz="1200">
                <a:solidFill>
                  <a:schemeClr val="bg1"/>
                </a:solidFill>
              </a:defRPr>
            </a:lvl9pPr>
          </a:lstStyle>
          <a:p>
            <a:pPr lvl="0"/>
            <a:r>
              <a:rPr lang="en-US"/>
              <a:t>First level</a:t>
            </a:r>
          </a:p>
          <a:p>
            <a:pPr lvl="1"/>
            <a:r>
              <a:rPr lang="en-US"/>
              <a:t>Second level</a:t>
            </a:r>
          </a:p>
        </p:txBody>
      </p:sp>
      <p:sp>
        <p:nvSpPr>
          <p:cNvPr id="26" name="Textplatzhalter 8"/>
          <p:cNvSpPr>
            <a:spLocks noGrp="1"/>
          </p:cNvSpPr>
          <p:nvPr>
            <p:ph type="body" sz="quarter" idx="30" hasCustomPrompt="1"/>
          </p:nvPr>
        </p:nvSpPr>
        <p:spPr bwMode="white">
          <a:xfrm>
            <a:off x="359610" y="1897463"/>
            <a:ext cx="594000" cy="405000"/>
          </a:xfrm>
          <a:solidFill>
            <a:schemeClr val="bg2"/>
          </a:solidFill>
          <a:effectLst/>
        </p:spPr>
        <p:txBody>
          <a:bodyPr wrap="none" rIns="0" bIns="72000" anchor="ctr" anchorCtr="0"/>
          <a:lstStyle>
            <a:lvl1pPr marL="0" indent="0" algn="l">
              <a:buFontTx/>
              <a:buNone/>
              <a:defRPr sz="3300" b="1">
                <a:solidFill>
                  <a:schemeClr val="tx2"/>
                </a:solidFill>
                <a:latin typeface="+mj-lt"/>
              </a:defRPr>
            </a:lvl1pPr>
            <a:lvl2pPr marL="0" indent="0">
              <a:buFontTx/>
              <a:buNone/>
              <a:defRPr sz="3300" b="1">
                <a:solidFill>
                  <a:schemeClr val="tx2"/>
                </a:solidFill>
                <a:latin typeface="+mj-lt"/>
              </a:defRPr>
            </a:lvl2pPr>
            <a:lvl3pPr marL="0" indent="0">
              <a:buFontTx/>
              <a:buNone/>
              <a:defRPr sz="3300" b="1">
                <a:solidFill>
                  <a:schemeClr val="tx2"/>
                </a:solidFill>
                <a:latin typeface="+mj-lt"/>
              </a:defRPr>
            </a:lvl3pPr>
            <a:lvl4pPr marL="0" indent="0">
              <a:buFontTx/>
              <a:buNone/>
              <a:defRPr sz="3300" b="1">
                <a:solidFill>
                  <a:schemeClr val="tx2"/>
                </a:solidFill>
                <a:latin typeface="+mj-lt"/>
              </a:defRPr>
            </a:lvl4pPr>
            <a:lvl5pPr marL="0" indent="0">
              <a:buFontTx/>
              <a:buNone/>
              <a:defRPr sz="3300" b="1">
                <a:solidFill>
                  <a:schemeClr val="tx2"/>
                </a:solidFill>
                <a:latin typeface="+mj-lt"/>
              </a:defRPr>
            </a:lvl5pPr>
            <a:lvl6pPr marL="0" indent="0">
              <a:buFontTx/>
              <a:buNone/>
              <a:defRPr sz="3300" b="1">
                <a:solidFill>
                  <a:schemeClr val="tx2"/>
                </a:solidFill>
                <a:latin typeface="+mj-lt"/>
              </a:defRPr>
            </a:lvl6pPr>
            <a:lvl7pPr marL="0" indent="0">
              <a:buFontTx/>
              <a:buNone/>
              <a:defRPr sz="3300" b="1">
                <a:solidFill>
                  <a:schemeClr val="tx2"/>
                </a:solidFill>
                <a:latin typeface="+mj-lt"/>
              </a:defRPr>
            </a:lvl7pPr>
            <a:lvl8pPr marL="0" indent="0">
              <a:buFontTx/>
              <a:buNone/>
              <a:defRPr sz="3300" b="1">
                <a:solidFill>
                  <a:schemeClr val="tx2"/>
                </a:solidFill>
                <a:latin typeface="+mj-lt"/>
              </a:defRPr>
            </a:lvl8pPr>
            <a:lvl9pPr marL="0" indent="0">
              <a:buFontTx/>
              <a:buNone/>
              <a:defRPr sz="3300" b="1">
                <a:solidFill>
                  <a:schemeClr val="tx2"/>
                </a:solidFill>
                <a:latin typeface="+mj-lt"/>
              </a:defRPr>
            </a:lvl9pPr>
          </a:lstStyle>
          <a:p>
            <a:pPr lvl="0"/>
            <a:r>
              <a:rPr lang="en-US"/>
              <a:t>00</a:t>
            </a:r>
          </a:p>
        </p:txBody>
      </p:sp>
      <p:sp>
        <p:nvSpPr>
          <p:cNvPr id="27" name="Textplatzhalter 8"/>
          <p:cNvSpPr>
            <a:spLocks noGrp="1"/>
          </p:cNvSpPr>
          <p:nvPr>
            <p:ph type="body" sz="quarter" idx="31" hasCustomPrompt="1"/>
          </p:nvPr>
        </p:nvSpPr>
        <p:spPr bwMode="white">
          <a:xfrm>
            <a:off x="359532" y="2734556"/>
            <a:ext cx="594000" cy="405000"/>
          </a:xfrm>
          <a:solidFill>
            <a:schemeClr val="bg2"/>
          </a:solidFill>
          <a:effectLst/>
        </p:spPr>
        <p:txBody>
          <a:bodyPr wrap="none" rIns="0" bIns="72000" anchor="ctr" anchorCtr="0"/>
          <a:lstStyle>
            <a:lvl1pPr marL="0" indent="0" algn="l">
              <a:buFontTx/>
              <a:buNone/>
              <a:defRPr sz="3300" b="1">
                <a:solidFill>
                  <a:schemeClr val="tx2"/>
                </a:solidFill>
                <a:latin typeface="+mj-lt"/>
              </a:defRPr>
            </a:lvl1pPr>
            <a:lvl2pPr marL="0" indent="0">
              <a:buFontTx/>
              <a:buNone/>
              <a:defRPr sz="3300" b="1">
                <a:solidFill>
                  <a:schemeClr val="tx2"/>
                </a:solidFill>
                <a:latin typeface="+mj-lt"/>
              </a:defRPr>
            </a:lvl2pPr>
            <a:lvl3pPr marL="0" indent="0">
              <a:buFontTx/>
              <a:buNone/>
              <a:defRPr sz="3300" b="1">
                <a:solidFill>
                  <a:schemeClr val="tx2"/>
                </a:solidFill>
                <a:latin typeface="+mj-lt"/>
              </a:defRPr>
            </a:lvl3pPr>
            <a:lvl4pPr marL="0" indent="0">
              <a:buFontTx/>
              <a:buNone/>
              <a:defRPr sz="3300" b="1">
                <a:solidFill>
                  <a:schemeClr val="tx2"/>
                </a:solidFill>
                <a:latin typeface="+mj-lt"/>
              </a:defRPr>
            </a:lvl4pPr>
            <a:lvl5pPr marL="0" indent="0">
              <a:buFontTx/>
              <a:buNone/>
              <a:defRPr sz="3300" b="1">
                <a:solidFill>
                  <a:schemeClr val="tx2"/>
                </a:solidFill>
                <a:latin typeface="+mj-lt"/>
              </a:defRPr>
            </a:lvl5pPr>
            <a:lvl6pPr marL="0" indent="0">
              <a:buFontTx/>
              <a:buNone/>
              <a:defRPr sz="3300" b="1">
                <a:solidFill>
                  <a:schemeClr val="tx2"/>
                </a:solidFill>
                <a:latin typeface="+mj-lt"/>
              </a:defRPr>
            </a:lvl6pPr>
            <a:lvl7pPr marL="0" indent="0">
              <a:buFontTx/>
              <a:buNone/>
              <a:defRPr sz="3300" b="1">
                <a:solidFill>
                  <a:schemeClr val="tx2"/>
                </a:solidFill>
                <a:latin typeface="+mj-lt"/>
              </a:defRPr>
            </a:lvl7pPr>
            <a:lvl8pPr marL="0" indent="0">
              <a:buFontTx/>
              <a:buNone/>
              <a:defRPr sz="3300" b="1">
                <a:solidFill>
                  <a:schemeClr val="tx2"/>
                </a:solidFill>
                <a:latin typeface="+mj-lt"/>
              </a:defRPr>
            </a:lvl8pPr>
            <a:lvl9pPr marL="0" indent="0">
              <a:buFontTx/>
              <a:buNone/>
              <a:defRPr sz="3300" b="1">
                <a:solidFill>
                  <a:schemeClr val="tx2"/>
                </a:solidFill>
                <a:latin typeface="+mj-lt"/>
              </a:defRPr>
            </a:lvl9pPr>
          </a:lstStyle>
          <a:p>
            <a:pPr lvl="0"/>
            <a:r>
              <a:rPr lang="en-US"/>
              <a:t>00</a:t>
            </a:r>
          </a:p>
        </p:txBody>
      </p:sp>
      <p:sp>
        <p:nvSpPr>
          <p:cNvPr id="28" name="Textplatzhalter 8"/>
          <p:cNvSpPr>
            <a:spLocks noGrp="1"/>
          </p:cNvSpPr>
          <p:nvPr>
            <p:ph type="body" sz="quarter" idx="32" hasCustomPrompt="1"/>
          </p:nvPr>
        </p:nvSpPr>
        <p:spPr bwMode="white">
          <a:xfrm>
            <a:off x="359532" y="3571649"/>
            <a:ext cx="594000" cy="405000"/>
          </a:xfrm>
          <a:solidFill>
            <a:schemeClr val="bg2"/>
          </a:solidFill>
          <a:effectLst/>
        </p:spPr>
        <p:txBody>
          <a:bodyPr wrap="none" rIns="0" bIns="72000" anchor="ctr" anchorCtr="0"/>
          <a:lstStyle>
            <a:lvl1pPr marL="0" indent="0" algn="l">
              <a:buFontTx/>
              <a:buNone/>
              <a:defRPr sz="3300" b="1">
                <a:solidFill>
                  <a:schemeClr val="tx2"/>
                </a:solidFill>
                <a:latin typeface="+mj-lt"/>
              </a:defRPr>
            </a:lvl1pPr>
            <a:lvl2pPr marL="0" indent="0">
              <a:buFontTx/>
              <a:buNone/>
              <a:defRPr sz="3300" b="1">
                <a:solidFill>
                  <a:schemeClr val="tx2"/>
                </a:solidFill>
                <a:latin typeface="+mj-lt"/>
              </a:defRPr>
            </a:lvl2pPr>
            <a:lvl3pPr marL="0" indent="0">
              <a:buFontTx/>
              <a:buNone/>
              <a:defRPr sz="3300" b="1">
                <a:solidFill>
                  <a:schemeClr val="tx2"/>
                </a:solidFill>
                <a:latin typeface="+mj-lt"/>
              </a:defRPr>
            </a:lvl3pPr>
            <a:lvl4pPr marL="0" indent="0">
              <a:buFontTx/>
              <a:buNone/>
              <a:defRPr sz="3300" b="1">
                <a:solidFill>
                  <a:schemeClr val="tx2"/>
                </a:solidFill>
                <a:latin typeface="+mj-lt"/>
              </a:defRPr>
            </a:lvl4pPr>
            <a:lvl5pPr marL="0" indent="0">
              <a:buFontTx/>
              <a:buNone/>
              <a:defRPr sz="3300" b="1">
                <a:solidFill>
                  <a:schemeClr val="tx2"/>
                </a:solidFill>
                <a:latin typeface="+mj-lt"/>
              </a:defRPr>
            </a:lvl5pPr>
            <a:lvl6pPr marL="0" indent="0">
              <a:buFontTx/>
              <a:buNone/>
              <a:defRPr sz="3300" b="1">
                <a:solidFill>
                  <a:schemeClr val="tx2"/>
                </a:solidFill>
                <a:latin typeface="+mj-lt"/>
              </a:defRPr>
            </a:lvl6pPr>
            <a:lvl7pPr marL="0" indent="0">
              <a:buFontTx/>
              <a:buNone/>
              <a:defRPr sz="3300" b="1">
                <a:solidFill>
                  <a:schemeClr val="tx2"/>
                </a:solidFill>
                <a:latin typeface="+mj-lt"/>
              </a:defRPr>
            </a:lvl7pPr>
            <a:lvl8pPr marL="0" indent="0">
              <a:buFontTx/>
              <a:buNone/>
              <a:defRPr sz="3300" b="1">
                <a:solidFill>
                  <a:schemeClr val="tx2"/>
                </a:solidFill>
                <a:latin typeface="+mj-lt"/>
              </a:defRPr>
            </a:lvl8pPr>
            <a:lvl9pPr marL="0" indent="0">
              <a:buFontTx/>
              <a:buNone/>
              <a:defRPr sz="3300" b="1">
                <a:solidFill>
                  <a:schemeClr val="tx2"/>
                </a:solidFill>
                <a:latin typeface="+mj-lt"/>
              </a:defRPr>
            </a:lvl9pPr>
          </a:lstStyle>
          <a:p>
            <a:pPr lvl="0"/>
            <a:r>
              <a:rPr lang="en-US"/>
              <a:t>00</a:t>
            </a:r>
          </a:p>
        </p:txBody>
      </p:sp>
      <p:sp>
        <p:nvSpPr>
          <p:cNvPr id="30" name="Textplatzhalter 8"/>
          <p:cNvSpPr>
            <a:spLocks noGrp="1"/>
          </p:cNvSpPr>
          <p:nvPr>
            <p:ph type="body" sz="quarter" idx="34" hasCustomPrompt="1"/>
          </p:nvPr>
        </p:nvSpPr>
        <p:spPr bwMode="white">
          <a:xfrm>
            <a:off x="4689476" y="1059582"/>
            <a:ext cx="594000" cy="405000"/>
          </a:xfrm>
          <a:solidFill>
            <a:schemeClr val="bg2"/>
          </a:solidFill>
          <a:effectLst/>
        </p:spPr>
        <p:txBody>
          <a:bodyPr wrap="none" rIns="0" bIns="72000" anchor="ctr" anchorCtr="0"/>
          <a:lstStyle>
            <a:lvl1pPr marL="0" indent="0" algn="l">
              <a:buFontTx/>
              <a:buNone/>
              <a:defRPr sz="3300" b="1">
                <a:solidFill>
                  <a:schemeClr val="tx2"/>
                </a:solidFill>
                <a:latin typeface="+mj-lt"/>
              </a:defRPr>
            </a:lvl1pPr>
            <a:lvl2pPr marL="0" indent="0">
              <a:buFontTx/>
              <a:buNone/>
              <a:defRPr sz="3300" b="1">
                <a:solidFill>
                  <a:schemeClr val="tx2"/>
                </a:solidFill>
                <a:latin typeface="+mj-lt"/>
              </a:defRPr>
            </a:lvl2pPr>
            <a:lvl3pPr marL="0" indent="0">
              <a:buFontTx/>
              <a:buNone/>
              <a:defRPr sz="3300" b="1">
                <a:solidFill>
                  <a:schemeClr val="tx2"/>
                </a:solidFill>
                <a:latin typeface="+mj-lt"/>
              </a:defRPr>
            </a:lvl3pPr>
            <a:lvl4pPr marL="0" indent="0">
              <a:buFontTx/>
              <a:buNone/>
              <a:defRPr sz="3300" b="1">
                <a:solidFill>
                  <a:schemeClr val="tx2"/>
                </a:solidFill>
                <a:latin typeface="+mj-lt"/>
              </a:defRPr>
            </a:lvl4pPr>
            <a:lvl5pPr marL="0" indent="0">
              <a:buFontTx/>
              <a:buNone/>
              <a:defRPr sz="3300" b="1">
                <a:solidFill>
                  <a:schemeClr val="tx2"/>
                </a:solidFill>
                <a:latin typeface="+mj-lt"/>
              </a:defRPr>
            </a:lvl5pPr>
            <a:lvl6pPr marL="0" indent="0">
              <a:buFontTx/>
              <a:buNone/>
              <a:defRPr sz="3300" b="1">
                <a:solidFill>
                  <a:schemeClr val="tx2"/>
                </a:solidFill>
                <a:latin typeface="+mj-lt"/>
              </a:defRPr>
            </a:lvl6pPr>
            <a:lvl7pPr marL="0" indent="0">
              <a:buFontTx/>
              <a:buNone/>
              <a:defRPr sz="3300" b="1">
                <a:solidFill>
                  <a:schemeClr val="tx2"/>
                </a:solidFill>
                <a:latin typeface="+mj-lt"/>
              </a:defRPr>
            </a:lvl7pPr>
            <a:lvl8pPr marL="0" indent="0">
              <a:buFontTx/>
              <a:buNone/>
              <a:defRPr sz="3300" b="1">
                <a:solidFill>
                  <a:schemeClr val="tx2"/>
                </a:solidFill>
                <a:latin typeface="+mj-lt"/>
              </a:defRPr>
            </a:lvl8pPr>
            <a:lvl9pPr marL="0" indent="0">
              <a:buFontTx/>
              <a:buNone/>
              <a:defRPr sz="3300" b="1">
                <a:solidFill>
                  <a:schemeClr val="tx2"/>
                </a:solidFill>
                <a:latin typeface="+mj-lt"/>
              </a:defRPr>
            </a:lvl9pPr>
          </a:lstStyle>
          <a:p>
            <a:pPr lvl="0"/>
            <a:r>
              <a:rPr lang="en-US"/>
              <a:t>00</a:t>
            </a:r>
          </a:p>
        </p:txBody>
      </p:sp>
      <p:sp>
        <p:nvSpPr>
          <p:cNvPr id="34" name="Textplatzhalter 8"/>
          <p:cNvSpPr>
            <a:spLocks noGrp="1"/>
          </p:cNvSpPr>
          <p:nvPr>
            <p:ph type="body" sz="quarter" idx="38" hasCustomPrompt="1"/>
          </p:nvPr>
        </p:nvSpPr>
        <p:spPr bwMode="white">
          <a:xfrm>
            <a:off x="4689398" y="1897463"/>
            <a:ext cx="594000" cy="405000"/>
          </a:xfrm>
          <a:solidFill>
            <a:schemeClr val="bg2"/>
          </a:solidFill>
          <a:effectLst/>
        </p:spPr>
        <p:txBody>
          <a:bodyPr wrap="none" rIns="0" bIns="72000" anchor="ctr" anchorCtr="0"/>
          <a:lstStyle>
            <a:lvl1pPr marL="0" indent="0" algn="l">
              <a:buFontTx/>
              <a:buNone/>
              <a:defRPr sz="3300" b="1">
                <a:solidFill>
                  <a:schemeClr val="tx2"/>
                </a:solidFill>
                <a:latin typeface="+mj-lt"/>
              </a:defRPr>
            </a:lvl1pPr>
            <a:lvl2pPr marL="0" indent="0">
              <a:buFontTx/>
              <a:buNone/>
              <a:defRPr sz="3300" b="1">
                <a:solidFill>
                  <a:schemeClr val="tx2"/>
                </a:solidFill>
                <a:latin typeface="+mj-lt"/>
              </a:defRPr>
            </a:lvl2pPr>
            <a:lvl3pPr marL="0" indent="0">
              <a:buFontTx/>
              <a:buNone/>
              <a:defRPr sz="3300" b="1">
                <a:solidFill>
                  <a:schemeClr val="tx2"/>
                </a:solidFill>
                <a:latin typeface="+mj-lt"/>
              </a:defRPr>
            </a:lvl3pPr>
            <a:lvl4pPr marL="0" indent="0">
              <a:buFontTx/>
              <a:buNone/>
              <a:defRPr sz="3300" b="1">
                <a:solidFill>
                  <a:schemeClr val="tx2"/>
                </a:solidFill>
                <a:latin typeface="+mj-lt"/>
              </a:defRPr>
            </a:lvl4pPr>
            <a:lvl5pPr marL="0" indent="0">
              <a:buFontTx/>
              <a:buNone/>
              <a:defRPr sz="3300" b="1">
                <a:solidFill>
                  <a:schemeClr val="tx2"/>
                </a:solidFill>
                <a:latin typeface="+mj-lt"/>
              </a:defRPr>
            </a:lvl5pPr>
            <a:lvl6pPr marL="0" indent="0">
              <a:buFontTx/>
              <a:buNone/>
              <a:defRPr sz="3300" b="1">
                <a:solidFill>
                  <a:schemeClr val="tx2"/>
                </a:solidFill>
                <a:latin typeface="+mj-lt"/>
              </a:defRPr>
            </a:lvl6pPr>
            <a:lvl7pPr marL="0" indent="0">
              <a:buFontTx/>
              <a:buNone/>
              <a:defRPr sz="3300" b="1">
                <a:solidFill>
                  <a:schemeClr val="tx2"/>
                </a:solidFill>
                <a:latin typeface="+mj-lt"/>
              </a:defRPr>
            </a:lvl7pPr>
            <a:lvl8pPr marL="0" indent="0">
              <a:buFontTx/>
              <a:buNone/>
              <a:defRPr sz="3300" b="1">
                <a:solidFill>
                  <a:schemeClr val="tx2"/>
                </a:solidFill>
                <a:latin typeface="+mj-lt"/>
              </a:defRPr>
            </a:lvl8pPr>
            <a:lvl9pPr marL="0" indent="0">
              <a:buFontTx/>
              <a:buNone/>
              <a:defRPr sz="3300" b="1">
                <a:solidFill>
                  <a:schemeClr val="tx2"/>
                </a:solidFill>
                <a:latin typeface="+mj-lt"/>
              </a:defRPr>
            </a:lvl9pPr>
          </a:lstStyle>
          <a:p>
            <a:pPr lvl="0"/>
            <a:r>
              <a:rPr lang="en-US"/>
              <a:t>00</a:t>
            </a:r>
          </a:p>
        </p:txBody>
      </p:sp>
      <p:sp>
        <p:nvSpPr>
          <p:cNvPr id="35" name="Textplatzhalter 8"/>
          <p:cNvSpPr>
            <a:spLocks noGrp="1"/>
          </p:cNvSpPr>
          <p:nvPr>
            <p:ph type="body" sz="quarter" idx="39" hasCustomPrompt="1"/>
          </p:nvPr>
        </p:nvSpPr>
        <p:spPr bwMode="white">
          <a:xfrm>
            <a:off x="4689320" y="2734556"/>
            <a:ext cx="594000" cy="405000"/>
          </a:xfrm>
          <a:solidFill>
            <a:schemeClr val="bg2"/>
          </a:solidFill>
          <a:effectLst/>
        </p:spPr>
        <p:txBody>
          <a:bodyPr wrap="none" rIns="0" bIns="72000" anchor="ctr" anchorCtr="0"/>
          <a:lstStyle>
            <a:lvl1pPr marL="0" indent="0" algn="l">
              <a:buFontTx/>
              <a:buNone/>
              <a:defRPr sz="3300" b="1">
                <a:solidFill>
                  <a:schemeClr val="tx2"/>
                </a:solidFill>
                <a:latin typeface="+mj-lt"/>
              </a:defRPr>
            </a:lvl1pPr>
            <a:lvl2pPr marL="0" indent="0">
              <a:buFontTx/>
              <a:buNone/>
              <a:defRPr sz="3300" b="1">
                <a:solidFill>
                  <a:schemeClr val="tx2"/>
                </a:solidFill>
                <a:latin typeface="+mj-lt"/>
              </a:defRPr>
            </a:lvl2pPr>
            <a:lvl3pPr marL="0" indent="0">
              <a:buFontTx/>
              <a:buNone/>
              <a:defRPr sz="3300" b="1">
                <a:solidFill>
                  <a:schemeClr val="tx2"/>
                </a:solidFill>
                <a:latin typeface="+mj-lt"/>
              </a:defRPr>
            </a:lvl3pPr>
            <a:lvl4pPr marL="0" indent="0">
              <a:buFontTx/>
              <a:buNone/>
              <a:defRPr sz="3300" b="1">
                <a:solidFill>
                  <a:schemeClr val="tx2"/>
                </a:solidFill>
                <a:latin typeface="+mj-lt"/>
              </a:defRPr>
            </a:lvl4pPr>
            <a:lvl5pPr marL="0" indent="0">
              <a:buFontTx/>
              <a:buNone/>
              <a:defRPr sz="3300" b="1">
                <a:solidFill>
                  <a:schemeClr val="tx2"/>
                </a:solidFill>
                <a:latin typeface="+mj-lt"/>
              </a:defRPr>
            </a:lvl5pPr>
            <a:lvl6pPr marL="0" indent="0">
              <a:buFontTx/>
              <a:buNone/>
              <a:defRPr sz="3300" b="1">
                <a:solidFill>
                  <a:schemeClr val="tx2"/>
                </a:solidFill>
                <a:latin typeface="+mj-lt"/>
              </a:defRPr>
            </a:lvl6pPr>
            <a:lvl7pPr marL="0" indent="0">
              <a:buFontTx/>
              <a:buNone/>
              <a:defRPr sz="3300" b="1">
                <a:solidFill>
                  <a:schemeClr val="tx2"/>
                </a:solidFill>
                <a:latin typeface="+mj-lt"/>
              </a:defRPr>
            </a:lvl7pPr>
            <a:lvl8pPr marL="0" indent="0">
              <a:buFontTx/>
              <a:buNone/>
              <a:defRPr sz="3300" b="1">
                <a:solidFill>
                  <a:schemeClr val="tx2"/>
                </a:solidFill>
                <a:latin typeface="+mj-lt"/>
              </a:defRPr>
            </a:lvl8pPr>
            <a:lvl9pPr marL="0" indent="0">
              <a:buFontTx/>
              <a:buNone/>
              <a:defRPr sz="3300" b="1">
                <a:solidFill>
                  <a:schemeClr val="tx2"/>
                </a:solidFill>
                <a:latin typeface="+mj-lt"/>
              </a:defRPr>
            </a:lvl9pPr>
          </a:lstStyle>
          <a:p>
            <a:pPr lvl="0"/>
            <a:r>
              <a:rPr lang="en-US"/>
              <a:t>00</a:t>
            </a:r>
          </a:p>
        </p:txBody>
      </p:sp>
      <p:sp>
        <p:nvSpPr>
          <p:cNvPr id="36" name="Textplatzhalter 8"/>
          <p:cNvSpPr>
            <a:spLocks noGrp="1"/>
          </p:cNvSpPr>
          <p:nvPr>
            <p:ph type="body" sz="quarter" idx="40" hasCustomPrompt="1"/>
          </p:nvPr>
        </p:nvSpPr>
        <p:spPr bwMode="white">
          <a:xfrm>
            <a:off x="4689320" y="3571649"/>
            <a:ext cx="594000" cy="405000"/>
          </a:xfrm>
          <a:solidFill>
            <a:schemeClr val="bg2"/>
          </a:solidFill>
          <a:effectLst/>
        </p:spPr>
        <p:txBody>
          <a:bodyPr wrap="none" rIns="0" bIns="72000" anchor="ctr" anchorCtr="0"/>
          <a:lstStyle>
            <a:lvl1pPr marL="0" indent="0" algn="l">
              <a:buFontTx/>
              <a:buNone/>
              <a:defRPr sz="3300" b="1">
                <a:solidFill>
                  <a:schemeClr val="tx2"/>
                </a:solidFill>
                <a:latin typeface="+mj-lt"/>
              </a:defRPr>
            </a:lvl1pPr>
            <a:lvl2pPr marL="0" indent="0">
              <a:buFontTx/>
              <a:buNone/>
              <a:defRPr sz="3300" b="1">
                <a:solidFill>
                  <a:schemeClr val="tx2"/>
                </a:solidFill>
                <a:latin typeface="+mj-lt"/>
              </a:defRPr>
            </a:lvl2pPr>
            <a:lvl3pPr marL="0" indent="0">
              <a:buFontTx/>
              <a:buNone/>
              <a:defRPr sz="3300" b="1">
                <a:solidFill>
                  <a:schemeClr val="tx2"/>
                </a:solidFill>
                <a:latin typeface="+mj-lt"/>
              </a:defRPr>
            </a:lvl3pPr>
            <a:lvl4pPr marL="0" indent="0">
              <a:buFontTx/>
              <a:buNone/>
              <a:defRPr sz="3300" b="1">
                <a:solidFill>
                  <a:schemeClr val="tx2"/>
                </a:solidFill>
                <a:latin typeface="+mj-lt"/>
              </a:defRPr>
            </a:lvl4pPr>
            <a:lvl5pPr marL="0" indent="0">
              <a:buFontTx/>
              <a:buNone/>
              <a:defRPr sz="3300" b="1">
                <a:solidFill>
                  <a:schemeClr val="tx2"/>
                </a:solidFill>
                <a:latin typeface="+mj-lt"/>
              </a:defRPr>
            </a:lvl5pPr>
            <a:lvl6pPr marL="0" indent="0">
              <a:buFontTx/>
              <a:buNone/>
              <a:defRPr sz="3300" b="1">
                <a:solidFill>
                  <a:schemeClr val="tx2"/>
                </a:solidFill>
                <a:latin typeface="+mj-lt"/>
              </a:defRPr>
            </a:lvl6pPr>
            <a:lvl7pPr marL="0" indent="0">
              <a:buFontTx/>
              <a:buNone/>
              <a:defRPr sz="3300" b="1">
                <a:solidFill>
                  <a:schemeClr val="tx2"/>
                </a:solidFill>
                <a:latin typeface="+mj-lt"/>
              </a:defRPr>
            </a:lvl7pPr>
            <a:lvl8pPr marL="0" indent="0">
              <a:buFontTx/>
              <a:buNone/>
              <a:defRPr sz="3300" b="1">
                <a:solidFill>
                  <a:schemeClr val="tx2"/>
                </a:solidFill>
                <a:latin typeface="+mj-lt"/>
              </a:defRPr>
            </a:lvl8pPr>
            <a:lvl9pPr marL="0" indent="0">
              <a:buFontTx/>
              <a:buNone/>
              <a:defRPr sz="3300" b="1">
                <a:solidFill>
                  <a:schemeClr val="tx2"/>
                </a:solidFill>
                <a:latin typeface="+mj-lt"/>
              </a:defRPr>
            </a:lvl9pPr>
          </a:lstStyle>
          <a:p>
            <a:pPr lvl="0"/>
            <a:r>
              <a:rPr lang="en-US"/>
              <a:t>00</a:t>
            </a:r>
          </a:p>
        </p:txBody>
      </p:sp>
      <p:sp>
        <p:nvSpPr>
          <p:cNvPr id="2" name="Textplatzhalter 8"/>
          <p:cNvSpPr>
            <a:spLocks noGrp="1"/>
          </p:cNvSpPr>
          <p:nvPr>
            <p:ph type="body" sz="quarter" idx="41" hasCustomPrompt="1"/>
          </p:nvPr>
        </p:nvSpPr>
        <p:spPr bwMode="gray">
          <a:xfrm>
            <a:off x="1114286" y="1896986"/>
            <a:ext cx="3348000" cy="648000"/>
          </a:xfrm>
        </p:spPr>
        <p:txBody>
          <a:bodyPr/>
          <a:lstStyle>
            <a:lvl1pPr marL="0" indent="0">
              <a:spcAft>
                <a:spcPts val="0"/>
              </a:spcAft>
              <a:buFontTx/>
              <a:buNone/>
              <a:defRPr sz="1200" b="1">
                <a:solidFill>
                  <a:schemeClr val="bg1"/>
                </a:solidFill>
              </a:defRPr>
            </a:lvl1pPr>
            <a:lvl2pPr marL="0" indent="0">
              <a:spcAft>
                <a:spcPts val="0"/>
              </a:spcAft>
              <a:buFontTx/>
              <a:buNone/>
              <a:defRPr sz="1200">
                <a:solidFill>
                  <a:schemeClr val="bg1"/>
                </a:solidFill>
              </a:defRPr>
            </a:lvl2pPr>
            <a:lvl3pPr marL="0" indent="0">
              <a:spcAft>
                <a:spcPts val="0"/>
              </a:spcAft>
              <a:buFontTx/>
              <a:buNone/>
              <a:defRPr sz="1200">
                <a:solidFill>
                  <a:schemeClr val="bg1"/>
                </a:solidFill>
              </a:defRPr>
            </a:lvl3pPr>
            <a:lvl4pPr marL="0" indent="0">
              <a:spcAft>
                <a:spcPts val="0"/>
              </a:spcAft>
              <a:buFontTx/>
              <a:buNone/>
              <a:defRPr sz="1200">
                <a:solidFill>
                  <a:schemeClr val="bg1"/>
                </a:solidFill>
              </a:defRPr>
            </a:lvl4pPr>
            <a:lvl5pPr marL="0" indent="0">
              <a:spcAft>
                <a:spcPts val="0"/>
              </a:spcAft>
              <a:buFontTx/>
              <a:buNone/>
              <a:defRPr sz="1200">
                <a:solidFill>
                  <a:schemeClr val="bg1"/>
                </a:solidFill>
              </a:defRPr>
            </a:lvl5pPr>
            <a:lvl6pPr marL="0" indent="0">
              <a:spcAft>
                <a:spcPts val="0"/>
              </a:spcAft>
              <a:buFontTx/>
              <a:buNone/>
              <a:defRPr sz="1200">
                <a:solidFill>
                  <a:schemeClr val="bg1"/>
                </a:solidFill>
              </a:defRPr>
            </a:lvl6pPr>
            <a:lvl7pPr marL="0" indent="0">
              <a:spcAft>
                <a:spcPts val="0"/>
              </a:spcAft>
              <a:buFontTx/>
              <a:buNone/>
              <a:defRPr sz="1200">
                <a:solidFill>
                  <a:schemeClr val="bg1"/>
                </a:solidFill>
              </a:defRPr>
            </a:lvl7pPr>
            <a:lvl8pPr marL="0" indent="0">
              <a:spcAft>
                <a:spcPts val="0"/>
              </a:spcAft>
              <a:buFontTx/>
              <a:buNone/>
              <a:defRPr sz="1200">
                <a:solidFill>
                  <a:schemeClr val="bg1"/>
                </a:solidFill>
              </a:defRPr>
            </a:lvl8pPr>
            <a:lvl9pPr marL="0" indent="0">
              <a:spcAft>
                <a:spcPts val="0"/>
              </a:spcAft>
              <a:buFontTx/>
              <a:buNone/>
              <a:defRPr sz="1200">
                <a:solidFill>
                  <a:schemeClr val="bg1"/>
                </a:solidFill>
              </a:defRPr>
            </a:lvl9pPr>
          </a:lstStyle>
          <a:p>
            <a:pPr lvl="0"/>
            <a:r>
              <a:rPr lang="en-US"/>
              <a:t>First level</a:t>
            </a:r>
          </a:p>
          <a:p>
            <a:pPr lvl="1"/>
            <a:r>
              <a:rPr lang="en-US"/>
              <a:t>Second level</a:t>
            </a:r>
          </a:p>
        </p:txBody>
      </p:sp>
      <p:sp>
        <p:nvSpPr>
          <p:cNvPr id="3" name="Textplatzhalter 8"/>
          <p:cNvSpPr>
            <a:spLocks noGrp="1"/>
          </p:cNvSpPr>
          <p:nvPr>
            <p:ph type="body" sz="quarter" idx="42" hasCustomPrompt="1"/>
          </p:nvPr>
        </p:nvSpPr>
        <p:spPr bwMode="gray">
          <a:xfrm>
            <a:off x="1114286" y="2733959"/>
            <a:ext cx="3348000" cy="648000"/>
          </a:xfrm>
        </p:spPr>
        <p:txBody>
          <a:bodyPr/>
          <a:lstStyle>
            <a:lvl1pPr marL="0" indent="0">
              <a:spcAft>
                <a:spcPts val="0"/>
              </a:spcAft>
              <a:buFontTx/>
              <a:buNone/>
              <a:defRPr sz="1200" b="1">
                <a:solidFill>
                  <a:schemeClr val="bg1"/>
                </a:solidFill>
              </a:defRPr>
            </a:lvl1pPr>
            <a:lvl2pPr marL="0" indent="0">
              <a:spcAft>
                <a:spcPts val="0"/>
              </a:spcAft>
              <a:buFontTx/>
              <a:buNone/>
              <a:defRPr sz="1200">
                <a:solidFill>
                  <a:schemeClr val="bg1"/>
                </a:solidFill>
              </a:defRPr>
            </a:lvl2pPr>
            <a:lvl3pPr marL="0" indent="0">
              <a:spcAft>
                <a:spcPts val="0"/>
              </a:spcAft>
              <a:buFontTx/>
              <a:buNone/>
              <a:defRPr sz="1200">
                <a:solidFill>
                  <a:schemeClr val="bg1"/>
                </a:solidFill>
              </a:defRPr>
            </a:lvl3pPr>
            <a:lvl4pPr marL="0" indent="0">
              <a:spcAft>
                <a:spcPts val="0"/>
              </a:spcAft>
              <a:buFontTx/>
              <a:buNone/>
              <a:defRPr sz="1200">
                <a:solidFill>
                  <a:schemeClr val="bg1"/>
                </a:solidFill>
              </a:defRPr>
            </a:lvl4pPr>
            <a:lvl5pPr marL="0" indent="0">
              <a:spcAft>
                <a:spcPts val="0"/>
              </a:spcAft>
              <a:buFontTx/>
              <a:buNone/>
              <a:defRPr sz="1200">
                <a:solidFill>
                  <a:schemeClr val="bg1"/>
                </a:solidFill>
              </a:defRPr>
            </a:lvl5pPr>
            <a:lvl6pPr marL="0" indent="0">
              <a:spcAft>
                <a:spcPts val="0"/>
              </a:spcAft>
              <a:buFontTx/>
              <a:buNone/>
              <a:defRPr sz="1200">
                <a:solidFill>
                  <a:schemeClr val="bg1"/>
                </a:solidFill>
              </a:defRPr>
            </a:lvl6pPr>
            <a:lvl7pPr marL="0" indent="0">
              <a:spcAft>
                <a:spcPts val="0"/>
              </a:spcAft>
              <a:buFontTx/>
              <a:buNone/>
              <a:defRPr sz="1200">
                <a:solidFill>
                  <a:schemeClr val="bg1"/>
                </a:solidFill>
              </a:defRPr>
            </a:lvl7pPr>
            <a:lvl8pPr marL="0" indent="0">
              <a:spcAft>
                <a:spcPts val="0"/>
              </a:spcAft>
              <a:buFontTx/>
              <a:buNone/>
              <a:defRPr sz="1200">
                <a:solidFill>
                  <a:schemeClr val="bg1"/>
                </a:solidFill>
              </a:defRPr>
            </a:lvl8pPr>
            <a:lvl9pPr marL="0" indent="0">
              <a:spcAft>
                <a:spcPts val="0"/>
              </a:spcAft>
              <a:buFontTx/>
              <a:buNone/>
              <a:defRPr sz="1200">
                <a:solidFill>
                  <a:schemeClr val="bg1"/>
                </a:solidFill>
              </a:defRPr>
            </a:lvl9pPr>
          </a:lstStyle>
          <a:p>
            <a:pPr lvl="0"/>
            <a:r>
              <a:rPr lang="en-US"/>
              <a:t>First level</a:t>
            </a:r>
          </a:p>
          <a:p>
            <a:pPr lvl="1"/>
            <a:r>
              <a:rPr lang="en-US"/>
              <a:t>Second level</a:t>
            </a:r>
          </a:p>
        </p:txBody>
      </p:sp>
      <p:sp>
        <p:nvSpPr>
          <p:cNvPr id="8" name="Textplatzhalter 8"/>
          <p:cNvSpPr>
            <a:spLocks noGrp="1"/>
          </p:cNvSpPr>
          <p:nvPr>
            <p:ph type="body" sz="quarter" idx="43" hasCustomPrompt="1"/>
          </p:nvPr>
        </p:nvSpPr>
        <p:spPr bwMode="gray">
          <a:xfrm>
            <a:off x="1114286" y="3570933"/>
            <a:ext cx="3348000" cy="648000"/>
          </a:xfrm>
        </p:spPr>
        <p:txBody>
          <a:bodyPr/>
          <a:lstStyle>
            <a:lvl1pPr marL="0" indent="0">
              <a:spcAft>
                <a:spcPts val="0"/>
              </a:spcAft>
              <a:buFontTx/>
              <a:buNone/>
              <a:defRPr sz="1200" b="1">
                <a:solidFill>
                  <a:schemeClr val="bg1"/>
                </a:solidFill>
              </a:defRPr>
            </a:lvl1pPr>
            <a:lvl2pPr marL="0" indent="0">
              <a:spcAft>
                <a:spcPts val="0"/>
              </a:spcAft>
              <a:buFontTx/>
              <a:buNone/>
              <a:defRPr sz="1200">
                <a:solidFill>
                  <a:schemeClr val="bg1"/>
                </a:solidFill>
              </a:defRPr>
            </a:lvl2pPr>
            <a:lvl3pPr marL="0" indent="0">
              <a:spcAft>
                <a:spcPts val="0"/>
              </a:spcAft>
              <a:buFontTx/>
              <a:buNone/>
              <a:defRPr sz="1200">
                <a:solidFill>
                  <a:schemeClr val="bg1"/>
                </a:solidFill>
              </a:defRPr>
            </a:lvl3pPr>
            <a:lvl4pPr marL="0" indent="0">
              <a:spcAft>
                <a:spcPts val="0"/>
              </a:spcAft>
              <a:buFontTx/>
              <a:buNone/>
              <a:defRPr sz="1200">
                <a:solidFill>
                  <a:schemeClr val="bg1"/>
                </a:solidFill>
              </a:defRPr>
            </a:lvl4pPr>
            <a:lvl5pPr marL="0" indent="0">
              <a:spcAft>
                <a:spcPts val="0"/>
              </a:spcAft>
              <a:buFontTx/>
              <a:buNone/>
              <a:defRPr sz="1200">
                <a:solidFill>
                  <a:schemeClr val="bg1"/>
                </a:solidFill>
              </a:defRPr>
            </a:lvl5pPr>
            <a:lvl6pPr marL="0" indent="0">
              <a:spcAft>
                <a:spcPts val="0"/>
              </a:spcAft>
              <a:buFontTx/>
              <a:buNone/>
              <a:defRPr sz="1200">
                <a:solidFill>
                  <a:schemeClr val="bg1"/>
                </a:solidFill>
              </a:defRPr>
            </a:lvl6pPr>
            <a:lvl7pPr marL="0" indent="0">
              <a:spcAft>
                <a:spcPts val="0"/>
              </a:spcAft>
              <a:buFontTx/>
              <a:buNone/>
              <a:defRPr sz="1200">
                <a:solidFill>
                  <a:schemeClr val="bg1"/>
                </a:solidFill>
              </a:defRPr>
            </a:lvl7pPr>
            <a:lvl8pPr marL="0" indent="0">
              <a:spcAft>
                <a:spcPts val="0"/>
              </a:spcAft>
              <a:buFontTx/>
              <a:buNone/>
              <a:defRPr sz="1200">
                <a:solidFill>
                  <a:schemeClr val="bg1"/>
                </a:solidFill>
              </a:defRPr>
            </a:lvl8pPr>
            <a:lvl9pPr marL="0" indent="0">
              <a:spcAft>
                <a:spcPts val="0"/>
              </a:spcAft>
              <a:buFontTx/>
              <a:buNone/>
              <a:defRPr sz="1200">
                <a:solidFill>
                  <a:schemeClr val="bg1"/>
                </a:solidFill>
              </a:defRPr>
            </a:lvl9pPr>
          </a:lstStyle>
          <a:p>
            <a:pPr lvl="0"/>
            <a:r>
              <a:rPr lang="en-US"/>
              <a:t>First level</a:t>
            </a:r>
          </a:p>
          <a:p>
            <a:pPr lvl="1"/>
            <a:r>
              <a:rPr lang="en-US"/>
              <a:t>Second level</a:t>
            </a:r>
          </a:p>
        </p:txBody>
      </p:sp>
      <p:sp>
        <p:nvSpPr>
          <p:cNvPr id="10" name="Textplatzhalter 8"/>
          <p:cNvSpPr>
            <a:spLocks noGrp="1"/>
          </p:cNvSpPr>
          <p:nvPr>
            <p:ph type="body" sz="quarter" idx="44" hasCustomPrompt="1"/>
          </p:nvPr>
        </p:nvSpPr>
        <p:spPr bwMode="gray">
          <a:xfrm>
            <a:off x="5436468" y="1059582"/>
            <a:ext cx="3348000" cy="648000"/>
          </a:xfrm>
        </p:spPr>
        <p:txBody>
          <a:bodyPr/>
          <a:lstStyle>
            <a:lvl1pPr marL="0" indent="0">
              <a:spcAft>
                <a:spcPts val="0"/>
              </a:spcAft>
              <a:buFontTx/>
              <a:buNone/>
              <a:defRPr sz="1200" b="1">
                <a:solidFill>
                  <a:schemeClr val="bg1"/>
                </a:solidFill>
              </a:defRPr>
            </a:lvl1pPr>
            <a:lvl2pPr marL="0" indent="0">
              <a:spcAft>
                <a:spcPts val="0"/>
              </a:spcAft>
              <a:buFontTx/>
              <a:buNone/>
              <a:defRPr sz="1200">
                <a:solidFill>
                  <a:schemeClr val="bg1"/>
                </a:solidFill>
              </a:defRPr>
            </a:lvl2pPr>
            <a:lvl3pPr marL="0" indent="0">
              <a:spcAft>
                <a:spcPts val="0"/>
              </a:spcAft>
              <a:buFontTx/>
              <a:buNone/>
              <a:defRPr sz="1200">
                <a:solidFill>
                  <a:schemeClr val="bg1"/>
                </a:solidFill>
              </a:defRPr>
            </a:lvl3pPr>
            <a:lvl4pPr marL="0" indent="0">
              <a:spcAft>
                <a:spcPts val="0"/>
              </a:spcAft>
              <a:buFontTx/>
              <a:buNone/>
              <a:defRPr sz="1200">
                <a:solidFill>
                  <a:schemeClr val="bg1"/>
                </a:solidFill>
              </a:defRPr>
            </a:lvl4pPr>
            <a:lvl5pPr marL="0" indent="0">
              <a:spcAft>
                <a:spcPts val="0"/>
              </a:spcAft>
              <a:buFontTx/>
              <a:buNone/>
              <a:defRPr sz="1200">
                <a:solidFill>
                  <a:schemeClr val="bg1"/>
                </a:solidFill>
              </a:defRPr>
            </a:lvl5pPr>
            <a:lvl6pPr marL="0" indent="0">
              <a:spcAft>
                <a:spcPts val="0"/>
              </a:spcAft>
              <a:buFontTx/>
              <a:buNone/>
              <a:defRPr sz="1200">
                <a:solidFill>
                  <a:schemeClr val="bg1"/>
                </a:solidFill>
              </a:defRPr>
            </a:lvl6pPr>
            <a:lvl7pPr marL="0" indent="0">
              <a:spcAft>
                <a:spcPts val="0"/>
              </a:spcAft>
              <a:buFontTx/>
              <a:buNone/>
              <a:defRPr sz="1200">
                <a:solidFill>
                  <a:schemeClr val="bg1"/>
                </a:solidFill>
              </a:defRPr>
            </a:lvl7pPr>
            <a:lvl8pPr marL="0" indent="0">
              <a:spcAft>
                <a:spcPts val="0"/>
              </a:spcAft>
              <a:buFontTx/>
              <a:buNone/>
              <a:defRPr sz="1200">
                <a:solidFill>
                  <a:schemeClr val="bg1"/>
                </a:solidFill>
              </a:defRPr>
            </a:lvl8pPr>
            <a:lvl9pPr marL="0" indent="0">
              <a:spcAft>
                <a:spcPts val="0"/>
              </a:spcAft>
              <a:buFontTx/>
              <a:buNone/>
              <a:defRPr sz="1200">
                <a:solidFill>
                  <a:schemeClr val="bg1"/>
                </a:solidFill>
              </a:defRPr>
            </a:lvl9pPr>
          </a:lstStyle>
          <a:p>
            <a:pPr lvl="0"/>
            <a:r>
              <a:rPr lang="en-US"/>
              <a:t>First level</a:t>
            </a:r>
          </a:p>
          <a:p>
            <a:pPr lvl="1"/>
            <a:r>
              <a:rPr lang="en-US"/>
              <a:t>Second level</a:t>
            </a:r>
          </a:p>
        </p:txBody>
      </p:sp>
      <p:sp>
        <p:nvSpPr>
          <p:cNvPr id="12" name="Textplatzhalter 8"/>
          <p:cNvSpPr>
            <a:spLocks noGrp="1"/>
          </p:cNvSpPr>
          <p:nvPr>
            <p:ph type="body" sz="quarter" idx="45" hasCustomPrompt="1"/>
          </p:nvPr>
        </p:nvSpPr>
        <p:spPr bwMode="gray">
          <a:xfrm>
            <a:off x="5436468" y="1896986"/>
            <a:ext cx="3348000" cy="648000"/>
          </a:xfrm>
        </p:spPr>
        <p:txBody>
          <a:bodyPr/>
          <a:lstStyle>
            <a:lvl1pPr marL="0" indent="0">
              <a:spcAft>
                <a:spcPts val="0"/>
              </a:spcAft>
              <a:buFontTx/>
              <a:buNone/>
              <a:defRPr sz="1200" b="1">
                <a:solidFill>
                  <a:schemeClr val="bg1"/>
                </a:solidFill>
              </a:defRPr>
            </a:lvl1pPr>
            <a:lvl2pPr marL="0" indent="0">
              <a:spcAft>
                <a:spcPts val="0"/>
              </a:spcAft>
              <a:buFontTx/>
              <a:buNone/>
              <a:defRPr sz="1200">
                <a:solidFill>
                  <a:schemeClr val="bg1"/>
                </a:solidFill>
              </a:defRPr>
            </a:lvl2pPr>
            <a:lvl3pPr marL="0" indent="0">
              <a:spcAft>
                <a:spcPts val="0"/>
              </a:spcAft>
              <a:buFontTx/>
              <a:buNone/>
              <a:defRPr sz="1200">
                <a:solidFill>
                  <a:schemeClr val="bg1"/>
                </a:solidFill>
              </a:defRPr>
            </a:lvl3pPr>
            <a:lvl4pPr marL="0" indent="0">
              <a:spcAft>
                <a:spcPts val="0"/>
              </a:spcAft>
              <a:buFontTx/>
              <a:buNone/>
              <a:defRPr sz="1200">
                <a:solidFill>
                  <a:schemeClr val="bg1"/>
                </a:solidFill>
              </a:defRPr>
            </a:lvl4pPr>
            <a:lvl5pPr marL="0" indent="0">
              <a:spcAft>
                <a:spcPts val="0"/>
              </a:spcAft>
              <a:buFontTx/>
              <a:buNone/>
              <a:defRPr sz="1200">
                <a:solidFill>
                  <a:schemeClr val="bg1"/>
                </a:solidFill>
              </a:defRPr>
            </a:lvl5pPr>
            <a:lvl6pPr marL="0" indent="0">
              <a:spcAft>
                <a:spcPts val="0"/>
              </a:spcAft>
              <a:buFontTx/>
              <a:buNone/>
              <a:defRPr sz="1200">
                <a:solidFill>
                  <a:schemeClr val="bg1"/>
                </a:solidFill>
              </a:defRPr>
            </a:lvl6pPr>
            <a:lvl7pPr marL="0" indent="0">
              <a:spcAft>
                <a:spcPts val="0"/>
              </a:spcAft>
              <a:buFontTx/>
              <a:buNone/>
              <a:defRPr sz="1200">
                <a:solidFill>
                  <a:schemeClr val="bg1"/>
                </a:solidFill>
              </a:defRPr>
            </a:lvl7pPr>
            <a:lvl8pPr marL="0" indent="0">
              <a:spcAft>
                <a:spcPts val="0"/>
              </a:spcAft>
              <a:buFontTx/>
              <a:buNone/>
              <a:defRPr sz="1200">
                <a:solidFill>
                  <a:schemeClr val="bg1"/>
                </a:solidFill>
              </a:defRPr>
            </a:lvl8pPr>
            <a:lvl9pPr marL="0" indent="0">
              <a:spcAft>
                <a:spcPts val="0"/>
              </a:spcAft>
              <a:buFontTx/>
              <a:buNone/>
              <a:defRPr sz="1200">
                <a:solidFill>
                  <a:schemeClr val="bg1"/>
                </a:solidFill>
              </a:defRPr>
            </a:lvl9pPr>
          </a:lstStyle>
          <a:p>
            <a:pPr lvl="0"/>
            <a:r>
              <a:rPr lang="en-US"/>
              <a:t>First level</a:t>
            </a:r>
          </a:p>
          <a:p>
            <a:pPr lvl="1"/>
            <a:r>
              <a:rPr lang="en-US"/>
              <a:t>Second level</a:t>
            </a:r>
          </a:p>
        </p:txBody>
      </p:sp>
      <p:sp>
        <p:nvSpPr>
          <p:cNvPr id="13" name="Textplatzhalter 8"/>
          <p:cNvSpPr>
            <a:spLocks noGrp="1"/>
          </p:cNvSpPr>
          <p:nvPr>
            <p:ph type="body" sz="quarter" idx="46" hasCustomPrompt="1"/>
          </p:nvPr>
        </p:nvSpPr>
        <p:spPr bwMode="gray">
          <a:xfrm>
            <a:off x="5436468" y="2733959"/>
            <a:ext cx="3348000" cy="648000"/>
          </a:xfrm>
        </p:spPr>
        <p:txBody>
          <a:bodyPr/>
          <a:lstStyle>
            <a:lvl1pPr marL="0" indent="0">
              <a:spcAft>
                <a:spcPts val="0"/>
              </a:spcAft>
              <a:buFontTx/>
              <a:buNone/>
              <a:defRPr sz="1200" b="1">
                <a:solidFill>
                  <a:schemeClr val="bg1"/>
                </a:solidFill>
              </a:defRPr>
            </a:lvl1pPr>
            <a:lvl2pPr marL="0" indent="0">
              <a:spcAft>
                <a:spcPts val="0"/>
              </a:spcAft>
              <a:buFontTx/>
              <a:buNone/>
              <a:defRPr sz="1200">
                <a:solidFill>
                  <a:schemeClr val="bg1"/>
                </a:solidFill>
              </a:defRPr>
            </a:lvl2pPr>
            <a:lvl3pPr marL="0" indent="0">
              <a:spcAft>
                <a:spcPts val="0"/>
              </a:spcAft>
              <a:buFontTx/>
              <a:buNone/>
              <a:defRPr sz="1200">
                <a:solidFill>
                  <a:schemeClr val="bg1"/>
                </a:solidFill>
              </a:defRPr>
            </a:lvl3pPr>
            <a:lvl4pPr marL="0" indent="0">
              <a:spcAft>
                <a:spcPts val="0"/>
              </a:spcAft>
              <a:buFontTx/>
              <a:buNone/>
              <a:defRPr sz="1200">
                <a:solidFill>
                  <a:schemeClr val="bg1"/>
                </a:solidFill>
              </a:defRPr>
            </a:lvl4pPr>
            <a:lvl5pPr marL="0" indent="0">
              <a:spcAft>
                <a:spcPts val="0"/>
              </a:spcAft>
              <a:buFontTx/>
              <a:buNone/>
              <a:defRPr sz="1200">
                <a:solidFill>
                  <a:schemeClr val="bg1"/>
                </a:solidFill>
              </a:defRPr>
            </a:lvl5pPr>
            <a:lvl6pPr marL="0" indent="0">
              <a:spcAft>
                <a:spcPts val="0"/>
              </a:spcAft>
              <a:buFontTx/>
              <a:buNone/>
              <a:defRPr sz="1200">
                <a:solidFill>
                  <a:schemeClr val="bg1"/>
                </a:solidFill>
              </a:defRPr>
            </a:lvl6pPr>
            <a:lvl7pPr marL="0" indent="0">
              <a:spcAft>
                <a:spcPts val="0"/>
              </a:spcAft>
              <a:buFontTx/>
              <a:buNone/>
              <a:defRPr sz="1200">
                <a:solidFill>
                  <a:schemeClr val="bg1"/>
                </a:solidFill>
              </a:defRPr>
            </a:lvl7pPr>
            <a:lvl8pPr marL="0" indent="0">
              <a:spcAft>
                <a:spcPts val="0"/>
              </a:spcAft>
              <a:buFontTx/>
              <a:buNone/>
              <a:defRPr sz="1200">
                <a:solidFill>
                  <a:schemeClr val="bg1"/>
                </a:solidFill>
              </a:defRPr>
            </a:lvl8pPr>
            <a:lvl9pPr marL="0" indent="0">
              <a:spcAft>
                <a:spcPts val="0"/>
              </a:spcAft>
              <a:buFontTx/>
              <a:buNone/>
              <a:defRPr sz="1200">
                <a:solidFill>
                  <a:schemeClr val="bg1"/>
                </a:solidFill>
              </a:defRPr>
            </a:lvl9pPr>
          </a:lstStyle>
          <a:p>
            <a:pPr lvl="0"/>
            <a:r>
              <a:rPr lang="en-US"/>
              <a:t>First level</a:t>
            </a:r>
          </a:p>
          <a:p>
            <a:pPr lvl="1"/>
            <a:r>
              <a:rPr lang="en-US"/>
              <a:t>Second level</a:t>
            </a:r>
          </a:p>
        </p:txBody>
      </p:sp>
      <p:sp>
        <p:nvSpPr>
          <p:cNvPr id="14" name="Textplatzhalter 8"/>
          <p:cNvSpPr>
            <a:spLocks noGrp="1"/>
          </p:cNvSpPr>
          <p:nvPr>
            <p:ph type="body" sz="quarter" idx="47" hasCustomPrompt="1"/>
          </p:nvPr>
        </p:nvSpPr>
        <p:spPr bwMode="gray">
          <a:xfrm>
            <a:off x="5436468" y="3570933"/>
            <a:ext cx="3348000" cy="648000"/>
          </a:xfrm>
        </p:spPr>
        <p:txBody>
          <a:bodyPr/>
          <a:lstStyle>
            <a:lvl1pPr marL="0" indent="0">
              <a:spcAft>
                <a:spcPts val="0"/>
              </a:spcAft>
              <a:buFontTx/>
              <a:buNone/>
              <a:defRPr sz="1200" b="1">
                <a:solidFill>
                  <a:schemeClr val="bg1"/>
                </a:solidFill>
              </a:defRPr>
            </a:lvl1pPr>
            <a:lvl2pPr marL="0" indent="0">
              <a:spcAft>
                <a:spcPts val="0"/>
              </a:spcAft>
              <a:buFontTx/>
              <a:buNone/>
              <a:defRPr sz="1200">
                <a:solidFill>
                  <a:schemeClr val="bg1"/>
                </a:solidFill>
              </a:defRPr>
            </a:lvl2pPr>
            <a:lvl3pPr marL="0" indent="0">
              <a:spcAft>
                <a:spcPts val="0"/>
              </a:spcAft>
              <a:buFontTx/>
              <a:buNone/>
              <a:defRPr sz="1200">
                <a:solidFill>
                  <a:schemeClr val="bg1"/>
                </a:solidFill>
              </a:defRPr>
            </a:lvl3pPr>
            <a:lvl4pPr marL="0" indent="0">
              <a:spcAft>
                <a:spcPts val="0"/>
              </a:spcAft>
              <a:buFontTx/>
              <a:buNone/>
              <a:defRPr sz="1200">
                <a:solidFill>
                  <a:schemeClr val="bg1"/>
                </a:solidFill>
              </a:defRPr>
            </a:lvl4pPr>
            <a:lvl5pPr marL="0" indent="0">
              <a:spcAft>
                <a:spcPts val="0"/>
              </a:spcAft>
              <a:buFontTx/>
              <a:buNone/>
              <a:defRPr sz="1200">
                <a:solidFill>
                  <a:schemeClr val="bg1"/>
                </a:solidFill>
              </a:defRPr>
            </a:lvl5pPr>
            <a:lvl6pPr marL="0" indent="0">
              <a:spcAft>
                <a:spcPts val="0"/>
              </a:spcAft>
              <a:buFontTx/>
              <a:buNone/>
              <a:defRPr sz="1200">
                <a:solidFill>
                  <a:schemeClr val="bg1"/>
                </a:solidFill>
              </a:defRPr>
            </a:lvl6pPr>
            <a:lvl7pPr marL="0" indent="0">
              <a:spcAft>
                <a:spcPts val="0"/>
              </a:spcAft>
              <a:buFontTx/>
              <a:buNone/>
              <a:defRPr sz="1200">
                <a:solidFill>
                  <a:schemeClr val="bg1"/>
                </a:solidFill>
              </a:defRPr>
            </a:lvl7pPr>
            <a:lvl8pPr marL="0" indent="0">
              <a:spcAft>
                <a:spcPts val="0"/>
              </a:spcAft>
              <a:buFontTx/>
              <a:buNone/>
              <a:defRPr sz="1200">
                <a:solidFill>
                  <a:schemeClr val="bg1"/>
                </a:solidFill>
              </a:defRPr>
            </a:lvl8pPr>
            <a:lvl9pPr marL="0" indent="0">
              <a:spcAft>
                <a:spcPts val="0"/>
              </a:spcAft>
              <a:buFontTx/>
              <a:buNone/>
              <a:defRPr sz="1200">
                <a:solidFill>
                  <a:schemeClr val="bg1"/>
                </a:solidFill>
              </a:defRPr>
            </a:lvl9pPr>
          </a:lstStyle>
          <a:p>
            <a:pPr lvl="0"/>
            <a:r>
              <a:rPr lang="en-US"/>
              <a:t>First level</a:t>
            </a:r>
          </a:p>
          <a:p>
            <a:pPr lvl="1"/>
            <a:r>
              <a:rPr lang="en-US"/>
              <a:t>Second level</a:t>
            </a:r>
          </a:p>
        </p:txBody>
      </p:sp>
      <p:pic>
        <p:nvPicPr>
          <p:cNvPr id="4" name="Grafik 3"/>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359568" y="4623752"/>
            <a:ext cx="926100" cy="279545"/>
          </a:xfrm>
          <a:prstGeom prst="rect">
            <a:avLst/>
          </a:prstGeom>
        </p:spPr>
      </p:pic>
    </p:spTree>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Chapter divider (1)">
    <p:bg>
      <p:bgPr>
        <a:solidFill>
          <a:schemeClr val="tx2"/>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a:xfrm>
            <a:off x="359568" y="1059657"/>
            <a:ext cx="5724526" cy="1349896"/>
          </a:xfrm>
        </p:spPr>
        <p:txBody>
          <a:bodyPr anchor="b"/>
          <a:lstStyle>
            <a:lvl1pPr>
              <a:defRPr sz="3000">
                <a:solidFill>
                  <a:schemeClr val="bg2"/>
                </a:solidFill>
              </a:defRPr>
            </a:lvl1pPr>
          </a:lstStyle>
          <a:p>
            <a:r>
              <a:rPr lang="en-US"/>
              <a:t>Name of the current chapter</a:t>
            </a:r>
          </a:p>
        </p:txBody>
      </p:sp>
      <p:sp>
        <p:nvSpPr>
          <p:cNvPr id="9" name="Untertitel 2"/>
          <p:cNvSpPr>
            <a:spLocks noGrp="1"/>
          </p:cNvSpPr>
          <p:nvPr>
            <p:ph type="subTitle" idx="14" hasCustomPrompt="1"/>
          </p:nvPr>
        </p:nvSpPr>
        <p:spPr bwMode="gray">
          <a:xfrm>
            <a:off x="359568" y="2679762"/>
            <a:ext cx="5724526" cy="594066"/>
          </a:xfrm>
        </p:spPr>
        <p:txBody>
          <a:bodyPr/>
          <a:lstStyle>
            <a:lvl1pPr marL="0" indent="0" algn="l">
              <a:lnSpc>
                <a:spcPct val="140000"/>
              </a:lnSpc>
              <a:spcBef>
                <a:spcPts val="0"/>
              </a:spcBef>
              <a:spcAft>
                <a:spcPts val="0"/>
              </a:spcAft>
              <a:buFont typeface="Arial" panose="020B0604020202020204" pitchFamily="34" charset="0"/>
              <a:buNone/>
              <a:defRPr sz="1200" b="0">
                <a:solidFill>
                  <a:schemeClr val="bg2"/>
                </a:solidFill>
                <a:latin typeface="+mn-lt"/>
              </a:defRPr>
            </a:lvl1pPr>
            <a:lvl2pPr marL="0" indent="0" algn="l">
              <a:lnSpc>
                <a:spcPct val="140000"/>
              </a:lnSpc>
              <a:spcBef>
                <a:spcPts val="0"/>
              </a:spcBef>
              <a:spcAft>
                <a:spcPts val="0"/>
              </a:spcAft>
              <a:buFont typeface="Arial" panose="020B0604020202020204" pitchFamily="34" charset="0"/>
              <a:buNone/>
              <a:defRPr sz="1200" b="0">
                <a:solidFill>
                  <a:schemeClr val="bg2"/>
                </a:solidFill>
                <a:latin typeface="+mn-lt"/>
              </a:defRPr>
            </a:lvl2pPr>
            <a:lvl3pPr marL="0" indent="0" algn="l">
              <a:lnSpc>
                <a:spcPct val="140000"/>
              </a:lnSpc>
              <a:spcBef>
                <a:spcPts val="0"/>
              </a:spcBef>
              <a:spcAft>
                <a:spcPts val="0"/>
              </a:spcAft>
              <a:buFont typeface="Arial" panose="020B0604020202020204" pitchFamily="34" charset="0"/>
              <a:buNone/>
              <a:defRPr sz="1200" b="0">
                <a:solidFill>
                  <a:schemeClr val="bg2"/>
                </a:solidFill>
                <a:latin typeface="+mn-lt"/>
              </a:defRPr>
            </a:lvl3pPr>
            <a:lvl4pPr marL="0" indent="0" algn="l">
              <a:lnSpc>
                <a:spcPct val="140000"/>
              </a:lnSpc>
              <a:spcBef>
                <a:spcPts val="0"/>
              </a:spcBef>
              <a:spcAft>
                <a:spcPts val="0"/>
              </a:spcAft>
              <a:buFont typeface="Arial" panose="020B0604020202020204" pitchFamily="34" charset="0"/>
              <a:buNone/>
              <a:defRPr sz="1200" b="0">
                <a:solidFill>
                  <a:schemeClr val="bg2"/>
                </a:solidFill>
                <a:latin typeface="+mn-lt"/>
              </a:defRPr>
            </a:lvl4pPr>
            <a:lvl5pPr marL="0" indent="0" algn="l">
              <a:lnSpc>
                <a:spcPct val="140000"/>
              </a:lnSpc>
              <a:spcBef>
                <a:spcPts val="0"/>
              </a:spcBef>
              <a:spcAft>
                <a:spcPts val="0"/>
              </a:spcAft>
              <a:buFont typeface="Arial" panose="020B0604020202020204" pitchFamily="34" charset="0"/>
              <a:buNone/>
              <a:defRPr sz="1200" b="0">
                <a:solidFill>
                  <a:schemeClr val="bg2"/>
                </a:solidFill>
                <a:latin typeface="+mn-lt"/>
              </a:defRPr>
            </a:lvl5pPr>
            <a:lvl6pPr marL="0" indent="0" algn="l">
              <a:lnSpc>
                <a:spcPct val="140000"/>
              </a:lnSpc>
              <a:spcBef>
                <a:spcPts val="0"/>
              </a:spcBef>
              <a:spcAft>
                <a:spcPts val="0"/>
              </a:spcAft>
              <a:buFont typeface="Arial" panose="020B0604020202020204" pitchFamily="34" charset="0"/>
              <a:buNone/>
              <a:defRPr sz="1200" b="0">
                <a:solidFill>
                  <a:schemeClr val="bg2"/>
                </a:solidFill>
                <a:latin typeface="+mn-lt"/>
              </a:defRPr>
            </a:lvl6pPr>
            <a:lvl7pPr marL="0" indent="0" algn="l">
              <a:lnSpc>
                <a:spcPct val="140000"/>
              </a:lnSpc>
              <a:spcBef>
                <a:spcPts val="0"/>
              </a:spcBef>
              <a:spcAft>
                <a:spcPts val="0"/>
              </a:spcAft>
              <a:buFont typeface="Arial" panose="020B0604020202020204" pitchFamily="34" charset="0"/>
              <a:buNone/>
              <a:defRPr sz="1200" b="0">
                <a:solidFill>
                  <a:schemeClr val="bg2"/>
                </a:solidFill>
                <a:latin typeface="+mn-lt"/>
              </a:defRPr>
            </a:lvl7pPr>
            <a:lvl8pPr marL="0" indent="0" algn="l">
              <a:lnSpc>
                <a:spcPct val="140000"/>
              </a:lnSpc>
              <a:spcBef>
                <a:spcPts val="0"/>
              </a:spcBef>
              <a:spcAft>
                <a:spcPts val="0"/>
              </a:spcAft>
              <a:buFont typeface="Arial" panose="020B0604020202020204" pitchFamily="34" charset="0"/>
              <a:buNone/>
              <a:defRPr sz="1200" b="0">
                <a:solidFill>
                  <a:schemeClr val="bg2"/>
                </a:solidFill>
                <a:latin typeface="+mn-lt"/>
              </a:defRPr>
            </a:lvl8pPr>
            <a:lvl9pPr marL="0" indent="0" algn="l">
              <a:lnSpc>
                <a:spcPct val="140000"/>
              </a:lnSpc>
              <a:spcBef>
                <a:spcPts val="0"/>
              </a:spcBef>
              <a:spcAft>
                <a:spcPts val="0"/>
              </a:spcAft>
              <a:buFont typeface="Arial" panose="020B0604020202020204" pitchFamily="34" charset="0"/>
              <a:buNone/>
              <a:defRPr sz="1200" b="0">
                <a:solidFill>
                  <a:schemeClr val="bg2"/>
                </a:solidFill>
                <a:latin typeface="+mn-lt"/>
              </a:defRPr>
            </a:lvl9pPr>
          </a:lstStyle>
          <a:p>
            <a:r>
              <a:rPr lang="en-US"/>
              <a:t>Optional short description</a:t>
            </a:r>
          </a:p>
        </p:txBody>
      </p:sp>
      <p:sp>
        <p:nvSpPr>
          <p:cNvPr id="7" name="Foliennummernplatzhalter 6"/>
          <p:cNvSpPr>
            <a:spLocks noGrp="1"/>
          </p:cNvSpPr>
          <p:nvPr>
            <p:ph type="sldNum" sz="quarter" idx="16"/>
          </p:nvPr>
        </p:nvSpPr>
        <p:spPr bwMode="gray"/>
        <p:txBody>
          <a:bodyPr/>
          <a:lstStyle>
            <a:lvl1pPr>
              <a:defRPr>
                <a:solidFill>
                  <a:schemeClr val="bg2"/>
                </a:solidFill>
              </a:defRPr>
            </a:lvl1pPr>
          </a:lstStyle>
          <a:p>
            <a:fld id="{8FF9B0DE-3FEB-4AA0-B465-B80EF7C1333D}" type="slidenum">
              <a:rPr lang="en-US" smtClean="0"/>
              <a:t>‹#›</a:t>
            </a:fld>
            <a:endParaRPr lang="en-US"/>
          </a:p>
        </p:txBody>
      </p:sp>
      <p:sp>
        <p:nvSpPr>
          <p:cNvPr id="6" name="Fußzeilenplatzhalter 5"/>
          <p:cNvSpPr>
            <a:spLocks noGrp="1"/>
          </p:cNvSpPr>
          <p:nvPr>
            <p:ph type="ftr" sz="quarter" idx="19"/>
          </p:nvPr>
        </p:nvSpPr>
        <p:spPr bwMode="gray"/>
        <p:txBody>
          <a:bodyPr/>
          <a:lstStyle/>
          <a:p>
            <a:r>
              <a:rPr lang="en-US"/>
              <a:t>Presentation title    |    ONLY FOR INTERNAL USE</a:t>
            </a:r>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Chapter divider (2)">
    <p:bg>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a:xfrm>
            <a:off x="359568" y="1059657"/>
            <a:ext cx="5724526" cy="1349896"/>
          </a:xfrm>
        </p:spPr>
        <p:txBody>
          <a:bodyPr anchor="b"/>
          <a:lstStyle>
            <a:lvl1pPr>
              <a:defRPr sz="3000">
                <a:solidFill>
                  <a:schemeClr val="tx2"/>
                </a:solidFill>
              </a:defRPr>
            </a:lvl1pPr>
          </a:lstStyle>
          <a:p>
            <a:r>
              <a:rPr lang="en-US"/>
              <a:t>Name of the current chapter</a:t>
            </a:r>
          </a:p>
        </p:txBody>
      </p:sp>
      <p:sp>
        <p:nvSpPr>
          <p:cNvPr id="9" name="Untertitel 2"/>
          <p:cNvSpPr>
            <a:spLocks noGrp="1"/>
          </p:cNvSpPr>
          <p:nvPr>
            <p:ph type="subTitle" idx="14" hasCustomPrompt="1"/>
          </p:nvPr>
        </p:nvSpPr>
        <p:spPr bwMode="gray">
          <a:xfrm>
            <a:off x="359568" y="2679762"/>
            <a:ext cx="5724526" cy="594066"/>
          </a:xfrm>
        </p:spPr>
        <p:txBody>
          <a:bodyPr/>
          <a:lstStyle>
            <a:lvl1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1pPr>
            <a:lvl2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2pPr>
            <a:lvl3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3pPr>
            <a:lvl4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4pPr>
            <a:lvl5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5pPr>
            <a:lvl6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6pPr>
            <a:lvl7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7pPr>
            <a:lvl8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8pPr>
            <a:lvl9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9pPr>
          </a:lstStyle>
          <a:p>
            <a:r>
              <a:rPr lang="en-US"/>
              <a:t>Optional short description</a:t>
            </a:r>
          </a:p>
        </p:txBody>
      </p:sp>
      <p:sp>
        <p:nvSpPr>
          <p:cNvPr id="7" name="Foliennummernplatzhalter 6"/>
          <p:cNvSpPr>
            <a:spLocks noGrp="1"/>
          </p:cNvSpPr>
          <p:nvPr>
            <p:ph type="sldNum" sz="quarter" idx="16"/>
          </p:nvPr>
        </p:nvSpPr>
        <p:spPr bwMode="gray"/>
        <p:txBody>
          <a:bodyPr/>
          <a:lstStyle>
            <a:lvl1pPr>
              <a:defRPr>
                <a:solidFill>
                  <a:schemeClr val="bg1"/>
                </a:solidFill>
              </a:defRPr>
            </a:lvl1pPr>
          </a:lstStyle>
          <a:p>
            <a:fld id="{8FF9B0DE-3FEB-4AA0-B465-B80EF7C1333D}" type="slidenum">
              <a:rPr lang="en-US" smtClean="0"/>
              <a:t>‹#›</a:t>
            </a:fld>
            <a:endParaRPr lang="en-US"/>
          </a:p>
        </p:txBody>
      </p:sp>
      <p:pic>
        <p:nvPicPr>
          <p:cNvPr id="4" name="Grafik 3"/>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359568" y="4623752"/>
            <a:ext cx="926100" cy="279545"/>
          </a:xfrm>
          <a:prstGeom prst="rect">
            <a:avLst/>
          </a:prstGeom>
        </p:spPr>
      </p:pic>
      <p:sp>
        <p:nvSpPr>
          <p:cNvPr id="8" name="Fußzeilenplatzhalter 7"/>
          <p:cNvSpPr>
            <a:spLocks noGrp="1"/>
          </p:cNvSpPr>
          <p:nvPr>
            <p:ph type="ftr" sz="quarter" idx="19"/>
          </p:nvPr>
        </p:nvSpPr>
        <p:spPr bwMode="gray"/>
        <p:txBody>
          <a:bodyPr/>
          <a:lstStyle>
            <a:lvl1pPr>
              <a:defRPr>
                <a:solidFill>
                  <a:schemeClr val="bg1"/>
                </a:solidFill>
              </a:defRPr>
            </a:lvl1pPr>
          </a:lstStyle>
          <a:p>
            <a:r>
              <a:rPr lang="en-US"/>
              <a:t>Presentation title    |    ONLY FOR INTERNAL USE</a:t>
            </a:r>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Chapter divider (image)">
    <p:bg>
      <p:bgPr>
        <a:solidFill>
          <a:schemeClr val="bg2"/>
        </a:solidFill>
        <a:effectLst/>
      </p:bgPr>
    </p:bg>
    <p:spTree>
      <p:nvGrpSpPr>
        <p:cNvPr id="1" name=""/>
        <p:cNvGrpSpPr/>
        <p:nvPr/>
      </p:nvGrpSpPr>
      <p:grpSpPr>
        <a:xfrm>
          <a:off x="0" y="0"/>
          <a:ext cx="0" cy="0"/>
          <a:chOff x="0" y="0"/>
          <a:chExt cx="0" cy="0"/>
        </a:xfrm>
      </p:grpSpPr>
      <p:sp>
        <p:nvSpPr>
          <p:cNvPr id="8" name="Bildplatzhalter 10"/>
          <p:cNvSpPr>
            <a:spLocks noGrp="1"/>
          </p:cNvSpPr>
          <p:nvPr>
            <p:ph type="pic" sz="quarter" idx="10" hasCustomPrompt="1"/>
          </p:nvPr>
        </p:nvSpPr>
        <p:spPr bwMode="gray">
          <a:xfrm>
            <a:off x="4572000" y="0"/>
            <a:ext cx="4572000" cy="5143500"/>
          </a:xfrm>
          <a:solidFill>
            <a:srgbClr val="E5E3DE"/>
          </a:solidFill>
        </p:spPr>
        <p:txBody>
          <a:bodyPr tIns="720000" anchor="ctr" anchorCtr="0"/>
          <a:lstStyle>
            <a:lvl1pPr marL="0" indent="0" algn="ctr">
              <a:spcBef>
                <a:spcPts val="0"/>
              </a:spcBef>
              <a:spcAft>
                <a:spcPts val="0"/>
              </a:spcAft>
              <a:buFontTx/>
              <a:buNone/>
              <a:defRPr sz="900" b="0">
                <a:solidFill>
                  <a:schemeClr val="tx1"/>
                </a:solidFill>
              </a:defRPr>
            </a:lvl1pPr>
            <a:lvl2pPr marL="0" indent="0" algn="ctr">
              <a:spcBef>
                <a:spcPts val="0"/>
              </a:spcBef>
              <a:spcAft>
                <a:spcPts val="0"/>
              </a:spcAft>
              <a:buFontTx/>
              <a:buNone/>
              <a:defRPr sz="900" b="0"/>
            </a:lvl2pPr>
            <a:lvl3pPr marL="0" indent="0" algn="ctr">
              <a:spcBef>
                <a:spcPts val="0"/>
              </a:spcBef>
              <a:spcAft>
                <a:spcPts val="0"/>
              </a:spcAft>
              <a:buFontTx/>
              <a:buNone/>
              <a:defRPr sz="900" b="0"/>
            </a:lvl3pPr>
            <a:lvl4pPr marL="0" indent="0" algn="ctr">
              <a:spcBef>
                <a:spcPts val="0"/>
              </a:spcBef>
              <a:spcAft>
                <a:spcPts val="0"/>
              </a:spcAft>
              <a:buFontTx/>
              <a:buNone/>
              <a:defRPr sz="900" b="0"/>
            </a:lvl4pPr>
            <a:lvl5pPr marL="0" indent="0" algn="ctr">
              <a:spcBef>
                <a:spcPts val="0"/>
              </a:spcBef>
              <a:spcAft>
                <a:spcPts val="0"/>
              </a:spcAft>
              <a:buFontTx/>
              <a:buNone/>
              <a:defRPr sz="900" b="0"/>
            </a:lvl5pPr>
            <a:lvl6pPr marL="0" indent="0" algn="ctr">
              <a:spcBef>
                <a:spcPts val="0"/>
              </a:spcBef>
              <a:spcAft>
                <a:spcPts val="0"/>
              </a:spcAft>
              <a:buFontTx/>
              <a:buNone/>
              <a:defRPr sz="900" b="0"/>
            </a:lvl6pPr>
            <a:lvl7pPr marL="0" indent="0" algn="ctr">
              <a:spcBef>
                <a:spcPts val="0"/>
              </a:spcBef>
              <a:spcAft>
                <a:spcPts val="0"/>
              </a:spcAft>
              <a:buFontTx/>
              <a:buNone/>
              <a:defRPr sz="900" b="0"/>
            </a:lvl7pPr>
            <a:lvl8pPr marL="0" indent="0" algn="ctr">
              <a:spcBef>
                <a:spcPts val="0"/>
              </a:spcBef>
              <a:spcAft>
                <a:spcPts val="0"/>
              </a:spcAft>
              <a:buFontTx/>
              <a:buNone/>
              <a:defRPr sz="900" b="0"/>
            </a:lvl8pPr>
            <a:lvl9pPr marL="0" indent="0" algn="ctr">
              <a:spcBef>
                <a:spcPts val="0"/>
              </a:spcBef>
              <a:spcAft>
                <a:spcPts val="0"/>
              </a:spcAft>
              <a:buFontTx/>
              <a:buNone/>
              <a:defRPr sz="900" b="0"/>
            </a:lvl9pPr>
          </a:lstStyle>
          <a:p>
            <a:pPr lvl="0"/>
            <a:r>
              <a:rPr lang="en-US"/>
              <a:t>Add picture</a:t>
            </a:r>
          </a:p>
        </p:txBody>
      </p:sp>
      <p:sp>
        <p:nvSpPr>
          <p:cNvPr id="2" name="Titel 1"/>
          <p:cNvSpPr>
            <a:spLocks noGrp="1"/>
          </p:cNvSpPr>
          <p:nvPr>
            <p:ph type="title" hasCustomPrompt="1"/>
          </p:nvPr>
        </p:nvSpPr>
        <p:spPr bwMode="gray">
          <a:xfrm>
            <a:off x="359570" y="1059657"/>
            <a:ext cx="3996929" cy="1349896"/>
          </a:xfrm>
        </p:spPr>
        <p:txBody>
          <a:bodyPr anchor="b"/>
          <a:lstStyle>
            <a:lvl1pPr>
              <a:defRPr sz="3000">
                <a:solidFill>
                  <a:schemeClr val="tx2"/>
                </a:solidFill>
              </a:defRPr>
            </a:lvl1pPr>
          </a:lstStyle>
          <a:p>
            <a:r>
              <a:rPr lang="en-US"/>
              <a:t>Name of the current chapter</a:t>
            </a:r>
          </a:p>
        </p:txBody>
      </p:sp>
      <p:sp>
        <p:nvSpPr>
          <p:cNvPr id="9" name="Untertitel 2"/>
          <p:cNvSpPr>
            <a:spLocks noGrp="1"/>
          </p:cNvSpPr>
          <p:nvPr>
            <p:ph type="subTitle" idx="14" hasCustomPrompt="1"/>
          </p:nvPr>
        </p:nvSpPr>
        <p:spPr bwMode="gray">
          <a:xfrm>
            <a:off x="359570" y="2679762"/>
            <a:ext cx="3996929" cy="594066"/>
          </a:xfrm>
        </p:spPr>
        <p:txBody>
          <a:bodyPr/>
          <a:lstStyle>
            <a:lvl1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1pPr>
            <a:lvl2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2pPr>
            <a:lvl3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3pPr>
            <a:lvl4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4pPr>
            <a:lvl5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5pPr>
            <a:lvl6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6pPr>
            <a:lvl7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7pPr>
            <a:lvl8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8pPr>
            <a:lvl9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9pPr>
          </a:lstStyle>
          <a:p>
            <a:r>
              <a:rPr lang="en-US"/>
              <a:t>Optional short description</a:t>
            </a:r>
          </a:p>
        </p:txBody>
      </p:sp>
      <p:sp>
        <p:nvSpPr>
          <p:cNvPr id="7" name="Foliennummernplatzhalter 6"/>
          <p:cNvSpPr>
            <a:spLocks noGrp="1"/>
          </p:cNvSpPr>
          <p:nvPr>
            <p:ph type="sldNum" sz="quarter" idx="16"/>
          </p:nvPr>
        </p:nvSpPr>
        <p:spPr bwMode="gray"/>
        <p:txBody>
          <a:bodyPr/>
          <a:lstStyle>
            <a:lvl1pPr>
              <a:defRPr>
                <a:solidFill>
                  <a:schemeClr val="bg1"/>
                </a:solidFill>
              </a:defRPr>
            </a:lvl1pPr>
          </a:lstStyle>
          <a:p>
            <a:fld id="{8FF9B0DE-3FEB-4AA0-B465-B80EF7C1333D}" type="slidenum">
              <a:rPr lang="en-US" smtClean="0"/>
              <a:t>‹#›</a:t>
            </a:fld>
            <a:endParaRPr lang="en-US"/>
          </a:p>
        </p:txBody>
      </p:sp>
      <p:pic>
        <p:nvPicPr>
          <p:cNvPr id="5" name="Grafik 4"/>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359568" y="4623752"/>
            <a:ext cx="926100" cy="279545"/>
          </a:xfrm>
          <a:prstGeom prst="rect">
            <a:avLst/>
          </a:prstGeom>
        </p:spPr>
      </p:pic>
      <p:sp>
        <p:nvSpPr>
          <p:cNvPr id="12" name="Fußzeilenplatzhalter 11"/>
          <p:cNvSpPr>
            <a:spLocks noGrp="1"/>
          </p:cNvSpPr>
          <p:nvPr>
            <p:ph type="ftr" sz="quarter" idx="19"/>
          </p:nvPr>
        </p:nvSpPr>
        <p:spPr bwMode="gray"/>
        <p:txBody>
          <a:bodyPr/>
          <a:lstStyle>
            <a:lvl1pPr>
              <a:defRPr>
                <a:solidFill>
                  <a:schemeClr val="bg1"/>
                </a:solidFill>
              </a:defRPr>
            </a:lvl1pPr>
          </a:lstStyle>
          <a:p>
            <a:r>
              <a:rPr lang="en-US"/>
              <a:t>Presentation title    |    ONLY FOR INTERNAL USE</a:t>
            </a:r>
          </a:p>
        </p:txBody>
      </p:sp>
      <p:grpSp>
        <p:nvGrpSpPr>
          <p:cNvPr id="16" name="Group 15"/>
          <p:cNvGrpSpPr/>
          <p:nvPr userDrawn="1"/>
        </p:nvGrpSpPr>
        <p:grpSpPr bwMode="gray">
          <a:xfrm>
            <a:off x="-1422666" y="0"/>
            <a:ext cx="1286309" cy="2808312"/>
            <a:chOff x="-1824880" y="2708920"/>
            <a:chExt cx="1715078" cy="3744416"/>
          </a:xfrm>
        </p:grpSpPr>
        <p:sp>
          <p:nvSpPr>
            <p:cNvPr id="17" name="TextBox 16"/>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450"/>
                </a:spcAft>
              </a:pPr>
              <a:r>
                <a:rPr lang="en-US" sz="825" b="1">
                  <a:solidFill>
                    <a:schemeClr val="tx1"/>
                  </a:solidFill>
                  <a:effectLst/>
                  <a:latin typeface="+mj-lt"/>
                </a:rPr>
                <a:t>To insert a picture:</a:t>
              </a:r>
            </a:p>
            <a:p>
              <a:pPr marL="107950" indent="-107950">
                <a:lnSpc>
                  <a:spcPct val="120000"/>
                </a:lnSpc>
                <a:spcAft>
                  <a:spcPts val="450"/>
                </a:spcAft>
                <a:buFont typeface="+mj-lt"/>
                <a:buAutoNum type="arabicPeriod"/>
              </a:pPr>
              <a:r>
                <a:rPr lang="en-US" sz="675">
                  <a:solidFill>
                    <a:schemeClr val="tx1"/>
                  </a:solidFill>
                  <a:effectLst/>
                  <a:latin typeface="+mn-lt"/>
                </a:rPr>
                <a:t>Click on the placeholder for pictures</a:t>
              </a:r>
            </a:p>
            <a:p>
              <a:pPr marL="107950" indent="-107950">
                <a:lnSpc>
                  <a:spcPct val="120000"/>
                </a:lnSpc>
                <a:spcAft>
                  <a:spcPts val="450"/>
                </a:spcAft>
                <a:buFont typeface="+mj-lt"/>
                <a:buAutoNum type="arabicPeriod"/>
              </a:pPr>
              <a:r>
                <a:rPr lang="en-US" sz="675">
                  <a:solidFill>
                    <a:schemeClr val="tx1"/>
                  </a:solidFill>
                  <a:effectLst/>
                  <a:latin typeface="+mn-lt"/>
                </a:rPr>
                <a:t>Open the menu “Insert”</a:t>
              </a:r>
            </a:p>
            <a:p>
              <a:pPr marL="107950" indent="-107950">
                <a:lnSpc>
                  <a:spcPct val="120000"/>
                </a:lnSpc>
                <a:spcAft>
                  <a:spcPts val="450"/>
                </a:spcAft>
                <a:buFont typeface="+mj-lt"/>
                <a:buAutoNum type="arabicPeriod"/>
              </a:pPr>
              <a:r>
                <a:rPr lang="en-US" sz="675">
                  <a:solidFill>
                    <a:schemeClr val="tx1"/>
                  </a:solidFill>
                  <a:effectLst/>
                  <a:latin typeface="+mn-lt"/>
                </a:rPr>
                <a:t>Choose “Pictures” and then the corresponding source where the image is located</a:t>
              </a:r>
              <a:endParaRPr lang="en-US" sz="675">
                <a:solidFill>
                  <a:schemeClr val="tx1"/>
                </a:solidFill>
                <a:latin typeface="+mn-lt"/>
              </a:endParaRPr>
            </a:p>
          </p:txBody>
        </p:sp>
        <p:pic>
          <p:nvPicPr>
            <p:cNvPr id="18" name="Picture 17"/>
            <p:cNvPicPr>
              <a:picLocks noChangeAspect="1"/>
            </p:cNvPicPr>
            <p:nvPr userDrawn="1"/>
          </p:nvPicPr>
          <p:blipFill rotWithShape="1">
            <a:blip r:embed="rId4"/>
            <a:srcRect l="8843" r="2395" b="2546"/>
            <a:stretch>
              <a:fillRect/>
            </a:stretch>
          </p:blipFill>
          <p:spPr bwMode="gray">
            <a:xfrm>
              <a:off x="-1589806" y="4475212"/>
              <a:ext cx="745332" cy="1122804"/>
            </a:xfrm>
            <a:prstGeom prst="roundRect">
              <a:avLst>
                <a:gd name="adj" fmla="val 3514"/>
              </a:avLst>
            </a:prstGeom>
          </p:spPr>
        </p:pic>
        <p:sp>
          <p:nvSpPr>
            <p:cNvPr id="19" name="TextBox 18"/>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07950" indent="-107950">
                <a:spcAft>
                  <a:spcPts val="450"/>
                </a:spcAft>
                <a:buFont typeface="+mj-lt"/>
                <a:buAutoNum type="arabicPeriod" startAt="4"/>
              </a:pPr>
              <a:r>
                <a:rPr lang="en-US" sz="675">
                  <a:solidFill>
                    <a:schemeClr val="tx1"/>
                  </a:solidFill>
                  <a:effectLst/>
                  <a:latin typeface="+mn-lt"/>
                </a:rPr>
                <a:t>Now the image has </a:t>
              </a:r>
              <a:br>
                <a:rPr lang="en-US" sz="675">
                  <a:solidFill>
                    <a:schemeClr val="tx1"/>
                  </a:solidFill>
                  <a:effectLst/>
                  <a:latin typeface="+mn-lt"/>
                </a:rPr>
              </a:br>
              <a:r>
                <a:rPr lang="en-US" sz="675">
                  <a:solidFill>
                    <a:schemeClr val="tx1"/>
                  </a:solidFill>
                  <a:effectLst/>
                  <a:latin typeface="+mn-lt"/>
                </a:rPr>
                <a:t>been loaded into the </a:t>
              </a:r>
              <a:br>
                <a:rPr lang="en-US" sz="675">
                  <a:solidFill>
                    <a:schemeClr val="tx1"/>
                  </a:solidFill>
                  <a:effectLst/>
                  <a:latin typeface="+mn-lt"/>
                </a:rPr>
              </a:br>
              <a:r>
                <a:rPr lang="en-US" sz="675">
                  <a:solidFill>
                    <a:schemeClr val="tx1"/>
                  </a:solidFill>
                  <a:effectLst/>
                  <a:latin typeface="+mn-lt"/>
                </a:rPr>
                <a:t>placeholder.</a:t>
              </a:r>
              <a:endParaRPr lang="en-US" sz="675">
                <a:solidFill>
                  <a:schemeClr val="tx1"/>
                </a:solidFill>
                <a:latin typeface="+mn-lt"/>
              </a:endParaRPr>
            </a:p>
          </p:txBody>
        </p:sp>
      </p:grpSp>
    </p:spTree>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One content">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a:t>Add  title of the slide</a:t>
            </a:r>
          </a:p>
        </p:txBody>
      </p:sp>
      <p:sp>
        <p:nvSpPr>
          <p:cNvPr id="3" name="Inhaltsplatzhalter 2"/>
          <p:cNvSpPr>
            <a:spLocks noGrp="1"/>
          </p:cNvSpPr>
          <p:nvPr>
            <p:ph idx="1" hasCustomPrompt="1"/>
          </p:nvPr>
        </p:nvSpPr>
        <p:spPr bwMode="gray">
          <a:xfrm>
            <a:off x="359570" y="1059657"/>
            <a:ext cx="8424863" cy="3294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360000" y="4353948"/>
            <a:ext cx="8424000" cy="108000"/>
          </a:xfrm>
        </p:spPr>
        <p:txBody>
          <a:bodyPr anchor="b"/>
          <a:lstStyle>
            <a:lvl1pPr marL="0" indent="0">
              <a:lnSpc>
                <a:spcPct val="100000"/>
              </a:lnSpc>
              <a:spcBef>
                <a:spcPts val="0"/>
              </a:spcBef>
              <a:spcAft>
                <a:spcPts val="0"/>
              </a:spcAft>
              <a:buFont typeface="Arial" panose="020B0604020202020204" pitchFamily="34" charset="0"/>
              <a:buNone/>
              <a:defRPr sz="600" b="0"/>
            </a:lvl1pPr>
            <a:lvl2pPr marL="0" indent="0">
              <a:lnSpc>
                <a:spcPct val="100000"/>
              </a:lnSpc>
              <a:spcBef>
                <a:spcPts val="0"/>
              </a:spcBef>
              <a:spcAft>
                <a:spcPts val="0"/>
              </a:spcAft>
              <a:buFont typeface="Arial" panose="020B0604020202020204" pitchFamily="34" charset="0"/>
              <a:buNone/>
              <a:defRPr sz="600" b="0"/>
            </a:lvl2pPr>
            <a:lvl3pPr marL="0" indent="0">
              <a:lnSpc>
                <a:spcPct val="100000"/>
              </a:lnSpc>
              <a:spcBef>
                <a:spcPts val="0"/>
              </a:spcBef>
              <a:spcAft>
                <a:spcPts val="0"/>
              </a:spcAft>
              <a:buNone/>
              <a:defRPr sz="600" b="0"/>
            </a:lvl3pPr>
            <a:lvl4pPr marL="0" indent="0">
              <a:lnSpc>
                <a:spcPct val="100000"/>
              </a:lnSpc>
              <a:spcBef>
                <a:spcPts val="0"/>
              </a:spcBef>
              <a:spcAft>
                <a:spcPts val="0"/>
              </a:spcAft>
              <a:buNone/>
              <a:defRPr sz="600" b="0"/>
            </a:lvl4pPr>
            <a:lvl5pPr marL="0" indent="0">
              <a:lnSpc>
                <a:spcPct val="100000"/>
              </a:lnSpc>
              <a:spcBef>
                <a:spcPts val="0"/>
              </a:spcBef>
              <a:spcAft>
                <a:spcPts val="0"/>
              </a:spcAft>
              <a:buNone/>
              <a:defRPr sz="600" b="0"/>
            </a:lvl5pPr>
            <a:lvl6pPr marL="0" indent="0">
              <a:lnSpc>
                <a:spcPct val="100000"/>
              </a:lnSpc>
              <a:spcBef>
                <a:spcPts val="0"/>
              </a:spcBef>
              <a:spcAft>
                <a:spcPts val="0"/>
              </a:spcAft>
              <a:buNone/>
              <a:defRPr sz="600" b="0"/>
            </a:lvl6pPr>
            <a:lvl7pPr marL="0" indent="0">
              <a:lnSpc>
                <a:spcPct val="100000"/>
              </a:lnSpc>
              <a:spcBef>
                <a:spcPts val="0"/>
              </a:spcBef>
              <a:spcAft>
                <a:spcPts val="0"/>
              </a:spcAft>
              <a:buNone/>
              <a:defRPr sz="600" b="0"/>
            </a:lvl7pPr>
            <a:lvl8pPr marL="0" indent="0">
              <a:lnSpc>
                <a:spcPct val="100000"/>
              </a:lnSpc>
              <a:spcBef>
                <a:spcPts val="0"/>
              </a:spcBef>
              <a:spcAft>
                <a:spcPts val="0"/>
              </a:spcAft>
              <a:buNone/>
              <a:defRPr sz="600" b="0"/>
            </a:lvl8pPr>
            <a:lvl9pPr marL="0" indent="0">
              <a:lnSpc>
                <a:spcPct val="100000"/>
              </a:lnSpc>
              <a:spcBef>
                <a:spcPts val="0"/>
              </a:spcBef>
              <a:spcAft>
                <a:spcPts val="0"/>
              </a:spcAft>
              <a:buNone/>
              <a:defRPr sz="600" b="0"/>
            </a:lvl9pPr>
          </a:lstStyle>
          <a:p>
            <a:pPr lvl="0"/>
            <a:r>
              <a:rPr lang="en-US"/>
              <a:t>Footnote/Source</a:t>
            </a:r>
          </a:p>
        </p:txBody>
      </p:sp>
      <p:sp>
        <p:nvSpPr>
          <p:cNvPr id="4" name="Fußzeilenplatzhalter 3"/>
          <p:cNvSpPr>
            <a:spLocks noGrp="1"/>
          </p:cNvSpPr>
          <p:nvPr>
            <p:ph type="ftr" sz="quarter" idx="19"/>
          </p:nvPr>
        </p:nvSpPr>
        <p:spPr bwMode="gray"/>
        <p:txBody>
          <a:bodyPr/>
          <a:lstStyle/>
          <a:p>
            <a:r>
              <a:rPr lang="en-US"/>
              <a:t>Presentation title    |    ONLY FOR INTERNAL USE</a:t>
            </a:r>
          </a:p>
        </p:txBody>
      </p:sp>
      <p:sp>
        <p:nvSpPr>
          <p:cNvPr id="5" name="Foliennummernplatzhalter 4"/>
          <p:cNvSpPr>
            <a:spLocks noGrp="1"/>
          </p:cNvSpPr>
          <p:nvPr>
            <p:ph type="sldNum" sz="quarter" idx="20"/>
          </p:nvPr>
        </p:nvSpPr>
        <p:spPr bwMode="gray"/>
        <p:txBody>
          <a:bodyPr/>
          <a:lstStyle/>
          <a:p>
            <a:fld id="{DF4E8F9F-5B1F-4F5B-BE49-3245D8C18D9F}" type="slidenum">
              <a:rPr lang="en-US" smtClean="0"/>
              <a:t>‹#›</a:t>
            </a:fld>
            <a:endParaRPr lang="en-US"/>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One content dark">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359570" y="1059657"/>
            <a:ext cx="8424863" cy="3294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360000" y="4353960"/>
            <a:ext cx="8424000" cy="108000"/>
          </a:xfrm>
        </p:spPr>
        <p:txBody>
          <a:bodyPr anchor="b"/>
          <a:lstStyle>
            <a:lvl1pPr marL="0" indent="0">
              <a:lnSpc>
                <a:spcPct val="100000"/>
              </a:lnSpc>
              <a:spcBef>
                <a:spcPts val="0"/>
              </a:spcBef>
              <a:spcAft>
                <a:spcPts val="0"/>
              </a:spcAft>
              <a:buFont typeface="Arial" panose="020B0604020202020204" pitchFamily="34" charset="0"/>
              <a:buNone/>
              <a:defRPr sz="600" b="0">
                <a:solidFill>
                  <a:schemeClr val="bg1"/>
                </a:solidFill>
              </a:defRPr>
            </a:lvl1pPr>
            <a:lvl2pPr marL="0" indent="0">
              <a:lnSpc>
                <a:spcPct val="100000"/>
              </a:lnSpc>
              <a:spcBef>
                <a:spcPts val="0"/>
              </a:spcBef>
              <a:spcAft>
                <a:spcPts val="0"/>
              </a:spcAft>
              <a:buFont typeface="Arial" panose="020B0604020202020204" pitchFamily="34" charset="0"/>
              <a:buNone/>
              <a:defRPr sz="600" b="0">
                <a:solidFill>
                  <a:schemeClr val="bg1"/>
                </a:solidFill>
              </a:defRPr>
            </a:lvl2pPr>
            <a:lvl3pPr marL="0" indent="0">
              <a:lnSpc>
                <a:spcPct val="100000"/>
              </a:lnSpc>
              <a:spcBef>
                <a:spcPts val="0"/>
              </a:spcBef>
              <a:spcAft>
                <a:spcPts val="0"/>
              </a:spcAft>
              <a:buNone/>
              <a:defRPr sz="600" b="0">
                <a:solidFill>
                  <a:schemeClr val="bg1"/>
                </a:solidFill>
              </a:defRPr>
            </a:lvl3pPr>
            <a:lvl4pPr marL="0" indent="0">
              <a:lnSpc>
                <a:spcPct val="100000"/>
              </a:lnSpc>
              <a:spcBef>
                <a:spcPts val="0"/>
              </a:spcBef>
              <a:spcAft>
                <a:spcPts val="0"/>
              </a:spcAft>
              <a:buNone/>
              <a:defRPr sz="600" b="0">
                <a:solidFill>
                  <a:schemeClr val="bg1"/>
                </a:solidFill>
              </a:defRPr>
            </a:lvl4pPr>
            <a:lvl5pPr marL="0" indent="0">
              <a:lnSpc>
                <a:spcPct val="100000"/>
              </a:lnSpc>
              <a:spcBef>
                <a:spcPts val="0"/>
              </a:spcBef>
              <a:spcAft>
                <a:spcPts val="0"/>
              </a:spcAft>
              <a:buNone/>
              <a:defRPr sz="600" b="0">
                <a:solidFill>
                  <a:schemeClr val="bg1"/>
                </a:solidFill>
              </a:defRPr>
            </a:lvl5pPr>
            <a:lvl6pPr marL="0" indent="0">
              <a:lnSpc>
                <a:spcPct val="100000"/>
              </a:lnSpc>
              <a:spcBef>
                <a:spcPts val="0"/>
              </a:spcBef>
              <a:spcAft>
                <a:spcPts val="0"/>
              </a:spcAft>
              <a:buNone/>
              <a:defRPr sz="600" b="0">
                <a:solidFill>
                  <a:schemeClr val="bg1"/>
                </a:solidFill>
              </a:defRPr>
            </a:lvl6pPr>
            <a:lvl7pPr marL="0" indent="0">
              <a:lnSpc>
                <a:spcPct val="100000"/>
              </a:lnSpc>
              <a:spcBef>
                <a:spcPts val="0"/>
              </a:spcBef>
              <a:spcAft>
                <a:spcPts val="0"/>
              </a:spcAft>
              <a:buNone/>
              <a:defRPr sz="600" b="0">
                <a:solidFill>
                  <a:schemeClr val="bg1"/>
                </a:solidFill>
              </a:defRPr>
            </a:lvl7pPr>
            <a:lvl8pPr marL="0" indent="0">
              <a:lnSpc>
                <a:spcPct val="100000"/>
              </a:lnSpc>
              <a:spcBef>
                <a:spcPts val="0"/>
              </a:spcBef>
              <a:spcAft>
                <a:spcPts val="0"/>
              </a:spcAft>
              <a:buNone/>
              <a:defRPr sz="600" b="0">
                <a:solidFill>
                  <a:schemeClr val="bg1"/>
                </a:solidFill>
              </a:defRPr>
            </a:lvl8pPr>
            <a:lvl9pPr marL="0" indent="0">
              <a:lnSpc>
                <a:spcPct val="100000"/>
              </a:lnSpc>
              <a:spcBef>
                <a:spcPts val="0"/>
              </a:spcBef>
              <a:spcAft>
                <a:spcPts val="0"/>
              </a:spcAft>
              <a:buNone/>
              <a:defRPr sz="600" b="0">
                <a:solidFill>
                  <a:schemeClr val="bg1"/>
                </a:solidFill>
              </a:defRPr>
            </a:lvl9pPr>
          </a:lstStyle>
          <a:p>
            <a:pPr lvl="0"/>
            <a:r>
              <a:rPr lang="en-US"/>
              <a:t>Footnote/Source</a:t>
            </a:r>
          </a:p>
        </p:txBody>
      </p:sp>
      <p:sp>
        <p:nvSpPr>
          <p:cNvPr id="9" name="Fußzeilenplatzhalter 8"/>
          <p:cNvSpPr>
            <a:spLocks noGrp="1"/>
          </p:cNvSpPr>
          <p:nvPr>
            <p:ph type="ftr" sz="quarter" idx="14"/>
          </p:nvPr>
        </p:nvSpPr>
        <p:spPr bwMode="gray"/>
        <p:txBody>
          <a:bodyPr/>
          <a:lstStyle>
            <a:lvl1pPr>
              <a:defRPr>
                <a:solidFill>
                  <a:schemeClr val="bg1"/>
                </a:solidFill>
              </a:defRPr>
            </a:lvl1pPr>
          </a:lstStyle>
          <a:p>
            <a:r>
              <a:rPr lang="en-US"/>
              <a:t>Presentation title    |    ONLY FOR INTERNAL USE</a:t>
            </a:r>
          </a:p>
        </p:txBody>
      </p:sp>
      <p:sp>
        <p:nvSpPr>
          <p:cNvPr id="10" name="Foliennummernplatzhalter 9"/>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t>‹#›</a:t>
            </a:fld>
            <a:endParaRPr lang="en-US"/>
          </a:p>
        </p:txBody>
      </p:sp>
      <p:pic>
        <p:nvPicPr>
          <p:cNvPr id="6" name="Grafik 5"/>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359568" y="4623752"/>
            <a:ext cx="926100" cy="279545"/>
          </a:xfrm>
          <a:prstGeom prst="rect">
            <a:avLst/>
          </a:prstGeom>
        </p:spPr>
      </p:pic>
    </p:spTree>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Content and margin">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3006328" y="356566"/>
            <a:ext cx="5778432" cy="54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3006328" y="1059656"/>
            <a:ext cx="5778104" cy="3294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Textplatzhalter 7"/>
          <p:cNvSpPr>
            <a:spLocks noGrp="1"/>
          </p:cNvSpPr>
          <p:nvPr>
            <p:ph type="body" sz="quarter" idx="13" hasCustomPrompt="1"/>
          </p:nvPr>
        </p:nvSpPr>
        <p:spPr bwMode="gray">
          <a:xfrm>
            <a:off x="3006328" y="4353960"/>
            <a:ext cx="5778000" cy="108000"/>
          </a:xfrm>
        </p:spPr>
        <p:txBody>
          <a:bodyPr anchor="b"/>
          <a:lstStyle>
            <a:lvl1pPr marL="0" indent="0">
              <a:lnSpc>
                <a:spcPct val="100000"/>
              </a:lnSpc>
              <a:spcBef>
                <a:spcPts val="0"/>
              </a:spcBef>
              <a:spcAft>
                <a:spcPts val="0"/>
              </a:spcAft>
              <a:buFont typeface="Arial" panose="020B0604020202020204" pitchFamily="34" charset="0"/>
              <a:buNone/>
              <a:defRPr sz="600" b="0"/>
            </a:lvl1pPr>
            <a:lvl2pPr marL="0" indent="0">
              <a:lnSpc>
                <a:spcPct val="100000"/>
              </a:lnSpc>
              <a:spcBef>
                <a:spcPts val="0"/>
              </a:spcBef>
              <a:spcAft>
                <a:spcPts val="0"/>
              </a:spcAft>
              <a:buFont typeface="Arial" panose="020B0604020202020204" pitchFamily="34" charset="0"/>
              <a:buNone/>
              <a:defRPr sz="600" b="0"/>
            </a:lvl2pPr>
            <a:lvl3pPr marL="0" indent="0">
              <a:lnSpc>
                <a:spcPct val="100000"/>
              </a:lnSpc>
              <a:spcBef>
                <a:spcPts val="0"/>
              </a:spcBef>
              <a:spcAft>
                <a:spcPts val="0"/>
              </a:spcAft>
              <a:buNone/>
              <a:defRPr sz="600" b="0"/>
            </a:lvl3pPr>
            <a:lvl4pPr marL="0" indent="0">
              <a:lnSpc>
                <a:spcPct val="100000"/>
              </a:lnSpc>
              <a:spcBef>
                <a:spcPts val="0"/>
              </a:spcBef>
              <a:spcAft>
                <a:spcPts val="0"/>
              </a:spcAft>
              <a:buNone/>
              <a:defRPr sz="600" b="0"/>
            </a:lvl4pPr>
            <a:lvl5pPr marL="0" indent="0">
              <a:lnSpc>
                <a:spcPct val="100000"/>
              </a:lnSpc>
              <a:spcBef>
                <a:spcPts val="0"/>
              </a:spcBef>
              <a:spcAft>
                <a:spcPts val="0"/>
              </a:spcAft>
              <a:buNone/>
              <a:defRPr sz="600" b="0"/>
            </a:lvl5pPr>
            <a:lvl6pPr marL="0" indent="0">
              <a:lnSpc>
                <a:spcPct val="100000"/>
              </a:lnSpc>
              <a:spcBef>
                <a:spcPts val="0"/>
              </a:spcBef>
              <a:spcAft>
                <a:spcPts val="0"/>
              </a:spcAft>
              <a:buNone/>
              <a:defRPr sz="600" b="0"/>
            </a:lvl6pPr>
            <a:lvl7pPr marL="0" indent="0">
              <a:lnSpc>
                <a:spcPct val="100000"/>
              </a:lnSpc>
              <a:spcBef>
                <a:spcPts val="0"/>
              </a:spcBef>
              <a:spcAft>
                <a:spcPts val="0"/>
              </a:spcAft>
              <a:buNone/>
              <a:defRPr sz="600" b="0"/>
            </a:lvl7pPr>
            <a:lvl8pPr marL="0" indent="0">
              <a:lnSpc>
                <a:spcPct val="100000"/>
              </a:lnSpc>
              <a:spcBef>
                <a:spcPts val="0"/>
              </a:spcBef>
              <a:spcAft>
                <a:spcPts val="0"/>
              </a:spcAft>
              <a:buNone/>
              <a:defRPr sz="600" b="0"/>
            </a:lvl8pPr>
            <a:lvl9pPr marL="0" indent="0">
              <a:lnSpc>
                <a:spcPct val="100000"/>
              </a:lnSpc>
              <a:spcBef>
                <a:spcPts val="0"/>
              </a:spcBef>
              <a:spcAft>
                <a:spcPts val="0"/>
              </a:spcAft>
              <a:buNone/>
              <a:defRPr sz="600" b="0"/>
            </a:lvl9pPr>
          </a:lstStyle>
          <a:p>
            <a:pPr lvl="0"/>
            <a:r>
              <a:rPr lang="en-US"/>
              <a:t>Footnote/Source</a:t>
            </a:r>
          </a:p>
        </p:txBody>
      </p:sp>
      <p:sp>
        <p:nvSpPr>
          <p:cNvPr id="2" name="Rechteck 1"/>
          <p:cNvSpPr/>
          <p:nvPr userDrawn="1"/>
        </p:nvSpPr>
        <p:spPr bwMode="gray">
          <a:xfrm>
            <a:off x="0" y="0"/>
            <a:ext cx="2681100" cy="5143500"/>
          </a:xfrm>
          <a:prstGeom prst="rect">
            <a:avLst/>
          </a:prstGeom>
          <a:solidFill>
            <a:srgbClr val="E5E3DE"/>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solidFill>
                <a:schemeClr val="tx1"/>
              </a:solidFill>
            </a:endParaRPr>
          </a:p>
        </p:txBody>
      </p:sp>
      <p:sp>
        <p:nvSpPr>
          <p:cNvPr id="13" name="Inhaltsplatzhalter 2"/>
          <p:cNvSpPr>
            <a:spLocks noGrp="1"/>
          </p:cNvSpPr>
          <p:nvPr>
            <p:ph idx="16" hasCustomPrompt="1"/>
          </p:nvPr>
        </p:nvSpPr>
        <p:spPr bwMode="gray">
          <a:xfrm>
            <a:off x="359532" y="357503"/>
            <a:ext cx="2106000" cy="4104000"/>
          </a:xfrm>
          <a:noFill/>
        </p:spPr>
        <p:txBody>
          <a:bodyPr lIns="0" tIns="0" rIns="0"/>
          <a:lstStyle>
            <a:lvl1pPr>
              <a:defRPr sz="900">
                <a:solidFill>
                  <a:schemeClr val="bg2"/>
                </a:solidFill>
              </a:defRPr>
            </a:lvl1pPr>
            <a:lvl2pPr>
              <a:defRPr sz="900">
                <a:solidFill>
                  <a:schemeClr val="bg2"/>
                </a:solidFill>
              </a:defRPr>
            </a:lvl2pPr>
            <a:lvl3pPr>
              <a:defRPr sz="900">
                <a:solidFill>
                  <a:schemeClr val="bg2"/>
                </a:solidFill>
              </a:defRPr>
            </a:lvl3pPr>
            <a:lvl4pPr>
              <a:defRPr sz="900">
                <a:solidFill>
                  <a:schemeClr val="bg2"/>
                </a:solidFill>
              </a:defRPr>
            </a:lvl4pPr>
            <a:lvl5pPr marL="593725" indent="-161925">
              <a:defRPr sz="900">
                <a:solidFill>
                  <a:schemeClr val="bg2"/>
                </a:solidFill>
              </a:defRPr>
            </a:lvl5pPr>
            <a:lvl6pPr marL="593725" indent="-161925">
              <a:defRPr sz="900">
                <a:solidFill>
                  <a:schemeClr val="bg2"/>
                </a:solidFill>
              </a:defRPr>
            </a:lvl6pPr>
            <a:lvl7pPr marL="593725" indent="-161925">
              <a:defRPr sz="900">
                <a:solidFill>
                  <a:schemeClr val="bg2"/>
                </a:solidFill>
              </a:defRPr>
            </a:lvl7pPr>
            <a:lvl8pPr marL="593725" indent="-161925">
              <a:defRPr sz="900">
                <a:solidFill>
                  <a:schemeClr val="bg2"/>
                </a:solidFill>
              </a:defRPr>
            </a:lvl8pPr>
            <a:lvl9pPr marL="593725" indent="-161925">
              <a:defRPr sz="900">
                <a:solidFill>
                  <a:schemeClr val="bg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7" name="Fußzeilenplatzhalter 6"/>
          <p:cNvSpPr>
            <a:spLocks noGrp="1"/>
          </p:cNvSpPr>
          <p:nvPr>
            <p:ph type="ftr" sz="quarter" idx="21"/>
          </p:nvPr>
        </p:nvSpPr>
        <p:spPr bwMode="gray"/>
        <p:txBody>
          <a:bodyPr/>
          <a:lstStyle/>
          <a:p>
            <a:r>
              <a:rPr lang="en-US"/>
              <a:t>Presentation title    |    ONLY FOR INTERNAL USE</a:t>
            </a:r>
          </a:p>
        </p:txBody>
      </p:sp>
      <p:sp>
        <p:nvSpPr>
          <p:cNvPr id="8" name="Foliennummernplatzhalter 7"/>
          <p:cNvSpPr>
            <a:spLocks noGrp="1"/>
          </p:cNvSpPr>
          <p:nvPr>
            <p:ph type="sldNum" sz="quarter" idx="22"/>
          </p:nvPr>
        </p:nvSpPr>
        <p:spPr bwMode="gray"/>
        <p:txBody>
          <a:bodyPr/>
          <a:lstStyle/>
          <a:p>
            <a:fld id="{DF4E8F9F-5B1F-4F5B-BE49-3245D8C18D9F}" type="slidenum">
              <a:rPr lang="en-US" smtClean="0"/>
              <a:t>‹#›</a:t>
            </a:fld>
            <a:endParaRPr lang="en-US"/>
          </a:p>
        </p:txBody>
      </p:sp>
      <p:pic>
        <p:nvPicPr>
          <p:cNvPr id="9" name="Grafik 8"/>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359568" y="4623752"/>
            <a:ext cx="926100" cy="279545"/>
          </a:xfrm>
          <a:prstGeom prst="rect">
            <a:avLst/>
          </a:prstGeom>
        </p:spPr>
      </p:pic>
    </p:spTree>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Content and margin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359569" y="356566"/>
            <a:ext cx="5535216" cy="54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359569" y="1059656"/>
            <a:ext cx="5535216" cy="3294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Textplatzhalter 7"/>
          <p:cNvSpPr>
            <a:spLocks noGrp="1"/>
          </p:cNvSpPr>
          <p:nvPr>
            <p:ph type="body" sz="quarter" idx="13" hasCustomPrompt="1"/>
          </p:nvPr>
        </p:nvSpPr>
        <p:spPr bwMode="gray">
          <a:xfrm>
            <a:off x="360000" y="4353960"/>
            <a:ext cx="5535000" cy="108000"/>
          </a:xfrm>
        </p:spPr>
        <p:txBody>
          <a:bodyPr anchor="b"/>
          <a:lstStyle>
            <a:lvl1pPr marL="0" indent="0">
              <a:lnSpc>
                <a:spcPct val="100000"/>
              </a:lnSpc>
              <a:spcBef>
                <a:spcPts val="0"/>
              </a:spcBef>
              <a:spcAft>
                <a:spcPts val="0"/>
              </a:spcAft>
              <a:buFont typeface="Arial" panose="020B0604020202020204" pitchFamily="34" charset="0"/>
              <a:buNone/>
              <a:defRPr sz="600" b="0"/>
            </a:lvl1pPr>
            <a:lvl2pPr marL="0" indent="0">
              <a:lnSpc>
                <a:spcPct val="100000"/>
              </a:lnSpc>
              <a:spcBef>
                <a:spcPts val="0"/>
              </a:spcBef>
              <a:spcAft>
                <a:spcPts val="0"/>
              </a:spcAft>
              <a:buFont typeface="Arial" panose="020B0604020202020204" pitchFamily="34" charset="0"/>
              <a:buNone/>
              <a:defRPr sz="600" b="0"/>
            </a:lvl2pPr>
            <a:lvl3pPr marL="0" indent="0">
              <a:lnSpc>
                <a:spcPct val="100000"/>
              </a:lnSpc>
              <a:spcBef>
                <a:spcPts val="0"/>
              </a:spcBef>
              <a:spcAft>
                <a:spcPts val="0"/>
              </a:spcAft>
              <a:buNone/>
              <a:defRPr sz="600" b="0"/>
            </a:lvl3pPr>
            <a:lvl4pPr marL="0" indent="0">
              <a:lnSpc>
                <a:spcPct val="100000"/>
              </a:lnSpc>
              <a:spcBef>
                <a:spcPts val="0"/>
              </a:spcBef>
              <a:spcAft>
                <a:spcPts val="0"/>
              </a:spcAft>
              <a:buNone/>
              <a:defRPr sz="600" b="0"/>
            </a:lvl4pPr>
            <a:lvl5pPr marL="0" indent="0">
              <a:lnSpc>
                <a:spcPct val="100000"/>
              </a:lnSpc>
              <a:spcBef>
                <a:spcPts val="0"/>
              </a:spcBef>
              <a:spcAft>
                <a:spcPts val="0"/>
              </a:spcAft>
              <a:buNone/>
              <a:defRPr sz="600" b="0"/>
            </a:lvl5pPr>
            <a:lvl6pPr marL="0" indent="0">
              <a:lnSpc>
                <a:spcPct val="100000"/>
              </a:lnSpc>
              <a:spcBef>
                <a:spcPts val="0"/>
              </a:spcBef>
              <a:spcAft>
                <a:spcPts val="0"/>
              </a:spcAft>
              <a:buNone/>
              <a:defRPr sz="600" b="0"/>
            </a:lvl6pPr>
            <a:lvl7pPr marL="0" indent="0">
              <a:lnSpc>
                <a:spcPct val="100000"/>
              </a:lnSpc>
              <a:spcBef>
                <a:spcPts val="0"/>
              </a:spcBef>
              <a:spcAft>
                <a:spcPts val="0"/>
              </a:spcAft>
              <a:buNone/>
              <a:defRPr sz="600" b="0"/>
            </a:lvl7pPr>
            <a:lvl8pPr marL="0" indent="0">
              <a:lnSpc>
                <a:spcPct val="100000"/>
              </a:lnSpc>
              <a:spcBef>
                <a:spcPts val="0"/>
              </a:spcBef>
              <a:spcAft>
                <a:spcPts val="0"/>
              </a:spcAft>
              <a:buNone/>
              <a:defRPr sz="600" b="0"/>
            </a:lvl8pPr>
            <a:lvl9pPr marL="0" indent="0">
              <a:lnSpc>
                <a:spcPct val="100000"/>
              </a:lnSpc>
              <a:spcBef>
                <a:spcPts val="0"/>
              </a:spcBef>
              <a:spcAft>
                <a:spcPts val="0"/>
              </a:spcAft>
              <a:buNone/>
              <a:defRPr sz="600" b="0"/>
            </a:lvl9pPr>
          </a:lstStyle>
          <a:p>
            <a:pPr lvl="0"/>
            <a:r>
              <a:rPr lang="en-US"/>
              <a:t>Footnote/Source</a:t>
            </a:r>
          </a:p>
        </p:txBody>
      </p:sp>
      <p:sp>
        <p:nvSpPr>
          <p:cNvPr id="4" name="Rechteck 3"/>
          <p:cNvSpPr/>
          <p:nvPr userDrawn="1"/>
        </p:nvSpPr>
        <p:spPr bwMode="gray">
          <a:xfrm>
            <a:off x="6462900" y="0"/>
            <a:ext cx="2681100" cy="5143500"/>
          </a:xfrm>
          <a:prstGeom prst="rect">
            <a:avLst/>
          </a:prstGeom>
          <a:solidFill>
            <a:srgbClr val="E5E3DE"/>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solidFill>
                <a:schemeClr val="tx1"/>
              </a:solidFill>
            </a:endParaRPr>
          </a:p>
        </p:txBody>
      </p:sp>
      <p:sp>
        <p:nvSpPr>
          <p:cNvPr id="5" name="Inhaltsplatzhalter 2"/>
          <p:cNvSpPr>
            <a:spLocks noGrp="1"/>
          </p:cNvSpPr>
          <p:nvPr>
            <p:ph idx="16" hasCustomPrompt="1"/>
          </p:nvPr>
        </p:nvSpPr>
        <p:spPr bwMode="gray">
          <a:xfrm>
            <a:off x="6678468" y="357503"/>
            <a:ext cx="2106000" cy="4104000"/>
          </a:xfrm>
          <a:noFill/>
        </p:spPr>
        <p:txBody>
          <a:bodyPr lIns="0" tIns="0" rIns="0"/>
          <a:lstStyle>
            <a:lvl1pPr>
              <a:defRPr sz="900">
                <a:solidFill>
                  <a:schemeClr val="bg2"/>
                </a:solidFill>
              </a:defRPr>
            </a:lvl1pPr>
            <a:lvl2pPr>
              <a:defRPr sz="900">
                <a:solidFill>
                  <a:schemeClr val="bg2"/>
                </a:solidFill>
              </a:defRPr>
            </a:lvl2pPr>
            <a:lvl3pPr>
              <a:defRPr sz="900">
                <a:solidFill>
                  <a:schemeClr val="bg2"/>
                </a:solidFill>
              </a:defRPr>
            </a:lvl3pPr>
            <a:lvl4pPr>
              <a:defRPr sz="900">
                <a:solidFill>
                  <a:schemeClr val="bg2"/>
                </a:solidFill>
              </a:defRPr>
            </a:lvl4pPr>
            <a:lvl5pPr marL="593725" indent="-161925">
              <a:defRPr sz="900">
                <a:solidFill>
                  <a:schemeClr val="bg2"/>
                </a:solidFill>
              </a:defRPr>
            </a:lvl5pPr>
            <a:lvl6pPr marL="593725" indent="-161925">
              <a:defRPr sz="900">
                <a:solidFill>
                  <a:schemeClr val="bg2"/>
                </a:solidFill>
              </a:defRPr>
            </a:lvl6pPr>
            <a:lvl7pPr marL="593725" indent="-161925">
              <a:defRPr sz="900">
                <a:solidFill>
                  <a:schemeClr val="bg2"/>
                </a:solidFill>
              </a:defRPr>
            </a:lvl7pPr>
            <a:lvl8pPr marL="593725" indent="-161925">
              <a:defRPr sz="900">
                <a:solidFill>
                  <a:schemeClr val="bg2"/>
                </a:solidFill>
              </a:defRPr>
            </a:lvl8pPr>
            <a:lvl9pPr marL="593725" indent="-161925">
              <a:defRPr sz="900">
                <a:solidFill>
                  <a:schemeClr val="bg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10" name="Foliennummernplatzhalter 9"/>
          <p:cNvSpPr>
            <a:spLocks noGrp="1"/>
          </p:cNvSpPr>
          <p:nvPr>
            <p:ph type="sldNum" sz="quarter" idx="18"/>
          </p:nvPr>
        </p:nvSpPr>
        <p:spPr bwMode="gray">
          <a:xfrm>
            <a:off x="8568444" y="4685127"/>
            <a:ext cx="216000" cy="216000"/>
          </a:xfrm>
        </p:spPr>
        <p:txBody>
          <a:bodyPr/>
          <a:lstStyle/>
          <a:p>
            <a:fld id="{8FF9B0DE-3FEB-4AA0-B465-B80EF7C1333D}" type="slidenum">
              <a:rPr lang="en-US" smtClean="0"/>
              <a:t>‹#›</a:t>
            </a:fld>
            <a:endParaRPr lang="en-US"/>
          </a:p>
        </p:txBody>
      </p:sp>
      <p:sp>
        <p:nvSpPr>
          <p:cNvPr id="7" name="Fußzeilenplatzhalter 6"/>
          <p:cNvSpPr>
            <a:spLocks noGrp="1"/>
          </p:cNvSpPr>
          <p:nvPr>
            <p:ph type="ftr" sz="quarter" idx="19"/>
          </p:nvPr>
        </p:nvSpPr>
        <p:spPr bwMode="gray">
          <a:xfrm>
            <a:off x="6678468" y="4685127"/>
            <a:ext cx="1835970" cy="216000"/>
          </a:xfrm>
        </p:spPr>
        <p:txBody>
          <a:bodyPr/>
          <a:lstStyle/>
          <a:p>
            <a:r>
              <a:rPr lang="en-US"/>
              <a:t>Presentation title    |    </a:t>
            </a:r>
          </a:p>
          <a:p>
            <a:r>
              <a:rPr lang="en-US"/>
              <a:t>ONLY FOR INTERNAL USE</a:t>
            </a:r>
          </a:p>
        </p:txBody>
      </p:sp>
      <p:sp>
        <p:nvSpPr>
          <p:cNvPr id="6" name="Arrow: Pentagon 5"/>
          <p:cNvSpPr/>
          <p:nvPr userDrawn="1"/>
        </p:nvSpPr>
        <p:spPr bwMode="gray">
          <a:xfrm flipH="1">
            <a:off x="9162660" y="4624008"/>
            <a:ext cx="1242000" cy="324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35000" rtlCol="0" anchor="ctr"/>
          <a:lstStyle/>
          <a:p>
            <a:pPr algn="l">
              <a:lnSpc>
                <a:spcPct val="140000"/>
              </a:lnSpc>
            </a:pPr>
            <a:r>
              <a:rPr lang="en-GB" sz="600" b="1">
                <a:solidFill>
                  <a:srgbClr val="076D7E"/>
                </a:solidFill>
                <a:latin typeface="+mj-lt"/>
              </a:rPr>
              <a:t>This layout: title first line, classification second line</a:t>
            </a:r>
            <a:endParaRPr lang="en-US" sz="600" b="1">
              <a:solidFill>
                <a:srgbClr val="076D7E"/>
              </a:solidFill>
              <a:latin typeface="+mj-lt"/>
            </a:endParaRPr>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Content and margin dark">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3006328" y="356566"/>
            <a:ext cx="5778432" cy="54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3006328" y="1059656"/>
            <a:ext cx="5778104" cy="3294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Textplatzhalter 7"/>
          <p:cNvSpPr>
            <a:spLocks noGrp="1"/>
          </p:cNvSpPr>
          <p:nvPr>
            <p:ph type="body" sz="quarter" idx="13" hasCustomPrompt="1"/>
          </p:nvPr>
        </p:nvSpPr>
        <p:spPr bwMode="gray">
          <a:xfrm>
            <a:off x="3006328" y="4353960"/>
            <a:ext cx="5778000" cy="108000"/>
          </a:xfrm>
        </p:spPr>
        <p:txBody>
          <a:bodyPr anchor="b"/>
          <a:lstStyle>
            <a:lvl1pPr marL="0" indent="0">
              <a:lnSpc>
                <a:spcPct val="100000"/>
              </a:lnSpc>
              <a:spcBef>
                <a:spcPts val="0"/>
              </a:spcBef>
              <a:spcAft>
                <a:spcPts val="0"/>
              </a:spcAft>
              <a:buFont typeface="Arial" panose="020B0604020202020204" pitchFamily="34" charset="0"/>
              <a:buNone/>
              <a:defRPr sz="600" b="0"/>
            </a:lvl1pPr>
            <a:lvl2pPr marL="0" indent="0">
              <a:lnSpc>
                <a:spcPct val="100000"/>
              </a:lnSpc>
              <a:spcBef>
                <a:spcPts val="0"/>
              </a:spcBef>
              <a:spcAft>
                <a:spcPts val="0"/>
              </a:spcAft>
              <a:buFont typeface="Arial" panose="020B0604020202020204" pitchFamily="34" charset="0"/>
              <a:buNone/>
              <a:defRPr sz="600" b="0"/>
            </a:lvl2pPr>
            <a:lvl3pPr marL="0" indent="0">
              <a:lnSpc>
                <a:spcPct val="100000"/>
              </a:lnSpc>
              <a:spcBef>
                <a:spcPts val="0"/>
              </a:spcBef>
              <a:spcAft>
                <a:spcPts val="0"/>
              </a:spcAft>
              <a:buNone/>
              <a:defRPr sz="600" b="0"/>
            </a:lvl3pPr>
            <a:lvl4pPr marL="0" indent="0">
              <a:lnSpc>
                <a:spcPct val="100000"/>
              </a:lnSpc>
              <a:spcBef>
                <a:spcPts val="0"/>
              </a:spcBef>
              <a:spcAft>
                <a:spcPts val="0"/>
              </a:spcAft>
              <a:buNone/>
              <a:defRPr sz="600" b="0"/>
            </a:lvl4pPr>
            <a:lvl5pPr marL="0" indent="0">
              <a:lnSpc>
                <a:spcPct val="100000"/>
              </a:lnSpc>
              <a:spcBef>
                <a:spcPts val="0"/>
              </a:spcBef>
              <a:spcAft>
                <a:spcPts val="0"/>
              </a:spcAft>
              <a:buNone/>
              <a:defRPr sz="600" b="0"/>
            </a:lvl5pPr>
            <a:lvl6pPr marL="0" indent="0">
              <a:lnSpc>
                <a:spcPct val="100000"/>
              </a:lnSpc>
              <a:spcBef>
                <a:spcPts val="0"/>
              </a:spcBef>
              <a:spcAft>
                <a:spcPts val="0"/>
              </a:spcAft>
              <a:buNone/>
              <a:defRPr sz="600" b="0"/>
            </a:lvl6pPr>
            <a:lvl7pPr marL="0" indent="0">
              <a:lnSpc>
                <a:spcPct val="100000"/>
              </a:lnSpc>
              <a:spcBef>
                <a:spcPts val="0"/>
              </a:spcBef>
              <a:spcAft>
                <a:spcPts val="0"/>
              </a:spcAft>
              <a:buNone/>
              <a:defRPr sz="600" b="0"/>
            </a:lvl7pPr>
            <a:lvl8pPr marL="0" indent="0">
              <a:lnSpc>
                <a:spcPct val="100000"/>
              </a:lnSpc>
              <a:spcBef>
                <a:spcPts val="0"/>
              </a:spcBef>
              <a:spcAft>
                <a:spcPts val="0"/>
              </a:spcAft>
              <a:buNone/>
              <a:defRPr sz="600" b="0"/>
            </a:lvl8pPr>
            <a:lvl9pPr marL="0" indent="0">
              <a:lnSpc>
                <a:spcPct val="100000"/>
              </a:lnSpc>
              <a:spcBef>
                <a:spcPts val="0"/>
              </a:spcBef>
              <a:spcAft>
                <a:spcPts val="0"/>
              </a:spcAft>
              <a:buNone/>
              <a:defRPr sz="600" b="0"/>
            </a:lvl9pPr>
          </a:lstStyle>
          <a:p>
            <a:pPr lvl="0"/>
            <a:r>
              <a:rPr lang="en-US"/>
              <a:t>Footnote/Source</a:t>
            </a:r>
          </a:p>
        </p:txBody>
      </p:sp>
      <p:sp>
        <p:nvSpPr>
          <p:cNvPr id="2" name="Rechteck 1"/>
          <p:cNvSpPr/>
          <p:nvPr userDrawn="1"/>
        </p:nvSpPr>
        <p:spPr bwMode="ltGray">
          <a:xfrm>
            <a:off x="0" y="0"/>
            <a:ext cx="2681100" cy="5143500"/>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solidFill>
                <a:schemeClr val="tx1"/>
              </a:solidFill>
            </a:endParaRPr>
          </a:p>
        </p:txBody>
      </p:sp>
      <p:sp>
        <p:nvSpPr>
          <p:cNvPr id="13" name="Inhaltsplatzhalter 2"/>
          <p:cNvSpPr>
            <a:spLocks noGrp="1"/>
          </p:cNvSpPr>
          <p:nvPr>
            <p:ph idx="16" hasCustomPrompt="1"/>
          </p:nvPr>
        </p:nvSpPr>
        <p:spPr bwMode="white">
          <a:xfrm>
            <a:off x="359532" y="357503"/>
            <a:ext cx="2106000" cy="4104000"/>
          </a:xfrm>
          <a:noFill/>
        </p:spPr>
        <p:txBody>
          <a:bodyPr lIns="0" tIns="0" rIns="0"/>
          <a:lstStyle>
            <a:lvl1pPr>
              <a:defRPr sz="900">
                <a:solidFill>
                  <a:schemeClr val="tx2"/>
                </a:solidFill>
              </a:defRPr>
            </a:lvl1pPr>
            <a:lvl2pPr>
              <a:defRPr sz="900">
                <a:solidFill>
                  <a:schemeClr val="tx2"/>
                </a:solidFill>
              </a:defRPr>
            </a:lvl2pPr>
            <a:lvl3pPr>
              <a:defRPr sz="900">
                <a:solidFill>
                  <a:schemeClr val="tx2"/>
                </a:solidFill>
              </a:defRPr>
            </a:lvl3pPr>
            <a:lvl4pPr>
              <a:defRPr sz="900">
                <a:solidFill>
                  <a:schemeClr val="tx2"/>
                </a:solidFill>
              </a:defRPr>
            </a:lvl4pPr>
            <a:lvl5pPr marL="593725" indent="-161925">
              <a:defRPr sz="900">
                <a:solidFill>
                  <a:schemeClr val="tx2"/>
                </a:solidFill>
              </a:defRPr>
            </a:lvl5pPr>
            <a:lvl6pPr marL="593725" indent="-161925">
              <a:defRPr sz="900">
                <a:solidFill>
                  <a:schemeClr val="tx2"/>
                </a:solidFill>
              </a:defRPr>
            </a:lvl6pPr>
            <a:lvl7pPr marL="593725" indent="-161925">
              <a:defRPr sz="900">
                <a:solidFill>
                  <a:schemeClr val="tx2"/>
                </a:solidFill>
              </a:defRPr>
            </a:lvl7pPr>
            <a:lvl8pPr marL="593725" indent="-161925">
              <a:defRPr sz="900">
                <a:solidFill>
                  <a:schemeClr val="tx2"/>
                </a:solidFill>
              </a:defRPr>
            </a:lvl8pPr>
            <a:lvl9pPr marL="593725" indent="-161925">
              <a:defRPr sz="900">
                <a:solidFill>
                  <a:schemeClr val="tx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Fußzeilenplatzhalter 7"/>
          <p:cNvSpPr>
            <a:spLocks noGrp="1"/>
          </p:cNvSpPr>
          <p:nvPr>
            <p:ph type="ftr" sz="quarter" idx="21"/>
          </p:nvPr>
        </p:nvSpPr>
        <p:spPr bwMode="gray"/>
        <p:txBody>
          <a:bodyPr/>
          <a:lstStyle/>
          <a:p>
            <a:r>
              <a:rPr lang="en-US"/>
              <a:t>Presentation title    |    ONLY FOR INTERNAL USE</a:t>
            </a:r>
          </a:p>
        </p:txBody>
      </p:sp>
      <p:sp>
        <p:nvSpPr>
          <p:cNvPr id="9" name="Foliennummernplatzhalter 8"/>
          <p:cNvSpPr>
            <a:spLocks noGrp="1"/>
          </p:cNvSpPr>
          <p:nvPr>
            <p:ph type="sldNum" sz="quarter" idx="22"/>
          </p:nvPr>
        </p:nvSpPr>
        <p:spPr bwMode="gray"/>
        <p:txBody>
          <a:bodyPr/>
          <a:lstStyle/>
          <a:p>
            <a:fld id="{DF4E8F9F-5B1F-4F5B-BE49-3245D8C18D9F}" type="slidenum">
              <a:rPr lang="en-US" smtClean="0"/>
              <a:t>‹#›</a:t>
            </a:fld>
            <a:endParaRPr lang="en-US"/>
          </a:p>
        </p:txBody>
      </p:sp>
      <p:pic>
        <p:nvPicPr>
          <p:cNvPr id="11" name="Grafik 10"/>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359568" y="4623752"/>
            <a:ext cx="926100" cy="279545"/>
          </a:xfrm>
          <a:prstGeom prst="rect">
            <a:avLst/>
          </a:prstGeom>
        </p:spPr>
      </p:pic>
    </p:spTree>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Content and margin dark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359569" y="356566"/>
            <a:ext cx="5535216" cy="54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359569" y="1059656"/>
            <a:ext cx="5535216" cy="3294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Textplatzhalter 7"/>
          <p:cNvSpPr>
            <a:spLocks noGrp="1"/>
          </p:cNvSpPr>
          <p:nvPr>
            <p:ph type="body" sz="quarter" idx="13" hasCustomPrompt="1"/>
          </p:nvPr>
        </p:nvSpPr>
        <p:spPr bwMode="gray">
          <a:xfrm>
            <a:off x="360000" y="4353960"/>
            <a:ext cx="5535000" cy="108000"/>
          </a:xfrm>
        </p:spPr>
        <p:txBody>
          <a:bodyPr anchor="b"/>
          <a:lstStyle>
            <a:lvl1pPr marL="0" indent="0">
              <a:lnSpc>
                <a:spcPct val="100000"/>
              </a:lnSpc>
              <a:spcBef>
                <a:spcPts val="0"/>
              </a:spcBef>
              <a:spcAft>
                <a:spcPts val="0"/>
              </a:spcAft>
              <a:buFont typeface="Arial" panose="020B0604020202020204" pitchFamily="34" charset="0"/>
              <a:buNone/>
              <a:defRPr sz="600" b="0"/>
            </a:lvl1pPr>
            <a:lvl2pPr marL="0" indent="0">
              <a:lnSpc>
                <a:spcPct val="100000"/>
              </a:lnSpc>
              <a:spcBef>
                <a:spcPts val="0"/>
              </a:spcBef>
              <a:spcAft>
                <a:spcPts val="0"/>
              </a:spcAft>
              <a:buFont typeface="Arial" panose="020B0604020202020204" pitchFamily="34" charset="0"/>
              <a:buNone/>
              <a:defRPr sz="600" b="0"/>
            </a:lvl2pPr>
            <a:lvl3pPr marL="0" indent="0">
              <a:lnSpc>
                <a:spcPct val="100000"/>
              </a:lnSpc>
              <a:spcBef>
                <a:spcPts val="0"/>
              </a:spcBef>
              <a:spcAft>
                <a:spcPts val="0"/>
              </a:spcAft>
              <a:buNone/>
              <a:defRPr sz="600" b="0"/>
            </a:lvl3pPr>
            <a:lvl4pPr marL="0" indent="0">
              <a:lnSpc>
                <a:spcPct val="100000"/>
              </a:lnSpc>
              <a:spcBef>
                <a:spcPts val="0"/>
              </a:spcBef>
              <a:spcAft>
                <a:spcPts val="0"/>
              </a:spcAft>
              <a:buNone/>
              <a:defRPr sz="600" b="0"/>
            </a:lvl4pPr>
            <a:lvl5pPr marL="0" indent="0">
              <a:lnSpc>
                <a:spcPct val="100000"/>
              </a:lnSpc>
              <a:spcBef>
                <a:spcPts val="0"/>
              </a:spcBef>
              <a:spcAft>
                <a:spcPts val="0"/>
              </a:spcAft>
              <a:buNone/>
              <a:defRPr sz="600" b="0"/>
            </a:lvl5pPr>
            <a:lvl6pPr marL="0" indent="0">
              <a:lnSpc>
                <a:spcPct val="100000"/>
              </a:lnSpc>
              <a:spcBef>
                <a:spcPts val="0"/>
              </a:spcBef>
              <a:spcAft>
                <a:spcPts val="0"/>
              </a:spcAft>
              <a:buNone/>
              <a:defRPr sz="600" b="0"/>
            </a:lvl6pPr>
            <a:lvl7pPr marL="0" indent="0">
              <a:lnSpc>
                <a:spcPct val="100000"/>
              </a:lnSpc>
              <a:spcBef>
                <a:spcPts val="0"/>
              </a:spcBef>
              <a:spcAft>
                <a:spcPts val="0"/>
              </a:spcAft>
              <a:buNone/>
              <a:defRPr sz="600" b="0"/>
            </a:lvl7pPr>
            <a:lvl8pPr marL="0" indent="0">
              <a:lnSpc>
                <a:spcPct val="100000"/>
              </a:lnSpc>
              <a:spcBef>
                <a:spcPts val="0"/>
              </a:spcBef>
              <a:spcAft>
                <a:spcPts val="0"/>
              </a:spcAft>
              <a:buNone/>
              <a:defRPr sz="600" b="0"/>
            </a:lvl8pPr>
            <a:lvl9pPr marL="0" indent="0">
              <a:lnSpc>
                <a:spcPct val="100000"/>
              </a:lnSpc>
              <a:spcBef>
                <a:spcPts val="0"/>
              </a:spcBef>
              <a:spcAft>
                <a:spcPts val="0"/>
              </a:spcAft>
              <a:buNone/>
              <a:defRPr sz="600" b="0"/>
            </a:lvl9pPr>
          </a:lstStyle>
          <a:p>
            <a:pPr lvl="0"/>
            <a:r>
              <a:rPr lang="en-US"/>
              <a:t>Footnote/Source</a:t>
            </a:r>
          </a:p>
        </p:txBody>
      </p:sp>
      <p:sp>
        <p:nvSpPr>
          <p:cNvPr id="4" name="Rechteck 3"/>
          <p:cNvSpPr/>
          <p:nvPr userDrawn="1"/>
        </p:nvSpPr>
        <p:spPr bwMode="ltGray">
          <a:xfrm>
            <a:off x="6462900" y="0"/>
            <a:ext cx="2681100" cy="5143500"/>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solidFill>
                <a:schemeClr val="tx1"/>
              </a:solidFill>
            </a:endParaRPr>
          </a:p>
        </p:txBody>
      </p:sp>
      <p:sp>
        <p:nvSpPr>
          <p:cNvPr id="5" name="Inhaltsplatzhalter 2"/>
          <p:cNvSpPr>
            <a:spLocks noGrp="1"/>
          </p:cNvSpPr>
          <p:nvPr>
            <p:ph idx="16" hasCustomPrompt="1"/>
          </p:nvPr>
        </p:nvSpPr>
        <p:spPr bwMode="white">
          <a:xfrm>
            <a:off x="6678468" y="357503"/>
            <a:ext cx="2106000" cy="4104000"/>
          </a:xfrm>
          <a:noFill/>
        </p:spPr>
        <p:txBody>
          <a:bodyPr lIns="0" tIns="0" rIns="0"/>
          <a:lstStyle>
            <a:lvl1pPr>
              <a:defRPr sz="900">
                <a:solidFill>
                  <a:schemeClr val="tx2"/>
                </a:solidFill>
              </a:defRPr>
            </a:lvl1pPr>
            <a:lvl2pPr>
              <a:defRPr sz="900">
                <a:solidFill>
                  <a:schemeClr val="tx2"/>
                </a:solidFill>
              </a:defRPr>
            </a:lvl2pPr>
            <a:lvl3pPr>
              <a:defRPr sz="900">
                <a:solidFill>
                  <a:schemeClr val="tx2"/>
                </a:solidFill>
              </a:defRPr>
            </a:lvl3pPr>
            <a:lvl4pPr>
              <a:defRPr sz="900">
                <a:solidFill>
                  <a:schemeClr val="tx2"/>
                </a:solidFill>
              </a:defRPr>
            </a:lvl4pPr>
            <a:lvl5pPr marL="593725" indent="-161925">
              <a:defRPr sz="900">
                <a:solidFill>
                  <a:schemeClr val="tx2"/>
                </a:solidFill>
              </a:defRPr>
            </a:lvl5pPr>
            <a:lvl6pPr marL="593725" indent="-161925">
              <a:defRPr sz="900">
                <a:solidFill>
                  <a:schemeClr val="tx2"/>
                </a:solidFill>
              </a:defRPr>
            </a:lvl6pPr>
            <a:lvl7pPr marL="593725" indent="-161925">
              <a:defRPr sz="900">
                <a:solidFill>
                  <a:schemeClr val="tx2"/>
                </a:solidFill>
              </a:defRPr>
            </a:lvl7pPr>
            <a:lvl8pPr marL="593725" indent="-161925">
              <a:defRPr sz="900">
                <a:solidFill>
                  <a:schemeClr val="tx2"/>
                </a:solidFill>
              </a:defRPr>
            </a:lvl8pPr>
            <a:lvl9pPr marL="593725" indent="-161925">
              <a:defRPr sz="900">
                <a:solidFill>
                  <a:schemeClr val="tx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10" name="Foliennummernplatzhalter 9"/>
          <p:cNvSpPr>
            <a:spLocks noGrp="1"/>
          </p:cNvSpPr>
          <p:nvPr>
            <p:ph type="sldNum" sz="quarter" idx="18"/>
          </p:nvPr>
        </p:nvSpPr>
        <p:spPr bwMode="gray">
          <a:xfrm>
            <a:off x="8568444" y="4685127"/>
            <a:ext cx="216000" cy="216000"/>
          </a:xfrm>
        </p:spPr>
        <p:txBody>
          <a:bodyPr/>
          <a:lstStyle>
            <a:lvl1pPr>
              <a:defRPr>
                <a:solidFill>
                  <a:schemeClr val="bg1"/>
                </a:solidFill>
              </a:defRPr>
            </a:lvl1pPr>
          </a:lstStyle>
          <a:p>
            <a:fld id="{8FF9B0DE-3FEB-4AA0-B465-B80EF7C1333D}" type="slidenum">
              <a:rPr lang="en-US" smtClean="0"/>
              <a:t>‹#›</a:t>
            </a:fld>
            <a:endParaRPr lang="en-US"/>
          </a:p>
        </p:txBody>
      </p:sp>
      <p:sp>
        <p:nvSpPr>
          <p:cNvPr id="6" name="Fußzeilenplatzhalter 5"/>
          <p:cNvSpPr>
            <a:spLocks noGrp="1"/>
          </p:cNvSpPr>
          <p:nvPr>
            <p:ph type="ftr" sz="quarter" idx="19"/>
          </p:nvPr>
        </p:nvSpPr>
        <p:spPr bwMode="gray">
          <a:xfrm>
            <a:off x="6678468" y="4685127"/>
            <a:ext cx="1835970" cy="216000"/>
          </a:xfrm>
        </p:spPr>
        <p:txBody>
          <a:bodyPr/>
          <a:lstStyle>
            <a:lvl1pPr>
              <a:defRPr>
                <a:solidFill>
                  <a:schemeClr val="bg1"/>
                </a:solidFill>
              </a:defRPr>
            </a:lvl1pPr>
          </a:lstStyle>
          <a:p>
            <a:r>
              <a:rPr lang="en-US"/>
              <a:t>Presentation title    |    </a:t>
            </a:r>
          </a:p>
          <a:p>
            <a:r>
              <a:rPr lang="en-US"/>
              <a:t>ONLY FOR INTERNAL USE</a:t>
            </a:r>
          </a:p>
        </p:txBody>
      </p:sp>
      <p:sp>
        <p:nvSpPr>
          <p:cNvPr id="7" name="Arrow: Pentagon 6"/>
          <p:cNvSpPr/>
          <p:nvPr userDrawn="1"/>
        </p:nvSpPr>
        <p:spPr bwMode="gray">
          <a:xfrm flipH="1">
            <a:off x="9162660" y="4624008"/>
            <a:ext cx="1242000" cy="324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35000" rtlCol="0" anchor="ctr"/>
          <a:lstStyle/>
          <a:p>
            <a:pPr algn="l">
              <a:lnSpc>
                <a:spcPct val="140000"/>
              </a:lnSpc>
            </a:pPr>
            <a:r>
              <a:rPr lang="en-GB" sz="600" b="1">
                <a:solidFill>
                  <a:srgbClr val="076D7E"/>
                </a:solidFill>
                <a:latin typeface="+mj-lt"/>
              </a:rPr>
              <a:t>This layout: title first line, classification second line</a:t>
            </a:r>
            <a:endParaRPr lang="en-US" sz="600" b="1">
              <a:solidFill>
                <a:srgbClr val="076D7E"/>
              </a:solidFill>
              <a:latin typeface="+mj-lt"/>
            </a:endParaRPr>
          </a:p>
        </p:txBody>
      </p:sp>
    </p:spTree>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Two contents">
    <p:spTree>
      <p:nvGrpSpPr>
        <p:cNvPr id="1" name=""/>
        <p:cNvGrpSpPr/>
        <p:nvPr/>
      </p:nvGrpSpPr>
      <p:grpSpPr>
        <a:xfrm>
          <a:off x="0" y="0"/>
          <a:ext cx="0" cy="0"/>
          <a:chOff x="0" y="0"/>
          <a:chExt cx="0" cy="0"/>
        </a:xfrm>
      </p:grpSpPr>
      <p:sp>
        <p:nvSpPr>
          <p:cNvPr id="5" name="Titel 4"/>
          <p:cNvSpPr>
            <a:spLocks noGrp="1"/>
          </p:cNvSpPr>
          <p:nvPr>
            <p:ph type="title" hasCustomPrompt="1"/>
          </p:nvPr>
        </p:nvSpPr>
        <p:spPr bwMode="gray"/>
        <p:txBody>
          <a:bodyPr/>
          <a:lstStyle/>
          <a:p>
            <a:r>
              <a:rPr lang="en-US"/>
              <a:t>Mastertitelformat bearbeiten</a:t>
            </a:r>
          </a:p>
        </p:txBody>
      </p:sp>
      <p:sp>
        <p:nvSpPr>
          <p:cNvPr id="3" name="Inhaltsplatzhalter 2"/>
          <p:cNvSpPr>
            <a:spLocks noGrp="1"/>
          </p:cNvSpPr>
          <p:nvPr>
            <p:ph idx="1" hasCustomPrompt="1"/>
          </p:nvPr>
        </p:nvSpPr>
        <p:spPr bwMode="gray">
          <a:xfrm>
            <a:off x="359569" y="1059657"/>
            <a:ext cx="4104086" cy="3294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Inhaltsplatzhalter 2"/>
          <p:cNvSpPr>
            <a:spLocks noGrp="1"/>
          </p:cNvSpPr>
          <p:nvPr>
            <p:ph idx="16" hasCustomPrompt="1"/>
          </p:nvPr>
        </p:nvSpPr>
        <p:spPr bwMode="gray">
          <a:xfrm>
            <a:off x="4680346" y="1059657"/>
            <a:ext cx="4104086" cy="3294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360000" y="4353960"/>
            <a:ext cx="8424000" cy="108000"/>
          </a:xfrm>
        </p:spPr>
        <p:txBody>
          <a:bodyPr anchor="b"/>
          <a:lstStyle>
            <a:lvl1pPr marL="0" indent="0">
              <a:lnSpc>
                <a:spcPct val="100000"/>
              </a:lnSpc>
              <a:spcBef>
                <a:spcPts val="0"/>
              </a:spcBef>
              <a:spcAft>
                <a:spcPts val="0"/>
              </a:spcAft>
              <a:buFont typeface="Arial" panose="020B0604020202020204" pitchFamily="34" charset="0"/>
              <a:buNone/>
              <a:defRPr sz="600" b="0"/>
            </a:lvl1pPr>
            <a:lvl2pPr marL="0" indent="0">
              <a:lnSpc>
                <a:spcPct val="100000"/>
              </a:lnSpc>
              <a:spcBef>
                <a:spcPts val="0"/>
              </a:spcBef>
              <a:spcAft>
                <a:spcPts val="0"/>
              </a:spcAft>
              <a:buFont typeface="Arial" panose="020B0604020202020204" pitchFamily="34" charset="0"/>
              <a:buNone/>
              <a:defRPr sz="600" b="0"/>
            </a:lvl2pPr>
            <a:lvl3pPr marL="0" indent="0">
              <a:lnSpc>
                <a:spcPct val="100000"/>
              </a:lnSpc>
              <a:spcBef>
                <a:spcPts val="0"/>
              </a:spcBef>
              <a:spcAft>
                <a:spcPts val="0"/>
              </a:spcAft>
              <a:buNone/>
              <a:defRPr sz="600" b="0"/>
            </a:lvl3pPr>
            <a:lvl4pPr marL="0" indent="0">
              <a:lnSpc>
                <a:spcPct val="100000"/>
              </a:lnSpc>
              <a:spcBef>
                <a:spcPts val="0"/>
              </a:spcBef>
              <a:spcAft>
                <a:spcPts val="0"/>
              </a:spcAft>
              <a:buNone/>
              <a:defRPr sz="600" b="0"/>
            </a:lvl4pPr>
            <a:lvl5pPr marL="0" indent="0">
              <a:lnSpc>
                <a:spcPct val="100000"/>
              </a:lnSpc>
              <a:spcBef>
                <a:spcPts val="0"/>
              </a:spcBef>
              <a:spcAft>
                <a:spcPts val="0"/>
              </a:spcAft>
              <a:buNone/>
              <a:defRPr sz="600" b="0"/>
            </a:lvl5pPr>
            <a:lvl6pPr marL="0" indent="0">
              <a:lnSpc>
                <a:spcPct val="100000"/>
              </a:lnSpc>
              <a:spcBef>
                <a:spcPts val="0"/>
              </a:spcBef>
              <a:spcAft>
                <a:spcPts val="0"/>
              </a:spcAft>
              <a:buNone/>
              <a:defRPr sz="600" b="0"/>
            </a:lvl6pPr>
            <a:lvl7pPr marL="0" indent="0">
              <a:lnSpc>
                <a:spcPct val="100000"/>
              </a:lnSpc>
              <a:spcBef>
                <a:spcPts val="0"/>
              </a:spcBef>
              <a:spcAft>
                <a:spcPts val="0"/>
              </a:spcAft>
              <a:buNone/>
              <a:defRPr sz="600" b="0"/>
            </a:lvl7pPr>
            <a:lvl8pPr marL="0" indent="0">
              <a:lnSpc>
                <a:spcPct val="100000"/>
              </a:lnSpc>
              <a:spcBef>
                <a:spcPts val="0"/>
              </a:spcBef>
              <a:spcAft>
                <a:spcPts val="0"/>
              </a:spcAft>
              <a:buNone/>
              <a:defRPr sz="600" b="0"/>
            </a:lvl8pPr>
            <a:lvl9pPr marL="0" indent="0">
              <a:lnSpc>
                <a:spcPct val="100000"/>
              </a:lnSpc>
              <a:spcBef>
                <a:spcPts val="0"/>
              </a:spcBef>
              <a:spcAft>
                <a:spcPts val="0"/>
              </a:spcAft>
              <a:buNone/>
              <a:defRPr sz="600" b="0"/>
            </a:lvl9pPr>
          </a:lstStyle>
          <a:p>
            <a:pPr lvl="0"/>
            <a:r>
              <a:rPr lang="en-US"/>
              <a:t>Footnote/Source</a:t>
            </a:r>
          </a:p>
        </p:txBody>
      </p:sp>
      <p:sp>
        <p:nvSpPr>
          <p:cNvPr id="10" name="Foliennummernplatzhalter 9"/>
          <p:cNvSpPr>
            <a:spLocks noGrp="1"/>
          </p:cNvSpPr>
          <p:nvPr>
            <p:ph type="sldNum" sz="quarter" idx="15"/>
          </p:nvPr>
        </p:nvSpPr>
        <p:spPr bwMode="gray"/>
        <p:txBody>
          <a:bodyPr/>
          <a:lstStyle/>
          <a:p>
            <a:fld id="{8FF9B0DE-3FEB-4AA0-B465-B80EF7C1333D}" type="slidenum">
              <a:rPr lang="en-US" smtClean="0"/>
              <a:t>‹#›</a:t>
            </a:fld>
            <a:endParaRPr lang="en-US"/>
          </a:p>
        </p:txBody>
      </p:sp>
      <p:sp>
        <p:nvSpPr>
          <p:cNvPr id="7" name="Fußzeilenplatzhalter 6"/>
          <p:cNvSpPr>
            <a:spLocks noGrp="1"/>
          </p:cNvSpPr>
          <p:nvPr>
            <p:ph type="ftr" sz="quarter" idx="21"/>
          </p:nvPr>
        </p:nvSpPr>
        <p:spPr bwMode="gray"/>
        <p:txBody>
          <a:bodyPr/>
          <a:lstStyle/>
          <a:p>
            <a:r>
              <a:rPr lang="en-US"/>
              <a:t>Presentation title    |    ONLY FOR INTERNAL USE</a:t>
            </a:r>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Three contents">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359875" y="1059917"/>
            <a:ext cx="2672954" cy="3294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 name="Inhaltsplatzhalter 2"/>
          <p:cNvSpPr>
            <a:spLocks noGrp="1"/>
          </p:cNvSpPr>
          <p:nvPr>
            <p:ph idx="16" hasCustomPrompt="1"/>
          </p:nvPr>
        </p:nvSpPr>
        <p:spPr bwMode="gray">
          <a:xfrm>
            <a:off x="3249217" y="1059657"/>
            <a:ext cx="2645569" cy="3294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4" name="Inhaltsplatzhalter 2"/>
          <p:cNvSpPr>
            <a:spLocks noGrp="1"/>
          </p:cNvSpPr>
          <p:nvPr>
            <p:ph idx="17" hasCustomPrompt="1"/>
          </p:nvPr>
        </p:nvSpPr>
        <p:spPr bwMode="gray">
          <a:xfrm>
            <a:off x="6111480" y="1059657"/>
            <a:ext cx="2672953" cy="3294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10" name="Foliennummernplatzhalter 9"/>
          <p:cNvSpPr>
            <a:spLocks noGrp="1"/>
          </p:cNvSpPr>
          <p:nvPr>
            <p:ph type="sldNum" sz="quarter" idx="15"/>
          </p:nvPr>
        </p:nvSpPr>
        <p:spPr bwMode="gray"/>
        <p:txBody>
          <a:bodyPr/>
          <a:lstStyle/>
          <a:p>
            <a:fld id="{8FF9B0DE-3FEB-4AA0-B465-B80EF7C1333D}" type="slidenum">
              <a:rPr lang="en-US" smtClean="0"/>
              <a:t>‹#›</a:t>
            </a:fld>
            <a:endParaRPr lang="en-US"/>
          </a:p>
        </p:txBody>
      </p:sp>
      <p:sp>
        <p:nvSpPr>
          <p:cNvPr id="8" name="Textplatzhalter 7"/>
          <p:cNvSpPr>
            <a:spLocks noGrp="1"/>
          </p:cNvSpPr>
          <p:nvPr>
            <p:ph type="body" sz="quarter" idx="13" hasCustomPrompt="1"/>
          </p:nvPr>
        </p:nvSpPr>
        <p:spPr bwMode="gray">
          <a:xfrm>
            <a:off x="360000" y="4353960"/>
            <a:ext cx="8424000" cy="108000"/>
          </a:xfrm>
        </p:spPr>
        <p:txBody>
          <a:bodyPr anchor="b"/>
          <a:lstStyle>
            <a:lvl1pPr marL="0" indent="0">
              <a:lnSpc>
                <a:spcPct val="100000"/>
              </a:lnSpc>
              <a:spcBef>
                <a:spcPts val="0"/>
              </a:spcBef>
              <a:spcAft>
                <a:spcPts val="0"/>
              </a:spcAft>
              <a:buFont typeface="Arial" panose="020B0604020202020204" pitchFamily="34" charset="0"/>
              <a:buNone/>
              <a:defRPr sz="600" b="0"/>
            </a:lvl1pPr>
            <a:lvl2pPr marL="0" indent="0">
              <a:lnSpc>
                <a:spcPct val="100000"/>
              </a:lnSpc>
              <a:spcBef>
                <a:spcPts val="0"/>
              </a:spcBef>
              <a:spcAft>
                <a:spcPts val="0"/>
              </a:spcAft>
              <a:buFont typeface="Arial" panose="020B0604020202020204" pitchFamily="34" charset="0"/>
              <a:buNone/>
              <a:defRPr sz="600" b="0"/>
            </a:lvl2pPr>
            <a:lvl3pPr marL="0" indent="0">
              <a:lnSpc>
                <a:spcPct val="100000"/>
              </a:lnSpc>
              <a:spcBef>
                <a:spcPts val="0"/>
              </a:spcBef>
              <a:spcAft>
                <a:spcPts val="0"/>
              </a:spcAft>
              <a:buNone/>
              <a:defRPr sz="600" b="0"/>
            </a:lvl3pPr>
            <a:lvl4pPr marL="0" indent="0">
              <a:lnSpc>
                <a:spcPct val="100000"/>
              </a:lnSpc>
              <a:spcBef>
                <a:spcPts val="0"/>
              </a:spcBef>
              <a:spcAft>
                <a:spcPts val="0"/>
              </a:spcAft>
              <a:buNone/>
              <a:defRPr sz="600" b="0"/>
            </a:lvl4pPr>
            <a:lvl5pPr marL="0" indent="0">
              <a:lnSpc>
                <a:spcPct val="100000"/>
              </a:lnSpc>
              <a:spcBef>
                <a:spcPts val="0"/>
              </a:spcBef>
              <a:spcAft>
                <a:spcPts val="0"/>
              </a:spcAft>
              <a:buNone/>
              <a:defRPr sz="600" b="0"/>
            </a:lvl5pPr>
            <a:lvl6pPr marL="0" indent="0">
              <a:lnSpc>
                <a:spcPct val="100000"/>
              </a:lnSpc>
              <a:spcBef>
                <a:spcPts val="0"/>
              </a:spcBef>
              <a:spcAft>
                <a:spcPts val="0"/>
              </a:spcAft>
              <a:buNone/>
              <a:defRPr sz="600" b="0"/>
            </a:lvl6pPr>
            <a:lvl7pPr marL="0" indent="0">
              <a:lnSpc>
                <a:spcPct val="100000"/>
              </a:lnSpc>
              <a:spcBef>
                <a:spcPts val="0"/>
              </a:spcBef>
              <a:spcAft>
                <a:spcPts val="0"/>
              </a:spcAft>
              <a:buNone/>
              <a:defRPr sz="600" b="0"/>
            </a:lvl7pPr>
            <a:lvl8pPr marL="0" indent="0">
              <a:lnSpc>
                <a:spcPct val="100000"/>
              </a:lnSpc>
              <a:spcBef>
                <a:spcPts val="0"/>
              </a:spcBef>
              <a:spcAft>
                <a:spcPts val="0"/>
              </a:spcAft>
              <a:buNone/>
              <a:defRPr sz="600" b="0"/>
            </a:lvl8pPr>
            <a:lvl9pPr marL="0" indent="0">
              <a:lnSpc>
                <a:spcPct val="100000"/>
              </a:lnSpc>
              <a:spcBef>
                <a:spcPts val="0"/>
              </a:spcBef>
              <a:spcAft>
                <a:spcPts val="0"/>
              </a:spcAft>
              <a:buNone/>
              <a:defRPr sz="600" b="0"/>
            </a:lvl9pPr>
          </a:lstStyle>
          <a:p>
            <a:pPr lvl="0"/>
            <a:r>
              <a:rPr lang="en-US"/>
              <a:t>Footnote/Source</a:t>
            </a:r>
          </a:p>
        </p:txBody>
      </p:sp>
      <p:sp>
        <p:nvSpPr>
          <p:cNvPr id="7" name="Fußzeilenplatzhalter 6"/>
          <p:cNvSpPr>
            <a:spLocks noGrp="1"/>
          </p:cNvSpPr>
          <p:nvPr>
            <p:ph type="ftr" sz="quarter" idx="21"/>
          </p:nvPr>
        </p:nvSpPr>
        <p:spPr bwMode="gray"/>
        <p:txBody>
          <a:bodyPr/>
          <a:lstStyle/>
          <a:p>
            <a:r>
              <a:rPr lang="en-US"/>
              <a:t>Presentation title    |    ONLY FOR INTERNAL USE</a:t>
            </a:r>
          </a:p>
        </p:txBody>
      </p:sp>
    </p:spTree>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Content and image">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359569" y="1059657"/>
            <a:ext cx="2672954" cy="3294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8" name="Textplatzhalter 7"/>
          <p:cNvSpPr>
            <a:spLocks noGrp="1"/>
          </p:cNvSpPr>
          <p:nvPr>
            <p:ph type="body" sz="quarter" idx="13" hasCustomPrompt="1"/>
          </p:nvPr>
        </p:nvSpPr>
        <p:spPr bwMode="gray">
          <a:xfrm>
            <a:off x="360000" y="4353960"/>
            <a:ext cx="2673000" cy="108000"/>
          </a:xfrm>
        </p:spPr>
        <p:txBody>
          <a:bodyPr anchor="b"/>
          <a:lstStyle>
            <a:lvl1pPr marL="0" indent="0">
              <a:lnSpc>
                <a:spcPct val="100000"/>
              </a:lnSpc>
              <a:spcBef>
                <a:spcPts val="0"/>
              </a:spcBef>
              <a:spcAft>
                <a:spcPts val="0"/>
              </a:spcAft>
              <a:buFont typeface="Arial" panose="020B0604020202020204" pitchFamily="34" charset="0"/>
              <a:buNone/>
              <a:defRPr sz="600" b="0"/>
            </a:lvl1pPr>
            <a:lvl2pPr marL="0" indent="0">
              <a:lnSpc>
                <a:spcPct val="100000"/>
              </a:lnSpc>
              <a:spcBef>
                <a:spcPts val="0"/>
              </a:spcBef>
              <a:spcAft>
                <a:spcPts val="0"/>
              </a:spcAft>
              <a:buFont typeface="Arial" panose="020B0604020202020204" pitchFamily="34" charset="0"/>
              <a:buNone/>
              <a:defRPr sz="600" b="0"/>
            </a:lvl2pPr>
            <a:lvl3pPr marL="0" indent="0">
              <a:lnSpc>
                <a:spcPct val="100000"/>
              </a:lnSpc>
              <a:spcBef>
                <a:spcPts val="0"/>
              </a:spcBef>
              <a:spcAft>
                <a:spcPts val="0"/>
              </a:spcAft>
              <a:buNone/>
              <a:defRPr sz="600" b="0"/>
            </a:lvl3pPr>
            <a:lvl4pPr marL="0" indent="0">
              <a:lnSpc>
                <a:spcPct val="100000"/>
              </a:lnSpc>
              <a:spcBef>
                <a:spcPts val="0"/>
              </a:spcBef>
              <a:spcAft>
                <a:spcPts val="0"/>
              </a:spcAft>
              <a:buNone/>
              <a:defRPr sz="600" b="0"/>
            </a:lvl4pPr>
            <a:lvl5pPr marL="0" indent="0">
              <a:lnSpc>
                <a:spcPct val="100000"/>
              </a:lnSpc>
              <a:spcBef>
                <a:spcPts val="0"/>
              </a:spcBef>
              <a:spcAft>
                <a:spcPts val="0"/>
              </a:spcAft>
              <a:buNone/>
              <a:defRPr sz="600" b="0"/>
            </a:lvl5pPr>
            <a:lvl6pPr marL="0" indent="0">
              <a:lnSpc>
                <a:spcPct val="100000"/>
              </a:lnSpc>
              <a:spcBef>
                <a:spcPts val="0"/>
              </a:spcBef>
              <a:spcAft>
                <a:spcPts val="0"/>
              </a:spcAft>
              <a:buNone/>
              <a:defRPr sz="600" b="0"/>
            </a:lvl6pPr>
            <a:lvl7pPr marL="0" indent="0">
              <a:lnSpc>
                <a:spcPct val="100000"/>
              </a:lnSpc>
              <a:spcBef>
                <a:spcPts val="0"/>
              </a:spcBef>
              <a:spcAft>
                <a:spcPts val="0"/>
              </a:spcAft>
              <a:buNone/>
              <a:defRPr sz="600" b="0"/>
            </a:lvl7pPr>
            <a:lvl8pPr marL="0" indent="0">
              <a:lnSpc>
                <a:spcPct val="100000"/>
              </a:lnSpc>
              <a:spcBef>
                <a:spcPts val="0"/>
              </a:spcBef>
              <a:spcAft>
                <a:spcPts val="0"/>
              </a:spcAft>
              <a:buNone/>
              <a:defRPr sz="600" b="0"/>
            </a:lvl8pPr>
            <a:lvl9pPr marL="0" indent="0">
              <a:lnSpc>
                <a:spcPct val="100000"/>
              </a:lnSpc>
              <a:spcBef>
                <a:spcPts val="0"/>
              </a:spcBef>
              <a:spcAft>
                <a:spcPts val="0"/>
              </a:spcAft>
              <a:buNone/>
              <a:defRPr sz="600" b="0"/>
            </a:lvl9pPr>
          </a:lstStyle>
          <a:p>
            <a:pPr lvl="0"/>
            <a:r>
              <a:rPr lang="en-US"/>
              <a:t>Footnote/Source</a:t>
            </a:r>
          </a:p>
        </p:txBody>
      </p:sp>
      <p:sp>
        <p:nvSpPr>
          <p:cNvPr id="6" name="Bildplatzhalter 10"/>
          <p:cNvSpPr>
            <a:spLocks noGrp="1"/>
          </p:cNvSpPr>
          <p:nvPr>
            <p:ph type="pic" sz="quarter" idx="10" hasCustomPrompt="1"/>
          </p:nvPr>
        </p:nvSpPr>
        <p:spPr bwMode="gray">
          <a:xfrm>
            <a:off x="3249218" y="1059656"/>
            <a:ext cx="5535215" cy="3402807"/>
          </a:xfrm>
          <a:solidFill>
            <a:srgbClr val="E5E3DE"/>
          </a:solidFill>
        </p:spPr>
        <p:txBody>
          <a:bodyPr tIns="720000" anchor="ctr" anchorCtr="0"/>
          <a:lstStyle>
            <a:lvl1pPr marL="0" indent="0" algn="ctr">
              <a:spcBef>
                <a:spcPts val="0"/>
              </a:spcBef>
              <a:spcAft>
                <a:spcPts val="0"/>
              </a:spcAft>
              <a:buFontTx/>
              <a:buNone/>
              <a:defRPr sz="900" b="0">
                <a:solidFill>
                  <a:schemeClr val="tx1"/>
                </a:solidFill>
              </a:defRPr>
            </a:lvl1pPr>
            <a:lvl2pPr marL="0" indent="0" algn="ctr">
              <a:spcBef>
                <a:spcPts val="0"/>
              </a:spcBef>
              <a:spcAft>
                <a:spcPts val="0"/>
              </a:spcAft>
              <a:buFontTx/>
              <a:buNone/>
              <a:defRPr sz="900" b="0"/>
            </a:lvl2pPr>
            <a:lvl3pPr marL="0" indent="0" algn="ctr">
              <a:spcBef>
                <a:spcPts val="0"/>
              </a:spcBef>
              <a:spcAft>
                <a:spcPts val="0"/>
              </a:spcAft>
              <a:buFontTx/>
              <a:buNone/>
              <a:defRPr sz="900" b="0"/>
            </a:lvl3pPr>
            <a:lvl4pPr marL="0" indent="0" algn="ctr">
              <a:spcBef>
                <a:spcPts val="0"/>
              </a:spcBef>
              <a:spcAft>
                <a:spcPts val="0"/>
              </a:spcAft>
              <a:buFontTx/>
              <a:buNone/>
              <a:defRPr sz="900" b="0"/>
            </a:lvl4pPr>
            <a:lvl5pPr marL="0" indent="0" algn="ctr">
              <a:spcBef>
                <a:spcPts val="0"/>
              </a:spcBef>
              <a:spcAft>
                <a:spcPts val="0"/>
              </a:spcAft>
              <a:buFontTx/>
              <a:buNone/>
              <a:defRPr sz="900" b="0"/>
            </a:lvl5pPr>
            <a:lvl6pPr marL="0" indent="0" algn="ctr">
              <a:spcBef>
                <a:spcPts val="0"/>
              </a:spcBef>
              <a:spcAft>
                <a:spcPts val="0"/>
              </a:spcAft>
              <a:buFontTx/>
              <a:buNone/>
              <a:defRPr sz="900" b="0"/>
            </a:lvl6pPr>
            <a:lvl7pPr marL="0" indent="0" algn="ctr">
              <a:spcBef>
                <a:spcPts val="0"/>
              </a:spcBef>
              <a:spcAft>
                <a:spcPts val="0"/>
              </a:spcAft>
              <a:buFontTx/>
              <a:buNone/>
              <a:defRPr sz="900" b="0"/>
            </a:lvl7pPr>
            <a:lvl8pPr marL="0" indent="0" algn="ctr">
              <a:spcBef>
                <a:spcPts val="0"/>
              </a:spcBef>
              <a:spcAft>
                <a:spcPts val="0"/>
              </a:spcAft>
              <a:buFontTx/>
              <a:buNone/>
              <a:defRPr sz="900" b="0"/>
            </a:lvl8pPr>
            <a:lvl9pPr marL="0" indent="0" algn="ctr">
              <a:spcBef>
                <a:spcPts val="0"/>
              </a:spcBef>
              <a:spcAft>
                <a:spcPts val="0"/>
              </a:spcAft>
              <a:buFontTx/>
              <a:buNone/>
              <a:defRPr sz="900" b="0"/>
            </a:lvl9pPr>
          </a:lstStyle>
          <a:p>
            <a:pPr lvl="0"/>
            <a:r>
              <a:rPr lang="en-US"/>
              <a:t>Add picture</a:t>
            </a:r>
          </a:p>
        </p:txBody>
      </p:sp>
      <p:sp>
        <p:nvSpPr>
          <p:cNvPr id="10" name="Foliennummernplatzhalter 9"/>
          <p:cNvSpPr>
            <a:spLocks noGrp="1"/>
          </p:cNvSpPr>
          <p:nvPr>
            <p:ph type="sldNum" sz="quarter" idx="15"/>
          </p:nvPr>
        </p:nvSpPr>
        <p:spPr bwMode="gray"/>
        <p:txBody>
          <a:bodyPr/>
          <a:lstStyle/>
          <a:p>
            <a:fld id="{8FF9B0DE-3FEB-4AA0-B465-B80EF7C1333D}" type="slidenum">
              <a:rPr lang="en-US" smtClean="0"/>
              <a:t>‹#›</a:t>
            </a:fld>
            <a:endParaRPr lang="en-US"/>
          </a:p>
        </p:txBody>
      </p:sp>
      <p:sp>
        <p:nvSpPr>
          <p:cNvPr id="7" name="Fußzeilenplatzhalter 6"/>
          <p:cNvSpPr>
            <a:spLocks noGrp="1"/>
          </p:cNvSpPr>
          <p:nvPr>
            <p:ph type="ftr" sz="quarter" idx="21"/>
          </p:nvPr>
        </p:nvSpPr>
        <p:spPr bwMode="gray"/>
        <p:txBody>
          <a:bodyPr/>
          <a:lstStyle/>
          <a:p>
            <a:r>
              <a:rPr lang="en-US"/>
              <a:t>Presentation title    |    ONLY FOR INTERNAL USE</a:t>
            </a:r>
          </a:p>
        </p:txBody>
      </p:sp>
      <p:grpSp>
        <p:nvGrpSpPr>
          <p:cNvPr id="16" name="Group 15"/>
          <p:cNvGrpSpPr/>
          <p:nvPr userDrawn="1"/>
        </p:nvGrpSpPr>
        <p:grpSpPr bwMode="gray">
          <a:xfrm>
            <a:off x="-1422666" y="0"/>
            <a:ext cx="1286309" cy="2808312"/>
            <a:chOff x="-1824880" y="2708920"/>
            <a:chExt cx="1715078" cy="3744416"/>
          </a:xfrm>
        </p:grpSpPr>
        <p:sp>
          <p:nvSpPr>
            <p:cNvPr id="17" name="TextBox 16"/>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450"/>
                </a:spcAft>
              </a:pPr>
              <a:r>
                <a:rPr lang="en-US" sz="825" b="1">
                  <a:solidFill>
                    <a:schemeClr val="tx1"/>
                  </a:solidFill>
                  <a:effectLst/>
                  <a:latin typeface="+mj-lt"/>
                </a:rPr>
                <a:t>To insert a picture:</a:t>
              </a:r>
            </a:p>
            <a:p>
              <a:pPr marL="107950" indent="-107950">
                <a:lnSpc>
                  <a:spcPct val="120000"/>
                </a:lnSpc>
                <a:spcAft>
                  <a:spcPts val="450"/>
                </a:spcAft>
                <a:buFont typeface="+mj-lt"/>
                <a:buAutoNum type="arabicPeriod"/>
              </a:pPr>
              <a:r>
                <a:rPr lang="en-US" sz="675">
                  <a:solidFill>
                    <a:schemeClr val="tx1"/>
                  </a:solidFill>
                  <a:effectLst/>
                  <a:latin typeface="+mn-lt"/>
                </a:rPr>
                <a:t>Click on the placeholder for pictures</a:t>
              </a:r>
            </a:p>
            <a:p>
              <a:pPr marL="107950" indent="-107950">
                <a:lnSpc>
                  <a:spcPct val="120000"/>
                </a:lnSpc>
                <a:spcAft>
                  <a:spcPts val="450"/>
                </a:spcAft>
                <a:buFont typeface="+mj-lt"/>
                <a:buAutoNum type="arabicPeriod"/>
              </a:pPr>
              <a:r>
                <a:rPr lang="en-US" sz="675">
                  <a:solidFill>
                    <a:schemeClr val="tx1"/>
                  </a:solidFill>
                  <a:effectLst/>
                  <a:latin typeface="+mn-lt"/>
                </a:rPr>
                <a:t>Open the menu “Insert”</a:t>
              </a:r>
            </a:p>
            <a:p>
              <a:pPr marL="107950" indent="-107950">
                <a:lnSpc>
                  <a:spcPct val="120000"/>
                </a:lnSpc>
                <a:spcAft>
                  <a:spcPts val="450"/>
                </a:spcAft>
                <a:buFont typeface="+mj-lt"/>
                <a:buAutoNum type="arabicPeriod"/>
              </a:pPr>
              <a:r>
                <a:rPr lang="en-US" sz="675">
                  <a:solidFill>
                    <a:schemeClr val="tx1"/>
                  </a:solidFill>
                  <a:effectLst/>
                  <a:latin typeface="+mn-lt"/>
                </a:rPr>
                <a:t>Choose “Pictures” and then the corresponding source where the image is located</a:t>
              </a:r>
              <a:endParaRPr lang="en-US" sz="675">
                <a:solidFill>
                  <a:schemeClr val="tx1"/>
                </a:solidFill>
                <a:latin typeface="+mn-lt"/>
              </a:endParaRPr>
            </a:p>
          </p:txBody>
        </p:sp>
        <p:pic>
          <p:nvPicPr>
            <p:cNvPr id="18" name="Picture 17"/>
            <p:cNvPicPr>
              <a:picLocks noChangeAspect="1"/>
            </p:cNvPicPr>
            <p:nvPr userDrawn="1"/>
          </p:nvPicPr>
          <p:blipFill rotWithShape="1">
            <a:blip r:embed="rId2"/>
            <a:srcRect l="8843" r="2395" b="2546"/>
            <a:stretch>
              <a:fillRect/>
            </a:stretch>
          </p:blipFill>
          <p:spPr bwMode="gray">
            <a:xfrm>
              <a:off x="-1589806" y="4475212"/>
              <a:ext cx="745332" cy="1122804"/>
            </a:xfrm>
            <a:prstGeom prst="roundRect">
              <a:avLst>
                <a:gd name="adj" fmla="val 3514"/>
              </a:avLst>
            </a:prstGeom>
          </p:spPr>
        </p:pic>
        <p:sp>
          <p:nvSpPr>
            <p:cNvPr id="19" name="TextBox 18"/>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07950" indent="-107950">
                <a:spcAft>
                  <a:spcPts val="450"/>
                </a:spcAft>
                <a:buFont typeface="+mj-lt"/>
                <a:buAutoNum type="arabicPeriod" startAt="4"/>
              </a:pPr>
              <a:r>
                <a:rPr lang="en-US" sz="675">
                  <a:solidFill>
                    <a:schemeClr val="tx1"/>
                  </a:solidFill>
                  <a:effectLst/>
                  <a:latin typeface="+mn-lt"/>
                </a:rPr>
                <a:t>Now the image has </a:t>
              </a:r>
              <a:br>
                <a:rPr lang="en-US" sz="675">
                  <a:solidFill>
                    <a:schemeClr val="tx1"/>
                  </a:solidFill>
                  <a:effectLst/>
                  <a:latin typeface="+mn-lt"/>
                </a:rPr>
              </a:br>
              <a:r>
                <a:rPr lang="en-US" sz="675">
                  <a:solidFill>
                    <a:schemeClr val="tx1"/>
                  </a:solidFill>
                  <a:effectLst/>
                  <a:latin typeface="+mn-lt"/>
                </a:rPr>
                <a:t>been loaded into the </a:t>
              </a:r>
              <a:br>
                <a:rPr lang="en-US" sz="675">
                  <a:solidFill>
                    <a:schemeClr val="tx1"/>
                  </a:solidFill>
                  <a:effectLst/>
                  <a:latin typeface="+mn-lt"/>
                </a:rPr>
              </a:br>
              <a:r>
                <a:rPr lang="en-US" sz="675">
                  <a:solidFill>
                    <a:schemeClr val="tx1"/>
                  </a:solidFill>
                  <a:effectLst/>
                  <a:latin typeface="+mn-lt"/>
                </a:rPr>
                <a:t>placeholder.</a:t>
              </a:r>
              <a:endParaRPr lang="en-US" sz="675">
                <a:solidFill>
                  <a:schemeClr val="tx1"/>
                </a:solidFill>
                <a:latin typeface="+mn-lt"/>
              </a:endParaRPr>
            </a:p>
          </p:txBody>
        </p:sp>
      </p:grpSp>
    </p:spTree>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Content with image portrait (1)">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359569" y="357750"/>
            <a:ext cx="4104086" cy="54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359569" y="1059657"/>
            <a:ext cx="4104085" cy="3294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360000" y="4353960"/>
            <a:ext cx="4104000" cy="108000"/>
          </a:xfrm>
        </p:spPr>
        <p:txBody>
          <a:bodyPr anchor="b"/>
          <a:lstStyle>
            <a:lvl1pPr marL="0" indent="0">
              <a:lnSpc>
                <a:spcPct val="100000"/>
              </a:lnSpc>
              <a:spcBef>
                <a:spcPts val="0"/>
              </a:spcBef>
              <a:spcAft>
                <a:spcPts val="0"/>
              </a:spcAft>
              <a:buFont typeface="Arial" panose="020B0604020202020204" pitchFamily="34" charset="0"/>
              <a:buNone/>
              <a:defRPr sz="600" b="0"/>
            </a:lvl1pPr>
            <a:lvl2pPr marL="0" indent="0">
              <a:lnSpc>
                <a:spcPct val="100000"/>
              </a:lnSpc>
              <a:spcBef>
                <a:spcPts val="0"/>
              </a:spcBef>
              <a:spcAft>
                <a:spcPts val="0"/>
              </a:spcAft>
              <a:buFont typeface="Arial" panose="020B0604020202020204" pitchFamily="34" charset="0"/>
              <a:buNone/>
              <a:defRPr sz="600" b="0"/>
            </a:lvl2pPr>
            <a:lvl3pPr marL="0" indent="0">
              <a:lnSpc>
                <a:spcPct val="100000"/>
              </a:lnSpc>
              <a:spcBef>
                <a:spcPts val="0"/>
              </a:spcBef>
              <a:spcAft>
                <a:spcPts val="0"/>
              </a:spcAft>
              <a:buNone/>
              <a:defRPr sz="600" b="0"/>
            </a:lvl3pPr>
            <a:lvl4pPr marL="0" indent="0">
              <a:lnSpc>
                <a:spcPct val="100000"/>
              </a:lnSpc>
              <a:spcBef>
                <a:spcPts val="0"/>
              </a:spcBef>
              <a:spcAft>
                <a:spcPts val="0"/>
              </a:spcAft>
              <a:buNone/>
              <a:defRPr sz="600" b="0"/>
            </a:lvl4pPr>
            <a:lvl5pPr marL="0" indent="0">
              <a:lnSpc>
                <a:spcPct val="100000"/>
              </a:lnSpc>
              <a:spcBef>
                <a:spcPts val="0"/>
              </a:spcBef>
              <a:spcAft>
                <a:spcPts val="0"/>
              </a:spcAft>
              <a:buNone/>
              <a:defRPr sz="600" b="0"/>
            </a:lvl5pPr>
            <a:lvl6pPr marL="0" indent="0">
              <a:lnSpc>
                <a:spcPct val="100000"/>
              </a:lnSpc>
              <a:spcBef>
                <a:spcPts val="0"/>
              </a:spcBef>
              <a:spcAft>
                <a:spcPts val="0"/>
              </a:spcAft>
              <a:buNone/>
              <a:defRPr sz="600" b="0"/>
            </a:lvl6pPr>
            <a:lvl7pPr marL="0" indent="0">
              <a:lnSpc>
                <a:spcPct val="100000"/>
              </a:lnSpc>
              <a:spcBef>
                <a:spcPts val="0"/>
              </a:spcBef>
              <a:spcAft>
                <a:spcPts val="0"/>
              </a:spcAft>
              <a:buNone/>
              <a:defRPr sz="600" b="0"/>
            </a:lvl7pPr>
            <a:lvl8pPr marL="0" indent="0">
              <a:lnSpc>
                <a:spcPct val="100000"/>
              </a:lnSpc>
              <a:spcBef>
                <a:spcPts val="0"/>
              </a:spcBef>
              <a:spcAft>
                <a:spcPts val="0"/>
              </a:spcAft>
              <a:buNone/>
              <a:defRPr sz="600" b="0"/>
            </a:lvl8pPr>
            <a:lvl9pPr marL="0" indent="0">
              <a:lnSpc>
                <a:spcPct val="100000"/>
              </a:lnSpc>
              <a:spcBef>
                <a:spcPts val="0"/>
              </a:spcBef>
              <a:spcAft>
                <a:spcPts val="0"/>
              </a:spcAft>
              <a:buNone/>
              <a:defRPr sz="600" b="0"/>
            </a:lvl9pPr>
          </a:lstStyle>
          <a:p>
            <a:pPr lvl="0"/>
            <a:r>
              <a:rPr lang="en-US"/>
              <a:t>Footnote/Source</a:t>
            </a:r>
          </a:p>
        </p:txBody>
      </p:sp>
      <p:sp>
        <p:nvSpPr>
          <p:cNvPr id="6" name="Bildplatzhalter 10"/>
          <p:cNvSpPr>
            <a:spLocks noGrp="1"/>
          </p:cNvSpPr>
          <p:nvPr>
            <p:ph type="pic" sz="quarter" idx="10" hasCustomPrompt="1"/>
          </p:nvPr>
        </p:nvSpPr>
        <p:spPr bwMode="gray">
          <a:xfrm>
            <a:off x="4680348" y="0"/>
            <a:ext cx="4463653" cy="5143500"/>
          </a:xfrm>
          <a:solidFill>
            <a:srgbClr val="E5E3DE"/>
          </a:solidFill>
        </p:spPr>
        <p:txBody>
          <a:bodyPr tIns="720000" anchor="ctr" anchorCtr="0"/>
          <a:lstStyle>
            <a:lvl1pPr marL="0" indent="0" algn="ctr">
              <a:spcBef>
                <a:spcPts val="0"/>
              </a:spcBef>
              <a:spcAft>
                <a:spcPts val="0"/>
              </a:spcAft>
              <a:buFontTx/>
              <a:buNone/>
              <a:defRPr sz="900" b="0">
                <a:solidFill>
                  <a:schemeClr val="tx1"/>
                </a:solidFill>
              </a:defRPr>
            </a:lvl1pPr>
            <a:lvl2pPr marL="0" indent="0" algn="ctr">
              <a:spcBef>
                <a:spcPts val="0"/>
              </a:spcBef>
              <a:spcAft>
                <a:spcPts val="0"/>
              </a:spcAft>
              <a:buFontTx/>
              <a:buNone/>
              <a:defRPr sz="900" b="0"/>
            </a:lvl2pPr>
            <a:lvl3pPr marL="0" indent="0" algn="ctr">
              <a:spcBef>
                <a:spcPts val="0"/>
              </a:spcBef>
              <a:spcAft>
                <a:spcPts val="0"/>
              </a:spcAft>
              <a:buFontTx/>
              <a:buNone/>
              <a:defRPr sz="900" b="0"/>
            </a:lvl3pPr>
            <a:lvl4pPr marL="0" indent="0" algn="ctr">
              <a:spcBef>
                <a:spcPts val="0"/>
              </a:spcBef>
              <a:spcAft>
                <a:spcPts val="0"/>
              </a:spcAft>
              <a:buFontTx/>
              <a:buNone/>
              <a:defRPr sz="900" b="0"/>
            </a:lvl4pPr>
            <a:lvl5pPr marL="0" indent="0" algn="ctr">
              <a:spcBef>
                <a:spcPts val="0"/>
              </a:spcBef>
              <a:spcAft>
                <a:spcPts val="0"/>
              </a:spcAft>
              <a:buFontTx/>
              <a:buNone/>
              <a:defRPr sz="900" b="0"/>
            </a:lvl5pPr>
            <a:lvl6pPr marL="0" indent="0" algn="ctr">
              <a:spcBef>
                <a:spcPts val="0"/>
              </a:spcBef>
              <a:spcAft>
                <a:spcPts val="0"/>
              </a:spcAft>
              <a:buFontTx/>
              <a:buNone/>
              <a:defRPr sz="900" b="0"/>
            </a:lvl6pPr>
            <a:lvl7pPr marL="0" indent="0" algn="ctr">
              <a:spcBef>
                <a:spcPts val="0"/>
              </a:spcBef>
              <a:spcAft>
                <a:spcPts val="0"/>
              </a:spcAft>
              <a:buFontTx/>
              <a:buNone/>
              <a:defRPr sz="900" b="0"/>
            </a:lvl7pPr>
            <a:lvl8pPr marL="0" indent="0" algn="ctr">
              <a:spcBef>
                <a:spcPts val="0"/>
              </a:spcBef>
              <a:spcAft>
                <a:spcPts val="0"/>
              </a:spcAft>
              <a:buFontTx/>
              <a:buNone/>
              <a:defRPr sz="900" b="0"/>
            </a:lvl8pPr>
            <a:lvl9pPr marL="0" indent="0" algn="ctr">
              <a:spcBef>
                <a:spcPts val="0"/>
              </a:spcBef>
              <a:spcAft>
                <a:spcPts val="0"/>
              </a:spcAft>
              <a:buFontTx/>
              <a:buNone/>
              <a:defRPr sz="900" b="0"/>
            </a:lvl9pPr>
          </a:lstStyle>
          <a:p>
            <a:pPr lvl="0"/>
            <a:r>
              <a:rPr lang="en-US"/>
              <a:t>Add picture</a:t>
            </a:r>
          </a:p>
        </p:txBody>
      </p:sp>
      <p:sp>
        <p:nvSpPr>
          <p:cNvPr id="10" name="Foliennummernplatzhalter 9"/>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t>‹#›</a:t>
            </a:fld>
            <a:endParaRPr lang="en-US"/>
          </a:p>
        </p:txBody>
      </p:sp>
      <p:sp>
        <p:nvSpPr>
          <p:cNvPr id="11" name="Fußzeilenplatzhalter 10"/>
          <p:cNvSpPr>
            <a:spLocks noGrp="1"/>
          </p:cNvSpPr>
          <p:nvPr>
            <p:ph type="ftr" sz="quarter" idx="21"/>
          </p:nvPr>
        </p:nvSpPr>
        <p:spPr bwMode="gray"/>
        <p:txBody>
          <a:bodyPr/>
          <a:lstStyle>
            <a:lvl1pPr>
              <a:defRPr>
                <a:solidFill>
                  <a:schemeClr val="bg1"/>
                </a:solidFill>
              </a:defRPr>
            </a:lvl1pPr>
          </a:lstStyle>
          <a:p>
            <a:r>
              <a:rPr lang="en-US"/>
              <a:t>Presentation title    |    ONLY FOR INTERNAL USE</a:t>
            </a:r>
          </a:p>
        </p:txBody>
      </p:sp>
      <p:grpSp>
        <p:nvGrpSpPr>
          <p:cNvPr id="16" name="Group 15"/>
          <p:cNvGrpSpPr/>
          <p:nvPr userDrawn="1"/>
        </p:nvGrpSpPr>
        <p:grpSpPr bwMode="gray">
          <a:xfrm>
            <a:off x="-1422666" y="0"/>
            <a:ext cx="1286309" cy="2808312"/>
            <a:chOff x="-1824880" y="2708920"/>
            <a:chExt cx="1715078" cy="3744416"/>
          </a:xfrm>
        </p:grpSpPr>
        <p:sp>
          <p:nvSpPr>
            <p:cNvPr id="17" name="TextBox 16"/>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450"/>
                </a:spcAft>
              </a:pPr>
              <a:r>
                <a:rPr lang="en-US" sz="825" b="1">
                  <a:solidFill>
                    <a:schemeClr val="tx1"/>
                  </a:solidFill>
                  <a:effectLst/>
                  <a:latin typeface="+mj-lt"/>
                </a:rPr>
                <a:t>To insert a picture:</a:t>
              </a:r>
            </a:p>
            <a:p>
              <a:pPr marL="107950" indent="-107950">
                <a:lnSpc>
                  <a:spcPct val="120000"/>
                </a:lnSpc>
                <a:spcAft>
                  <a:spcPts val="450"/>
                </a:spcAft>
                <a:buFont typeface="+mj-lt"/>
                <a:buAutoNum type="arabicPeriod"/>
              </a:pPr>
              <a:r>
                <a:rPr lang="en-US" sz="675">
                  <a:solidFill>
                    <a:schemeClr val="tx1"/>
                  </a:solidFill>
                  <a:effectLst/>
                  <a:latin typeface="+mn-lt"/>
                </a:rPr>
                <a:t>Click on the placeholder for pictures</a:t>
              </a:r>
            </a:p>
            <a:p>
              <a:pPr marL="107950" indent="-107950">
                <a:lnSpc>
                  <a:spcPct val="120000"/>
                </a:lnSpc>
                <a:spcAft>
                  <a:spcPts val="450"/>
                </a:spcAft>
                <a:buFont typeface="+mj-lt"/>
                <a:buAutoNum type="arabicPeriod"/>
              </a:pPr>
              <a:r>
                <a:rPr lang="en-US" sz="675">
                  <a:solidFill>
                    <a:schemeClr val="tx1"/>
                  </a:solidFill>
                  <a:effectLst/>
                  <a:latin typeface="+mn-lt"/>
                </a:rPr>
                <a:t>Open the menu “Insert”</a:t>
              </a:r>
            </a:p>
            <a:p>
              <a:pPr marL="107950" indent="-107950">
                <a:lnSpc>
                  <a:spcPct val="120000"/>
                </a:lnSpc>
                <a:spcAft>
                  <a:spcPts val="450"/>
                </a:spcAft>
                <a:buFont typeface="+mj-lt"/>
                <a:buAutoNum type="arabicPeriod"/>
              </a:pPr>
              <a:r>
                <a:rPr lang="en-US" sz="675">
                  <a:solidFill>
                    <a:schemeClr val="tx1"/>
                  </a:solidFill>
                  <a:effectLst/>
                  <a:latin typeface="+mn-lt"/>
                </a:rPr>
                <a:t>Choose “Pictures” and then the corresponding source where the image is located</a:t>
              </a:r>
              <a:endParaRPr lang="en-US" sz="675">
                <a:solidFill>
                  <a:schemeClr val="tx1"/>
                </a:solidFill>
                <a:latin typeface="+mn-lt"/>
              </a:endParaRPr>
            </a:p>
          </p:txBody>
        </p:sp>
        <p:pic>
          <p:nvPicPr>
            <p:cNvPr id="18" name="Picture 17"/>
            <p:cNvPicPr>
              <a:picLocks noChangeAspect="1"/>
            </p:cNvPicPr>
            <p:nvPr userDrawn="1"/>
          </p:nvPicPr>
          <p:blipFill rotWithShape="1">
            <a:blip r:embed="rId2"/>
            <a:srcRect l="8843" r="2395" b="2546"/>
            <a:stretch>
              <a:fillRect/>
            </a:stretch>
          </p:blipFill>
          <p:spPr bwMode="gray">
            <a:xfrm>
              <a:off x="-1589806" y="4475212"/>
              <a:ext cx="745332" cy="1122804"/>
            </a:xfrm>
            <a:prstGeom prst="roundRect">
              <a:avLst>
                <a:gd name="adj" fmla="val 3514"/>
              </a:avLst>
            </a:prstGeom>
          </p:spPr>
        </p:pic>
        <p:sp>
          <p:nvSpPr>
            <p:cNvPr id="19" name="TextBox 18"/>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07950" indent="-107950">
                <a:spcAft>
                  <a:spcPts val="450"/>
                </a:spcAft>
                <a:buFont typeface="+mj-lt"/>
                <a:buAutoNum type="arabicPeriod" startAt="4"/>
              </a:pPr>
              <a:r>
                <a:rPr lang="en-US" sz="675">
                  <a:solidFill>
                    <a:schemeClr val="tx1"/>
                  </a:solidFill>
                  <a:effectLst/>
                  <a:latin typeface="+mn-lt"/>
                </a:rPr>
                <a:t>Now the image has </a:t>
              </a:r>
              <a:br>
                <a:rPr lang="en-US" sz="675">
                  <a:solidFill>
                    <a:schemeClr val="tx1"/>
                  </a:solidFill>
                  <a:effectLst/>
                  <a:latin typeface="+mn-lt"/>
                </a:rPr>
              </a:br>
              <a:r>
                <a:rPr lang="en-US" sz="675">
                  <a:solidFill>
                    <a:schemeClr val="tx1"/>
                  </a:solidFill>
                  <a:effectLst/>
                  <a:latin typeface="+mn-lt"/>
                </a:rPr>
                <a:t>been loaded into the </a:t>
              </a:r>
              <a:br>
                <a:rPr lang="en-US" sz="675">
                  <a:solidFill>
                    <a:schemeClr val="tx1"/>
                  </a:solidFill>
                  <a:effectLst/>
                  <a:latin typeface="+mn-lt"/>
                </a:rPr>
              </a:br>
              <a:r>
                <a:rPr lang="en-US" sz="675">
                  <a:solidFill>
                    <a:schemeClr val="tx1"/>
                  </a:solidFill>
                  <a:effectLst/>
                  <a:latin typeface="+mn-lt"/>
                </a:rPr>
                <a:t>placeholder.</a:t>
              </a:r>
              <a:endParaRPr lang="en-US" sz="675">
                <a:solidFill>
                  <a:schemeClr val="tx1"/>
                </a:solidFill>
                <a:latin typeface="+mn-lt"/>
              </a:endParaRPr>
            </a:p>
          </p:txBody>
        </p:sp>
      </p:grpSp>
    </p:spTree>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Content with image portrait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359569" y="357750"/>
            <a:ext cx="5535217" cy="54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359569" y="1059657"/>
            <a:ext cx="5535217" cy="3294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359999" y="4353960"/>
            <a:ext cx="5534785" cy="108000"/>
          </a:xfrm>
        </p:spPr>
        <p:txBody>
          <a:bodyPr anchor="b"/>
          <a:lstStyle>
            <a:lvl1pPr marL="0" indent="0">
              <a:lnSpc>
                <a:spcPct val="100000"/>
              </a:lnSpc>
              <a:spcBef>
                <a:spcPts val="0"/>
              </a:spcBef>
              <a:spcAft>
                <a:spcPts val="0"/>
              </a:spcAft>
              <a:buFont typeface="Arial" panose="020B0604020202020204" pitchFamily="34" charset="0"/>
              <a:buNone/>
              <a:defRPr sz="600" b="0"/>
            </a:lvl1pPr>
            <a:lvl2pPr marL="0" indent="0">
              <a:lnSpc>
                <a:spcPct val="100000"/>
              </a:lnSpc>
              <a:spcBef>
                <a:spcPts val="0"/>
              </a:spcBef>
              <a:spcAft>
                <a:spcPts val="0"/>
              </a:spcAft>
              <a:buFont typeface="Arial" panose="020B0604020202020204" pitchFamily="34" charset="0"/>
              <a:buNone/>
              <a:defRPr sz="600" b="0"/>
            </a:lvl2pPr>
            <a:lvl3pPr marL="0" indent="0">
              <a:lnSpc>
                <a:spcPct val="100000"/>
              </a:lnSpc>
              <a:spcBef>
                <a:spcPts val="0"/>
              </a:spcBef>
              <a:spcAft>
                <a:spcPts val="0"/>
              </a:spcAft>
              <a:buNone/>
              <a:defRPr sz="600" b="0"/>
            </a:lvl3pPr>
            <a:lvl4pPr marL="0" indent="0">
              <a:lnSpc>
                <a:spcPct val="100000"/>
              </a:lnSpc>
              <a:spcBef>
                <a:spcPts val="0"/>
              </a:spcBef>
              <a:spcAft>
                <a:spcPts val="0"/>
              </a:spcAft>
              <a:buNone/>
              <a:defRPr sz="600" b="0"/>
            </a:lvl4pPr>
            <a:lvl5pPr marL="0" indent="0">
              <a:lnSpc>
                <a:spcPct val="100000"/>
              </a:lnSpc>
              <a:spcBef>
                <a:spcPts val="0"/>
              </a:spcBef>
              <a:spcAft>
                <a:spcPts val="0"/>
              </a:spcAft>
              <a:buNone/>
              <a:defRPr sz="600" b="0"/>
            </a:lvl5pPr>
            <a:lvl6pPr marL="0" indent="0">
              <a:lnSpc>
                <a:spcPct val="100000"/>
              </a:lnSpc>
              <a:spcBef>
                <a:spcPts val="0"/>
              </a:spcBef>
              <a:spcAft>
                <a:spcPts val="0"/>
              </a:spcAft>
              <a:buNone/>
              <a:defRPr sz="600" b="0"/>
            </a:lvl6pPr>
            <a:lvl7pPr marL="0" indent="0">
              <a:lnSpc>
                <a:spcPct val="100000"/>
              </a:lnSpc>
              <a:spcBef>
                <a:spcPts val="0"/>
              </a:spcBef>
              <a:spcAft>
                <a:spcPts val="0"/>
              </a:spcAft>
              <a:buNone/>
              <a:defRPr sz="600" b="0"/>
            </a:lvl7pPr>
            <a:lvl8pPr marL="0" indent="0">
              <a:lnSpc>
                <a:spcPct val="100000"/>
              </a:lnSpc>
              <a:spcBef>
                <a:spcPts val="0"/>
              </a:spcBef>
              <a:spcAft>
                <a:spcPts val="0"/>
              </a:spcAft>
              <a:buNone/>
              <a:defRPr sz="600" b="0"/>
            </a:lvl8pPr>
            <a:lvl9pPr marL="0" indent="0">
              <a:lnSpc>
                <a:spcPct val="100000"/>
              </a:lnSpc>
              <a:spcBef>
                <a:spcPts val="0"/>
              </a:spcBef>
              <a:spcAft>
                <a:spcPts val="0"/>
              </a:spcAft>
              <a:buNone/>
              <a:defRPr sz="600" b="0"/>
            </a:lvl9pPr>
          </a:lstStyle>
          <a:p>
            <a:pPr lvl="0"/>
            <a:r>
              <a:rPr lang="en-US"/>
              <a:t>Footnote/Source</a:t>
            </a:r>
          </a:p>
        </p:txBody>
      </p:sp>
      <p:sp>
        <p:nvSpPr>
          <p:cNvPr id="7" name="Bildplatzhalter 10"/>
          <p:cNvSpPr>
            <a:spLocks noGrp="1"/>
          </p:cNvSpPr>
          <p:nvPr>
            <p:ph type="pic" sz="quarter" idx="10" hasCustomPrompt="1"/>
          </p:nvPr>
        </p:nvSpPr>
        <p:spPr bwMode="gray">
          <a:xfrm>
            <a:off x="6111478" y="0"/>
            <a:ext cx="3032522" cy="5143500"/>
          </a:xfrm>
          <a:solidFill>
            <a:srgbClr val="E5E3DE"/>
          </a:solidFill>
        </p:spPr>
        <p:txBody>
          <a:bodyPr tIns="720000" anchor="ctr" anchorCtr="0"/>
          <a:lstStyle>
            <a:lvl1pPr marL="0" indent="0" algn="ctr">
              <a:spcBef>
                <a:spcPts val="0"/>
              </a:spcBef>
              <a:spcAft>
                <a:spcPts val="0"/>
              </a:spcAft>
              <a:buFontTx/>
              <a:buNone/>
              <a:defRPr sz="900" b="0">
                <a:solidFill>
                  <a:schemeClr val="tx1"/>
                </a:solidFill>
              </a:defRPr>
            </a:lvl1pPr>
            <a:lvl2pPr marL="0" indent="0" algn="ctr">
              <a:spcBef>
                <a:spcPts val="0"/>
              </a:spcBef>
              <a:spcAft>
                <a:spcPts val="0"/>
              </a:spcAft>
              <a:buFontTx/>
              <a:buNone/>
              <a:defRPr sz="900" b="0"/>
            </a:lvl2pPr>
            <a:lvl3pPr marL="0" indent="0" algn="ctr">
              <a:spcBef>
                <a:spcPts val="0"/>
              </a:spcBef>
              <a:spcAft>
                <a:spcPts val="0"/>
              </a:spcAft>
              <a:buFontTx/>
              <a:buNone/>
              <a:defRPr sz="900" b="0"/>
            </a:lvl3pPr>
            <a:lvl4pPr marL="0" indent="0" algn="ctr">
              <a:spcBef>
                <a:spcPts val="0"/>
              </a:spcBef>
              <a:spcAft>
                <a:spcPts val="0"/>
              </a:spcAft>
              <a:buFontTx/>
              <a:buNone/>
              <a:defRPr sz="900" b="0"/>
            </a:lvl4pPr>
            <a:lvl5pPr marL="0" indent="0" algn="ctr">
              <a:spcBef>
                <a:spcPts val="0"/>
              </a:spcBef>
              <a:spcAft>
                <a:spcPts val="0"/>
              </a:spcAft>
              <a:buFontTx/>
              <a:buNone/>
              <a:defRPr sz="900" b="0"/>
            </a:lvl5pPr>
            <a:lvl6pPr marL="0" indent="0" algn="ctr">
              <a:spcBef>
                <a:spcPts val="0"/>
              </a:spcBef>
              <a:spcAft>
                <a:spcPts val="0"/>
              </a:spcAft>
              <a:buFontTx/>
              <a:buNone/>
              <a:defRPr sz="900" b="0"/>
            </a:lvl6pPr>
            <a:lvl7pPr marL="0" indent="0" algn="ctr">
              <a:spcBef>
                <a:spcPts val="0"/>
              </a:spcBef>
              <a:spcAft>
                <a:spcPts val="0"/>
              </a:spcAft>
              <a:buFontTx/>
              <a:buNone/>
              <a:defRPr sz="900" b="0"/>
            </a:lvl7pPr>
            <a:lvl8pPr marL="0" indent="0" algn="ctr">
              <a:spcBef>
                <a:spcPts val="0"/>
              </a:spcBef>
              <a:spcAft>
                <a:spcPts val="0"/>
              </a:spcAft>
              <a:buFontTx/>
              <a:buNone/>
              <a:defRPr sz="900" b="0"/>
            </a:lvl8pPr>
            <a:lvl9pPr marL="0" indent="0" algn="ctr">
              <a:spcBef>
                <a:spcPts val="0"/>
              </a:spcBef>
              <a:spcAft>
                <a:spcPts val="0"/>
              </a:spcAft>
              <a:buFontTx/>
              <a:buNone/>
              <a:defRPr sz="900" b="0"/>
            </a:lvl9pPr>
          </a:lstStyle>
          <a:p>
            <a:pPr lvl="0"/>
            <a:r>
              <a:rPr lang="en-US"/>
              <a:t>Add picture</a:t>
            </a:r>
          </a:p>
        </p:txBody>
      </p:sp>
      <p:sp>
        <p:nvSpPr>
          <p:cNvPr id="10" name="Foliennummernplatzhalter 9"/>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t>‹#›</a:t>
            </a:fld>
            <a:endParaRPr lang="en-US"/>
          </a:p>
        </p:txBody>
      </p:sp>
      <p:sp>
        <p:nvSpPr>
          <p:cNvPr id="2" name="Fußzeilenplatzhalter 1"/>
          <p:cNvSpPr>
            <a:spLocks noGrp="1"/>
          </p:cNvSpPr>
          <p:nvPr>
            <p:ph type="ftr" sz="quarter" idx="16"/>
          </p:nvPr>
        </p:nvSpPr>
        <p:spPr bwMode="gray"/>
        <p:txBody>
          <a:bodyPr/>
          <a:lstStyle>
            <a:lvl1pPr>
              <a:defRPr>
                <a:solidFill>
                  <a:schemeClr val="bg1"/>
                </a:solidFill>
              </a:defRPr>
            </a:lvl1pPr>
          </a:lstStyle>
          <a:p>
            <a:r>
              <a:rPr lang="en-US"/>
              <a:t>Presentation title    |    ONLY FOR INTERNAL USE</a:t>
            </a:r>
          </a:p>
        </p:txBody>
      </p:sp>
      <p:grpSp>
        <p:nvGrpSpPr>
          <p:cNvPr id="16" name="Group 15"/>
          <p:cNvGrpSpPr/>
          <p:nvPr userDrawn="1"/>
        </p:nvGrpSpPr>
        <p:grpSpPr bwMode="gray">
          <a:xfrm>
            <a:off x="-1422666" y="0"/>
            <a:ext cx="1286309" cy="2808312"/>
            <a:chOff x="-1824880" y="2708920"/>
            <a:chExt cx="1715078" cy="3744416"/>
          </a:xfrm>
        </p:grpSpPr>
        <p:sp>
          <p:nvSpPr>
            <p:cNvPr id="17" name="TextBox 16"/>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450"/>
                </a:spcAft>
              </a:pPr>
              <a:r>
                <a:rPr lang="en-US" sz="825" b="1">
                  <a:solidFill>
                    <a:schemeClr val="tx1"/>
                  </a:solidFill>
                  <a:effectLst/>
                  <a:latin typeface="+mj-lt"/>
                </a:rPr>
                <a:t>To insert a picture:</a:t>
              </a:r>
            </a:p>
            <a:p>
              <a:pPr marL="107950" indent="-107950">
                <a:lnSpc>
                  <a:spcPct val="120000"/>
                </a:lnSpc>
                <a:spcAft>
                  <a:spcPts val="450"/>
                </a:spcAft>
                <a:buFont typeface="+mj-lt"/>
                <a:buAutoNum type="arabicPeriod"/>
              </a:pPr>
              <a:r>
                <a:rPr lang="en-US" sz="675">
                  <a:solidFill>
                    <a:schemeClr val="tx1"/>
                  </a:solidFill>
                  <a:effectLst/>
                  <a:latin typeface="+mn-lt"/>
                </a:rPr>
                <a:t>Click on the placeholder for pictures</a:t>
              </a:r>
            </a:p>
            <a:p>
              <a:pPr marL="107950" indent="-107950">
                <a:lnSpc>
                  <a:spcPct val="120000"/>
                </a:lnSpc>
                <a:spcAft>
                  <a:spcPts val="450"/>
                </a:spcAft>
                <a:buFont typeface="+mj-lt"/>
                <a:buAutoNum type="arabicPeriod"/>
              </a:pPr>
              <a:r>
                <a:rPr lang="en-US" sz="675">
                  <a:solidFill>
                    <a:schemeClr val="tx1"/>
                  </a:solidFill>
                  <a:effectLst/>
                  <a:latin typeface="+mn-lt"/>
                </a:rPr>
                <a:t>Open the menu “Insert”</a:t>
              </a:r>
            </a:p>
            <a:p>
              <a:pPr marL="107950" indent="-107950">
                <a:lnSpc>
                  <a:spcPct val="120000"/>
                </a:lnSpc>
                <a:spcAft>
                  <a:spcPts val="450"/>
                </a:spcAft>
                <a:buFont typeface="+mj-lt"/>
                <a:buAutoNum type="arabicPeriod"/>
              </a:pPr>
              <a:r>
                <a:rPr lang="en-US" sz="675">
                  <a:solidFill>
                    <a:schemeClr val="tx1"/>
                  </a:solidFill>
                  <a:effectLst/>
                  <a:latin typeface="+mn-lt"/>
                </a:rPr>
                <a:t>Choose “Pictures” and then the corresponding source where the image is located</a:t>
              </a:r>
              <a:endParaRPr lang="en-US" sz="675">
                <a:solidFill>
                  <a:schemeClr val="tx1"/>
                </a:solidFill>
                <a:latin typeface="+mn-lt"/>
              </a:endParaRPr>
            </a:p>
          </p:txBody>
        </p:sp>
        <p:pic>
          <p:nvPicPr>
            <p:cNvPr id="18" name="Picture 17"/>
            <p:cNvPicPr>
              <a:picLocks noChangeAspect="1"/>
            </p:cNvPicPr>
            <p:nvPr userDrawn="1"/>
          </p:nvPicPr>
          <p:blipFill rotWithShape="1">
            <a:blip r:embed="rId2"/>
            <a:srcRect l="8843" r="2395" b="2546"/>
            <a:stretch>
              <a:fillRect/>
            </a:stretch>
          </p:blipFill>
          <p:spPr bwMode="gray">
            <a:xfrm>
              <a:off x="-1589806" y="4475212"/>
              <a:ext cx="745332" cy="1122804"/>
            </a:xfrm>
            <a:prstGeom prst="roundRect">
              <a:avLst>
                <a:gd name="adj" fmla="val 3514"/>
              </a:avLst>
            </a:prstGeom>
          </p:spPr>
        </p:pic>
        <p:sp>
          <p:nvSpPr>
            <p:cNvPr id="19" name="TextBox 18"/>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07950" indent="-107950">
                <a:spcAft>
                  <a:spcPts val="450"/>
                </a:spcAft>
                <a:buFont typeface="+mj-lt"/>
                <a:buAutoNum type="arabicPeriod" startAt="4"/>
              </a:pPr>
              <a:r>
                <a:rPr lang="en-US" sz="675">
                  <a:solidFill>
                    <a:schemeClr val="tx1"/>
                  </a:solidFill>
                  <a:effectLst/>
                  <a:latin typeface="+mn-lt"/>
                </a:rPr>
                <a:t>Now the image has </a:t>
              </a:r>
              <a:br>
                <a:rPr lang="en-US" sz="675">
                  <a:solidFill>
                    <a:schemeClr val="tx1"/>
                  </a:solidFill>
                  <a:effectLst/>
                  <a:latin typeface="+mn-lt"/>
                </a:rPr>
              </a:br>
              <a:r>
                <a:rPr lang="en-US" sz="675">
                  <a:solidFill>
                    <a:schemeClr val="tx1"/>
                  </a:solidFill>
                  <a:effectLst/>
                  <a:latin typeface="+mn-lt"/>
                </a:rPr>
                <a:t>been loaded into the </a:t>
              </a:r>
              <a:br>
                <a:rPr lang="en-US" sz="675">
                  <a:solidFill>
                    <a:schemeClr val="tx1"/>
                  </a:solidFill>
                  <a:effectLst/>
                  <a:latin typeface="+mn-lt"/>
                </a:rPr>
              </a:br>
              <a:r>
                <a:rPr lang="en-US" sz="675">
                  <a:solidFill>
                    <a:schemeClr val="tx1"/>
                  </a:solidFill>
                  <a:effectLst/>
                  <a:latin typeface="+mn-lt"/>
                </a:rPr>
                <a:t>placeholder.</a:t>
              </a:r>
              <a:endParaRPr lang="en-US" sz="675">
                <a:solidFill>
                  <a:schemeClr val="tx1"/>
                </a:solidFill>
                <a:latin typeface="+mn-lt"/>
              </a:endParaRPr>
            </a:p>
          </p:txBody>
        </p:sp>
      </p:grpSp>
    </p:spTree>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Content with image portrait (3)">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1737122" y="357750"/>
            <a:ext cx="7047346" cy="54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1737158" y="1059657"/>
            <a:ext cx="7047311" cy="3294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1737587" y="4353960"/>
            <a:ext cx="7047000" cy="108000"/>
          </a:xfrm>
        </p:spPr>
        <p:txBody>
          <a:bodyPr anchor="b"/>
          <a:lstStyle>
            <a:lvl1pPr marL="0" indent="0">
              <a:lnSpc>
                <a:spcPct val="100000"/>
              </a:lnSpc>
              <a:spcBef>
                <a:spcPts val="0"/>
              </a:spcBef>
              <a:spcAft>
                <a:spcPts val="0"/>
              </a:spcAft>
              <a:buFont typeface="Arial" panose="020B0604020202020204" pitchFamily="34" charset="0"/>
              <a:buNone/>
              <a:defRPr sz="600" b="0"/>
            </a:lvl1pPr>
            <a:lvl2pPr marL="0" indent="0">
              <a:lnSpc>
                <a:spcPct val="100000"/>
              </a:lnSpc>
              <a:spcBef>
                <a:spcPts val="0"/>
              </a:spcBef>
              <a:spcAft>
                <a:spcPts val="0"/>
              </a:spcAft>
              <a:buFont typeface="Arial" panose="020B0604020202020204" pitchFamily="34" charset="0"/>
              <a:buNone/>
              <a:defRPr sz="600" b="0"/>
            </a:lvl2pPr>
            <a:lvl3pPr marL="0" indent="0">
              <a:lnSpc>
                <a:spcPct val="100000"/>
              </a:lnSpc>
              <a:spcBef>
                <a:spcPts val="0"/>
              </a:spcBef>
              <a:spcAft>
                <a:spcPts val="0"/>
              </a:spcAft>
              <a:buNone/>
              <a:defRPr sz="600" b="0"/>
            </a:lvl3pPr>
            <a:lvl4pPr marL="0" indent="0">
              <a:lnSpc>
                <a:spcPct val="100000"/>
              </a:lnSpc>
              <a:spcBef>
                <a:spcPts val="0"/>
              </a:spcBef>
              <a:spcAft>
                <a:spcPts val="0"/>
              </a:spcAft>
              <a:buNone/>
              <a:defRPr sz="600" b="0"/>
            </a:lvl4pPr>
            <a:lvl5pPr marL="0" indent="0">
              <a:lnSpc>
                <a:spcPct val="100000"/>
              </a:lnSpc>
              <a:spcBef>
                <a:spcPts val="0"/>
              </a:spcBef>
              <a:spcAft>
                <a:spcPts val="0"/>
              </a:spcAft>
              <a:buNone/>
              <a:defRPr sz="600" b="0"/>
            </a:lvl5pPr>
            <a:lvl6pPr marL="0" indent="0">
              <a:lnSpc>
                <a:spcPct val="100000"/>
              </a:lnSpc>
              <a:spcBef>
                <a:spcPts val="0"/>
              </a:spcBef>
              <a:spcAft>
                <a:spcPts val="0"/>
              </a:spcAft>
              <a:buNone/>
              <a:defRPr sz="600" b="0"/>
            </a:lvl6pPr>
            <a:lvl7pPr marL="0" indent="0">
              <a:lnSpc>
                <a:spcPct val="100000"/>
              </a:lnSpc>
              <a:spcBef>
                <a:spcPts val="0"/>
              </a:spcBef>
              <a:spcAft>
                <a:spcPts val="0"/>
              </a:spcAft>
              <a:buNone/>
              <a:defRPr sz="600" b="0"/>
            </a:lvl7pPr>
            <a:lvl8pPr marL="0" indent="0">
              <a:lnSpc>
                <a:spcPct val="100000"/>
              </a:lnSpc>
              <a:spcBef>
                <a:spcPts val="0"/>
              </a:spcBef>
              <a:spcAft>
                <a:spcPts val="0"/>
              </a:spcAft>
              <a:buNone/>
              <a:defRPr sz="600" b="0"/>
            </a:lvl8pPr>
            <a:lvl9pPr marL="0" indent="0">
              <a:lnSpc>
                <a:spcPct val="100000"/>
              </a:lnSpc>
              <a:spcBef>
                <a:spcPts val="0"/>
              </a:spcBef>
              <a:spcAft>
                <a:spcPts val="0"/>
              </a:spcAft>
              <a:buNone/>
              <a:defRPr sz="600" b="0"/>
            </a:lvl9pPr>
          </a:lstStyle>
          <a:p>
            <a:pPr lvl="0"/>
            <a:r>
              <a:rPr lang="en-US"/>
              <a:t>Footnote/Source</a:t>
            </a:r>
          </a:p>
        </p:txBody>
      </p:sp>
      <p:sp>
        <p:nvSpPr>
          <p:cNvPr id="13" name="Bildplatzhalter 10"/>
          <p:cNvSpPr>
            <a:spLocks noGrp="1"/>
          </p:cNvSpPr>
          <p:nvPr>
            <p:ph type="pic" sz="quarter" idx="10" hasCustomPrompt="1"/>
          </p:nvPr>
        </p:nvSpPr>
        <p:spPr bwMode="gray">
          <a:xfrm>
            <a:off x="2" y="0"/>
            <a:ext cx="1520429" cy="5143500"/>
          </a:xfrm>
          <a:solidFill>
            <a:srgbClr val="E5E3DE"/>
          </a:solidFill>
        </p:spPr>
        <p:txBody>
          <a:bodyPr tIns="720000" anchor="ctr" anchorCtr="0"/>
          <a:lstStyle>
            <a:lvl1pPr marL="0" indent="0" algn="ctr">
              <a:spcBef>
                <a:spcPts val="0"/>
              </a:spcBef>
              <a:spcAft>
                <a:spcPts val="0"/>
              </a:spcAft>
              <a:buFontTx/>
              <a:buNone/>
              <a:defRPr sz="900" b="0">
                <a:solidFill>
                  <a:schemeClr val="tx1"/>
                </a:solidFill>
              </a:defRPr>
            </a:lvl1pPr>
            <a:lvl2pPr marL="0" indent="0" algn="ctr">
              <a:spcBef>
                <a:spcPts val="0"/>
              </a:spcBef>
              <a:spcAft>
                <a:spcPts val="0"/>
              </a:spcAft>
              <a:buFontTx/>
              <a:buNone/>
              <a:defRPr sz="900" b="0"/>
            </a:lvl2pPr>
            <a:lvl3pPr marL="0" indent="0" algn="ctr">
              <a:spcBef>
                <a:spcPts val="0"/>
              </a:spcBef>
              <a:spcAft>
                <a:spcPts val="0"/>
              </a:spcAft>
              <a:buFontTx/>
              <a:buNone/>
              <a:defRPr sz="900" b="0"/>
            </a:lvl3pPr>
            <a:lvl4pPr marL="0" indent="0" algn="ctr">
              <a:spcBef>
                <a:spcPts val="0"/>
              </a:spcBef>
              <a:spcAft>
                <a:spcPts val="0"/>
              </a:spcAft>
              <a:buFontTx/>
              <a:buNone/>
              <a:defRPr sz="900" b="0"/>
            </a:lvl4pPr>
            <a:lvl5pPr marL="0" indent="0" algn="ctr">
              <a:spcBef>
                <a:spcPts val="0"/>
              </a:spcBef>
              <a:spcAft>
                <a:spcPts val="0"/>
              </a:spcAft>
              <a:buFontTx/>
              <a:buNone/>
              <a:defRPr sz="900" b="0"/>
            </a:lvl5pPr>
            <a:lvl6pPr marL="0" indent="0" algn="ctr">
              <a:spcBef>
                <a:spcPts val="0"/>
              </a:spcBef>
              <a:spcAft>
                <a:spcPts val="0"/>
              </a:spcAft>
              <a:buFontTx/>
              <a:buNone/>
              <a:defRPr sz="900" b="0"/>
            </a:lvl6pPr>
            <a:lvl7pPr marL="0" indent="0" algn="ctr">
              <a:spcBef>
                <a:spcPts val="0"/>
              </a:spcBef>
              <a:spcAft>
                <a:spcPts val="0"/>
              </a:spcAft>
              <a:buFontTx/>
              <a:buNone/>
              <a:defRPr sz="900" b="0"/>
            </a:lvl7pPr>
            <a:lvl8pPr marL="0" indent="0" algn="ctr">
              <a:spcBef>
                <a:spcPts val="0"/>
              </a:spcBef>
              <a:spcAft>
                <a:spcPts val="0"/>
              </a:spcAft>
              <a:buFontTx/>
              <a:buNone/>
              <a:defRPr sz="900" b="0"/>
            </a:lvl8pPr>
            <a:lvl9pPr marL="0" indent="0" algn="ctr">
              <a:spcBef>
                <a:spcPts val="0"/>
              </a:spcBef>
              <a:spcAft>
                <a:spcPts val="0"/>
              </a:spcAft>
              <a:buFontTx/>
              <a:buNone/>
              <a:defRPr sz="900" b="0"/>
            </a:lvl9pPr>
          </a:lstStyle>
          <a:p>
            <a:pPr lvl="0"/>
            <a:r>
              <a:rPr lang="en-US"/>
              <a:t>Add picture</a:t>
            </a:r>
          </a:p>
        </p:txBody>
      </p:sp>
      <p:sp>
        <p:nvSpPr>
          <p:cNvPr id="14" name="Fußzeilenplatzhalter 13"/>
          <p:cNvSpPr>
            <a:spLocks noGrp="1"/>
          </p:cNvSpPr>
          <p:nvPr>
            <p:ph type="ftr" sz="quarter" idx="29"/>
          </p:nvPr>
        </p:nvSpPr>
        <p:spPr bwMode="gray"/>
        <p:txBody>
          <a:bodyPr/>
          <a:lstStyle/>
          <a:p>
            <a:r>
              <a:rPr lang="en-US"/>
              <a:t>Presentation title    |    ONLY FOR INTERNAL USE</a:t>
            </a:r>
          </a:p>
        </p:txBody>
      </p:sp>
      <p:sp>
        <p:nvSpPr>
          <p:cNvPr id="15" name="Foliennummernplatzhalter 14"/>
          <p:cNvSpPr>
            <a:spLocks noGrp="1"/>
          </p:cNvSpPr>
          <p:nvPr>
            <p:ph type="sldNum" sz="quarter" idx="30"/>
          </p:nvPr>
        </p:nvSpPr>
        <p:spPr bwMode="gray"/>
        <p:txBody>
          <a:bodyPr/>
          <a:lstStyle/>
          <a:p>
            <a:fld id="{DF4E8F9F-5B1F-4F5B-BE49-3245D8C18D9F}" type="slidenum">
              <a:rPr lang="en-US" smtClean="0"/>
              <a:t>‹#›</a:t>
            </a:fld>
            <a:endParaRPr lang="en-US"/>
          </a:p>
        </p:txBody>
      </p:sp>
      <p:sp>
        <p:nvSpPr>
          <p:cNvPr id="2" name="Text Placeholder 8"/>
          <p:cNvSpPr>
            <a:spLocks noGrp="1"/>
          </p:cNvSpPr>
          <p:nvPr>
            <p:ph type="body" sz="quarter" idx="31"/>
          </p:nvPr>
        </p:nvSpPr>
        <p:spPr bwMode="gray">
          <a:xfrm>
            <a:off x="359568" y="4625100"/>
            <a:ext cx="926100" cy="2808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150">
                <a:noFill/>
              </a:defRPr>
            </a:lvl1pPr>
            <a:lvl2pPr marL="0" indent="0">
              <a:lnSpc>
                <a:spcPct val="100000"/>
              </a:lnSpc>
              <a:spcAft>
                <a:spcPts val="0"/>
              </a:spcAft>
              <a:buFontTx/>
              <a:buNone/>
              <a:defRPr sz="150">
                <a:noFill/>
              </a:defRPr>
            </a:lvl2pPr>
            <a:lvl3pPr marL="0" indent="0">
              <a:lnSpc>
                <a:spcPct val="100000"/>
              </a:lnSpc>
              <a:spcAft>
                <a:spcPts val="0"/>
              </a:spcAft>
              <a:buFontTx/>
              <a:buNone/>
              <a:defRPr sz="150">
                <a:noFill/>
              </a:defRPr>
            </a:lvl3pPr>
            <a:lvl4pPr marL="0" indent="0">
              <a:lnSpc>
                <a:spcPct val="100000"/>
              </a:lnSpc>
              <a:spcAft>
                <a:spcPts val="0"/>
              </a:spcAft>
              <a:buFontTx/>
              <a:buNone/>
              <a:defRPr sz="150">
                <a:noFill/>
              </a:defRPr>
            </a:lvl4pPr>
            <a:lvl5pPr marL="0" indent="0">
              <a:lnSpc>
                <a:spcPct val="100000"/>
              </a:lnSpc>
              <a:spcAft>
                <a:spcPts val="0"/>
              </a:spcAft>
              <a:buFontTx/>
              <a:buNone/>
              <a:defRPr sz="150">
                <a:noFill/>
              </a:defRPr>
            </a:lvl5pPr>
          </a:lstStyle>
          <a:p>
            <a:pPr lvl="0"/>
            <a:r>
              <a:rPr lang="en-US"/>
              <a:t>Click to edit Master text styles</a:t>
            </a:r>
          </a:p>
        </p:txBody>
      </p:sp>
      <p:grpSp>
        <p:nvGrpSpPr>
          <p:cNvPr id="17" name="Group 16"/>
          <p:cNvGrpSpPr/>
          <p:nvPr userDrawn="1"/>
        </p:nvGrpSpPr>
        <p:grpSpPr bwMode="gray">
          <a:xfrm>
            <a:off x="-1422666" y="0"/>
            <a:ext cx="1286309" cy="2808312"/>
            <a:chOff x="-1824880" y="2708920"/>
            <a:chExt cx="1715078" cy="3744416"/>
          </a:xfrm>
        </p:grpSpPr>
        <p:sp>
          <p:nvSpPr>
            <p:cNvPr id="18" name="TextBox 17"/>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450"/>
                </a:spcAft>
              </a:pPr>
              <a:r>
                <a:rPr lang="en-US" sz="825" b="1">
                  <a:solidFill>
                    <a:schemeClr val="tx1"/>
                  </a:solidFill>
                  <a:effectLst/>
                  <a:latin typeface="+mj-lt"/>
                </a:rPr>
                <a:t>To insert a picture:</a:t>
              </a:r>
            </a:p>
            <a:p>
              <a:pPr marL="107950" indent="-107950">
                <a:lnSpc>
                  <a:spcPct val="120000"/>
                </a:lnSpc>
                <a:spcAft>
                  <a:spcPts val="450"/>
                </a:spcAft>
                <a:buFont typeface="+mj-lt"/>
                <a:buAutoNum type="arabicPeriod"/>
              </a:pPr>
              <a:r>
                <a:rPr lang="en-US" sz="675">
                  <a:solidFill>
                    <a:schemeClr val="tx1"/>
                  </a:solidFill>
                  <a:effectLst/>
                  <a:latin typeface="+mn-lt"/>
                </a:rPr>
                <a:t>Click on the placeholder for pictures</a:t>
              </a:r>
            </a:p>
            <a:p>
              <a:pPr marL="107950" indent="-107950">
                <a:lnSpc>
                  <a:spcPct val="120000"/>
                </a:lnSpc>
                <a:spcAft>
                  <a:spcPts val="450"/>
                </a:spcAft>
                <a:buFont typeface="+mj-lt"/>
                <a:buAutoNum type="arabicPeriod"/>
              </a:pPr>
              <a:r>
                <a:rPr lang="en-US" sz="675">
                  <a:solidFill>
                    <a:schemeClr val="tx1"/>
                  </a:solidFill>
                  <a:effectLst/>
                  <a:latin typeface="+mn-lt"/>
                </a:rPr>
                <a:t>Open the menu “Insert”</a:t>
              </a:r>
            </a:p>
            <a:p>
              <a:pPr marL="107950" indent="-107950">
                <a:lnSpc>
                  <a:spcPct val="120000"/>
                </a:lnSpc>
                <a:spcAft>
                  <a:spcPts val="450"/>
                </a:spcAft>
                <a:buFont typeface="+mj-lt"/>
                <a:buAutoNum type="arabicPeriod"/>
              </a:pPr>
              <a:r>
                <a:rPr lang="en-US" sz="675">
                  <a:solidFill>
                    <a:schemeClr val="tx1"/>
                  </a:solidFill>
                  <a:effectLst/>
                  <a:latin typeface="+mn-lt"/>
                </a:rPr>
                <a:t>Choose “Pictures” and then the corresponding source where the image is located</a:t>
              </a:r>
              <a:endParaRPr lang="en-US" sz="675">
                <a:solidFill>
                  <a:schemeClr val="tx1"/>
                </a:solidFill>
                <a:latin typeface="+mn-lt"/>
              </a:endParaRPr>
            </a:p>
          </p:txBody>
        </p:sp>
        <p:pic>
          <p:nvPicPr>
            <p:cNvPr id="19" name="Picture 18"/>
            <p:cNvPicPr>
              <a:picLocks noChangeAspect="1"/>
            </p:cNvPicPr>
            <p:nvPr userDrawn="1"/>
          </p:nvPicPr>
          <p:blipFill rotWithShape="1">
            <a:blip r:embed="rId4"/>
            <a:srcRect l="8843" r="2395" b="2546"/>
            <a:stretch>
              <a:fillRect/>
            </a:stretch>
          </p:blipFill>
          <p:spPr bwMode="gray">
            <a:xfrm>
              <a:off x="-1589806" y="4475212"/>
              <a:ext cx="745332" cy="1122804"/>
            </a:xfrm>
            <a:prstGeom prst="roundRect">
              <a:avLst>
                <a:gd name="adj" fmla="val 3514"/>
              </a:avLst>
            </a:prstGeom>
          </p:spPr>
        </p:pic>
        <p:sp>
          <p:nvSpPr>
            <p:cNvPr id="20" name="TextBox 19"/>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07950" indent="-107950">
                <a:spcAft>
                  <a:spcPts val="450"/>
                </a:spcAft>
                <a:buFont typeface="+mj-lt"/>
                <a:buAutoNum type="arabicPeriod" startAt="4"/>
              </a:pPr>
              <a:r>
                <a:rPr lang="en-US" sz="675">
                  <a:solidFill>
                    <a:schemeClr val="tx1"/>
                  </a:solidFill>
                  <a:effectLst/>
                  <a:latin typeface="+mn-lt"/>
                </a:rPr>
                <a:t>Now the image has </a:t>
              </a:r>
              <a:br>
                <a:rPr lang="en-US" sz="675">
                  <a:solidFill>
                    <a:schemeClr val="tx1"/>
                  </a:solidFill>
                  <a:effectLst/>
                  <a:latin typeface="+mn-lt"/>
                </a:rPr>
              </a:br>
              <a:r>
                <a:rPr lang="en-US" sz="675">
                  <a:solidFill>
                    <a:schemeClr val="tx1"/>
                  </a:solidFill>
                  <a:effectLst/>
                  <a:latin typeface="+mn-lt"/>
                </a:rPr>
                <a:t>been loaded into the </a:t>
              </a:r>
              <a:br>
                <a:rPr lang="en-US" sz="675">
                  <a:solidFill>
                    <a:schemeClr val="tx1"/>
                  </a:solidFill>
                  <a:effectLst/>
                  <a:latin typeface="+mn-lt"/>
                </a:rPr>
              </a:br>
              <a:r>
                <a:rPr lang="en-US" sz="675">
                  <a:solidFill>
                    <a:schemeClr val="tx1"/>
                  </a:solidFill>
                  <a:effectLst/>
                  <a:latin typeface="+mn-lt"/>
                </a:rPr>
                <a:t>placeholder.</a:t>
              </a:r>
              <a:endParaRPr lang="en-US" sz="675">
                <a:solidFill>
                  <a:schemeClr val="tx1"/>
                </a:solidFill>
                <a:latin typeface="+mn-lt"/>
              </a:endParaRPr>
            </a:p>
          </p:txBody>
        </p:sp>
      </p:grpSp>
    </p:spTree>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1)">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359569" y="357750"/>
            <a:ext cx="4104086" cy="54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359569" y="1059657"/>
            <a:ext cx="4104085" cy="3294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360000" y="4353960"/>
            <a:ext cx="4104000" cy="108000"/>
          </a:xfrm>
        </p:spPr>
        <p:txBody>
          <a:bodyPr anchor="b"/>
          <a:lstStyle>
            <a:lvl1pPr marL="0" indent="0">
              <a:lnSpc>
                <a:spcPct val="100000"/>
              </a:lnSpc>
              <a:spcBef>
                <a:spcPts val="0"/>
              </a:spcBef>
              <a:spcAft>
                <a:spcPts val="0"/>
              </a:spcAft>
              <a:buFont typeface="Arial" panose="020B0604020202020204" pitchFamily="34" charset="0"/>
              <a:buNone/>
              <a:defRPr sz="600" b="0">
                <a:solidFill>
                  <a:schemeClr val="bg1"/>
                </a:solidFill>
              </a:defRPr>
            </a:lvl1pPr>
            <a:lvl2pPr marL="0" indent="0">
              <a:lnSpc>
                <a:spcPct val="100000"/>
              </a:lnSpc>
              <a:spcBef>
                <a:spcPts val="0"/>
              </a:spcBef>
              <a:spcAft>
                <a:spcPts val="0"/>
              </a:spcAft>
              <a:buFont typeface="Arial" panose="020B0604020202020204" pitchFamily="34" charset="0"/>
              <a:buNone/>
              <a:defRPr sz="600" b="0">
                <a:solidFill>
                  <a:schemeClr val="bg1"/>
                </a:solidFill>
              </a:defRPr>
            </a:lvl2pPr>
            <a:lvl3pPr marL="0" indent="0">
              <a:lnSpc>
                <a:spcPct val="100000"/>
              </a:lnSpc>
              <a:spcBef>
                <a:spcPts val="0"/>
              </a:spcBef>
              <a:spcAft>
                <a:spcPts val="0"/>
              </a:spcAft>
              <a:buNone/>
              <a:defRPr sz="600" b="0">
                <a:solidFill>
                  <a:schemeClr val="bg1"/>
                </a:solidFill>
              </a:defRPr>
            </a:lvl3pPr>
            <a:lvl4pPr marL="0" indent="0">
              <a:lnSpc>
                <a:spcPct val="100000"/>
              </a:lnSpc>
              <a:spcBef>
                <a:spcPts val="0"/>
              </a:spcBef>
              <a:spcAft>
                <a:spcPts val="0"/>
              </a:spcAft>
              <a:buNone/>
              <a:defRPr sz="600" b="0">
                <a:solidFill>
                  <a:schemeClr val="bg1"/>
                </a:solidFill>
              </a:defRPr>
            </a:lvl4pPr>
            <a:lvl5pPr marL="0" indent="0">
              <a:lnSpc>
                <a:spcPct val="100000"/>
              </a:lnSpc>
              <a:spcBef>
                <a:spcPts val="0"/>
              </a:spcBef>
              <a:spcAft>
                <a:spcPts val="0"/>
              </a:spcAft>
              <a:buNone/>
              <a:defRPr sz="600" b="0">
                <a:solidFill>
                  <a:schemeClr val="bg1"/>
                </a:solidFill>
              </a:defRPr>
            </a:lvl5pPr>
            <a:lvl6pPr marL="0" indent="0">
              <a:lnSpc>
                <a:spcPct val="100000"/>
              </a:lnSpc>
              <a:spcBef>
                <a:spcPts val="0"/>
              </a:spcBef>
              <a:spcAft>
                <a:spcPts val="0"/>
              </a:spcAft>
              <a:buNone/>
              <a:defRPr sz="600" b="0">
                <a:solidFill>
                  <a:schemeClr val="bg1"/>
                </a:solidFill>
              </a:defRPr>
            </a:lvl6pPr>
            <a:lvl7pPr marL="0" indent="0">
              <a:lnSpc>
                <a:spcPct val="100000"/>
              </a:lnSpc>
              <a:spcBef>
                <a:spcPts val="0"/>
              </a:spcBef>
              <a:spcAft>
                <a:spcPts val="0"/>
              </a:spcAft>
              <a:buNone/>
              <a:defRPr sz="600" b="0">
                <a:solidFill>
                  <a:schemeClr val="bg1"/>
                </a:solidFill>
              </a:defRPr>
            </a:lvl7pPr>
            <a:lvl8pPr marL="0" indent="0">
              <a:lnSpc>
                <a:spcPct val="100000"/>
              </a:lnSpc>
              <a:spcBef>
                <a:spcPts val="0"/>
              </a:spcBef>
              <a:spcAft>
                <a:spcPts val="0"/>
              </a:spcAft>
              <a:buNone/>
              <a:defRPr sz="600" b="0">
                <a:solidFill>
                  <a:schemeClr val="bg1"/>
                </a:solidFill>
              </a:defRPr>
            </a:lvl8pPr>
            <a:lvl9pPr marL="0" indent="0">
              <a:lnSpc>
                <a:spcPct val="100000"/>
              </a:lnSpc>
              <a:spcBef>
                <a:spcPts val="0"/>
              </a:spcBef>
              <a:spcAft>
                <a:spcPts val="0"/>
              </a:spcAft>
              <a:buNone/>
              <a:defRPr sz="600" b="0">
                <a:solidFill>
                  <a:schemeClr val="bg1"/>
                </a:solidFill>
              </a:defRPr>
            </a:lvl9pPr>
          </a:lstStyle>
          <a:p>
            <a:pPr lvl="0"/>
            <a:r>
              <a:rPr lang="en-US"/>
              <a:t>Footnote/Source</a:t>
            </a:r>
          </a:p>
        </p:txBody>
      </p:sp>
      <p:sp>
        <p:nvSpPr>
          <p:cNvPr id="7" name="Bildplatzhalter 10"/>
          <p:cNvSpPr>
            <a:spLocks noGrp="1"/>
          </p:cNvSpPr>
          <p:nvPr>
            <p:ph type="pic" sz="quarter" idx="10" hasCustomPrompt="1"/>
          </p:nvPr>
        </p:nvSpPr>
        <p:spPr bwMode="gray">
          <a:xfrm>
            <a:off x="4680347" y="0"/>
            <a:ext cx="4463652" cy="5143500"/>
          </a:xfrm>
          <a:solidFill>
            <a:srgbClr val="E5E3DE"/>
          </a:solidFill>
        </p:spPr>
        <p:txBody>
          <a:bodyPr tIns="720000" anchor="ctr" anchorCtr="0"/>
          <a:lstStyle>
            <a:lvl1pPr marL="0" indent="0" algn="ctr">
              <a:spcBef>
                <a:spcPts val="0"/>
              </a:spcBef>
              <a:spcAft>
                <a:spcPts val="0"/>
              </a:spcAft>
              <a:buFontTx/>
              <a:buNone/>
              <a:defRPr sz="900" b="0">
                <a:solidFill>
                  <a:schemeClr val="tx1"/>
                </a:solidFill>
              </a:defRPr>
            </a:lvl1pPr>
            <a:lvl2pPr marL="0" indent="0" algn="ctr">
              <a:spcBef>
                <a:spcPts val="0"/>
              </a:spcBef>
              <a:spcAft>
                <a:spcPts val="0"/>
              </a:spcAft>
              <a:buFontTx/>
              <a:buNone/>
              <a:defRPr sz="900" b="0"/>
            </a:lvl2pPr>
            <a:lvl3pPr marL="0" indent="0" algn="ctr">
              <a:spcBef>
                <a:spcPts val="0"/>
              </a:spcBef>
              <a:spcAft>
                <a:spcPts val="0"/>
              </a:spcAft>
              <a:buFontTx/>
              <a:buNone/>
              <a:defRPr sz="900" b="0"/>
            </a:lvl3pPr>
            <a:lvl4pPr marL="0" indent="0" algn="ctr">
              <a:spcBef>
                <a:spcPts val="0"/>
              </a:spcBef>
              <a:spcAft>
                <a:spcPts val="0"/>
              </a:spcAft>
              <a:buFontTx/>
              <a:buNone/>
              <a:defRPr sz="900" b="0"/>
            </a:lvl4pPr>
            <a:lvl5pPr marL="0" indent="0" algn="ctr">
              <a:spcBef>
                <a:spcPts val="0"/>
              </a:spcBef>
              <a:spcAft>
                <a:spcPts val="0"/>
              </a:spcAft>
              <a:buFontTx/>
              <a:buNone/>
              <a:defRPr sz="900" b="0"/>
            </a:lvl5pPr>
            <a:lvl6pPr marL="0" indent="0" algn="ctr">
              <a:spcBef>
                <a:spcPts val="0"/>
              </a:spcBef>
              <a:spcAft>
                <a:spcPts val="0"/>
              </a:spcAft>
              <a:buFontTx/>
              <a:buNone/>
              <a:defRPr sz="900" b="0"/>
            </a:lvl6pPr>
            <a:lvl7pPr marL="0" indent="0" algn="ctr">
              <a:spcBef>
                <a:spcPts val="0"/>
              </a:spcBef>
              <a:spcAft>
                <a:spcPts val="0"/>
              </a:spcAft>
              <a:buFontTx/>
              <a:buNone/>
              <a:defRPr sz="900" b="0"/>
            </a:lvl7pPr>
            <a:lvl8pPr marL="0" indent="0" algn="ctr">
              <a:spcBef>
                <a:spcPts val="0"/>
              </a:spcBef>
              <a:spcAft>
                <a:spcPts val="0"/>
              </a:spcAft>
              <a:buFontTx/>
              <a:buNone/>
              <a:defRPr sz="900" b="0"/>
            </a:lvl8pPr>
            <a:lvl9pPr marL="0" indent="0" algn="ctr">
              <a:spcBef>
                <a:spcPts val="0"/>
              </a:spcBef>
              <a:spcAft>
                <a:spcPts val="0"/>
              </a:spcAft>
              <a:buFontTx/>
              <a:buNone/>
              <a:defRPr sz="900" b="0"/>
            </a:lvl9pPr>
          </a:lstStyle>
          <a:p>
            <a:pPr lvl="0"/>
            <a:r>
              <a:rPr lang="en-US"/>
              <a:t>Add picture</a:t>
            </a:r>
          </a:p>
        </p:txBody>
      </p:sp>
      <p:sp>
        <p:nvSpPr>
          <p:cNvPr id="9" name="Fußzeilenplatzhalter 8"/>
          <p:cNvSpPr>
            <a:spLocks noGrp="1"/>
          </p:cNvSpPr>
          <p:nvPr>
            <p:ph type="ftr" sz="quarter" idx="14"/>
          </p:nvPr>
        </p:nvSpPr>
        <p:spPr bwMode="gray"/>
        <p:txBody>
          <a:bodyPr/>
          <a:lstStyle>
            <a:lvl1pPr>
              <a:defRPr>
                <a:solidFill>
                  <a:schemeClr val="bg1"/>
                </a:solidFill>
              </a:defRPr>
            </a:lvl1pPr>
          </a:lstStyle>
          <a:p>
            <a:r>
              <a:rPr lang="en-US"/>
              <a:t>Presentation title    |    ONLY FOR INTERNAL USE</a:t>
            </a:r>
          </a:p>
        </p:txBody>
      </p:sp>
      <p:sp>
        <p:nvSpPr>
          <p:cNvPr id="10" name="Foliennummernplatzhalter 9"/>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t>‹#›</a:t>
            </a:fld>
            <a:endParaRPr lang="en-US"/>
          </a:p>
        </p:txBody>
      </p:sp>
      <p:pic>
        <p:nvPicPr>
          <p:cNvPr id="6" name="Grafik 5"/>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359568" y="4623752"/>
            <a:ext cx="926100" cy="279545"/>
          </a:xfrm>
          <a:prstGeom prst="rect">
            <a:avLst/>
          </a:prstGeom>
        </p:spPr>
      </p:pic>
      <p:grpSp>
        <p:nvGrpSpPr>
          <p:cNvPr id="17" name="Group 16"/>
          <p:cNvGrpSpPr/>
          <p:nvPr userDrawn="1"/>
        </p:nvGrpSpPr>
        <p:grpSpPr bwMode="gray">
          <a:xfrm>
            <a:off x="-1422666" y="0"/>
            <a:ext cx="1286309" cy="2808312"/>
            <a:chOff x="-1824880" y="2708920"/>
            <a:chExt cx="1715078" cy="3744416"/>
          </a:xfrm>
        </p:grpSpPr>
        <p:sp>
          <p:nvSpPr>
            <p:cNvPr id="18" name="TextBox 17"/>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450"/>
                </a:spcAft>
              </a:pPr>
              <a:r>
                <a:rPr lang="en-US" sz="825" b="1">
                  <a:solidFill>
                    <a:schemeClr val="tx1"/>
                  </a:solidFill>
                  <a:effectLst/>
                  <a:latin typeface="+mj-lt"/>
                </a:rPr>
                <a:t>To insert a picture:</a:t>
              </a:r>
            </a:p>
            <a:p>
              <a:pPr marL="107950" indent="-107950">
                <a:lnSpc>
                  <a:spcPct val="120000"/>
                </a:lnSpc>
                <a:spcAft>
                  <a:spcPts val="450"/>
                </a:spcAft>
                <a:buFont typeface="+mj-lt"/>
                <a:buAutoNum type="arabicPeriod"/>
              </a:pPr>
              <a:r>
                <a:rPr lang="en-US" sz="675">
                  <a:solidFill>
                    <a:schemeClr val="tx1"/>
                  </a:solidFill>
                  <a:effectLst/>
                  <a:latin typeface="+mn-lt"/>
                </a:rPr>
                <a:t>Click on the placeholder for pictures</a:t>
              </a:r>
            </a:p>
            <a:p>
              <a:pPr marL="107950" indent="-107950">
                <a:lnSpc>
                  <a:spcPct val="120000"/>
                </a:lnSpc>
                <a:spcAft>
                  <a:spcPts val="450"/>
                </a:spcAft>
                <a:buFont typeface="+mj-lt"/>
                <a:buAutoNum type="arabicPeriod"/>
              </a:pPr>
              <a:r>
                <a:rPr lang="en-US" sz="675">
                  <a:solidFill>
                    <a:schemeClr val="tx1"/>
                  </a:solidFill>
                  <a:effectLst/>
                  <a:latin typeface="+mn-lt"/>
                </a:rPr>
                <a:t>Open the menu “Insert”</a:t>
              </a:r>
            </a:p>
            <a:p>
              <a:pPr marL="107950" indent="-107950">
                <a:lnSpc>
                  <a:spcPct val="120000"/>
                </a:lnSpc>
                <a:spcAft>
                  <a:spcPts val="450"/>
                </a:spcAft>
                <a:buFont typeface="+mj-lt"/>
                <a:buAutoNum type="arabicPeriod"/>
              </a:pPr>
              <a:r>
                <a:rPr lang="en-US" sz="675">
                  <a:solidFill>
                    <a:schemeClr val="tx1"/>
                  </a:solidFill>
                  <a:effectLst/>
                  <a:latin typeface="+mn-lt"/>
                </a:rPr>
                <a:t>Choose “Pictures” and then the corresponding source where the image is located</a:t>
              </a:r>
              <a:endParaRPr lang="en-US" sz="675">
                <a:solidFill>
                  <a:schemeClr val="tx1"/>
                </a:solidFill>
                <a:latin typeface="+mn-lt"/>
              </a:endParaRPr>
            </a:p>
          </p:txBody>
        </p:sp>
        <p:pic>
          <p:nvPicPr>
            <p:cNvPr id="19" name="Picture 18"/>
            <p:cNvPicPr>
              <a:picLocks noChangeAspect="1"/>
            </p:cNvPicPr>
            <p:nvPr userDrawn="1"/>
          </p:nvPicPr>
          <p:blipFill rotWithShape="1">
            <a:blip r:embed="rId4"/>
            <a:srcRect l="8843" r="2395" b="2546"/>
            <a:stretch>
              <a:fillRect/>
            </a:stretch>
          </p:blipFill>
          <p:spPr bwMode="gray">
            <a:xfrm>
              <a:off x="-1589806" y="4475212"/>
              <a:ext cx="745332" cy="1122804"/>
            </a:xfrm>
            <a:prstGeom prst="roundRect">
              <a:avLst>
                <a:gd name="adj" fmla="val 3514"/>
              </a:avLst>
            </a:prstGeom>
          </p:spPr>
        </p:pic>
        <p:sp>
          <p:nvSpPr>
            <p:cNvPr id="20" name="TextBox 19"/>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07950" indent="-107950">
                <a:spcAft>
                  <a:spcPts val="450"/>
                </a:spcAft>
                <a:buFont typeface="+mj-lt"/>
                <a:buAutoNum type="arabicPeriod" startAt="4"/>
              </a:pPr>
              <a:r>
                <a:rPr lang="en-US" sz="675">
                  <a:solidFill>
                    <a:schemeClr val="tx1"/>
                  </a:solidFill>
                  <a:effectLst/>
                  <a:latin typeface="+mn-lt"/>
                </a:rPr>
                <a:t>Now the image has </a:t>
              </a:r>
              <a:br>
                <a:rPr lang="en-US" sz="675">
                  <a:solidFill>
                    <a:schemeClr val="tx1"/>
                  </a:solidFill>
                  <a:effectLst/>
                  <a:latin typeface="+mn-lt"/>
                </a:rPr>
              </a:br>
              <a:r>
                <a:rPr lang="en-US" sz="675">
                  <a:solidFill>
                    <a:schemeClr val="tx1"/>
                  </a:solidFill>
                  <a:effectLst/>
                  <a:latin typeface="+mn-lt"/>
                </a:rPr>
                <a:t>been loaded into the </a:t>
              </a:r>
              <a:br>
                <a:rPr lang="en-US" sz="675">
                  <a:solidFill>
                    <a:schemeClr val="tx1"/>
                  </a:solidFill>
                  <a:effectLst/>
                  <a:latin typeface="+mn-lt"/>
                </a:rPr>
              </a:br>
              <a:r>
                <a:rPr lang="en-US" sz="675">
                  <a:solidFill>
                    <a:schemeClr val="tx1"/>
                  </a:solidFill>
                  <a:effectLst/>
                  <a:latin typeface="+mn-lt"/>
                </a:rPr>
                <a:t>placeholder.</a:t>
              </a:r>
              <a:endParaRPr lang="en-US" sz="675">
                <a:solidFill>
                  <a:schemeClr val="tx1"/>
                </a:solidFill>
                <a:latin typeface="+mn-lt"/>
              </a:endParaRPr>
            </a:p>
          </p:txBody>
        </p:sp>
      </p:grpSp>
    </p:spTree>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2)">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359569" y="357750"/>
            <a:ext cx="5535217" cy="54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359569" y="1059657"/>
            <a:ext cx="5535217" cy="3294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359999" y="4353948"/>
            <a:ext cx="5534785" cy="108000"/>
          </a:xfrm>
        </p:spPr>
        <p:txBody>
          <a:bodyPr anchor="b"/>
          <a:lstStyle>
            <a:lvl1pPr marL="0" indent="0">
              <a:lnSpc>
                <a:spcPct val="100000"/>
              </a:lnSpc>
              <a:spcBef>
                <a:spcPts val="0"/>
              </a:spcBef>
              <a:spcAft>
                <a:spcPts val="0"/>
              </a:spcAft>
              <a:buFont typeface="Arial" panose="020B0604020202020204" pitchFamily="34" charset="0"/>
              <a:buNone/>
              <a:defRPr sz="600" b="0">
                <a:solidFill>
                  <a:schemeClr val="bg1"/>
                </a:solidFill>
              </a:defRPr>
            </a:lvl1pPr>
            <a:lvl2pPr marL="0" indent="0">
              <a:lnSpc>
                <a:spcPct val="100000"/>
              </a:lnSpc>
              <a:spcBef>
                <a:spcPts val="0"/>
              </a:spcBef>
              <a:spcAft>
                <a:spcPts val="0"/>
              </a:spcAft>
              <a:buFont typeface="Arial" panose="020B0604020202020204" pitchFamily="34" charset="0"/>
              <a:buNone/>
              <a:defRPr sz="600" b="0">
                <a:solidFill>
                  <a:schemeClr val="bg1"/>
                </a:solidFill>
              </a:defRPr>
            </a:lvl2pPr>
            <a:lvl3pPr marL="0" indent="0">
              <a:lnSpc>
                <a:spcPct val="100000"/>
              </a:lnSpc>
              <a:spcBef>
                <a:spcPts val="0"/>
              </a:spcBef>
              <a:spcAft>
                <a:spcPts val="0"/>
              </a:spcAft>
              <a:buNone/>
              <a:defRPr sz="600" b="0">
                <a:solidFill>
                  <a:schemeClr val="bg1"/>
                </a:solidFill>
              </a:defRPr>
            </a:lvl3pPr>
            <a:lvl4pPr marL="0" indent="0">
              <a:lnSpc>
                <a:spcPct val="100000"/>
              </a:lnSpc>
              <a:spcBef>
                <a:spcPts val="0"/>
              </a:spcBef>
              <a:spcAft>
                <a:spcPts val="0"/>
              </a:spcAft>
              <a:buNone/>
              <a:defRPr sz="600" b="0">
                <a:solidFill>
                  <a:schemeClr val="bg1"/>
                </a:solidFill>
              </a:defRPr>
            </a:lvl4pPr>
            <a:lvl5pPr marL="0" indent="0">
              <a:lnSpc>
                <a:spcPct val="100000"/>
              </a:lnSpc>
              <a:spcBef>
                <a:spcPts val="0"/>
              </a:spcBef>
              <a:spcAft>
                <a:spcPts val="0"/>
              </a:spcAft>
              <a:buNone/>
              <a:defRPr sz="600" b="0">
                <a:solidFill>
                  <a:schemeClr val="bg1"/>
                </a:solidFill>
              </a:defRPr>
            </a:lvl5pPr>
            <a:lvl6pPr marL="0" indent="0">
              <a:lnSpc>
                <a:spcPct val="100000"/>
              </a:lnSpc>
              <a:spcBef>
                <a:spcPts val="0"/>
              </a:spcBef>
              <a:spcAft>
                <a:spcPts val="0"/>
              </a:spcAft>
              <a:buNone/>
              <a:defRPr sz="600" b="0">
                <a:solidFill>
                  <a:schemeClr val="bg1"/>
                </a:solidFill>
              </a:defRPr>
            </a:lvl6pPr>
            <a:lvl7pPr marL="0" indent="0">
              <a:lnSpc>
                <a:spcPct val="100000"/>
              </a:lnSpc>
              <a:spcBef>
                <a:spcPts val="0"/>
              </a:spcBef>
              <a:spcAft>
                <a:spcPts val="0"/>
              </a:spcAft>
              <a:buNone/>
              <a:defRPr sz="600" b="0">
                <a:solidFill>
                  <a:schemeClr val="bg1"/>
                </a:solidFill>
              </a:defRPr>
            </a:lvl7pPr>
            <a:lvl8pPr marL="0" indent="0">
              <a:lnSpc>
                <a:spcPct val="100000"/>
              </a:lnSpc>
              <a:spcBef>
                <a:spcPts val="0"/>
              </a:spcBef>
              <a:spcAft>
                <a:spcPts val="0"/>
              </a:spcAft>
              <a:buNone/>
              <a:defRPr sz="600" b="0">
                <a:solidFill>
                  <a:schemeClr val="bg1"/>
                </a:solidFill>
              </a:defRPr>
            </a:lvl8pPr>
            <a:lvl9pPr marL="0" indent="0">
              <a:lnSpc>
                <a:spcPct val="100000"/>
              </a:lnSpc>
              <a:spcBef>
                <a:spcPts val="0"/>
              </a:spcBef>
              <a:spcAft>
                <a:spcPts val="0"/>
              </a:spcAft>
              <a:buNone/>
              <a:defRPr sz="600" b="0">
                <a:solidFill>
                  <a:schemeClr val="bg1"/>
                </a:solidFill>
              </a:defRPr>
            </a:lvl9pPr>
          </a:lstStyle>
          <a:p>
            <a:pPr lvl="0"/>
            <a:r>
              <a:rPr lang="en-US"/>
              <a:t>Footnote/Source</a:t>
            </a:r>
          </a:p>
        </p:txBody>
      </p:sp>
      <p:sp>
        <p:nvSpPr>
          <p:cNvPr id="7" name="Bildplatzhalter 10"/>
          <p:cNvSpPr>
            <a:spLocks noGrp="1"/>
          </p:cNvSpPr>
          <p:nvPr>
            <p:ph type="pic" sz="quarter" idx="10" hasCustomPrompt="1"/>
          </p:nvPr>
        </p:nvSpPr>
        <p:spPr bwMode="gray">
          <a:xfrm>
            <a:off x="6111479" y="0"/>
            <a:ext cx="3032521" cy="5143500"/>
          </a:xfrm>
          <a:solidFill>
            <a:srgbClr val="E5E3DE"/>
          </a:solidFill>
        </p:spPr>
        <p:txBody>
          <a:bodyPr tIns="720000" anchor="ctr" anchorCtr="0"/>
          <a:lstStyle>
            <a:lvl1pPr marL="0" indent="0" algn="ctr">
              <a:spcBef>
                <a:spcPts val="0"/>
              </a:spcBef>
              <a:spcAft>
                <a:spcPts val="0"/>
              </a:spcAft>
              <a:buFontTx/>
              <a:buNone/>
              <a:defRPr sz="900" b="0">
                <a:solidFill>
                  <a:schemeClr val="tx1"/>
                </a:solidFill>
              </a:defRPr>
            </a:lvl1pPr>
            <a:lvl2pPr marL="0" indent="0" algn="ctr">
              <a:spcBef>
                <a:spcPts val="0"/>
              </a:spcBef>
              <a:spcAft>
                <a:spcPts val="0"/>
              </a:spcAft>
              <a:buFontTx/>
              <a:buNone/>
              <a:defRPr sz="900" b="0"/>
            </a:lvl2pPr>
            <a:lvl3pPr marL="0" indent="0" algn="ctr">
              <a:spcBef>
                <a:spcPts val="0"/>
              </a:spcBef>
              <a:spcAft>
                <a:spcPts val="0"/>
              </a:spcAft>
              <a:buFontTx/>
              <a:buNone/>
              <a:defRPr sz="900" b="0"/>
            </a:lvl3pPr>
            <a:lvl4pPr marL="0" indent="0" algn="ctr">
              <a:spcBef>
                <a:spcPts val="0"/>
              </a:spcBef>
              <a:spcAft>
                <a:spcPts val="0"/>
              </a:spcAft>
              <a:buFontTx/>
              <a:buNone/>
              <a:defRPr sz="900" b="0"/>
            </a:lvl4pPr>
            <a:lvl5pPr marL="0" indent="0" algn="ctr">
              <a:spcBef>
                <a:spcPts val="0"/>
              </a:spcBef>
              <a:spcAft>
                <a:spcPts val="0"/>
              </a:spcAft>
              <a:buFontTx/>
              <a:buNone/>
              <a:defRPr sz="900" b="0"/>
            </a:lvl5pPr>
            <a:lvl6pPr marL="0" indent="0" algn="ctr">
              <a:spcBef>
                <a:spcPts val="0"/>
              </a:spcBef>
              <a:spcAft>
                <a:spcPts val="0"/>
              </a:spcAft>
              <a:buFontTx/>
              <a:buNone/>
              <a:defRPr sz="900" b="0"/>
            </a:lvl6pPr>
            <a:lvl7pPr marL="0" indent="0" algn="ctr">
              <a:spcBef>
                <a:spcPts val="0"/>
              </a:spcBef>
              <a:spcAft>
                <a:spcPts val="0"/>
              </a:spcAft>
              <a:buFontTx/>
              <a:buNone/>
              <a:defRPr sz="900" b="0"/>
            </a:lvl7pPr>
            <a:lvl8pPr marL="0" indent="0" algn="ctr">
              <a:spcBef>
                <a:spcPts val="0"/>
              </a:spcBef>
              <a:spcAft>
                <a:spcPts val="0"/>
              </a:spcAft>
              <a:buFontTx/>
              <a:buNone/>
              <a:defRPr sz="900" b="0"/>
            </a:lvl8pPr>
            <a:lvl9pPr marL="0" indent="0" algn="ctr">
              <a:spcBef>
                <a:spcPts val="0"/>
              </a:spcBef>
              <a:spcAft>
                <a:spcPts val="0"/>
              </a:spcAft>
              <a:buFontTx/>
              <a:buNone/>
              <a:defRPr sz="900" b="0"/>
            </a:lvl9pPr>
          </a:lstStyle>
          <a:p>
            <a:pPr lvl="0"/>
            <a:r>
              <a:rPr lang="en-US"/>
              <a:t>Add picture</a:t>
            </a:r>
          </a:p>
        </p:txBody>
      </p:sp>
      <p:sp>
        <p:nvSpPr>
          <p:cNvPr id="10" name="Foliennummernplatzhalter 9"/>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t>‹#›</a:t>
            </a:fld>
            <a:endParaRPr lang="en-US"/>
          </a:p>
        </p:txBody>
      </p:sp>
      <p:pic>
        <p:nvPicPr>
          <p:cNvPr id="6" name="Grafik 5"/>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359568" y="4623752"/>
            <a:ext cx="926100" cy="279545"/>
          </a:xfrm>
          <a:prstGeom prst="rect">
            <a:avLst/>
          </a:prstGeom>
        </p:spPr>
      </p:pic>
      <p:sp>
        <p:nvSpPr>
          <p:cNvPr id="2" name="Fußzeilenplatzhalter 1"/>
          <p:cNvSpPr>
            <a:spLocks noGrp="1"/>
          </p:cNvSpPr>
          <p:nvPr>
            <p:ph type="ftr" sz="quarter" idx="16"/>
          </p:nvPr>
        </p:nvSpPr>
        <p:spPr bwMode="gray"/>
        <p:txBody>
          <a:bodyPr/>
          <a:lstStyle>
            <a:lvl1pPr>
              <a:defRPr>
                <a:solidFill>
                  <a:schemeClr val="bg1"/>
                </a:solidFill>
              </a:defRPr>
            </a:lvl1pPr>
          </a:lstStyle>
          <a:p>
            <a:r>
              <a:rPr lang="en-US"/>
              <a:t>Presentation title    |    ONLY FOR INTERNAL USE</a:t>
            </a:r>
          </a:p>
        </p:txBody>
      </p:sp>
      <p:grpSp>
        <p:nvGrpSpPr>
          <p:cNvPr id="17" name="Group 16"/>
          <p:cNvGrpSpPr/>
          <p:nvPr userDrawn="1"/>
        </p:nvGrpSpPr>
        <p:grpSpPr bwMode="gray">
          <a:xfrm>
            <a:off x="-1422666" y="0"/>
            <a:ext cx="1286309" cy="2808312"/>
            <a:chOff x="-1824880" y="2708920"/>
            <a:chExt cx="1715078" cy="3744416"/>
          </a:xfrm>
        </p:grpSpPr>
        <p:sp>
          <p:nvSpPr>
            <p:cNvPr id="18" name="TextBox 17"/>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450"/>
                </a:spcAft>
              </a:pPr>
              <a:r>
                <a:rPr lang="en-US" sz="825" b="1">
                  <a:solidFill>
                    <a:schemeClr val="tx1"/>
                  </a:solidFill>
                  <a:effectLst/>
                  <a:latin typeface="+mj-lt"/>
                </a:rPr>
                <a:t>To insert a picture:</a:t>
              </a:r>
            </a:p>
            <a:p>
              <a:pPr marL="107950" indent="-107950">
                <a:lnSpc>
                  <a:spcPct val="120000"/>
                </a:lnSpc>
                <a:spcAft>
                  <a:spcPts val="450"/>
                </a:spcAft>
                <a:buFont typeface="+mj-lt"/>
                <a:buAutoNum type="arabicPeriod"/>
              </a:pPr>
              <a:r>
                <a:rPr lang="en-US" sz="675">
                  <a:solidFill>
                    <a:schemeClr val="tx1"/>
                  </a:solidFill>
                  <a:effectLst/>
                  <a:latin typeface="+mn-lt"/>
                </a:rPr>
                <a:t>Click on the placeholder for pictures</a:t>
              </a:r>
            </a:p>
            <a:p>
              <a:pPr marL="107950" indent="-107950">
                <a:lnSpc>
                  <a:spcPct val="120000"/>
                </a:lnSpc>
                <a:spcAft>
                  <a:spcPts val="450"/>
                </a:spcAft>
                <a:buFont typeface="+mj-lt"/>
                <a:buAutoNum type="arabicPeriod"/>
              </a:pPr>
              <a:r>
                <a:rPr lang="en-US" sz="675">
                  <a:solidFill>
                    <a:schemeClr val="tx1"/>
                  </a:solidFill>
                  <a:effectLst/>
                  <a:latin typeface="+mn-lt"/>
                </a:rPr>
                <a:t>Open the menu “Insert”</a:t>
              </a:r>
            </a:p>
            <a:p>
              <a:pPr marL="107950" indent="-107950">
                <a:lnSpc>
                  <a:spcPct val="120000"/>
                </a:lnSpc>
                <a:spcAft>
                  <a:spcPts val="450"/>
                </a:spcAft>
                <a:buFont typeface="+mj-lt"/>
                <a:buAutoNum type="arabicPeriod"/>
              </a:pPr>
              <a:r>
                <a:rPr lang="en-US" sz="675">
                  <a:solidFill>
                    <a:schemeClr val="tx1"/>
                  </a:solidFill>
                  <a:effectLst/>
                  <a:latin typeface="+mn-lt"/>
                </a:rPr>
                <a:t>Choose “Pictures” and then the corresponding source where the image is located</a:t>
              </a:r>
              <a:endParaRPr lang="en-US" sz="675">
                <a:solidFill>
                  <a:schemeClr val="tx1"/>
                </a:solidFill>
                <a:latin typeface="+mn-lt"/>
              </a:endParaRPr>
            </a:p>
          </p:txBody>
        </p:sp>
        <p:pic>
          <p:nvPicPr>
            <p:cNvPr id="19" name="Picture 18"/>
            <p:cNvPicPr>
              <a:picLocks noChangeAspect="1"/>
            </p:cNvPicPr>
            <p:nvPr userDrawn="1"/>
          </p:nvPicPr>
          <p:blipFill rotWithShape="1">
            <a:blip r:embed="rId4"/>
            <a:srcRect l="8843" r="2395" b="2546"/>
            <a:stretch>
              <a:fillRect/>
            </a:stretch>
          </p:blipFill>
          <p:spPr bwMode="gray">
            <a:xfrm>
              <a:off x="-1589806" y="4475212"/>
              <a:ext cx="745332" cy="1122804"/>
            </a:xfrm>
            <a:prstGeom prst="roundRect">
              <a:avLst>
                <a:gd name="adj" fmla="val 3514"/>
              </a:avLst>
            </a:prstGeom>
          </p:spPr>
        </p:pic>
        <p:sp>
          <p:nvSpPr>
            <p:cNvPr id="20" name="TextBox 19"/>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07950" indent="-107950">
                <a:spcAft>
                  <a:spcPts val="450"/>
                </a:spcAft>
                <a:buFont typeface="+mj-lt"/>
                <a:buAutoNum type="arabicPeriod" startAt="4"/>
              </a:pPr>
              <a:r>
                <a:rPr lang="en-US" sz="675">
                  <a:solidFill>
                    <a:schemeClr val="tx1"/>
                  </a:solidFill>
                  <a:effectLst/>
                  <a:latin typeface="+mn-lt"/>
                </a:rPr>
                <a:t>Now the image has </a:t>
              </a:r>
              <a:br>
                <a:rPr lang="en-US" sz="675">
                  <a:solidFill>
                    <a:schemeClr val="tx1"/>
                  </a:solidFill>
                  <a:effectLst/>
                  <a:latin typeface="+mn-lt"/>
                </a:rPr>
              </a:br>
              <a:r>
                <a:rPr lang="en-US" sz="675">
                  <a:solidFill>
                    <a:schemeClr val="tx1"/>
                  </a:solidFill>
                  <a:effectLst/>
                  <a:latin typeface="+mn-lt"/>
                </a:rPr>
                <a:t>been loaded into the </a:t>
              </a:r>
              <a:br>
                <a:rPr lang="en-US" sz="675">
                  <a:solidFill>
                    <a:schemeClr val="tx1"/>
                  </a:solidFill>
                  <a:effectLst/>
                  <a:latin typeface="+mn-lt"/>
                </a:rPr>
              </a:br>
              <a:r>
                <a:rPr lang="en-US" sz="675">
                  <a:solidFill>
                    <a:schemeClr val="tx1"/>
                  </a:solidFill>
                  <a:effectLst/>
                  <a:latin typeface="+mn-lt"/>
                </a:rPr>
                <a:t>placeholder.</a:t>
              </a:r>
              <a:endParaRPr lang="en-US" sz="675">
                <a:solidFill>
                  <a:schemeClr val="tx1"/>
                </a:solidFill>
                <a:latin typeface="+mn-lt"/>
              </a:endParaRPr>
            </a:p>
          </p:txBody>
        </p:sp>
      </p:grpSp>
    </p:spTree>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3)">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1737158" y="357750"/>
            <a:ext cx="7047311" cy="54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1737158" y="1059657"/>
            <a:ext cx="7047311" cy="3294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1737587" y="4353960"/>
            <a:ext cx="7047000" cy="108000"/>
          </a:xfrm>
        </p:spPr>
        <p:txBody>
          <a:bodyPr anchor="b"/>
          <a:lstStyle>
            <a:lvl1pPr marL="0" indent="0">
              <a:lnSpc>
                <a:spcPct val="100000"/>
              </a:lnSpc>
              <a:spcBef>
                <a:spcPts val="0"/>
              </a:spcBef>
              <a:spcAft>
                <a:spcPts val="0"/>
              </a:spcAft>
              <a:buFont typeface="Arial" panose="020B0604020202020204" pitchFamily="34" charset="0"/>
              <a:buNone/>
              <a:defRPr sz="600" b="0">
                <a:solidFill>
                  <a:schemeClr val="bg1"/>
                </a:solidFill>
              </a:defRPr>
            </a:lvl1pPr>
            <a:lvl2pPr marL="0" indent="0">
              <a:lnSpc>
                <a:spcPct val="100000"/>
              </a:lnSpc>
              <a:spcBef>
                <a:spcPts val="0"/>
              </a:spcBef>
              <a:spcAft>
                <a:spcPts val="0"/>
              </a:spcAft>
              <a:buFont typeface="Arial" panose="020B0604020202020204" pitchFamily="34" charset="0"/>
              <a:buNone/>
              <a:defRPr sz="600" b="0">
                <a:solidFill>
                  <a:schemeClr val="bg1"/>
                </a:solidFill>
              </a:defRPr>
            </a:lvl2pPr>
            <a:lvl3pPr marL="0" indent="0">
              <a:lnSpc>
                <a:spcPct val="100000"/>
              </a:lnSpc>
              <a:spcBef>
                <a:spcPts val="0"/>
              </a:spcBef>
              <a:spcAft>
                <a:spcPts val="0"/>
              </a:spcAft>
              <a:buNone/>
              <a:defRPr sz="600" b="0">
                <a:solidFill>
                  <a:schemeClr val="bg1"/>
                </a:solidFill>
              </a:defRPr>
            </a:lvl3pPr>
            <a:lvl4pPr marL="0" indent="0">
              <a:lnSpc>
                <a:spcPct val="100000"/>
              </a:lnSpc>
              <a:spcBef>
                <a:spcPts val="0"/>
              </a:spcBef>
              <a:spcAft>
                <a:spcPts val="0"/>
              </a:spcAft>
              <a:buNone/>
              <a:defRPr sz="600" b="0">
                <a:solidFill>
                  <a:schemeClr val="bg1"/>
                </a:solidFill>
              </a:defRPr>
            </a:lvl4pPr>
            <a:lvl5pPr marL="0" indent="0">
              <a:lnSpc>
                <a:spcPct val="100000"/>
              </a:lnSpc>
              <a:spcBef>
                <a:spcPts val="0"/>
              </a:spcBef>
              <a:spcAft>
                <a:spcPts val="0"/>
              </a:spcAft>
              <a:buNone/>
              <a:defRPr sz="600" b="0">
                <a:solidFill>
                  <a:schemeClr val="bg1"/>
                </a:solidFill>
              </a:defRPr>
            </a:lvl5pPr>
            <a:lvl6pPr marL="0" indent="0">
              <a:lnSpc>
                <a:spcPct val="100000"/>
              </a:lnSpc>
              <a:spcBef>
                <a:spcPts val="0"/>
              </a:spcBef>
              <a:spcAft>
                <a:spcPts val="0"/>
              </a:spcAft>
              <a:buNone/>
              <a:defRPr sz="600" b="0">
                <a:solidFill>
                  <a:schemeClr val="bg1"/>
                </a:solidFill>
              </a:defRPr>
            </a:lvl6pPr>
            <a:lvl7pPr marL="0" indent="0">
              <a:lnSpc>
                <a:spcPct val="100000"/>
              </a:lnSpc>
              <a:spcBef>
                <a:spcPts val="0"/>
              </a:spcBef>
              <a:spcAft>
                <a:spcPts val="0"/>
              </a:spcAft>
              <a:buNone/>
              <a:defRPr sz="600" b="0">
                <a:solidFill>
                  <a:schemeClr val="bg1"/>
                </a:solidFill>
              </a:defRPr>
            </a:lvl7pPr>
            <a:lvl8pPr marL="0" indent="0">
              <a:lnSpc>
                <a:spcPct val="100000"/>
              </a:lnSpc>
              <a:spcBef>
                <a:spcPts val="0"/>
              </a:spcBef>
              <a:spcAft>
                <a:spcPts val="0"/>
              </a:spcAft>
              <a:buNone/>
              <a:defRPr sz="600" b="0">
                <a:solidFill>
                  <a:schemeClr val="bg1"/>
                </a:solidFill>
              </a:defRPr>
            </a:lvl8pPr>
            <a:lvl9pPr marL="0" indent="0">
              <a:lnSpc>
                <a:spcPct val="100000"/>
              </a:lnSpc>
              <a:spcBef>
                <a:spcPts val="0"/>
              </a:spcBef>
              <a:spcAft>
                <a:spcPts val="0"/>
              </a:spcAft>
              <a:buClr>
                <a:schemeClr val="tx2"/>
              </a:buClr>
              <a:buNone/>
              <a:defRPr sz="600" b="0">
                <a:solidFill>
                  <a:schemeClr val="bg1"/>
                </a:solidFill>
              </a:defRPr>
            </a:lvl9pPr>
          </a:lstStyle>
          <a:p>
            <a:pPr lvl="0"/>
            <a:r>
              <a:rPr lang="en-US"/>
              <a:t>Footnote/Source</a:t>
            </a:r>
          </a:p>
        </p:txBody>
      </p:sp>
      <p:sp>
        <p:nvSpPr>
          <p:cNvPr id="9" name="Bildplatzhalter 10"/>
          <p:cNvSpPr>
            <a:spLocks noGrp="1"/>
          </p:cNvSpPr>
          <p:nvPr>
            <p:ph type="pic" sz="quarter" idx="10" hasCustomPrompt="1"/>
          </p:nvPr>
        </p:nvSpPr>
        <p:spPr bwMode="gray">
          <a:xfrm>
            <a:off x="1" y="0"/>
            <a:ext cx="1520429" cy="5143500"/>
          </a:xfrm>
          <a:solidFill>
            <a:srgbClr val="E5E3DE"/>
          </a:solidFill>
        </p:spPr>
        <p:txBody>
          <a:bodyPr tIns="720000" anchor="ctr" anchorCtr="0"/>
          <a:lstStyle>
            <a:lvl1pPr marL="0" indent="0" algn="ctr">
              <a:spcBef>
                <a:spcPts val="0"/>
              </a:spcBef>
              <a:spcAft>
                <a:spcPts val="0"/>
              </a:spcAft>
              <a:buFontTx/>
              <a:buNone/>
              <a:defRPr sz="900" b="0">
                <a:solidFill>
                  <a:schemeClr val="tx1"/>
                </a:solidFill>
              </a:defRPr>
            </a:lvl1pPr>
            <a:lvl2pPr marL="0" indent="0" algn="ctr">
              <a:spcBef>
                <a:spcPts val="0"/>
              </a:spcBef>
              <a:spcAft>
                <a:spcPts val="0"/>
              </a:spcAft>
              <a:buFontTx/>
              <a:buNone/>
              <a:defRPr sz="900" b="0"/>
            </a:lvl2pPr>
            <a:lvl3pPr marL="0" indent="0" algn="ctr">
              <a:spcBef>
                <a:spcPts val="0"/>
              </a:spcBef>
              <a:spcAft>
                <a:spcPts val="0"/>
              </a:spcAft>
              <a:buFontTx/>
              <a:buNone/>
              <a:defRPr sz="900" b="0"/>
            </a:lvl3pPr>
            <a:lvl4pPr marL="0" indent="0" algn="ctr">
              <a:spcBef>
                <a:spcPts val="0"/>
              </a:spcBef>
              <a:spcAft>
                <a:spcPts val="0"/>
              </a:spcAft>
              <a:buFontTx/>
              <a:buNone/>
              <a:defRPr sz="900" b="0"/>
            </a:lvl4pPr>
            <a:lvl5pPr marL="0" indent="0" algn="ctr">
              <a:spcBef>
                <a:spcPts val="0"/>
              </a:spcBef>
              <a:spcAft>
                <a:spcPts val="0"/>
              </a:spcAft>
              <a:buFontTx/>
              <a:buNone/>
              <a:defRPr sz="900" b="0"/>
            </a:lvl5pPr>
            <a:lvl6pPr marL="0" indent="0" algn="ctr">
              <a:spcBef>
                <a:spcPts val="0"/>
              </a:spcBef>
              <a:spcAft>
                <a:spcPts val="0"/>
              </a:spcAft>
              <a:buFontTx/>
              <a:buNone/>
              <a:defRPr sz="900" b="0"/>
            </a:lvl6pPr>
            <a:lvl7pPr marL="0" indent="0" algn="ctr">
              <a:spcBef>
                <a:spcPts val="0"/>
              </a:spcBef>
              <a:spcAft>
                <a:spcPts val="0"/>
              </a:spcAft>
              <a:buFontTx/>
              <a:buNone/>
              <a:defRPr sz="900" b="0"/>
            </a:lvl7pPr>
            <a:lvl8pPr marL="0" indent="0" algn="ctr">
              <a:spcBef>
                <a:spcPts val="0"/>
              </a:spcBef>
              <a:spcAft>
                <a:spcPts val="0"/>
              </a:spcAft>
              <a:buFontTx/>
              <a:buNone/>
              <a:defRPr sz="900" b="0"/>
            </a:lvl8pPr>
            <a:lvl9pPr marL="0" indent="0" algn="ctr">
              <a:spcBef>
                <a:spcPts val="0"/>
              </a:spcBef>
              <a:spcAft>
                <a:spcPts val="0"/>
              </a:spcAft>
              <a:buFontTx/>
              <a:buNone/>
              <a:defRPr sz="900" b="0"/>
            </a:lvl9pPr>
          </a:lstStyle>
          <a:p>
            <a:pPr lvl="0"/>
            <a:r>
              <a:rPr lang="en-US"/>
              <a:t>Add picture</a:t>
            </a:r>
          </a:p>
        </p:txBody>
      </p:sp>
      <p:sp>
        <p:nvSpPr>
          <p:cNvPr id="13" name="Fußzeilenplatzhalter 12"/>
          <p:cNvSpPr>
            <a:spLocks noGrp="1"/>
          </p:cNvSpPr>
          <p:nvPr>
            <p:ph type="ftr" sz="quarter" idx="21"/>
          </p:nvPr>
        </p:nvSpPr>
        <p:spPr bwMode="gray"/>
        <p:txBody>
          <a:bodyPr/>
          <a:lstStyle>
            <a:lvl1pPr>
              <a:defRPr>
                <a:solidFill>
                  <a:schemeClr val="bg1"/>
                </a:solidFill>
              </a:defRPr>
            </a:lvl1pPr>
          </a:lstStyle>
          <a:p>
            <a:r>
              <a:rPr lang="en-US"/>
              <a:t>Presentation title    |    ONLY FOR INTERNAL USE</a:t>
            </a:r>
          </a:p>
        </p:txBody>
      </p:sp>
      <p:sp>
        <p:nvSpPr>
          <p:cNvPr id="14" name="Foliennummernplatzhalter 13"/>
          <p:cNvSpPr>
            <a:spLocks noGrp="1"/>
          </p:cNvSpPr>
          <p:nvPr>
            <p:ph type="sldNum" sz="quarter" idx="22"/>
          </p:nvPr>
        </p:nvSpPr>
        <p:spPr bwMode="gray"/>
        <p:txBody>
          <a:bodyPr/>
          <a:lstStyle>
            <a:lvl1pPr>
              <a:defRPr>
                <a:solidFill>
                  <a:schemeClr val="bg1"/>
                </a:solidFill>
              </a:defRPr>
            </a:lvl1pPr>
          </a:lstStyle>
          <a:p>
            <a:fld id="{DF4E8F9F-5B1F-4F5B-BE49-3245D8C18D9F}" type="slidenum">
              <a:rPr lang="en-US" smtClean="0"/>
              <a:t>‹#›</a:t>
            </a:fld>
            <a:endParaRPr lang="en-US"/>
          </a:p>
        </p:txBody>
      </p:sp>
      <p:sp>
        <p:nvSpPr>
          <p:cNvPr id="2" name="Text Placeholder 8"/>
          <p:cNvSpPr>
            <a:spLocks noGrp="1"/>
          </p:cNvSpPr>
          <p:nvPr>
            <p:ph type="body" sz="quarter" idx="31"/>
          </p:nvPr>
        </p:nvSpPr>
        <p:spPr bwMode="gray">
          <a:xfrm>
            <a:off x="359568" y="4625100"/>
            <a:ext cx="926100" cy="2808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150">
                <a:noFill/>
              </a:defRPr>
            </a:lvl1pPr>
            <a:lvl2pPr marL="0" indent="0">
              <a:lnSpc>
                <a:spcPct val="100000"/>
              </a:lnSpc>
              <a:spcAft>
                <a:spcPts val="0"/>
              </a:spcAft>
              <a:buFontTx/>
              <a:buNone/>
              <a:defRPr sz="150">
                <a:noFill/>
              </a:defRPr>
            </a:lvl2pPr>
            <a:lvl3pPr marL="0" indent="0">
              <a:lnSpc>
                <a:spcPct val="100000"/>
              </a:lnSpc>
              <a:spcAft>
                <a:spcPts val="0"/>
              </a:spcAft>
              <a:buFontTx/>
              <a:buNone/>
              <a:defRPr sz="150">
                <a:noFill/>
              </a:defRPr>
            </a:lvl3pPr>
            <a:lvl4pPr marL="0" indent="0">
              <a:lnSpc>
                <a:spcPct val="100000"/>
              </a:lnSpc>
              <a:spcAft>
                <a:spcPts val="0"/>
              </a:spcAft>
              <a:buFontTx/>
              <a:buNone/>
              <a:defRPr sz="150">
                <a:noFill/>
              </a:defRPr>
            </a:lvl4pPr>
            <a:lvl5pPr marL="0" indent="0">
              <a:lnSpc>
                <a:spcPct val="100000"/>
              </a:lnSpc>
              <a:spcAft>
                <a:spcPts val="0"/>
              </a:spcAft>
              <a:buFontTx/>
              <a:buNone/>
              <a:defRPr sz="150">
                <a:noFill/>
              </a:defRPr>
            </a:lvl5pPr>
          </a:lstStyle>
          <a:p>
            <a:pPr lvl="0"/>
            <a:r>
              <a:rPr lang="en-US"/>
              <a:t>Click to edit Master text styles</a:t>
            </a:r>
          </a:p>
        </p:txBody>
      </p:sp>
      <p:grpSp>
        <p:nvGrpSpPr>
          <p:cNvPr id="17" name="Group 16"/>
          <p:cNvGrpSpPr/>
          <p:nvPr userDrawn="1"/>
        </p:nvGrpSpPr>
        <p:grpSpPr bwMode="gray">
          <a:xfrm>
            <a:off x="-1422666" y="0"/>
            <a:ext cx="1286309" cy="2808312"/>
            <a:chOff x="-1824880" y="2708920"/>
            <a:chExt cx="1715078" cy="3744416"/>
          </a:xfrm>
        </p:grpSpPr>
        <p:sp>
          <p:nvSpPr>
            <p:cNvPr id="18" name="TextBox 17"/>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450"/>
                </a:spcAft>
              </a:pPr>
              <a:r>
                <a:rPr lang="en-US" sz="825" b="1">
                  <a:solidFill>
                    <a:schemeClr val="tx1"/>
                  </a:solidFill>
                  <a:effectLst/>
                  <a:latin typeface="+mj-lt"/>
                </a:rPr>
                <a:t>To insert a picture:</a:t>
              </a:r>
            </a:p>
            <a:p>
              <a:pPr marL="107950" indent="-107950">
                <a:lnSpc>
                  <a:spcPct val="120000"/>
                </a:lnSpc>
                <a:spcAft>
                  <a:spcPts val="450"/>
                </a:spcAft>
                <a:buFont typeface="+mj-lt"/>
                <a:buAutoNum type="arabicPeriod"/>
              </a:pPr>
              <a:r>
                <a:rPr lang="en-US" sz="675">
                  <a:solidFill>
                    <a:schemeClr val="tx1"/>
                  </a:solidFill>
                  <a:effectLst/>
                  <a:latin typeface="+mn-lt"/>
                </a:rPr>
                <a:t>Click on the placeholder for pictures</a:t>
              </a:r>
            </a:p>
            <a:p>
              <a:pPr marL="107950" indent="-107950">
                <a:lnSpc>
                  <a:spcPct val="120000"/>
                </a:lnSpc>
                <a:spcAft>
                  <a:spcPts val="450"/>
                </a:spcAft>
                <a:buFont typeface="+mj-lt"/>
                <a:buAutoNum type="arabicPeriod"/>
              </a:pPr>
              <a:r>
                <a:rPr lang="en-US" sz="675">
                  <a:solidFill>
                    <a:schemeClr val="tx1"/>
                  </a:solidFill>
                  <a:effectLst/>
                  <a:latin typeface="+mn-lt"/>
                </a:rPr>
                <a:t>Open the menu “Insert”</a:t>
              </a:r>
            </a:p>
            <a:p>
              <a:pPr marL="107950" indent="-107950">
                <a:lnSpc>
                  <a:spcPct val="120000"/>
                </a:lnSpc>
                <a:spcAft>
                  <a:spcPts val="450"/>
                </a:spcAft>
                <a:buFont typeface="+mj-lt"/>
                <a:buAutoNum type="arabicPeriod"/>
              </a:pPr>
              <a:r>
                <a:rPr lang="en-US" sz="675">
                  <a:solidFill>
                    <a:schemeClr val="tx1"/>
                  </a:solidFill>
                  <a:effectLst/>
                  <a:latin typeface="+mn-lt"/>
                </a:rPr>
                <a:t>Choose “Pictures” and then the corresponding source where the image is located</a:t>
              </a:r>
              <a:endParaRPr lang="en-US" sz="675">
                <a:solidFill>
                  <a:schemeClr val="tx1"/>
                </a:solidFill>
                <a:latin typeface="+mn-lt"/>
              </a:endParaRPr>
            </a:p>
          </p:txBody>
        </p:sp>
        <p:pic>
          <p:nvPicPr>
            <p:cNvPr id="19" name="Picture 18"/>
            <p:cNvPicPr>
              <a:picLocks noChangeAspect="1"/>
            </p:cNvPicPr>
            <p:nvPr userDrawn="1"/>
          </p:nvPicPr>
          <p:blipFill rotWithShape="1">
            <a:blip r:embed="rId4"/>
            <a:srcRect l="8843" r="2395" b="2546"/>
            <a:stretch>
              <a:fillRect/>
            </a:stretch>
          </p:blipFill>
          <p:spPr bwMode="gray">
            <a:xfrm>
              <a:off x="-1589806" y="4475212"/>
              <a:ext cx="745332" cy="1122804"/>
            </a:xfrm>
            <a:prstGeom prst="roundRect">
              <a:avLst>
                <a:gd name="adj" fmla="val 3514"/>
              </a:avLst>
            </a:prstGeom>
          </p:spPr>
        </p:pic>
        <p:sp>
          <p:nvSpPr>
            <p:cNvPr id="20" name="TextBox 19"/>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07950" indent="-107950">
                <a:spcAft>
                  <a:spcPts val="450"/>
                </a:spcAft>
                <a:buFont typeface="+mj-lt"/>
                <a:buAutoNum type="arabicPeriod" startAt="4"/>
              </a:pPr>
              <a:r>
                <a:rPr lang="en-US" sz="675">
                  <a:solidFill>
                    <a:schemeClr val="tx1"/>
                  </a:solidFill>
                  <a:effectLst/>
                  <a:latin typeface="+mn-lt"/>
                </a:rPr>
                <a:t>Now the image has </a:t>
              </a:r>
              <a:br>
                <a:rPr lang="en-US" sz="675">
                  <a:solidFill>
                    <a:schemeClr val="tx1"/>
                  </a:solidFill>
                  <a:effectLst/>
                  <a:latin typeface="+mn-lt"/>
                </a:rPr>
              </a:br>
              <a:r>
                <a:rPr lang="en-US" sz="675">
                  <a:solidFill>
                    <a:schemeClr val="tx1"/>
                  </a:solidFill>
                  <a:effectLst/>
                  <a:latin typeface="+mn-lt"/>
                </a:rPr>
                <a:t>been loaded into the </a:t>
              </a:r>
              <a:br>
                <a:rPr lang="en-US" sz="675">
                  <a:solidFill>
                    <a:schemeClr val="tx1"/>
                  </a:solidFill>
                  <a:effectLst/>
                  <a:latin typeface="+mn-lt"/>
                </a:rPr>
              </a:br>
              <a:r>
                <a:rPr lang="en-US" sz="675">
                  <a:solidFill>
                    <a:schemeClr val="tx1"/>
                  </a:solidFill>
                  <a:effectLst/>
                  <a:latin typeface="+mn-lt"/>
                </a:rPr>
                <a:t>placeholder.</a:t>
              </a:r>
              <a:endParaRPr lang="en-US" sz="675">
                <a:solidFill>
                  <a:schemeClr val="tx1"/>
                </a:solidFill>
                <a:latin typeface="+mn-lt"/>
              </a:endParaRPr>
            </a:p>
          </p:txBody>
        </p:sp>
      </p:grpSp>
    </p:spTree>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Key message and image">
    <p:spTree>
      <p:nvGrpSpPr>
        <p:cNvPr id="1" name=""/>
        <p:cNvGrpSpPr/>
        <p:nvPr/>
      </p:nvGrpSpPr>
      <p:grpSpPr>
        <a:xfrm>
          <a:off x="0" y="0"/>
          <a:ext cx="0" cy="0"/>
          <a:chOff x="0" y="0"/>
          <a:chExt cx="0" cy="0"/>
        </a:xfrm>
      </p:grpSpPr>
      <p:sp>
        <p:nvSpPr>
          <p:cNvPr id="16" name="Bildplatzhalter 10"/>
          <p:cNvSpPr>
            <a:spLocks noGrp="1"/>
          </p:cNvSpPr>
          <p:nvPr>
            <p:ph type="pic" sz="quarter" idx="10" hasCustomPrompt="1"/>
          </p:nvPr>
        </p:nvSpPr>
        <p:spPr bwMode="ltGray">
          <a:xfrm>
            <a:off x="0" y="0"/>
            <a:ext cx="9144000" cy="5143500"/>
          </a:xfrm>
          <a:solidFill>
            <a:schemeClr val="bg2"/>
          </a:solidFill>
        </p:spPr>
        <p:txBody>
          <a:bodyPr tIns="720000" anchor="ctr" anchorCtr="0"/>
          <a:lstStyle>
            <a:lvl1pPr marL="0" indent="0" algn="ctr">
              <a:spcBef>
                <a:spcPts val="0"/>
              </a:spcBef>
              <a:spcAft>
                <a:spcPts val="0"/>
              </a:spcAft>
              <a:buFontTx/>
              <a:buNone/>
              <a:defRPr sz="900" b="0">
                <a:solidFill>
                  <a:schemeClr val="bg1"/>
                </a:solidFill>
              </a:defRPr>
            </a:lvl1pPr>
            <a:lvl2pPr marL="0" indent="0" algn="ctr">
              <a:spcBef>
                <a:spcPts val="0"/>
              </a:spcBef>
              <a:spcAft>
                <a:spcPts val="0"/>
              </a:spcAft>
              <a:buFontTx/>
              <a:buNone/>
              <a:defRPr sz="900" b="0"/>
            </a:lvl2pPr>
            <a:lvl3pPr marL="0" indent="0" algn="ctr">
              <a:spcBef>
                <a:spcPts val="0"/>
              </a:spcBef>
              <a:spcAft>
                <a:spcPts val="0"/>
              </a:spcAft>
              <a:buFontTx/>
              <a:buNone/>
              <a:defRPr sz="900" b="0"/>
            </a:lvl3pPr>
            <a:lvl4pPr marL="0" indent="0" algn="ctr">
              <a:spcBef>
                <a:spcPts val="0"/>
              </a:spcBef>
              <a:spcAft>
                <a:spcPts val="0"/>
              </a:spcAft>
              <a:buFontTx/>
              <a:buNone/>
              <a:defRPr sz="900" b="0"/>
            </a:lvl4pPr>
            <a:lvl5pPr marL="0" indent="0" algn="ctr">
              <a:spcBef>
                <a:spcPts val="0"/>
              </a:spcBef>
              <a:spcAft>
                <a:spcPts val="0"/>
              </a:spcAft>
              <a:buFontTx/>
              <a:buNone/>
              <a:defRPr sz="900" b="0"/>
            </a:lvl5pPr>
            <a:lvl6pPr marL="0" indent="0" algn="ctr">
              <a:spcBef>
                <a:spcPts val="0"/>
              </a:spcBef>
              <a:spcAft>
                <a:spcPts val="0"/>
              </a:spcAft>
              <a:buFontTx/>
              <a:buNone/>
              <a:defRPr sz="900" b="0"/>
            </a:lvl6pPr>
            <a:lvl7pPr marL="0" indent="0" algn="ctr">
              <a:spcBef>
                <a:spcPts val="0"/>
              </a:spcBef>
              <a:spcAft>
                <a:spcPts val="0"/>
              </a:spcAft>
              <a:buFontTx/>
              <a:buNone/>
              <a:defRPr sz="900" b="0"/>
            </a:lvl7pPr>
            <a:lvl8pPr marL="0" indent="0" algn="ctr">
              <a:spcBef>
                <a:spcPts val="0"/>
              </a:spcBef>
              <a:spcAft>
                <a:spcPts val="0"/>
              </a:spcAft>
              <a:buFontTx/>
              <a:buNone/>
              <a:defRPr sz="900" b="0"/>
            </a:lvl8pPr>
            <a:lvl9pPr marL="0" indent="0" algn="ctr">
              <a:spcBef>
                <a:spcPts val="0"/>
              </a:spcBef>
              <a:spcAft>
                <a:spcPts val="0"/>
              </a:spcAft>
              <a:buFontTx/>
              <a:buNone/>
              <a:defRPr sz="900" b="0"/>
            </a:lvl9pPr>
          </a:lstStyle>
          <a:p>
            <a:pPr lvl="0"/>
            <a:r>
              <a:rPr lang="en-US"/>
              <a:t>Add picture</a:t>
            </a:r>
          </a:p>
        </p:txBody>
      </p:sp>
      <p:sp>
        <p:nvSpPr>
          <p:cNvPr id="7" name="Textplatzhalter 6"/>
          <p:cNvSpPr>
            <a:spLocks noGrp="1"/>
          </p:cNvSpPr>
          <p:nvPr>
            <p:ph type="body" sz="quarter" idx="18" hasCustomPrompt="1"/>
          </p:nvPr>
        </p:nvSpPr>
        <p:spPr bwMode="gray">
          <a:xfrm>
            <a:off x="359532" y="1059656"/>
            <a:ext cx="8424862" cy="3294000"/>
          </a:xfrm>
        </p:spPr>
        <p:txBody>
          <a:bodyPr/>
          <a:lstStyle>
            <a:lvl1pPr marL="0" indent="0">
              <a:lnSpc>
                <a:spcPct val="120000"/>
              </a:lnSpc>
              <a:spcAft>
                <a:spcPts val="0"/>
              </a:spcAft>
              <a:buNone/>
              <a:defRPr sz="3000" b="1">
                <a:solidFill>
                  <a:schemeClr val="bg1"/>
                </a:solidFill>
                <a:latin typeface="+mj-lt"/>
              </a:defRPr>
            </a:lvl1pPr>
            <a:lvl2pPr marL="0" indent="0">
              <a:lnSpc>
                <a:spcPct val="120000"/>
              </a:lnSpc>
              <a:spcAft>
                <a:spcPts val="0"/>
              </a:spcAft>
              <a:buNone/>
              <a:defRPr sz="3000" b="1">
                <a:solidFill>
                  <a:schemeClr val="tx2"/>
                </a:solidFill>
                <a:latin typeface="+mj-lt"/>
              </a:defRPr>
            </a:lvl2pPr>
            <a:lvl3pPr marL="0" indent="0">
              <a:lnSpc>
                <a:spcPct val="120000"/>
              </a:lnSpc>
              <a:spcAft>
                <a:spcPts val="0"/>
              </a:spcAft>
              <a:buNone/>
              <a:defRPr sz="3000" b="1">
                <a:solidFill>
                  <a:schemeClr val="tx2"/>
                </a:solidFill>
                <a:latin typeface="+mj-lt"/>
              </a:defRPr>
            </a:lvl3pPr>
            <a:lvl4pPr marL="0" indent="0">
              <a:lnSpc>
                <a:spcPct val="120000"/>
              </a:lnSpc>
              <a:spcAft>
                <a:spcPts val="0"/>
              </a:spcAft>
              <a:buNone/>
              <a:defRPr sz="3000" b="1">
                <a:solidFill>
                  <a:schemeClr val="tx2"/>
                </a:solidFill>
                <a:latin typeface="+mj-lt"/>
              </a:defRPr>
            </a:lvl4pPr>
            <a:lvl5pPr marL="0" indent="0">
              <a:lnSpc>
                <a:spcPct val="120000"/>
              </a:lnSpc>
              <a:spcAft>
                <a:spcPts val="0"/>
              </a:spcAft>
              <a:buNone/>
              <a:defRPr sz="3000" b="1">
                <a:solidFill>
                  <a:schemeClr val="tx2"/>
                </a:solidFill>
                <a:latin typeface="+mj-lt"/>
              </a:defRPr>
            </a:lvl5pPr>
            <a:lvl6pPr marL="0" indent="0">
              <a:lnSpc>
                <a:spcPct val="120000"/>
              </a:lnSpc>
              <a:spcAft>
                <a:spcPts val="0"/>
              </a:spcAft>
              <a:buNone/>
              <a:defRPr sz="3000" b="1">
                <a:solidFill>
                  <a:schemeClr val="tx2"/>
                </a:solidFill>
                <a:latin typeface="+mj-lt"/>
              </a:defRPr>
            </a:lvl6pPr>
            <a:lvl7pPr marL="0" indent="0">
              <a:lnSpc>
                <a:spcPct val="120000"/>
              </a:lnSpc>
              <a:spcAft>
                <a:spcPts val="0"/>
              </a:spcAft>
              <a:buNone/>
              <a:defRPr sz="3000" b="1">
                <a:solidFill>
                  <a:schemeClr val="tx2"/>
                </a:solidFill>
                <a:latin typeface="+mj-lt"/>
              </a:defRPr>
            </a:lvl7pPr>
            <a:lvl8pPr marL="0" indent="0">
              <a:lnSpc>
                <a:spcPct val="120000"/>
              </a:lnSpc>
              <a:spcAft>
                <a:spcPts val="0"/>
              </a:spcAft>
              <a:buNone/>
              <a:defRPr sz="3000" b="1">
                <a:solidFill>
                  <a:schemeClr val="tx2"/>
                </a:solidFill>
                <a:latin typeface="+mj-lt"/>
              </a:defRPr>
            </a:lvl8pPr>
            <a:lvl9pPr marL="0" indent="0">
              <a:lnSpc>
                <a:spcPct val="120000"/>
              </a:lnSpc>
              <a:spcAft>
                <a:spcPts val="0"/>
              </a:spcAft>
              <a:buNone/>
              <a:defRPr sz="30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19" name="Fußzeilenplatzhalter 18"/>
          <p:cNvSpPr>
            <a:spLocks noGrp="1"/>
          </p:cNvSpPr>
          <p:nvPr>
            <p:ph type="ftr" sz="quarter" idx="29"/>
          </p:nvPr>
        </p:nvSpPr>
        <p:spPr bwMode="gray"/>
        <p:txBody>
          <a:bodyPr/>
          <a:lstStyle>
            <a:lvl1pPr>
              <a:defRPr>
                <a:solidFill>
                  <a:schemeClr val="bg1"/>
                </a:solidFill>
              </a:defRPr>
            </a:lvl1pPr>
          </a:lstStyle>
          <a:p>
            <a:r>
              <a:rPr lang="en-US"/>
              <a:t>Presentation title    |    ONLY FOR INTERNAL USE</a:t>
            </a:r>
          </a:p>
        </p:txBody>
      </p:sp>
      <p:sp>
        <p:nvSpPr>
          <p:cNvPr id="20" name="Foliennummernplatzhalter 19"/>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t>‹#›</a:t>
            </a:fld>
            <a:endParaRPr lang="en-US"/>
          </a:p>
        </p:txBody>
      </p:sp>
      <p:sp>
        <p:nvSpPr>
          <p:cNvPr id="8" name="Textplatzhalter 7"/>
          <p:cNvSpPr>
            <a:spLocks noGrp="1"/>
          </p:cNvSpPr>
          <p:nvPr>
            <p:ph type="body" sz="quarter" idx="13" hasCustomPrompt="1"/>
          </p:nvPr>
        </p:nvSpPr>
        <p:spPr bwMode="gray">
          <a:xfrm>
            <a:off x="360000" y="4353948"/>
            <a:ext cx="8424000" cy="108000"/>
          </a:xfrm>
        </p:spPr>
        <p:txBody>
          <a:bodyPr anchor="b"/>
          <a:lstStyle>
            <a:lvl1pPr marL="0" indent="0">
              <a:lnSpc>
                <a:spcPct val="100000"/>
              </a:lnSpc>
              <a:spcBef>
                <a:spcPts val="0"/>
              </a:spcBef>
              <a:spcAft>
                <a:spcPts val="0"/>
              </a:spcAft>
              <a:buFont typeface="Arial" panose="020B0604020202020204" pitchFamily="34" charset="0"/>
              <a:buNone/>
              <a:defRPr sz="600" b="0">
                <a:solidFill>
                  <a:schemeClr val="bg1"/>
                </a:solidFill>
              </a:defRPr>
            </a:lvl1pPr>
            <a:lvl2pPr marL="0" indent="0">
              <a:lnSpc>
                <a:spcPct val="100000"/>
              </a:lnSpc>
              <a:spcBef>
                <a:spcPts val="0"/>
              </a:spcBef>
              <a:spcAft>
                <a:spcPts val="0"/>
              </a:spcAft>
              <a:buFont typeface="Arial" panose="020B0604020202020204" pitchFamily="34" charset="0"/>
              <a:buNone/>
              <a:defRPr sz="600" b="0">
                <a:solidFill>
                  <a:schemeClr val="bg1"/>
                </a:solidFill>
              </a:defRPr>
            </a:lvl2pPr>
            <a:lvl3pPr marL="0" indent="0">
              <a:lnSpc>
                <a:spcPct val="100000"/>
              </a:lnSpc>
              <a:spcBef>
                <a:spcPts val="0"/>
              </a:spcBef>
              <a:spcAft>
                <a:spcPts val="0"/>
              </a:spcAft>
              <a:buNone/>
              <a:defRPr sz="600" b="0">
                <a:solidFill>
                  <a:schemeClr val="bg1"/>
                </a:solidFill>
              </a:defRPr>
            </a:lvl3pPr>
            <a:lvl4pPr marL="0" indent="0">
              <a:lnSpc>
                <a:spcPct val="100000"/>
              </a:lnSpc>
              <a:spcBef>
                <a:spcPts val="0"/>
              </a:spcBef>
              <a:spcAft>
                <a:spcPts val="0"/>
              </a:spcAft>
              <a:buNone/>
              <a:defRPr sz="600" b="0">
                <a:solidFill>
                  <a:schemeClr val="bg1"/>
                </a:solidFill>
              </a:defRPr>
            </a:lvl4pPr>
            <a:lvl5pPr marL="0" indent="0">
              <a:lnSpc>
                <a:spcPct val="100000"/>
              </a:lnSpc>
              <a:spcBef>
                <a:spcPts val="0"/>
              </a:spcBef>
              <a:spcAft>
                <a:spcPts val="0"/>
              </a:spcAft>
              <a:buNone/>
              <a:defRPr sz="600" b="0">
                <a:solidFill>
                  <a:schemeClr val="bg1"/>
                </a:solidFill>
              </a:defRPr>
            </a:lvl5pPr>
            <a:lvl6pPr marL="0" indent="0">
              <a:lnSpc>
                <a:spcPct val="100000"/>
              </a:lnSpc>
              <a:spcBef>
                <a:spcPts val="0"/>
              </a:spcBef>
              <a:spcAft>
                <a:spcPts val="0"/>
              </a:spcAft>
              <a:buNone/>
              <a:defRPr sz="600" b="0">
                <a:solidFill>
                  <a:schemeClr val="bg1"/>
                </a:solidFill>
              </a:defRPr>
            </a:lvl6pPr>
            <a:lvl7pPr marL="0" indent="0">
              <a:lnSpc>
                <a:spcPct val="100000"/>
              </a:lnSpc>
              <a:spcBef>
                <a:spcPts val="0"/>
              </a:spcBef>
              <a:spcAft>
                <a:spcPts val="0"/>
              </a:spcAft>
              <a:buNone/>
              <a:defRPr sz="600" b="0">
                <a:solidFill>
                  <a:schemeClr val="bg1"/>
                </a:solidFill>
              </a:defRPr>
            </a:lvl7pPr>
            <a:lvl8pPr marL="0" indent="0">
              <a:lnSpc>
                <a:spcPct val="100000"/>
              </a:lnSpc>
              <a:spcBef>
                <a:spcPts val="0"/>
              </a:spcBef>
              <a:spcAft>
                <a:spcPts val="0"/>
              </a:spcAft>
              <a:buNone/>
              <a:defRPr sz="600" b="0">
                <a:solidFill>
                  <a:schemeClr val="bg1"/>
                </a:solidFill>
              </a:defRPr>
            </a:lvl8pPr>
            <a:lvl9pPr marL="0" indent="0">
              <a:lnSpc>
                <a:spcPct val="100000"/>
              </a:lnSpc>
              <a:spcBef>
                <a:spcPts val="0"/>
              </a:spcBef>
              <a:spcAft>
                <a:spcPts val="0"/>
              </a:spcAft>
              <a:buNone/>
              <a:defRPr sz="600" b="0">
                <a:solidFill>
                  <a:schemeClr val="bg1"/>
                </a:solidFill>
              </a:defRPr>
            </a:lvl9pPr>
          </a:lstStyle>
          <a:p>
            <a:pPr lvl="0"/>
            <a:r>
              <a:rPr lang="en-US"/>
              <a:t>Footnote/Source</a:t>
            </a:r>
          </a:p>
        </p:txBody>
      </p:sp>
      <p:sp>
        <p:nvSpPr>
          <p:cNvPr id="2" name="Text Placeholder 8"/>
          <p:cNvSpPr>
            <a:spLocks noGrp="1"/>
          </p:cNvSpPr>
          <p:nvPr>
            <p:ph type="body" sz="quarter" idx="31"/>
          </p:nvPr>
        </p:nvSpPr>
        <p:spPr bwMode="gray">
          <a:xfrm>
            <a:off x="359568" y="4625100"/>
            <a:ext cx="926100" cy="2808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150">
                <a:noFill/>
              </a:defRPr>
            </a:lvl1pPr>
            <a:lvl2pPr marL="0" indent="0">
              <a:lnSpc>
                <a:spcPct val="100000"/>
              </a:lnSpc>
              <a:spcAft>
                <a:spcPts val="0"/>
              </a:spcAft>
              <a:buFontTx/>
              <a:buNone/>
              <a:defRPr sz="150">
                <a:noFill/>
              </a:defRPr>
            </a:lvl2pPr>
            <a:lvl3pPr marL="0" indent="0">
              <a:lnSpc>
                <a:spcPct val="100000"/>
              </a:lnSpc>
              <a:spcAft>
                <a:spcPts val="0"/>
              </a:spcAft>
              <a:buFontTx/>
              <a:buNone/>
              <a:defRPr sz="150">
                <a:noFill/>
              </a:defRPr>
            </a:lvl3pPr>
            <a:lvl4pPr marL="0" indent="0">
              <a:lnSpc>
                <a:spcPct val="100000"/>
              </a:lnSpc>
              <a:spcAft>
                <a:spcPts val="0"/>
              </a:spcAft>
              <a:buFontTx/>
              <a:buNone/>
              <a:defRPr sz="150">
                <a:noFill/>
              </a:defRPr>
            </a:lvl4pPr>
            <a:lvl5pPr marL="0" indent="0">
              <a:lnSpc>
                <a:spcPct val="100000"/>
              </a:lnSpc>
              <a:spcAft>
                <a:spcPts val="0"/>
              </a:spcAft>
              <a:buFontTx/>
              <a:buNone/>
              <a:defRPr sz="150">
                <a:noFill/>
              </a:defRPr>
            </a:lvl5pPr>
          </a:lstStyle>
          <a:p>
            <a:pPr lvl="0"/>
            <a:r>
              <a:rPr lang="en-US"/>
              <a:t>Click to edit Master text styles</a:t>
            </a:r>
          </a:p>
        </p:txBody>
      </p:sp>
      <p:grpSp>
        <p:nvGrpSpPr>
          <p:cNvPr id="13" name="Group 12"/>
          <p:cNvGrpSpPr/>
          <p:nvPr userDrawn="1"/>
        </p:nvGrpSpPr>
        <p:grpSpPr bwMode="gray">
          <a:xfrm>
            <a:off x="-1422666" y="0"/>
            <a:ext cx="1286309" cy="2808312"/>
            <a:chOff x="-1824880" y="2708920"/>
            <a:chExt cx="1715078" cy="3744416"/>
          </a:xfrm>
        </p:grpSpPr>
        <p:sp>
          <p:nvSpPr>
            <p:cNvPr id="14" name="TextBox 13"/>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450"/>
                </a:spcAft>
              </a:pPr>
              <a:r>
                <a:rPr lang="en-US" sz="825" b="1">
                  <a:solidFill>
                    <a:schemeClr val="tx1"/>
                  </a:solidFill>
                  <a:effectLst/>
                  <a:latin typeface="+mj-lt"/>
                </a:rPr>
                <a:t>To insert a picture:</a:t>
              </a:r>
            </a:p>
            <a:p>
              <a:pPr marL="107950" indent="-107950">
                <a:lnSpc>
                  <a:spcPct val="120000"/>
                </a:lnSpc>
                <a:spcAft>
                  <a:spcPts val="450"/>
                </a:spcAft>
                <a:buFont typeface="+mj-lt"/>
                <a:buAutoNum type="arabicPeriod"/>
              </a:pPr>
              <a:r>
                <a:rPr lang="en-US" sz="675">
                  <a:solidFill>
                    <a:schemeClr val="tx1"/>
                  </a:solidFill>
                  <a:effectLst/>
                  <a:latin typeface="+mn-lt"/>
                </a:rPr>
                <a:t>Click on the placeholder for pictures</a:t>
              </a:r>
            </a:p>
            <a:p>
              <a:pPr marL="107950" indent="-107950">
                <a:lnSpc>
                  <a:spcPct val="120000"/>
                </a:lnSpc>
                <a:spcAft>
                  <a:spcPts val="450"/>
                </a:spcAft>
                <a:buFont typeface="+mj-lt"/>
                <a:buAutoNum type="arabicPeriod"/>
              </a:pPr>
              <a:r>
                <a:rPr lang="en-US" sz="675">
                  <a:solidFill>
                    <a:schemeClr val="tx1"/>
                  </a:solidFill>
                  <a:effectLst/>
                  <a:latin typeface="+mn-lt"/>
                </a:rPr>
                <a:t>Open the menu “Insert”</a:t>
              </a:r>
            </a:p>
            <a:p>
              <a:pPr marL="107950" indent="-107950">
                <a:lnSpc>
                  <a:spcPct val="120000"/>
                </a:lnSpc>
                <a:spcAft>
                  <a:spcPts val="450"/>
                </a:spcAft>
                <a:buFont typeface="+mj-lt"/>
                <a:buAutoNum type="arabicPeriod"/>
              </a:pPr>
              <a:r>
                <a:rPr lang="en-US" sz="675">
                  <a:solidFill>
                    <a:schemeClr val="tx1"/>
                  </a:solidFill>
                  <a:effectLst/>
                  <a:latin typeface="+mn-lt"/>
                </a:rPr>
                <a:t>Choose “Pictures” and then the corresponding source where the image is located</a:t>
              </a:r>
              <a:endParaRPr lang="en-US" sz="675">
                <a:solidFill>
                  <a:schemeClr val="tx1"/>
                </a:solidFill>
                <a:latin typeface="+mn-lt"/>
              </a:endParaRPr>
            </a:p>
          </p:txBody>
        </p:sp>
        <p:pic>
          <p:nvPicPr>
            <p:cNvPr id="15" name="Picture 14"/>
            <p:cNvPicPr>
              <a:picLocks noChangeAspect="1"/>
            </p:cNvPicPr>
            <p:nvPr userDrawn="1"/>
          </p:nvPicPr>
          <p:blipFill rotWithShape="1">
            <a:blip r:embed="rId4"/>
            <a:srcRect l="8843" r="2395" b="2546"/>
            <a:stretch>
              <a:fillRect/>
            </a:stretch>
          </p:blipFill>
          <p:spPr bwMode="gray">
            <a:xfrm>
              <a:off x="-1589806" y="4475212"/>
              <a:ext cx="745332" cy="1122804"/>
            </a:xfrm>
            <a:prstGeom prst="roundRect">
              <a:avLst>
                <a:gd name="adj" fmla="val 3514"/>
              </a:avLst>
            </a:prstGeom>
          </p:spPr>
        </p:pic>
        <p:sp>
          <p:nvSpPr>
            <p:cNvPr id="17" name="TextBox 16"/>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07950" indent="-107950">
                <a:spcAft>
                  <a:spcPts val="450"/>
                </a:spcAft>
                <a:buFont typeface="+mj-lt"/>
                <a:buAutoNum type="arabicPeriod" startAt="4"/>
              </a:pPr>
              <a:r>
                <a:rPr lang="en-US" sz="675">
                  <a:solidFill>
                    <a:schemeClr val="tx1"/>
                  </a:solidFill>
                  <a:effectLst/>
                  <a:latin typeface="+mn-lt"/>
                </a:rPr>
                <a:t>Now the image has </a:t>
              </a:r>
              <a:br>
                <a:rPr lang="en-US" sz="675">
                  <a:solidFill>
                    <a:schemeClr val="tx1"/>
                  </a:solidFill>
                  <a:effectLst/>
                  <a:latin typeface="+mn-lt"/>
                </a:rPr>
              </a:br>
              <a:r>
                <a:rPr lang="en-US" sz="675">
                  <a:solidFill>
                    <a:schemeClr val="tx1"/>
                  </a:solidFill>
                  <a:effectLst/>
                  <a:latin typeface="+mn-lt"/>
                </a:rPr>
                <a:t>been loaded into the </a:t>
              </a:r>
              <a:br>
                <a:rPr lang="en-US" sz="675">
                  <a:solidFill>
                    <a:schemeClr val="tx1"/>
                  </a:solidFill>
                  <a:effectLst/>
                  <a:latin typeface="+mn-lt"/>
                </a:rPr>
              </a:br>
              <a:r>
                <a:rPr lang="en-US" sz="675">
                  <a:solidFill>
                    <a:schemeClr val="tx1"/>
                  </a:solidFill>
                  <a:effectLst/>
                  <a:latin typeface="+mn-lt"/>
                </a:rPr>
                <a:t>placeholder.</a:t>
              </a:r>
              <a:endParaRPr lang="en-US" sz="675">
                <a:solidFill>
                  <a:schemeClr val="tx1"/>
                </a:solidFill>
                <a:latin typeface="+mn-lt"/>
              </a:endParaRPr>
            </a:p>
          </p:txBody>
        </p:sp>
      </p:grpSp>
      <p:sp>
        <p:nvSpPr>
          <p:cNvPr id="3" name="Arrow: Pentagon 6"/>
          <p:cNvSpPr/>
          <p:nvPr userDrawn="1"/>
        </p:nvSpPr>
        <p:spPr bwMode="gray">
          <a:xfrm flipH="1">
            <a:off x="9162660" y="411510"/>
            <a:ext cx="1242000" cy="324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35000" rtlCol="0" anchor="ctr"/>
          <a:lstStyle/>
          <a:p>
            <a:pPr algn="l">
              <a:lnSpc>
                <a:spcPct val="140000"/>
              </a:lnSpc>
            </a:pPr>
            <a:r>
              <a:rPr lang="en-GB" sz="600" b="1">
                <a:solidFill>
                  <a:srgbClr val="076D7E"/>
                </a:solidFill>
                <a:latin typeface="+mj-lt"/>
              </a:rPr>
              <a:t>This layout requires a picture in the background</a:t>
            </a:r>
            <a:endParaRPr lang="en-US" sz="600" b="1">
              <a:solidFill>
                <a:srgbClr val="076D7E"/>
              </a:solidFill>
              <a:latin typeface="+mj-lt"/>
            </a:endParaRPr>
          </a:p>
        </p:txBody>
      </p:sp>
    </p:spTree>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Key message and image division (1)">
    <p:spTree>
      <p:nvGrpSpPr>
        <p:cNvPr id="1" name=""/>
        <p:cNvGrpSpPr/>
        <p:nvPr/>
      </p:nvGrpSpPr>
      <p:grpSpPr>
        <a:xfrm>
          <a:off x="0" y="0"/>
          <a:ext cx="0" cy="0"/>
          <a:chOff x="0" y="0"/>
          <a:chExt cx="0" cy="0"/>
        </a:xfrm>
      </p:grpSpPr>
      <p:sp>
        <p:nvSpPr>
          <p:cNvPr id="4" name="Bildplatzhalter 10"/>
          <p:cNvSpPr>
            <a:spLocks noGrp="1"/>
          </p:cNvSpPr>
          <p:nvPr>
            <p:ph type="pic" sz="quarter" idx="10" hasCustomPrompt="1"/>
          </p:nvPr>
        </p:nvSpPr>
        <p:spPr bwMode="ltGray">
          <a:xfrm>
            <a:off x="2" y="0"/>
            <a:ext cx="4571999" cy="5143500"/>
          </a:xfrm>
          <a:solidFill>
            <a:schemeClr val="bg2"/>
          </a:solidFill>
        </p:spPr>
        <p:txBody>
          <a:bodyPr tIns="1080000" anchor="ctr" anchorCtr="0"/>
          <a:lstStyle>
            <a:lvl1pPr marL="0" indent="0" algn="ctr">
              <a:spcBef>
                <a:spcPts val="0"/>
              </a:spcBef>
              <a:spcAft>
                <a:spcPts val="0"/>
              </a:spcAft>
              <a:buFontTx/>
              <a:buNone/>
              <a:defRPr sz="900" b="0">
                <a:solidFill>
                  <a:schemeClr val="bg1"/>
                </a:solidFill>
              </a:defRPr>
            </a:lvl1pPr>
            <a:lvl2pPr marL="0" indent="0" algn="ctr">
              <a:spcBef>
                <a:spcPts val="0"/>
              </a:spcBef>
              <a:spcAft>
                <a:spcPts val="0"/>
              </a:spcAft>
              <a:buFontTx/>
              <a:buNone/>
              <a:defRPr sz="900" b="0"/>
            </a:lvl2pPr>
            <a:lvl3pPr marL="0" indent="0" algn="ctr">
              <a:spcBef>
                <a:spcPts val="0"/>
              </a:spcBef>
              <a:spcAft>
                <a:spcPts val="0"/>
              </a:spcAft>
              <a:buFontTx/>
              <a:buNone/>
              <a:defRPr sz="900" b="0"/>
            </a:lvl3pPr>
            <a:lvl4pPr marL="0" indent="0" algn="ctr">
              <a:spcBef>
                <a:spcPts val="0"/>
              </a:spcBef>
              <a:spcAft>
                <a:spcPts val="0"/>
              </a:spcAft>
              <a:buFontTx/>
              <a:buNone/>
              <a:defRPr sz="900" b="0"/>
            </a:lvl4pPr>
            <a:lvl5pPr marL="0" indent="0" algn="ctr">
              <a:spcBef>
                <a:spcPts val="0"/>
              </a:spcBef>
              <a:spcAft>
                <a:spcPts val="0"/>
              </a:spcAft>
              <a:buFontTx/>
              <a:buNone/>
              <a:defRPr sz="900" b="0"/>
            </a:lvl5pPr>
            <a:lvl6pPr marL="0" indent="0" algn="ctr">
              <a:spcBef>
                <a:spcPts val="0"/>
              </a:spcBef>
              <a:spcAft>
                <a:spcPts val="0"/>
              </a:spcAft>
              <a:buFontTx/>
              <a:buNone/>
              <a:defRPr sz="900" b="0"/>
            </a:lvl6pPr>
            <a:lvl7pPr marL="0" indent="0" algn="ctr">
              <a:spcBef>
                <a:spcPts val="0"/>
              </a:spcBef>
              <a:spcAft>
                <a:spcPts val="0"/>
              </a:spcAft>
              <a:buFontTx/>
              <a:buNone/>
              <a:defRPr sz="900" b="0"/>
            </a:lvl7pPr>
            <a:lvl8pPr marL="0" indent="0" algn="ctr">
              <a:spcBef>
                <a:spcPts val="0"/>
              </a:spcBef>
              <a:spcAft>
                <a:spcPts val="0"/>
              </a:spcAft>
              <a:buFontTx/>
              <a:buNone/>
              <a:defRPr sz="900" b="0"/>
            </a:lvl8pPr>
            <a:lvl9pPr marL="0" indent="0" algn="ctr">
              <a:spcBef>
                <a:spcPts val="0"/>
              </a:spcBef>
              <a:spcAft>
                <a:spcPts val="0"/>
              </a:spcAft>
              <a:buFontTx/>
              <a:buNone/>
              <a:defRPr sz="900" b="0"/>
            </a:lvl9pPr>
          </a:lstStyle>
          <a:p>
            <a:r>
              <a:rPr lang="en-US"/>
              <a:t>Bild hinzufügen per </a:t>
            </a:r>
            <a:br>
              <a:rPr lang="en-US"/>
            </a:br>
            <a:r>
              <a:rPr lang="en-US"/>
              <a:t>Klick auf das Symbol</a:t>
            </a:r>
          </a:p>
        </p:txBody>
      </p:sp>
      <p:sp>
        <p:nvSpPr>
          <p:cNvPr id="6" name="Bildplatzhalter 10"/>
          <p:cNvSpPr>
            <a:spLocks noGrp="1"/>
          </p:cNvSpPr>
          <p:nvPr>
            <p:ph type="pic" sz="quarter" idx="21" hasCustomPrompt="1"/>
          </p:nvPr>
        </p:nvSpPr>
        <p:spPr bwMode="ltGray">
          <a:xfrm>
            <a:off x="4572000" y="0"/>
            <a:ext cx="4572000" cy="5143500"/>
          </a:xfrm>
          <a:solidFill>
            <a:schemeClr val="bg2"/>
          </a:solidFill>
        </p:spPr>
        <p:txBody>
          <a:bodyPr tIns="720000" anchor="ctr" anchorCtr="0"/>
          <a:lstStyle>
            <a:lvl1pPr marL="0" indent="0" algn="ctr">
              <a:spcBef>
                <a:spcPts val="0"/>
              </a:spcBef>
              <a:spcAft>
                <a:spcPts val="0"/>
              </a:spcAft>
              <a:buFontTx/>
              <a:buNone/>
              <a:defRPr sz="900" b="0">
                <a:solidFill>
                  <a:schemeClr val="bg1"/>
                </a:solidFill>
              </a:defRPr>
            </a:lvl1pPr>
            <a:lvl2pPr marL="0" indent="0" algn="ctr">
              <a:spcBef>
                <a:spcPts val="0"/>
              </a:spcBef>
              <a:spcAft>
                <a:spcPts val="0"/>
              </a:spcAft>
              <a:buFontTx/>
              <a:buNone/>
              <a:defRPr sz="900" b="0">
                <a:solidFill>
                  <a:schemeClr val="bg1"/>
                </a:solidFill>
              </a:defRPr>
            </a:lvl2pPr>
            <a:lvl3pPr marL="0" indent="0" algn="ctr">
              <a:spcBef>
                <a:spcPts val="0"/>
              </a:spcBef>
              <a:spcAft>
                <a:spcPts val="0"/>
              </a:spcAft>
              <a:buFontTx/>
              <a:buNone/>
              <a:defRPr sz="900" b="0">
                <a:solidFill>
                  <a:schemeClr val="bg1"/>
                </a:solidFill>
              </a:defRPr>
            </a:lvl3pPr>
            <a:lvl4pPr marL="0" indent="0" algn="ctr">
              <a:spcBef>
                <a:spcPts val="0"/>
              </a:spcBef>
              <a:spcAft>
                <a:spcPts val="0"/>
              </a:spcAft>
              <a:buFontTx/>
              <a:buNone/>
              <a:defRPr sz="900" b="0">
                <a:solidFill>
                  <a:schemeClr val="bg1"/>
                </a:solidFill>
              </a:defRPr>
            </a:lvl4pPr>
            <a:lvl5pPr marL="0" indent="0" algn="ctr">
              <a:spcBef>
                <a:spcPts val="0"/>
              </a:spcBef>
              <a:spcAft>
                <a:spcPts val="0"/>
              </a:spcAft>
              <a:buFontTx/>
              <a:buNone/>
              <a:defRPr sz="900" b="0">
                <a:solidFill>
                  <a:schemeClr val="bg1"/>
                </a:solidFill>
              </a:defRPr>
            </a:lvl5pPr>
            <a:lvl6pPr marL="0" indent="0" algn="ctr">
              <a:spcBef>
                <a:spcPts val="0"/>
              </a:spcBef>
              <a:spcAft>
                <a:spcPts val="0"/>
              </a:spcAft>
              <a:buFontTx/>
              <a:buNone/>
              <a:defRPr sz="900" b="0">
                <a:solidFill>
                  <a:schemeClr val="bg1"/>
                </a:solidFill>
              </a:defRPr>
            </a:lvl6pPr>
            <a:lvl7pPr marL="0" indent="0" algn="ctr">
              <a:spcBef>
                <a:spcPts val="0"/>
              </a:spcBef>
              <a:spcAft>
                <a:spcPts val="0"/>
              </a:spcAft>
              <a:buFontTx/>
              <a:buNone/>
              <a:defRPr sz="900" b="0">
                <a:solidFill>
                  <a:schemeClr val="bg1"/>
                </a:solidFill>
              </a:defRPr>
            </a:lvl7pPr>
            <a:lvl8pPr marL="0" indent="0" algn="ctr">
              <a:spcBef>
                <a:spcPts val="0"/>
              </a:spcBef>
              <a:spcAft>
                <a:spcPts val="0"/>
              </a:spcAft>
              <a:buFontTx/>
              <a:buNone/>
              <a:defRPr sz="900" b="0">
                <a:solidFill>
                  <a:schemeClr val="bg1"/>
                </a:solidFill>
              </a:defRPr>
            </a:lvl8pPr>
            <a:lvl9pPr marL="0" indent="0" algn="ctr">
              <a:spcBef>
                <a:spcPts val="0"/>
              </a:spcBef>
              <a:spcAft>
                <a:spcPts val="0"/>
              </a:spcAft>
              <a:buFontTx/>
              <a:buNone/>
              <a:defRPr sz="900" b="0">
                <a:solidFill>
                  <a:schemeClr val="bg1"/>
                </a:solidFill>
              </a:defRPr>
            </a:lvl9pPr>
          </a:lstStyle>
          <a:p>
            <a:pPr lvl="0"/>
            <a:r>
              <a:rPr lang="en-US"/>
              <a:t>Add picture</a:t>
            </a:r>
          </a:p>
        </p:txBody>
      </p:sp>
      <p:sp>
        <p:nvSpPr>
          <p:cNvPr id="7" name="Textplatzhalter 6"/>
          <p:cNvSpPr>
            <a:spLocks noGrp="1"/>
          </p:cNvSpPr>
          <p:nvPr>
            <p:ph type="body" sz="quarter" idx="18" hasCustomPrompt="1"/>
          </p:nvPr>
        </p:nvSpPr>
        <p:spPr bwMode="gray">
          <a:xfrm>
            <a:off x="359570" y="1059960"/>
            <a:ext cx="4104085" cy="3294000"/>
          </a:xfrm>
        </p:spPr>
        <p:txBody>
          <a:bodyPr/>
          <a:lstStyle>
            <a:lvl1pPr marL="0" indent="0">
              <a:lnSpc>
                <a:spcPct val="120000"/>
              </a:lnSpc>
              <a:spcAft>
                <a:spcPts val="0"/>
              </a:spcAft>
              <a:buNone/>
              <a:defRPr sz="2400" b="1">
                <a:solidFill>
                  <a:schemeClr val="bg1"/>
                </a:solidFill>
                <a:latin typeface="+mj-lt"/>
              </a:defRPr>
            </a:lvl1pPr>
            <a:lvl2pPr marL="0" indent="0">
              <a:lnSpc>
                <a:spcPct val="120000"/>
              </a:lnSpc>
              <a:spcAft>
                <a:spcPts val="0"/>
              </a:spcAft>
              <a:buNone/>
              <a:defRPr sz="2400" b="1">
                <a:solidFill>
                  <a:schemeClr val="tx2"/>
                </a:solidFill>
                <a:latin typeface="+mj-lt"/>
              </a:defRPr>
            </a:lvl2pPr>
            <a:lvl3pPr marL="0" indent="0">
              <a:lnSpc>
                <a:spcPct val="120000"/>
              </a:lnSpc>
              <a:spcAft>
                <a:spcPts val="0"/>
              </a:spcAft>
              <a:buNone/>
              <a:defRPr sz="2400" b="1">
                <a:solidFill>
                  <a:schemeClr val="tx2"/>
                </a:solidFill>
                <a:latin typeface="+mj-lt"/>
              </a:defRPr>
            </a:lvl3pPr>
            <a:lvl4pPr marL="0" indent="0">
              <a:lnSpc>
                <a:spcPct val="120000"/>
              </a:lnSpc>
              <a:spcAft>
                <a:spcPts val="0"/>
              </a:spcAft>
              <a:buNone/>
              <a:defRPr sz="2400" b="1">
                <a:solidFill>
                  <a:schemeClr val="tx2"/>
                </a:solidFill>
                <a:latin typeface="+mj-lt"/>
              </a:defRPr>
            </a:lvl4pPr>
            <a:lvl5pPr marL="0" indent="0">
              <a:lnSpc>
                <a:spcPct val="120000"/>
              </a:lnSpc>
              <a:spcAft>
                <a:spcPts val="0"/>
              </a:spcAft>
              <a:buNone/>
              <a:defRPr sz="2400" b="1">
                <a:solidFill>
                  <a:schemeClr val="tx2"/>
                </a:solidFill>
                <a:latin typeface="+mj-lt"/>
              </a:defRPr>
            </a:lvl5pPr>
            <a:lvl6pPr marL="0" indent="0">
              <a:lnSpc>
                <a:spcPct val="120000"/>
              </a:lnSpc>
              <a:spcAft>
                <a:spcPts val="0"/>
              </a:spcAft>
              <a:buNone/>
              <a:defRPr sz="2400" b="1">
                <a:solidFill>
                  <a:schemeClr val="tx2"/>
                </a:solidFill>
                <a:latin typeface="+mj-lt"/>
              </a:defRPr>
            </a:lvl6pPr>
            <a:lvl7pPr marL="0" indent="0">
              <a:lnSpc>
                <a:spcPct val="120000"/>
              </a:lnSpc>
              <a:spcAft>
                <a:spcPts val="0"/>
              </a:spcAft>
              <a:buNone/>
              <a:defRPr sz="2400" b="1">
                <a:solidFill>
                  <a:schemeClr val="tx2"/>
                </a:solidFill>
                <a:latin typeface="+mj-lt"/>
              </a:defRPr>
            </a:lvl7pPr>
            <a:lvl8pPr marL="0" indent="0">
              <a:lnSpc>
                <a:spcPct val="120000"/>
              </a:lnSpc>
              <a:spcAft>
                <a:spcPts val="0"/>
              </a:spcAft>
              <a:buNone/>
              <a:defRPr sz="2400" b="1">
                <a:solidFill>
                  <a:schemeClr val="tx2"/>
                </a:solidFill>
                <a:latin typeface="+mj-lt"/>
              </a:defRPr>
            </a:lvl8pPr>
            <a:lvl9pPr marL="0" indent="0">
              <a:lnSpc>
                <a:spcPct val="120000"/>
              </a:lnSpc>
              <a:spcAft>
                <a:spcPts val="0"/>
              </a:spcAft>
              <a:buNone/>
              <a:defRPr sz="24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360000" y="4353948"/>
            <a:ext cx="4104000" cy="108000"/>
          </a:xfrm>
        </p:spPr>
        <p:txBody>
          <a:bodyPr anchor="b"/>
          <a:lstStyle>
            <a:lvl1pPr marL="0" indent="0">
              <a:lnSpc>
                <a:spcPct val="100000"/>
              </a:lnSpc>
              <a:spcBef>
                <a:spcPts val="0"/>
              </a:spcBef>
              <a:spcAft>
                <a:spcPts val="0"/>
              </a:spcAft>
              <a:buFont typeface="Arial" panose="020B0604020202020204" pitchFamily="34" charset="0"/>
              <a:buNone/>
              <a:defRPr sz="600" b="0">
                <a:solidFill>
                  <a:schemeClr val="bg1"/>
                </a:solidFill>
              </a:defRPr>
            </a:lvl1pPr>
            <a:lvl2pPr marL="0" indent="0">
              <a:lnSpc>
                <a:spcPct val="100000"/>
              </a:lnSpc>
              <a:spcBef>
                <a:spcPts val="0"/>
              </a:spcBef>
              <a:spcAft>
                <a:spcPts val="0"/>
              </a:spcAft>
              <a:buFont typeface="Arial" panose="020B0604020202020204" pitchFamily="34" charset="0"/>
              <a:buNone/>
              <a:defRPr sz="600" b="0">
                <a:solidFill>
                  <a:schemeClr val="bg1"/>
                </a:solidFill>
              </a:defRPr>
            </a:lvl2pPr>
            <a:lvl3pPr marL="0" indent="0">
              <a:lnSpc>
                <a:spcPct val="100000"/>
              </a:lnSpc>
              <a:spcBef>
                <a:spcPts val="0"/>
              </a:spcBef>
              <a:spcAft>
                <a:spcPts val="0"/>
              </a:spcAft>
              <a:buNone/>
              <a:defRPr sz="600" b="0">
                <a:solidFill>
                  <a:schemeClr val="bg1"/>
                </a:solidFill>
              </a:defRPr>
            </a:lvl3pPr>
            <a:lvl4pPr marL="0" indent="0">
              <a:lnSpc>
                <a:spcPct val="100000"/>
              </a:lnSpc>
              <a:spcBef>
                <a:spcPts val="0"/>
              </a:spcBef>
              <a:spcAft>
                <a:spcPts val="0"/>
              </a:spcAft>
              <a:buNone/>
              <a:defRPr sz="600" b="0">
                <a:solidFill>
                  <a:schemeClr val="bg1"/>
                </a:solidFill>
              </a:defRPr>
            </a:lvl4pPr>
            <a:lvl5pPr marL="0" indent="0">
              <a:lnSpc>
                <a:spcPct val="100000"/>
              </a:lnSpc>
              <a:spcBef>
                <a:spcPts val="0"/>
              </a:spcBef>
              <a:spcAft>
                <a:spcPts val="0"/>
              </a:spcAft>
              <a:buNone/>
              <a:defRPr sz="600" b="0">
                <a:solidFill>
                  <a:schemeClr val="bg1"/>
                </a:solidFill>
              </a:defRPr>
            </a:lvl5pPr>
            <a:lvl6pPr marL="0" indent="0">
              <a:lnSpc>
                <a:spcPct val="100000"/>
              </a:lnSpc>
              <a:spcBef>
                <a:spcPts val="0"/>
              </a:spcBef>
              <a:spcAft>
                <a:spcPts val="0"/>
              </a:spcAft>
              <a:buNone/>
              <a:defRPr sz="600" b="0">
                <a:solidFill>
                  <a:schemeClr val="bg1"/>
                </a:solidFill>
              </a:defRPr>
            </a:lvl6pPr>
            <a:lvl7pPr marL="0" indent="0">
              <a:lnSpc>
                <a:spcPct val="100000"/>
              </a:lnSpc>
              <a:spcBef>
                <a:spcPts val="0"/>
              </a:spcBef>
              <a:spcAft>
                <a:spcPts val="0"/>
              </a:spcAft>
              <a:buNone/>
              <a:defRPr sz="600" b="0">
                <a:solidFill>
                  <a:schemeClr val="bg1"/>
                </a:solidFill>
              </a:defRPr>
            </a:lvl7pPr>
            <a:lvl8pPr marL="0" indent="0">
              <a:lnSpc>
                <a:spcPct val="100000"/>
              </a:lnSpc>
              <a:spcBef>
                <a:spcPts val="0"/>
              </a:spcBef>
              <a:spcAft>
                <a:spcPts val="0"/>
              </a:spcAft>
              <a:buNone/>
              <a:defRPr sz="600" b="0">
                <a:solidFill>
                  <a:schemeClr val="bg1"/>
                </a:solidFill>
              </a:defRPr>
            </a:lvl8pPr>
            <a:lvl9pPr marL="0" indent="0">
              <a:lnSpc>
                <a:spcPct val="100000"/>
              </a:lnSpc>
              <a:spcBef>
                <a:spcPts val="0"/>
              </a:spcBef>
              <a:spcAft>
                <a:spcPts val="0"/>
              </a:spcAft>
              <a:buNone/>
              <a:defRPr sz="600" b="0">
                <a:solidFill>
                  <a:schemeClr val="bg1"/>
                </a:solidFill>
              </a:defRPr>
            </a:lvl9pPr>
          </a:lstStyle>
          <a:p>
            <a:pPr lvl="0"/>
            <a:r>
              <a:rPr lang="en-US"/>
              <a:t>Footnote/Source</a:t>
            </a:r>
          </a:p>
        </p:txBody>
      </p:sp>
      <p:sp>
        <p:nvSpPr>
          <p:cNvPr id="13" name="Fußzeilenplatzhalter 12"/>
          <p:cNvSpPr>
            <a:spLocks noGrp="1"/>
          </p:cNvSpPr>
          <p:nvPr>
            <p:ph type="ftr" sz="quarter" idx="29"/>
          </p:nvPr>
        </p:nvSpPr>
        <p:spPr bwMode="gray"/>
        <p:txBody>
          <a:bodyPr/>
          <a:lstStyle>
            <a:lvl1pPr>
              <a:defRPr>
                <a:solidFill>
                  <a:schemeClr val="bg1"/>
                </a:solidFill>
              </a:defRPr>
            </a:lvl1pPr>
          </a:lstStyle>
          <a:p>
            <a:r>
              <a:rPr lang="en-US"/>
              <a:t>Presentation title    |    ONLY FOR INTERNAL USE</a:t>
            </a:r>
          </a:p>
        </p:txBody>
      </p:sp>
      <p:sp>
        <p:nvSpPr>
          <p:cNvPr id="14" name="Foliennummernplatzhalter 13"/>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t>‹#›</a:t>
            </a:fld>
            <a:endParaRPr lang="en-US"/>
          </a:p>
        </p:txBody>
      </p:sp>
      <p:sp>
        <p:nvSpPr>
          <p:cNvPr id="2" name="Text Placeholder 8"/>
          <p:cNvSpPr>
            <a:spLocks noGrp="1"/>
          </p:cNvSpPr>
          <p:nvPr>
            <p:ph type="body" sz="quarter" idx="31"/>
          </p:nvPr>
        </p:nvSpPr>
        <p:spPr bwMode="gray">
          <a:xfrm>
            <a:off x="359568" y="4625100"/>
            <a:ext cx="926100" cy="2808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150">
                <a:noFill/>
              </a:defRPr>
            </a:lvl1pPr>
            <a:lvl2pPr marL="0" indent="0">
              <a:lnSpc>
                <a:spcPct val="100000"/>
              </a:lnSpc>
              <a:spcAft>
                <a:spcPts val="0"/>
              </a:spcAft>
              <a:buFontTx/>
              <a:buNone/>
              <a:defRPr sz="150">
                <a:noFill/>
              </a:defRPr>
            </a:lvl2pPr>
            <a:lvl3pPr marL="0" indent="0">
              <a:lnSpc>
                <a:spcPct val="100000"/>
              </a:lnSpc>
              <a:spcAft>
                <a:spcPts val="0"/>
              </a:spcAft>
              <a:buFontTx/>
              <a:buNone/>
              <a:defRPr sz="150">
                <a:noFill/>
              </a:defRPr>
            </a:lvl3pPr>
            <a:lvl4pPr marL="0" indent="0">
              <a:lnSpc>
                <a:spcPct val="100000"/>
              </a:lnSpc>
              <a:spcAft>
                <a:spcPts val="0"/>
              </a:spcAft>
              <a:buFontTx/>
              <a:buNone/>
              <a:defRPr sz="150">
                <a:noFill/>
              </a:defRPr>
            </a:lvl4pPr>
            <a:lvl5pPr marL="0" indent="0">
              <a:lnSpc>
                <a:spcPct val="100000"/>
              </a:lnSpc>
              <a:spcAft>
                <a:spcPts val="0"/>
              </a:spcAft>
              <a:buFontTx/>
              <a:buNone/>
              <a:defRPr sz="150">
                <a:noFill/>
              </a:defRPr>
            </a:lvl5pPr>
          </a:lstStyle>
          <a:p>
            <a:pPr lvl="0"/>
            <a:r>
              <a:rPr lang="en-US"/>
              <a:t>Click to edit Master text styles</a:t>
            </a:r>
          </a:p>
        </p:txBody>
      </p:sp>
      <p:grpSp>
        <p:nvGrpSpPr>
          <p:cNvPr id="17" name="Group 16"/>
          <p:cNvGrpSpPr/>
          <p:nvPr userDrawn="1"/>
        </p:nvGrpSpPr>
        <p:grpSpPr bwMode="gray">
          <a:xfrm>
            <a:off x="-1422666" y="0"/>
            <a:ext cx="1286309" cy="2808312"/>
            <a:chOff x="-1824880" y="2708920"/>
            <a:chExt cx="1715078" cy="3744416"/>
          </a:xfrm>
        </p:grpSpPr>
        <p:sp>
          <p:nvSpPr>
            <p:cNvPr id="18" name="TextBox 17"/>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450"/>
                </a:spcAft>
              </a:pPr>
              <a:r>
                <a:rPr lang="en-US" sz="825" b="1">
                  <a:solidFill>
                    <a:schemeClr val="tx1"/>
                  </a:solidFill>
                  <a:effectLst/>
                  <a:latin typeface="+mj-lt"/>
                </a:rPr>
                <a:t>To insert a picture:</a:t>
              </a:r>
            </a:p>
            <a:p>
              <a:pPr marL="107950" indent="-107950">
                <a:lnSpc>
                  <a:spcPct val="120000"/>
                </a:lnSpc>
                <a:spcAft>
                  <a:spcPts val="450"/>
                </a:spcAft>
                <a:buFont typeface="+mj-lt"/>
                <a:buAutoNum type="arabicPeriod"/>
              </a:pPr>
              <a:r>
                <a:rPr lang="en-US" sz="675">
                  <a:solidFill>
                    <a:schemeClr val="tx1"/>
                  </a:solidFill>
                  <a:effectLst/>
                  <a:latin typeface="+mn-lt"/>
                </a:rPr>
                <a:t>Click on the placeholder for pictures</a:t>
              </a:r>
            </a:p>
            <a:p>
              <a:pPr marL="107950" indent="-107950">
                <a:lnSpc>
                  <a:spcPct val="120000"/>
                </a:lnSpc>
                <a:spcAft>
                  <a:spcPts val="450"/>
                </a:spcAft>
                <a:buFont typeface="+mj-lt"/>
                <a:buAutoNum type="arabicPeriod"/>
              </a:pPr>
              <a:r>
                <a:rPr lang="en-US" sz="675">
                  <a:solidFill>
                    <a:schemeClr val="tx1"/>
                  </a:solidFill>
                  <a:effectLst/>
                  <a:latin typeface="+mn-lt"/>
                </a:rPr>
                <a:t>Open the menu “Insert”</a:t>
              </a:r>
            </a:p>
            <a:p>
              <a:pPr marL="107950" indent="-107950">
                <a:lnSpc>
                  <a:spcPct val="120000"/>
                </a:lnSpc>
                <a:spcAft>
                  <a:spcPts val="450"/>
                </a:spcAft>
                <a:buFont typeface="+mj-lt"/>
                <a:buAutoNum type="arabicPeriod"/>
              </a:pPr>
              <a:r>
                <a:rPr lang="en-US" sz="675">
                  <a:solidFill>
                    <a:schemeClr val="tx1"/>
                  </a:solidFill>
                  <a:effectLst/>
                  <a:latin typeface="+mn-lt"/>
                </a:rPr>
                <a:t>Choose “Pictures” and then the corresponding source where the image is located</a:t>
              </a:r>
              <a:endParaRPr lang="en-US" sz="675">
                <a:solidFill>
                  <a:schemeClr val="tx1"/>
                </a:solidFill>
                <a:latin typeface="+mn-lt"/>
              </a:endParaRPr>
            </a:p>
          </p:txBody>
        </p:sp>
        <p:pic>
          <p:nvPicPr>
            <p:cNvPr id="19" name="Picture 18"/>
            <p:cNvPicPr>
              <a:picLocks noChangeAspect="1"/>
            </p:cNvPicPr>
            <p:nvPr userDrawn="1"/>
          </p:nvPicPr>
          <p:blipFill rotWithShape="1">
            <a:blip r:embed="rId4"/>
            <a:srcRect l="8843" r="2395" b="2546"/>
            <a:stretch>
              <a:fillRect/>
            </a:stretch>
          </p:blipFill>
          <p:spPr bwMode="gray">
            <a:xfrm>
              <a:off x="-1589806" y="4475212"/>
              <a:ext cx="745332" cy="1122804"/>
            </a:xfrm>
            <a:prstGeom prst="roundRect">
              <a:avLst>
                <a:gd name="adj" fmla="val 3514"/>
              </a:avLst>
            </a:prstGeom>
          </p:spPr>
        </p:pic>
        <p:sp>
          <p:nvSpPr>
            <p:cNvPr id="20" name="TextBox 19"/>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07950" indent="-107950">
                <a:spcAft>
                  <a:spcPts val="450"/>
                </a:spcAft>
                <a:buFont typeface="+mj-lt"/>
                <a:buAutoNum type="arabicPeriod" startAt="4"/>
              </a:pPr>
              <a:r>
                <a:rPr lang="en-US" sz="675">
                  <a:solidFill>
                    <a:schemeClr val="tx1"/>
                  </a:solidFill>
                  <a:effectLst/>
                  <a:latin typeface="+mn-lt"/>
                </a:rPr>
                <a:t>Now the image has </a:t>
              </a:r>
              <a:br>
                <a:rPr lang="en-US" sz="675">
                  <a:solidFill>
                    <a:schemeClr val="tx1"/>
                  </a:solidFill>
                  <a:effectLst/>
                  <a:latin typeface="+mn-lt"/>
                </a:rPr>
              </a:br>
              <a:r>
                <a:rPr lang="en-US" sz="675">
                  <a:solidFill>
                    <a:schemeClr val="tx1"/>
                  </a:solidFill>
                  <a:effectLst/>
                  <a:latin typeface="+mn-lt"/>
                </a:rPr>
                <a:t>been loaded into the </a:t>
              </a:r>
              <a:br>
                <a:rPr lang="en-US" sz="675">
                  <a:solidFill>
                    <a:schemeClr val="tx1"/>
                  </a:solidFill>
                  <a:effectLst/>
                  <a:latin typeface="+mn-lt"/>
                </a:rPr>
              </a:br>
              <a:r>
                <a:rPr lang="en-US" sz="675">
                  <a:solidFill>
                    <a:schemeClr val="tx1"/>
                  </a:solidFill>
                  <a:effectLst/>
                  <a:latin typeface="+mn-lt"/>
                </a:rPr>
                <a:t>placeholder.</a:t>
              </a:r>
              <a:endParaRPr lang="en-US" sz="675">
                <a:solidFill>
                  <a:schemeClr val="tx1"/>
                </a:solidFill>
                <a:latin typeface="+mn-lt"/>
              </a:endParaRPr>
            </a:p>
          </p:txBody>
        </p:sp>
      </p:grpSp>
      <p:sp>
        <p:nvSpPr>
          <p:cNvPr id="3" name="Arrow: Pentagon 6"/>
          <p:cNvSpPr/>
          <p:nvPr userDrawn="1"/>
        </p:nvSpPr>
        <p:spPr bwMode="gray">
          <a:xfrm flipH="1">
            <a:off x="9162660" y="411510"/>
            <a:ext cx="1242000" cy="324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35000" rtlCol="0" anchor="ctr"/>
          <a:lstStyle/>
          <a:p>
            <a:pPr algn="l">
              <a:lnSpc>
                <a:spcPct val="140000"/>
              </a:lnSpc>
            </a:pPr>
            <a:r>
              <a:rPr lang="en-GB" sz="600" b="1">
                <a:solidFill>
                  <a:srgbClr val="076D7E"/>
                </a:solidFill>
                <a:latin typeface="+mj-lt"/>
              </a:rPr>
              <a:t>This layout requires two pictures in the background</a:t>
            </a:r>
            <a:endParaRPr lang="en-US" sz="600" b="1">
              <a:solidFill>
                <a:srgbClr val="076D7E"/>
              </a:solidFill>
              <a:latin typeface="+mj-lt"/>
            </a:endParaRPr>
          </a:p>
        </p:txBody>
      </p:sp>
    </p:spTree>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Key message and image division (2)">
    <p:spTree>
      <p:nvGrpSpPr>
        <p:cNvPr id="1" name=""/>
        <p:cNvGrpSpPr/>
        <p:nvPr/>
      </p:nvGrpSpPr>
      <p:grpSpPr>
        <a:xfrm>
          <a:off x="0" y="0"/>
          <a:ext cx="0" cy="0"/>
          <a:chOff x="0" y="0"/>
          <a:chExt cx="0" cy="0"/>
        </a:xfrm>
      </p:grpSpPr>
      <p:sp>
        <p:nvSpPr>
          <p:cNvPr id="4" name="Bildplatzhalter 10"/>
          <p:cNvSpPr>
            <a:spLocks noGrp="1"/>
          </p:cNvSpPr>
          <p:nvPr>
            <p:ph type="pic" sz="quarter" idx="10" hasCustomPrompt="1"/>
          </p:nvPr>
        </p:nvSpPr>
        <p:spPr bwMode="ltGray">
          <a:xfrm>
            <a:off x="0" y="0"/>
            <a:ext cx="6111478" cy="5143500"/>
          </a:xfrm>
          <a:solidFill>
            <a:schemeClr val="bg2"/>
          </a:solidFill>
        </p:spPr>
        <p:txBody>
          <a:bodyPr tIns="1080000" anchor="ctr" anchorCtr="0"/>
          <a:lstStyle>
            <a:lvl1pPr marL="0" indent="0" algn="ctr">
              <a:spcBef>
                <a:spcPts val="0"/>
              </a:spcBef>
              <a:spcAft>
                <a:spcPts val="0"/>
              </a:spcAft>
              <a:buFontTx/>
              <a:buNone/>
              <a:defRPr sz="900" b="0">
                <a:solidFill>
                  <a:schemeClr val="bg1"/>
                </a:solidFill>
              </a:defRPr>
            </a:lvl1pPr>
            <a:lvl2pPr marL="0" indent="0" algn="ctr">
              <a:spcBef>
                <a:spcPts val="0"/>
              </a:spcBef>
              <a:spcAft>
                <a:spcPts val="0"/>
              </a:spcAft>
              <a:buFontTx/>
              <a:buNone/>
              <a:defRPr sz="900" b="0"/>
            </a:lvl2pPr>
            <a:lvl3pPr marL="0" indent="0" algn="ctr">
              <a:spcBef>
                <a:spcPts val="0"/>
              </a:spcBef>
              <a:spcAft>
                <a:spcPts val="0"/>
              </a:spcAft>
              <a:buFontTx/>
              <a:buNone/>
              <a:defRPr sz="900" b="0"/>
            </a:lvl3pPr>
            <a:lvl4pPr marL="0" indent="0" algn="ctr">
              <a:spcBef>
                <a:spcPts val="0"/>
              </a:spcBef>
              <a:spcAft>
                <a:spcPts val="0"/>
              </a:spcAft>
              <a:buFontTx/>
              <a:buNone/>
              <a:defRPr sz="900" b="0"/>
            </a:lvl4pPr>
            <a:lvl5pPr marL="0" indent="0" algn="ctr">
              <a:spcBef>
                <a:spcPts val="0"/>
              </a:spcBef>
              <a:spcAft>
                <a:spcPts val="0"/>
              </a:spcAft>
              <a:buFontTx/>
              <a:buNone/>
              <a:defRPr sz="900" b="0"/>
            </a:lvl5pPr>
            <a:lvl6pPr marL="0" indent="0" algn="ctr">
              <a:spcBef>
                <a:spcPts val="0"/>
              </a:spcBef>
              <a:spcAft>
                <a:spcPts val="0"/>
              </a:spcAft>
              <a:buFontTx/>
              <a:buNone/>
              <a:defRPr sz="900" b="0"/>
            </a:lvl6pPr>
            <a:lvl7pPr marL="0" indent="0" algn="ctr">
              <a:spcBef>
                <a:spcPts val="0"/>
              </a:spcBef>
              <a:spcAft>
                <a:spcPts val="0"/>
              </a:spcAft>
              <a:buFontTx/>
              <a:buNone/>
              <a:defRPr sz="900" b="0"/>
            </a:lvl7pPr>
            <a:lvl8pPr marL="0" indent="0" algn="ctr">
              <a:spcBef>
                <a:spcPts val="0"/>
              </a:spcBef>
              <a:spcAft>
                <a:spcPts val="0"/>
              </a:spcAft>
              <a:buFontTx/>
              <a:buNone/>
              <a:defRPr sz="900" b="0"/>
            </a:lvl8pPr>
            <a:lvl9pPr marL="0" indent="0" algn="ctr">
              <a:spcBef>
                <a:spcPts val="0"/>
              </a:spcBef>
              <a:spcAft>
                <a:spcPts val="0"/>
              </a:spcAft>
              <a:buFontTx/>
              <a:buNone/>
              <a:defRPr sz="900" b="0"/>
            </a:lvl9pPr>
          </a:lstStyle>
          <a:p>
            <a:r>
              <a:rPr lang="en-US"/>
              <a:t>Bild hinzufügen per </a:t>
            </a:r>
            <a:br>
              <a:rPr lang="en-US"/>
            </a:br>
            <a:r>
              <a:rPr lang="en-US"/>
              <a:t>Klick auf das Symbol</a:t>
            </a:r>
          </a:p>
        </p:txBody>
      </p:sp>
      <p:sp>
        <p:nvSpPr>
          <p:cNvPr id="12" name="Bildplatzhalter 10"/>
          <p:cNvSpPr>
            <a:spLocks noGrp="1"/>
          </p:cNvSpPr>
          <p:nvPr>
            <p:ph type="pic" sz="quarter" idx="21" hasCustomPrompt="1"/>
          </p:nvPr>
        </p:nvSpPr>
        <p:spPr bwMode="ltGray">
          <a:xfrm>
            <a:off x="6111478" y="0"/>
            <a:ext cx="3032522" cy="5143500"/>
          </a:xfrm>
          <a:solidFill>
            <a:schemeClr val="bg2"/>
          </a:solidFill>
        </p:spPr>
        <p:txBody>
          <a:bodyPr tIns="720000" anchor="ctr" anchorCtr="0"/>
          <a:lstStyle>
            <a:lvl1pPr marL="0" indent="0" algn="ctr">
              <a:spcBef>
                <a:spcPts val="0"/>
              </a:spcBef>
              <a:spcAft>
                <a:spcPts val="0"/>
              </a:spcAft>
              <a:buFontTx/>
              <a:buNone/>
              <a:defRPr sz="900" b="0">
                <a:solidFill>
                  <a:schemeClr val="bg1"/>
                </a:solidFill>
              </a:defRPr>
            </a:lvl1pPr>
            <a:lvl2pPr marL="0" indent="0" algn="ctr">
              <a:spcBef>
                <a:spcPts val="0"/>
              </a:spcBef>
              <a:spcAft>
                <a:spcPts val="0"/>
              </a:spcAft>
              <a:buFontTx/>
              <a:buNone/>
              <a:defRPr sz="900" b="0">
                <a:solidFill>
                  <a:schemeClr val="bg1"/>
                </a:solidFill>
              </a:defRPr>
            </a:lvl2pPr>
            <a:lvl3pPr marL="0" indent="0" algn="ctr">
              <a:spcBef>
                <a:spcPts val="0"/>
              </a:spcBef>
              <a:spcAft>
                <a:spcPts val="0"/>
              </a:spcAft>
              <a:buFontTx/>
              <a:buNone/>
              <a:defRPr sz="900" b="0">
                <a:solidFill>
                  <a:schemeClr val="bg1"/>
                </a:solidFill>
              </a:defRPr>
            </a:lvl3pPr>
            <a:lvl4pPr marL="0" indent="0" algn="ctr">
              <a:spcBef>
                <a:spcPts val="0"/>
              </a:spcBef>
              <a:spcAft>
                <a:spcPts val="0"/>
              </a:spcAft>
              <a:buFontTx/>
              <a:buNone/>
              <a:defRPr sz="900" b="0">
                <a:solidFill>
                  <a:schemeClr val="bg1"/>
                </a:solidFill>
              </a:defRPr>
            </a:lvl4pPr>
            <a:lvl5pPr marL="0" indent="0" algn="ctr">
              <a:spcBef>
                <a:spcPts val="0"/>
              </a:spcBef>
              <a:spcAft>
                <a:spcPts val="0"/>
              </a:spcAft>
              <a:buFontTx/>
              <a:buNone/>
              <a:defRPr sz="900" b="0">
                <a:solidFill>
                  <a:schemeClr val="bg1"/>
                </a:solidFill>
              </a:defRPr>
            </a:lvl5pPr>
            <a:lvl6pPr marL="0" indent="0" algn="ctr">
              <a:spcBef>
                <a:spcPts val="0"/>
              </a:spcBef>
              <a:spcAft>
                <a:spcPts val="0"/>
              </a:spcAft>
              <a:buFontTx/>
              <a:buNone/>
              <a:defRPr sz="900" b="0">
                <a:solidFill>
                  <a:schemeClr val="bg1"/>
                </a:solidFill>
              </a:defRPr>
            </a:lvl6pPr>
            <a:lvl7pPr marL="0" indent="0" algn="ctr">
              <a:spcBef>
                <a:spcPts val="0"/>
              </a:spcBef>
              <a:spcAft>
                <a:spcPts val="0"/>
              </a:spcAft>
              <a:buFontTx/>
              <a:buNone/>
              <a:defRPr sz="900" b="0">
                <a:solidFill>
                  <a:schemeClr val="bg1"/>
                </a:solidFill>
              </a:defRPr>
            </a:lvl7pPr>
            <a:lvl8pPr marL="0" indent="0" algn="ctr">
              <a:spcBef>
                <a:spcPts val="0"/>
              </a:spcBef>
              <a:spcAft>
                <a:spcPts val="0"/>
              </a:spcAft>
              <a:buFontTx/>
              <a:buNone/>
              <a:defRPr sz="900" b="0">
                <a:solidFill>
                  <a:schemeClr val="bg1"/>
                </a:solidFill>
              </a:defRPr>
            </a:lvl8pPr>
            <a:lvl9pPr marL="0" indent="0" algn="ctr">
              <a:spcBef>
                <a:spcPts val="0"/>
              </a:spcBef>
              <a:spcAft>
                <a:spcPts val="0"/>
              </a:spcAft>
              <a:buFontTx/>
              <a:buNone/>
              <a:defRPr sz="900" b="0">
                <a:solidFill>
                  <a:schemeClr val="bg1"/>
                </a:solidFill>
              </a:defRPr>
            </a:lvl9pPr>
          </a:lstStyle>
          <a:p>
            <a:pPr lvl="0"/>
            <a:r>
              <a:rPr lang="en-US"/>
              <a:t>Add picture</a:t>
            </a:r>
          </a:p>
        </p:txBody>
      </p:sp>
      <p:sp>
        <p:nvSpPr>
          <p:cNvPr id="7" name="Textplatzhalter 6"/>
          <p:cNvSpPr>
            <a:spLocks noGrp="1"/>
          </p:cNvSpPr>
          <p:nvPr>
            <p:ph type="body" sz="quarter" idx="18" hasCustomPrompt="1"/>
          </p:nvPr>
        </p:nvSpPr>
        <p:spPr bwMode="gray">
          <a:xfrm>
            <a:off x="359569" y="1059656"/>
            <a:ext cx="5535216" cy="3294000"/>
          </a:xfrm>
        </p:spPr>
        <p:txBody>
          <a:bodyPr/>
          <a:lstStyle>
            <a:lvl1pPr marL="0" indent="0">
              <a:lnSpc>
                <a:spcPct val="120000"/>
              </a:lnSpc>
              <a:spcAft>
                <a:spcPts val="0"/>
              </a:spcAft>
              <a:buNone/>
              <a:defRPr sz="2400" b="1">
                <a:solidFill>
                  <a:schemeClr val="bg1"/>
                </a:solidFill>
                <a:latin typeface="+mj-lt"/>
              </a:defRPr>
            </a:lvl1pPr>
            <a:lvl2pPr marL="0" indent="0">
              <a:lnSpc>
                <a:spcPct val="120000"/>
              </a:lnSpc>
              <a:spcAft>
                <a:spcPts val="0"/>
              </a:spcAft>
              <a:buNone/>
              <a:defRPr sz="2400" b="1">
                <a:solidFill>
                  <a:schemeClr val="tx2"/>
                </a:solidFill>
                <a:latin typeface="+mj-lt"/>
              </a:defRPr>
            </a:lvl2pPr>
            <a:lvl3pPr marL="0" indent="0">
              <a:lnSpc>
                <a:spcPct val="120000"/>
              </a:lnSpc>
              <a:spcAft>
                <a:spcPts val="0"/>
              </a:spcAft>
              <a:buNone/>
              <a:defRPr sz="2400" b="1">
                <a:solidFill>
                  <a:schemeClr val="tx2"/>
                </a:solidFill>
                <a:latin typeface="+mj-lt"/>
              </a:defRPr>
            </a:lvl3pPr>
            <a:lvl4pPr marL="0" indent="0">
              <a:lnSpc>
                <a:spcPct val="120000"/>
              </a:lnSpc>
              <a:spcAft>
                <a:spcPts val="0"/>
              </a:spcAft>
              <a:buNone/>
              <a:defRPr sz="2400" b="1">
                <a:solidFill>
                  <a:schemeClr val="tx2"/>
                </a:solidFill>
                <a:latin typeface="+mj-lt"/>
              </a:defRPr>
            </a:lvl4pPr>
            <a:lvl5pPr marL="0" indent="0">
              <a:lnSpc>
                <a:spcPct val="120000"/>
              </a:lnSpc>
              <a:spcAft>
                <a:spcPts val="0"/>
              </a:spcAft>
              <a:buNone/>
              <a:defRPr sz="2400" b="1">
                <a:solidFill>
                  <a:schemeClr val="tx2"/>
                </a:solidFill>
                <a:latin typeface="+mj-lt"/>
              </a:defRPr>
            </a:lvl5pPr>
            <a:lvl6pPr marL="0" indent="0">
              <a:lnSpc>
                <a:spcPct val="120000"/>
              </a:lnSpc>
              <a:spcAft>
                <a:spcPts val="0"/>
              </a:spcAft>
              <a:buNone/>
              <a:defRPr sz="2400" b="1">
                <a:solidFill>
                  <a:schemeClr val="tx2"/>
                </a:solidFill>
                <a:latin typeface="+mj-lt"/>
              </a:defRPr>
            </a:lvl6pPr>
            <a:lvl7pPr marL="0" indent="0">
              <a:lnSpc>
                <a:spcPct val="120000"/>
              </a:lnSpc>
              <a:spcAft>
                <a:spcPts val="0"/>
              </a:spcAft>
              <a:buNone/>
              <a:defRPr sz="2400" b="1">
                <a:solidFill>
                  <a:schemeClr val="tx2"/>
                </a:solidFill>
                <a:latin typeface="+mj-lt"/>
              </a:defRPr>
            </a:lvl7pPr>
            <a:lvl8pPr marL="0" indent="0">
              <a:lnSpc>
                <a:spcPct val="120000"/>
              </a:lnSpc>
              <a:spcAft>
                <a:spcPts val="0"/>
              </a:spcAft>
              <a:buNone/>
              <a:defRPr sz="2400" b="1">
                <a:solidFill>
                  <a:schemeClr val="tx2"/>
                </a:solidFill>
                <a:latin typeface="+mj-lt"/>
              </a:defRPr>
            </a:lvl8pPr>
            <a:lvl9pPr marL="0" indent="0">
              <a:lnSpc>
                <a:spcPct val="120000"/>
              </a:lnSpc>
              <a:spcAft>
                <a:spcPts val="0"/>
              </a:spcAft>
              <a:buNone/>
              <a:defRPr sz="24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360000" y="4353960"/>
            <a:ext cx="5535000" cy="108000"/>
          </a:xfrm>
        </p:spPr>
        <p:txBody>
          <a:bodyPr anchor="b"/>
          <a:lstStyle>
            <a:lvl1pPr marL="0" indent="0">
              <a:lnSpc>
                <a:spcPct val="100000"/>
              </a:lnSpc>
              <a:spcBef>
                <a:spcPts val="0"/>
              </a:spcBef>
              <a:spcAft>
                <a:spcPts val="0"/>
              </a:spcAft>
              <a:buFont typeface="Arial" panose="020B0604020202020204" pitchFamily="34" charset="0"/>
              <a:buNone/>
              <a:defRPr sz="600" b="0">
                <a:solidFill>
                  <a:schemeClr val="bg1"/>
                </a:solidFill>
              </a:defRPr>
            </a:lvl1pPr>
            <a:lvl2pPr marL="0" indent="0">
              <a:lnSpc>
                <a:spcPct val="100000"/>
              </a:lnSpc>
              <a:spcBef>
                <a:spcPts val="0"/>
              </a:spcBef>
              <a:spcAft>
                <a:spcPts val="0"/>
              </a:spcAft>
              <a:buFont typeface="Arial" panose="020B0604020202020204" pitchFamily="34" charset="0"/>
              <a:buNone/>
              <a:defRPr sz="600" b="0">
                <a:solidFill>
                  <a:schemeClr val="bg1"/>
                </a:solidFill>
              </a:defRPr>
            </a:lvl2pPr>
            <a:lvl3pPr marL="0" indent="0">
              <a:lnSpc>
                <a:spcPct val="100000"/>
              </a:lnSpc>
              <a:spcBef>
                <a:spcPts val="0"/>
              </a:spcBef>
              <a:spcAft>
                <a:spcPts val="0"/>
              </a:spcAft>
              <a:buNone/>
              <a:defRPr sz="600" b="0">
                <a:solidFill>
                  <a:schemeClr val="bg1"/>
                </a:solidFill>
              </a:defRPr>
            </a:lvl3pPr>
            <a:lvl4pPr marL="0" indent="0">
              <a:lnSpc>
                <a:spcPct val="100000"/>
              </a:lnSpc>
              <a:spcBef>
                <a:spcPts val="0"/>
              </a:spcBef>
              <a:spcAft>
                <a:spcPts val="0"/>
              </a:spcAft>
              <a:buNone/>
              <a:defRPr sz="600" b="0">
                <a:solidFill>
                  <a:schemeClr val="bg1"/>
                </a:solidFill>
              </a:defRPr>
            </a:lvl4pPr>
            <a:lvl5pPr marL="0" indent="0">
              <a:lnSpc>
                <a:spcPct val="100000"/>
              </a:lnSpc>
              <a:spcBef>
                <a:spcPts val="0"/>
              </a:spcBef>
              <a:spcAft>
                <a:spcPts val="0"/>
              </a:spcAft>
              <a:buNone/>
              <a:defRPr sz="600" b="0">
                <a:solidFill>
                  <a:schemeClr val="bg1"/>
                </a:solidFill>
              </a:defRPr>
            </a:lvl5pPr>
            <a:lvl6pPr marL="0" indent="0">
              <a:lnSpc>
                <a:spcPct val="100000"/>
              </a:lnSpc>
              <a:spcBef>
                <a:spcPts val="0"/>
              </a:spcBef>
              <a:spcAft>
                <a:spcPts val="0"/>
              </a:spcAft>
              <a:buNone/>
              <a:defRPr sz="600" b="0">
                <a:solidFill>
                  <a:schemeClr val="bg1"/>
                </a:solidFill>
              </a:defRPr>
            </a:lvl6pPr>
            <a:lvl7pPr marL="0" indent="0">
              <a:lnSpc>
                <a:spcPct val="100000"/>
              </a:lnSpc>
              <a:spcBef>
                <a:spcPts val="0"/>
              </a:spcBef>
              <a:spcAft>
                <a:spcPts val="0"/>
              </a:spcAft>
              <a:buNone/>
              <a:defRPr sz="600" b="0">
                <a:solidFill>
                  <a:schemeClr val="bg1"/>
                </a:solidFill>
              </a:defRPr>
            </a:lvl7pPr>
            <a:lvl8pPr marL="0" indent="0">
              <a:lnSpc>
                <a:spcPct val="100000"/>
              </a:lnSpc>
              <a:spcBef>
                <a:spcPts val="0"/>
              </a:spcBef>
              <a:spcAft>
                <a:spcPts val="0"/>
              </a:spcAft>
              <a:buNone/>
              <a:defRPr sz="600" b="0">
                <a:solidFill>
                  <a:schemeClr val="bg1"/>
                </a:solidFill>
              </a:defRPr>
            </a:lvl8pPr>
            <a:lvl9pPr marL="0" indent="0">
              <a:lnSpc>
                <a:spcPct val="100000"/>
              </a:lnSpc>
              <a:spcBef>
                <a:spcPts val="0"/>
              </a:spcBef>
              <a:spcAft>
                <a:spcPts val="0"/>
              </a:spcAft>
              <a:buNone/>
              <a:defRPr sz="600" b="0">
                <a:solidFill>
                  <a:schemeClr val="bg1"/>
                </a:solidFill>
              </a:defRPr>
            </a:lvl9pPr>
          </a:lstStyle>
          <a:p>
            <a:pPr lvl="0"/>
            <a:r>
              <a:rPr lang="en-US"/>
              <a:t>Footnote/Source</a:t>
            </a:r>
          </a:p>
        </p:txBody>
      </p:sp>
      <p:sp>
        <p:nvSpPr>
          <p:cNvPr id="14" name="Foliennummernplatzhalter 13"/>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t>‹#›</a:t>
            </a:fld>
            <a:endParaRPr lang="en-US"/>
          </a:p>
        </p:txBody>
      </p:sp>
      <p:sp>
        <p:nvSpPr>
          <p:cNvPr id="3" name="Fußzeilenplatzhalter 2"/>
          <p:cNvSpPr>
            <a:spLocks noGrp="1"/>
          </p:cNvSpPr>
          <p:nvPr>
            <p:ph type="ftr" sz="quarter" idx="31"/>
          </p:nvPr>
        </p:nvSpPr>
        <p:spPr bwMode="gray"/>
        <p:txBody>
          <a:bodyPr/>
          <a:lstStyle>
            <a:lvl1pPr>
              <a:defRPr>
                <a:solidFill>
                  <a:schemeClr val="bg1"/>
                </a:solidFill>
              </a:defRPr>
            </a:lvl1pPr>
          </a:lstStyle>
          <a:p>
            <a:r>
              <a:rPr lang="en-US"/>
              <a:t>Presentation title    |    ONLY FOR INTERNAL USE</a:t>
            </a:r>
          </a:p>
        </p:txBody>
      </p:sp>
      <p:sp>
        <p:nvSpPr>
          <p:cNvPr id="2" name="Text Placeholder 8"/>
          <p:cNvSpPr>
            <a:spLocks noGrp="1"/>
          </p:cNvSpPr>
          <p:nvPr>
            <p:ph type="body" sz="quarter" idx="32"/>
          </p:nvPr>
        </p:nvSpPr>
        <p:spPr bwMode="gray">
          <a:xfrm>
            <a:off x="359568" y="4625100"/>
            <a:ext cx="926100" cy="2808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150">
                <a:noFill/>
              </a:defRPr>
            </a:lvl1pPr>
            <a:lvl2pPr marL="0" indent="0">
              <a:lnSpc>
                <a:spcPct val="100000"/>
              </a:lnSpc>
              <a:spcAft>
                <a:spcPts val="0"/>
              </a:spcAft>
              <a:buFontTx/>
              <a:buNone/>
              <a:defRPr sz="150">
                <a:noFill/>
              </a:defRPr>
            </a:lvl2pPr>
            <a:lvl3pPr marL="0" indent="0">
              <a:lnSpc>
                <a:spcPct val="100000"/>
              </a:lnSpc>
              <a:spcAft>
                <a:spcPts val="0"/>
              </a:spcAft>
              <a:buFontTx/>
              <a:buNone/>
              <a:defRPr sz="150">
                <a:noFill/>
              </a:defRPr>
            </a:lvl3pPr>
            <a:lvl4pPr marL="0" indent="0">
              <a:lnSpc>
                <a:spcPct val="100000"/>
              </a:lnSpc>
              <a:spcAft>
                <a:spcPts val="0"/>
              </a:spcAft>
              <a:buFontTx/>
              <a:buNone/>
              <a:defRPr sz="150">
                <a:noFill/>
              </a:defRPr>
            </a:lvl4pPr>
            <a:lvl5pPr marL="0" indent="0">
              <a:lnSpc>
                <a:spcPct val="100000"/>
              </a:lnSpc>
              <a:spcAft>
                <a:spcPts val="0"/>
              </a:spcAft>
              <a:buFontTx/>
              <a:buNone/>
              <a:defRPr sz="150">
                <a:noFill/>
              </a:defRPr>
            </a:lvl5pPr>
          </a:lstStyle>
          <a:p>
            <a:pPr lvl="0"/>
            <a:r>
              <a:rPr lang="en-US"/>
              <a:t>Click to edit Master text styles</a:t>
            </a:r>
          </a:p>
        </p:txBody>
      </p:sp>
      <p:grpSp>
        <p:nvGrpSpPr>
          <p:cNvPr id="17" name="Group 16"/>
          <p:cNvGrpSpPr/>
          <p:nvPr userDrawn="1"/>
        </p:nvGrpSpPr>
        <p:grpSpPr bwMode="gray">
          <a:xfrm>
            <a:off x="-1422666" y="0"/>
            <a:ext cx="1286309" cy="2808312"/>
            <a:chOff x="-1824880" y="2708920"/>
            <a:chExt cx="1715078" cy="3744416"/>
          </a:xfrm>
        </p:grpSpPr>
        <p:sp>
          <p:nvSpPr>
            <p:cNvPr id="18" name="TextBox 17"/>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450"/>
                </a:spcAft>
              </a:pPr>
              <a:r>
                <a:rPr lang="en-US" sz="825" b="1">
                  <a:solidFill>
                    <a:schemeClr val="tx1"/>
                  </a:solidFill>
                  <a:effectLst/>
                  <a:latin typeface="+mj-lt"/>
                </a:rPr>
                <a:t>To insert a picture:</a:t>
              </a:r>
            </a:p>
            <a:p>
              <a:pPr marL="107950" indent="-107950">
                <a:lnSpc>
                  <a:spcPct val="120000"/>
                </a:lnSpc>
                <a:spcAft>
                  <a:spcPts val="450"/>
                </a:spcAft>
                <a:buFont typeface="+mj-lt"/>
                <a:buAutoNum type="arabicPeriod"/>
              </a:pPr>
              <a:r>
                <a:rPr lang="en-US" sz="675">
                  <a:solidFill>
                    <a:schemeClr val="tx1"/>
                  </a:solidFill>
                  <a:effectLst/>
                  <a:latin typeface="+mn-lt"/>
                </a:rPr>
                <a:t>Click on the placeholder for pictures</a:t>
              </a:r>
            </a:p>
            <a:p>
              <a:pPr marL="107950" indent="-107950">
                <a:lnSpc>
                  <a:spcPct val="120000"/>
                </a:lnSpc>
                <a:spcAft>
                  <a:spcPts val="450"/>
                </a:spcAft>
                <a:buFont typeface="+mj-lt"/>
                <a:buAutoNum type="arabicPeriod"/>
              </a:pPr>
              <a:r>
                <a:rPr lang="en-US" sz="675">
                  <a:solidFill>
                    <a:schemeClr val="tx1"/>
                  </a:solidFill>
                  <a:effectLst/>
                  <a:latin typeface="+mn-lt"/>
                </a:rPr>
                <a:t>Open the menu “Insert”</a:t>
              </a:r>
            </a:p>
            <a:p>
              <a:pPr marL="107950" indent="-107950">
                <a:lnSpc>
                  <a:spcPct val="120000"/>
                </a:lnSpc>
                <a:spcAft>
                  <a:spcPts val="450"/>
                </a:spcAft>
                <a:buFont typeface="+mj-lt"/>
                <a:buAutoNum type="arabicPeriod"/>
              </a:pPr>
              <a:r>
                <a:rPr lang="en-US" sz="675">
                  <a:solidFill>
                    <a:schemeClr val="tx1"/>
                  </a:solidFill>
                  <a:effectLst/>
                  <a:latin typeface="+mn-lt"/>
                </a:rPr>
                <a:t>Choose “Pictures” and then the corresponding source where the image is located</a:t>
              </a:r>
              <a:endParaRPr lang="en-US" sz="675">
                <a:solidFill>
                  <a:schemeClr val="tx1"/>
                </a:solidFill>
                <a:latin typeface="+mn-lt"/>
              </a:endParaRPr>
            </a:p>
          </p:txBody>
        </p:sp>
        <p:pic>
          <p:nvPicPr>
            <p:cNvPr id="19" name="Picture 18"/>
            <p:cNvPicPr>
              <a:picLocks noChangeAspect="1"/>
            </p:cNvPicPr>
            <p:nvPr userDrawn="1"/>
          </p:nvPicPr>
          <p:blipFill rotWithShape="1">
            <a:blip r:embed="rId4"/>
            <a:srcRect l="8843" r="2395" b="2546"/>
            <a:stretch>
              <a:fillRect/>
            </a:stretch>
          </p:blipFill>
          <p:spPr bwMode="gray">
            <a:xfrm>
              <a:off x="-1589806" y="4475212"/>
              <a:ext cx="745332" cy="1122804"/>
            </a:xfrm>
            <a:prstGeom prst="roundRect">
              <a:avLst>
                <a:gd name="adj" fmla="val 3514"/>
              </a:avLst>
            </a:prstGeom>
          </p:spPr>
        </p:pic>
        <p:sp>
          <p:nvSpPr>
            <p:cNvPr id="20" name="TextBox 19"/>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07950" indent="-107950">
                <a:spcAft>
                  <a:spcPts val="450"/>
                </a:spcAft>
                <a:buFont typeface="+mj-lt"/>
                <a:buAutoNum type="arabicPeriod" startAt="4"/>
              </a:pPr>
              <a:r>
                <a:rPr lang="en-US" sz="675">
                  <a:solidFill>
                    <a:schemeClr val="tx1"/>
                  </a:solidFill>
                  <a:effectLst/>
                  <a:latin typeface="+mn-lt"/>
                </a:rPr>
                <a:t>Now the image has </a:t>
              </a:r>
              <a:br>
                <a:rPr lang="en-US" sz="675">
                  <a:solidFill>
                    <a:schemeClr val="tx1"/>
                  </a:solidFill>
                  <a:effectLst/>
                  <a:latin typeface="+mn-lt"/>
                </a:rPr>
              </a:br>
              <a:r>
                <a:rPr lang="en-US" sz="675">
                  <a:solidFill>
                    <a:schemeClr val="tx1"/>
                  </a:solidFill>
                  <a:effectLst/>
                  <a:latin typeface="+mn-lt"/>
                </a:rPr>
                <a:t>been loaded into the </a:t>
              </a:r>
              <a:br>
                <a:rPr lang="en-US" sz="675">
                  <a:solidFill>
                    <a:schemeClr val="tx1"/>
                  </a:solidFill>
                  <a:effectLst/>
                  <a:latin typeface="+mn-lt"/>
                </a:rPr>
              </a:br>
              <a:r>
                <a:rPr lang="en-US" sz="675">
                  <a:solidFill>
                    <a:schemeClr val="tx1"/>
                  </a:solidFill>
                  <a:effectLst/>
                  <a:latin typeface="+mn-lt"/>
                </a:rPr>
                <a:t>placeholder.</a:t>
              </a:r>
              <a:endParaRPr lang="en-US" sz="675">
                <a:solidFill>
                  <a:schemeClr val="tx1"/>
                </a:solidFill>
                <a:latin typeface="+mn-lt"/>
              </a:endParaRPr>
            </a:p>
          </p:txBody>
        </p:sp>
      </p:grpSp>
      <p:sp>
        <p:nvSpPr>
          <p:cNvPr id="5" name="Arrow: Pentagon 6"/>
          <p:cNvSpPr/>
          <p:nvPr userDrawn="1"/>
        </p:nvSpPr>
        <p:spPr bwMode="gray">
          <a:xfrm flipH="1">
            <a:off x="9162660" y="411510"/>
            <a:ext cx="1242000" cy="324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35000" rtlCol="0" anchor="ctr"/>
          <a:lstStyle/>
          <a:p>
            <a:pPr algn="l">
              <a:lnSpc>
                <a:spcPct val="140000"/>
              </a:lnSpc>
            </a:pPr>
            <a:r>
              <a:rPr lang="en-GB" sz="600" b="1">
                <a:solidFill>
                  <a:srgbClr val="076D7E"/>
                </a:solidFill>
                <a:latin typeface="+mj-lt"/>
              </a:rPr>
              <a:t>This layout requires two pictures in the background</a:t>
            </a:r>
            <a:endParaRPr lang="en-US" sz="600" b="1">
              <a:solidFill>
                <a:srgbClr val="076D7E"/>
              </a:solidFill>
              <a:latin typeface="+mj-lt"/>
            </a:endParaRPr>
          </a:p>
        </p:txBody>
      </p:sp>
    </p:spTree>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Key message and image division (3)">
    <p:spTree>
      <p:nvGrpSpPr>
        <p:cNvPr id="1" name=""/>
        <p:cNvGrpSpPr/>
        <p:nvPr/>
      </p:nvGrpSpPr>
      <p:grpSpPr>
        <a:xfrm>
          <a:off x="0" y="0"/>
          <a:ext cx="0" cy="0"/>
          <a:chOff x="0" y="0"/>
          <a:chExt cx="0" cy="0"/>
        </a:xfrm>
      </p:grpSpPr>
      <p:sp>
        <p:nvSpPr>
          <p:cNvPr id="4" name="Bildplatzhalter 10"/>
          <p:cNvSpPr>
            <a:spLocks noGrp="1"/>
          </p:cNvSpPr>
          <p:nvPr>
            <p:ph type="pic" sz="quarter" idx="10" hasCustomPrompt="1"/>
          </p:nvPr>
        </p:nvSpPr>
        <p:spPr bwMode="ltGray">
          <a:xfrm>
            <a:off x="1" y="0"/>
            <a:ext cx="7623572" cy="5143500"/>
          </a:xfrm>
          <a:solidFill>
            <a:schemeClr val="bg2"/>
          </a:solidFill>
        </p:spPr>
        <p:txBody>
          <a:bodyPr tIns="1080000" anchor="ctr" anchorCtr="0"/>
          <a:lstStyle>
            <a:lvl1pPr marL="0" indent="0" algn="ctr">
              <a:spcBef>
                <a:spcPts val="0"/>
              </a:spcBef>
              <a:spcAft>
                <a:spcPts val="0"/>
              </a:spcAft>
              <a:buFontTx/>
              <a:buNone/>
              <a:defRPr sz="900" b="0">
                <a:solidFill>
                  <a:schemeClr val="bg1"/>
                </a:solidFill>
              </a:defRPr>
            </a:lvl1pPr>
            <a:lvl2pPr marL="0" indent="0" algn="ctr">
              <a:spcBef>
                <a:spcPts val="0"/>
              </a:spcBef>
              <a:spcAft>
                <a:spcPts val="0"/>
              </a:spcAft>
              <a:buFontTx/>
              <a:buNone/>
              <a:defRPr sz="900" b="0"/>
            </a:lvl2pPr>
            <a:lvl3pPr marL="0" indent="0" algn="ctr">
              <a:spcBef>
                <a:spcPts val="0"/>
              </a:spcBef>
              <a:spcAft>
                <a:spcPts val="0"/>
              </a:spcAft>
              <a:buFontTx/>
              <a:buNone/>
              <a:defRPr sz="900" b="0"/>
            </a:lvl3pPr>
            <a:lvl4pPr marL="0" indent="0" algn="ctr">
              <a:spcBef>
                <a:spcPts val="0"/>
              </a:spcBef>
              <a:spcAft>
                <a:spcPts val="0"/>
              </a:spcAft>
              <a:buFontTx/>
              <a:buNone/>
              <a:defRPr sz="900" b="0"/>
            </a:lvl4pPr>
            <a:lvl5pPr marL="0" indent="0" algn="ctr">
              <a:spcBef>
                <a:spcPts val="0"/>
              </a:spcBef>
              <a:spcAft>
                <a:spcPts val="0"/>
              </a:spcAft>
              <a:buFontTx/>
              <a:buNone/>
              <a:defRPr sz="900" b="0"/>
            </a:lvl5pPr>
            <a:lvl6pPr marL="0" indent="0" algn="ctr">
              <a:spcBef>
                <a:spcPts val="0"/>
              </a:spcBef>
              <a:spcAft>
                <a:spcPts val="0"/>
              </a:spcAft>
              <a:buFontTx/>
              <a:buNone/>
              <a:defRPr sz="900" b="0"/>
            </a:lvl6pPr>
            <a:lvl7pPr marL="0" indent="0" algn="ctr">
              <a:spcBef>
                <a:spcPts val="0"/>
              </a:spcBef>
              <a:spcAft>
                <a:spcPts val="0"/>
              </a:spcAft>
              <a:buFontTx/>
              <a:buNone/>
              <a:defRPr sz="900" b="0"/>
            </a:lvl7pPr>
            <a:lvl8pPr marL="0" indent="0" algn="ctr">
              <a:spcBef>
                <a:spcPts val="0"/>
              </a:spcBef>
              <a:spcAft>
                <a:spcPts val="0"/>
              </a:spcAft>
              <a:buFontTx/>
              <a:buNone/>
              <a:defRPr sz="900" b="0"/>
            </a:lvl8pPr>
            <a:lvl9pPr marL="0" indent="0" algn="ctr">
              <a:spcBef>
                <a:spcPts val="0"/>
              </a:spcBef>
              <a:spcAft>
                <a:spcPts val="0"/>
              </a:spcAft>
              <a:buFontTx/>
              <a:buNone/>
              <a:defRPr sz="900" b="0"/>
            </a:lvl9pPr>
          </a:lstStyle>
          <a:p>
            <a:r>
              <a:rPr lang="en-US"/>
              <a:t>Bild hinzufügen per </a:t>
            </a:r>
            <a:br>
              <a:rPr lang="en-US"/>
            </a:br>
            <a:r>
              <a:rPr lang="en-US"/>
              <a:t>Klick auf das Symbol</a:t>
            </a:r>
          </a:p>
        </p:txBody>
      </p:sp>
      <p:sp>
        <p:nvSpPr>
          <p:cNvPr id="12" name="Bildplatzhalter 10"/>
          <p:cNvSpPr>
            <a:spLocks noGrp="1"/>
          </p:cNvSpPr>
          <p:nvPr>
            <p:ph type="pic" sz="quarter" idx="21" hasCustomPrompt="1"/>
          </p:nvPr>
        </p:nvSpPr>
        <p:spPr bwMode="ltGray">
          <a:xfrm>
            <a:off x="7623572" y="0"/>
            <a:ext cx="1520427" cy="5143500"/>
          </a:xfrm>
          <a:solidFill>
            <a:schemeClr val="bg2"/>
          </a:solidFill>
        </p:spPr>
        <p:txBody>
          <a:bodyPr tIns="720000" anchor="ctr" anchorCtr="0"/>
          <a:lstStyle>
            <a:lvl1pPr marL="0" indent="0" algn="ctr">
              <a:spcBef>
                <a:spcPts val="0"/>
              </a:spcBef>
              <a:spcAft>
                <a:spcPts val="0"/>
              </a:spcAft>
              <a:buFontTx/>
              <a:buNone/>
              <a:defRPr sz="900" b="0">
                <a:solidFill>
                  <a:schemeClr val="bg1"/>
                </a:solidFill>
              </a:defRPr>
            </a:lvl1pPr>
            <a:lvl2pPr marL="0" indent="0" algn="ctr">
              <a:spcBef>
                <a:spcPts val="0"/>
              </a:spcBef>
              <a:spcAft>
                <a:spcPts val="0"/>
              </a:spcAft>
              <a:buFontTx/>
              <a:buNone/>
              <a:defRPr sz="900" b="0">
                <a:solidFill>
                  <a:schemeClr val="bg1"/>
                </a:solidFill>
              </a:defRPr>
            </a:lvl2pPr>
            <a:lvl3pPr marL="0" indent="0" algn="ctr">
              <a:spcBef>
                <a:spcPts val="0"/>
              </a:spcBef>
              <a:spcAft>
                <a:spcPts val="0"/>
              </a:spcAft>
              <a:buFontTx/>
              <a:buNone/>
              <a:defRPr sz="900" b="0">
                <a:solidFill>
                  <a:schemeClr val="bg1"/>
                </a:solidFill>
              </a:defRPr>
            </a:lvl3pPr>
            <a:lvl4pPr marL="0" indent="0" algn="ctr">
              <a:spcBef>
                <a:spcPts val="0"/>
              </a:spcBef>
              <a:spcAft>
                <a:spcPts val="0"/>
              </a:spcAft>
              <a:buFontTx/>
              <a:buNone/>
              <a:defRPr sz="900" b="0">
                <a:solidFill>
                  <a:schemeClr val="bg1"/>
                </a:solidFill>
              </a:defRPr>
            </a:lvl4pPr>
            <a:lvl5pPr marL="0" indent="0" algn="ctr">
              <a:spcBef>
                <a:spcPts val="0"/>
              </a:spcBef>
              <a:spcAft>
                <a:spcPts val="0"/>
              </a:spcAft>
              <a:buFontTx/>
              <a:buNone/>
              <a:defRPr sz="900" b="0">
                <a:solidFill>
                  <a:schemeClr val="bg1"/>
                </a:solidFill>
              </a:defRPr>
            </a:lvl5pPr>
            <a:lvl6pPr marL="0" indent="0" algn="ctr">
              <a:spcBef>
                <a:spcPts val="0"/>
              </a:spcBef>
              <a:spcAft>
                <a:spcPts val="0"/>
              </a:spcAft>
              <a:buFontTx/>
              <a:buNone/>
              <a:defRPr sz="900" b="0">
                <a:solidFill>
                  <a:schemeClr val="bg1"/>
                </a:solidFill>
              </a:defRPr>
            </a:lvl6pPr>
            <a:lvl7pPr marL="0" indent="0" algn="ctr">
              <a:spcBef>
                <a:spcPts val="0"/>
              </a:spcBef>
              <a:spcAft>
                <a:spcPts val="0"/>
              </a:spcAft>
              <a:buFontTx/>
              <a:buNone/>
              <a:defRPr sz="900" b="0">
                <a:solidFill>
                  <a:schemeClr val="bg1"/>
                </a:solidFill>
              </a:defRPr>
            </a:lvl7pPr>
            <a:lvl8pPr marL="0" indent="0" algn="ctr">
              <a:spcBef>
                <a:spcPts val="0"/>
              </a:spcBef>
              <a:spcAft>
                <a:spcPts val="0"/>
              </a:spcAft>
              <a:buFontTx/>
              <a:buNone/>
              <a:defRPr sz="900" b="0">
                <a:solidFill>
                  <a:schemeClr val="bg1"/>
                </a:solidFill>
              </a:defRPr>
            </a:lvl8pPr>
            <a:lvl9pPr marL="0" indent="0" algn="ctr">
              <a:spcBef>
                <a:spcPts val="0"/>
              </a:spcBef>
              <a:spcAft>
                <a:spcPts val="0"/>
              </a:spcAft>
              <a:buFontTx/>
              <a:buNone/>
              <a:defRPr sz="900" b="0">
                <a:solidFill>
                  <a:schemeClr val="bg1"/>
                </a:solidFill>
              </a:defRPr>
            </a:lvl9pPr>
          </a:lstStyle>
          <a:p>
            <a:pPr lvl="0"/>
            <a:r>
              <a:rPr lang="en-US"/>
              <a:t>Add picture</a:t>
            </a:r>
          </a:p>
        </p:txBody>
      </p:sp>
      <p:sp>
        <p:nvSpPr>
          <p:cNvPr id="7" name="Textplatzhalter 6"/>
          <p:cNvSpPr>
            <a:spLocks noGrp="1"/>
          </p:cNvSpPr>
          <p:nvPr>
            <p:ph type="body" sz="quarter" idx="18" hasCustomPrompt="1"/>
          </p:nvPr>
        </p:nvSpPr>
        <p:spPr bwMode="gray">
          <a:xfrm>
            <a:off x="359568" y="1059656"/>
            <a:ext cx="7047310" cy="3294000"/>
          </a:xfrm>
        </p:spPr>
        <p:txBody>
          <a:bodyPr/>
          <a:lstStyle>
            <a:lvl1pPr marL="0" indent="0">
              <a:lnSpc>
                <a:spcPct val="120000"/>
              </a:lnSpc>
              <a:spcAft>
                <a:spcPts val="0"/>
              </a:spcAft>
              <a:buNone/>
              <a:defRPr sz="2400" b="1">
                <a:solidFill>
                  <a:schemeClr val="bg1"/>
                </a:solidFill>
                <a:latin typeface="+mj-lt"/>
              </a:defRPr>
            </a:lvl1pPr>
            <a:lvl2pPr marL="0" indent="0">
              <a:lnSpc>
                <a:spcPct val="120000"/>
              </a:lnSpc>
              <a:spcAft>
                <a:spcPts val="0"/>
              </a:spcAft>
              <a:buNone/>
              <a:defRPr sz="2400" b="1">
                <a:solidFill>
                  <a:schemeClr val="tx2"/>
                </a:solidFill>
                <a:latin typeface="+mj-lt"/>
              </a:defRPr>
            </a:lvl2pPr>
            <a:lvl3pPr marL="0" indent="0">
              <a:lnSpc>
                <a:spcPct val="120000"/>
              </a:lnSpc>
              <a:spcAft>
                <a:spcPts val="0"/>
              </a:spcAft>
              <a:buNone/>
              <a:defRPr sz="2400" b="1">
                <a:solidFill>
                  <a:schemeClr val="tx2"/>
                </a:solidFill>
                <a:latin typeface="+mj-lt"/>
              </a:defRPr>
            </a:lvl3pPr>
            <a:lvl4pPr marL="0" indent="0">
              <a:lnSpc>
                <a:spcPct val="120000"/>
              </a:lnSpc>
              <a:spcAft>
                <a:spcPts val="0"/>
              </a:spcAft>
              <a:buNone/>
              <a:defRPr sz="2400" b="1">
                <a:solidFill>
                  <a:schemeClr val="tx2"/>
                </a:solidFill>
                <a:latin typeface="+mj-lt"/>
              </a:defRPr>
            </a:lvl4pPr>
            <a:lvl5pPr marL="0" indent="0">
              <a:lnSpc>
                <a:spcPct val="120000"/>
              </a:lnSpc>
              <a:spcAft>
                <a:spcPts val="0"/>
              </a:spcAft>
              <a:buNone/>
              <a:defRPr sz="2400" b="1">
                <a:solidFill>
                  <a:schemeClr val="tx2"/>
                </a:solidFill>
                <a:latin typeface="+mj-lt"/>
              </a:defRPr>
            </a:lvl5pPr>
            <a:lvl6pPr marL="0" indent="0">
              <a:lnSpc>
                <a:spcPct val="120000"/>
              </a:lnSpc>
              <a:spcAft>
                <a:spcPts val="0"/>
              </a:spcAft>
              <a:buNone/>
              <a:defRPr sz="2400" b="1">
                <a:solidFill>
                  <a:schemeClr val="tx2"/>
                </a:solidFill>
                <a:latin typeface="+mj-lt"/>
              </a:defRPr>
            </a:lvl6pPr>
            <a:lvl7pPr marL="0" indent="0">
              <a:lnSpc>
                <a:spcPct val="120000"/>
              </a:lnSpc>
              <a:spcAft>
                <a:spcPts val="0"/>
              </a:spcAft>
              <a:buNone/>
              <a:defRPr sz="2400" b="1">
                <a:solidFill>
                  <a:schemeClr val="tx2"/>
                </a:solidFill>
                <a:latin typeface="+mj-lt"/>
              </a:defRPr>
            </a:lvl7pPr>
            <a:lvl8pPr marL="0" indent="0">
              <a:lnSpc>
                <a:spcPct val="120000"/>
              </a:lnSpc>
              <a:spcAft>
                <a:spcPts val="0"/>
              </a:spcAft>
              <a:buNone/>
              <a:defRPr sz="2400" b="1">
                <a:solidFill>
                  <a:schemeClr val="tx2"/>
                </a:solidFill>
                <a:latin typeface="+mj-lt"/>
              </a:defRPr>
            </a:lvl8pPr>
            <a:lvl9pPr marL="0" indent="0">
              <a:lnSpc>
                <a:spcPct val="120000"/>
              </a:lnSpc>
              <a:spcAft>
                <a:spcPts val="0"/>
              </a:spcAft>
              <a:buNone/>
              <a:defRPr sz="24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360000" y="4353960"/>
            <a:ext cx="7047000" cy="108000"/>
          </a:xfrm>
        </p:spPr>
        <p:txBody>
          <a:bodyPr anchor="b"/>
          <a:lstStyle>
            <a:lvl1pPr marL="0" indent="0">
              <a:lnSpc>
                <a:spcPct val="100000"/>
              </a:lnSpc>
              <a:spcBef>
                <a:spcPts val="0"/>
              </a:spcBef>
              <a:spcAft>
                <a:spcPts val="0"/>
              </a:spcAft>
              <a:buFont typeface="Arial" panose="020B0604020202020204" pitchFamily="34" charset="0"/>
              <a:buNone/>
              <a:defRPr sz="600" b="0">
                <a:solidFill>
                  <a:schemeClr val="bg1"/>
                </a:solidFill>
              </a:defRPr>
            </a:lvl1pPr>
            <a:lvl2pPr marL="0" indent="0">
              <a:lnSpc>
                <a:spcPct val="100000"/>
              </a:lnSpc>
              <a:spcBef>
                <a:spcPts val="0"/>
              </a:spcBef>
              <a:spcAft>
                <a:spcPts val="0"/>
              </a:spcAft>
              <a:buFont typeface="Arial" panose="020B0604020202020204" pitchFamily="34" charset="0"/>
              <a:buNone/>
              <a:defRPr sz="600" b="0">
                <a:solidFill>
                  <a:schemeClr val="bg1"/>
                </a:solidFill>
              </a:defRPr>
            </a:lvl2pPr>
            <a:lvl3pPr marL="0" indent="0">
              <a:lnSpc>
                <a:spcPct val="100000"/>
              </a:lnSpc>
              <a:spcBef>
                <a:spcPts val="0"/>
              </a:spcBef>
              <a:spcAft>
                <a:spcPts val="0"/>
              </a:spcAft>
              <a:buNone/>
              <a:defRPr sz="600" b="0">
                <a:solidFill>
                  <a:schemeClr val="bg1"/>
                </a:solidFill>
              </a:defRPr>
            </a:lvl3pPr>
            <a:lvl4pPr marL="0" indent="0">
              <a:lnSpc>
                <a:spcPct val="100000"/>
              </a:lnSpc>
              <a:spcBef>
                <a:spcPts val="0"/>
              </a:spcBef>
              <a:spcAft>
                <a:spcPts val="0"/>
              </a:spcAft>
              <a:buNone/>
              <a:defRPr sz="600" b="0">
                <a:solidFill>
                  <a:schemeClr val="bg1"/>
                </a:solidFill>
              </a:defRPr>
            </a:lvl4pPr>
            <a:lvl5pPr marL="0" indent="0">
              <a:lnSpc>
                <a:spcPct val="100000"/>
              </a:lnSpc>
              <a:spcBef>
                <a:spcPts val="0"/>
              </a:spcBef>
              <a:spcAft>
                <a:spcPts val="0"/>
              </a:spcAft>
              <a:buNone/>
              <a:defRPr sz="600" b="0">
                <a:solidFill>
                  <a:schemeClr val="bg1"/>
                </a:solidFill>
              </a:defRPr>
            </a:lvl5pPr>
            <a:lvl6pPr marL="0" indent="0">
              <a:lnSpc>
                <a:spcPct val="100000"/>
              </a:lnSpc>
              <a:spcBef>
                <a:spcPts val="0"/>
              </a:spcBef>
              <a:spcAft>
                <a:spcPts val="0"/>
              </a:spcAft>
              <a:buNone/>
              <a:defRPr sz="600" b="0">
                <a:solidFill>
                  <a:schemeClr val="bg1"/>
                </a:solidFill>
              </a:defRPr>
            </a:lvl6pPr>
            <a:lvl7pPr marL="0" indent="0">
              <a:lnSpc>
                <a:spcPct val="100000"/>
              </a:lnSpc>
              <a:spcBef>
                <a:spcPts val="0"/>
              </a:spcBef>
              <a:spcAft>
                <a:spcPts val="0"/>
              </a:spcAft>
              <a:buNone/>
              <a:defRPr sz="600" b="0">
                <a:solidFill>
                  <a:schemeClr val="bg1"/>
                </a:solidFill>
              </a:defRPr>
            </a:lvl7pPr>
            <a:lvl8pPr marL="0" indent="0">
              <a:lnSpc>
                <a:spcPct val="100000"/>
              </a:lnSpc>
              <a:spcBef>
                <a:spcPts val="0"/>
              </a:spcBef>
              <a:spcAft>
                <a:spcPts val="0"/>
              </a:spcAft>
              <a:buNone/>
              <a:defRPr sz="600" b="0">
                <a:solidFill>
                  <a:schemeClr val="bg1"/>
                </a:solidFill>
              </a:defRPr>
            </a:lvl8pPr>
            <a:lvl9pPr marL="0" indent="0">
              <a:lnSpc>
                <a:spcPct val="100000"/>
              </a:lnSpc>
              <a:spcBef>
                <a:spcPts val="0"/>
              </a:spcBef>
              <a:spcAft>
                <a:spcPts val="0"/>
              </a:spcAft>
              <a:buNone/>
              <a:defRPr sz="600" b="0">
                <a:solidFill>
                  <a:schemeClr val="bg1"/>
                </a:solidFill>
              </a:defRPr>
            </a:lvl9pPr>
          </a:lstStyle>
          <a:p>
            <a:pPr lvl="0"/>
            <a:r>
              <a:rPr lang="en-US"/>
              <a:t>Footnote/Source</a:t>
            </a:r>
          </a:p>
        </p:txBody>
      </p:sp>
      <p:sp>
        <p:nvSpPr>
          <p:cNvPr id="14" name="Foliennummernplatzhalter 13"/>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t>‹#›</a:t>
            </a:fld>
            <a:endParaRPr lang="en-US"/>
          </a:p>
        </p:txBody>
      </p:sp>
      <p:sp>
        <p:nvSpPr>
          <p:cNvPr id="3" name="Fußzeilenplatzhalter 2"/>
          <p:cNvSpPr>
            <a:spLocks noGrp="1"/>
          </p:cNvSpPr>
          <p:nvPr>
            <p:ph type="ftr" sz="quarter" idx="31"/>
          </p:nvPr>
        </p:nvSpPr>
        <p:spPr bwMode="gray"/>
        <p:txBody>
          <a:bodyPr/>
          <a:lstStyle>
            <a:lvl1pPr>
              <a:defRPr>
                <a:solidFill>
                  <a:schemeClr val="bg1"/>
                </a:solidFill>
              </a:defRPr>
            </a:lvl1pPr>
          </a:lstStyle>
          <a:p>
            <a:r>
              <a:rPr lang="en-US"/>
              <a:t>Presentation title    |    ONLY FOR INTERNAL USE</a:t>
            </a:r>
          </a:p>
        </p:txBody>
      </p:sp>
      <p:sp>
        <p:nvSpPr>
          <p:cNvPr id="2" name="Text Placeholder 8"/>
          <p:cNvSpPr>
            <a:spLocks noGrp="1"/>
          </p:cNvSpPr>
          <p:nvPr>
            <p:ph type="body" sz="quarter" idx="32"/>
          </p:nvPr>
        </p:nvSpPr>
        <p:spPr bwMode="gray">
          <a:xfrm>
            <a:off x="359568" y="4625100"/>
            <a:ext cx="926100" cy="2808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150">
                <a:noFill/>
              </a:defRPr>
            </a:lvl1pPr>
            <a:lvl2pPr marL="0" indent="0">
              <a:lnSpc>
                <a:spcPct val="100000"/>
              </a:lnSpc>
              <a:spcAft>
                <a:spcPts val="0"/>
              </a:spcAft>
              <a:buFontTx/>
              <a:buNone/>
              <a:defRPr sz="150">
                <a:noFill/>
              </a:defRPr>
            </a:lvl2pPr>
            <a:lvl3pPr marL="0" indent="0">
              <a:lnSpc>
                <a:spcPct val="100000"/>
              </a:lnSpc>
              <a:spcAft>
                <a:spcPts val="0"/>
              </a:spcAft>
              <a:buFontTx/>
              <a:buNone/>
              <a:defRPr sz="150">
                <a:noFill/>
              </a:defRPr>
            </a:lvl3pPr>
            <a:lvl4pPr marL="0" indent="0">
              <a:lnSpc>
                <a:spcPct val="100000"/>
              </a:lnSpc>
              <a:spcAft>
                <a:spcPts val="0"/>
              </a:spcAft>
              <a:buFontTx/>
              <a:buNone/>
              <a:defRPr sz="150">
                <a:noFill/>
              </a:defRPr>
            </a:lvl4pPr>
            <a:lvl5pPr marL="0" indent="0">
              <a:lnSpc>
                <a:spcPct val="100000"/>
              </a:lnSpc>
              <a:spcAft>
                <a:spcPts val="0"/>
              </a:spcAft>
              <a:buFontTx/>
              <a:buNone/>
              <a:defRPr sz="150">
                <a:noFill/>
              </a:defRPr>
            </a:lvl5pPr>
          </a:lstStyle>
          <a:p>
            <a:pPr lvl="0"/>
            <a:r>
              <a:rPr lang="en-US"/>
              <a:t>Click to edit Master text styles</a:t>
            </a:r>
          </a:p>
        </p:txBody>
      </p:sp>
      <p:grpSp>
        <p:nvGrpSpPr>
          <p:cNvPr id="17" name="Group 16"/>
          <p:cNvGrpSpPr/>
          <p:nvPr userDrawn="1"/>
        </p:nvGrpSpPr>
        <p:grpSpPr bwMode="gray">
          <a:xfrm>
            <a:off x="-1422666" y="0"/>
            <a:ext cx="1286309" cy="2808312"/>
            <a:chOff x="-1824880" y="2708920"/>
            <a:chExt cx="1715078" cy="3744416"/>
          </a:xfrm>
        </p:grpSpPr>
        <p:sp>
          <p:nvSpPr>
            <p:cNvPr id="18" name="TextBox 17"/>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450"/>
                </a:spcAft>
              </a:pPr>
              <a:r>
                <a:rPr lang="en-US" sz="825" b="1">
                  <a:solidFill>
                    <a:schemeClr val="tx1"/>
                  </a:solidFill>
                  <a:effectLst/>
                  <a:latin typeface="+mj-lt"/>
                </a:rPr>
                <a:t>To insert a picture:</a:t>
              </a:r>
            </a:p>
            <a:p>
              <a:pPr marL="107950" indent="-107950">
                <a:lnSpc>
                  <a:spcPct val="120000"/>
                </a:lnSpc>
                <a:spcAft>
                  <a:spcPts val="450"/>
                </a:spcAft>
                <a:buFont typeface="+mj-lt"/>
                <a:buAutoNum type="arabicPeriod"/>
              </a:pPr>
              <a:r>
                <a:rPr lang="en-US" sz="675">
                  <a:solidFill>
                    <a:schemeClr val="tx1"/>
                  </a:solidFill>
                  <a:effectLst/>
                  <a:latin typeface="+mn-lt"/>
                </a:rPr>
                <a:t>Click on the placeholder for pictures</a:t>
              </a:r>
            </a:p>
            <a:p>
              <a:pPr marL="107950" indent="-107950">
                <a:lnSpc>
                  <a:spcPct val="120000"/>
                </a:lnSpc>
                <a:spcAft>
                  <a:spcPts val="450"/>
                </a:spcAft>
                <a:buFont typeface="+mj-lt"/>
                <a:buAutoNum type="arabicPeriod"/>
              </a:pPr>
              <a:r>
                <a:rPr lang="en-US" sz="675">
                  <a:solidFill>
                    <a:schemeClr val="tx1"/>
                  </a:solidFill>
                  <a:effectLst/>
                  <a:latin typeface="+mn-lt"/>
                </a:rPr>
                <a:t>Open the menu “Insert”</a:t>
              </a:r>
            </a:p>
            <a:p>
              <a:pPr marL="107950" indent="-107950">
                <a:lnSpc>
                  <a:spcPct val="120000"/>
                </a:lnSpc>
                <a:spcAft>
                  <a:spcPts val="450"/>
                </a:spcAft>
                <a:buFont typeface="+mj-lt"/>
                <a:buAutoNum type="arabicPeriod"/>
              </a:pPr>
              <a:r>
                <a:rPr lang="en-US" sz="675">
                  <a:solidFill>
                    <a:schemeClr val="tx1"/>
                  </a:solidFill>
                  <a:effectLst/>
                  <a:latin typeface="+mn-lt"/>
                </a:rPr>
                <a:t>Choose “Pictures” and then the corresponding source where the image is located</a:t>
              </a:r>
              <a:endParaRPr lang="en-US" sz="675">
                <a:solidFill>
                  <a:schemeClr val="tx1"/>
                </a:solidFill>
                <a:latin typeface="+mn-lt"/>
              </a:endParaRPr>
            </a:p>
          </p:txBody>
        </p:sp>
        <p:pic>
          <p:nvPicPr>
            <p:cNvPr id="19" name="Picture 18"/>
            <p:cNvPicPr>
              <a:picLocks noChangeAspect="1"/>
            </p:cNvPicPr>
            <p:nvPr userDrawn="1"/>
          </p:nvPicPr>
          <p:blipFill rotWithShape="1">
            <a:blip r:embed="rId4"/>
            <a:srcRect l="8843" r="2395" b="2546"/>
            <a:stretch>
              <a:fillRect/>
            </a:stretch>
          </p:blipFill>
          <p:spPr bwMode="gray">
            <a:xfrm>
              <a:off x="-1589806" y="4475212"/>
              <a:ext cx="745332" cy="1122804"/>
            </a:xfrm>
            <a:prstGeom prst="roundRect">
              <a:avLst>
                <a:gd name="adj" fmla="val 3514"/>
              </a:avLst>
            </a:prstGeom>
          </p:spPr>
        </p:pic>
        <p:sp>
          <p:nvSpPr>
            <p:cNvPr id="20" name="TextBox 19"/>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07950" indent="-107950">
                <a:spcAft>
                  <a:spcPts val="450"/>
                </a:spcAft>
                <a:buFont typeface="+mj-lt"/>
                <a:buAutoNum type="arabicPeriod" startAt="4"/>
              </a:pPr>
              <a:r>
                <a:rPr lang="en-US" sz="675">
                  <a:solidFill>
                    <a:schemeClr val="tx1"/>
                  </a:solidFill>
                  <a:effectLst/>
                  <a:latin typeface="+mn-lt"/>
                </a:rPr>
                <a:t>Now the image has </a:t>
              </a:r>
              <a:br>
                <a:rPr lang="en-US" sz="675">
                  <a:solidFill>
                    <a:schemeClr val="tx1"/>
                  </a:solidFill>
                  <a:effectLst/>
                  <a:latin typeface="+mn-lt"/>
                </a:rPr>
              </a:br>
              <a:r>
                <a:rPr lang="en-US" sz="675">
                  <a:solidFill>
                    <a:schemeClr val="tx1"/>
                  </a:solidFill>
                  <a:effectLst/>
                  <a:latin typeface="+mn-lt"/>
                </a:rPr>
                <a:t>been loaded into the </a:t>
              </a:r>
              <a:br>
                <a:rPr lang="en-US" sz="675">
                  <a:solidFill>
                    <a:schemeClr val="tx1"/>
                  </a:solidFill>
                  <a:effectLst/>
                  <a:latin typeface="+mn-lt"/>
                </a:rPr>
              </a:br>
              <a:r>
                <a:rPr lang="en-US" sz="675">
                  <a:solidFill>
                    <a:schemeClr val="tx1"/>
                  </a:solidFill>
                  <a:effectLst/>
                  <a:latin typeface="+mn-lt"/>
                </a:rPr>
                <a:t>placeholder.</a:t>
              </a:r>
              <a:endParaRPr lang="en-US" sz="675">
                <a:solidFill>
                  <a:schemeClr val="tx1"/>
                </a:solidFill>
                <a:latin typeface="+mn-lt"/>
              </a:endParaRPr>
            </a:p>
          </p:txBody>
        </p:sp>
      </p:grpSp>
      <p:sp>
        <p:nvSpPr>
          <p:cNvPr id="5" name="Arrow: Pentagon 6"/>
          <p:cNvSpPr/>
          <p:nvPr userDrawn="1"/>
        </p:nvSpPr>
        <p:spPr bwMode="gray">
          <a:xfrm flipH="1">
            <a:off x="9162660" y="411510"/>
            <a:ext cx="1242000" cy="324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35000" rtlCol="0" anchor="ctr"/>
          <a:lstStyle/>
          <a:p>
            <a:pPr algn="l">
              <a:lnSpc>
                <a:spcPct val="140000"/>
              </a:lnSpc>
            </a:pPr>
            <a:r>
              <a:rPr lang="en-GB" sz="600" b="1">
                <a:solidFill>
                  <a:srgbClr val="076D7E"/>
                </a:solidFill>
                <a:latin typeface="+mj-lt"/>
              </a:rPr>
              <a:t>This layout requires two pictures in the background</a:t>
            </a:r>
            <a:endParaRPr lang="en-US" sz="600" b="1">
              <a:solidFill>
                <a:srgbClr val="076D7E"/>
              </a:solidFill>
              <a:latin typeface="+mj-lt"/>
            </a:endParaRPr>
          </a:p>
        </p:txBody>
      </p:sp>
    </p:spTree>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Only title">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p:txBody>
          <a:bodyPr/>
          <a:lstStyle>
            <a:lvl1pPr>
              <a:defRPr/>
            </a:lvl1pPr>
          </a:lstStyle>
          <a:p>
            <a:r>
              <a:rPr lang="en-US" err="1"/>
              <a:t>Folientitel</a:t>
            </a:r>
            <a:endParaRPr lang="en-US"/>
          </a:p>
        </p:txBody>
      </p:sp>
      <p:sp>
        <p:nvSpPr>
          <p:cNvPr id="11" name="Textplatzhalter 7"/>
          <p:cNvSpPr>
            <a:spLocks noGrp="1"/>
          </p:cNvSpPr>
          <p:nvPr>
            <p:ph type="body" sz="quarter" idx="13" hasCustomPrompt="1"/>
          </p:nvPr>
        </p:nvSpPr>
        <p:spPr bwMode="gray">
          <a:xfrm>
            <a:off x="359999" y="4353960"/>
            <a:ext cx="8424000" cy="108000"/>
          </a:xfrm>
        </p:spPr>
        <p:txBody>
          <a:bodyPr anchor="b"/>
          <a:lstStyle>
            <a:lvl1pPr marL="0" indent="0">
              <a:lnSpc>
                <a:spcPct val="100000"/>
              </a:lnSpc>
              <a:spcBef>
                <a:spcPts val="0"/>
              </a:spcBef>
              <a:spcAft>
                <a:spcPts val="0"/>
              </a:spcAft>
              <a:buFont typeface="Arial" panose="020B0604020202020204" pitchFamily="34" charset="0"/>
              <a:buNone/>
              <a:defRPr sz="600" b="0"/>
            </a:lvl1pPr>
            <a:lvl2pPr marL="0" indent="0">
              <a:lnSpc>
                <a:spcPct val="100000"/>
              </a:lnSpc>
              <a:spcBef>
                <a:spcPts val="0"/>
              </a:spcBef>
              <a:spcAft>
                <a:spcPts val="0"/>
              </a:spcAft>
              <a:buFont typeface="Arial" panose="020B0604020202020204" pitchFamily="34" charset="0"/>
              <a:buNone/>
              <a:defRPr sz="600" b="0"/>
            </a:lvl2pPr>
            <a:lvl3pPr marL="0" indent="0">
              <a:lnSpc>
                <a:spcPct val="100000"/>
              </a:lnSpc>
              <a:spcBef>
                <a:spcPts val="0"/>
              </a:spcBef>
              <a:spcAft>
                <a:spcPts val="0"/>
              </a:spcAft>
              <a:buNone/>
              <a:defRPr sz="600" b="0"/>
            </a:lvl3pPr>
            <a:lvl4pPr marL="0" indent="0">
              <a:lnSpc>
                <a:spcPct val="100000"/>
              </a:lnSpc>
              <a:spcBef>
                <a:spcPts val="0"/>
              </a:spcBef>
              <a:spcAft>
                <a:spcPts val="0"/>
              </a:spcAft>
              <a:buNone/>
              <a:defRPr sz="600" b="0"/>
            </a:lvl4pPr>
            <a:lvl5pPr marL="0" indent="0">
              <a:lnSpc>
                <a:spcPct val="100000"/>
              </a:lnSpc>
              <a:spcBef>
                <a:spcPts val="0"/>
              </a:spcBef>
              <a:spcAft>
                <a:spcPts val="0"/>
              </a:spcAft>
              <a:buNone/>
              <a:defRPr sz="600" b="0"/>
            </a:lvl5pPr>
            <a:lvl6pPr marL="0" indent="0">
              <a:lnSpc>
                <a:spcPct val="100000"/>
              </a:lnSpc>
              <a:spcBef>
                <a:spcPts val="0"/>
              </a:spcBef>
              <a:spcAft>
                <a:spcPts val="0"/>
              </a:spcAft>
              <a:buNone/>
              <a:defRPr sz="600" b="0"/>
            </a:lvl6pPr>
            <a:lvl7pPr marL="0" indent="0">
              <a:lnSpc>
                <a:spcPct val="100000"/>
              </a:lnSpc>
              <a:spcBef>
                <a:spcPts val="0"/>
              </a:spcBef>
              <a:spcAft>
                <a:spcPts val="0"/>
              </a:spcAft>
              <a:buNone/>
              <a:defRPr sz="600" b="0"/>
            </a:lvl7pPr>
            <a:lvl8pPr marL="0" indent="0">
              <a:lnSpc>
                <a:spcPct val="100000"/>
              </a:lnSpc>
              <a:spcBef>
                <a:spcPts val="0"/>
              </a:spcBef>
              <a:spcAft>
                <a:spcPts val="0"/>
              </a:spcAft>
              <a:buNone/>
              <a:defRPr sz="600" b="0"/>
            </a:lvl8pPr>
            <a:lvl9pPr marL="0" indent="0">
              <a:lnSpc>
                <a:spcPct val="100000"/>
              </a:lnSpc>
              <a:spcBef>
                <a:spcPts val="0"/>
              </a:spcBef>
              <a:spcAft>
                <a:spcPts val="0"/>
              </a:spcAft>
              <a:buNone/>
              <a:defRPr sz="600" b="0"/>
            </a:lvl9pPr>
          </a:lstStyle>
          <a:p>
            <a:pPr lvl="0"/>
            <a:r>
              <a:rPr lang="en-US"/>
              <a:t>Footnote/Source</a:t>
            </a:r>
          </a:p>
        </p:txBody>
      </p:sp>
      <p:sp>
        <p:nvSpPr>
          <p:cNvPr id="7" name="Fußzeilenplatzhalter 6"/>
          <p:cNvSpPr>
            <a:spLocks noGrp="1"/>
          </p:cNvSpPr>
          <p:nvPr>
            <p:ph type="ftr" sz="quarter" idx="10"/>
          </p:nvPr>
        </p:nvSpPr>
        <p:spPr bwMode="gray"/>
        <p:txBody>
          <a:bodyPr/>
          <a:lstStyle/>
          <a:p>
            <a:r>
              <a:rPr lang="en-US"/>
              <a:t>Presentation title    |    ONLY FOR INTERNAL USE</a:t>
            </a:r>
          </a:p>
        </p:txBody>
      </p:sp>
      <p:sp>
        <p:nvSpPr>
          <p:cNvPr id="10" name="Foliennummernplatzhalter 9"/>
          <p:cNvSpPr>
            <a:spLocks noGrp="1"/>
          </p:cNvSpPr>
          <p:nvPr>
            <p:ph type="sldNum" sz="quarter" idx="11"/>
          </p:nvPr>
        </p:nvSpPr>
        <p:spPr bwMode="gray"/>
        <p:txBody>
          <a:bodyPr/>
          <a:lstStyle/>
          <a:p>
            <a:fld id="{8FF9B0DE-3FEB-4AA0-B465-B80EF7C1333D}" type="slidenum">
              <a:rPr lang="en-US" smtClean="0"/>
              <a:t>‹#›</a:t>
            </a:fld>
            <a:endParaRPr lang="en-US"/>
          </a:p>
        </p:txBody>
      </p:sp>
    </p:spTree>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Empty">
    <p:spTree>
      <p:nvGrpSpPr>
        <p:cNvPr id="1" name=""/>
        <p:cNvGrpSpPr/>
        <p:nvPr/>
      </p:nvGrpSpPr>
      <p:grpSpPr>
        <a:xfrm>
          <a:off x="0" y="0"/>
          <a:ext cx="0" cy="0"/>
          <a:chOff x="0" y="0"/>
          <a:chExt cx="0" cy="0"/>
        </a:xfrm>
      </p:grpSpPr>
      <p:sp>
        <p:nvSpPr>
          <p:cNvPr id="9" name="Textplatzhalter 7"/>
          <p:cNvSpPr>
            <a:spLocks noGrp="1"/>
          </p:cNvSpPr>
          <p:nvPr>
            <p:ph type="body" sz="quarter" idx="13" hasCustomPrompt="1"/>
          </p:nvPr>
        </p:nvSpPr>
        <p:spPr bwMode="gray">
          <a:xfrm>
            <a:off x="359999" y="4353960"/>
            <a:ext cx="8424000" cy="108000"/>
          </a:xfrm>
        </p:spPr>
        <p:txBody>
          <a:bodyPr anchor="b"/>
          <a:lstStyle>
            <a:lvl1pPr marL="0" indent="0">
              <a:lnSpc>
                <a:spcPct val="100000"/>
              </a:lnSpc>
              <a:spcBef>
                <a:spcPts val="0"/>
              </a:spcBef>
              <a:spcAft>
                <a:spcPts val="0"/>
              </a:spcAft>
              <a:buFont typeface="Arial" panose="020B0604020202020204" pitchFamily="34" charset="0"/>
              <a:buNone/>
              <a:defRPr sz="600" b="0"/>
            </a:lvl1pPr>
            <a:lvl2pPr marL="0" indent="0">
              <a:lnSpc>
                <a:spcPct val="100000"/>
              </a:lnSpc>
              <a:spcBef>
                <a:spcPts val="0"/>
              </a:spcBef>
              <a:spcAft>
                <a:spcPts val="0"/>
              </a:spcAft>
              <a:buFont typeface="Arial" panose="020B0604020202020204" pitchFamily="34" charset="0"/>
              <a:buNone/>
              <a:defRPr sz="600" b="0"/>
            </a:lvl2pPr>
            <a:lvl3pPr marL="0" indent="0">
              <a:lnSpc>
                <a:spcPct val="100000"/>
              </a:lnSpc>
              <a:spcBef>
                <a:spcPts val="0"/>
              </a:spcBef>
              <a:spcAft>
                <a:spcPts val="0"/>
              </a:spcAft>
              <a:buNone/>
              <a:defRPr sz="600" b="0"/>
            </a:lvl3pPr>
            <a:lvl4pPr marL="0" indent="0">
              <a:lnSpc>
                <a:spcPct val="100000"/>
              </a:lnSpc>
              <a:spcBef>
                <a:spcPts val="0"/>
              </a:spcBef>
              <a:spcAft>
                <a:spcPts val="0"/>
              </a:spcAft>
              <a:buNone/>
              <a:defRPr sz="600" b="0"/>
            </a:lvl4pPr>
            <a:lvl5pPr marL="0" indent="0">
              <a:lnSpc>
                <a:spcPct val="100000"/>
              </a:lnSpc>
              <a:spcBef>
                <a:spcPts val="0"/>
              </a:spcBef>
              <a:spcAft>
                <a:spcPts val="0"/>
              </a:spcAft>
              <a:buNone/>
              <a:defRPr sz="600" b="0"/>
            </a:lvl5pPr>
            <a:lvl6pPr marL="0" indent="0">
              <a:lnSpc>
                <a:spcPct val="100000"/>
              </a:lnSpc>
              <a:spcBef>
                <a:spcPts val="0"/>
              </a:spcBef>
              <a:spcAft>
                <a:spcPts val="0"/>
              </a:spcAft>
              <a:buNone/>
              <a:defRPr sz="600" b="0"/>
            </a:lvl6pPr>
            <a:lvl7pPr marL="0" indent="0">
              <a:lnSpc>
                <a:spcPct val="100000"/>
              </a:lnSpc>
              <a:spcBef>
                <a:spcPts val="0"/>
              </a:spcBef>
              <a:spcAft>
                <a:spcPts val="0"/>
              </a:spcAft>
              <a:buNone/>
              <a:defRPr sz="600" b="0"/>
            </a:lvl7pPr>
            <a:lvl8pPr marL="0" indent="0">
              <a:lnSpc>
                <a:spcPct val="100000"/>
              </a:lnSpc>
              <a:spcBef>
                <a:spcPts val="0"/>
              </a:spcBef>
              <a:spcAft>
                <a:spcPts val="0"/>
              </a:spcAft>
              <a:buNone/>
              <a:defRPr sz="600" b="0"/>
            </a:lvl8pPr>
            <a:lvl9pPr marL="0" indent="0">
              <a:lnSpc>
                <a:spcPct val="100000"/>
              </a:lnSpc>
              <a:spcBef>
                <a:spcPts val="0"/>
              </a:spcBef>
              <a:spcAft>
                <a:spcPts val="0"/>
              </a:spcAft>
              <a:buNone/>
              <a:defRPr sz="600" b="0"/>
            </a:lvl9pPr>
          </a:lstStyle>
          <a:p>
            <a:pPr lvl="0"/>
            <a:r>
              <a:rPr lang="en-US"/>
              <a:t>Footnote/Source</a:t>
            </a:r>
          </a:p>
        </p:txBody>
      </p:sp>
      <p:sp>
        <p:nvSpPr>
          <p:cNvPr id="7" name="Fußzeilenplatzhalter 6"/>
          <p:cNvSpPr>
            <a:spLocks noGrp="1"/>
          </p:cNvSpPr>
          <p:nvPr>
            <p:ph type="ftr" sz="quarter" idx="10"/>
          </p:nvPr>
        </p:nvSpPr>
        <p:spPr bwMode="gray"/>
        <p:txBody>
          <a:bodyPr/>
          <a:lstStyle/>
          <a:p>
            <a:r>
              <a:rPr lang="en-US"/>
              <a:t>Presentation title    |    ONLY FOR INTERNAL USE</a:t>
            </a:r>
          </a:p>
        </p:txBody>
      </p:sp>
      <p:sp>
        <p:nvSpPr>
          <p:cNvPr id="8" name="Foliennummernplatzhalter 7"/>
          <p:cNvSpPr>
            <a:spLocks noGrp="1"/>
          </p:cNvSpPr>
          <p:nvPr>
            <p:ph type="sldNum" sz="quarter" idx="11"/>
          </p:nvPr>
        </p:nvSpPr>
        <p:spPr bwMode="gray"/>
        <p:txBody>
          <a:bodyPr/>
          <a:lstStyle/>
          <a:p>
            <a:fld id="{8FF9B0DE-3FEB-4AA0-B465-B80EF7C1333D}" type="slidenum">
              <a:rPr lang="en-US" smtClean="0"/>
              <a:t>‹#›</a:t>
            </a:fld>
            <a:endParaRPr lang="en-US"/>
          </a:p>
        </p:txBody>
      </p:sp>
    </p:spTree>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Contact">
    <p:bg>
      <p:bgPr>
        <a:solidFill>
          <a:schemeClr val="bg2"/>
        </a:solidFill>
        <a:effectLst/>
      </p:bgPr>
    </p:bg>
    <p:spTree>
      <p:nvGrpSpPr>
        <p:cNvPr id="1" name=""/>
        <p:cNvGrpSpPr/>
        <p:nvPr/>
      </p:nvGrpSpPr>
      <p:grpSpPr>
        <a:xfrm>
          <a:off x="0" y="0"/>
          <a:ext cx="0" cy="0"/>
          <a:chOff x="0" y="0"/>
          <a:chExt cx="0" cy="0"/>
        </a:xfrm>
      </p:grpSpPr>
      <p:sp>
        <p:nvSpPr>
          <p:cNvPr id="13" name="Titel 12"/>
          <p:cNvSpPr>
            <a:spLocks noGrp="1"/>
          </p:cNvSpPr>
          <p:nvPr>
            <p:ph type="title" hasCustomPrompt="1"/>
          </p:nvPr>
        </p:nvSpPr>
        <p:spPr bwMode="gray"/>
        <p:txBody>
          <a:bodyPr/>
          <a:lstStyle>
            <a:lvl1pPr>
              <a:defRPr>
                <a:solidFill>
                  <a:schemeClr val="bg1"/>
                </a:solidFill>
              </a:defRPr>
            </a:lvl1pPr>
          </a:lstStyle>
          <a:p>
            <a:r>
              <a:rPr lang="en-US"/>
              <a:t>Add End Message</a:t>
            </a:r>
          </a:p>
        </p:txBody>
      </p:sp>
      <p:sp>
        <p:nvSpPr>
          <p:cNvPr id="5" name="Bildplatzhalter 10"/>
          <p:cNvSpPr>
            <a:spLocks noGrp="1"/>
          </p:cNvSpPr>
          <p:nvPr>
            <p:ph type="pic" sz="quarter" idx="19" hasCustomPrompt="1"/>
          </p:nvPr>
        </p:nvSpPr>
        <p:spPr bwMode="ltGray">
          <a:xfrm>
            <a:off x="2" y="0"/>
            <a:ext cx="9143999" cy="2544366"/>
          </a:xfrm>
          <a:solidFill>
            <a:schemeClr val="bg2"/>
          </a:solidFill>
        </p:spPr>
        <p:txBody>
          <a:bodyPr tIns="720000" anchor="ctr" anchorCtr="0"/>
          <a:lstStyle>
            <a:lvl1pPr marL="0" indent="0" algn="ctr">
              <a:spcBef>
                <a:spcPts val="0"/>
              </a:spcBef>
              <a:spcAft>
                <a:spcPts val="0"/>
              </a:spcAft>
              <a:buFontTx/>
              <a:buNone/>
              <a:defRPr sz="900" b="0">
                <a:solidFill>
                  <a:schemeClr val="bg1"/>
                </a:solidFill>
              </a:defRPr>
            </a:lvl1pPr>
            <a:lvl2pPr marL="0" indent="0" algn="ctr">
              <a:spcBef>
                <a:spcPts val="0"/>
              </a:spcBef>
              <a:spcAft>
                <a:spcPts val="0"/>
              </a:spcAft>
              <a:buFontTx/>
              <a:buNone/>
              <a:defRPr sz="900" b="0">
                <a:solidFill>
                  <a:schemeClr val="bg1"/>
                </a:solidFill>
              </a:defRPr>
            </a:lvl2pPr>
            <a:lvl3pPr marL="0" indent="0" algn="ctr">
              <a:spcBef>
                <a:spcPts val="0"/>
              </a:spcBef>
              <a:spcAft>
                <a:spcPts val="0"/>
              </a:spcAft>
              <a:buFontTx/>
              <a:buNone/>
              <a:defRPr sz="900" b="0"/>
            </a:lvl3pPr>
            <a:lvl4pPr marL="0" indent="0" algn="ctr">
              <a:spcBef>
                <a:spcPts val="0"/>
              </a:spcBef>
              <a:spcAft>
                <a:spcPts val="0"/>
              </a:spcAft>
              <a:buFontTx/>
              <a:buNone/>
              <a:defRPr sz="900" b="0"/>
            </a:lvl4pPr>
            <a:lvl5pPr marL="0" indent="0" algn="ctr">
              <a:spcBef>
                <a:spcPts val="0"/>
              </a:spcBef>
              <a:spcAft>
                <a:spcPts val="0"/>
              </a:spcAft>
              <a:buFontTx/>
              <a:buNone/>
              <a:defRPr sz="900" b="0">
                <a:solidFill>
                  <a:schemeClr val="bg1"/>
                </a:solidFill>
              </a:defRPr>
            </a:lvl5pPr>
            <a:lvl6pPr marL="0" indent="0" algn="ctr">
              <a:spcBef>
                <a:spcPts val="0"/>
              </a:spcBef>
              <a:spcAft>
                <a:spcPts val="0"/>
              </a:spcAft>
              <a:buFontTx/>
              <a:buNone/>
              <a:defRPr sz="900" b="0">
                <a:solidFill>
                  <a:schemeClr val="bg1"/>
                </a:solidFill>
              </a:defRPr>
            </a:lvl6pPr>
            <a:lvl7pPr marL="0" indent="0" algn="ctr">
              <a:spcBef>
                <a:spcPts val="0"/>
              </a:spcBef>
              <a:spcAft>
                <a:spcPts val="0"/>
              </a:spcAft>
              <a:buFontTx/>
              <a:buNone/>
              <a:defRPr sz="900" b="0"/>
            </a:lvl7pPr>
            <a:lvl8pPr marL="0" indent="0" algn="ctr">
              <a:spcBef>
                <a:spcPts val="0"/>
              </a:spcBef>
              <a:spcAft>
                <a:spcPts val="0"/>
              </a:spcAft>
              <a:buFontTx/>
              <a:buNone/>
              <a:defRPr sz="900" b="0"/>
            </a:lvl8pPr>
            <a:lvl9pPr marL="0" indent="0" algn="ctr">
              <a:spcBef>
                <a:spcPts val="0"/>
              </a:spcBef>
              <a:spcAft>
                <a:spcPts val="0"/>
              </a:spcAft>
              <a:buFontTx/>
              <a:buNone/>
              <a:defRPr sz="900" b="0"/>
            </a:lvl9pPr>
          </a:lstStyle>
          <a:p>
            <a:pPr lvl="0"/>
            <a:r>
              <a:rPr lang="en-US"/>
              <a:t>Add picture</a:t>
            </a:r>
          </a:p>
        </p:txBody>
      </p:sp>
      <p:sp>
        <p:nvSpPr>
          <p:cNvPr id="8" name="Textplatzhalter 7"/>
          <p:cNvSpPr>
            <a:spLocks noGrp="1"/>
          </p:cNvSpPr>
          <p:nvPr>
            <p:ph type="body" sz="quarter" idx="10" hasCustomPrompt="1"/>
          </p:nvPr>
        </p:nvSpPr>
        <p:spPr bwMode="gray">
          <a:xfrm>
            <a:off x="359569" y="2679762"/>
            <a:ext cx="4104085" cy="1782000"/>
          </a:xfrm>
        </p:spPr>
        <p:txBody>
          <a:bodyPr anchor="t" anchorCtr="0"/>
          <a:lstStyle>
            <a:lvl1pPr marL="0" indent="0" algn="l">
              <a:spcBef>
                <a:spcPts val="0"/>
              </a:spcBef>
              <a:spcAft>
                <a:spcPts val="450"/>
              </a:spcAft>
              <a:buNone/>
              <a:defRPr sz="1500">
                <a:solidFill>
                  <a:schemeClr val="tx2"/>
                </a:solidFill>
              </a:defRPr>
            </a:lvl1pPr>
            <a:lvl2pPr marL="0" indent="0" algn="l">
              <a:spcBef>
                <a:spcPts val="0"/>
              </a:spcBef>
              <a:spcAft>
                <a:spcPts val="0"/>
              </a:spcAft>
              <a:buFont typeface="Arial" panose="020B0604020202020204" pitchFamily="34" charset="0"/>
              <a:buNone/>
              <a:tabLst>
                <a:tab pos="542290" algn="l"/>
              </a:tabLst>
              <a:defRPr b="1">
                <a:solidFill>
                  <a:schemeClr val="bg1"/>
                </a:solidFill>
              </a:defRPr>
            </a:lvl2pPr>
            <a:lvl3pPr marL="0" indent="0" algn="l">
              <a:spcBef>
                <a:spcPts val="0"/>
              </a:spcBef>
              <a:spcAft>
                <a:spcPts val="900"/>
              </a:spcAft>
              <a:buNone/>
              <a:tabLst>
                <a:tab pos="199390" algn="l"/>
              </a:tabLst>
              <a:defRPr sz="1050">
                <a:solidFill>
                  <a:schemeClr val="bg1"/>
                </a:solidFill>
              </a:defRPr>
            </a:lvl3pPr>
            <a:lvl4pPr marL="0" indent="0" algn="l">
              <a:spcBef>
                <a:spcPts val="0"/>
              </a:spcBef>
              <a:spcAft>
                <a:spcPts val="900"/>
              </a:spcAft>
              <a:buNone/>
              <a:tabLst>
                <a:tab pos="542290" algn="l"/>
              </a:tabLst>
              <a:defRPr sz="1050">
                <a:solidFill>
                  <a:schemeClr val="bg1"/>
                </a:solidFill>
              </a:defRPr>
            </a:lvl4pPr>
            <a:lvl5pPr marL="0" indent="0" algn="l">
              <a:spcBef>
                <a:spcPts val="0"/>
              </a:spcBef>
              <a:spcAft>
                <a:spcPts val="900"/>
              </a:spcAft>
              <a:buNone/>
              <a:tabLst>
                <a:tab pos="542290" algn="l"/>
              </a:tabLst>
              <a:defRPr sz="1050">
                <a:solidFill>
                  <a:schemeClr val="bg1"/>
                </a:solidFill>
              </a:defRPr>
            </a:lvl5pPr>
            <a:lvl6pPr marL="0" indent="0">
              <a:spcBef>
                <a:spcPts val="0"/>
              </a:spcBef>
              <a:spcAft>
                <a:spcPts val="900"/>
              </a:spcAft>
              <a:buNone/>
              <a:tabLst>
                <a:tab pos="542290" algn="l"/>
              </a:tabLst>
              <a:defRPr sz="1050">
                <a:solidFill>
                  <a:schemeClr val="bg1"/>
                </a:solidFill>
              </a:defRPr>
            </a:lvl6pPr>
            <a:lvl7pPr marL="0" indent="0">
              <a:spcBef>
                <a:spcPts val="0"/>
              </a:spcBef>
              <a:spcAft>
                <a:spcPts val="900"/>
              </a:spcAft>
              <a:buNone/>
              <a:tabLst>
                <a:tab pos="542290" algn="l"/>
              </a:tabLst>
              <a:defRPr sz="1050">
                <a:solidFill>
                  <a:schemeClr val="bg1"/>
                </a:solidFill>
              </a:defRPr>
            </a:lvl7pPr>
            <a:lvl8pPr marL="0" indent="0">
              <a:spcBef>
                <a:spcPts val="0"/>
              </a:spcBef>
              <a:spcAft>
                <a:spcPts val="900"/>
              </a:spcAft>
              <a:buNone/>
              <a:tabLst>
                <a:tab pos="542290" algn="l"/>
              </a:tabLst>
              <a:defRPr sz="1050">
                <a:solidFill>
                  <a:schemeClr val="bg1"/>
                </a:solidFill>
              </a:defRPr>
            </a:lvl8pPr>
            <a:lvl9pPr marL="0" indent="0">
              <a:spcBef>
                <a:spcPts val="0"/>
              </a:spcBef>
              <a:spcAft>
                <a:spcPts val="900"/>
              </a:spcAft>
              <a:buNone/>
              <a:tabLst>
                <a:tab pos="542290" algn="l"/>
              </a:tabLst>
              <a:defRPr sz="1050">
                <a:solidFill>
                  <a:schemeClr val="bg1"/>
                </a:solidFill>
              </a:defRPr>
            </a:lvl9pPr>
          </a:lstStyle>
          <a:p>
            <a:pPr lvl="0"/>
            <a:r>
              <a:rPr lang="en-US"/>
              <a:t>Add Name in the first text level, in the second text level function and in the third address. Use the "Increase/ decrease list level" buttons to switch between the set up text levels</a:t>
            </a:r>
          </a:p>
          <a:p>
            <a:pPr lvl="1"/>
            <a:r>
              <a:rPr lang="en-US"/>
              <a:t>Second level</a:t>
            </a:r>
          </a:p>
          <a:p>
            <a:pPr lvl="2"/>
            <a:r>
              <a:rPr lang="en-US"/>
              <a:t>Third level</a:t>
            </a:r>
          </a:p>
        </p:txBody>
      </p:sp>
      <p:sp>
        <p:nvSpPr>
          <p:cNvPr id="11" name="Textplatzhalter 7"/>
          <p:cNvSpPr>
            <a:spLocks noGrp="1"/>
          </p:cNvSpPr>
          <p:nvPr>
            <p:ph type="body" sz="quarter" idx="15" hasCustomPrompt="1"/>
          </p:nvPr>
        </p:nvSpPr>
        <p:spPr bwMode="gray">
          <a:xfrm>
            <a:off x="4676646" y="2679762"/>
            <a:ext cx="4104085" cy="1782000"/>
          </a:xfrm>
        </p:spPr>
        <p:txBody>
          <a:bodyPr anchor="t" anchorCtr="0"/>
          <a:lstStyle>
            <a:lvl1pPr marL="0" indent="0" algn="l">
              <a:spcBef>
                <a:spcPts val="0"/>
              </a:spcBef>
              <a:spcAft>
                <a:spcPts val="450"/>
              </a:spcAft>
              <a:buNone/>
              <a:defRPr sz="1500">
                <a:solidFill>
                  <a:schemeClr val="tx2"/>
                </a:solidFill>
              </a:defRPr>
            </a:lvl1pPr>
            <a:lvl2pPr marL="0" indent="0" algn="l">
              <a:spcBef>
                <a:spcPts val="0"/>
              </a:spcBef>
              <a:spcAft>
                <a:spcPts val="0"/>
              </a:spcAft>
              <a:buFont typeface="Arial" panose="020B0604020202020204" pitchFamily="34" charset="0"/>
              <a:buNone/>
              <a:tabLst>
                <a:tab pos="542290" algn="l"/>
              </a:tabLst>
              <a:defRPr b="1">
                <a:solidFill>
                  <a:schemeClr val="bg1"/>
                </a:solidFill>
              </a:defRPr>
            </a:lvl2pPr>
            <a:lvl3pPr marL="0" indent="0" algn="l">
              <a:spcBef>
                <a:spcPts val="0"/>
              </a:spcBef>
              <a:spcAft>
                <a:spcPts val="900"/>
              </a:spcAft>
              <a:buNone/>
              <a:tabLst>
                <a:tab pos="199390" algn="l"/>
              </a:tabLst>
              <a:defRPr sz="1050">
                <a:solidFill>
                  <a:schemeClr val="bg1"/>
                </a:solidFill>
              </a:defRPr>
            </a:lvl3pPr>
            <a:lvl4pPr marL="0" indent="0" algn="l">
              <a:spcBef>
                <a:spcPts val="0"/>
              </a:spcBef>
              <a:spcAft>
                <a:spcPts val="900"/>
              </a:spcAft>
              <a:buNone/>
              <a:tabLst>
                <a:tab pos="542290" algn="l"/>
              </a:tabLst>
              <a:defRPr sz="1050">
                <a:solidFill>
                  <a:schemeClr val="bg1"/>
                </a:solidFill>
              </a:defRPr>
            </a:lvl4pPr>
            <a:lvl5pPr marL="0" indent="0" algn="l">
              <a:spcBef>
                <a:spcPts val="0"/>
              </a:spcBef>
              <a:spcAft>
                <a:spcPts val="900"/>
              </a:spcAft>
              <a:buNone/>
              <a:tabLst>
                <a:tab pos="542290" algn="l"/>
              </a:tabLst>
              <a:defRPr sz="1050">
                <a:solidFill>
                  <a:schemeClr val="bg1"/>
                </a:solidFill>
              </a:defRPr>
            </a:lvl5pPr>
            <a:lvl6pPr marL="0" indent="0">
              <a:spcBef>
                <a:spcPts val="0"/>
              </a:spcBef>
              <a:spcAft>
                <a:spcPts val="900"/>
              </a:spcAft>
              <a:buNone/>
              <a:tabLst>
                <a:tab pos="542290" algn="l"/>
              </a:tabLst>
              <a:defRPr sz="1050">
                <a:solidFill>
                  <a:schemeClr val="bg1"/>
                </a:solidFill>
              </a:defRPr>
            </a:lvl6pPr>
            <a:lvl7pPr marL="0" indent="0">
              <a:spcBef>
                <a:spcPts val="0"/>
              </a:spcBef>
              <a:spcAft>
                <a:spcPts val="900"/>
              </a:spcAft>
              <a:buNone/>
              <a:tabLst>
                <a:tab pos="542290" algn="l"/>
              </a:tabLst>
              <a:defRPr sz="1050">
                <a:solidFill>
                  <a:schemeClr val="bg1"/>
                </a:solidFill>
              </a:defRPr>
            </a:lvl7pPr>
            <a:lvl8pPr marL="0" indent="0">
              <a:spcBef>
                <a:spcPts val="0"/>
              </a:spcBef>
              <a:spcAft>
                <a:spcPts val="900"/>
              </a:spcAft>
              <a:buNone/>
              <a:tabLst>
                <a:tab pos="542290" algn="l"/>
              </a:tabLst>
              <a:defRPr sz="1050">
                <a:solidFill>
                  <a:schemeClr val="bg1"/>
                </a:solidFill>
              </a:defRPr>
            </a:lvl8pPr>
            <a:lvl9pPr marL="0" indent="0">
              <a:spcBef>
                <a:spcPts val="0"/>
              </a:spcBef>
              <a:spcAft>
                <a:spcPts val="900"/>
              </a:spcAft>
              <a:buNone/>
              <a:tabLst>
                <a:tab pos="542290" algn="l"/>
              </a:tabLst>
              <a:defRPr sz="1050">
                <a:solidFill>
                  <a:schemeClr val="bg1"/>
                </a:solidFill>
              </a:defRPr>
            </a:lvl9pPr>
          </a:lstStyle>
          <a:p>
            <a:pPr lvl="0"/>
            <a:r>
              <a:rPr lang="en-US"/>
              <a:t>Add Name in the first text level, in the second text level function and in the third address. Use the "Increase/ decrease list level" buttons to switch between the set up text levels</a:t>
            </a:r>
          </a:p>
          <a:p>
            <a:pPr lvl="1"/>
            <a:r>
              <a:rPr lang="en-US"/>
              <a:t>Second level</a:t>
            </a:r>
          </a:p>
          <a:p>
            <a:pPr lvl="2"/>
            <a:r>
              <a:rPr lang="en-US"/>
              <a:t>Third level</a:t>
            </a:r>
          </a:p>
        </p:txBody>
      </p:sp>
      <p:sp>
        <p:nvSpPr>
          <p:cNvPr id="7" name="Fußzeilenplatzhalter 6"/>
          <p:cNvSpPr>
            <a:spLocks noGrp="1"/>
          </p:cNvSpPr>
          <p:nvPr>
            <p:ph type="ftr" sz="quarter" idx="21"/>
          </p:nvPr>
        </p:nvSpPr>
        <p:spPr bwMode="gray"/>
        <p:txBody>
          <a:bodyPr/>
          <a:lstStyle>
            <a:lvl1pPr>
              <a:defRPr>
                <a:solidFill>
                  <a:schemeClr val="bg1"/>
                </a:solidFill>
              </a:defRPr>
            </a:lvl1pPr>
          </a:lstStyle>
          <a:p>
            <a:r>
              <a:rPr lang="en-US"/>
              <a:t>Presentation title    |    ONLY FOR INTERNAL USE</a:t>
            </a:r>
          </a:p>
        </p:txBody>
      </p:sp>
      <p:sp>
        <p:nvSpPr>
          <p:cNvPr id="9" name="Foliennummernplatzhalter 8"/>
          <p:cNvSpPr>
            <a:spLocks noGrp="1"/>
          </p:cNvSpPr>
          <p:nvPr>
            <p:ph type="sldNum" sz="quarter" idx="22"/>
          </p:nvPr>
        </p:nvSpPr>
        <p:spPr bwMode="gray"/>
        <p:txBody>
          <a:bodyPr/>
          <a:lstStyle>
            <a:lvl1pPr>
              <a:defRPr>
                <a:solidFill>
                  <a:schemeClr val="bg1"/>
                </a:solidFill>
              </a:defRPr>
            </a:lvl1pPr>
          </a:lstStyle>
          <a:p>
            <a:fld id="{DF4E8F9F-5B1F-4F5B-BE49-3245D8C18D9F}" type="slidenum">
              <a:rPr lang="en-US" smtClean="0"/>
              <a:t>‹#›</a:t>
            </a:fld>
            <a:endParaRPr lang="en-US"/>
          </a:p>
        </p:txBody>
      </p:sp>
      <p:pic>
        <p:nvPicPr>
          <p:cNvPr id="12" name="Grafik 11"/>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359568" y="4623752"/>
            <a:ext cx="926100" cy="279545"/>
          </a:xfrm>
          <a:prstGeom prst="rect">
            <a:avLst/>
          </a:prstGeom>
        </p:spPr>
      </p:pic>
      <p:grpSp>
        <p:nvGrpSpPr>
          <p:cNvPr id="10" name="Group 9"/>
          <p:cNvGrpSpPr/>
          <p:nvPr userDrawn="1"/>
        </p:nvGrpSpPr>
        <p:grpSpPr bwMode="gray">
          <a:xfrm>
            <a:off x="-1422666" y="0"/>
            <a:ext cx="1286309" cy="2808312"/>
            <a:chOff x="-1824880" y="2708920"/>
            <a:chExt cx="1715078" cy="3744416"/>
          </a:xfrm>
        </p:grpSpPr>
        <p:sp>
          <p:nvSpPr>
            <p:cNvPr id="14" name="TextBox 13"/>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450"/>
                </a:spcAft>
              </a:pPr>
              <a:r>
                <a:rPr lang="en-US" sz="825" b="1">
                  <a:solidFill>
                    <a:schemeClr val="tx1"/>
                  </a:solidFill>
                  <a:effectLst/>
                  <a:latin typeface="+mj-lt"/>
                </a:rPr>
                <a:t>To insert a picture:</a:t>
              </a:r>
            </a:p>
            <a:p>
              <a:pPr marL="107950" indent="-107950">
                <a:lnSpc>
                  <a:spcPct val="120000"/>
                </a:lnSpc>
                <a:spcAft>
                  <a:spcPts val="450"/>
                </a:spcAft>
                <a:buFont typeface="+mj-lt"/>
                <a:buAutoNum type="arabicPeriod"/>
              </a:pPr>
              <a:r>
                <a:rPr lang="en-US" sz="675">
                  <a:solidFill>
                    <a:schemeClr val="tx1"/>
                  </a:solidFill>
                  <a:effectLst/>
                  <a:latin typeface="+mn-lt"/>
                </a:rPr>
                <a:t>Click on the placeholder for pictures</a:t>
              </a:r>
            </a:p>
            <a:p>
              <a:pPr marL="107950" indent="-107950">
                <a:lnSpc>
                  <a:spcPct val="120000"/>
                </a:lnSpc>
                <a:spcAft>
                  <a:spcPts val="450"/>
                </a:spcAft>
                <a:buFont typeface="+mj-lt"/>
                <a:buAutoNum type="arabicPeriod"/>
              </a:pPr>
              <a:r>
                <a:rPr lang="en-US" sz="675">
                  <a:solidFill>
                    <a:schemeClr val="tx1"/>
                  </a:solidFill>
                  <a:effectLst/>
                  <a:latin typeface="+mn-lt"/>
                </a:rPr>
                <a:t>Open the menu “Insert”</a:t>
              </a:r>
            </a:p>
            <a:p>
              <a:pPr marL="107950" indent="-107950">
                <a:lnSpc>
                  <a:spcPct val="120000"/>
                </a:lnSpc>
                <a:spcAft>
                  <a:spcPts val="450"/>
                </a:spcAft>
                <a:buFont typeface="+mj-lt"/>
                <a:buAutoNum type="arabicPeriod"/>
              </a:pPr>
              <a:r>
                <a:rPr lang="en-US" sz="675">
                  <a:solidFill>
                    <a:schemeClr val="tx1"/>
                  </a:solidFill>
                  <a:effectLst/>
                  <a:latin typeface="+mn-lt"/>
                </a:rPr>
                <a:t>Choose “Pictures” and then the corresponding source where the image is located</a:t>
              </a:r>
              <a:endParaRPr lang="en-US" sz="675">
                <a:solidFill>
                  <a:schemeClr val="tx1"/>
                </a:solidFill>
                <a:latin typeface="+mn-lt"/>
              </a:endParaRPr>
            </a:p>
          </p:txBody>
        </p:sp>
        <p:pic>
          <p:nvPicPr>
            <p:cNvPr id="15" name="Picture 14"/>
            <p:cNvPicPr>
              <a:picLocks noChangeAspect="1"/>
            </p:cNvPicPr>
            <p:nvPr userDrawn="1"/>
          </p:nvPicPr>
          <p:blipFill rotWithShape="1">
            <a:blip r:embed="rId4"/>
            <a:srcRect l="8843" r="2395" b="2546"/>
            <a:stretch>
              <a:fillRect/>
            </a:stretch>
          </p:blipFill>
          <p:spPr bwMode="gray">
            <a:xfrm>
              <a:off x="-1589806" y="4475212"/>
              <a:ext cx="745332" cy="1122804"/>
            </a:xfrm>
            <a:prstGeom prst="roundRect">
              <a:avLst>
                <a:gd name="adj" fmla="val 3514"/>
              </a:avLst>
            </a:prstGeom>
          </p:spPr>
        </p:pic>
        <p:sp>
          <p:nvSpPr>
            <p:cNvPr id="16" name="TextBox 15"/>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07950" indent="-107950">
                <a:spcAft>
                  <a:spcPts val="450"/>
                </a:spcAft>
                <a:buFont typeface="+mj-lt"/>
                <a:buAutoNum type="arabicPeriod" startAt="4"/>
              </a:pPr>
              <a:r>
                <a:rPr lang="en-US" sz="675">
                  <a:solidFill>
                    <a:schemeClr val="tx1"/>
                  </a:solidFill>
                  <a:effectLst/>
                  <a:latin typeface="+mn-lt"/>
                </a:rPr>
                <a:t>Now the image has </a:t>
              </a:r>
              <a:br>
                <a:rPr lang="en-US" sz="675">
                  <a:solidFill>
                    <a:schemeClr val="tx1"/>
                  </a:solidFill>
                  <a:effectLst/>
                  <a:latin typeface="+mn-lt"/>
                </a:rPr>
              </a:br>
              <a:r>
                <a:rPr lang="en-US" sz="675">
                  <a:solidFill>
                    <a:schemeClr val="tx1"/>
                  </a:solidFill>
                  <a:effectLst/>
                  <a:latin typeface="+mn-lt"/>
                </a:rPr>
                <a:t>been loaded into the </a:t>
              </a:r>
              <a:br>
                <a:rPr lang="en-US" sz="675">
                  <a:solidFill>
                    <a:schemeClr val="tx1"/>
                  </a:solidFill>
                  <a:effectLst/>
                  <a:latin typeface="+mn-lt"/>
                </a:rPr>
              </a:br>
              <a:r>
                <a:rPr lang="en-US" sz="675">
                  <a:solidFill>
                    <a:schemeClr val="tx1"/>
                  </a:solidFill>
                  <a:effectLst/>
                  <a:latin typeface="+mn-lt"/>
                </a:rPr>
                <a:t>placeholder.</a:t>
              </a:r>
              <a:endParaRPr lang="en-US" sz="675">
                <a:solidFill>
                  <a:schemeClr val="tx1"/>
                </a:solidFill>
                <a:latin typeface="+mn-lt"/>
              </a:endParaRPr>
            </a:p>
          </p:txBody>
        </p:sp>
      </p:grpSp>
    </p:spTree>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Disclaimer">
    <p:spTree>
      <p:nvGrpSpPr>
        <p:cNvPr id="1" name=""/>
        <p:cNvGrpSpPr/>
        <p:nvPr/>
      </p:nvGrpSpPr>
      <p:grpSpPr>
        <a:xfrm>
          <a:off x="0" y="0"/>
          <a:ext cx="0" cy="0"/>
          <a:chOff x="0" y="0"/>
          <a:chExt cx="0" cy="0"/>
        </a:xfrm>
      </p:grpSpPr>
      <p:sp>
        <p:nvSpPr>
          <p:cNvPr id="7" name="Fußzeilenplatzhalter 6"/>
          <p:cNvSpPr>
            <a:spLocks noGrp="1"/>
          </p:cNvSpPr>
          <p:nvPr>
            <p:ph type="ftr" sz="quarter" idx="10"/>
          </p:nvPr>
        </p:nvSpPr>
        <p:spPr bwMode="gray"/>
        <p:txBody>
          <a:bodyPr/>
          <a:lstStyle/>
          <a:p>
            <a:r>
              <a:rPr lang="en-US"/>
              <a:t>Presentation title    |    ONLY FOR INTERNAL USE</a:t>
            </a:r>
          </a:p>
        </p:txBody>
      </p:sp>
      <p:sp>
        <p:nvSpPr>
          <p:cNvPr id="8" name="Foliennummernplatzhalter 7"/>
          <p:cNvSpPr>
            <a:spLocks noGrp="1"/>
          </p:cNvSpPr>
          <p:nvPr>
            <p:ph type="sldNum" sz="quarter" idx="11"/>
          </p:nvPr>
        </p:nvSpPr>
        <p:spPr bwMode="gray"/>
        <p:txBody>
          <a:bodyPr/>
          <a:lstStyle/>
          <a:p>
            <a:fld id="{8FF9B0DE-3FEB-4AA0-B465-B80EF7C1333D}" type="slidenum">
              <a:rPr lang="en-US" smtClean="0"/>
              <a:t>‹#›</a:t>
            </a:fld>
            <a:endParaRPr lang="en-US"/>
          </a:p>
        </p:txBody>
      </p:sp>
      <p:sp>
        <p:nvSpPr>
          <p:cNvPr id="2" name="Rechteck 1"/>
          <p:cNvSpPr/>
          <p:nvPr userDrawn="1"/>
        </p:nvSpPr>
        <p:spPr bwMode="gray">
          <a:xfrm>
            <a:off x="359570" y="357188"/>
            <a:ext cx="8424863" cy="540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l"/>
            <a:r>
              <a:rPr lang="en-US" sz="1875" b="1">
                <a:solidFill>
                  <a:schemeClr val="bg2"/>
                </a:solidFill>
                <a:latin typeface="+mj-lt"/>
              </a:rPr>
              <a:t>Disclaimer</a:t>
            </a:r>
          </a:p>
        </p:txBody>
      </p:sp>
      <p:sp>
        <p:nvSpPr>
          <p:cNvPr id="6" name="Inhaltsplatzhalter 18"/>
          <p:cNvSpPr txBox="1"/>
          <p:nvPr userDrawn="1"/>
        </p:nvSpPr>
        <p:spPr bwMode="gray">
          <a:xfrm>
            <a:off x="359570" y="1437624"/>
            <a:ext cx="4590473" cy="2592288"/>
          </a:xfrm>
          <a:prstGeom prst="rect">
            <a:avLst/>
          </a:prstGeom>
        </p:spPr>
        <p:txBody>
          <a:bodyPr vert="horz" lIns="0" tIns="0" rIns="0" bIns="0" numCol="1" spcCol="288000" rtlCol="0">
            <a:noAutofit/>
          </a:bodyPr>
          <a:lstStyle>
            <a:lvl1pPr marL="215900" indent="-2159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1800" indent="-2159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5945" indent="-2159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1845" indent="-2159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145" indent="-14414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29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1800" indent="-14414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5945" indent="-14414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5945" indent="-14414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lgn="l">
              <a:spcAft>
                <a:spcPts val="900"/>
              </a:spcAft>
              <a:buFont typeface="Arial" panose="020B0604020202020204" pitchFamily="34" charset="0"/>
              <a:buNone/>
            </a:pPr>
            <a:r>
              <a:rPr lang="en-US" sz="1050"/>
              <a:t>This presentation and its contents are property of Boehringer Ingelheim and are, inter alia, protected by copyright law. Complete or partial passing on to third parties as well as copying, reproduction, publication or any other use by third parties is not permitted.</a:t>
            </a:r>
          </a:p>
        </p:txBody>
      </p:sp>
      <p:sp>
        <p:nvSpPr>
          <p:cNvPr id="10" name="Inhaltsplatzhalter 18"/>
          <p:cNvSpPr txBox="1"/>
          <p:nvPr userDrawn="1"/>
        </p:nvSpPr>
        <p:spPr bwMode="gray">
          <a:xfrm>
            <a:off x="356627" y="4272940"/>
            <a:ext cx="6669000" cy="189524"/>
          </a:xfrm>
          <a:prstGeom prst="rect">
            <a:avLst/>
          </a:prstGeom>
        </p:spPr>
        <p:txBody>
          <a:bodyPr vert="horz" lIns="0" tIns="0" rIns="0" bIns="0" rtlCol="0">
            <a:noAutofit/>
          </a:bodyPr>
          <a:lstStyle>
            <a:lvl1pPr marL="215900" indent="-2159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1800" indent="-2159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5945" indent="-2159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1845" indent="-2159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145" indent="-14414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29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1800" indent="-14414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5945" indent="-14414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5945" indent="-14414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buFont typeface="Arial" panose="020B0604020202020204" pitchFamily="34" charset="0"/>
              <a:buNone/>
            </a:pPr>
            <a:r>
              <a:rPr lang="en-US" sz="1050"/>
              <a:t> </a:t>
            </a:r>
          </a:p>
        </p:txBody>
      </p:sp>
      <p:sp>
        <p:nvSpPr>
          <p:cNvPr id="11" name="Inhaltsplatzhalter 18"/>
          <p:cNvSpPr txBox="1"/>
          <p:nvPr userDrawn="1"/>
        </p:nvSpPr>
        <p:spPr bwMode="gray">
          <a:xfrm>
            <a:off x="356629" y="1059656"/>
            <a:ext cx="4077416" cy="135015"/>
          </a:xfrm>
          <a:prstGeom prst="rect">
            <a:avLst/>
          </a:prstGeom>
        </p:spPr>
        <p:txBody>
          <a:bodyPr vert="horz" lIns="0" tIns="0" rIns="0" bIns="0" rtlCol="0" anchor="b" anchorCtr="0">
            <a:noAutofit/>
          </a:bodyPr>
          <a:lstStyle>
            <a:lvl1pPr marL="215900" indent="-2159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1800" indent="-2159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5945" indent="-2159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1845" indent="-2159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145" indent="-14414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29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1800" indent="-14414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5945" indent="-14414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5945" indent="-14414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lgn="l">
              <a:buFont typeface="Arial" panose="020B0604020202020204" pitchFamily="34" charset="0"/>
              <a:buNone/>
            </a:pPr>
            <a:r>
              <a:rPr lang="en-US" sz="675"/>
              <a:t>© </a:t>
            </a:r>
            <a:fld id="{2F99CDBD-C73A-474F-91D2-EC8081FF32A1}" type="datetimeyyyy">
              <a:rPr lang="en-US" sz="675" smtClean="0"/>
              <a:t>2024</a:t>
            </a:fld>
            <a:r>
              <a:rPr lang="en-US" sz="675"/>
              <a:t> Boehringer Ingelheim International GmbH. All rights reserved.</a:t>
            </a:r>
          </a:p>
        </p:txBody>
      </p:sp>
    </p:spTree>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showMasterSp="0" type="blank">
  <p:cSld name="Leer">
    <p:spTree>
      <p:nvGrpSpPr>
        <p:cNvPr id="1" name=""/>
        <p:cNvGrpSpPr/>
        <p:nvPr/>
      </p:nvGrpSpPr>
      <p:grpSpPr>
        <a:xfrm>
          <a:off x="0" y="0"/>
          <a:ext cx="0" cy="0"/>
          <a:chOff x="0" y="0"/>
          <a:chExt cx="0" cy="0"/>
        </a:xfrm>
      </p:grpSpPr>
      <p:sp>
        <p:nvSpPr>
          <p:cNvPr id="2" name="Datumsplatzhalter 1"/>
          <p:cNvSpPr>
            <a:spLocks noGrp="1"/>
          </p:cNvSpPr>
          <p:nvPr>
            <p:ph type="dt" sz="half" idx="10"/>
          </p:nvPr>
        </p:nvSpPr>
        <p:spPr/>
        <p:txBody>
          <a:bodyPr/>
          <a:lstStyle/>
          <a:p>
            <a:fld id="{0AD1C50B-E8A2-4BF1-8E49-B64B7009FA23}" type="datetime1">
              <a:rPr lang="en-GB" noProof="0" smtClean="0"/>
              <a:t>25/04/2024</a:t>
            </a:fld>
            <a:endParaRPr lang="en-GB" noProof="0"/>
          </a:p>
        </p:txBody>
      </p:sp>
      <p:sp>
        <p:nvSpPr>
          <p:cNvPr id="3" name="Fußzeilenplatzhalter 2"/>
          <p:cNvSpPr>
            <a:spLocks noGrp="1"/>
          </p:cNvSpPr>
          <p:nvPr>
            <p:ph type="ftr" sz="quarter" idx="11"/>
          </p:nvPr>
        </p:nvSpPr>
        <p:spPr/>
        <p:txBody>
          <a:bodyPr/>
          <a:lstStyle/>
          <a:p>
            <a:endParaRPr lang="en-GB" noProof="0"/>
          </a:p>
        </p:txBody>
      </p:sp>
      <p:sp>
        <p:nvSpPr>
          <p:cNvPr id="4" name="Foliennummernplatzhalter 3"/>
          <p:cNvSpPr>
            <a:spLocks noGrp="1"/>
          </p:cNvSpPr>
          <p:nvPr>
            <p:ph type="sldNum" sz="quarter" idx="12"/>
          </p:nvPr>
        </p:nvSpPr>
        <p:spPr/>
        <p:txBody>
          <a:bodyPr/>
          <a:lstStyle/>
          <a:p>
            <a:fld id="{143B55C4-4F5A-416B-997D-6CE47EB0A945}" type="slidenum">
              <a:rPr lang="en-GB" noProof="0" smtClean="0"/>
              <a:t>‹#›</a:t>
            </a:fld>
            <a:endParaRPr lang="en-GB" noProof="0"/>
          </a:p>
        </p:txBody>
      </p:sp>
      <p:pic>
        <p:nvPicPr>
          <p:cNvPr id="5" name="Grafik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64443" y="4864131"/>
            <a:ext cx="630270" cy="19051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2.xml><?xml version="1.0" encoding="utf-8"?>
<p:sldLayout xmlns:a="http://schemas.openxmlformats.org/drawingml/2006/main" xmlns:r="http://schemas.openxmlformats.org/officeDocument/2006/relationships" xmlns:p="http://schemas.openxmlformats.org/presentationml/2006/main" showMasterSp="0" type="obj">
  <p:cSld name="Title and Content - White 1 - GRA">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pic>
        <p:nvPicPr>
          <p:cNvPr id="14" name="Picture 13" descr="A picture containing text&#10;&#10;Description automatically generated"/>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8018794" y="4715336"/>
            <a:ext cx="966722" cy="288861"/>
          </a:xfrm>
          <a:prstGeom prst="rect">
            <a:avLst/>
          </a:prstGeom>
        </p:spPr>
      </p:pic>
      <p:pic>
        <p:nvPicPr>
          <p:cNvPr id="7" name="Picture 15" descr="A picture containing logo&#10;&#10;Description automatically generated"/>
          <p:cNvPicPr>
            <a:picLocks noChangeAspect="1"/>
          </p:cNvPicPr>
          <p:nvPr userDrawn="1"/>
        </p:nvPicPr>
        <p:blipFill>
          <a:blip r:embed="rId3" cstate="hqprint">
            <a:extLst>
              <a:ext uri="{28A0092B-C50C-407E-A947-70E740481C1C}">
                <a14:useLocalDpi xmlns:a14="http://schemas.microsoft.com/office/drawing/2010/main" val="0"/>
              </a:ext>
            </a:extLst>
          </a:blip>
          <a:stretch>
            <a:fillRect/>
          </a:stretch>
        </p:blipFill>
        <p:spPr>
          <a:xfrm>
            <a:off x="8112216" y="113359"/>
            <a:ext cx="639355" cy="458141"/>
          </a:xfrm>
          <a:prstGeom prst="rect">
            <a:avLst/>
          </a:prstGeom>
        </p:spPr>
      </p:pic>
      <p:pic>
        <p:nvPicPr>
          <p:cNvPr id="9" name="Grafik 8" descr="Ein Bild, das Text, ClipArt enthält.&#10;&#10;Automatisch generierte Beschreibung"/>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8076497" y="692726"/>
            <a:ext cx="933926" cy="256484"/>
          </a:xfrm>
          <a:prstGeom prst="rect">
            <a:avLst/>
          </a:prstGeom>
        </p:spPr>
      </p:pic>
      <p:pic>
        <p:nvPicPr>
          <p:cNvPr id="10" name="Picture 7"/>
          <p:cNvPicPr>
            <a:picLocks noChangeAspect="1"/>
          </p:cNvPicPr>
          <p:nvPr userDrawn="1"/>
        </p:nvPicPr>
        <p:blipFill rotWithShape="1">
          <a:blip r:embed="rId5">
            <a:extLst>
              <a:ext uri="{28A0092B-C50C-407E-A947-70E740481C1C}">
                <a14:useLocalDpi xmlns:a14="http://schemas.microsoft.com/office/drawing/2010/main" val="0"/>
              </a:ext>
            </a:extLst>
          </a:blip>
          <a:srcRect l="7020" t="41333" r="61105" b="2710"/>
          <a:stretch>
            <a:fillRect/>
          </a:stretch>
        </p:blipFill>
        <p:spPr>
          <a:xfrm>
            <a:off x="0" y="2264569"/>
            <a:ext cx="2914650" cy="2878932"/>
          </a:xfrm>
          <a:prstGeom prst="rect">
            <a:avLst/>
          </a:prstGeom>
        </p:spPr>
      </p:pic>
    </p:spTree>
  </p:cSld>
  <p:clrMapOvr>
    <a:masterClrMapping/>
  </p:clrMapOvr>
  <p:transition spd="slow">
    <p:wipe/>
  </p:transition>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Title slide (bright)">
    <p:bg bwMode="gray">
      <p:bgPr>
        <a:solidFill>
          <a:schemeClr val="tx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359569" y="1977750"/>
            <a:ext cx="6210566" cy="1188000"/>
          </a:xfrm>
        </p:spPr>
        <p:txBody>
          <a:bodyPr anchor="b"/>
          <a:lstStyle>
            <a:lvl1pPr algn="l">
              <a:defRPr sz="3600" b="1" i="0">
                <a:solidFill>
                  <a:schemeClr val="bg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359570" y="3327840"/>
            <a:ext cx="6211031" cy="702000"/>
          </a:xfrm>
        </p:spPr>
        <p:txBody>
          <a:bodyPr/>
          <a:lstStyle>
            <a:lvl1pPr marL="0" indent="0" algn="l">
              <a:lnSpc>
                <a:spcPct val="100000"/>
              </a:lnSpc>
              <a:spcBef>
                <a:spcPts val="0"/>
              </a:spcBef>
              <a:spcAft>
                <a:spcPts val="1800"/>
              </a:spcAft>
              <a:buFont typeface="Arial" panose="020B0604020202020204" pitchFamily="34" charset="0"/>
              <a:buNone/>
              <a:defRPr sz="1800" b="0">
                <a:solidFill>
                  <a:schemeClr val="bg2"/>
                </a:solidFill>
                <a:latin typeface="+mj-lt"/>
              </a:defRPr>
            </a:lvl1pPr>
            <a:lvl2pPr marL="0" indent="0" algn="l">
              <a:lnSpc>
                <a:spcPct val="100000"/>
              </a:lnSpc>
              <a:spcBef>
                <a:spcPts val="0"/>
              </a:spcBef>
              <a:spcAft>
                <a:spcPts val="0"/>
              </a:spcAft>
              <a:buFont typeface="Arial" panose="020B0604020202020204" pitchFamily="34" charset="0"/>
              <a:buNone/>
              <a:defRPr sz="1200" b="0">
                <a:solidFill>
                  <a:schemeClr val="bg2"/>
                </a:solidFill>
              </a:defRPr>
            </a:lvl2pPr>
            <a:lvl3pPr marL="0" indent="0" algn="l">
              <a:lnSpc>
                <a:spcPct val="100000"/>
              </a:lnSpc>
              <a:spcBef>
                <a:spcPts val="0"/>
              </a:spcBef>
              <a:spcAft>
                <a:spcPts val="0"/>
              </a:spcAft>
              <a:buFont typeface="Arial" panose="020B0604020202020204" pitchFamily="34" charset="0"/>
              <a:buNone/>
              <a:defRPr sz="1200" b="0">
                <a:solidFill>
                  <a:schemeClr val="bg2"/>
                </a:solidFill>
              </a:defRPr>
            </a:lvl3pPr>
            <a:lvl4pPr marL="0" indent="0" algn="l">
              <a:lnSpc>
                <a:spcPct val="100000"/>
              </a:lnSpc>
              <a:spcBef>
                <a:spcPts val="0"/>
              </a:spcBef>
              <a:spcAft>
                <a:spcPts val="0"/>
              </a:spcAft>
              <a:buFont typeface="Arial" panose="020B0604020202020204" pitchFamily="34" charset="0"/>
              <a:buNone/>
              <a:defRPr sz="1200" b="0">
                <a:solidFill>
                  <a:schemeClr val="bg2"/>
                </a:solidFill>
              </a:defRPr>
            </a:lvl4pPr>
            <a:lvl5pPr marL="0" indent="0" algn="l">
              <a:lnSpc>
                <a:spcPct val="100000"/>
              </a:lnSpc>
              <a:spcBef>
                <a:spcPts val="0"/>
              </a:spcBef>
              <a:spcAft>
                <a:spcPts val="0"/>
              </a:spcAft>
              <a:buFont typeface="Arial" panose="020B0604020202020204" pitchFamily="34" charset="0"/>
              <a:buNone/>
              <a:defRPr sz="1200" b="0">
                <a:solidFill>
                  <a:schemeClr val="bg2"/>
                </a:solidFill>
              </a:defRPr>
            </a:lvl5pPr>
            <a:lvl6pPr marL="0" indent="0" algn="l">
              <a:lnSpc>
                <a:spcPct val="100000"/>
              </a:lnSpc>
              <a:spcBef>
                <a:spcPts val="0"/>
              </a:spcBef>
              <a:spcAft>
                <a:spcPts val="0"/>
              </a:spcAft>
              <a:buFont typeface="Arial" panose="020B0604020202020204" pitchFamily="34" charset="0"/>
              <a:buNone/>
              <a:defRPr sz="1200" b="0">
                <a:solidFill>
                  <a:schemeClr val="bg2"/>
                </a:solidFill>
              </a:defRPr>
            </a:lvl6pPr>
            <a:lvl7pPr marL="0" indent="0" algn="l">
              <a:lnSpc>
                <a:spcPct val="100000"/>
              </a:lnSpc>
              <a:spcBef>
                <a:spcPts val="0"/>
              </a:spcBef>
              <a:spcAft>
                <a:spcPts val="0"/>
              </a:spcAft>
              <a:buFont typeface="Arial" panose="020B0604020202020204" pitchFamily="34" charset="0"/>
              <a:buNone/>
              <a:defRPr sz="1200" b="0">
                <a:solidFill>
                  <a:schemeClr val="bg2"/>
                </a:solidFill>
              </a:defRPr>
            </a:lvl7pPr>
            <a:lvl8pPr marL="0" indent="0" algn="l">
              <a:lnSpc>
                <a:spcPct val="100000"/>
              </a:lnSpc>
              <a:spcBef>
                <a:spcPts val="0"/>
              </a:spcBef>
              <a:spcAft>
                <a:spcPts val="0"/>
              </a:spcAft>
              <a:buFont typeface="Arial" panose="020B0604020202020204" pitchFamily="34" charset="0"/>
              <a:buNone/>
              <a:defRPr sz="1200" b="0">
                <a:solidFill>
                  <a:schemeClr val="bg2"/>
                </a:solidFill>
              </a:defRPr>
            </a:lvl8pPr>
            <a:lvl9pPr marL="0" indent="0" algn="l">
              <a:lnSpc>
                <a:spcPct val="100000"/>
              </a:lnSpc>
              <a:spcBef>
                <a:spcPts val="0"/>
              </a:spcBef>
              <a:spcAft>
                <a:spcPts val="0"/>
              </a:spcAft>
              <a:buFont typeface="Arial" panose="020B0604020202020204" pitchFamily="34" charset="0"/>
              <a:buNone/>
              <a:defRPr sz="1200" b="0">
                <a:solidFill>
                  <a:schemeClr val="bg2"/>
                </a:solidFill>
              </a:defRPr>
            </a:lvl9pPr>
          </a:lstStyle>
          <a:p>
            <a:r>
              <a:rPr lang="en-US"/>
              <a:t>Subtitle of the presentation</a:t>
            </a:r>
          </a:p>
          <a:p>
            <a:pPr lvl="1"/>
            <a:r>
              <a:rPr lang="en-US"/>
              <a:t>Author | Date | Place</a:t>
            </a:r>
          </a:p>
        </p:txBody>
      </p:sp>
      <p:sp>
        <p:nvSpPr>
          <p:cNvPr id="10" name="Rechteck 9"/>
          <p:cNvSpPr/>
          <p:nvPr userDrawn="1"/>
        </p:nvSpPr>
        <p:spPr bwMode="gray">
          <a:xfrm>
            <a:off x="0" y="4279500"/>
            <a:ext cx="7020000" cy="864000"/>
          </a:xfrm>
          <a:prstGeom prst="rect">
            <a:avLst/>
          </a:prstGeom>
          <a:solidFill>
            <a:schemeClr val="tx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solidFill>
                <a:schemeClr val="tx1"/>
              </a:solidFill>
            </a:endParaRPr>
          </a:p>
        </p:txBody>
      </p:sp>
      <p:pic>
        <p:nvPicPr>
          <p:cNvPr id="8" name="Grafik 7"/>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359100" y="357504"/>
            <a:ext cx="1233900" cy="372456"/>
          </a:xfrm>
          <a:prstGeom prst="rect">
            <a:avLst/>
          </a:prstGeom>
        </p:spPr>
      </p:pic>
      <p:pic>
        <p:nvPicPr>
          <p:cNvPr id="9" name="Grafik 8"/>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bwMode="gray">
          <a:xfrm>
            <a:off x="7570800" y="4624780"/>
            <a:ext cx="1215000" cy="161217"/>
          </a:xfrm>
          <a:prstGeom prst="rect">
            <a:avLst/>
          </a:prstGeom>
        </p:spPr>
      </p:pic>
      <p:sp>
        <p:nvSpPr>
          <p:cNvPr id="4" name="Fußzeilenplatzhalter 3"/>
          <p:cNvSpPr>
            <a:spLocks noGrp="1"/>
          </p:cNvSpPr>
          <p:nvPr>
            <p:ph type="ftr" sz="quarter" idx="19"/>
          </p:nvPr>
        </p:nvSpPr>
        <p:spPr bwMode="gray">
          <a:xfrm>
            <a:off x="359952" y="4623996"/>
            <a:ext cx="3780000" cy="162000"/>
          </a:xfrm>
        </p:spPr>
        <p:txBody>
          <a:bodyPr/>
          <a:lstStyle>
            <a:lvl1pPr algn="l">
              <a:defRPr/>
            </a:lvl1pPr>
          </a:lstStyle>
          <a:p>
            <a:r>
              <a:rPr lang="en-US"/>
              <a:t>ONLY FOR INTERNAL USE</a:t>
            </a:r>
          </a:p>
        </p:txBody>
      </p:sp>
    </p:spTree>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Title slide (dark)">
    <p:bg bwMode="gray">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359569" y="1977750"/>
            <a:ext cx="6210566" cy="1188000"/>
          </a:xfrm>
        </p:spPr>
        <p:txBody>
          <a:bodyPr anchor="b"/>
          <a:lstStyle>
            <a:lvl1pPr algn="l">
              <a:defRPr sz="3600" b="1" i="0">
                <a:solidFill>
                  <a:schemeClr val="tx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359570" y="3327840"/>
            <a:ext cx="6211031" cy="702000"/>
          </a:xfrm>
        </p:spPr>
        <p:txBody>
          <a:bodyPr/>
          <a:lstStyle>
            <a:lvl1pPr marL="0" indent="0" algn="l">
              <a:lnSpc>
                <a:spcPct val="100000"/>
              </a:lnSpc>
              <a:spcBef>
                <a:spcPts val="0"/>
              </a:spcBef>
              <a:spcAft>
                <a:spcPts val="1800"/>
              </a:spcAft>
              <a:buFont typeface="Arial" panose="020B0604020202020204" pitchFamily="34" charset="0"/>
              <a:buNone/>
              <a:defRPr sz="18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200" b="0">
                <a:solidFill>
                  <a:schemeClr val="bg1"/>
                </a:solidFill>
              </a:defRPr>
            </a:lvl2pPr>
            <a:lvl3pPr marL="0" indent="0" algn="l">
              <a:lnSpc>
                <a:spcPct val="100000"/>
              </a:lnSpc>
              <a:spcBef>
                <a:spcPts val="0"/>
              </a:spcBef>
              <a:spcAft>
                <a:spcPts val="0"/>
              </a:spcAft>
              <a:buFont typeface="Arial" panose="020B0604020202020204" pitchFamily="34" charset="0"/>
              <a:buNone/>
              <a:defRPr sz="1200" b="0">
                <a:solidFill>
                  <a:schemeClr val="bg1"/>
                </a:solidFill>
              </a:defRPr>
            </a:lvl3pPr>
            <a:lvl4pPr marL="0" indent="0" algn="l">
              <a:lnSpc>
                <a:spcPct val="100000"/>
              </a:lnSpc>
              <a:spcBef>
                <a:spcPts val="0"/>
              </a:spcBef>
              <a:spcAft>
                <a:spcPts val="0"/>
              </a:spcAft>
              <a:buFont typeface="Arial" panose="020B0604020202020204" pitchFamily="34" charset="0"/>
              <a:buNone/>
              <a:defRPr sz="1200" b="0">
                <a:solidFill>
                  <a:schemeClr val="bg1"/>
                </a:solidFill>
              </a:defRPr>
            </a:lvl4pPr>
            <a:lvl5pPr marL="0" indent="0" algn="l">
              <a:lnSpc>
                <a:spcPct val="100000"/>
              </a:lnSpc>
              <a:spcBef>
                <a:spcPts val="0"/>
              </a:spcBef>
              <a:spcAft>
                <a:spcPts val="0"/>
              </a:spcAft>
              <a:buFont typeface="Arial" panose="020B0604020202020204" pitchFamily="34" charset="0"/>
              <a:buNone/>
              <a:defRPr sz="1200" b="0">
                <a:solidFill>
                  <a:schemeClr val="bg1"/>
                </a:solidFill>
              </a:defRPr>
            </a:lvl5pPr>
            <a:lvl6pPr marL="0" indent="0" algn="l">
              <a:lnSpc>
                <a:spcPct val="100000"/>
              </a:lnSpc>
              <a:spcBef>
                <a:spcPts val="0"/>
              </a:spcBef>
              <a:spcAft>
                <a:spcPts val="0"/>
              </a:spcAft>
              <a:buFont typeface="Arial" panose="020B0604020202020204" pitchFamily="34" charset="0"/>
              <a:buNone/>
              <a:defRPr sz="1200" b="0">
                <a:solidFill>
                  <a:schemeClr val="bg1"/>
                </a:solidFill>
              </a:defRPr>
            </a:lvl6pPr>
            <a:lvl7pPr marL="0" indent="0" algn="l">
              <a:lnSpc>
                <a:spcPct val="100000"/>
              </a:lnSpc>
              <a:spcBef>
                <a:spcPts val="0"/>
              </a:spcBef>
              <a:spcAft>
                <a:spcPts val="0"/>
              </a:spcAft>
              <a:buFont typeface="Arial" panose="020B0604020202020204" pitchFamily="34" charset="0"/>
              <a:buNone/>
              <a:defRPr sz="1200" b="0">
                <a:solidFill>
                  <a:schemeClr val="bg1"/>
                </a:solidFill>
              </a:defRPr>
            </a:lvl7pPr>
            <a:lvl8pPr marL="0" indent="0" algn="l">
              <a:lnSpc>
                <a:spcPct val="100000"/>
              </a:lnSpc>
              <a:spcBef>
                <a:spcPts val="0"/>
              </a:spcBef>
              <a:spcAft>
                <a:spcPts val="0"/>
              </a:spcAft>
              <a:buFont typeface="Arial" panose="020B0604020202020204" pitchFamily="34" charset="0"/>
              <a:buNone/>
              <a:defRPr sz="1200" b="0">
                <a:solidFill>
                  <a:schemeClr val="bg1"/>
                </a:solidFill>
              </a:defRPr>
            </a:lvl8pPr>
            <a:lvl9pPr marL="0" indent="0" algn="l">
              <a:lnSpc>
                <a:spcPct val="100000"/>
              </a:lnSpc>
              <a:spcBef>
                <a:spcPts val="0"/>
              </a:spcBef>
              <a:spcAft>
                <a:spcPts val="0"/>
              </a:spcAft>
              <a:buFont typeface="Arial" panose="020B0604020202020204" pitchFamily="34" charset="0"/>
              <a:buNone/>
              <a:defRPr sz="1200" b="0">
                <a:solidFill>
                  <a:schemeClr val="bg1"/>
                </a:solidFill>
              </a:defRPr>
            </a:lvl9pPr>
          </a:lstStyle>
          <a:p>
            <a:r>
              <a:rPr lang="en-US"/>
              <a:t>Subtitle of the presentation</a:t>
            </a:r>
          </a:p>
          <a:p>
            <a:pPr lvl="1"/>
            <a:r>
              <a:rPr lang="en-US"/>
              <a:t>Author | Date | Place</a:t>
            </a:r>
          </a:p>
        </p:txBody>
      </p:sp>
      <p:sp>
        <p:nvSpPr>
          <p:cNvPr id="10" name="Rechteck 9"/>
          <p:cNvSpPr/>
          <p:nvPr userDrawn="1"/>
        </p:nvSpPr>
        <p:spPr bwMode="gray">
          <a:xfrm>
            <a:off x="0" y="4279500"/>
            <a:ext cx="7020000" cy="864000"/>
          </a:xfrm>
          <a:prstGeom prst="rect">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solidFill>
                <a:schemeClr val="tx1"/>
              </a:solidFill>
            </a:endParaRPr>
          </a:p>
        </p:txBody>
      </p:sp>
      <p:pic>
        <p:nvPicPr>
          <p:cNvPr id="8" name="Grafik 7"/>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359100" y="357504"/>
            <a:ext cx="1233900" cy="372456"/>
          </a:xfrm>
          <a:prstGeom prst="rect">
            <a:avLst/>
          </a:prstGeom>
        </p:spPr>
      </p:pic>
      <p:pic>
        <p:nvPicPr>
          <p:cNvPr id="9" name="Grafik 8"/>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bwMode="gray">
          <a:xfrm>
            <a:off x="7570800" y="4624780"/>
            <a:ext cx="1215000" cy="161217"/>
          </a:xfrm>
          <a:prstGeom prst="rect">
            <a:avLst/>
          </a:prstGeom>
        </p:spPr>
      </p:pic>
      <p:sp>
        <p:nvSpPr>
          <p:cNvPr id="4" name="Fußzeilenplatzhalter 3"/>
          <p:cNvSpPr>
            <a:spLocks noGrp="1"/>
          </p:cNvSpPr>
          <p:nvPr>
            <p:ph type="ftr" sz="quarter" idx="19"/>
          </p:nvPr>
        </p:nvSpPr>
        <p:spPr bwMode="gray">
          <a:xfrm>
            <a:off x="359952" y="4623996"/>
            <a:ext cx="3780000" cy="162000"/>
          </a:xfrm>
        </p:spPr>
        <p:txBody>
          <a:bodyPr/>
          <a:lstStyle>
            <a:lvl1pPr algn="l">
              <a:defRPr>
                <a:solidFill>
                  <a:schemeClr val="bg1"/>
                </a:solidFill>
              </a:defRPr>
            </a:lvl1pPr>
          </a:lstStyle>
          <a:p>
            <a:r>
              <a:rPr lang="en-US"/>
              <a:t>ONLY FOR INTERNAL USE</a:t>
            </a:r>
          </a:p>
        </p:txBody>
      </p:sp>
    </p:spTree>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Title slide image (dark)">
    <p:bg>
      <p:bgPr>
        <a:solidFill>
          <a:schemeClr val="bg2"/>
        </a:solidFill>
        <a:effectLst/>
      </p:bgPr>
    </p:bg>
    <p:spTree>
      <p:nvGrpSpPr>
        <p:cNvPr id="1" name=""/>
        <p:cNvGrpSpPr/>
        <p:nvPr/>
      </p:nvGrpSpPr>
      <p:grpSpPr>
        <a:xfrm>
          <a:off x="0" y="0"/>
          <a:ext cx="0" cy="0"/>
          <a:chOff x="0" y="0"/>
          <a:chExt cx="0" cy="0"/>
        </a:xfrm>
      </p:grpSpPr>
      <p:sp>
        <p:nvSpPr>
          <p:cNvPr id="11" name="Bildplatzhalter 10"/>
          <p:cNvSpPr>
            <a:spLocks noGrp="1"/>
          </p:cNvSpPr>
          <p:nvPr>
            <p:ph type="pic" sz="quarter" idx="10" hasCustomPrompt="1"/>
          </p:nvPr>
        </p:nvSpPr>
        <p:spPr bwMode="ltGray">
          <a:xfrm>
            <a:off x="0" y="0"/>
            <a:ext cx="9144000" cy="5143500"/>
          </a:xfrm>
          <a:solidFill>
            <a:srgbClr val="E5E3DE"/>
          </a:solidFill>
        </p:spPr>
        <p:txBody>
          <a:bodyPr tIns="720000" anchor="ctr" anchorCtr="0"/>
          <a:lstStyle>
            <a:lvl1pPr marL="0" indent="0" algn="ctr">
              <a:spcBef>
                <a:spcPts val="0"/>
              </a:spcBef>
              <a:spcAft>
                <a:spcPts val="0"/>
              </a:spcAft>
              <a:buFontTx/>
              <a:buNone/>
              <a:defRPr sz="900" b="0">
                <a:solidFill>
                  <a:schemeClr val="bg1"/>
                </a:solidFill>
              </a:defRPr>
            </a:lvl1pPr>
            <a:lvl2pPr marL="0" indent="0" algn="ctr">
              <a:spcBef>
                <a:spcPts val="0"/>
              </a:spcBef>
              <a:spcAft>
                <a:spcPts val="0"/>
              </a:spcAft>
              <a:buFontTx/>
              <a:buNone/>
              <a:defRPr sz="900" b="0">
                <a:solidFill>
                  <a:schemeClr val="bg1"/>
                </a:solidFill>
              </a:defRPr>
            </a:lvl2pPr>
            <a:lvl3pPr marL="0" indent="0" algn="ctr">
              <a:spcBef>
                <a:spcPts val="0"/>
              </a:spcBef>
              <a:spcAft>
                <a:spcPts val="0"/>
              </a:spcAft>
              <a:buFontTx/>
              <a:buNone/>
              <a:defRPr sz="900" b="0">
                <a:solidFill>
                  <a:schemeClr val="bg1"/>
                </a:solidFill>
              </a:defRPr>
            </a:lvl3pPr>
            <a:lvl4pPr marL="0" indent="0" algn="ctr">
              <a:spcBef>
                <a:spcPts val="0"/>
              </a:spcBef>
              <a:spcAft>
                <a:spcPts val="0"/>
              </a:spcAft>
              <a:buFontTx/>
              <a:buNone/>
              <a:defRPr sz="900" b="0">
                <a:solidFill>
                  <a:schemeClr val="bg1"/>
                </a:solidFill>
              </a:defRPr>
            </a:lvl4pPr>
            <a:lvl5pPr marL="0" indent="0" algn="ctr">
              <a:spcBef>
                <a:spcPts val="0"/>
              </a:spcBef>
              <a:spcAft>
                <a:spcPts val="0"/>
              </a:spcAft>
              <a:buFontTx/>
              <a:buNone/>
              <a:defRPr sz="900" b="0">
                <a:solidFill>
                  <a:schemeClr val="bg1"/>
                </a:solidFill>
              </a:defRPr>
            </a:lvl5pPr>
            <a:lvl6pPr marL="0" indent="0" algn="ctr">
              <a:spcBef>
                <a:spcPts val="0"/>
              </a:spcBef>
              <a:spcAft>
                <a:spcPts val="0"/>
              </a:spcAft>
              <a:buFontTx/>
              <a:buNone/>
              <a:defRPr sz="900" b="0">
                <a:solidFill>
                  <a:schemeClr val="bg1"/>
                </a:solidFill>
              </a:defRPr>
            </a:lvl6pPr>
            <a:lvl7pPr marL="0" indent="0" algn="ctr">
              <a:spcBef>
                <a:spcPts val="0"/>
              </a:spcBef>
              <a:spcAft>
                <a:spcPts val="0"/>
              </a:spcAft>
              <a:buFontTx/>
              <a:buNone/>
              <a:defRPr sz="900" b="0">
                <a:solidFill>
                  <a:schemeClr val="bg1"/>
                </a:solidFill>
              </a:defRPr>
            </a:lvl7pPr>
            <a:lvl8pPr marL="0" indent="0" algn="ctr">
              <a:spcBef>
                <a:spcPts val="0"/>
              </a:spcBef>
              <a:spcAft>
                <a:spcPts val="0"/>
              </a:spcAft>
              <a:buFontTx/>
              <a:buNone/>
              <a:defRPr sz="900" b="0">
                <a:solidFill>
                  <a:schemeClr val="bg1"/>
                </a:solidFill>
              </a:defRPr>
            </a:lvl8pPr>
            <a:lvl9pPr marL="0" indent="0" algn="ctr">
              <a:spcBef>
                <a:spcPts val="0"/>
              </a:spcBef>
              <a:spcAft>
                <a:spcPts val="0"/>
              </a:spcAft>
              <a:buFontTx/>
              <a:buNone/>
              <a:defRPr sz="900" b="0">
                <a:solidFill>
                  <a:schemeClr val="bg1"/>
                </a:solidFill>
              </a:defRPr>
            </a:lvl9pPr>
          </a:lstStyle>
          <a:p>
            <a:r>
              <a:rPr lang="en-US"/>
              <a:t>Add picture</a:t>
            </a:r>
          </a:p>
        </p:txBody>
      </p:sp>
      <p:sp>
        <p:nvSpPr>
          <p:cNvPr id="2" name="Titel 1"/>
          <p:cNvSpPr>
            <a:spLocks noGrp="1"/>
          </p:cNvSpPr>
          <p:nvPr>
            <p:ph type="ctrTitle" hasCustomPrompt="1"/>
          </p:nvPr>
        </p:nvSpPr>
        <p:spPr bwMode="gray">
          <a:xfrm>
            <a:off x="359569" y="1977750"/>
            <a:ext cx="5454254" cy="1188000"/>
          </a:xfrm>
        </p:spPr>
        <p:txBody>
          <a:bodyPr anchor="b"/>
          <a:lstStyle>
            <a:lvl1pPr algn="l">
              <a:defRPr sz="3600" b="1" i="0">
                <a:solidFill>
                  <a:schemeClr val="bg1"/>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359570" y="3327840"/>
            <a:ext cx="5454696" cy="702000"/>
          </a:xfrm>
        </p:spPr>
        <p:txBody>
          <a:bodyPr/>
          <a:lstStyle>
            <a:lvl1pPr marL="0" indent="0" algn="l">
              <a:lnSpc>
                <a:spcPct val="100000"/>
              </a:lnSpc>
              <a:spcBef>
                <a:spcPts val="0"/>
              </a:spcBef>
              <a:spcAft>
                <a:spcPts val="1800"/>
              </a:spcAft>
              <a:buFont typeface="Arial" panose="020B0604020202020204" pitchFamily="34" charset="0"/>
              <a:buNone/>
              <a:defRPr sz="18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200" b="0">
                <a:solidFill>
                  <a:schemeClr val="bg1"/>
                </a:solidFill>
              </a:defRPr>
            </a:lvl2pPr>
            <a:lvl3pPr marL="0" indent="0" algn="l">
              <a:lnSpc>
                <a:spcPct val="100000"/>
              </a:lnSpc>
              <a:spcBef>
                <a:spcPts val="0"/>
              </a:spcBef>
              <a:spcAft>
                <a:spcPts val="0"/>
              </a:spcAft>
              <a:buFont typeface="Arial" panose="020B0604020202020204" pitchFamily="34" charset="0"/>
              <a:buNone/>
              <a:defRPr sz="1200" b="0">
                <a:solidFill>
                  <a:schemeClr val="bg1"/>
                </a:solidFill>
              </a:defRPr>
            </a:lvl3pPr>
            <a:lvl4pPr marL="0" indent="0" algn="l">
              <a:lnSpc>
                <a:spcPct val="100000"/>
              </a:lnSpc>
              <a:spcBef>
                <a:spcPts val="0"/>
              </a:spcBef>
              <a:spcAft>
                <a:spcPts val="0"/>
              </a:spcAft>
              <a:buFont typeface="Arial" panose="020B0604020202020204" pitchFamily="34" charset="0"/>
              <a:buNone/>
              <a:defRPr sz="1200" b="0">
                <a:solidFill>
                  <a:schemeClr val="bg1"/>
                </a:solidFill>
              </a:defRPr>
            </a:lvl4pPr>
            <a:lvl5pPr marL="0" indent="0" algn="l">
              <a:lnSpc>
                <a:spcPct val="100000"/>
              </a:lnSpc>
              <a:spcBef>
                <a:spcPts val="0"/>
              </a:spcBef>
              <a:spcAft>
                <a:spcPts val="0"/>
              </a:spcAft>
              <a:buFont typeface="Arial" panose="020B0604020202020204" pitchFamily="34" charset="0"/>
              <a:buNone/>
              <a:defRPr sz="1200" b="0">
                <a:solidFill>
                  <a:schemeClr val="bg1"/>
                </a:solidFill>
              </a:defRPr>
            </a:lvl5pPr>
            <a:lvl6pPr marL="0" indent="0" algn="l">
              <a:lnSpc>
                <a:spcPct val="100000"/>
              </a:lnSpc>
              <a:spcBef>
                <a:spcPts val="0"/>
              </a:spcBef>
              <a:spcAft>
                <a:spcPts val="0"/>
              </a:spcAft>
              <a:buFont typeface="Arial" panose="020B0604020202020204" pitchFamily="34" charset="0"/>
              <a:buNone/>
              <a:defRPr sz="1200" b="0">
                <a:solidFill>
                  <a:schemeClr val="bg1"/>
                </a:solidFill>
              </a:defRPr>
            </a:lvl6pPr>
            <a:lvl7pPr marL="0" indent="0" algn="l">
              <a:lnSpc>
                <a:spcPct val="100000"/>
              </a:lnSpc>
              <a:spcBef>
                <a:spcPts val="0"/>
              </a:spcBef>
              <a:spcAft>
                <a:spcPts val="0"/>
              </a:spcAft>
              <a:buFont typeface="Arial" panose="020B0604020202020204" pitchFamily="34" charset="0"/>
              <a:buNone/>
              <a:defRPr sz="1200" b="0">
                <a:solidFill>
                  <a:schemeClr val="bg1"/>
                </a:solidFill>
              </a:defRPr>
            </a:lvl7pPr>
            <a:lvl8pPr marL="0" indent="0" algn="l">
              <a:lnSpc>
                <a:spcPct val="100000"/>
              </a:lnSpc>
              <a:spcBef>
                <a:spcPts val="0"/>
              </a:spcBef>
              <a:spcAft>
                <a:spcPts val="0"/>
              </a:spcAft>
              <a:buFont typeface="Arial" panose="020B0604020202020204" pitchFamily="34" charset="0"/>
              <a:buNone/>
              <a:defRPr sz="1200" b="0">
                <a:solidFill>
                  <a:schemeClr val="bg1"/>
                </a:solidFill>
              </a:defRPr>
            </a:lvl8pPr>
            <a:lvl9pPr marL="0" indent="0" algn="l">
              <a:lnSpc>
                <a:spcPct val="100000"/>
              </a:lnSpc>
              <a:spcBef>
                <a:spcPts val="0"/>
              </a:spcBef>
              <a:spcAft>
                <a:spcPts val="0"/>
              </a:spcAft>
              <a:buFont typeface="Arial" panose="020B0604020202020204" pitchFamily="34" charset="0"/>
              <a:buNone/>
              <a:defRPr sz="1200" b="0">
                <a:solidFill>
                  <a:schemeClr val="bg1"/>
                </a:solidFill>
              </a:defRPr>
            </a:lvl9pPr>
          </a:lstStyle>
          <a:p>
            <a:r>
              <a:rPr lang="en-US"/>
              <a:t>Subtitle of the presentation</a:t>
            </a:r>
          </a:p>
          <a:p>
            <a:pPr lvl="1"/>
            <a:r>
              <a:rPr lang="en-US"/>
              <a:t>Author | Date | Place</a:t>
            </a:r>
          </a:p>
        </p:txBody>
      </p:sp>
      <p:sp>
        <p:nvSpPr>
          <p:cNvPr id="4" name="Fußzeilenplatzhalter 3"/>
          <p:cNvSpPr>
            <a:spLocks noGrp="1"/>
          </p:cNvSpPr>
          <p:nvPr>
            <p:ph type="ftr" sz="quarter" idx="19"/>
          </p:nvPr>
        </p:nvSpPr>
        <p:spPr bwMode="gray">
          <a:xfrm>
            <a:off x="359952" y="4623996"/>
            <a:ext cx="3780000" cy="162000"/>
          </a:xfrm>
        </p:spPr>
        <p:txBody>
          <a:bodyPr/>
          <a:lstStyle>
            <a:lvl1pPr algn="l">
              <a:defRPr>
                <a:solidFill>
                  <a:schemeClr val="bg1"/>
                </a:solidFill>
              </a:defRPr>
            </a:lvl1pPr>
          </a:lstStyle>
          <a:p>
            <a:r>
              <a:rPr lang="en-US"/>
              <a:t>ONLY FOR INTERNAL USE</a:t>
            </a:r>
          </a:p>
        </p:txBody>
      </p:sp>
      <p:sp>
        <p:nvSpPr>
          <p:cNvPr id="5" name="Text Placeholder 8"/>
          <p:cNvSpPr>
            <a:spLocks noGrp="1"/>
          </p:cNvSpPr>
          <p:nvPr>
            <p:ph type="body" sz="quarter" idx="30"/>
          </p:nvPr>
        </p:nvSpPr>
        <p:spPr bwMode="gray">
          <a:xfrm>
            <a:off x="359100" y="357504"/>
            <a:ext cx="1233900" cy="372600"/>
          </a:xfrm>
          <a:blipFill>
            <a:blip r:embed="rId2">
              <a:extLst>
                <a:ext uri="{96DAC541-7B7A-43D3-8B79-37D633B846F1}">
                  <asvg:svgBlip xmlns:asvg="http://schemas.microsoft.com/office/drawing/2016/SVG/main" r:embed="rId3"/>
                </a:ext>
              </a:extLst>
            </a:blip>
            <a:srcRect/>
            <a:stretch>
              <a:fillRect t="20" b="20"/>
            </a:stretch>
          </a:blipFill>
        </p:spPr>
        <p:txBody>
          <a:bodyPr/>
          <a:lstStyle>
            <a:lvl1pPr marL="0" indent="0">
              <a:lnSpc>
                <a:spcPct val="100000"/>
              </a:lnSpc>
              <a:spcAft>
                <a:spcPts val="0"/>
              </a:spcAft>
              <a:buFontTx/>
              <a:buNone/>
              <a:defRPr sz="150">
                <a:noFill/>
              </a:defRPr>
            </a:lvl1pPr>
            <a:lvl2pPr marL="0" indent="0">
              <a:lnSpc>
                <a:spcPct val="100000"/>
              </a:lnSpc>
              <a:spcAft>
                <a:spcPts val="0"/>
              </a:spcAft>
              <a:buFontTx/>
              <a:buNone/>
              <a:defRPr sz="150">
                <a:noFill/>
              </a:defRPr>
            </a:lvl2pPr>
            <a:lvl3pPr marL="0" indent="0">
              <a:lnSpc>
                <a:spcPct val="100000"/>
              </a:lnSpc>
              <a:spcAft>
                <a:spcPts val="0"/>
              </a:spcAft>
              <a:buFontTx/>
              <a:buNone/>
              <a:defRPr sz="150">
                <a:noFill/>
              </a:defRPr>
            </a:lvl3pPr>
            <a:lvl4pPr marL="0" indent="0">
              <a:lnSpc>
                <a:spcPct val="100000"/>
              </a:lnSpc>
              <a:spcAft>
                <a:spcPts val="0"/>
              </a:spcAft>
              <a:buFontTx/>
              <a:buNone/>
              <a:defRPr sz="150">
                <a:noFill/>
              </a:defRPr>
            </a:lvl4pPr>
            <a:lvl5pPr marL="0" indent="0">
              <a:lnSpc>
                <a:spcPct val="100000"/>
              </a:lnSpc>
              <a:spcAft>
                <a:spcPts val="0"/>
              </a:spcAft>
              <a:buFontTx/>
              <a:buNone/>
              <a:defRPr sz="150">
                <a:noFill/>
              </a:defRPr>
            </a:lvl5pPr>
          </a:lstStyle>
          <a:p>
            <a:pPr lvl="0"/>
            <a:r>
              <a:rPr lang="en-US"/>
              <a:t>Click to edit Master text styles</a:t>
            </a:r>
          </a:p>
        </p:txBody>
      </p:sp>
      <p:sp>
        <p:nvSpPr>
          <p:cNvPr id="6" name="Text Placeholder 8"/>
          <p:cNvSpPr>
            <a:spLocks noGrp="1"/>
          </p:cNvSpPr>
          <p:nvPr>
            <p:ph type="body" sz="quarter" idx="31"/>
          </p:nvPr>
        </p:nvSpPr>
        <p:spPr bwMode="gray">
          <a:xfrm>
            <a:off x="7569329" y="4625100"/>
            <a:ext cx="1215000" cy="162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150">
                <a:noFill/>
              </a:defRPr>
            </a:lvl1pPr>
            <a:lvl2pPr marL="0" indent="0">
              <a:lnSpc>
                <a:spcPct val="100000"/>
              </a:lnSpc>
              <a:spcAft>
                <a:spcPts val="0"/>
              </a:spcAft>
              <a:buFontTx/>
              <a:buNone/>
              <a:defRPr sz="150">
                <a:noFill/>
              </a:defRPr>
            </a:lvl2pPr>
            <a:lvl3pPr marL="0" indent="0">
              <a:lnSpc>
                <a:spcPct val="100000"/>
              </a:lnSpc>
              <a:spcAft>
                <a:spcPts val="0"/>
              </a:spcAft>
              <a:buFontTx/>
              <a:buNone/>
              <a:defRPr sz="150">
                <a:noFill/>
              </a:defRPr>
            </a:lvl3pPr>
            <a:lvl4pPr marL="0" indent="0">
              <a:lnSpc>
                <a:spcPct val="100000"/>
              </a:lnSpc>
              <a:spcAft>
                <a:spcPts val="0"/>
              </a:spcAft>
              <a:buFontTx/>
              <a:buNone/>
              <a:defRPr sz="150">
                <a:noFill/>
              </a:defRPr>
            </a:lvl4pPr>
            <a:lvl5pPr marL="0" indent="0">
              <a:lnSpc>
                <a:spcPct val="100000"/>
              </a:lnSpc>
              <a:spcAft>
                <a:spcPts val="0"/>
              </a:spcAft>
              <a:buFontTx/>
              <a:buNone/>
              <a:defRPr sz="150">
                <a:noFill/>
              </a:defRPr>
            </a:lvl5pPr>
          </a:lstStyle>
          <a:p>
            <a:pPr lvl="0"/>
            <a:r>
              <a:rPr lang="en-US"/>
              <a:t>Click to edit Master text styles</a:t>
            </a:r>
          </a:p>
        </p:txBody>
      </p:sp>
      <p:grpSp>
        <p:nvGrpSpPr>
          <p:cNvPr id="7" name="Group 6"/>
          <p:cNvGrpSpPr/>
          <p:nvPr userDrawn="1"/>
        </p:nvGrpSpPr>
        <p:grpSpPr bwMode="gray">
          <a:xfrm>
            <a:off x="-1422666" y="0"/>
            <a:ext cx="1286309" cy="2808312"/>
            <a:chOff x="-1824880" y="2708920"/>
            <a:chExt cx="1715078" cy="3744416"/>
          </a:xfrm>
        </p:grpSpPr>
        <p:sp>
          <p:nvSpPr>
            <p:cNvPr id="8" name="TextBox 7"/>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450"/>
                </a:spcAft>
              </a:pPr>
              <a:r>
                <a:rPr lang="en-US" sz="825" b="1">
                  <a:solidFill>
                    <a:schemeClr val="tx1"/>
                  </a:solidFill>
                  <a:effectLst/>
                  <a:latin typeface="+mj-lt"/>
                </a:rPr>
                <a:t>To insert a picture:</a:t>
              </a:r>
            </a:p>
            <a:p>
              <a:pPr marL="107950" indent="-107950">
                <a:lnSpc>
                  <a:spcPct val="120000"/>
                </a:lnSpc>
                <a:spcAft>
                  <a:spcPts val="450"/>
                </a:spcAft>
                <a:buFont typeface="+mj-lt"/>
                <a:buAutoNum type="arabicPeriod"/>
              </a:pPr>
              <a:r>
                <a:rPr lang="en-US" sz="675">
                  <a:solidFill>
                    <a:schemeClr val="tx1"/>
                  </a:solidFill>
                  <a:effectLst/>
                  <a:latin typeface="+mn-lt"/>
                </a:rPr>
                <a:t>Click on the placeholder for pictures</a:t>
              </a:r>
            </a:p>
            <a:p>
              <a:pPr marL="107950" indent="-107950">
                <a:lnSpc>
                  <a:spcPct val="120000"/>
                </a:lnSpc>
                <a:spcAft>
                  <a:spcPts val="450"/>
                </a:spcAft>
                <a:buFont typeface="+mj-lt"/>
                <a:buAutoNum type="arabicPeriod"/>
              </a:pPr>
              <a:r>
                <a:rPr lang="en-US" sz="675">
                  <a:solidFill>
                    <a:schemeClr val="tx1"/>
                  </a:solidFill>
                  <a:effectLst/>
                  <a:latin typeface="+mn-lt"/>
                </a:rPr>
                <a:t>Open the menu “Insert”</a:t>
              </a:r>
            </a:p>
            <a:p>
              <a:pPr marL="107950" indent="-107950">
                <a:lnSpc>
                  <a:spcPct val="120000"/>
                </a:lnSpc>
                <a:spcAft>
                  <a:spcPts val="450"/>
                </a:spcAft>
                <a:buFont typeface="+mj-lt"/>
                <a:buAutoNum type="arabicPeriod"/>
              </a:pPr>
              <a:r>
                <a:rPr lang="en-US" sz="675">
                  <a:solidFill>
                    <a:schemeClr val="tx1"/>
                  </a:solidFill>
                  <a:effectLst/>
                  <a:latin typeface="+mn-lt"/>
                </a:rPr>
                <a:t>Choose “Pictures” and then the corresponding source where the image is located</a:t>
              </a:r>
              <a:endParaRPr lang="en-US" sz="675">
                <a:solidFill>
                  <a:schemeClr val="tx1"/>
                </a:solidFill>
                <a:latin typeface="+mn-lt"/>
              </a:endParaRPr>
            </a:p>
          </p:txBody>
        </p:sp>
        <p:pic>
          <p:nvPicPr>
            <p:cNvPr id="9" name="Picture 8"/>
            <p:cNvPicPr>
              <a:picLocks noChangeAspect="1"/>
            </p:cNvPicPr>
            <p:nvPr userDrawn="1"/>
          </p:nvPicPr>
          <p:blipFill rotWithShape="1">
            <a:blip r:embed="rId6"/>
            <a:srcRect l="8843" r="2395" b="2546"/>
            <a:stretch>
              <a:fillRect/>
            </a:stretch>
          </p:blipFill>
          <p:spPr bwMode="gray">
            <a:xfrm>
              <a:off x="-1589806" y="4475212"/>
              <a:ext cx="745332" cy="1122804"/>
            </a:xfrm>
            <a:prstGeom prst="roundRect">
              <a:avLst>
                <a:gd name="adj" fmla="val 3514"/>
              </a:avLst>
            </a:prstGeom>
          </p:spPr>
        </p:pic>
        <p:sp>
          <p:nvSpPr>
            <p:cNvPr id="10" name="TextBox 9"/>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07950" indent="-107950">
                <a:spcAft>
                  <a:spcPts val="450"/>
                </a:spcAft>
                <a:buFont typeface="+mj-lt"/>
                <a:buAutoNum type="arabicPeriod" startAt="4"/>
              </a:pPr>
              <a:r>
                <a:rPr lang="en-US" sz="675">
                  <a:solidFill>
                    <a:schemeClr val="tx1"/>
                  </a:solidFill>
                  <a:effectLst/>
                  <a:latin typeface="+mn-lt"/>
                </a:rPr>
                <a:t>Now the image has </a:t>
              </a:r>
              <a:br>
                <a:rPr lang="en-US" sz="675">
                  <a:solidFill>
                    <a:schemeClr val="tx1"/>
                  </a:solidFill>
                  <a:effectLst/>
                  <a:latin typeface="+mn-lt"/>
                </a:rPr>
              </a:br>
              <a:r>
                <a:rPr lang="en-US" sz="675">
                  <a:solidFill>
                    <a:schemeClr val="tx1"/>
                  </a:solidFill>
                  <a:effectLst/>
                  <a:latin typeface="+mn-lt"/>
                </a:rPr>
                <a:t>been loaded into the </a:t>
              </a:r>
              <a:br>
                <a:rPr lang="en-US" sz="675">
                  <a:solidFill>
                    <a:schemeClr val="tx1"/>
                  </a:solidFill>
                  <a:effectLst/>
                  <a:latin typeface="+mn-lt"/>
                </a:rPr>
              </a:br>
              <a:r>
                <a:rPr lang="en-US" sz="675">
                  <a:solidFill>
                    <a:schemeClr val="tx1"/>
                  </a:solidFill>
                  <a:effectLst/>
                  <a:latin typeface="+mn-lt"/>
                </a:rPr>
                <a:t>placeholder.</a:t>
              </a:r>
              <a:endParaRPr lang="en-US" sz="675">
                <a:solidFill>
                  <a:schemeClr val="tx1"/>
                </a:solidFill>
                <a:latin typeface="+mn-lt"/>
              </a:endParaRPr>
            </a:p>
          </p:txBody>
        </p:sp>
      </p:grpSp>
    </p:spTree>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Title slide image (bright)">
    <p:bg>
      <p:bgPr>
        <a:solidFill>
          <a:schemeClr val="bg1"/>
        </a:solidFill>
        <a:effectLst/>
      </p:bgPr>
    </p:bg>
    <p:spTree>
      <p:nvGrpSpPr>
        <p:cNvPr id="1" name=""/>
        <p:cNvGrpSpPr/>
        <p:nvPr/>
      </p:nvGrpSpPr>
      <p:grpSpPr>
        <a:xfrm>
          <a:off x="0" y="0"/>
          <a:ext cx="0" cy="0"/>
          <a:chOff x="0" y="0"/>
          <a:chExt cx="0" cy="0"/>
        </a:xfrm>
      </p:grpSpPr>
      <p:sp>
        <p:nvSpPr>
          <p:cNvPr id="4" name="Rechteck 3"/>
          <p:cNvSpPr/>
          <p:nvPr userDrawn="1"/>
        </p:nvSpPr>
        <p:spPr bwMode="gray">
          <a:xfrm>
            <a:off x="0" y="0"/>
            <a:ext cx="9147600" cy="51435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solidFill>
                <a:schemeClr val="tx1"/>
              </a:solidFill>
            </a:endParaRPr>
          </a:p>
        </p:txBody>
      </p:sp>
      <p:sp>
        <p:nvSpPr>
          <p:cNvPr id="11" name="Bildplatzhalter 10"/>
          <p:cNvSpPr>
            <a:spLocks noGrp="1"/>
          </p:cNvSpPr>
          <p:nvPr>
            <p:ph type="pic" sz="quarter" idx="10" hasCustomPrompt="1"/>
          </p:nvPr>
        </p:nvSpPr>
        <p:spPr bwMode="gray">
          <a:xfrm>
            <a:off x="0" y="0"/>
            <a:ext cx="9144000" cy="5143500"/>
          </a:xfrm>
          <a:solidFill>
            <a:srgbClr val="E5E3DE"/>
          </a:solidFill>
        </p:spPr>
        <p:txBody>
          <a:bodyPr tIns="720000" anchor="ctr" anchorCtr="0"/>
          <a:lstStyle>
            <a:lvl1pPr marL="0" indent="0" algn="ctr">
              <a:spcBef>
                <a:spcPts val="0"/>
              </a:spcBef>
              <a:spcAft>
                <a:spcPts val="0"/>
              </a:spcAft>
              <a:buFontTx/>
              <a:buNone/>
              <a:defRPr sz="900" b="0">
                <a:solidFill>
                  <a:schemeClr val="tx1"/>
                </a:solidFill>
              </a:defRPr>
            </a:lvl1pPr>
            <a:lvl2pPr marL="0" indent="0" algn="ctr">
              <a:spcBef>
                <a:spcPts val="0"/>
              </a:spcBef>
              <a:spcAft>
                <a:spcPts val="0"/>
              </a:spcAft>
              <a:buFontTx/>
              <a:buNone/>
              <a:defRPr sz="900" b="0"/>
            </a:lvl2pPr>
            <a:lvl3pPr marL="0" indent="0" algn="ctr">
              <a:spcBef>
                <a:spcPts val="0"/>
              </a:spcBef>
              <a:spcAft>
                <a:spcPts val="0"/>
              </a:spcAft>
              <a:buFontTx/>
              <a:buNone/>
              <a:defRPr sz="900" b="0"/>
            </a:lvl3pPr>
            <a:lvl4pPr marL="0" indent="0" algn="ctr">
              <a:spcBef>
                <a:spcPts val="0"/>
              </a:spcBef>
              <a:spcAft>
                <a:spcPts val="0"/>
              </a:spcAft>
              <a:buFontTx/>
              <a:buNone/>
              <a:defRPr sz="900" b="0"/>
            </a:lvl4pPr>
            <a:lvl5pPr marL="0" indent="0" algn="ctr">
              <a:spcBef>
                <a:spcPts val="0"/>
              </a:spcBef>
              <a:spcAft>
                <a:spcPts val="0"/>
              </a:spcAft>
              <a:buFontTx/>
              <a:buNone/>
              <a:defRPr sz="900" b="0"/>
            </a:lvl5pPr>
            <a:lvl6pPr marL="0" indent="0" algn="ctr">
              <a:spcBef>
                <a:spcPts val="0"/>
              </a:spcBef>
              <a:spcAft>
                <a:spcPts val="0"/>
              </a:spcAft>
              <a:buFontTx/>
              <a:buNone/>
              <a:defRPr sz="900" b="0"/>
            </a:lvl6pPr>
            <a:lvl7pPr marL="0" indent="0" algn="ctr">
              <a:spcBef>
                <a:spcPts val="0"/>
              </a:spcBef>
              <a:spcAft>
                <a:spcPts val="0"/>
              </a:spcAft>
              <a:buFontTx/>
              <a:buNone/>
              <a:defRPr sz="900" b="0"/>
            </a:lvl7pPr>
            <a:lvl8pPr marL="0" indent="0" algn="ctr">
              <a:spcBef>
                <a:spcPts val="0"/>
              </a:spcBef>
              <a:spcAft>
                <a:spcPts val="0"/>
              </a:spcAft>
              <a:buFontTx/>
              <a:buNone/>
              <a:defRPr sz="900" b="0"/>
            </a:lvl8pPr>
            <a:lvl9pPr marL="0" indent="0" algn="ctr">
              <a:spcBef>
                <a:spcPts val="0"/>
              </a:spcBef>
              <a:spcAft>
                <a:spcPts val="0"/>
              </a:spcAft>
              <a:buFontTx/>
              <a:buNone/>
              <a:defRPr sz="900" b="0"/>
            </a:lvl9pPr>
          </a:lstStyle>
          <a:p>
            <a:pPr lvl="0"/>
            <a:r>
              <a:rPr lang="en-US"/>
              <a:t>Add picture</a:t>
            </a:r>
          </a:p>
        </p:txBody>
      </p:sp>
      <p:sp>
        <p:nvSpPr>
          <p:cNvPr id="2" name="Titel 1"/>
          <p:cNvSpPr>
            <a:spLocks noGrp="1"/>
          </p:cNvSpPr>
          <p:nvPr>
            <p:ph type="ctrTitle" hasCustomPrompt="1"/>
          </p:nvPr>
        </p:nvSpPr>
        <p:spPr bwMode="gray">
          <a:xfrm>
            <a:off x="359569" y="1977750"/>
            <a:ext cx="5454254" cy="1188000"/>
          </a:xfrm>
        </p:spPr>
        <p:txBody>
          <a:bodyPr anchor="b"/>
          <a:lstStyle>
            <a:lvl1pPr algn="l">
              <a:defRPr sz="3600" b="1" i="0">
                <a:solidFill>
                  <a:schemeClr val="bg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359570" y="3327840"/>
            <a:ext cx="5454696" cy="702000"/>
          </a:xfrm>
        </p:spPr>
        <p:txBody>
          <a:bodyPr/>
          <a:lstStyle>
            <a:lvl1pPr marL="0" indent="0" algn="l">
              <a:lnSpc>
                <a:spcPct val="100000"/>
              </a:lnSpc>
              <a:spcBef>
                <a:spcPts val="0"/>
              </a:spcBef>
              <a:spcAft>
                <a:spcPts val="1800"/>
              </a:spcAft>
              <a:buFont typeface="Arial" panose="020B0604020202020204" pitchFamily="34" charset="0"/>
              <a:buNone/>
              <a:defRPr sz="1800" b="0">
                <a:solidFill>
                  <a:schemeClr val="bg2"/>
                </a:solidFill>
                <a:latin typeface="+mj-lt"/>
              </a:defRPr>
            </a:lvl1pPr>
            <a:lvl2pPr marL="0" indent="0" algn="l">
              <a:lnSpc>
                <a:spcPct val="100000"/>
              </a:lnSpc>
              <a:spcBef>
                <a:spcPts val="0"/>
              </a:spcBef>
              <a:spcAft>
                <a:spcPts val="0"/>
              </a:spcAft>
              <a:buFont typeface="Arial" panose="020B0604020202020204" pitchFamily="34" charset="0"/>
              <a:buNone/>
              <a:defRPr sz="1200" b="0">
                <a:solidFill>
                  <a:schemeClr val="bg2"/>
                </a:solidFill>
              </a:defRPr>
            </a:lvl2pPr>
            <a:lvl3pPr marL="0" indent="0" algn="l">
              <a:lnSpc>
                <a:spcPct val="100000"/>
              </a:lnSpc>
              <a:spcBef>
                <a:spcPts val="0"/>
              </a:spcBef>
              <a:spcAft>
                <a:spcPts val="0"/>
              </a:spcAft>
              <a:buFont typeface="Arial" panose="020B0604020202020204" pitchFamily="34" charset="0"/>
              <a:buNone/>
              <a:defRPr sz="1200" b="0">
                <a:solidFill>
                  <a:schemeClr val="bg2"/>
                </a:solidFill>
              </a:defRPr>
            </a:lvl3pPr>
            <a:lvl4pPr marL="0" indent="0" algn="l">
              <a:lnSpc>
                <a:spcPct val="100000"/>
              </a:lnSpc>
              <a:spcBef>
                <a:spcPts val="0"/>
              </a:spcBef>
              <a:spcAft>
                <a:spcPts val="0"/>
              </a:spcAft>
              <a:buFont typeface="Arial" panose="020B0604020202020204" pitchFamily="34" charset="0"/>
              <a:buNone/>
              <a:defRPr sz="1200" b="0">
                <a:solidFill>
                  <a:schemeClr val="bg2"/>
                </a:solidFill>
              </a:defRPr>
            </a:lvl4pPr>
            <a:lvl5pPr marL="0" indent="0" algn="l">
              <a:lnSpc>
                <a:spcPct val="100000"/>
              </a:lnSpc>
              <a:spcBef>
                <a:spcPts val="0"/>
              </a:spcBef>
              <a:spcAft>
                <a:spcPts val="0"/>
              </a:spcAft>
              <a:buFont typeface="Arial" panose="020B0604020202020204" pitchFamily="34" charset="0"/>
              <a:buNone/>
              <a:defRPr sz="1200" b="0">
                <a:solidFill>
                  <a:schemeClr val="bg2"/>
                </a:solidFill>
              </a:defRPr>
            </a:lvl5pPr>
            <a:lvl6pPr marL="0" indent="0" algn="l">
              <a:lnSpc>
                <a:spcPct val="100000"/>
              </a:lnSpc>
              <a:spcBef>
                <a:spcPts val="0"/>
              </a:spcBef>
              <a:spcAft>
                <a:spcPts val="0"/>
              </a:spcAft>
              <a:buFont typeface="Arial" panose="020B0604020202020204" pitchFamily="34" charset="0"/>
              <a:buNone/>
              <a:defRPr sz="1200" b="0">
                <a:solidFill>
                  <a:schemeClr val="bg2"/>
                </a:solidFill>
              </a:defRPr>
            </a:lvl6pPr>
            <a:lvl7pPr marL="0" indent="0" algn="l">
              <a:lnSpc>
                <a:spcPct val="100000"/>
              </a:lnSpc>
              <a:spcBef>
                <a:spcPts val="0"/>
              </a:spcBef>
              <a:spcAft>
                <a:spcPts val="0"/>
              </a:spcAft>
              <a:buFont typeface="Arial" panose="020B0604020202020204" pitchFamily="34" charset="0"/>
              <a:buNone/>
              <a:defRPr sz="1200" b="0">
                <a:solidFill>
                  <a:schemeClr val="bg2"/>
                </a:solidFill>
              </a:defRPr>
            </a:lvl7pPr>
            <a:lvl8pPr marL="0" indent="0" algn="l">
              <a:lnSpc>
                <a:spcPct val="100000"/>
              </a:lnSpc>
              <a:spcBef>
                <a:spcPts val="0"/>
              </a:spcBef>
              <a:spcAft>
                <a:spcPts val="0"/>
              </a:spcAft>
              <a:buFont typeface="Arial" panose="020B0604020202020204" pitchFamily="34" charset="0"/>
              <a:buNone/>
              <a:defRPr sz="1200" b="0">
                <a:solidFill>
                  <a:schemeClr val="bg2"/>
                </a:solidFill>
              </a:defRPr>
            </a:lvl8pPr>
            <a:lvl9pPr marL="0" indent="0" algn="l">
              <a:lnSpc>
                <a:spcPct val="100000"/>
              </a:lnSpc>
              <a:spcBef>
                <a:spcPts val="0"/>
              </a:spcBef>
              <a:spcAft>
                <a:spcPts val="0"/>
              </a:spcAft>
              <a:buFont typeface="Arial" panose="020B0604020202020204" pitchFamily="34" charset="0"/>
              <a:buNone/>
              <a:defRPr sz="1200" b="0">
                <a:solidFill>
                  <a:schemeClr val="bg2"/>
                </a:solidFill>
              </a:defRPr>
            </a:lvl9pPr>
          </a:lstStyle>
          <a:p>
            <a:r>
              <a:rPr lang="en-US"/>
              <a:t>Subtitle of the presentation</a:t>
            </a:r>
          </a:p>
          <a:p>
            <a:pPr lvl="1"/>
            <a:r>
              <a:rPr lang="en-US"/>
              <a:t>Author | Date | Place</a:t>
            </a:r>
          </a:p>
        </p:txBody>
      </p:sp>
      <p:sp>
        <p:nvSpPr>
          <p:cNvPr id="5" name="Fußzeilenplatzhalter 3"/>
          <p:cNvSpPr>
            <a:spLocks noGrp="1"/>
          </p:cNvSpPr>
          <p:nvPr>
            <p:ph type="ftr" sz="quarter" idx="19"/>
          </p:nvPr>
        </p:nvSpPr>
        <p:spPr bwMode="gray">
          <a:xfrm>
            <a:off x="359952" y="4623996"/>
            <a:ext cx="3780000" cy="162000"/>
          </a:xfrm>
        </p:spPr>
        <p:txBody>
          <a:bodyPr/>
          <a:lstStyle>
            <a:lvl1pPr algn="l">
              <a:defRPr/>
            </a:lvl1pPr>
          </a:lstStyle>
          <a:p>
            <a:r>
              <a:rPr lang="en-US"/>
              <a:t>ONLY FOR INTERNAL USE</a:t>
            </a:r>
          </a:p>
        </p:txBody>
      </p:sp>
      <p:sp>
        <p:nvSpPr>
          <p:cNvPr id="9" name="Text Placeholder 8"/>
          <p:cNvSpPr>
            <a:spLocks noGrp="1"/>
          </p:cNvSpPr>
          <p:nvPr>
            <p:ph type="body" sz="quarter" idx="30"/>
          </p:nvPr>
        </p:nvSpPr>
        <p:spPr bwMode="gray">
          <a:xfrm>
            <a:off x="359100" y="357504"/>
            <a:ext cx="1233900" cy="372600"/>
          </a:xfrm>
          <a:blipFill>
            <a:blip r:embed="rId2">
              <a:extLst>
                <a:ext uri="{96DAC541-7B7A-43D3-8B79-37D633B846F1}">
                  <asvg:svgBlip xmlns:asvg="http://schemas.microsoft.com/office/drawing/2016/SVG/main" r:embed="rId3"/>
                </a:ext>
              </a:extLst>
            </a:blip>
            <a:srcRect/>
            <a:stretch>
              <a:fillRect t="20" b="20"/>
            </a:stretch>
          </a:blipFill>
        </p:spPr>
        <p:txBody>
          <a:bodyPr/>
          <a:lstStyle>
            <a:lvl1pPr marL="0" indent="0">
              <a:lnSpc>
                <a:spcPct val="100000"/>
              </a:lnSpc>
              <a:spcAft>
                <a:spcPts val="0"/>
              </a:spcAft>
              <a:buFontTx/>
              <a:buNone/>
              <a:defRPr sz="150">
                <a:noFill/>
              </a:defRPr>
            </a:lvl1pPr>
            <a:lvl2pPr marL="0" indent="0">
              <a:lnSpc>
                <a:spcPct val="100000"/>
              </a:lnSpc>
              <a:spcAft>
                <a:spcPts val="0"/>
              </a:spcAft>
              <a:buFontTx/>
              <a:buNone/>
              <a:defRPr sz="150">
                <a:noFill/>
              </a:defRPr>
            </a:lvl2pPr>
            <a:lvl3pPr marL="0" indent="0">
              <a:lnSpc>
                <a:spcPct val="100000"/>
              </a:lnSpc>
              <a:spcAft>
                <a:spcPts val="0"/>
              </a:spcAft>
              <a:buFontTx/>
              <a:buNone/>
              <a:defRPr sz="150">
                <a:noFill/>
              </a:defRPr>
            </a:lvl3pPr>
            <a:lvl4pPr marL="0" indent="0">
              <a:lnSpc>
                <a:spcPct val="100000"/>
              </a:lnSpc>
              <a:spcAft>
                <a:spcPts val="0"/>
              </a:spcAft>
              <a:buFontTx/>
              <a:buNone/>
              <a:defRPr sz="150">
                <a:noFill/>
              </a:defRPr>
            </a:lvl4pPr>
            <a:lvl5pPr marL="0" indent="0">
              <a:lnSpc>
                <a:spcPct val="100000"/>
              </a:lnSpc>
              <a:spcAft>
                <a:spcPts val="0"/>
              </a:spcAft>
              <a:buFontTx/>
              <a:buNone/>
              <a:defRPr sz="150">
                <a:noFill/>
              </a:defRPr>
            </a:lvl5pPr>
          </a:lstStyle>
          <a:p>
            <a:pPr lvl="0"/>
            <a:r>
              <a:rPr lang="en-US"/>
              <a:t>Click to edit Master text styles</a:t>
            </a:r>
          </a:p>
        </p:txBody>
      </p:sp>
      <p:sp>
        <p:nvSpPr>
          <p:cNvPr id="13" name="Text Placeholder 8"/>
          <p:cNvSpPr>
            <a:spLocks noGrp="1"/>
          </p:cNvSpPr>
          <p:nvPr>
            <p:ph type="body" sz="quarter" idx="31"/>
          </p:nvPr>
        </p:nvSpPr>
        <p:spPr bwMode="gray">
          <a:xfrm>
            <a:off x="7569329" y="4625100"/>
            <a:ext cx="1215000" cy="162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150">
                <a:noFill/>
              </a:defRPr>
            </a:lvl1pPr>
            <a:lvl2pPr marL="0" indent="0">
              <a:lnSpc>
                <a:spcPct val="100000"/>
              </a:lnSpc>
              <a:spcAft>
                <a:spcPts val="0"/>
              </a:spcAft>
              <a:buFontTx/>
              <a:buNone/>
              <a:defRPr sz="150">
                <a:noFill/>
              </a:defRPr>
            </a:lvl2pPr>
            <a:lvl3pPr marL="0" indent="0">
              <a:lnSpc>
                <a:spcPct val="100000"/>
              </a:lnSpc>
              <a:spcAft>
                <a:spcPts val="0"/>
              </a:spcAft>
              <a:buFontTx/>
              <a:buNone/>
              <a:defRPr sz="150">
                <a:noFill/>
              </a:defRPr>
            </a:lvl3pPr>
            <a:lvl4pPr marL="0" indent="0">
              <a:lnSpc>
                <a:spcPct val="100000"/>
              </a:lnSpc>
              <a:spcAft>
                <a:spcPts val="0"/>
              </a:spcAft>
              <a:buFontTx/>
              <a:buNone/>
              <a:defRPr sz="150">
                <a:noFill/>
              </a:defRPr>
            </a:lvl4pPr>
            <a:lvl5pPr marL="0" indent="0">
              <a:lnSpc>
                <a:spcPct val="100000"/>
              </a:lnSpc>
              <a:spcAft>
                <a:spcPts val="0"/>
              </a:spcAft>
              <a:buFontTx/>
              <a:buNone/>
              <a:defRPr sz="150">
                <a:noFill/>
              </a:defRPr>
            </a:lvl5pPr>
          </a:lstStyle>
          <a:p>
            <a:pPr lvl="0"/>
            <a:r>
              <a:rPr lang="en-US"/>
              <a:t>Click to edit Master text styles</a:t>
            </a:r>
          </a:p>
        </p:txBody>
      </p:sp>
      <p:grpSp>
        <p:nvGrpSpPr>
          <p:cNvPr id="12" name="Group 11"/>
          <p:cNvGrpSpPr/>
          <p:nvPr userDrawn="1"/>
        </p:nvGrpSpPr>
        <p:grpSpPr bwMode="gray">
          <a:xfrm>
            <a:off x="-1422666" y="0"/>
            <a:ext cx="1286309" cy="2808312"/>
            <a:chOff x="-1824880" y="2708920"/>
            <a:chExt cx="1715078" cy="3744416"/>
          </a:xfrm>
        </p:grpSpPr>
        <p:sp>
          <p:nvSpPr>
            <p:cNvPr id="14" name="TextBox 13"/>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450"/>
                </a:spcAft>
              </a:pPr>
              <a:r>
                <a:rPr lang="en-US" sz="825" b="1">
                  <a:solidFill>
                    <a:schemeClr val="tx1"/>
                  </a:solidFill>
                  <a:effectLst/>
                  <a:latin typeface="+mj-lt"/>
                </a:rPr>
                <a:t>To insert a picture:</a:t>
              </a:r>
            </a:p>
            <a:p>
              <a:pPr marL="107950" indent="-107950">
                <a:lnSpc>
                  <a:spcPct val="120000"/>
                </a:lnSpc>
                <a:spcAft>
                  <a:spcPts val="450"/>
                </a:spcAft>
                <a:buFont typeface="+mj-lt"/>
                <a:buAutoNum type="arabicPeriod"/>
              </a:pPr>
              <a:r>
                <a:rPr lang="en-US" sz="675">
                  <a:solidFill>
                    <a:schemeClr val="tx1"/>
                  </a:solidFill>
                  <a:effectLst/>
                  <a:latin typeface="+mn-lt"/>
                </a:rPr>
                <a:t>Click on the placeholder for pictures</a:t>
              </a:r>
            </a:p>
            <a:p>
              <a:pPr marL="107950" indent="-107950">
                <a:lnSpc>
                  <a:spcPct val="120000"/>
                </a:lnSpc>
                <a:spcAft>
                  <a:spcPts val="450"/>
                </a:spcAft>
                <a:buFont typeface="+mj-lt"/>
                <a:buAutoNum type="arabicPeriod"/>
              </a:pPr>
              <a:r>
                <a:rPr lang="en-US" sz="675">
                  <a:solidFill>
                    <a:schemeClr val="tx1"/>
                  </a:solidFill>
                  <a:effectLst/>
                  <a:latin typeface="+mn-lt"/>
                </a:rPr>
                <a:t>Open the menu “Insert”</a:t>
              </a:r>
            </a:p>
            <a:p>
              <a:pPr marL="107950" indent="-107950">
                <a:lnSpc>
                  <a:spcPct val="120000"/>
                </a:lnSpc>
                <a:spcAft>
                  <a:spcPts val="450"/>
                </a:spcAft>
                <a:buFont typeface="+mj-lt"/>
                <a:buAutoNum type="arabicPeriod"/>
              </a:pPr>
              <a:r>
                <a:rPr lang="en-US" sz="675">
                  <a:solidFill>
                    <a:schemeClr val="tx1"/>
                  </a:solidFill>
                  <a:effectLst/>
                  <a:latin typeface="+mn-lt"/>
                </a:rPr>
                <a:t>Choose “Pictures” and then the corresponding source where the image is located</a:t>
              </a:r>
              <a:endParaRPr lang="en-US" sz="675">
                <a:solidFill>
                  <a:schemeClr val="tx1"/>
                </a:solidFill>
                <a:latin typeface="+mn-lt"/>
              </a:endParaRPr>
            </a:p>
          </p:txBody>
        </p:sp>
        <p:pic>
          <p:nvPicPr>
            <p:cNvPr id="15" name="Picture 14"/>
            <p:cNvPicPr>
              <a:picLocks noChangeAspect="1"/>
            </p:cNvPicPr>
            <p:nvPr userDrawn="1"/>
          </p:nvPicPr>
          <p:blipFill rotWithShape="1">
            <a:blip r:embed="rId6"/>
            <a:srcRect l="8843" r="2395" b="2546"/>
            <a:stretch>
              <a:fillRect/>
            </a:stretch>
          </p:blipFill>
          <p:spPr bwMode="gray">
            <a:xfrm>
              <a:off x="-1589806" y="4475212"/>
              <a:ext cx="745332" cy="1122804"/>
            </a:xfrm>
            <a:prstGeom prst="roundRect">
              <a:avLst>
                <a:gd name="adj" fmla="val 3514"/>
              </a:avLst>
            </a:prstGeom>
          </p:spPr>
        </p:pic>
        <p:sp>
          <p:nvSpPr>
            <p:cNvPr id="16" name="TextBox 15"/>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07950" indent="-107950">
                <a:spcAft>
                  <a:spcPts val="450"/>
                </a:spcAft>
                <a:buFont typeface="+mj-lt"/>
                <a:buAutoNum type="arabicPeriod" startAt="4"/>
              </a:pPr>
              <a:r>
                <a:rPr lang="en-US" sz="675">
                  <a:solidFill>
                    <a:schemeClr val="tx1"/>
                  </a:solidFill>
                  <a:effectLst/>
                  <a:latin typeface="+mn-lt"/>
                </a:rPr>
                <a:t>Now the image has </a:t>
              </a:r>
              <a:br>
                <a:rPr lang="en-US" sz="675">
                  <a:solidFill>
                    <a:schemeClr val="tx1"/>
                  </a:solidFill>
                  <a:effectLst/>
                  <a:latin typeface="+mn-lt"/>
                </a:rPr>
              </a:br>
              <a:r>
                <a:rPr lang="en-US" sz="675">
                  <a:solidFill>
                    <a:schemeClr val="tx1"/>
                  </a:solidFill>
                  <a:effectLst/>
                  <a:latin typeface="+mn-lt"/>
                </a:rPr>
                <a:t>been loaded into the </a:t>
              </a:r>
              <a:br>
                <a:rPr lang="en-US" sz="675">
                  <a:solidFill>
                    <a:schemeClr val="tx1"/>
                  </a:solidFill>
                  <a:effectLst/>
                  <a:latin typeface="+mn-lt"/>
                </a:rPr>
              </a:br>
              <a:r>
                <a:rPr lang="en-US" sz="675">
                  <a:solidFill>
                    <a:schemeClr val="tx1"/>
                  </a:solidFill>
                  <a:effectLst/>
                  <a:latin typeface="+mn-lt"/>
                </a:rPr>
                <a:t>placeholder.</a:t>
              </a:r>
              <a:endParaRPr lang="en-US" sz="675">
                <a:solidFill>
                  <a:schemeClr val="tx1"/>
                </a:solidFill>
                <a:latin typeface="+mn-lt"/>
              </a:endParaRPr>
            </a:p>
          </p:txBody>
        </p:sp>
      </p:grpSp>
    </p:spTree>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Title slide image (small)">
    <p:bg bwMode="ltGray">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359569" y="1977750"/>
            <a:ext cx="5454254" cy="1188000"/>
          </a:xfrm>
        </p:spPr>
        <p:txBody>
          <a:bodyPr anchor="b"/>
          <a:lstStyle>
            <a:lvl1pPr algn="l">
              <a:defRPr sz="3600" b="1" i="0">
                <a:solidFill>
                  <a:schemeClr val="tx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359570" y="3327840"/>
            <a:ext cx="5454696" cy="702000"/>
          </a:xfrm>
        </p:spPr>
        <p:txBody>
          <a:bodyPr/>
          <a:lstStyle>
            <a:lvl1pPr marL="0" indent="0" algn="l">
              <a:lnSpc>
                <a:spcPct val="100000"/>
              </a:lnSpc>
              <a:spcBef>
                <a:spcPts val="0"/>
              </a:spcBef>
              <a:spcAft>
                <a:spcPts val="1800"/>
              </a:spcAft>
              <a:buFont typeface="Arial" panose="020B0604020202020204" pitchFamily="34" charset="0"/>
              <a:buNone/>
              <a:defRPr sz="18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200" b="0">
                <a:solidFill>
                  <a:schemeClr val="bg1"/>
                </a:solidFill>
              </a:defRPr>
            </a:lvl2pPr>
            <a:lvl3pPr marL="0" indent="0" algn="l">
              <a:lnSpc>
                <a:spcPct val="100000"/>
              </a:lnSpc>
              <a:spcBef>
                <a:spcPts val="0"/>
              </a:spcBef>
              <a:spcAft>
                <a:spcPts val="0"/>
              </a:spcAft>
              <a:buFont typeface="Arial" panose="020B0604020202020204" pitchFamily="34" charset="0"/>
              <a:buNone/>
              <a:defRPr sz="1200" b="0">
                <a:solidFill>
                  <a:schemeClr val="bg1"/>
                </a:solidFill>
              </a:defRPr>
            </a:lvl3pPr>
            <a:lvl4pPr marL="0" indent="0" algn="l">
              <a:lnSpc>
                <a:spcPct val="100000"/>
              </a:lnSpc>
              <a:spcBef>
                <a:spcPts val="0"/>
              </a:spcBef>
              <a:spcAft>
                <a:spcPts val="0"/>
              </a:spcAft>
              <a:buFont typeface="Arial" panose="020B0604020202020204" pitchFamily="34" charset="0"/>
              <a:buNone/>
              <a:defRPr sz="1200" b="0">
                <a:solidFill>
                  <a:schemeClr val="bg1"/>
                </a:solidFill>
              </a:defRPr>
            </a:lvl4pPr>
            <a:lvl5pPr marL="0" indent="0" algn="l">
              <a:lnSpc>
                <a:spcPct val="100000"/>
              </a:lnSpc>
              <a:spcBef>
                <a:spcPts val="0"/>
              </a:spcBef>
              <a:spcAft>
                <a:spcPts val="0"/>
              </a:spcAft>
              <a:buFont typeface="Arial" panose="020B0604020202020204" pitchFamily="34" charset="0"/>
              <a:buNone/>
              <a:defRPr sz="1200" b="0">
                <a:solidFill>
                  <a:schemeClr val="bg1"/>
                </a:solidFill>
              </a:defRPr>
            </a:lvl5pPr>
            <a:lvl6pPr marL="0" indent="0" algn="l">
              <a:lnSpc>
                <a:spcPct val="100000"/>
              </a:lnSpc>
              <a:spcBef>
                <a:spcPts val="0"/>
              </a:spcBef>
              <a:spcAft>
                <a:spcPts val="0"/>
              </a:spcAft>
              <a:buFont typeface="Arial" panose="020B0604020202020204" pitchFamily="34" charset="0"/>
              <a:buNone/>
              <a:defRPr sz="1200" b="0">
                <a:solidFill>
                  <a:schemeClr val="bg1"/>
                </a:solidFill>
              </a:defRPr>
            </a:lvl6pPr>
            <a:lvl7pPr marL="0" indent="0" algn="l">
              <a:lnSpc>
                <a:spcPct val="100000"/>
              </a:lnSpc>
              <a:spcBef>
                <a:spcPts val="0"/>
              </a:spcBef>
              <a:spcAft>
                <a:spcPts val="0"/>
              </a:spcAft>
              <a:buFont typeface="Arial" panose="020B0604020202020204" pitchFamily="34" charset="0"/>
              <a:buNone/>
              <a:defRPr sz="1200" b="0">
                <a:solidFill>
                  <a:schemeClr val="bg1"/>
                </a:solidFill>
              </a:defRPr>
            </a:lvl7pPr>
            <a:lvl8pPr marL="0" indent="0" algn="l">
              <a:lnSpc>
                <a:spcPct val="100000"/>
              </a:lnSpc>
              <a:spcBef>
                <a:spcPts val="0"/>
              </a:spcBef>
              <a:spcAft>
                <a:spcPts val="0"/>
              </a:spcAft>
              <a:buFont typeface="Arial" panose="020B0604020202020204" pitchFamily="34" charset="0"/>
              <a:buNone/>
              <a:defRPr sz="1200" b="0">
                <a:solidFill>
                  <a:schemeClr val="bg1"/>
                </a:solidFill>
              </a:defRPr>
            </a:lvl8pPr>
            <a:lvl9pPr marL="0" indent="0" algn="l">
              <a:lnSpc>
                <a:spcPct val="100000"/>
              </a:lnSpc>
              <a:spcBef>
                <a:spcPts val="0"/>
              </a:spcBef>
              <a:spcAft>
                <a:spcPts val="0"/>
              </a:spcAft>
              <a:buFont typeface="Arial" panose="020B0604020202020204" pitchFamily="34" charset="0"/>
              <a:buNone/>
              <a:defRPr sz="1200" b="0">
                <a:solidFill>
                  <a:schemeClr val="bg1"/>
                </a:solidFill>
              </a:defRPr>
            </a:lvl9pPr>
          </a:lstStyle>
          <a:p>
            <a:r>
              <a:rPr lang="en-US"/>
              <a:t>Subtitle of the presentation</a:t>
            </a:r>
          </a:p>
          <a:p>
            <a:pPr lvl="1"/>
            <a:r>
              <a:rPr lang="en-US"/>
              <a:t>Author | Date | Place</a:t>
            </a:r>
          </a:p>
        </p:txBody>
      </p:sp>
      <p:sp>
        <p:nvSpPr>
          <p:cNvPr id="11" name="Bildplatzhalter 10"/>
          <p:cNvSpPr>
            <a:spLocks noGrp="1"/>
          </p:cNvSpPr>
          <p:nvPr>
            <p:ph type="pic" sz="quarter" idx="10" hasCustomPrompt="1"/>
          </p:nvPr>
        </p:nvSpPr>
        <p:spPr bwMode="gray">
          <a:xfrm>
            <a:off x="6084094" y="0"/>
            <a:ext cx="3059906" cy="5143500"/>
          </a:xfrm>
          <a:solidFill>
            <a:srgbClr val="E5E3DE"/>
          </a:solidFill>
        </p:spPr>
        <p:txBody>
          <a:bodyPr tIns="720000" anchor="ctr" anchorCtr="0"/>
          <a:lstStyle>
            <a:lvl1pPr marL="0" indent="0" algn="ctr">
              <a:spcBef>
                <a:spcPts val="0"/>
              </a:spcBef>
              <a:spcAft>
                <a:spcPts val="0"/>
              </a:spcAft>
              <a:buFontTx/>
              <a:buNone/>
              <a:defRPr sz="900" b="0"/>
            </a:lvl1pPr>
            <a:lvl2pPr marL="0" indent="0" algn="ctr">
              <a:spcBef>
                <a:spcPts val="0"/>
              </a:spcBef>
              <a:spcAft>
                <a:spcPts val="0"/>
              </a:spcAft>
              <a:buFontTx/>
              <a:buNone/>
              <a:defRPr sz="900" b="0"/>
            </a:lvl2pPr>
            <a:lvl3pPr marL="0" indent="0" algn="ctr">
              <a:spcBef>
                <a:spcPts val="0"/>
              </a:spcBef>
              <a:spcAft>
                <a:spcPts val="0"/>
              </a:spcAft>
              <a:buFontTx/>
              <a:buNone/>
              <a:defRPr sz="900" b="0"/>
            </a:lvl3pPr>
            <a:lvl4pPr marL="0" indent="0" algn="ctr">
              <a:spcBef>
                <a:spcPts val="0"/>
              </a:spcBef>
              <a:spcAft>
                <a:spcPts val="0"/>
              </a:spcAft>
              <a:buFontTx/>
              <a:buNone/>
              <a:defRPr sz="900" b="0"/>
            </a:lvl4pPr>
            <a:lvl5pPr marL="0" indent="0" algn="ctr">
              <a:spcBef>
                <a:spcPts val="0"/>
              </a:spcBef>
              <a:spcAft>
                <a:spcPts val="0"/>
              </a:spcAft>
              <a:buFontTx/>
              <a:buNone/>
              <a:defRPr sz="900" b="0"/>
            </a:lvl5pPr>
            <a:lvl6pPr marL="0" indent="0" algn="ctr">
              <a:spcBef>
                <a:spcPts val="0"/>
              </a:spcBef>
              <a:spcAft>
                <a:spcPts val="0"/>
              </a:spcAft>
              <a:buFontTx/>
              <a:buNone/>
              <a:defRPr sz="900" b="0"/>
            </a:lvl6pPr>
            <a:lvl7pPr marL="0" indent="0" algn="ctr">
              <a:spcBef>
                <a:spcPts val="0"/>
              </a:spcBef>
              <a:spcAft>
                <a:spcPts val="0"/>
              </a:spcAft>
              <a:buFontTx/>
              <a:buNone/>
              <a:defRPr sz="900" b="0"/>
            </a:lvl7pPr>
            <a:lvl8pPr marL="0" indent="0" algn="ctr">
              <a:spcBef>
                <a:spcPts val="0"/>
              </a:spcBef>
              <a:spcAft>
                <a:spcPts val="0"/>
              </a:spcAft>
              <a:buFontTx/>
              <a:buNone/>
              <a:defRPr sz="900" b="0"/>
            </a:lvl8pPr>
            <a:lvl9pPr marL="0" indent="0" algn="ctr">
              <a:spcBef>
                <a:spcPts val="0"/>
              </a:spcBef>
              <a:spcAft>
                <a:spcPts val="0"/>
              </a:spcAft>
              <a:buFontTx/>
              <a:buNone/>
              <a:defRPr sz="900" b="0"/>
            </a:lvl9pPr>
          </a:lstStyle>
          <a:p>
            <a:r>
              <a:rPr lang="en-US"/>
              <a:t>Add picture</a:t>
            </a:r>
          </a:p>
        </p:txBody>
      </p:sp>
      <p:pic>
        <p:nvPicPr>
          <p:cNvPr id="14" name="Grafik 13"/>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359100" y="356400"/>
            <a:ext cx="1233900" cy="372456"/>
          </a:xfrm>
          <a:prstGeom prst="rect">
            <a:avLst/>
          </a:prstGeom>
        </p:spPr>
      </p:pic>
      <p:sp>
        <p:nvSpPr>
          <p:cNvPr id="4" name="Fußzeilenplatzhalter 3"/>
          <p:cNvSpPr>
            <a:spLocks noGrp="1"/>
          </p:cNvSpPr>
          <p:nvPr>
            <p:ph type="ftr" sz="quarter" idx="19"/>
          </p:nvPr>
        </p:nvSpPr>
        <p:spPr bwMode="gray">
          <a:xfrm>
            <a:off x="359570" y="4623996"/>
            <a:ext cx="3780000" cy="162000"/>
          </a:xfrm>
        </p:spPr>
        <p:txBody>
          <a:bodyPr/>
          <a:lstStyle>
            <a:lvl1pPr algn="l">
              <a:defRPr>
                <a:solidFill>
                  <a:schemeClr val="bg1"/>
                </a:solidFill>
              </a:defRPr>
            </a:lvl1pPr>
          </a:lstStyle>
          <a:p>
            <a:r>
              <a:rPr lang="en-US"/>
              <a:t>ONLY FOR INTERNAL USE</a:t>
            </a:r>
          </a:p>
        </p:txBody>
      </p:sp>
      <p:sp>
        <p:nvSpPr>
          <p:cNvPr id="5" name="Text Placeholder 8"/>
          <p:cNvSpPr>
            <a:spLocks noGrp="1"/>
          </p:cNvSpPr>
          <p:nvPr>
            <p:ph type="body" sz="quarter" idx="31"/>
          </p:nvPr>
        </p:nvSpPr>
        <p:spPr bwMode="gray">
          <a:xfrm>
            <a:off x="7569329" y="4625100"/>
            <a:ext cx="1215000" cy="162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150">
                <a:noFill/>
              </a:defRPr>
            </a:lvl1pPr>
            <a:lvl2pPr marL="0" indent="0">
              <a:lnSpc>
                <a:spcPct val="100000"/>
              </a:lnSpc>
              <a:spcAft>
                <a:spcPts val="0"/>
              </a:spcAft>
              <a:buFontTx/>
              <a:buNone/>
              <a:defRPr sz="150">
                <a:noFill/>
              </a:defRPr>
            </a:lvl2pPr>
            <a:lvl3pPr marL="0" indent="0">
              <a:lnSpc>
                <a:spcPct val="100000"/>
              </a:lnSpc>
              <a:spcAft>
                <a:spcPts val="0"/>
              </a:spcAft>
              <a:buFontTx/>
              <a:buNone/>
              <a:defRPr sz="150">
                <a:noFill/>
              </a:defRPr>
            </a:lvl3pPr>
            <a:lvl4pPr marL="0" indent="0">
              <a:lnSpc>
                <a:spcPct val="100000"/>
              </a:lnSpc>
              <a:spcAft>
                <a:spcPts val="0"/>
              </a:spcAft>
              <a:buFontTx/>
              <a:buNone/>
              <a:defRPr sz="150">
                <a:noFill/>
              </a:defRPr>
            </a:lvl4pPr>
            <a:lvl5pPr marL="0" indent="0">
              <a:lnSpc>
                <a:spcPct val="100000"/>
              </a:lnSpc>
              <a:spcAft>
                <a:spcPts val="0"/>
              </a:spcAft>
              <a:buFontTx/>
              <a:buNone/>
              <a:defRPr sz="150">
                <a:noFill/>
              </a:defRPr>
            </a:lvl5pPr>
          </a:lstStyle>
          <a:p>
            <a:pPr lvl="0"/>
            <a:r>
              <a:rPr lang="en-US"/>
              <a:t>Click to edit Master text styles</a:t>
            </a:r>
          </a:p>
        </p:txBody>
      </p:sp>
      <p:grpSp>
        <p:nvGrpSpPr>
          <p:cNvPr id="6" name="Group 5"/>
          <p:cNvGrpSpPr/>
          <p:nvPr userDrawn="1"/>
        </p:nvGrpSpPr>
        <p:grpSpPr bwMode="gray">
          <a:xfrm>
            <a:off x="-1422666" y="0"/>
            <a:ext cx="1286309" cy="2808312"/>
            <a:chOff x="-1824880" y="2708920"/>
            <a:chExt cx="1715078" cy="3744416"/>
          </a:xfrm>
        </p:grpSpPr>
        <p:sp>
          <p:nvSpPr>
            <p:cNvPr id="12" name="TextBox 11"/>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450"/>
                </a:spcAft>
              </a:pPr>
              <a:r>
                <a:rPr lang="en-US" sz="825" b="1">
                  <a:solidFill>
                    <a:schemeClr val="tx1"/>
                  </a:solidFill>
                  <a:effectLst/>
                  <a:latin typeface="+mj-lt"/>
                </a:rPr>
                <a:t>To insert a picture:</a:t>
              </a:r>
            </a:p>
            <a:p>
              <a:pPr marL="107950" indent="-107950">
                <a:lnSpc>
                  <a:spcPct val="120000"/>
                </a:lnSpc>
                <a:spcAft>
                  <a:spcPts val="450"/>
                </a:spcAft>
                <a:buFont typeface="+mj-lt"/>
                <a:buAutoNum type="arabicPeriod"/>
              </a:pPr>
              <a:r>
                <a:rPr lang="en-US" sz="675">
                  <a:solidFill>
                    <a:schemeClr val="tx1"/>
                  </a:solidFill>
                  <a:effectLst/>
                  <a:latin typeface="+mn-lt"/>
                </a:rPr>
                <a:t>Click on the placeholder for pictures</a:t>
              </a:r>
            </a:p>
            <a:p>
              <a:pPr marL="107950" indent="-107950">
                <a:lnSpc>
                  <a:spcPct val="120000"/>
                </a:lnSpc>
                <a:spcAft>
                  <a:spcPts val="450"/>
                </a:spcAft>
                <a:buFont typeface="+mj-lt"/>
                <a:buAutoNum type="arabicPeriod"/>
              </a:pPr>
              <a:r>
                <a:rPr lang="en-US" sz="675">
                  <a:solidFill>
                    <a:schemeClr val="tx1"/>
                  </a:solidFill>
                  <a:effectLst/>
                  <a:latin typeface="+mn-lt"/>
                </a:rPr>
                <a:t>Open the menu “Insert”</a:t>
              </a:r>
            </a:p>
            <a:p>
              <a:pPr marL="107950" indent="-107950">
                <a:lnSpc>
                  <a:spcPct val="120000"/>
                </a:lnSpc>
                <a:spcAft>
                  <a:spcPts val="450"/>
                </a:spcAft>
                <a:buFont typeface="+mj-lt"/>
                <a:buAutoNum type="arabicPeriod"/>
              </a:pPr>
              <a:r>
                <a:rPr lang="en-US" sz="675">
                  <a:solidFill>
                    <a:schemeClr val="tx1"/>
                  </a:solidFill>
                  <a:effectLst/>
                  <a:latin typeface="+mn-lt"/>
                </a:rPr>
                <a:t>Choose “Pictures” and then the corresponding source where the image is located</a:t>
              </a:r>
              <a:endParaRPr lang="en-US" sz="675">
                <a:solidFill>
                  <a:schemeClr val="tx1"/>
                </a:solidFill>
                <a:latin typeface="+mn-lt"/>
              </a:endParaRPr>
            </a:p>
          </p:txBody>
        </p:sp>
        <p:pic>
          <p:nvPicPr>
            <p:cNvPr id="13" name="Picture 12"/>
            <p:cNvPicPr>
              <a:picLocks noChangeAspect="1"/>
            </p:cNvPicPr>
            <p:nvPr userDrawn="1"/>
          </p:nvPicPr>
          <p:blipFill rotWithShape="1">
            <a:blip r:embed="rId6"/>
            <a:srcRect l="8843" r="2395" b="2546"/>
            <a:stretch>
              <a:fillRect/>
            </a:stretch>
          </p:blipFill>
          <p:spPr bwMode="gray">
            <a:xfrm>
              <a:off x="-1589806" y="4475212"/>
              <a:ext cx="745332" cy="1122804"/>
            </a:xfrm>
            <a:prstGeom prst="roundRect">
              <a:avLst>
                <a:gd name="adj" fmla="val 3514"/>
              </a:avLst>
            </a:prstGeom>
          </p:spPr>
        </p:pic>
        <p:sp>
          <p:nvSpPr>
            <p:cNvPr id="15" name="TextBox 14"/>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07950" indent="-107950">
                <a:spcAft>
                  <a:spcPts val="450"/>
                </a:spcAft>
                <a:buFont typeface="+mj-lt"/>
                <a:buAutoNum type="arabicPeriod" startAt="4"/>
              </a:pPr>
              <a:r>
                <a:rPr lang="en-US" sz="675">
                  <a:solidFill>
                    <a:schemeClr val="tx1"/>
                  </a:solidFill>
                  <a:effectLst/>
                  <a:latin typeface="+mn-lt"/>
                </a:rPr>
                <a:t>Now the image has </a:t>
              </a:r>
              <a:br>
                <a:rPr lang="en-US" sz="675">
                  <a:solidFill>
                    <a:schemeClr val="tx1"/>
                  </a:solidFill>
                  <a:effectLst/>
                  <a:latin typeface="+mn-lt"/>
                </a:rPr>
              </a:br>
              <a:r>
                <a:rPr lang="en-US" sz="675">
                  <a:solidFill>
                    <a:schemeClr val="tx1"/>
                  </a:solidFill>
                  <a:effectLst/>
                  <a:latin typeface="+mn-lt"/>
                </a:rPr>
                <a:t>been loaded into the </a:t>
              </a:r>
              <a:br>
                <a:rPr lang="en-US" sz="675">
                  <a:solidFill>
                    <a:schemeClr val="tx1"/>
                  </a:solidFill>
                  <a:effectLst/>
                  <a:latin typeface="+mn-lt"/>
                </a:rPr>
              </a:br>
              <a:r>
                <a:rPr lang="en-US" sz="675">
                  <a:solidFill>
                    <a:schemeClr val="tx1"/>
                  </a:solidFill>
                  <a:effectLst/>
                  <a:latin typeface="+mn-lt"/>
                </a:rPr>
                <a:t>placeholder.</a:t>
              </a:r>
              <a:endParaRPr lang="en-US" sz="675">
                <a:solidFill>
                  <a:schemeClr val="tx1"/>
                </a:solidFill>
                <a:latin typeface="+mn-lt"/>
              </a:endParaRPr>
            </a:p>
          </p:txBody>
        </p:sp>
      </p:grpSp>
    </p:spTree>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p:txBody>
          <a:bodyPr/>
          <a:lstStyle>
            <a:lvl1pPr>
              <a:defRPr/>
            </a:lvl1pPr>
          </a:lstStyle>
          <a:p>
            <a:r>
              <a:rPr lang="en-US"/>
              <a:t>Add agenda title</a:t>
            </a:r>
          </a:p>
        </p:txBody>
      </p:sp>
      <p:sp>
        <p:nvSpPr>
          <p:cNvPr id="10" name="Textplatzhalter 9"/>
          <p:cNvSpPr>
            <a:spLocks noGrp="1"/>
          </p:cNvSpPr>
          <p:nvPr>
            <p:ph type="body" sz="quarter" idx="15" hasCustomPrompt="1"/>
          </p:nvPr>
        </p:nvSpPr>
        <p:spPr bwMode="gray">
          <a:xfrm>
            <a:off x="359570" y="1059658"/>
            <a:ext cx="8424863" cy="3402806"/>
          </a:xfrm>
        </p:spPr>
        <p:txBody>
          <a:bodyPr/>
          <a:lstStyle>
            <a:lvl1pPr marL="269875" indent="-269875">
              <a:spcBef>
                <a:spcPts val="1350"/>
              </a:spcBef>
              <a:buFont typeface="+mj-lt"/>
              <a:buAutoNum type="arabicPeriod"/>
              <a:defRPr sz="1500"/>
            </a:lvl1pPr>
            <a:lvl2pPr marL="405130" indent="-135255">
              <a:spcBef>
                <a:spcPts val="150"/>
              </a:spcBef>
              <a:spcAft>
                <a:spcPts val="150"/>
              </a:spcAft>
              <a:buFont typeface="Arial" panose="020B0604020202020204" pitchFamily="34" charset="0"/>
              <a:buChar char="•"/>
              <a:defRPr/>
            </a:lvl2pPr>
            <a:lvl3pPr marL="405130" indent="-135255">
              <a:spcBef>
                <a:spcPts val="150"/>
              </a:spcBef>
              <a:spcAft>
                <a:spcPts val="150"/>
              </a:spcAft>
              <a:buFont typeface="Arial" panose="020B0604020202020204" pitchFamily="34" charset="0"/>
              <a:buChar char="•"/>
              <a:defRPr/>
            </a:lvl3pPr>
            <a:lvl4pPr marL="405130" indent="-135255">
              <a:spcBef>
                <a:spcPts val="150"/>
              </a:spcBef>
              <a:spcAft>
                <a:spcPts val="150"/>
              </a:spcAft>
              <a:buFont typeface="Arial" panose="020B0604020202020204" pitchFamily="34" charset="0"/>
              <a:buChar char="•"/>
              <a:defRPr/>
            </a:lvl4pPr>
            <a:lvl5pPr marL="405130" indent="-135255">
              <a:spcBef>
                <a:spcPts val="150"/>
              </a:spcBef>
              <a:spcAft>
                <a:spcPts val="150"/>
              </a:spcAft>
              <a:buFont typeface="Arial" panose="020B0604020202020204" pitchFamily="34" charset="0"/>
              <a:buChar char="•"/>
              <a:defRPr sz="1200"/>
            </a:lvl5pPr>
            <a:lvl6pPr marL="405130" indent="-135255">
              <a:spcBef>
                <a:spcPts val="150"/>
              </a:spcBef>
              <a:spcAft>
                <a:spcPts val="150"/>
              </a:spcAft>
              <a:buFont typeface="Arial" panose="020B0604020202020204" pitchFamily="34" charset="0"/>
              <a:buChar char="•"/>
              <a:defRPr sz="1200"/>
            </a:lvl6pPr>
            <a:lvl7pPr marL="405130" indent="-135255">
              <a:spcBef>
                <a:spcPts val="150"/>
              </a:spcBef>
              <a:spcAft>
                <a:spcPts val="150"/>
              </a:spcAft>
              <a:buFont typeface="Arial" panose="020B0604020202020204" pitchFamily="34" charset="0"/>
              <a:buChar char="•"/>
              <a:defRPr sz="1200"/>
            </a:lvl7pPr>
            <a:lvl8pPr marL="405130" indent="-135255">
              <a:spcBef>
                <a:spcPts val="150"/>
              </a:spcBef>
              <a:spcAft>
                <a:spcPts val="150"/>
              </a:spcAft>
              <a:buFont typeface="Arial" panose="020B0604020202020204" pitchFamily="34" charset="0"/>
              <a:buChar char="•"/>
              <a:defRPr sz="1200"/>
            </a:lvl8pPr>
            <a:lvl9pPr marL="405130" indent="-135255">
              <a:spcBef>
                <a:spcPts val="150"/>
              </a:spcBef>
              <a:spcAft>
                <a:spcPts val="150"/>
              </a:spcAft>
              <a:buFont typeface="Arial" panose="020B0604020202020204" pitchFamily="34" charset="0"/>
              <a:buChar char="•"/>
              <a:defRPr sz="1200"/>
            </a:lvl9pPr>
          </a:lstStyle>
          <a:p>
            <a:pPr lvl="0"/>
            <a:r>
              <a:rPr lang="en-US"/>
              <a:t>Edit text by clicking. Use the "Increase/decrease list level" buttons on the Start tab to switch between the set up text levels.</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6" name="Fußzeilenplatzhalter 5"/>
          <p:cNvSpPr>
            <a:spLocks noGrp="1"/>
          </p:cNvSpPr>
          <p:nvPr>
            <p:ph type="ftr" sz="quarter" idx="16"/>
          </p:nvPr>
        </p:nvSpPr>
        <p:spPr bwMode="gray"/>
        <p:txBody>
          <a:bodyPr/>
          <a:lstStyle/>
          <a:p>
            <a:r>
              <a:rPr lang="en-US"/>
              <a:t>Presentation title    |    ONLY FOR INTERNAL USE</a:t>
            </a:r>
          </a:p>
        </p:txBody>
      </p:sp>
      <p:sp>
        <p:nvSpPr>
          <p:cNvPr id="7" name="Foliennummernplatzhalter 6"/>
          <p:cNvSpPr>
            <a:spLocks noGrp="1"/>
          </p:cNvSpPr>
          <p:nvPr>
            <p:ph type="sldNum" sz="quarter" idx="17"/>
          </p:nvPr>
        </p:nvSpPr>
        <p:spPr bwMode="gray"/>
        <p:txBody>
          <a:bodyPr/>
          <a:lstStyle/>
          <a:p>
            <a:fld id="{8FF9B0DE-3FEB-4AA0-B465-B80EF7C1333D}" type="slidenum">
              <a:rPr lang="en-US" smtClean="0"/>
              <a:t>‹#›</a:t>
            </a:fld>
            <a:endParaRPr lang="en-US"/>
          </a:p>
        </p:txBody>
      </p:sp>
    </p:spTree>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Agenda alternative">
    <p:bg bwMode="blackWhite">
      <p:bgPr>
        <a:solidFill>
          <a:schemeClr val="bg2"/>
        </a:solidFill>
        <a:effectLst/>
      </p:bgPr>
    </p:bg>
    <p:spTree>
      <p:nvGrpSpPr>
        <p:cNvPr id="1" name=""/>
        <p:cNvGrpSpPr/>
        <p:nvPr/>
      </p:nvGrpSpPr>
      <p:grpSpPr>
        <a:xfrm>
          <a:off x="0" y="0"/>
          <a:ext cx="0" cy="0"/>
          <a:chOff x="0" y="0"/>
          <a:chExt cx="0" cy="0"/>
        </a:xfrm>
      </p:grpSpPr>
      <p:sp>
        <p:nvSpPr>
          <p:cNvPr id="5" name="Titel 4"/>
          <p:cNvSpPr>
            <a:spLocks noGrp="1"/>
          </p:cNvSpPr>
          <p:nvPr>
            <p:ph type="title" hasCustomPrompt="1"/>
          </p:nvPr>
        </p:nvSpPr>
        <p:spPr bwMode="gray"/>
        <p:txBody>
          <a:bodyPr/>
          <a:lstStyle>
            <a:lvl1pPr>
              <a:defRPr>
                <a:solidFill>
                  <a:schemeClr val="tx2"/>
                </a:solidFill>
              </a:defRPr>
            </a:lvl1pPr>
          </a:lstStyle>
          <a:p>
            <a:r>
              <a:rPr lang="en-US"/>
              <a:t>Add agenda title</a:t>
            </a:r>
          </a:p>
        </p:txBody>
      </p:sp>
      <p:sp>
        <p:nvSpPr>
          <p:cNvPr id="6" name="Fußzeilenplatzhalter 5"/>
          <p:cNvSpPr>
            <a:spLocks noGrp="1"/>
          </p:cNvSpPr>
          <p:nvPr>
            <p:ph type="ftr" sz="quarter" idx="16"/>
          </p:nvPr>
        </p:nvSpPr>
        <p:spPr bwMode="gray"/>
        <p:txBody>
          <a:bodyPr/>
          <a:lstStyle>
            <a:lvl1pPr>
              <a:defRPr>
                <a:solidFill>
                  <a:schemeClr val="bg1"/>
                </a:solidFill>
              </a:defRPr>
            </a:lvl1pPr>
          </a:lstStyle>
          <a:p>
            <a:r>
              <a:rPr lang="en-US"/>
              <a:t>Presentation title    |    ONLY FOR INTERNAL USE</a:t>
            </a:r>
          </a:p>
        </p:txBody>
      </p:sp>
      <p:sp>
        <p:nvSpPr>
          <p:cNvPr id="7" name="Foliennummernplatzhalter 6"/>
          <p:cNvSpPr>
            <a:spLocks noGrp="1"/>
          </p:cNvSpPr>
          <p:nvPr>
            <p:ph type="sldNum" sz="quarter" idx="17"/>
          </p:nvPr>
        </p:nvSpPr>
        <p:spPr bwMode="gray"/>
        <p:txBody>
          <a:bodyPr/>
          <a:lstStyle>
            <a:lvl1pPr>
              <a:defRPr>
                <a:solidFill>
                  <a:schemeClr val="bg1"/>
                </a:solidFill>
              </a:defRPr>
            </a:lvl1pPr>
          </a:lstStyle>
          <a:p>
            <a:fld id="{8FF9B0DE-3FEB-4AA0-B465-B80EF7C1333D}" type="slidenum">
              <a:rPr lang="en-US" smtClean="0"/>
              <a:t>‹#›</a:t>
            </a:fld>
            <a:endParaRPr lang="en-US"/>
          </a:p>
        </p:txBody>
      </p:sp>
      <p:sp>
        <p:nvSpPr>
          <p:cNvPr id="15" name="Textplatzhalter 8"/>
          <p:cNvSpPr>
            <a:spLocks noGrp="1"/>
          </p:cNvSpPr>
          <p:nvPr>
            <p:ph type="body" sz="quarter" idx="48" hasCustomPrompt="1"/>
          </p:nvPr>
        </p:nvSpPr>
        <p:spPr bwMode="white">
          <a:xfrm>
            <a:off x="359610" y="1059582"/>
            <a:ext cx="594000" cy="405000"/>
          </a:xfrm>
          <a:solidFill>
            <a:schemeClr val="bg2"/>
          </a:solidFill>
          <a:effectLst/>
        </p:spPr>
        <p:txBody>
          <a:bodyPr wrap="none" rIns="0" bIns="72000" anchor="ctr" anchorCtr="0"/>
          <a:lstStyle>
            <a:lvl1pPr marL="0" indent="0" algn="l">
              <a:buFontTx/>
              <a:buNone/>
              <a:defRPr sz="3300" b="1">
                <a:solidFill>
                  <a:schemeClr val="tx2"/>
                </a:solidFill>
                <a:latin typeface="+mj-lt"/>
              </a:defRPr>
            </a:lvl1pPr>
            <a:lvl2pPr marL="0" indent="0">
              <a:buFontTx/>
              <a:buNone/>
              <a:defRPr sz="3300" b="1">
                <a:solidFill>
                  <a:schemeClr val="tx2"/>
                </a:solidFill>
                <a:latin typeface="+mj-lt"/>
              </a:defRPr>
            </a:lvl2pPr>
            <a:lvl3pPr marL="0" indent="0">
              <a:buFontTx/>
              <a:buNone/>
              <a:defRPr sz="3300" b="1">
                <a:solidFill>
                  <a:schemeClr val="tx2"/>
                </a:solidFill>
                <a:latin typeface="+mj-lt"/>
              </a:defRPr>
            </a:lvl3pPr>
            <a:lvl4pPr marL="0" indent="0">
              <a:buFontTx/>
              <a:buNone/>
              <a:defRPr sz="3300" b="1">
                <a:solidFill>
                  <a:schemeClr val="tx2"/>
                </a:solidFill>
                <a:latin typeface="+mj-lt"/>
              </a:defRPr>
            </a:lvl4pPr>
            <a:lvl5pPr marL="0" indent="0">
              <a:buFontTx/>
              <a:buNone/>
              <a:defRPr sz="3300" b="1">
                <a:solidFill>
                  <a:schemeClr val="tx2"/>
                </a:solidFill>
                <a:latin typeface="+mj-lt"/>
              </a:defRPr>
            </a:lvl5pPr>
            <a:lvl6pPr marL="0" indent="0">
              <a:buFontTx/>
              <a:buNone/>
              <a:defRPr sz="3300" b="1">
                <a:solidFill>
                  <a:schemeClr val="tx2"/>
                </a:solidFill>
                <a:latin typeface="+mj-lt"/>
              </a:defRPr>
            </a:lvl6pPr>
            <a:lvl7pPr marL="0" indent="0">
              <a:buFontTx/>
              <a:buNone/>
              <a:defRPr sz="3300" b="1">
                <a:solidFill>
                  <a:schemeClr val="tx2"/>
                </a:solidFill>
                <a:latin typeface="+mj-lt"/>
              </a:defRPr>
            </a:lvl7pPr>
            <a:lvl8pPr marL="0" indent="0">
              <a:buFontTx/>
              <a:buNone/>
              <a:defRPr sz="3300" b="1">
                <a:solidFill>
                  <a:schemeClr val="tx2"/>
                </a:solidFill>
                <a:latin typeface="+mj-lt"/>
              </a:defRPr>
            </a:lvl8pPr>
            <a:lvl9pPr marL="0" indent="0">
              <a:buFontTx/>
              <a:buNone/>
              <a:defRPr sz="3300" b="1">
                <a:solidFill>
                  <a:schemeClr val="tx2"/>
                </a:solidFill>
                <a:latin typeface="+mj-lt"/>
              </a:defRPr>
            </a:lvl9pPr>
          </a:lstStyle>
          <a:p>
            <a:pPr lvl="0"/>
            <a:r>
              <a:rPr lang="en-US"/>
              <a:t>00</a:t>
            </a:r>
          </a:p>
        </p:txBody>
      </p:sp>
      <p:sp>
        <p:nvSpPr>
          <p:cNvPr id="9" name="Textplatzhalter 8"/>
          <p:cNvSpPr>
            <a:spLocks noGrp="1"/>
          </p:cNvSpPr>
          <p:nvPr>
            <p:ph type="body" sz="quarter" idx="18" hasCustomPrompt="1"/>
          </p:nvPr>
        </p:nvSpPr>
        <p:spPr bwMode="gray">
          <a:xfrm>
            <a:off x="1114286" y="1059582"/>
            <a:ext cx="3348000" cy="648000"/>
          </a:xfrm>
        </p:spPr>
        <p:txBody>
          <a:bodyPr/>
          <a:lstStyle>
            <a:lvl1pPr marL="0" indent="0">
              <a:spcAft>
                <a:spcPts val="0"/>
              </a:spcAft>
              <a:buFontTx/>
              <a:buNone/>
              <a:defRPr sz="1200" b="1">
                <a:solidFill>
                  <a:schemeClr val="bg1"/>
                </a:solidFill>
              </a:defRPr>
            </a:lvl1pPr>
            <a:lvl2pPr marL="0" indent="0">
              <a:spcAft>
                <a:spcPts val="0"/>
              </a:spcAft>
              <a:buFontTx/>
              <a:buNone/>
              <a:defRPr sz="1200">
                <a:solidFill>
                  <a:schemeClr val="bg1"/>
                </a:solidFill>
              </a:defRPr>
            </a:lvl2pPr>
            <a:lvl3pPr marL="0" indent="0">
              <a:spcAft>
                <a:spcPts val="0"/>
              </a:spcAft>
              <a:buFontTx/>
              <a:buNone/>
              <a:defRPr sz="1200">
                <a:solidFill>
                  <a:schemeClr val="bg1"/>
                </a:solidFill>
              </a:defRPr>
            </a:lvl3pPr>
            <a:lvl4pPr marL="0" indent="0">
              <a:spcAft>
                <a:spcPts val="0"/>
              </a:spcAft>
              <a:buFontTx/>
              <a:buNone/>
              <a:defRPr sz="1200">
                <a:solidFill>
                  <a:schemeClr val="bg1"/>
                </a:solidFill>
              </a:defRPr>
            </a:lvl4pPr>
            <a:lvl5pPr marL="0" indent="0">
              <a:spcAft>
                <a:spcPts val="0"/>
              </a:spcAft>
              <a:buFontTx/>
              <a:buNone/>
              <a:defRPr sz="1200">
                <a:solidFill>
                  <a:schemeClr val="bg1"/>
                </a:solidFill>
              </a:defRPr>
            </a:lvl5pPr>
            <a:lvl6pPr marL="0" indent="0">
              <a:spcAft>
                <a:spcPts val="0"/>
              </a:spcAft>
              <a:buFontTx/>
              <a:buNone/>
              <a:defRPr sz="1200">
                <a:solidFill>
                  <a:schemeClr val="bg1"/>
                </a:solidFill>
              </a:defRPr>
            </a:lvl6pPr>
            <a:lvl7pPr marL="0" indent="0">
              <a:spcAft>
                <a:spcPts val="0"/>
              </a:spcAft>
              <a:buFontTx/>
              <a:buNone/>
              <a:defRPr sz="1200">
                <a:solidFill>
                  <a:schemeClr val="bg1"/>
                </a:solidFill>
              </a:defRPr>
            </a:lvl7pPr>
            <a:lvl8pPr marL="0" indent="0">
              <a:spcAft>
                <a:spcPts val="0"/>
              </a:spcAft>
              <a:buFontTx/>
              <a:buNone/>
              <a:defRPr sz="1200">
                <a:solidFill>
                  <a:schemeClr val="bg1"/>
                </a:solidFill>
              </a:defRPr>
            </a:lvl8pPr>
            <a:lvl9pPr marL="0" indent="0">
              <a:spcAft>
                <a:spcPts val="0"/>
              </a:spcAft>
              <a:buFontTx/>
              <a:buNone/>
              <a:defRPr sz="1200">
                <a:solidFill>
                  <a:schemeClr val="bg1"/>
                </a:solidFill>
              </a:defRPr>
            </a:lvl9pPr>
          </a:lstStyle>
          <a:p>
            <a:pPr lvl="0"/>
            <a:r>
              <a:rPr lang="en-US"/>
              <a:t>First level</a:t>
            </a:r>
          </a:p>
          <a:p>
            <a:pPr lvl="1"/>
            <a:r>
              <a:rPr lang="en-US"/>
              <a:t>Second level</a:t>
            </a:r>
          </a:p>
        </p:txBody>
      </p:sp>
      <p:sp>
        <p:nvSpPr>
          <p:cNvPr id="26" name="Textplatzhalter 8"/>
          <p:cNvSpPr>
            <a:spLocks noGrp="1"/>
          </p:cNvSpPr>
          <p:nvPr>
            <p:ph type="body" sz="quarter" idx="30" hasCustomPrompt="1"/>
          </p:nvPr>
        </p:nvSpPr>
        <p:spPr bwMode="white">
          <a:xfrm>
            <a:off x="359610" y="1897463"/>
            <a:ext cx="594000" cy="405000"/>
          </a:xfrm>
          <a:solidFill>
            <a:schemeClr val="bg2"/>
          </a:solidFill>
          <a:effectLst/>
        </p:spPr>
        <p:txBody>
          <a:bodyPr wrap="none" rIns="0" bIns="72000" anchor="ctr" anchorCtr="0"/>
          <a:lstStyle>
            <a:lvl1pPr marL="0" indent="0" algn="l">
              <a:buFontTx/>
              <a:buNone/>
              <a:defRPr sz="3300" b="1">
                <a:solidFill>
                  <a:schemeClr val="tx2"/>
                </a:solidFill>
                <a:latin typeface="+mj-lt"/>
              </a:defRPr>
            </a:lvl1pPr>
            <a:lvl2pPr marL="0" indent="0">
              <a:buFontTx/>
              <a:buNone/>
              <a:defRPr sz="3300" b="1">
                <a:solidFill>
                  <a:schemeClr val="tx2"/>
                </a:solidFill>
                <a:latin typeface="+mj-lt"/>
              </a:defRPr>
            </a:lvl2pPr>
            <a:lvl3pPr marL="0" indent="0">
              <a:buFontTx/>
              <a:buNone/>
              <a:defRPr sz="3300" b="1">
                <a:solidFill>
                  <a:schemeClr val="tx2"/>
                </a:solidFill>
                <a:latin typeface="+mj-lt"/>
              </a:defRPr>
            </a:lvl3pPr>
            <a:lvl4pPr marL="0" indent="0">
              <a:buFontTx/>
              <a:buNone/>
              <a:defRPr sz="3300" b="1">
                <a:solidFill>
                  <a:schemeClr val="tx2"/>
                </a:solidFill>
                <a:latin typeface="+mj-lt"/>
              </a:defRPr>
            </a:lvl4pPr>
            <a:lvl5pPr marL="0" indent="0">
              <a:buFontTx/>
              <a:buNone/>
              <a:defRPr sz="3300" b="1">
                <a:solidFill>
                  <a:schemeClr val="tx2"/>
                </a:solidFill>
                <a:latin typeface="+mj-lt"/>
              </a:defRPr>
            </a:lvl5pPr>
            <a:lvl6pPr marL="0" indent="0">
              <a:buFontTx/>
              <a:buNone/>
              <a:defRPr sz="3300" b="1">
                <a:solidFill>
                  <a:schemeClr val="tx2"/>
                </a:solidFill>
                <a:latin typeface="+mj-lt"/>
              </a:defRPr>
            </a:lvl6pPr>
            <a:lvl7pPr marL="0" indent="0">
              <a:buFontTx/>
              <a:buNone/>
              <a:defRPr sz="3300" b="1">
                <a:solidFill>
                  <a:schemeClr val="tx2"/>
                </a:solidFill>
                <a:latin typeface="+mj-lt"/>
              </a:defRPr>
            </a:lvl7pPr>
            <a:lvl8pPr marL="0" indent="0">
              <a:buFontTx/>
              <a:buNone/>
              <a:defRPr sz="3300" b="1">
                <a:solidFill>
                  <a:schemeClr val="tx2"/>
                </a:solidFill>
                <a:latin typeface="+mj-lt"/>
              </a:defRPr>
            </a:lvl8pPr>
            <a:lvl9pPr marL="0" indent="0">
              <a:buFontTx/>
              <a:buNone/>
              <a:defRPr sz="3300" b="1">
                <a:solidFill>
                  <a:schemeClr val="tx2"/>
                </a:solidFill>
                <a:latin typeface="+mj-lt"/>
              </a:defRPr>
            </a:lvl9pPr>
          </a:lstStyle>
          <a:p>
            <a:pPr lvl="0"/>
            <a:r>
              <a:rPr lang="en-US"/>
              <a:t>00</a:t>
            </a:r>
          </a:p>
        </p:txBody>
      </p:sp>
      <p:sp>
        <p:nvSpPr>
          <p:cNvPr id="27" name="Textplatzhalter 8"/>
          <p:cNvSpPr>
            <a:spLocks noGrp="1"/>
          </p:cNvSpPr>
          <p:nvPr>
            <p:ph type="body" sz="quarter" idx="31" hasCustomPrompt="1"/>
          </p:nvPr>
        </p:nvSpPr>
        <p:spPr bwMode="white">
          <a:xfrm>
            <a:off x="359532" y="2734556"/>
            <a:ext cx="594000" cy="405000"/>
          </a:xfrm>
          <a:solidFill>
            <a:schemeClr val="bg2"/>
          </a:solidFill>
          <a:effectLst/>
        </p:spPr>
        <p:txBody>
          <a:bodyPr wrap="none" rIns="0" bIns="72000" anchor="ctr" anchorCtr="0"/>
          <a:lstStyle>
            <a:lvl1pPr marL="0" indent="0" algn="l">
              <a:buFontTx/>
              <a:buNone/>
              <a:defRPr sz="3300" b="1">
                <a:solidFill>
                  <a:schemeClr val="tx2"/>
                </a:solidFill>
                <a:latin typeface="+mj-lt"/>
              </a:defRPr>
            </a:lvl1pPr>
            <a:lvl2pPr marL="0" indent="0">
              <a:buFontTx/>
              <a:buNone/>
              <a:defRPr sz="3300" b="1">
                <a:solidFill>
                  <a:schemeClr val="tx2"/>
                </a:solidFill>
                <a:latin typeface="+mj-lt"/>
              </a:defRPr>
            </a:lvl2pPr>
            <a:lvl3pPr marL="0" indent="0">
              <a:buFontTx/>
              <a:buNone/>
              <a:defRPr sz="3300" b="1">
                <a:solidFill>
                  <a:schemeClr val="tx2"/>
                </a:solidFill>
                <a:latin typeface="+mj-lt"/>
              </a:defRPr>
            </a:lvl3pPr>
            <a:lvl4pPr marL="0" indent="0">
              <a:buFontTx/>
              <a:buNone/>
              <a:defRPr sz="3300" b="1">
                <a:solidFill>
                  <a:schemeClr val="tx2"/>
                </a:solidFill>
                <a:latin typeface="+mj-lt"/>
              </a:defRPr>
            </a:lvl4pPr>
            <a:lvl5pPr marL="0" indent="0">
              <a:buFontTx/>
              <a:buNone/>
              <a:defRPr sz="3300" b="1">
                <a:solidFill>
                  <a:schemeClr val="tx2"/>
                </a:solidFill>
                <a:latin typeface="+mj-lt"/>
              </a:defRPr>
            </a:lvl5pPr>
            <a:lvl6pPr marL="0" indent="0">
              <a:buFontTx/>
              <a:buNone/>
              <a:defRPr sz="3300" b="1">
                <a:solidFill>
                  <a:schemeClr val="tx2"/>
                </a:solidFill>
                <a:latin typeface="+mj-lt"/>
              </a:defRPr>
            </a:lvl6pPr>
            <a:lvl7pPr marL="0" indent="0">
              <a:buFontTx/>
              <a:buNone/>
              <a:defRPr sz="3300" b="1">
                <a:solidFill>
                  <a:schemeClr val="tx2"/>
                </a:solidFill>
                <a:latin typeface="+mj-lt"/>
              </a:defRPr>
            </a:lvl7pPr>
            <a:lvl8pPr marL="0" indent="0">
              <a:buFontTx/>
              <a:buNone/>
              <a:defRPr sz="3300" b="1">
                <a:solidFill>
                  <a:schemeClr val="tx2"/>
                </a:solidFill>
                <a:latin typeface="+mj-lt"/>
              </a:defRPr>
            </a:lvl8pPr>
            <a:lvl9pPr marL="0" indent="0">
              <a:buFontTx/>
              <a:buNone/>
              <a:defRPr sz="3300" b="1">
                <a:solidFill>
                  <a:schemeClr val="tx2"/>
                </a:solidFill>
                <a:latin typeface="+mj-lt"/>
              </a:defRPr>
            </a:lvl9pPr>
          </a:lstStyle>
          <a:p>
            <a:pPr lvl="0"/>
            <a:r>
              <a:rPr lang="en-US"/>
              <a:t>00</a:t>
            </a:r>
          </a:p>
        </p:txBody>
      </p:sp>
      <p:sp>
        <p:nvSpPr>
          <p:cNvPr id="28" name="Textplatzhalter 8"/>
          <p:cNvSpPr>
            <a:spLocks noGrp="1"/>
          </p:cNvSpPr>
          <p:nvPr>
            <p:ph type="body" sz="quarter" idx="32" hasCustomPrompt="1"/>
          </p:nvPr>
        </p:nvSpPr>
        <p:spPr bwMode="white">
          <a:xfrm>
            <a:off x="359532" y="3571649"/>
            <a:ext cx="594000" cy="405000"/>
          </a:xfrm>
          <a:solidFill>
            <a:schemeClr val="bg2"/>
          </a:solidFill>
          <a:effectLst/>
        </p:spPr>
        <p:txBody>
          <a:bodyPr wrap="none" rIns="0" bIns="72000" anchor="ctr" anchorCtr="0"/>
          <a:lstStyle>
            <a:lvl1pPr marL="0" indent="0" algn="l">
              <a:buFontTx/>
              <a:buNone/>
              <a:defRPr sz="3300" b="1">
                <a:solidFill>
                  <a:schemeClr val="tx2"/>
                </a:solidFill>
                <a:latin typeface="+mj-lt"/>
              </a:defRPr>
            </a:lvl1pPr>
            <a:lvl2pPr marL="0" indent="0">
              <a:buFontTx/>
              <a:buNone/>
              <a:defRPr sz="3300" b="1">
                <a:solidFill>
                  <a:schemeClr val="tx2"/>
                </a:solidFill>
                <a:latin typeface="+mj-lt"/>
              </a:defRPr>
            </a:lvl2pPr>
            <a:lvl3pPr marL="0" indent="0">
              <a:buFontTx/>
              <a:buNone/>
              <a:defRPr sz="3300" b="1">
                <a:solidFill>
                  <a:schemeClr val="tx2"/>
                </a:solidFill>
                <a:latin typeface="+mj-lt"/>
              </a:defRPr>
            </a:lvl3pPr>
            <a:lvl4pPr marL="0" indent="0">
              <a:buFontTx/>
              <a:buNone/>
              <a:defRPr sz="3300" b="1">
                <a:solidFill>
                  <a:schemeClr val="tx2"/>
                </a:solidFill>
                <a:latin typeface="+mj-lt"/>
              </a:defRPr>
            </a:lvl4pPr>
            <a:lvl5pPr marL="0" indent="0">
              <a:buFontTx/>
              <a:buNone/>
              <a:defRPr sz="3300" b="1">
                <a:solidFill>
                  <a:schemeClr val="tx2"/>
                </a:solidFill>
                <a:latin typeface="+mj-lt"/>
              </a:defRPr>
            </a:lvl5pPr>
            <a:lvl6pPr marL="0" indent="0">
              <a:buFontTx/>
              <a:buNone/>
              <a:defRPr sz="3300" b="1">
                <a:solidFill>
                  <a:schemeClr val="tx2"/>
                </a:solidFill>
                <a:latin typeface="+mj-lt"/>
              </a:defRPr>
            </a:lvl6pPr>
            <a:lvl7pPr marL="0" indent="0">
              <a:buFontTx/>
              <a:buNone/>
              <a:defRPr sz="3300" b="1">
                <a:solidFill>
                  <a:schemeClr val="tx2"/>
                </a:solidFill>
                <a:latin typeface="+mj-lt"/>
              </a:defRPr>
            </a:lvl7pPr>
            <a:lvl8pPr marL="0" indent="0">
              <a:buFontTx/>
              <a:buNone/>
              <a:defRPr sz="3300" b="1">
                <a:solidFill>
                  <a:schemeClr val="tx2"/>
                </a:solidFill>
                <a:latin typeface="+mj-lt"/>
              </a:defRPr>
            </a:lvl8pPr>
            <a:lvl9pPr marL="0" indent="0">
              <a:buFontTx/>
              <a:buNone/>
              <a:defRPr sz="3300" b="1">
                <a:solidFill>
                  <a:schemeClr val="tx2"/>
                </a:solidFill>
                <a:latin typeface="+mj-lt"/>
              </a:defRPr>
            </a:lvl9pPr>
          </a:lstStyle>
          <a:p>
            <a:pPr lvl="0"/>
            <a:r>
              <a:rPr lang="en-US"/>
              <a:t>00</a:t>
            </a:r>
          </a:p>
        </p:txBody>
      </p:sp>
      <p:sp>
        <p:nvSpPr>
          <p:cNvPr id="30" name="Textplatzhalter 8"/>
          <p:cNvSpPr>
            <a:spLocks noGrp="1"/>
          </p:cNvSpPr>
          <p:nvPr>
            <p:ph type="body" sz="quarter" idx="34" hasCustomPrompt="1"/>
          </p:nvPr>
        </p:nvSpPr>
        <p:spPr bwMode="white">
          <a:xfrm>
            <a:off x="4689476" y="1059582"/>
            <a:ext cx="594000" cy="405000"/>
          </a:xfrm>
          <a:solidFill>
            <a:schemeClr val="bg2"/>
          </a:solidFill>
          <a:effectLst/>
        </p:spPr>
        <p:txBody>
          <a:bodyPr wrap="none" rIns="0" bIns="72000" anchor="ctr" anchorCtr="0"/>
          <a:lstStyle>
            <a:lvl1pPr marL="0" indent="0" algn="l">
              <a:buFontTx/>
              <a:buNone/>
              <a:defRPr sz="3300" b="1">
                <a:solidFill>
                  <a:schemeClr val="tx2"/>
                </a:solidFill>
                <a:latin typeface="+mj-lt"/>
              </a:defRPr>
            </a:lvl1pPr>
            <a:lvl2pPr marL="0" indent="0">
              <a:buFontTx/>
              <a:buNone/>
              <a:defRPr sz="3300" b="1">
                <a:solidFill>
                  <a:schemeClr val="tx2"/>
                </a:solidFill>
                <a:latin typeface="+mj-lt"/>
              </a:defRPr>
            </a:lvl2pPr>
            <a:lvl3pPr marL="0" indent="0">
              <a:buFontTx/>
              <a:buNone/>
              <a:defRPr sz="3300" b="1">
                <a:solidFill>
                  <a:schemeClr val="tx2"/>
                </a:solidFill>
                <a:latin typeface="+mj-lt"/>
              </a:defRPr>
            </a:lvl3pPr>
            <a:lvl4pPr marL="0" indent="0">
              <a:buFontTx/>
              <a:buNone/>
              <a:defRPr sz="3300" b="1">
                <a:solidFill>
                  <a:schemeClr val="tx2"/>
                </a:solidFill>
                <a:latin typeface="+mj-lt"/>
              </a:defRPr>
            </a:lvl4pPr>
            <a:lvl5pPr marL="0" indent="0">
              <a:buFontTx/>
              <a:buNone/>
              <a:defRPr sz="3300" b="1">
                <a:solidFill>
                  <a:schemeClr val="tx2"/>
                </a:solidFill>
                <a:latin typeface="+mj-lt"/>
              </a:defRPr>
            </a:lvl5pPr>
            <a:lvl6pPr marL="0" indent="0">
              <a:buFontTx/>
              <a:buNone/>
              <a:defRPr sz="3300" b="1">
                <a:solidFill>
                  <a:schemeClr val="tx2"/>
                </a:solidFill>
                <a:latin typeface="+mj-lt"/>
              </a:defRPr>
            </a:lvl6pPr>
            <a:lvl7pPr marL="0" indent="0">
              <a:buFontTx/>
              <a:buNone/>
              <a:defRPr sz="3300" b="1">
                <a:solidFill>
                  <a:schemeClr val="tx2"/>
                </a:solidFill>
                <a:latin typeface="+mj-lt"/>
              </a:defRPr>
            </a:lvl7pPr>
            <a:lvl8pPr marL="0" indent="0">
              <a:buFontTx/>
              <a:buNone/>
              <a:defRPr sz="3300" b="1">
                <a:solidFill>
                  <a:schemeClr val="tx2"/>
                </a:solidFill>
                <a:latin typeface="+mj-lt"/>
              </a:defRPr>
            </a:lvl8pPr>
            <a:lvl9pPr marL="0" indent="0">
              <a:buFontTx/>
              <a:buNone/>
              <a:defRPr sz="3300" b="1">
                <a:solidFill>
                  <a:schemeClr val="tx2"/>
                </a:solidFill>
                <a:latin typeface="+mj-lt"/>
              </a:defRPr>
            </a:lvl9pPr>
          </a:lstStyle>
          <a:p>
            <a:pPr lvl="0"/>
            <a:r>
              <a:rPr lang="en-US"/>
              <a:t>00</a:t>
            </a:r>
          </a:p>
        </p:txBody>
      </p:sp>
      <p:sp>
        <p:nvSpPr>
          <p:cNvPr id="34" name="Textplatzhalter 8"/>
          <p:cNvSpPr>
            <a:spLocks noGrp="1"/>
          </p:cNvSpPr>
          <p:nvPr>
            <p:ph type="body" sz="quarter" idx="38" hasCustomPrompt="1"/>
          </p:nvPr>
        </p:nvSpPr>
        <p:spPr bwMode="white">
          <a:xfrm>
            <a:off x="4689398" y="1897463"/>
            <a:ext cx="594000" cy="405000"/>
          </a:xfrm>
          <a:solidFill>
            <a:schemeClr val="bg2"/>
          </a:solidFill>
          <a:effectLst/>
        </p:spPr>
        <p:txBody>
          <a:bodyPr wrap="none" rIns="0" bIns="72000" anchor="ctr" anchorCtr="0"/>
          <a:lstStyle>
            <a:lvl1pPr marL="0" indent="0" algn="l">
              <a:buFontTx/>
              <a:buNone/>
              <a:defRPr sz="3300" b="1">
                <a:solidFill>
                  <a:schemeClr val="tx2"/>
                </a:solidFill>
                <a:latin typeface="+mj-lt"/>
              </a:defRPr>
            </a:lvl1pPr>
            <a:lvl2pPr marL="0" indent="0">
              <a:buFontTx/>
              <a:buNone/>
              <a:defRPr sz="3300" b="1">
                <a:solidFill>
                  <a:schemeClr val="tx2"/>
                </a:solidFill>
                <a:latin typeface="+mj-lt"/>
              </a:defRPr>
            </a:lvl2pPr>
            <a:lvl3pPr marL="0" indent="0">
              <a:buFontTx/>
              <a:buNone/>
              <a:defRPr sz="3300" b="1">
                <a:solidFill>
                  <a:schemeClr val="tx2"/>
                </a:solidFill>
                <a:latin typeface="+mj-lt"/>
              </a:defRPr>
            </a:lvl3pPr>
            <a:lvl4pPr marL="0" indent="0">
              <a:buFontTx/>
              <a:buNone/>
              <a:defRPr sz="3300" b="1">
                <a:solidFill>
                  <a:schemeClr val="tx2"/>
                </a:solidFill>
                <a:latin typeface="+mj-lt"/>
              </a:defRPr>
            </a:lvl4pPr>
            <a:lvl5pPr marL="0" indent="0">
              <a:buFontTx/>
              <a:buNone/>
              <a:defRPr sz="3300" b="1">
                <a:solidFill>
                  <a:schemeClr val="tx2"/>
                </a:solidFill>
                <a:latin typeface="+mj-lt"/>
              </a:defRPr>
            </a:lvl5pPr>
            <a:lvl6pPr marL="0" indent="0">
              <a:buFontTx/>
              <a:buNone/>
              <a:defRPr sz="3300" b="1">
                <a:solidFill>
                  <a:schemeClr val="tx2"/>
                </a:solidFill>
                <a:latin typeface="+mj-lt"/>
              </a:defRPr>
            </a:lvl6pPr>
            <a:lvl7pPr marL="0" indent="0">
              <a:buFontTx/>
              <a:buNone/>
              <a:defRPr sz="3300" b="1">
                <a:solidFill>
                  <a:schemeClr val="tx2"/>
                </a:solidFill>
                <a:latin typeface="+mj-lt"/>
              </a:defRPr>
            </a:lvl7pPr>
            <a:lvl8pPr marL="0" indent="0">
              <a:buFontTx/>
              <a:buNone/>
              <a:defRPr sz="3300" b="1">
                <a:solidFill>
                  <a:schemeClr val="tx2"/>
                </a:solidFill>
                <a:latin typeface="+mj-lt"/>
              </a:defRPr>
            </a:lvl8pPr>
            <a:lvl9pPr marL="0" indent="0">
              <a:buFontTx/>
              <a:buNone/>
              <a:defRPr sz="3300" b="1">
                <a:solidFill>
                  <a:schemeClr val="tx2"/>
                </a:solidFill>
                <a:latin typeface="+mj-lt"/>
              </a:defRPr>
            </a:lvl9pPr>
          </a:lstStyle>
          <a:p>
            <a:pPr lvl="0"/>
            <a:r>
              <a:rPr lang="en-US"/>
              <a:t>00</a:t>
            </a:r>
          </a:p>
        </p:txBody>
      </p:sp>
      <p:sp>
        <p:nvSpPr>
          <p:cNvPr id="35" name="Textplatzhalter 8"/>
          <p:cNvSpPr>
            <a:spLocks noGrp="1"/>
          </p:cNvSpPr>
          <p:nvPr>
            <p:ph type="body" sz="quarter" idx="39" hasCustomPrompt="1"/>
          </p:nvPr>
        </p:nvSpPr>
        <p:spPr bwMode="white">
          <a:xfrm>
            <a:off x="4689320" y="2734556"/>
            <a:ext cx="594000" cy="405000"/>
          </a:xfrm>
          <a:solidFill>
            <a:schemeClr val="bg2"/>
          </a:solidFill>
          <a:effectLst/>
        </p:spPr>
        <p:txBody>
          <a:bodyPr wrap="none" rIns="0" bIns="72000" anchor="ctr" anchorCtr="0"/>
          <a:lstStyle>
            <a:lvl1pPr marL="0" indent="0" algn="l">
              <a:buFontTx/>
              <a:buNone/>
              <a:defRPr sz="3300" b="1">
                <a:solidFill>
                  <a:schemeClr val="tx2"/>
                </a:solidFill>
                <a:latin typeface="+mj-lt"/>
              </a:defRPr>
            </a:lvl1pPr>
            <a:lvl2pPr marL="0" indent="0">
              <a:buFontTx/>
              <a:buNone/>
              <a:defRPr sz="3300" b="1">
                <a:solidFill>
                  <a:schemeClr val="tx2"/>
                </a:solidFill>
                <a:latin typeface="+mj-lt"/>
              </a:defRPr>
            </a:lvl2pPr>
            <a:lvl3pPr marL="0" indent="0">
              <a:buFontTx/>
              <a:buNone/>
              <a:defRPr sz="3300" b="1">
                <a:solidFill>
                  <a:schemeClr val="tx2"/>
                </a:solidFill>
                <a:latin typeface="+mj-lt"/>
              </a:defRPr>
            </a:lvl3pPr>
            <a:lvl4pPr marL="0" indent="0">
              <a:buFontTx/>
              <a:buNone/>
              <a:defRPr sz="3300" b="1">
                <a:solidFill>
                  <a:schemeClr val="tx2"/>
                </a:solidFill>
                <a:latin typeface="+mj-lt"/>
              </a:defRPr>
            </a:lvl4pPr>
            <a:lvl5pPr marL="0" indent="0">
              <a:buFontTx/>
              <a:buNone/>
              <a:defRPr sz="3300" b="1">
                <a:solidFill>
                  <a:schemeClr val="tx2"/>
                </a:solidFill>
                <a:latin typeface="+mj-lt"/>
              </a:defRPr>
            </a:lvl5pPr>
            <a:lvl6pPr marL="0" indent="0">
              <a:buFontTx/>
              <a:buNone/>
              <a:defRPr sz="3300" b="1">
                <a:solidFill>
                  <a:schemeClr val="tx2"/>
                </a:solidFill>
                <a:latin typeface="+mj-lt"/>
              </a:defRPr>
            </a:lvl6pPr>
            <a:lvl7pPr marL="0" indent="0">
              <a:buFontTx/>
              <a:buNone/>
              <a:defRPr sz="3300" b="1">
                <a:solidFill>
                  <a:schemeClr val="tx2"/>
                </a:solidFill>
                <a:latin typeface="+mj-lt"/>
              </a:defRPr>
            </a:lvl7pPr>
            <a:lvl8pPr marL="0" indent="0">
              <a:buFontTx/>
              <a:buNone/>
              <a:defRPr sz="3300" b="1">
                <a:solidFill>
                  <a:schemeClr val="tx2"/>
                </a:solidFill>
                <a:latin typeface="+mj-lt"/>
              </a:defRPr>
            </a:lvl8pPr>
            <a:lvl9pPr marL="0" indent="0">
              <a:buFontTx/>
              <a:buNone/>
              <a:defRPr sz="3300" b="1">
                <a:solidFill>
                  <a:schemeClr val="tx2"/>
                </a:solidFill>
                <a:latin typeface="+mj-lt"/>
              </a:defRPr>
            </a:lvl9pPr>
          </a:lstStyle>
          <a:p>
            <a:pPr lvl="0"/>
            <a:r>
              <a:rPr lang="en-US"/>
              <a:t>00</a:t>
            </a:r>
          </a:p>
        </p:txBody>
      </p:sp>
      <p:sp>
        <p:nvSpPr>
          <p:cNvPr id="36" name="Textplatzhalter 8"/>
          <p:cNvSpPr>
            <a:spLocks noGrp="1"/>
          </p:cNvSpPr>
          <p:nvPr>
            <p:ph type="body" sz="quarter" idx="40" hasCustomPrompt="1"/>
          </p:nvPr>
        </p:nvSpPr>
        <p:spPr bwMode="white">
          <a:xfrm>
            <a:off x="4689320" y="3571649"/>
            <a:ext cx="594000" cy="405000"/>
          </a:xfrm>
          <a:solidFill>
            <a:schemeClr val="bg2"/>
          </a:solidFill>
          <a:effectLst/>
        </p:spPr>
        <p:txBody>
          <a:bodyPr wrap="none" rIns="0" bIns="72000" anchor="ctr" anchorCtr="0"/>
          <a:lstStyle>
            <a:lvl1pPr marL="0" indent="0" algn="l">
              <a:buFontTx/>
              <a:buNone/>
              <a:defRPr sz="3300" b="1">
                <a:solidFill>
                  <a:schemeClr val="tx2"/>
                </a:solidFill>
                <a:latin typeface="+mj-lt"/>
              </a:defRPr>
            </a:lvl1pPr>
            <a:lvl2pPr marL="0" indent="0">
              <a:buFontTx/>
              <a:buNone/>
              <a:defRPr sz="3300" b="1">
                <a:solidFill>
                  <a:schemeClr val="tx2"/>
                </a:solidFill>
                <a:latin typeface="+mj-lt"/>
              </a:defRPr>
            </a:lvl2pPr>
            <a:lvl3pPr marL="0" indent="0">
              <a:buFontTx/>
              <a:buNone/>
              <a:defRPr sz="3300" b="1">
                <a:solidFill>
                  <a:schemeClr val="tx2"/>
                </a:solidFill>
                <a:latin typeface="+mj-lt"/>
              </a:defRPr>
            </a:lvl3pPr>
            <a:lvl4pPr marL="0" indent="0">
              <a:buFontTx/>
              <a:buNone/>
              <a:defRPr sz="3300" b="1">
                <a:solidFill>
                  <a:schemeClr val="tx2"/>
                </a:solidFill>
                <a:latin typeface="+mj-lt"/>
              </a:defRPr>
            </a:lvl4pPr>
            <a:lvl5pPr marL="0" indent="0">
              <a:buFontTx/>
              <a:buNone/>
              <a:defRPr sz="3300" b="1">
                <a:solidFill>
                  <a:schemeClr val="tx2"/>
                </a:solidFill>
                <a:latin typeface="+mj-lt"/>
              </a:defRPr>
            </a:lvl5pPr>
            <a:lvl6pPr marL="0" indent="0">
              <a:buFontTx/>
              <a:buNone/>
              <a:defRPr sz="3300" b="1">
                <a:solidFill>
                  <a:schemeClr val="tx2"/>
                </a:solidFill>
                <a:latin typeface="+mj-lt"/>
              </a:defRPr>
            </a:lvl6pPr>
            <a:lvl7pPr marL="0" indent="0">
              <a:buFontTx/>
              <a:buNone/>
              <a:defRPr sz="3300" b="1">
                <a:solidFill>
                  <a:schemeClr val="tx2"/>
                </a:solidFill>
                <a:latin typeface="+mj-lt"/>
              </a:defRPr>
            </a:lvl7pPr>
            <a:lvl8pPr marL="0" indent="0">
              <a:buFontTx/>
              <a:buNone/>
              <a:defRPr sz="3300" b="1">
                <a:solidFill>
                  <a:schemeClr val="tx2"/>
                </a:solidFill>
                <a:latin typeface="+mj-lt"/>
              </a:defRPr>
            </a:lvl8pPr>
            <a:lvl9pPr marL="0" indent="0">
              <a:buFontTx/>
              <a:buNone/>
              <a:defRPr sz="3300" b="1">
                <a:solidFill>
                  <a:schemeClr val="tx2"/>
                </a:solidFill>
                <a:latin typeface="+mj-lt"/>
              </a:defRPr>
            </a:lvl9pPr>
          </a:lstStyle>
          <a:p>
            <a:pPr lvl="0"/>
            <a:r>
              <a:rPr lang="en-US"/>
              <a:t>00</a:t>
            </a:r>
          </a:p>
        </p:txBody>
      </p:sp>
      <p:sp>
        <p:nvSpPr>
          <p:cNvPr id="2" name="Textplatzhalter 8"/>
          <p:cNvSpPr>
            <a:spLocks noGrp="1"/>
          </p:cNvSpPr>
          <p:nvPr>
            <p:ph type="body" sz="quarter" idx="41" hasCustomPrompt="1"/>
          </p:nvPr>
        </p:nvSpPr>
        <p:spPr bwMode="gray">
          <a:xfrm>
            <a:off x="1114286" y="1896986"/>
            <a:ext cx="3348000" cy="648000"/>
          </a:xfrm>
        </p:spPr>
        <p:txBody>
          <a:bodyPr/>
          <a:lstStyle>
            <a:lvl1pPr marL="0" indent="0">
              <a:spcAft>
                <a:spcPts val="0"/>
              </a:spcAft>
              <a:buFontTx/>
              <a:buNone/>
              <a:defRPr sz="1200" b="1">
                <a:solidFill>
                  <a:schemeClr val="bg1"/>
                </a:solidFill>
              </a:defRPr>
            </a:lvl1pPr>
            <a:lvl2pPr marL="0" indent="0">
              <a:spcAft>
                <a:spcPts val="0"/>
              </a:spcAft>
              <a:buFontTx/>
              <a:buNone/>
              <a:defRPr sz="1200">
                <a:solidFill>
                  <a:schemeClr val="bg1"/>
                </a:solidFill>
              </a:defRPr>
            </a:lvl2pPr>
            <a:lvl3pPr marL="0" indent="0">
              <a:spcAft>
                <a:spcPts val="0"/>
              </a:spcAft>
              <a:buFontTx/>
              <a:buNone/>
              <a:defRPr sz="1200">
                <a:solidFill>
                  <a:schemeClr val="bg1"/>
                </a:solidFill>
              </a:defRPr>
            </a:lvl3pPr>
            <a:lvl4pPr marL="0" indent="0">
              <a:spcAft>
                <a:spcPts val="0"/>
              </a:spcAft>
              <a:buFontTx/>
              <a:buNone/>
              <a:defRPr sz="1200">
                <a:solidFill>
                  <a:schemeClr val="bg1"/>
                </a:solidFill>
              </a:defRPr>
            </a:lvl4pPr>
            <a:lvl5pPr marL="0" indent="0">
              <a:spcAft>
                <a:spcPts val="0"/>
              </a:spcAft>
              <a:buFontTx/>
              <a:buNone/>
              <a:defRPr sz="1200">
                <a:solidFill>
                  <a:schemeClr val="bg1"/>
                </a:solidFill>
              </a:defRPr>
            </a:lvl5pPr>
            <a:lvl6pPr marL="0" indent="0">
              <a:spcAft>
                <a:spcPts val="0"/>
              </a:spcAft>
              <a:buFontTx/>
              <a:buNone/>
              <a:defRPr sz="1200">
                <a:solidFill>
                  <a:schemeClr val="bg1"/>
                </a:solidFill>
              </a:defRPr>
            </a:lvl6pPr>
            <a:lvl7pPr marL="0" indent="0">
              <a:spcAft>
                <a:spcPts val="0"/>
              </a:spcAft>
              <a:buFontTx/>
              <a:buNone/>
              <a:defRPr sz="1200">
                <a:solidFill>
                  <a:schemeClr val="bg1"/>
                </a:solidFill>
              </a:defRPr>
            </a:lvl7pPr>
            <a:lvl8pPr marL="0" indent="0">
              <a:spcAft>
                <a:spcPts val="0"/>
              </a:spcAft>
              <a:buFontTx/>
              <a:buNone/>
              <a:defRPr sz="1200">
                <a:solidFill>
                  <a:schemeClr val="bg1"/>
                </a:solidFill>
              </a:defRPr>
            </a:lvl8pPr>
            <a:lvl9pPr marL="0" indent="0">
              <a:spcAft>
                <a:spcPts val="0"/>
              </a:spcAft>
              <a:buFontTx/>
              <a:buNone/>
              <a:defRPr sz="1200">
                <a:solidFill>
                  <a:schemeClr val="bg1"/>
                </a:solidFill>
              </a:defRPr>
            </a:lvl9pPr>
          </a:lstStyle>
          <a:p>
            <a:pPr lvl="0"/>
            <a:r>
              <a:rPr lang="en-US"/>
              <a:t>First level</a:t>
            </a:r>
          </a:p>
          <a:p>
            <a:pPr lvl="1"/>
            <a:r>
              <a:rPr lang="en-US"/>
              <a:t>Second level</a:t>
            </a:r>
          </a:p>
        </p:txBody>
      </p:sp>
      <p:sp>
        <p:nvSpPr>
          <p:cNvPr id="3" name="Textplatzhalter 8"/>
          <p:cNvSpPr>
            <a:spLocks noGrp="1"/>
          </p:cNvSpPr>
          <p:nvPr>
            <p:ph type="body" sz="quarter" idx="42" hasCustomPrompt="1"/>
          </p:nvPr>
        </p:nvSpPr>
        <p:spPr bwMode="gray">
          <a:xfrm>
            <a:off x="1114286" y="2733959"/>
            <a:ext cx="3348000" cy="648000"/>
          </a:xfrm>
        </p:spPr>
        <p:txBody>
          <a:bodyPr/>
          <a:lstStyle>
            <a:lvl1pPr marL="0" indent="0">
              <a:spcAft>
                <a:spcPts val="0"/>
              </a:spcAft>
              <a:buFontTx/>
              <a:buNone/>
              <a:defRPr sz="1200" b="1">
                <a:solidFill>
                  <a:schemeClr val="bg1"/>
                </a:solidFill>
              </a:defRPr>
            </a:lvl1pPr>
            <a:lvl2pPr marL="0" indent="0">
              <a:spcAft>
                <a:spcPts val="0"/>
              </a:spcAft>
              <a:buFontTx/>
              <a:buNone/>
              <a:defRPr sz="1200">
                <a:solidFill>
                  <a:schemeClr val="bg1"/>
                </a:solidFill>
              </a:defRPr>
            </a:lvl2pPr>
            <a:lvl3pPr marL="0" indent="0">
              <a:spcAft>
                <a:spcPts val="0"/>
              </a:spcAft>
              <a:buFontTx/>
              <a:buNone/>
              <a:defRPr sz="1200">
                <a:solidFill>
                  <a:schemeClr val="bg1"/>
                </a:solidFill>
              </a:defRPr>
            </a:lvl3pPr>
            <a:lvl4pPr marL="0" indent="0">
              <a:spcAft>
                <a:spcPts val="0"/>
              </a:spcAft>
              <a:buFontTx/>
              <a:buNone/>
              <a:defRPr sz="1200">
                <a:solidFill>
                  <a:schemeClr val="bg1"/>
                </a:solidFill>
              </a:defRPr>
            </a:lvl4pPr>
            <a:lvl5pPr marL="0" indent="0">
              <a:spcAft>
                <a:spcPts val="0"/>
              </a:spcAft>
              <a:buFontTx/>
              <a:buNone/>
              <a:defRPr sz="1200">
                <a:solidFill>
                  <a:schemeClr val="bg1"/>
                </a:solidFill>
              </a:defRPr>
            </a:lvl5pPr>
            <a:lvl6pPr marL="0" indent="0">
              <a:spcAft>
                <a:spcPts val="0"/>
              </a:spcAft>
              <a:buFontTx/>
              <a:buNone/>
              <a:defRPr sz="1200">
                <a:solidFill>
                  <a:schemeClr val="bg1"/>
                </a:solidFill>
              </a:defRPr>
            </a:lvl6pPr>
            <a:lvl7pPr marL="0" indent="0">
              <a:spcAft>
                <a:spcPts val="0"/>
              </a:spcAft>
              <a:buFontTx/>
              <a:buNone/>
              <a:defRPr sz="1200">
                <a:solidFill>
                  <a:schemeClr val="bg1"/>
                </a:solidFill>
              </a:defRPr>
            </a:lvl7pPr>
            <a:lvl8pPr marL="0" indent="0">
              <a:spcAft>
                <a:spcPts val="0"/>
              </a:spcAft>
              <a:buFontTx/>
              <a:buNone/>
              <a:defRPr sz="1200">
                <a:solidFill>
                  <a:schemeClr val="bg1"/>
                </a:solidFill>
              </a:defRPr>
            </a:lvl8pPr>
            <a:lvl9pPr marL="0" indent="0">
              <a:spcAft>
                <a:spcPts val="0"/>
              </a:spcAft>
              <a:buFontTx/>
              <a:buNone/>
              <a:defRPr sz="1200">
                <a:solidFill>
                  <a:schemeClr val="bg1"/>
                </a:solidFill>
              </a:defRPr>
            </a:lvl9pPr>
          </a:lstStyle>
          <a:p>
            <a:pPr lvl="0"/>
            <a:r>
              <a:rPr lang="en-US"/>
              <a:t>First level</a:t>
            </a:r>
          </a:p>
          <a:p>
            <a:pPr lvl="1"/>
            <a:r>
              <a:rPr lang="en-US"/>
              <a:t>Second level</a:t>
            </a:r>
          </a:p>
        </p:txBody>
      </p:sp>
      <p:sp>
        <p:nvSpPr>
          <p:cNvPr id="8" name="Textplatzhalter 8"/>
          <p:cNvSpPr>
            <a:spLocks noGrp="1"/>
          </p:cNvSpPr>
          <p:nvPr>
            <p:ph type="body" sz="quarter" idx="43" hasCustomPrompt="1"/>
          </p:nvPr>
        </p:nvSpPr>
        <p:spPr bwMode="gray">
          <a:xfrm>
            <a:off x="1114286" y="3570933"/>
            <a:ext cx="3348000" cy="648000"/>
          </a:xfrm>
        </p:spPr>
        <p:txBody>
          <a:bodyPr/>
          <a:lstStyle>
            <a:lvl1pPr marL="0" indent="0">
              <a:spcAft>
                <a:spcPts val="0"/>
              </a:spcAft>
              <a:buFontTx/>
              <a:buNone/>
              <a:defRPr sz="1200" b="1">
                <a:solidFill>
                  <a:schemeClr val="bg1"/>
                </a:solidFill>
              </a:defRPr>
            </a:lvl1pPr>
            <a:lvl2pPr marL="0" indent="0">
              <a:spcAft>
                <a:spcPts val="0"/>
              </a:spcAft>
              <a:buFontTx/>
              <a:buNone/>
              <a:defRPr sz="1200">
                <a:solidFill>
                  <a:schemeClr val="bg1"/>
                </a:solidFill>
              </a:defRPr>
            </a:lvl2pPr>
            <a:lvl3pPr marL="0" indent="0">
              <a:spcAft>
                <a:spcPts val="0"/>
              </a:spcAft>
              <a:buFontTx/>
              <a:buNone/>
              <a:defRPr sz="1200">
                <a:solidFill>
                  <a:schemeClr val="bg1"/>
                </a:solidFill>
              </a:defRPr>
            </a:lvl3pPr>
            <a:lvl4pPr marL="0" indent="0">
              <a:spcAft>
                <a:spcPts val="0"/>
              </a:spcAft>
              <a:buFontTx/>
              <a:buNone/>
              <a:defRPr sz="1200">
                <a:solidFill>
                  <a:schemeClr val="bg1"/>
                </a:solidFill>
              </a:defRPr>
            </a:lvl4pPr>
            <a:lvl5pPr marL="0" indent="0">
              <a:spcAft>
                <a:spcPts val="0"/>
              </a:spcAft>
              <a:buFontTx/>
              <a:buNone/>
              <a:defRPr sz="1200">
                <a:solidFill>
                  <a:schemeClr val="bg1"/>
                </a:solidFill>
              </a:defRPr>
            </a:lvl5pPr>
            <a:lvl6pPr marL="0" indent="0">
              <a:spcAft>
                <a:spcPts val="0"/>
              </a:spcAft>
              <a:buFontTx/>
              <a:buNone/>
              <a:defRPr sz="1200">
                <a:solidFill>
                  <a:schemeClr val="bg1"/>
                </a:solidFill>
              </a:defRPr>
            </a:lvl6pPr>
            <a:lvl7pPr marL="0" indent="0">
              <a:spcAft>
                <a:spcPts val="0"/>
              </a:spcAft>
              <a:buFontTx/>
              <a:buNone/>
              <a:defRPr sz="1200">
                <a:solidFill>
                  <a:schemeClr val="bg1"/>
                </a:solidFill>
              </a:defRPr>
            </a:lvl7pPr>
            <a:lvl8pPr marL="0" indent="0">
              <a:spcAft>
                <a:spcPts val="0"/>
              </a:spcAft>
              <a:buFontTx/>
              <a:buNone/>
              <a:defRPr sz="1200">
                <a:solidFill>
                  <a:schemeClr val="bg1"/>
                </a:solidFill>
              </a:defRPr>
            </a:lvl8pPr>
            <a:lvl9pPr marL="0" indent="0">
              <a:spcAft>
                <a:spcPts val="0"/>
              </a:spcAft>
              <a:buFontTx/>
              <a:buNone/>
              <a:defRPr sz="1200">
                <a:solidFill>
                  <a:schemeClr val="bg1"/>
                </a:solidFill>
              </a:defRPr>
            </a:lvl9pPr>
          </a:lstStyle>
          <a:p>
            <a:pPr lvl="0"/>
            <a:r>
              <a:rPr lang="en-US"/>
              <a:t>First level</a:t>
            </a:r>
          </a:p>
          <a:p>
            <a:pPr lvl="1"/>
            <a:r>
              <a:rPr lang="en-US"/>
              <a:t>Second level</a:t>
            </a:r>
          </a:p>
        </p:txBody>
      </p:sp>
      <p:sp>
        <p:nvSpPr>
          <p:cNvPr id="10" name="Textplatzhalter 8"/>
          <p:cNvSpPr>
            <a:spLocks noGrp="1"/>
          </p:cNvSpPr>
          <p:nvPr>
            <p:ph type="body" sz="quarter" idx="44" hasCustomPrompt="1"/>
          </p:nvPr>
        </p:nvSpPr>
        <p:spPr bwMode="gray">
          <a:xfrm>
            <a:off x="5436468" y="1059582"/>
            <a:ext cx="3348000" cy="648000"/>
          </a:xfrm>
        </p:spPr>
        <p:txBody>
          <a:bodyPr/>
          <a:lstStyle>
            <a:lvl1pPr marL="0" indent="0">
              <a:spcAft>
                <a:spcPts val="0"/>
              </a:spcAft>
              <a:buFontTx/>
              <a:buNone/>
              <a:defRPr sz="1200" b="1">
                <a:solidFill>
                  <a:schemeClr val="bg1"/>
                </a:solidFill>
              </a:defRPr>
            </a:lvl1pPr>
            <a:lvl2pPr marL="0" indent="0">
              <a:spcAft>
                <a:spcPts val="0"/>
              </a:spcAft>
              <a:buFontTx/>
              <a:buNone/>
              <a:defRPr sz="1200">
                <a:solidFill>
                  <a:schemeClr val="bg1"/>
                </a:solidFill>
              </a:defRPr>
            </a:lvl2pPr>
            <a:lvl3pPr marL="0" indent="0">
              <a:spcAft>
                <a:spcPts val="0"/>
              </a:spcAft>
              <a:buFontTx/>
              <a:buNone/>
              <a:defRPr sz="1200">
                <a:solidFill>
                  <a:schemeClr val="bg1"/>
                </a:solidFill>
              </a:defRPr>
            </a:lvl3pPr>
            <a:lvl4pPr marL="0" indent="0">
              <a:spcAft>
                <a:spcPts val="0"/>
              </a:spcAft>
              <a:buFontTx/>
              <a:buNone/>
              <a:defRPr sz="1200">
                <a:solidFill>
                  <a:schemeClr val="bg1"/>
                </a:solidFill>
              </a:defRPr>
            </a:lvl4pPr>
            <a:lvl5pPr marL="0" indent="0">
              <a:spcAft>
                <a:spcPts val="0"/>
              </a:spcAft>
              <a:buFontTx/>
              <a:buNone/>
              <a:defRPr sz="1200">
                <a:solidFill>
                  <a:schemeClr val="bg1"/>
                </a:solidFill>
              </a:defRPr>
            </a:lvl5pPr>
            <a:lvl6pPr marL="0" indent="0">
              <a:spcAft>
                <a:spcPts val="0"/>
              </a:spcAft>
              <a:buFontTx/>
              <a:buNone/>
              <a:defRPr sz="1200">
                <a:solidFill>
                  <a:schemeClr val="bg1"/>
                </a:solidFill>
              </a:defRPr>
            </a:lvl6pPr>
            <a:lvl7pPr marL="0" indent="0">
              <a:spcAft>
                <a:spcPts val="0"/>
              </a:spcAft>
              <a:buFontTx/>
              <a:buNone/>
              <a:defRPr sz="1200">
                <a:solidFill>
                  <a:schemeClr val="bg1"/>
                </a:solidFill>
              </a:defRPr>
            </a:lvl7pPr>
            <a:lvl8pPr marL="0" indent="0">
              <a:spcAft>
                <a:spcPts val="0"/>
              </a:spcAft>
              <a:buFontTx/>
              <a:buNone/>
              <a:defRPr sz="1200">
                <a:solidFill>
                  <a:schemeClr val="bg1"/>
                </a:solidFill>
              </a:defRPr>
            </a:lvl8pPr>
            <a:lvl9pPr marL="0" indent="0">
              <a:spcAft>
                <a:spcPts val="0"/>
              </a:spcAft>
              <a:buFontTx/>
              <a:buNone/>
              <a:defRPr sz="1200">
                <a:solidFill>
                  <a:schemeClr val="bg1"/>
                </a:solidFill>
              </a:defRPr>
            </a:lvl9pPr>
          </a:lstStyle>
          <a:p>
            <a:pPr lvl="0"/>
            <a:r>
              <a:rPr lang="en-US"/>
              <a:t>First level</a:t>
            </a:r>
          </a:p>
          <a:p>
            <a:pPr lvl="1"/>
            <a:r>
              <a:rPr lang="en-US"/>
              <a:t>Second level</a:t>
            </a:r>
          </a:p>
        </p:txBody>
      </p:sp>
      <p:sp>
        <p:nvSpPr>
          <p:cNvPr id="12" name="Textplatzhalter 8"/>
          <p:cNvSpPr>
            <a:spLocks noGrp="1"/>
          </p:cNvSpPr>
          <p:nvPr>
            <p:ph type="body" sz="quarter" idx="45" hasCustomPrompt="1"/>
          </p:nvPr>
        </p:nvSpPr>
        <p:spPr bwMode="gray">
          <a:xfrm>
            <a:off x="5436468" y="1896986"/>
            <a:ext cx="3348000" cy="648000"/>
          </a:xfrm>
        </p:spPr>
        <p:txBody>
          <a:bodyPr/>
          <a:lstStyle>
            <a:lvl1pPr marL="0" indent="0">
              <a:spcAft>
                <a:spcPts val="0"/>
              </a:spcAft>
              <a:buFontTx/>
              <a:buNone/>
              <a:defRPr sz="1200" b="1">
                <a:solidFill>
                  <a:schemeClr val="bg1"/>
                </a:solidFill>
              </a:defRPr>
            </a:lvl1pPr>
            <a:lvl2pPr marL="0" indent="0">
              <a:spcAft>
                <a:spcPts val="0"/>
              </a:spcAft>
              <a:buFontTx/>
              <a:buNone/>
              <a:defRPr sz="1200">
                <a:solidFill>
                  <a:schemeClr val="bg1"/>
                </a:solidFill>
              </a:defRPr>
            </a:lvl2pPr>
            <a:lvl3pPr marL="0" indent="0">
              <a:spcAft>
                <a:spcPts val="0"/>
              </a:spcAft>
              <a:buFontTx/>
              <a:buNone/>
              <a:defRPr sz="1200">
                <a:solidFill>
                  <a:schemeClr val="bg1"/>
                </a:solidFill>
              </a:defRPr>
            </a:lvl3pPr>
            <a:lvl4pPr marL="0" indent="0">
              <a:spcAft>
                <a:spcPts val="0"/>
              </a:spcAft>
              <a:buFontTx/>
              <a:buNone/>
              <a:defRPr sz="1200">
                <a:solidFill>
                  <a:schemeClr val="bg1"/>
                </a:solidFill>
              </a:defRPr>
            </a:lvl4pPr>
            <a:lvl5pPr marL="0" indent="0">
              <a:spcAft>
                <a:spcPts val="0"/>
              </a:spcAft>
              <a:buFontTx/>
              <a:buNone/>
              <a:defRPr sz="1200">
                <a:solidFill>
                  <a:schemeClr val="bg1"/>
                </a:solidFill>
              </a:defRPr>
            </a:lvl5pPr>
            <a:lvl6pPr marL="0" indent="0">
              <a:spcAft>
                <a:spcPts val="0"/>
              </a:spcAft>
              <a:buFontTx/>
              <a:buNone/>
              <a:defRPr sz="1200">
                <a:solidFill>
                  <a:schemeClr val="bg1"/>
                </a:solidFill>
              </a:defRPr>
            </a:lvl6pPr>
            <a:lvl7pPr marL="0" indent="0">
              <a:spcAft>
                <a:spcPts val="0"/>
              </a:spcAft>
              <a:buFontTx/>
              <a:buNone/>
              <a:defRPr sz="1200">
                <a:solidFill>
                  <a:schemeClr val="bg1"/>
                </a:solidFill>
              </a:defRPr>
            </a:lvl7pPr>
            <a:lvl8pPr marL="0" indent="0">
              <a:spcAft>
                <a:spcPts val="0"/>
              </a:spcAft>
              <a:buFontTx/>
              <a:buNone/>
              <a:defRPr sz="1200">
                <a:solidFill>
                  <a:schemeClr val="bg1"/>
                </a:solidFill>
              </a:defRPr>
            </a:lvl8pPr>
            <a:lvl9pPr marL="0" indent="0">
              <a:spcAft>
                <a:spcPts val="0"/>
              </a:spcAft>
              <a:buFontTx/>
              <a:buNone/>
              <a:defRPr sz="1200">
                <a:solidFill>
                  <a:schemeClr val="bg1"/>
                </a:solidFill>
              </a:defRPr>
            </a:lvl9pPr>
          </a:lstStyle>
          <a:p>
            <a:pPr lvl="0"/>
            <a:r>
              <a:rPr lang="en-US"/>
              <a:t>First level</a:t>
            </a:r>
          </a:p>
          <a:p>
            <a:pPr lvl="1"/>
            <a:r>
              <a:rPr lang="en-US"/>
              <a:t>Second level</a:t>
            </a:r>
          </a:p>
        </p:txBody>
      </p:sp>
      <p:sp>
        <p:nvSpPr>
          <p:cNvPr id="13" name="Textplatzhalter 8"/>
          <p:cNvSpPr>
            <a:spLocks noGrp="1"/>
          </p:cNvSpPr>
          <p:nvPr>
            <p:ph type="body" sz="quarter" idx="46" hasCustomPrompt="1"/>
          </p:nvPr>
        </p:nvSpPr>
        <p:spPr bwMode="gray">
          <a:xfrm>
            <a:off x="5436468" y="2733959"/>
            <a:ext cx="3348000" cy="648000"/>
          </a:xfrm>
        </p:spPr>
        <p:txBody>
          <a:bodyPr/>
          <a:lstStyle>
            <a:lvl1pPr marL="0" indent="0">
              <a:spcAft>
                <a:spcPts val="0"/>
              </a:spcAft>
              <a:buFontTx/>
              <a:buNone/>
              <a:defRPr sz="1200" b="1">
                <a:solidFill>
                  <a:schemeClr val="bg1"/>
                </a:solidFill>
              </a:defRPr>
            </a:lvl1pPr>
            <a:lvl2pPr marL="0" indent="0">
              <a:spcAft>
                <a:spcPts val="0"/>
              </a:spcAft>
              <a:buFontTx/>
              <a:buNone/>
              <a:defRPr sz="1200">
                <a:solidFill>
                  <a:schemeClr val="bg1"/>
                </a:solidFill>
              </a:defRPr>
            </a:lvl2pPr>
            <a:lvl3pPr marL="0" indent="0">
              <a:spcAft>
                <a:spcPts val="0"/>
              </a:spcAft>
              <a:buFontTx/>
              <a:buNone/>
              <a:defRPr sz="1200">
                <a:solidFill>
                  <a:schemeClr val="bg1"/>
                </a:solidFill>
              </a:defRPr>
            </a:lvl3pPr>
            <a:lvl4pPr marL="0" indent="0">
              <a:spcAft>
                <a:spcPts val="0"/>
              </a:spcAft>
              <a:buFontTx/>
              <a:buNone/>
              <a:defRPr sz="1200">
                <a:solidFill>
                  <a:schemeClr val="bg1"/>
                </a:solidFill>
              </a:defRPr>
            </a:lvl4pPr>
            <a:lvl5pPr marL="0" indent="0">
              <a:spcAft>
                <a:spcPts val="0"/>
              </a:spcAft>
              <a:buFontTx/>
              <a:buNone/>
              <a:defRPr sz="1200">
                <a:solidFill>
                  <a:schemeClr val="bg1"/>
                </a:solidFill>
              </a:defRPr>
            </a:lvl5pPr>
            <a:lvl6pPr marL="0" indent="0">
              <a:spcAft>
                <a:spcPts val="0"/>
              </a:spcAft>
              <a:buFontTx/>
              <a:buNone/>
              <a:defRPr sz="1200">
                <a:solidFill>
                  <a:schemeClr val="bg1"/>
                </a:solidFill>
              </a:defRPr>
            </a:lvl6pPr>
            <a:lvl7pPr marL="0" indent="0">
              <a:spcAft>
                <a:spcPts val="0"/>
              </a:spcAft>
              <a:buFontTx/>
              <a:buNone/>
              <a:defRPr sz="1200">
                <a:solidFill>
                  <a:schemeClr val="bg1"/>
                </a:solidFill>
              </a:defRPr>
            </a:lvl7pPr>
            <a:lvl8pPr marL="0" indent="0">
              <a:spcAft>
                <a:spcPts val="0"/>
              </a:spcAft>
              <a:buFontTx/>
              <a:buNone/>
              <a:defRPr sz="1200">
                <a:solidFill>
                  <a:schemeClr val="bg1"/>
                </a:solidFill>
              </a:defRPr>
            </a:lvl8pPr>
            <a:lvl9pPr marL="0" indent="0">
              <a:spcAft>
                <a:spcPts val="0"/>
              </a:spcAft>
              <a:buFontTx/>
              <a:buNone/>
              <a:defRPr sz="1200">
                <a:solidFill>
                  <a:schemeClr val="bg1"/>
                </a:solidFill>
              </a:defRPr>
            </a:lvl9pPr>
          </a:lstStyle>
          <a:p>
            <a:pPr lvl="0"/>
            <a:r>
              <a:rPr lang="en-US"/>
              <a:t>First level</a:t>
            </a:r>
          </a:p>
          <a:p>
            <a:pPr lvl="1"/>
            <a:r>
              <a:rPr lang="en-US"/>
              <a:t>Second level</a:t>
            </a:r>
          </a:p>
        </p:txBody>
      </p:sp>
      <p:sp>
        <p:nvSpPr>
          <p:cNvPr id="14" name="Textplatzhalter 8"/>
          <p:cNvSpPr>
            <a:spLocks noGrp="1"/>
          </p:cNvSpPr>
          <p:nvPr>
            <p:ph type="body" sz="quarter" idx="47" hasCustomPrompt="1"/>
          </p:nvPr>
        </p:nvSpPr>
        <p:spPr bwMode="gray">
          <a:xfrm>
            <a:off x="5436468" y="3570933"/>
            <a:ext cx="3348000" cy="648000"/>
          </a:xfrm>
        </p:spPr>
        <p:txBody>
          <a:bodyPr/>
          <a:lstStyle>
            <a:lvl1pPr marL="0" indent="0">
              <a:spcAft>
                <a:spcPts val="0"/>
              </a:spcAft>
              <a:buFontTx/>
              <a:buNone/>
              <a:defRPr sz="1200" b="1">
                <a:solidFill>
                  <a:schemeClr val="bg1"/>
                </a:solidFill>
              </a:defRPr>
            </a:lvl1pPr>
            <a:lvl2pPr marL="0" indent="0">
              <a:spcAft>
                <a:spcPts val="0"/>
              </a:spcAft>
              <a:buFontTx/>
              <a:buNone/>
              <a:defRPr sz="1200">
                <a:solidFill>
                  <a:schemeClr val="bg1"/>
                </a:solidFill>
              </a:defRPr>
            </a:lvl2pPr>
            <a:lvl3pPr marL="0" indent="0">
              <a:spcAft>
                <a:spcPts val="0"/>
              </a:spcAft>
              <a:buFontTx/>
              <a:buNone/>
              <a:defRPr sz="1200">
                <a:solidFill>
                  <a:schemeClr val="bg1"/>
                </a:solidFill>
              </a:defRPr>
            </a:lvl3pPr>
            <a:lvl4pPr marL="0" indent="0">
              <a:spcAft>
                <a:spcPts val="0"/>
              </a:spcAft>
              <a:buFontTx/>
              <a:buNone/>
              <a:defRPr sz="1200">
                <a:solidFill>
                  <a:schemeClr val="bg1"/>
                </a:solidFill>
              </a:defRPr>
            </a:lvl4pPr>
            <a:lvl5pPr marL="0" indent="0">
              <a:spcAft>
                <a:spcPts val="0"/>
              </a:spcAft>
              <a:buFontTx/>
              <a:buNone/>
              <a:defRPr sz="1200">
                <a:solidFill>
                  <a:schemeClr val="bg1"/>
                </a:solidFill>
              </a:defRPr>
            </a:lvl5pPr>
            <a:lvl6pPr marL="0" indent="0">
              <a:spcAft>
                <a:spcPts val="0"/>
              </a:spcAft>
              <a:buFontTx/>
              <a:buNone/>
              <a:defRPr sz="1200">
                <a:solidFill>
                  <a:schemeClr val="bg1"/>
                </a:solidFill>
              </a:defRPr>
            </a:lvl6pPr>
            <a:lvl7pPr marL="0" indent="0">
              <a:spcAft>
                <a:spcPts val="0"/>
              </a:spcAft>
              <a:buFontTx/>
              <a:buNone/>
              <a:defRPr sz="1200">
                <a:solidFill>
                  <a:schemeClr val="bg1"/>
                </a:solidFill>
              </a:defRPr>
            </a:lvl7pPr>
            <a:lvl8pPr marL="0" indent="0">
              <a:spcAft>
                <a:spcPts val="0"/>
              </a:spcAft>
              <a:buFontTx/>
              <a:buNone/>
              <a:defRPr sz="1200">
                <a:solidFill>
                  <a:schemeClr val="bg1"/>
                </a:solidFill>
              </a:defRPr>
            </a:lvl8pPr>
            <a:lvl9pPr marL="0" indent="0">
              <a:spcAft>
                <a:spcPts val="0"/>
              </a:spcAft>
              <a:buFontTx/>
              <a:buNone/>
              <a:defRPr sz="1200">
                <a:solidFill>
                  <a:schemeClr val="bg1"/>
                </a:solidFill>
              </a:defRPr>
            </a:lvl9pPr>
          </a:lstStyle>
          <a:p>
            <a:pPr lvl="0"/>
            <a:r>
              <a:rPr lang="en-US"/>
              <a:t>First level</a:t>
            </a:r>
          </a:p>
          <a:p>
            <a:pPr lvl="1"/>
            <a:r>
              <a:rPr lang="en-US"/>
              <a:t>Second level</a:t>
            </a:r>
          </a:p>
        </p:txBody>
      </p:sp>
      <p:pic>
        <p:nvPicPr>
          <p:cNvPr id="4" name="Grafik 3"/>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359568" y="4623752"/>
            <a:ext cx="926100" cy="279545"/>
          </a:xfrm>
          <a:prstGeom prst="rect">
            <a:avLst/>
          </a:prstGeom>
        </p:spPr>
      </p:pic>
    </p:spTree>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Chapter divider (1)">
    <p:bg>
      <p:bgPr>
        <a:solidFill>
          <a:schemeClr val="tx2"/>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a:xfrm>
            <a:off x="359568" y="1059657"/>
            <a:ext cx="5724526" cy="1349896"/>
          </a:xfrm>
        </p:spPr>
        <p:txBody>
          <a:bodyPr anchor="b"/>
          <a:lstStyle>
            <a:lvl1pPr>
              <a:defRPr sz="3000">
                <a:solidFill>
                  <a:schemeClr val="bg2"/>
                </a:solidFill>
              </a:defRPr>
            </a:lvl1pPr>
          </a:lstStyle>
          <a:p>
            <a:r>
              <a:rPr lang="en-US"/>
              <a:t>Name of the current chapter</a:t>
            </a:r>
          </a:p>
        </p:txBody>
      </p:sp>
      <p:sp>
        <p:nvSpPr>
          <p:cNvPr id="9" name="Untertitel 2"/>
          <p:cNvSpPr>
            <a:spLocks noGrp="1"/>
          </p:cNvSpPr>
          <p:nvPr>
            <p:ph type="subTitle" idx="14" hasCustomPrompt="1"/>
          </p:nvPr>
        </p:nvSpPr>
        <p:spPr bwMode="gray">
          <a:xfrm>
            <a:off x="359568" y="2679762"/>
            <a:ext cx="5724526" cy="594066"/>
          </a:xfrm>
        </p:spPr>
        <p:txBody>
          <a:bodyPr/>
          <a:lstStyle>
            <a:lvl1pPr marL="0" indent="0" algn="l">
              <a:lnSpc>
                <a:spcPct val="140000"/>
              </a:lnSpc>
              <a:spcBef>
                <a:spcPts val="0"/>
              </a:spcBef>
              <a:spcAft>
                <a:spcPts val="0"/>
              </a:spcAft>
              <a:buFont typeface="Arial" panose="020B0604020202020204" pitchFamily="34" charset="0"/>
              <a:buNone/>
              <a:defRPr sz="1200" b="0">
                <a:solidFill>
                  <a:schemeClr val="bg2"/>
                </a:solidFill>
                <a:latin typeface="+mn-lt"/>
              </a:defRPr>
            </a:lvl1pPr>
            <a:lvl2pPr marL="0" indent="0" algn="l">
              <a:lnSpc>
                <a:spcPct val="140000"/>
              </a:lnSpc>
              <a:spcBef>
                <a:spcPts val="0"/>
              </a:spcBef>
              <a:spcAft>
                <a:spcPts val="0"/>
              </a:spcAft>
              <a:buFont typeface="Arial" panose="020B0604020202020204" pitchFamily="34" charset="0"/>
              <a:buNone/>
              <a:defRPr sz="1200" b="0">
                <a:solidFill>
                  <a:schemeClr val="bg2"/>
                </a:solidFill>
                <a:latin typeface="+mn-lt"/>
              </a:defRPr>
            </a:lvl2pPr>
            <a:lvl3pPr marL="0" indent="0" algn="l">
              <a:lnSpc>
                <a:spcPct val="140000"/>
              </a:lnSpc>
              <a:spcBef>
                <a:spcPts val="0"/>
              </a:spcBef>
              <a:spcAft>
                <a:spcPts val="0"/>
              </a:spcAft>
              <a:buFont typeface="Arial" panose="020B0604020202020204" pitchFamily="34" charset="0"/>
              <a:buNone/>
              <a:defRPr sz="1200" b="0">
                <a:solidFill>
                  <a:schemeClr val="bg2"/>
                </a:solidFill>
                <a:latin typeface="+mn-lt"/>
              </a:defRPr>
            </a:lvl3pPr>
            <a:lvl4pPr marL="0" indent="0" algn="l">
              <a:lnSpc>
                <a:spcPct val="140000"/>
              </a:lnSpc>
              <a:spcBef>
                <a:spcPts val="0"/>
              </a:spcBef>
              <a:spcAft>
                <a:spcPts val="0"/>
              </a:spcAft>
              <a:buFont typeface="Arial" panose="020B0604020202020204" pitchFamily="34" charset="0"/>
              <a:buNone/>
              <a:defRPr sz="1200" b="0">
                <a:solidFill>
                  <a:schemeClr val="bg2"/>
                </a:solidFill>
                <a:latin typeface="+mn-lt"/>
              </a:defRPr>
            </a:lvl4pPr>
            <a:lvl5pPr marL="0" indent="0" algn="l">
              <a:lnSpc>
                <a:spcPct val="140000"/>
              </a:lnSpc>
              <a:spcBef>
                <a:spcPts val="0"/>
              </a:spcBef>
              <a:spcAft>
                <a:spcPts val="0"/>
              </a:spcAft>
              <a:buFont typeface="Arial" panose="020B0604020202020204" pitchFamily="34" charset="0"/>
              <a:buNone/>
              <a:defRPr sz="1200" b="0">
                <a:solidFill>
                  <a:schemeClr val="bg2"/>
                </a:solidFill>
                <a:latin typeface="+mn-lt"/>
              </a:defRPr>
            </a:lvl5pPr>
            <a:lvl6pPr marL="0" indent="0" algn="l">
              <a:lnSpc>
                <a:spcPct val="140000"/>
              </a:lnSpc>
              <a:spcBef>
                <a:spcPts val="0"/>
              </a:spcBef>
              <a:spcAft>
                <a:spcPts val="0"/>
              </a:spcAft>
              <a:buFont typeface="Arial" panose="020B0604020202020204" pitchFamily="34" charset="0"/>
              <a:buNone/>
              <a:defRPr sz="1200" b="0">
                <a:solidFill>
                  <a:schemeClr val="bg2"/>
                </a:solidFill>
                <a:latin typeface="+mn-lt"/>
              </a:defRPr>
            </a:lvl6pPr>
            <a:lvl7pPr marL="0" indent="0" algn="l">
              <a:lnSpc>
                <a:spcPct val="140000"/>
              </a:lnSpc>
              <a:spcBef>
                <a:spcPts val="0"/>
              </a:spcBef>
              <a:spcAft>
                <a:spcPts val="0"/>
              </a:spcAft>
              <a:buFont typeface="Arial" panose="020B0604020202020204" pitchFamily="34" charset="0"/>
              <a:buNone/>
              <a:defRPr sz="1200" b="0">
                <a:solidFill>
                  <a:schemeClr val="bg2"/>
                </a:solidFill>
                <a:latin typeface="+mn-lt"/>
              </a:defRPr>
            </a:lvl7pPr>
            <a:lvl8pPr marL="0" indent="0" algn="l">
              <a:lnSpc>
                <a:spcPct val="140000"/>
              </a:lnSpc>
              <a:spcBef>
                <a:spcPts val="0"/>
              </a:spcBef>
              <a:spcAft>
                <a:spcPts val="0"/>
              </a:spcAft>
              <a:buFont typeface="Arial" panose="020B0604020202020204" pitchFamily="34" charset="0"/>
              <a:buNone/>
              <a:defRPr sz="1200" b="0">
                <a:solidFill>
                  <a:schemeClr val="bg2"/>
                </a:solidFill>
                <a:latin typeface="+mn-lt"/>
              </a:defRPr>
            </a:lvl8pPr>
            <a:lvl9pPr marL="0" indent="0" algn="l">
              <a:lnSpc>
                <a:spcPct val="140000"/>
              </a:lnSpc>
              <a:spcBef>
                <a:spcPts val="0"/>
              </a:spcBef>
              <a:spcAft>
                <a:spcPts val="0"/>
              </a:spcAft>
              <a:buFont typeface="Arial" panose="020B0604020202020204" pitchFamily="34" charset="0"/>
              <a:buNone/>
              <a:defRPr sz="1200" b="0">
                <a:solidFill>
                  <a:schemeClr val="bg2"/>
                </a:solidFill>
                <a:latin typeface="+mn-lt"/>
              </a:defRPr>
            </a:lvl9pPr>
          </a:lstStyle>
          <a:p>
            <a:r>
              <a:rPr lang="en-US"/>
              <a:t>Optional short description</a:t>
            </a:r>
          </a:p>
        </p:txBody>
      </p:sp>
      <p:sp>
        <p:nvSpPr>
          <p:cNvPr id="7" name="Foliennummernplatzhalter 6"/>
          <p:cNvSpPr>
            <a:spLocks noGrp="1"/>
          </p:cNvSpPr>
          <p:nvPr>
            <p:ph type="sldNum" sz="quarter" idx="16"/>
          </p:nvPr>
        </p:nvSpPr>
        <p:spPr bwMode="gray"/>
        <p:txBody>
          <a:bodyPr/>
          <a:lstStyle>
            <a:lvl1pPr>
              <a:defRPr>
                <a:solidFill>
                  <a:schemeClr val="bg2"/>
                </a:solidFill>
              </a:defRPr>
            </a:lvl1pPr>
          </a:lstStyle>
          <a:p>
            <a:fld id="{8FF9B0DE-3FEB-4AA0-B465-B80EF7C1333D}" type="slidenum">
              <a:rPr lang="en-US" smtClean="0"/>
              <a:t>‹#›</a:t>
            </a:fld>
            <a:endParaRPr lang="en-US"/>
          </a:p>
        </p:txBody>
      </p:sp>
      <p:sp>
        <p:nvSpPr>
          <p:cNvPr id="6" name="Fußzeilenplatzhalter 5"/>
          <p:cNvSpPr>
            <a:spLocks noGrp="1"/>
          </p:cNvSpPr>
          <p:nvPr>
            <p:ph type="ftr" sz="quarter" idx="19"/>
          </p:nvPr>
        </p:nvSpPr>
        <p:spPr bwMode="gray"/>
        <p:txBody>
          <a:bodyPr/>
          <a:lstStyle/>
          <a:p>
            <a:r>
              <a:rPr lang="en-US"/>
              <a:t>Presentation title    |    ONLY FOR INTERNAL USE</a:t>
            </a:r>
          </a:p>
        </p:txBody>
      </p:sp>
    </p:spTree>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Chapter divider (2)">
    <p:bg>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a:xfrm>
            <a:off x="359568" y="1059657"/>
            <a:ext cx="5724526" cy="1349896"/>
          </a:xfrm>
        </p:spPr>
        <p:txBody>
          <a:bodyPr anchor="b"/>
          <a:lstStyle>
            <a:lvl1pPr>
              <a:defRPr sz="3000">
                <a:solidFill>
                  <a:schemeClr val="tx2"/>
                </a:solidFill>
              </a:defRPr>
            </a:lvl1pPr>
          </a:lstStyle>
          <a:p>
            <a:r>
              <a:rPr lang="en-US"/>
              <a:t>Name of the current chapter</a:t>
            </a:r>
          </a:p>
        </p:txBody>
      </p:sp>
      <p:sp>
        <p:nvSpPr>
          <p:cNvPr id="9" name="Untertitel 2"/>
          <p:cNvSpPr>
            <a:spLocks noGrp="1"/>
          </p:cNvSpPr>
          <p:nvPr>
            <p:ph type="subTitle" idx="14" hasCustomPrompt="1"/>
          </p:nvPr>
        </p:nvSpPr>
        <p:spPr bwMode="gray">
          <a:xfrm>
            <a:off x="359568" y="2679762"/>
            <a:ext cx="5724526" cy="594066"/>
          </a:xfrm>
        </p:spPr>
        <p:txBody>
          <a:bodyPr/>
          <a:lstStyle>
            <a:lvl1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1pPr>
            <a:lvl2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2pPr>
            <a:lvl3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3pPr>
            <a:lvl4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4pPr>
            <a:lvl5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5pPr>
            <a:lvl6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6pPr>
            <a:lvl7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7pPr>
            <a:lvl8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8pPr>
            <a:lvl9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9pPr>
          </a:lstStyle>
          <a:p>
            <a:r>
              <a:rPr lang="en-US"/>
              <a:t>Optional short description</a:t>
            </a:r>
          </a:p>
        </p:txBody>
      </p:sp>
      <p:sp>
        <p:nvSpPr>
          <p:cNvPr id="7" name="Foliennummernplatzhalter 6"/>
          <p:cNvSpPr>
            <a:spLocks noGrp="1"/>
          </p:cNvSpPr>
          <p:nvPr>
            <p:ph type="sldNum" sz="quarter" idx="16"/>
          </p:nvPr>
        </p:nvSpPr>
        <p:spPr bwMode="gray"/>
        <p:txBody>
          <a:bodyPr/>
          <a:lstStyle>
            <a:lvl1pPr>
              <a:defRPr>
                <a:solidFill>
                  <a:schemeClr val="bg1"/>
                </a:solidFill>
              </a:defRPr>
            </a:lvl1pPr>
          </a:lstStyle>
          <a:p>
            <a:fld id="{8FF9B0DE-3FEB-4AA0-B465-B80EF7C1333D}" type="slidenum">
              <a:rPr lang="en-US" smtClean="0"/>
              <a:t>‹#›</a:t>
            </a:fld>
            <a:endParaRPr lang="en-US"/>
          </a:p>
        </p:txBody>
      </p:sp>
      <p:pic>
        <p:nvPicPr>
          <p:cNvPr id="4" name="Grafik 3"/>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359568" y="4623752"/>
            <a:ext cx="926100" cy="279545"/>
          </a:xfrm>
          <a:prstGeom prst="rect">
            <a:avLst/>
          </a:prstGeom>
        </p:spPr>
      </p:pic>
      <p:sp>
        <p:nvSpPr>
          <p:cNvPr id="8" name="Fußzeilenplatzhalter 7"/>
          <p:cNvSpPr>
            <a:spLocks noGrp="1"/>
          </p:cNvSpPr>
          <p:nvPr>
            <p:ph type="ftr" sz="quarter" idx="19"/>
          </p:nvPr>
        </p:nvSpPr>
        <p:spPr bwMode="gray"/>
        <p:txBody>
          <a:bodyPr/>
          <a:lstStyle>
            <a:lvl1pPr>
              <a:defRPr>
                <a:solidFill>
                  <a:schemeClr val="bg1"/>
                </a:solidFill>
              </a:defRPr>
            </a:lvl1pPr>
          </a:lstStyle>
          <a:p>
            <a:r>
              <a:rPr lang="en-US"/>
              <a:t>Presentation title    |    ONLY FOR INTERNAL USE</a:t>
            </a:r>
          </a:p>
        </p:txBody>
      </p:sp>
    </p:spTree>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Chapter divider (image)">
    <p:bg>
      <p:bgPr>
        <a:solidFill>
          <a:schemeClr val="bg2"/>
        </a:solidFill>
        <a:effectLst/>
      </p:bgPr>
    </p:bg>
    <p:spTree>
      <p:nvGrpSpPr>
        <p:cNvPr id="1" name=""/>
        <p:cNvGrpSpPr/>
        <p:nvPr/>
      </p:nvGrpSpPr>
      <p:grpSpPr>
        <a:xfrm>
          <a:off x="0" y="0"/>
          <a:ext cx="0" cy="0"/>
          <a:chOff x="0" y="0"/>
          <a:chExt cx="0" cy="0"/>
        </a:xfrm>
      </p:grpSpPr>
      <p:sp>
        <p:nvSpPr>
          <p:cNvPr id="8" name="Bildplatzhalter 10"/>
          <p:cNvSpPr>
            <a:spLocks noGrp="1"/>
          </p:cNvSpPr>
          <p:nvPr>
            <p:ph type="pic" sz="quarter" idx="10" hasCustomPrompt="1"/>
          </p:nvPr>
        </p:nvSpPr>
        <p:spPr bwMode="gray">
          <a:xfrm>
            <a:off x="4572000" y="0"/>
            <a:ext cx="4572000" cy="5143500"/>
          </a:xfrm>
          <a:solidFill>
            <a:srgbClr val="E5E3DE"/>
          </a:solidFill>
        </p:spPr>
        <p:txBody>
          <a:bodyPr tIns="720000" anchor="ctr" anchorCtr="0"/>
          <a:lstStyle>
            <a:lvl1pPr marL="0" indent="0" algn="ctr">
              <a:spcBef>
                <a:spcPts val="0"/>
              </a:spcBef>
              <a:spcAft>
                <a:spcPts val="0"/>
              </a:spcAft>
              <a:buFontTx/>
              <a:buNone/>
              <a:defRPr sz="900" b="0">
                <a:solidFill>
                  <a:schemeClr val="tx1"/>
                </a:solidFill>
              </a:defRPr>
            </a:lvl1pPr>
            <a:lvl2pPr marL="0" indent="0" algn="ctr">
              <a:spcBef>
                <a:spcPts val="0"/>
              </a:spcBef>
              <a:spcAft>
                <a:spcPts val="0"/>
              </a:spcAft>
              <a:buFontTx/>
              <a:buNone/>
              <a:defRPr sz="900" b="0"/>
            </a:lvl2pPr>
            <a:lvl3pPr marL="0" indent="0" algn="ctr">
              <a:spcBef>
                <a:spcPts val="0"/>
              </a:spcBef>
              <a:spcAft>
                <a:spcPts val="0"/>
              </a:spcAft>
              <a:buFontTx/>
              <a:buNone/>
              <a:defRPr sz="900" b="0"/>
            </a:lvl3pPr>
            <a:lvl4pPr marL="0" indent="0" algn="ctr">
              <a:spcBef>
                <a:spcPts val="0"/>
              </a:spcBef>
              <a:spcAft>
                <a:spcPts val="0"/>
              </a:spcAft>
              <a:buFontTx/>
              <a:buNone/>
              <a:defRPr sz="900" b="0"/>
            </a:lvl4pPr>
            <a:lvl5pPr marL="0" indent="0" algn="ctr">
              <a:spcBef>
                <a:spcPts val="0"/>
              </a:spcBef>
              <a:spcAft>
                <a:spcPts val="0"/>
              </a:spcAft>
              <a:buFontTx/>
              <a:buNone/>
              <a:defRPr sz="900" b="0"/>
            </a:lvl5pPr>
            <a:lvl6pPr marL="0" indent="0" algn="ctr">
              <a:spcBef>
                <a:spcPts val="0"/>
              </a:spcBef>
              <a:spcAft>
                <a:spcPts val="0"/>
              </a:spcAft>
              <a:buFontTx/>
              <a:buNone/>
              <a:defRPr sz="900" b="0"/>
            </a:lvl6pPr>
            <a:lvl7pPr marL="0" indent="0" algn="ctr">
              <a:spcBef>
                <a:spcPts val="0"/>
              </a:spcBef>
              <a:spcAft>
                <a:spcPts val="0"/>
              </a:spcAft>
              <a:buFontTx/>
              <a:buNone/>
              <a:defRPr sz="900" b="0"/>
            </a:lvl7pPr>
            <a:lvl8pPr marL="0" indent="0" algn="ctr">
              <a:spcBef>
                <a:spcPts val="0"/>
              </a:spcBef>
              <a:spcAft>
                <a:spcPts val="0"/>
              </a:spcAft>
              <a:buFontTx/>
              <a:buNone/>
              <a:defRPr sz="900" b="0"/>
            </a:lvl8pPr>
            <a:lvl9pPr marL="0" indent="0" algn="ctr">
              <a:spcBef>
                <a:spcPts val="0"/>
              </a:spcBef>
              <a:spcAft>
                <a:spcPts val="0"/>
              </a:spcAft>
              <a:buFontTx/>
              <a:buNone/>
              <a:defRPr sz="900" b="0"/>
            </a:lvl9pPr>
          </a:lstStyle>
          <a:p>
            <a:pPr lvl="0"/>
            <a:r>
              <a:rPr lang="en-US"/>
              <a:t>Add picture</a:t>
            </a:r>
          </a:p>
        </p:txBody>
      </p:sp>
      <p:sp>
        <p:nvSpPr>
          <p:cNvPr id="2" name="Titel 1"/>
          <p:cNvSpPr>
            <a:spLocks noGrp="1"/>
          </p:cNvSpPr>
          <p:nvPr>
            <p:ph type="title" hasCustomPrompt="1"/>
          </p:nvPr>
        </p:nvSpPr>
        <p:spPr bwMode="gray">
          <a:xfrm>
            <a:off x="359570" y="1059657"/>
            <a:ext cx="3996929" cy="1349896"/>
          </a:xfrm>
        </p:spPr>
        <p:txBody>
          <a:bodyPr anchor="b"/>
          <a:lstStyle>
            <a:lvl1pPr>
              <a:defRPr sz="3000">
                <a:solidFill>
                  <a:schemeClr val="tx2"/>
                </a:solidFill>
              </a:defRPr>
            </a:lvl1pPr>
          </a:lstStyle>
          <a:p>
            <a:r>
              <a:rPr lang="en-US"/>
              <a:t>Name of the current chapter</a:t>
            </a:r>
          </a:p>
        </p:txBody>
      </p:sp>
      <p:sp>
        <p:nvSpPr>
          <p:cNvPr id="9" name="Untertitel 2"/>
          <p:cNvSpPr>
            <a:spLocks noGrp="1"/>
          </p:cNvSpPr>
          <p:nvPr>
            <p:ph type="subTitle" idx="14" hasCustomPrompt="1"/>
          </p:nvPr>
        </p:nvSpPr>
        <p:spPr bwMode="gray">
          <a:xfrm>
            <a:off x="359570" y="2679762"/>
            <a:ext cx="3996929" cy="594066"/>
          </a:xfrm>
        </p:spPr>
        <p:txBody>
          <a:bodyPr/>
          <a:lstStyle>
            <a:lvl1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1pPr>
            <a:lvl2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2pPr>
            <a:lvl3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3pPr>
            <a:lvl4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4pPr>
            <a:lvl5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5pPr>
            <a:lvl6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6pPr>
            <a:lvl7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7pPr>
            <a:lvl8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8pPr>
            <a:lvl9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9pPr>
          </a:lstStyle>
          <a:p>
            <a:r>
              <a:rPr lang="en-US"/>
              <a:t>Optional short description</a:t>
            </a:r>
          </a:p>
        </p:txBody>
      </p:sp>
      <p:sp>
        <p:nvSpPr>
          <p:cNvPr id="7" name="Foliennummernplatzhalter 6"/>
          <p:cNvSpPr>
            <a:spLocks noGrp="1"/>
          </p:cNvSpPr>
          <p:nvPr>
            <p:ph type="sldNum" sz="quarter" idx="16"/>
          </p:nvPr>
        </p:nvSpPr>
        <p:spPr bwMode="gray"/>
        <p:txBody>
          <a:bodyPr/>
          <a:lstStyle>
            <a:lvl1pPr>
              <a:defRPr>
                <a:solidFill>
                  <a:schemeClr val="bg1"/>
                </a:solidFill>
              </a:defRPr>
            </a:lvl1pPr>
          </a:lstStyle>
          <a:p>
            <a:fld id="{8FF9B0DE-3FEB-4AA0-B465-B80EF7C1333D}" type="slidenum">
              <a:rPr lang="en-US" smtClean="0"/>
              <a:t>‹#›</a:t>
            </a:fld>
            <a:endParaRPr lang="en-US"/>
          </a:p>
        </p:txBody>
      </p:sp>
      <p:pic>
        <p:nvPicPr>
          <p:cNvPr id="5" name="Grafik 4"/>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359568" y="4623752"/>
            <a:ext cx="926100" cy="279545"/>
          </a:xfrm>
          <a:prstGeom prst="rect">
            <a:avLst/>
          </a:prstGeom>
        </p:spPr>
      </p:pic>
      <p:sp>
        <p:nvSpPr>
          <p:cNvPr id="12" name="Fußzeilenplatzhalter 11"/>
          <p:cNvSpPr>
            <a:spLocks noGrp="1"/>
          </p:cNvSpPr>
          <p:nvPr>
            <p:ph type="ftr" sz="quarter" idx="19"/>
          </p:nvPr>
        </p:nvSpPr>
        <p:spPr bwMode="gray"/>
        <p:txBody>
          <a:bodyPr/>
          <a:lstStyle>
            <a:lvl1pPr>
              <a:defRPr>
                <a:solidFill>
                  <a:schemeClr val="bg1"/>
                </a:solidFill>
              </a:defRPr>
            </a:lvl1pPr>
          </a:lstStyle>
          <a:p>
            <a:r>
              <a:rPr lang="en-US"/>
              <a:t>Presentation title    |    ONLY FOR INTERNAL USE</a:t>
            </a:r>
          </a:p>
        </p:txBody>
      </p:sp>
      <p:grpSp>
        <p:nvGrpSpPr>
          <p:cNvPr id="16" name="Group 15"/>
          <p:cNvGrpSpPr/>
          <p:nvPr userDrawn="1"/>
        </p:nvGrpSpPr>
        <p:grpSpPr bwMode="gray">
          <a:xfrm>
            <a:off x="-1422666" y="0"/>
            <a:ext cx="1286309" cy="2808312"/>
            <a:chOff x="-1824880" y="2708920"/>
            <a:chExt cx="1715078" cy="3744416"/>
          </a:xfrm>
        </p:grpSpPr>
        <p:sp>
          <p:nvSpPr>
            <p:cNvPr id="17" name="TextBox 16"/>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450"/>
                </a:spcAft>
              </a:pPr>
              <a:r>
                <a:rPr lang="en-US" sz="825" b="1">
                  <a:solidFill>
                    <a:schemeClr val="tx1"/>
                  </a:solidFill>
                  <a:effectLst/>
                  <a:latin typeface="+mj-lt"/>
                </a:rPr>
                <a:t>To insert a picture:</a:t>
              </a:r>
            </a:p>
            <a:p>
              <a:pPr marL="107950" indent="-107950">
                <a:lnSpc>
                  <a:spcPct val="120000"/>
                </a:lnSpc>
                <a:spcAft>
                  <a:spcPts val="450"/>
                </a:spcAft>
                <a:buFont typeface="+mj-lt"/>
                <a:buAutoNum type="arabicPeriod"/>
              </a:pPr>
              <a:r>
                <a:rPr lang="en-US" sz="675">
                  <a:solidFill>
                    <a:schemeClr val="tx1"/>
                  </a:solidFill>
                  <a:effectLst/>
                  <a:latin typeface="+mn-lt"/>
                </a:rPr>
                <a:t>Click on the placeholder for pictures</a:t>
              </a:r>
            </a:p>
            <a:p>
              <a:pPr marL="107950" indent="-107950">
                <a:lnSpc>
                  <a:spcPct val="120000"/>
                </a:lnSpc>
                <a:spcAft>
                  <a:spcPts val="450"/>
                </a:spcAft>
                <a:buFont typeface="+mj-lt"/>
                <a:buAutoNum type="arabicPeriod"/>
              </a:pPr>
              <a:r>
                <a:rPr lang="en-US" sz="675">
                  <a:solidFill>
                    <a:schemeClr val="tx1"/>
                  </a:solidFill>
                  <a:effectLst/>
                  <a:latin typeface="+mn-lt"/>
                </a:rPr>
                <a:t>Open the menu “Insert”</a:t>
              </a:r>
            </a:p>
            <a:p>
              <a:pPr marL="107950" indent="-107950">
                <a:lnSpc>
                  <a:spcPct val="120000"/>
                </a:lnSpc>
                <a:spcAft>
                  <a:spcPts val="450"/>
                </a:spcAft>
                <a:buFont typeface="+mj-lt"/>
                <a:buAutoNum type="arabicPeriod"/>
              </a:pPr>
              <a:r>
                <a:rPr lang="en-US" sz="675">
                  <a:solidFill>
                    <a:schemeClr val="tx1"/>
                  </a:solidFill>
                  <a:effectLst/>
                  <a:latin typeface="+mn-lt"/>
                </a:rPr>
                <a:t>Choose “Pictures” and then the corresponding source where the image is located</a:t>
              </a:r>
              <a:endParaRPr lang="en-US" sz="675">
                <a:solidFill>
                  <a:schemeClr val="tx1"/>
                </a:solidFill>
                <a:latin typeface="+mn-lt"/>
              </a:endParaRPr>
            </a:p>
          </p:txBody>
        </p:sp>
        <p:pic>
          <p:nvPicPr>
            <p:cNvPr id="18" name="Picture 17"/>
            <p:cNvPicPr>
              <a:picLocks noChangeAspect="1"/>
            </p:cNvPicPr>
            <p:nvPr userDrawn="1"/>
          </p:nvPicPr>
          <p:blipFill rotWithShape="1">
            <a:blip r:embed="rId4"/>
            <a:srcRect l="8843" r="2395" b="2546"/>
            <a:stretch>
              <a:fillRect/>
            </a:stretch>
          </p:blipFill>
          <p:spPr bwMode="gray">
            <a:xfrm>
              <a:off x="-1589806" y="4475212"/>
              <a:ext cx="745332" cy="1122804"/>
            </a:xfrm>
            <a:prstGeom prst="roundRect">
              <a:avLst>
                <a:gd name="adj" fmla="val 3514"/>
              </a:avLst>
            </a:prstGeom>
          </p:spPr>
        </p:pic>
        <p:sp>
          <p:nvSpPr>
            <p:cNvPr id="19" name="TextBox 18"/>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07950" indent="-107950">
                <a:spcAft>
                  <a:spcPts val="450"/>
                </a:spcAft>
                <a:buFont typeface="+mj-lt"/>
                <a:buAutoNum type="arabicPeriod" startAt="4"/>
              </a:pPr>
              <a:r>
                <a:rPr lang="en-US" sz="675">
                  <a:solidFill>
                    <a:schemeClr val="tx1"/>
                  </a:solidFill>
                  <a:effectLst/>
                  <a:latin typeface="+mn-lt"/>
                </a:rPr>
                <a:t>Now the image has </a:t>
              </a:r>
              <a:br>
                <a:rPr lang="en-US" sz="675">
                  <a:solidFill>
                    <a:schemeClr val="tx1"/>
                  </a:solidFill>
                  <a:effectLst/>
                  <a:latin typeface="+mn-lt"/>
                </a:rPr>
              </a:br>
              <a:r>
                <a:rPr lang="en-US" sz="675">
                  <a:solidFill>
                    <a:schemeClr val="tx1"/>
                  </a:solidFill>
                  <a:effectLst/>
                  <a:latin typeface="+mn-lt"/>
                </a:rPr>
                <a:t>been loaded into the </a:t>
              </a:r>
              <a:br>
                <a:rPr lang="en-US" sz="675">
                  <a:solidFill>
                    <a:schemeClr val="tx1"/>
                  </a:solidFill>
                  <a:effectLst/>
                  <a:latin typeface="+mn-lt"/>
                </a:rPr>
              </a:br>
              <a:r>
                <a:rPr lang="en-US" sz="675">
                  <a:solidFill>
                    <a:schemeClr val="tx1"/>
                  </a:solidFill>
                  <a:effectLst/>
                  <a:latin typeface="+mn-lt"/>
                </a:rPr>
                <a:t>placeholder.</a:t>
              </a:r>
              <a:endParaRPr lang="en-US" sz="675">
                <a:solidFill>
                  <a:schemeClr val="tx1"/>
                </a:solidFill>
                <a:latin typeface="+mn-lt"/>
              </a:endParaRPr>
            </a:p>
          </p:txBody>
        </p:sp>
      </p:grpSp>
    </p:spTree>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One content">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a:t>Add  title of the slide</a:t>
            </a:r>
          </a:p>
        </p:txBody>
      </p:sp>
      <p:sp>
        <p:nvSpPr>
          <p:cNvPr id="3" name="Inhaltsplatzhalter 2"/>
          <p:cNvSpPr>
            <a:spLocks noGrp="1"/>
          </p:cNvSpPr>
          <p:nvPr>
            <p:ph idx="1" hasCustomPrompt="1"/>
          </p:nvPr>
        </p:nvSpPr>
        <p:spPr bwMode="gray">
          <a:xfrm>
            <a:off x="359570" y="1059657"/>
            <a:ext cx="8424863" cy="3294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360000" y="4353948"/>
            <a:ext cx="8424000" cy="108000"/>
          </a:xfrm>
        </p:spPr>
        <p:txBody>
          <a:bodyPr anchor="b"/>
          <a:lstStyle>
            <a:lvl1pPr marL="0" indent="0">
              <a:lnSpc>
                <a:spcPct val="100000"/>
              </a:lnSpc>
              <a:spcBef>
                <a:spcPts val="0"/>
              </a:spcBef>
              <a:spcAft>
                <a:spcPts val="0"/>
              </a:spcAft>
              <a:buFont typeface="Arial" panose="020B0604020202020204" pitchFamily="34" charset="0"/>
              <a:buNone/>
              <a:defRPr sz="600" b="0"/>
            </a:lvl1pPr>
            <a:lvl2pPr marL="0" indent="0">
              <a:lnSpc>
                <a:spcPct val="100000"/>
              </a:lnSpc>
              <a:spcBef>
                <a:spcPts val="0"/>
              </a:spcBef>
              <a:spcAft>
                <a:spcPts val="0"/>
              </a:spcAft>
              <a:buFont typeface="Arial" panose="020B0604020202020204" pitchFamily="34" charset="0"/>
              <a:buNone/>
              <a:defRPr sz="600" b="0"/>
            </a:lvl2pPr>
            <a:lvl3pPr marL="0" indent="0">
              <a:lnSpc>
                <a:spcPct val="100000"/>
              </a:lnSpc>
              <a:spcBef>
                <a:spcPts val="0"/>
              </a:spcBef>
              <a:spcAft>
                <a:spcPts val="0"/>
              </a:spcAft>
              <a:buNone/>
              <a:defRPr sz="600" b="0"/>
            </a:lvl3pPr>
            <a:lvl4pPr marL="0" indent="0">
              <a:lnSpc>
                <a:spcPct val="100000"/>
              </a:lnSpc>
              <a:spcBef>
                <a:spcPts val="0"/>
              </a:spcBef>
              <a:spcAft>
                <a:spcPts val="0"/>
              </a:spcAft>
              <a:buNone/>
              <a:defRPr sz="600" b="0"/>
            </a:lvl4pPr>
            <a:lvl5pPr marL="0" indent="0">
              <a:lnSpc>
                <a:spcPct val="100000"/>
              </a:lnSpc>
              <a:spcBef>
                <a:spcPts val="0"/>
              </a:spcBef>
              <a:spcAft>
                <a:spcPts val="0"/>
              </a:spcAft>
              <a:buNone/>
              <a:defRPr sz="600" b="0"/>
            </a:lvl5pPr>
            <a:lvl6pPr marL="0" indent="0">
              <a:lnSpc>
                <a:spcPct val="100000"/>
              </a:lnSpc>
              <a:spcBef>
                <a:spcPts val="0"/>
              </a:spcBef>
              <a:spcAft>
                <a:spcPts val="0"/>
              </a:spcAft>
              <a:buNone/>
              <a:defRPr sz="600" b="0"/>
            </a:lvl6pPr>
            <a:lvl7pPr marL="0" indent="0">
              <a:lnSpc>
                <a:spcPct val="100000"/>
              </a:lnSpc>
              <a:spcBef>
                <a:spcPts val="0"/>
              </a:spcBef>
              <a:spcAft>
                <a:spcPts val="0"/>
              </a:spcAft>
              <a:buNone/>
              <a:defRPr sz="600" b="0"/>
            </a:lvl7pPr>
            <a:lvl8pPr marL="0" indent="0">
              <a:lnSpc>
                <a:spcPct val="100000"/>
              </a:lnSpc>
              <a:spcBef>
                <a:spcPts val="0"/>
              </a:spcBef>
              <a:spcAft>
                <a:spcPts val="0"/>
              </a:spcAft>
              <a:buNone/>
              <a:defRPr sz="600" b="0"/>
            </a:lvl8pPr>
            <a:lvl9pPr marL="0" indent="0">
              <a:lnSpc>
                <a:spcPct val="100000"/>
              </a:lnSpc>
              <a:spcBef>
                <a:spcPts val="0"/>
              </a:spcBef>
              <a:spcAft>
                <a:spcPts val="0"/>
              </a:spcAft>
              <a:buNone/>
              <a:defRPr sz="600" b="0"/>
            </a:lvl9pPr>
          </a:lstStyle>
          <a:p>
            <a:pPr lvl="0"/>
            <a:r>
              <a:rPr lang="en-US"/>
              <a:t>Footnote/Source</a:t>
            </a:r>
          </a:p>
        </p:txBody>
      </p:sp>
      <p:sp>
        <p:nvSpPr>
          <p:cNvPr id="4" name="Fußzeilenplatzhalter 3"/>
          <p:cNvSpPr>
            <a:spLocks noGrp="1"/>
          </p:cNvSpPr>
          <p:nvPr>
            <p:ph type="ftr" sz="quarter" idx="19"/>
          </p:nvPr>
        </p:nvSpPr>
        <p:spPr bwMode="gray"/>
        <p:txBody>
          <a:bodyPr/>
          <a:lstStyle/>
          <a:p>
            <a:r>
              <a:rPr lang="en-US"/>
              <a:t>Presentation title    |    ONLY FOR INTERNAL USE</a:t>
            </a:r>
          </a:p>
        </p:txBody>
      </p:sp>
      <p:sp>
        <p:nvSpPr>
          <p:cNvPr id="5" name="Foliennummernplatzhalter 4"/>
          <p:cNvSpPr>
            <a:spLocks noGrp="1"/>
          </p:cNvSpPr>
          <p:nvPr>
            <p:ph type="sldNum" sz="quarter" idx="20"/>
          </p:nvPr>
        </p:nvSpPr>
        <p:spPr bwMode="gray"/>
        <p:txBody>
          <a:bodyPr/>
          <a:lstStyle/>
          <a:p>
            <a:fld id="{DF4E8F9F-5B1F-4F5B-BE49-3245D8C18D9F}" type="slidenum">
              <a:rPr lang="en-US" smtClean="0"/>
              <a:t>‹#›</a:t>
            </a:fld>
            <a:endParaRPr lang="en-US"/>
          </a:p>
        </p:txBody>
      </p:sp>
    </p:spTree>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One content dark">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359570" y="1059657"/>
            <a:ext cx="8424863" cy="3294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360000" y="4353960"/>
            <a:ext cx="8424000" cy="108000"/>
          </a:xfrm>
        </p:spPr>
        <p:txBody>
          <a:bodyPr anchor="b"/>
          <a:lstStyle>
            <a:lvl1pPr marL="0" indent="0">
              <a:lnSpc>
                <a:spcPct val="100000"/>
              </a:lnSpc>
              <a:spcBef>
                <a:spcPts val="0"/>
              </a:spcBef>
              <a:spcAft>
                <a:spcPts val="0"/>
              </a:spcAft>
              <a:buFont typeface="Arial" panose="020B0604020202020204" pitchFamily="34" charset="0"/>
              <a:buNone/>
              <a:defRPr sz="600" b="0">
                <a:solidFill>
                  <a:schemeClr val="bg1"/>
                </a:solidFill>
              </a:defRPr>
            </a:lvl1pPr>
            <a:lvl2pPr marL="0" indent="0">
              <a:lnSpc>
                <a:spcPct val="100000"/>
              </a:lnSpc>
              <a:spcBef>
                <a:spcPts val="0"/>
              </a:spcBef>
              <a:spcAft>
                <a:spcPts val="0"/>
              </a:spcAft>
              <a:buFont typeface="Arial" panose="020B0604020202020204" pitchFamily="34" charset="0"/>
              <a:buNone/>
              <a:defRPr sz="600" b="0">
                <a:solidFill>
                  <a:schemeClr val="bg1"/>
                </a:solidFill>
              </a:defRPr>
            </a:lvl2pPr>
            <a:lvl3pPr marL="0" indent="0">
              <a:lnSpc>
                <a:spcPct val="100000"/>
              </a:lnSpc>
              <a:spcBef>
                <a:spcPts val="0"/>
              </a:spcBef>
              <a:spcAft>
                <a:spcPts val="0"/>
              </a:spcAft>
              <a:buNone/>
              <a:defRPr sz="600" b="0">
                <a:solidFill>
                  <a:schemeClr val="bg1"/>
                </a:solidFill>
              </a:defRPr>
            </a:lvl3pPr>
            <a:lvl4pPr marL="0" indent="0">
              <a:lnSpc>
                <a:spcPct val="100000"/>
              </a:lnSpc>
              <a:spcBef>
                <a:spcPts val="0"/>
              </a:spcBef>
              <a:spcAft>
                <a:spcPts val="0"/>
              </a:spcAft>
              <a:buNone/>
              <a:defRPr sz="600" b="0">
                <a:solidFill>
                  <a:schemeClr val="bg1"/>
                </a:solidFill>
              </a:defRPr>
            </a:lvl4pPr>
            <a:lvl5pPr marL="0" indent="0">
              <a:lnSpc>
                <a:spcPct val="100000"/>
              </a:lnSpc>
              <a:spcBef>
                <a:spcPts val="0"/>
              </a:spcBef>
              <a:spcAft>
                <a:spcPts val="0"/>
              </a:spcAft>
              <a:buNone/>
              <a:defRPr sz="600" b="0">
                <a:solidFill>
                  <a:schemeClr val="bg1"/>
                </a:solidFill>
              </a:defRPr>
            </a:lvl5pPr>
            <a:lvl6pPr marL="0" indent="0">
              <a:lnSpc>
                <a:spcPct val="100000"/>
              </a:lnSpc>
              <a:spcBef>
                <a:spcPts val="0"/>
              </a:spcBef>
              <a:spcAft>
                <a:spcPts val="0"/>
              </a:spcAft>
              <a:buNone/>
              <a:defRPr sz="600" b="0">
                <a:solidFill>
                  <a:schemeClr val="bg1"/>
                </a:solidFill>
              </a:defRPr>
            </a:lvl6pPr>
            <a:lvl7pPr marL="0" indent="0">
              <a:lnSpc>
                <a:spcPct val="100000"/>
              </a:lnSpc>
              <a:spcBef>
                <a:spcPts val="0"/>
              </a:spcBef>
              <a:spcAft>
                <a:spcPts val="0"/>
              </a:spcAft>
              <a:buNone/>
              <a:defRPr sz="600" b="0">
                <a:solidFill>
                  <a:schemeClr val="bg1"/>
                </a:solidFill>
              </a:defRPr>
            </a:lvl7pPr>
            <a:lvl8pPr marL="0" indent="0">
              <a:lnSpc>
                <a:spcPct val="100000"/>
              </a:lnSpc>
              <a:spcBef>
                <a:spcPts val="0"/>
              </a:spcBef>
              <a:spcAft>
                <a:spcPts val="0"/>
              </a:spcAft>
              <a:buNone/>
              <a:defRPr sz="600" b="0">
                <a:solidFill>
                  <a:schemeClr val="bg1"/>
                </a:solidFill>
              </a:defRPr>
            </a:lvl8pPr>
            <a:lvl9pPr marL="0" indent="0">
              <a:lnSpc>
                <a:spcPct val="100000"/>
              </a:lnSpc>
              <a:spcBef>
                <a:spcPts val="0"/>
              </a:spcBef>
              <a:spcAft>
                <a:spcPts val="0"/>
              </a:spcAft>
              <a:buNone/>
              <a:defRPr sz="600" b="0">
                <a:solidFill>
                  <a:schemeClr val="bg1"/>
                </a:solidFill>
              </a:defRPr>
            </a:lvl9pPr>
          </a:lstStyle>
          <a:p>
            <a:pPr lvl="0"/>
            <a:r>
              <a:rPr lang="en-US"/>
              <a:t>Footnote/Source</a:t>
            </a:r>
          </a:p>
        </p:txBody>
      </p:sp>
      <p:sp>
        <p:nvSpPr>
          <p:cNvPr id="9" name="Fußzeilenplatzhalter 8"/>
          <p:cNvSpPr>
            <a:spLocks noGrp="1"/>
          </p:cNvSpPr>
          <p:nvPr>
            <p:ph type="ftr" sz="quarter" idx="14"/>
          </p:nvPr>
        </p:nvSpPr>
        <p:spPr bwMode="gray"/>
        <p:txBody>
          <a:bodyPr/>
          <a:lstStyle>
            <a:lvl1pPr>
              <a:defRPr>
                <a:solidFill>
                  <a:schemeClr val="bg1"/>
                </a:solidFill>
              </a:defRPr>
            </a:lvl1pPr>
          </a:lstStyle>
          <a:p>
            <a:r>
              <a:rPr lang="en-US"/>
              <a:t>Presentation title    |    ONLY FOR INTERNAL USE</a:t>
            </a:r>
          </a:p>
        </p:txBody>
      </p:sp>
      <p:sp>
        <p:nvSpPr>
          <p:cNvPr id="10" name="Foliennummernplatzhalter 9"/>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t>‹#›</a:t>
            </a:fld>
            <a:endParaRPr lang="en-US"/>
          </a:p>
        </p:txBody>
      </p:sp>
      <p:pic>
        <p:nvPicPr>
          <p:cNvPr id="6" name="Grafik 5"/>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359568" y="4623752"/>
            <a:ext cx="926100" cy="279545"/>
          </a:xfrm>
          <a:prstGeom prst="rect">
            <a:avLst/>
          </a:prstGeom>
        </p:spPr>
      </p:pic>
    </p:spTree>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userDrawn="1">
  <p:cSld name="Content and margin">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3006328" y="356566"/>
            <a:ext cx="5778432" cy="54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3006328" y="1059656"/>
            <a:ext cx="5778104" cy="3294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Textplatzhalter 7"/>
          <p:cNvSpPr>
            <a:spLocks noGrp="1"/>
          </p:cNvSpPr>
          <p:nvPr>
            <p:ph type="body" sz="quarter" idx="13" hasCustomPrompt="1"/>
          </p:nvPr>
        </p:nvSpPr>
        <p:spPr bwMode="gray">
          <a:xfrm>
            <a:off x="3006328" y="4353960"/>
            <a:ext cx="5778000" cy="108000"/>
          </a:xfrm>
        </p:spPr>
        <p:txBody>
          <a:bodyPr anchor="b"/>
          <a:lstStyle>
            <a:lvl1pPr marL="0" indent="0">
              <a:lnSpc>
                <a:spcPct val="100000"/>
              </a:lnSpc>
              <a:spcBef>
                <a:spcPts val="0"/>
              </a:spcBef>
              <a:spcAft>
                <a:spcPts val="0"/>
              </a:spcAft>
              <a:buFont typeface="Arial" panose="020B0604020202020204" pitchFamily="34" charset="0"/>
              <a:buNone/>
              <a:defRPr sz="600" b="0"/>
            </a:lvl1pPr>
            <a:lvl2pPr marL="0" indent="0">
              <a:lnSpc>
                <a:spcPct val="100000"/>
              </a:lnSpc>
              <a:spcBef>
                <a:spcPts val="0"/>
              </a:spcBef>
              <a:spcAft>
                <a:spcPts val="0"/>
              </a:spcAft>
              <a:buFont typeface="Arial" panose="020B0604020202020204" pitchFamily="34" charset="0"/>
              <a:buNone/>
              <a:defRPr sz="600" b="0"/>
            </a:lvl2pPr>
            <a:lvl3pPr marL="0" indent="0">
              <a:lnSpc>
                <a:spcPct val="100000"/>
              </a:lnSpc>
              <a:spcBef>
                <a:spcPts val="0"/>
              </a:spcBef>
              <a:spcAft>
                <a:spcPts val="0"/>
              </a:spcAft>
              <a:buNone/>
              <a:defRPr sz="600" b="0"/>
            </a:lvl3pPr>
            <a:lvl4pPr marL="0" indent="0">
              <a:lnSpc>
                <a:spcPct val="100000"/>
              </a:lnSpc>
              <a:spcBef>
                <a:spcPts val="0"/>
              </a:spcBef>
              <a:spcAft>
                <a:spcPts val="0"/>
              </a:spcAft>
              <a:buNone/>
              <a:defRPr sz="600" b="0"/>
            </a:lvl4pPr>
            <a:lvl5pPr marL="0" indent="0">
              <a:lnSpc>
                <a:spcPct val="100000"/>
              </a:lnSpc>
              <a:spcBef>
                <a:spcPts val="0"/>
              </a:spcBef>
              <a:spcAft>
                <a:spcPts val="0"/>
              </a:spcAft>
              <a:buNone/>
              <a:defRPr sz="600" b="0"/>
            </a:lvl5pPr>
            <a:lvl6pPr marL="0" indent="0">
              <a:lnSpc>
                <a:spcPct val="100000"/>
              </a:lnSpc>
              <a:spcBef>
                <a:spcPts val="0"/>
              </a:spcBef>
              <a:spcAft>
                <a:spcPts val="0"/>
              </a:spcAft>
              <a:buNone/>
              <a:defRPr sz="600" b="0"/>
            </a:lvl6pPr>
            <a:lvl7pPr marL="0" indent="0">
              <a:lnSpc>
                <a:spcPct val="100000"/>
              </a:lnSpc>
              <a:spcBef>
                <a:spcPts val="0"/>
              </a:spcBef>
              <a:spcAft>
                <a:spcPts val="0"/>
              </a:spcAft>
              <a:buNone/>
              <a:defRPr sz="600" b="0"/>
            </a:lvl7pPr>
            <a:lvl8pPr marL="0" indent="0">
              <a:lnSpc>
                <a:spcPct val="100000"/>
              </a:lnSpc>
              <a:spcBef>
                <a:spcPts val="0"/>
              </a:spcBef>
              <a:spcAft>
                <a:spcPts val="0"/>
              </a:spcAft>
              <a:buNone/>
              <a:defRPr sz="600" b="0"/>
            </a:lvl8pPr>
            <a:lvl9pPr marL="0" indent="0">
              <a:lnSpc>
                <a:spcPct val="100000"/>
              </a:lnSpc>
              <a:spcBef>
                <a:spcPts val="0"/>
              </a:spcBef>
              <a:spcAft>
                <a:spcPts val="0"/>
              </a:spcAft>
              <a:buNone/>
              <a:defRPr sz="600" b="0"/>
            </a:lvl9pPr>
          </a:lstStyle>
          <a:p>
            <a:pPr lvl="0"/>
            <a:r>
              <a:rPr lang="en-US"/>
              <a:t>Footnote/Source</a:t>
            </a:r>
          </a:p>
        </p:txBody>
      </p:sp>
      <p:sp>
        <p:nvSpPr>
          <p:cNvPr id="2" name="Rechteck 1"/>
          <p:cNvSpPr/>
          <p:nvPr userDrawn="1"/>
        </p:nvSpPr>
        <p:spPr bwMode="gray">
          <a:xfrm>
            <a:off x="0" y="0"/>
            <a:ext cx="2681100" cy="5143500"/>
          </a:xfrm>
          <a:prstGeom prst="rect">
            <a:avLst/>
          </a:prstGeom>
          <a:solidFill>
            <a:srgbClr val="E5E3DE"/>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solidFill>
                <a:schemeClr val="tx1"/>
              </a:solidFill>
            </a:endParaRPr>
          </a:p>
        </p:txBody>
      </p:sp>
      <p:sp>
        <p:nvSpPr>
          <p:cNvPr id="13" name="Inhaltsplatzhalter 2"/>
          <p:cNvSpPr>
            <a:spLocks noGrp="1"/>
          </p:cNvSpPr>
          <p:nvPr>
            <p:ph idx="16" hasCustomPrompt="1"/>
          </p:nvPr>
        </p:nvSpPr>
        <p:spPr bwMode="gray">
          <a:xfrm>
            <a:off x="359532" y="357503"/>
            <a:ext cx="2106000" cy="4104000"/>
          </a:xfrm>
          <a:noFill/>
        </p:spPr>
        <p:txBody>
          <a:bodyPr lIns="0" tIns="0" rIns="0"/>
          <a:lstStyle>
            <a:lvl1pPr>
              <a:defRPr sz="900">
                <a:solidFill>
                  <a:schemeClr val="bg2"/>
                </a:solidFill>
              </a:defRPr>
            </a:lvl1pPr>
            <a:lvl2pPr>
              <a:defRPr sz="900">
                <a:solidFill>
                  <a:schemeClr val="bg2"/>
                </a:solidFill>
              </a:defRPr>
            </a:lvl2pPr>
            <a:lvl3pPr>
              <a:defRPr sz="900">
                <a:solidFill>
                  <a:schemeClr val="bg2"/>
                </a:solidFill>
              </a:defRPr>
            </a:lvl3pPr>
            <a:lvl4pPr>
              <a:defRPr sz="900">
                <a:solidFill>
                  <a:schemeClr val="bg2"/>
                </a:solidFill>
              </a:defRPr>
            </a:lvl4pPr>
            <a:lvl5pPr marL="593725" indent="-161925">
              <a:defRPr sz="900">
                <a:solidFill>
                  <a:schemeClr val="bg2"/>
                </a:solidFill>
              </a:defRPr>
            </a:lvl5pPr>
            <a:lvl6pPr marL="593725" indent="-161925">
              <a:defRPr sz="900">
                <a:solidFill>
                  <a:schemeClr val="bg2"/>
                </a:solidFill>
              </a:defRPr>
            </a:lvl6pPr>
            <a:lvl7pPr marL="593725" indent="-161925">
              <a:defRPr sz="900">
                <a:solidFill>
                  <a:schemeClr val="bg2"/>
                </a:solidFill>
              </a:defRPr>
            </a:lvl7pPr>
            <a:lvl8pPr marL="593725" indent="-161925">
              <a:defRPr sz="900">
                <a:solidFill>
                  <a:schemeClr val="bg2"/>
                </a:solidFill>
              </a:defRPr>
            </a:lvl8pPr>
            <a:lvl9pPr marL="593725" indent="-161925">
              <a:defRPr sz="900">
                <a:solidFill>
                  <a:schemeClr val="bg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7" name="Fußzeilenplatzhalter 6"/>
          <p:cNvSpPr>
            <a:spLocks noGrp="1"/>
          </p:cNvSpPr>
          <p:nvPr>
            <p:ph type="ftr" sz="quarter" idx="21"/>
          </p:nvPr>
        </p:nvSpPr>
        <p:spPr bwMode="gray"/>
        <p:txBody>
          <a:bodyPr/>
          <a:lstStyle/>
          <a:p>
            <a:r>
              <a:rPr lang="en-US"/>
              <a:t>Presentation title    |    ONLY FOR INTERNAL USE</a:t>
            </a:r>
          </a:p>
        </p:txBody>
      </p:sp>
      <p:sp>
        <p:nvSpPr>
          <p:cNvPr id="8" name="Foliennummernplatzhalter 7"/>
          <p:cNvSpPr>
            <a:spLocks noGrp="1"/>
          </p:cNvSpPr>
          <p:nvPr>
            <p:ph type="sldNum" sz="quarter" idx="22"/>
          </p:nvPr>
        </p:nvSpPr>
        <p:spPr bwMode="gray"/>
        <p:txBody>
          <a:bodyPr/>
          <a:lstStyle/>
          <a:p>
            <a:fld id="{DF4E8F9F-5B1F-4F5B-BE49-3245D8C18D9F}" type="slidenum">
              <a:rPr lang="en-US" smtClean="0"/>
              <a:t>‹#›</a:t>
            </a:fld>
            <a:endParaRPr lang="en-US"/>
          </a:p>
        </p:txBody>
      </p:sp>
      <p:pic>
        <p:nvPicPr>
          <p:cNvPr id="9" name="Grafik 8"/>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359568" y="4623752"/>
            <a:ext cx="926100" cy="279545"/>
          </a:xfrm>
          <a:prstGeom prst="rect">
            <a:avLst/>
          </a:prstGeom>
        </p:spPr>
      </p:pic>
    </p:spTree>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userDrawn="1">
  <p:cSld name="Content and margin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359569" y="356566"/>
            <a:ext cx="5535216" cy="54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359569" y="1059656"/>
            <a:ext cx="5535216" cy="3294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Textplatzhalter 7"/>
          <p:cNvSpPr>
            <a:spLocks noGrp="1"/>
          </p:cNvSpPr>
          <p:nvPr>
            <p:ph type="body" sz="quarter" idx="13" hasCustomPrompt="1"/>
          </p:nvPr>
        </p:nvSpPr>
        <p:spPr bwMode="gray">
          <a:xfrm>
            <a:off x="360000" y="4353960"/>
            <a:ext cx="5535000" cy="108000"/>
          </a:xfrm>
        </p:spPr>
        <p:txBody>
          <a:bodyPr anchor="b"/>
          <a:lstStyle>
            <a:lvl1pPr marL="0" indent="0">
              <a:lnSpc>
                <a:spcPct val="100000"/>
              </a:lnSpc>
              <a:spcBef>
                <a:spcPts val="0"/>
              </a:spcBef>
              <a:spcAft>
                <a:spcPts val="0"/>
              </a:spcAft>
              <a:buFont typeface="Arial" panose="020B0604020202020204" pitchFamily="34" charset="0"/>
              <a:buNone/>
              <a:defRPr sz="600" b="0"/>
            </a:lvl1pPr>
            <a:lvl2pPr marL="0" indent="0">
              <a:lnSpc>
                <a:spcPct val="100000"/>
              </a:lnSpc>
              <a:spcBef>
                <a:spcPts val="0"/>
              </a:spcBef>
              <a:spcAft>
                <a:spcPts val="0"/>
              </a:spcAft>
              <a:buFont typeface="Arial" panose="020B0604020202020204" pitchFamily="34" charset="0"/>
              <a:buNone/>
              <a:defRPr sz="600" b="0"/>
            </a:lvl2pPr>
            <a:lvl3pPr marL="0" indent="0">
              <a:lnSpc>
                <a:spcPct val="100000"/>
              </a:lnSpc>
              <a:spcBef>
                <a:spcPts val="0"/>
              </a:spcBef>
              <a:spcAft>
                <a:spcPts val="0"/>
              </a:spcAft>
              <a:buNone/>
              <a:defRPr sz="600" b="0"/>
            </a:lvl3pPr>
            <a:lvl4pPr marL="0" indent="0">
              <a:lnSpc>
                <a:spcPct val="100000"/>
              </a:lnSpc>
              <a:spcBef>
                <a:spcPts val="0"/>
              </a:spcBef>
              <a:spcAft>
                <a:spcPts val="0"/>
              </a:spcAft>
              <a:buNone/>
              <a:defRPr sz="600" b="0"/>
            </a:lvl4pPr>
            <a:lvl5pPr marL="0" indent="0">
              <a:lnSpc>
                <a:spcPct val="100000"/>
              </a:lnSpc>
              <a:spcBef>
                <a:spcPts val="0"/>
              </a:spcBef>
              <a:spcAft>
                <a:spcPts val="0"/>
              </a:spcAft>
              <a:buNone/>
              <a:defRPr sz="600" b="0"/>
            </a:lvl5pPr>
            <a:lvl6pPr marL="0" indent="0">
              <a:lnSpc>
                <a:spcPct val="100000"/>
              </a:lnSpc>
              <a:spcBef>
                <a:spcPts val="0"/>
              </a:spcBef>
              <a:spcAft>
                <a:spcPts val="0"/>
              </a:spcAft>
              <a:buNone/>
              <a:defRPr sz="600" b="0"/>
            </a:lvl6pPr>
            <a:lvl7pPr marL="0" indent="0">
              <a:lnSpc>
                <a:spcPct val="100000"/>
              </a:lnSpc>
              <a:spcBef>
                <a:spcPts val="0"/>
              </a:spcBef>
              <a:spcAft>
                <a:spcPts val="0"/>
              </a:spcAft>
              <a:buNone/>
              <a:defRPr sz="600" b="0"/>
            </a:lvl7pPr>
            <a:lvl8pPr marL="0" indent="0">
              <a:lnSpc>
                <a:spcPct val="100000"/>
              </a:lnSpc>
              <a:spcBef>
                <a:spcPts val="0"/>
              </a:spcBef>
              <a:spcAft>
                <a:spcPts val="0"/>
              </a:spcAft>
              <a:buNone/>
              <a:defRPr sz="600" b="0"/>
            </a:lvl8pPr>
            <a:lvl9pPr marL="0" indent="0">
              <a:lnSpc>
                <a:spcPct val="100000"/>
              </a:lnSpc>
              <a:spcBef>
                <a:spcPts val="0"/>
              </a:spcBef>
              <a:spcAft>
                <a:spcPts val="0"/>
              </a:spcAft>
              <a:buNone/>
              <a:defRPr sz="600" b="0"/>
            </a:lvl9pPr>
          </a:lstStyle>
          <a:p>
            <a:pPr lvl="0"/>
            <a:r>
              <a:rPr lang="en-US"/>
              <a:t>Footnote/Source</a:t>
            </a:r>
          </a:p>
        </p:txBody>
      </p:sp>
      <p:sp>
        <p:nvSpPr>
          <p:cNvPr id="4" name="Rechteck 3"/>
          <p:cNvSpPr/>
          <p:nvPr userDrawn="1"/>
        </p:nvSpPr>
        <p:spPr bwMode="gray">
          <a:xfrm>
            <a:off x="6462900" y="0"/>
            <a:ext cx="2681100" cy="5143500"/>
          </a:xfrm>
          <a:prstGeom prst="rect">
            <a:avLst/>
          </a:prstGeom>
          <a:solidFill>
            <a:srgbClr val="E5E3DE"/>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solidFill>
                <a:schemeClr val="tx1"/>
              </a:solidFill>
            </a:endParaRPr>
          </a:p>
        </p:txBody>
      </p:sp>
      <p:sp>
        <p:nvSpPr>
          <p:cNvPr id="5" name="Inhaltsplatzhalter 2"/>
          <p:cNvSpPr>
            <a:spLocks noGrp="1"/>
          </p:cNvSpPr>
          <p:nvPr>
            <p:ph idx="16" hasCustomPrompt="1"/>
          </p:nvPr>
        </p:nvSpPr>
        <p:spPr bwMode="gray">
          <a:xfrm>
            <a:off x="6678468" y="357503"/>
            <a:ext cx="2106000" cy="4104000"/>
          </a:xfrm>
          <a:noFill/>
        </p:spPr>
        <p:txBody>
          <a:bodyPr lIns="0" tIns="0" rIns="0"/>
          <a:lstStyle>
            <a:lvl1pPr>
              <a:defRPr sz="900">
                <a:solidFill>
                  <a:schemeClr val="bg2"/>
                </a:solidFill>
              </a:defRPr>
            </a:lvl1pPr>
            <a:lvl2pPr>
              <a:defRPr sz="900">
                <a:solidFill>
                  <a:schemeClr val="bg2"/>
                </a:solidFill>
              </a:defRPr>
            </a:lvl2pPr>
            <a:lvl3pPr>
              <a:defRPr sz="900">
                <a:solidFill>
                  <a:schemeClr val="bg2"/>
                </a:solidFill>
              </a:defRPr>
            </a:lvl3pPr>
            <a:lvl4pPr>
              <a:defRPr sz="900">
                <a:solidFill>
                  <a:schemeClr val="bg2"/>
                </a:solidFill>
              </a:defRPr>
            </a:lvl4pPr>
            <a:lvl5pPr marL="593725" indent="-161925">
              <a:defRPr sz="900">
                <a:solidFill>
                  <a:schemeClr val="bg2"/>
                </a:solidFill>
              </a:defRPr>
            </a:lvl5pPr>
            <a:lvl6pPr marL="593725" indent="-161925">
              <a:defRPr sz="900">
                <a:solidFill>
                  <a:schemeClr val="bg2"/>
                </a:solidFill>
              </a:defRPr>
            </a:lvl6pPr>
            <a:lvl7pPr marL="593725" indent="-161925">
              <a:defRPr sz="900">
                <a:solidFill>
                  <a:schemeClr val="bg2"/>
                </a:solidFill>
              </a:defRPr>
            </a:lvl7pPr>
            <a:lvl8pPr marL="593725" indent="-161925">
              <a:defRPr sz="900">
                <a:solidFill>
                  <a:schemeClr val="bg2"/>
                </a:solidFill>
              </a:defRPr>
            </a:lvl8pPr>
            <a:lvl9pPr marL="593725" indent="-161925">
              <a:defRPr sz="900">
                <a:solidFill>
                  <a:schemeClr val="bg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10" name="Foliennummernplatzhalter 9"/>
          <p:cNvSpPr>
            <a:spLocks noGrp="1"/>
          </p:cNvSpPr>
          <p:nvPr>
            <p:ph type="sldNum" sz="quarter" idx="18"/>
          </p:nvPr>
        </p:nvSpPr>
        <p:spPr bwMode="gray">
          <a:xfrm>
            <a:off x="8568444" y="4685127"/>
            <a:ext cx="216000" cy="216000"/>
          </a:xfrm>
        </p:spPr>
        <p:txBody>
          <a:bodyPr/>
          <a:lstStyle/>
          <a:p>
            <a:fld id="{8FF9B0DE-3FEB-4AA0-B465-B80EF7C1333D}" type="slidenum">
              <a:rPr lang="en-US" smtClean="0"/>
              <a:t>‹#›</a:t>
            </a:fld>
            <a:endParaRPr lang="en-US"/>
          </a:p>
        </p:txBody>
      </p:sp>
      <p:sp>
        <p:nvSpPr>
          <p:cNvPr id="7" name="Fußzeilenplatzhalter 6"/>
          <p:cNvSpPr>
            <a:spLocks noGrp="1"/>
          </p:cNvSpPr>
          <p:nvPr>
            <p:ph type="ftr" sz="quarter" idx="19"/>
          </p:nvPr>
        </p:nvSpPr>
        <p:spPr bwMode="gray">
          <a:xfrm>
            <a:off x="6678468" y="4685127"/>
            <a:ext cx="1835970" cy="216000"/>
          </a:xfrm>
        </p:spPr>
        <p:txBody>
          <a:bodyPr/>
          <a:lstStyle/>
          <a:p>
            <a:r>
              <a:rPr lang="en-US"/>
              <a:t>Presentation title    |    </a:t>
            </a:r>
          </a:p>
          <a:p>
            <a:r>
              <a:rPr lang="en-US"/>
              <a:t>ONLY FOR INTERNAL USE</a:t>
            </a:r>
          </a:p>
        </p:txBody>
      </p:sp>
      <p:sp>
        <p:nvSpPr>
          <p:cNvPr id="6" name="Arrow: Pentagon 5"/>
          <p:cNvSpPr/>
          <p:nvPr userDrawn="1"/>
        </p:nvSpPr>
        <p:spPr bwMode="gray">
          <a:xfrm flipH="1">
            <a:off x="9162660" y="4624008"/>
            <a:ext cx="1242000" cy="324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35000" rtlCol="0" anchor="ctr"/>
          <a:lstStyle/>
          <a:p>
            <a:pPr algn="l">
              <a:lnSpc>
                <a:spcPct val="140000"/>
              </a:lnSpc>
            </a:pPr>
            <a:r>
              <a:rPr lang="en-GB" sz="600" b="1">
                <a:solidFill>
                  <a:srgbClr val="076D7E"/>
                </a:solidFill>
                <a:latin typeface="+mj-lt"/>
              </a:rPr>
              <a:t>This layout: title first line, classification second line</a:t>
            </a:r>
            <a:endParaRPr lang="en-US" sz="600" b="1">
              <a:solidFill>
                <a:srgbClr val="076D7E"/>
              </a:solidFill>
              <a:latin typeface="+mj-lt"/>
            </a:endParaRPr>
          </a:p>
        </p:txBody>
      </p:sp>
    </p:spTree>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userDrawn="1">
  <p:cSld name="Content and margin dark">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3006328" y="356566"/>
            <a:ext cx="5778432" cy="54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3006328" y="1059656"/>
            <a:ext cx="5778104" cy="3294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Textplatzhalter 7"/>
          <p:cNvSpPr>
            <a:spLocks noGrp="1"/>
          </p:cNvSpPr>
          <p:nvPr>
            <p:ph type="body" sz="quarter" idx="13" hasCustomPrompt="1"/>
          </p:nvPr>
        </p:nvSpPr>
        <p:spPr bwMode="gray">
          <a:xfrm>
            <a:off x="3006328" y="4353960"/>
            <a:ext cx="5778000" cy="108000"/>
          </a:xfrm>
        </p:spPr>
        <p:txBody>
          <a:bodyPr anchor="b"/>
          <a:lstStyle>
            <a:lvl1pPr marL="0" indent="0">
              <a:lnSpc>
                <a:spcPct val="100000"/>
              </a:lnSpc>
              <a:spcBef>
                <a:spcPts val="0"/>
              </a:spcBef>
              <a:spcAft>
                <a:spcPts val="0"/>
              </a:spcAft>
              <a:buFont typeface="Arial" panose="020B0604020202020204" pitchFamily="34" charset="0"/>
              <a:buNone/>
              <a:defRPr sz="600" b="0"/>
            </a:lvl1pPr>
            <a:lvl2pPr marL="0" indent="0">
              <a:lnSpc>
                <a:spcPct val="100000"/>
              </a:lnSpc>
              <a:spcBef>
                <a:spcPts val="0"/>
              </a:spcBef>
              <a:spcAft>
                <a:spcPts val="0"/>
              </a:spcAft>
              <a:buFont typeface="Arial" panose="020B0604020202020204" pitchFamily="34" charset="0"/>
              <a:buNone/>
              <a:defRPr sz="600" b="0"/>
            </a:lvl2pPr>
            <a:lvl3pPr marL="0" indent="0">
              <a:lnSpc>
                <a:spcPct val="100000"/>
              </a:lnSpc>
              <a:spcBef>
                <a:spcPts val="0"/>
              </a:spcBef>
              <a:spcAft>
                <a:spcPts val="0"/>
              </a:spcAft>
              <a:buNone/>
              <a:defRPr sz="600" b="0"/>
            </a:lvl3pPr>
            <a:lvl4pPr marL="0" indent="0">
              <a:lnSpc>
                <a:spcPct val="100000"/>
              </a:lnSpc>
              <a:spcBef>
                <a:spcPts val="0"/>
              </a:spcBef>
              <a:spcAft>
                <a:spcPts val="0"/>
              </a:spcAft>
              <a:buNone/>
              <a:defRPr sz="600" b="0"/>
            </a:lvl4pPr>
            <a:lvl5pPr marL="0" indent="0">
              <a:lnSpc>
                <a:spcPct val="100000"/>
              </a:lnSpc>
              <a:spcBef>
                <a:spcPts val="0"/>
              </a:spcBef>
              <a:spcAft>
                <a:spcPts val="0"/>
              </a:spcAft>
              <a:buNone/>
              <a:defRPr sz="600" b="0"/>
            </a:lvl5pPr>
            <a:lvl6pPr marL="0" indent="0">
              <a:lnSpc>
                <a:spcPct val="100000"/>
              </a:lnSpc>
              <a:spcBef>
                <a:spcPts val="0"/>
              </a:spcBef>
              <a:spcAft>
                <a:spcPts val="0"/>
              </a:spcAft>
              <a:buNone/>
              <a:defRPr sz="600" b="0"/>
            </a:lvl6pPr>
            <a:lvl7pPr marL="0" indent="0">
              <a:lnSpc>
                <a:spcPct val="100000"/>
              </a:lnSpc>
              <a:spcBef>
                <a:spcPts val="0"/>
              </a:spcBef>
              <a:spcAft>
                <a:spcPts val="0"/>
              </a:spcAft>
              <a:buNone/>
              <a:defRPr sz="600" b="0"/>
            </a:lvl7pPr>
            <a:lvl8pPr marL="0" indent="0">
              <a:lnSpc>
                <a:spcPct val="100000"/>
              </a:lnSpc>
              <a:spcBef>
                <a:spcPts val="0"/>
              </a:spcBef>
              <a:spcAft>
                <a:spcPts val="0"/>
              </a:spcAft>
              <a:buNone/>
              <a:defRPr sz="600" b="0"/>
            </a:lvl8pPr>
            <a:lvl9pPr marL="0" indent="0">
              <a:lnSpc>
                <a:spcPct val="100000"/>
              </a:lnSpc>
              <a:spcBef>
                <a:spcPts val="0"/>
              </a:spcBef>
              <a:spcAft>
                <a:spcPts val="0"/>
              </a:spcAft>
              <a:buNone/>
              <a:defRPr sz="600" b="0"/>
            </a:lvl9pPr>
          </a:lstStyle>
          <a:p>
            <a:pPr lvl="0"/>
            <a:r>
              <a:rPr lang="en-US"/>
              <a:t>Footnote/Source</a:t>
            </a:r>
          </a:p>
        </p:txBody>
      </p:sp>
      <p:sp>
        <p:nvSpPr>
          <p:cNvPr id="2" name="Rechteck 1"/>
          <p:cNvSpPr/>
          <p:nvPr userDrawn="1"/>
        </p:nvSpPr>
        <p:spPr bwMode="ltGray">
          <a:xfrm>
            <a:off x="0" y="0"/>
            <a:ext cx="2681100" cy="5143500"/>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solidFill>
                <a:schemeClr val="tx1"/>
              </a:solidFill>
            </a:endParaRPr>
          </a:p>
        </p:txBody>
      </p:sp>
      <p:sp>
        <p:nvSpPr>
          <p:cNvPr id="13" name="Inhaltsplatzhalter 2"/>
          <p:cNvSpPr>
            <a:spLocks noGrp="1"/>
          </p:cNvSpPr>
          <p:nvPr>
            <p:ph idx="16" hasCustomPrompt="1"/>
          </p:nvPr>
        </p:nvSpPr>
        <p:spPr bwMode="white">
          <a:xfrm>
            <a:off x="359532" y="357503"/>
            <a:ext cx="2106000" cy="4104000"/>
          </a:xfrm>
          <a:noFill/>
        </p:spPr>
        <p:txBody>
          <a:bodyPr lIns="0" tIns="0" rIns="0"/>
          <a:lstStyle>
            <a:lvl1pPr>
              <a:defRPr sz="900">
                <a:solidFill>
                  <a:schemeClr val="tx2"/>
                </a:solidFill>
              </a:defRPr>
            </a:lvl1pPr>
            <a:lvl2pPr>
              <a:defRPr sz="900">
                <a:solidFill>
                  <a:schemeClr val="tx2"/>
                </a:solidFill>
              </a:defRPr>
            </a:lvl2pPr>
            <a:lvl3pPr>
              <a:defRPr sz="900">
                <a:solidFill>
                  <a:schemeClr val="tx2"/>
                </a:solidFill>
              </a:defRPr>
            </a:lvl3pPr>
            <a:lvl4pPr>
              <a:defRPr sz="900">
                <a:solidFill>
                  <a:schemeClr val="tx2"/>
                </a:solidFill>
              </a:defRPr>
            </a:lvl4pPr>
            <a:lvl5pPr marL="593725" indent="-161925">
              <a:defRPr sz="900">
                <a:solidFill>
                  <a:schemeClr val="tx2"/>
                </a:solidFill>
              </a:defRPr>
            </a:lvl5pPr>
            <a:lvl6pPr marL="593725" indent="-161925">
              <a:defRPr sz="900">
                <a:solidFill>
                  <a:schemeClr val="tx2"/>
                </a:solidFill>
              </a:defRPr>
            </a:lvl6pPr>
            <a:lvl7pPr marL="593725" indent="-161925">
              <a:defRPr sz="900">
                <a:solidFill>
                  <a:schemeClr val="tx2"/>
                </a:solidFill>
              </a:defRPr>
            </a:lvl7pPr>
            <a:lvl8pPr marL="593725" indent="-161925">
              <a:defRPr sz="900">
                <a:solidFill>
                  <a:schemeClr val="tx2"/>
                </a:solidFill>
              </a:defRPr>
            </a:lvl8pPr>
            <a:lvl9pPr marL="593725" indent="-161925">
              <a:defRPr sz="900">
                <a:solidFill>
                  <a:schemeClr val="tx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Fußzeilenplatzhalter 7"/>
          <p:cNvSpPr>
            <a:spLocks noGrp="1"/>
          </p:cNvSpPr>
          <p:nvPr>
            <p:ph type="ftr" sz="quarter" idx="21"/>
          </p:nvPr>
        </p:nvSpPr>
        <p:spPr bwMode="gray"/>
        <p:txBody>
          <a:bodyPr/>
          <a:lstStyle/>
          <a:p>
            <a:r>
              <a:rPr lang="en-US"/>
              <a:t>Presentation title    |    ONLY FOR INTERNAL USE</a:t>
            </a:r>
          </a:p>
        </p:txBody>
      </p:sp>
      <p:sp>
        <p:nvSpPr>
          <p:cNvPr id="9" name="Foliennummernplatzhalter 8"/>
          <p:cNvSpPr>
            <a:spLocks noGrp="1"/>
          </p:cNvSpPr>
          <p:nvPr>
            <p:ph type="sldNum" sz="quarter" idx="22"/>
          </p:nvPr>
        </p:nvSpPr>
        <p:spPr bwMode="gray"/>
        <p:txBody>
          <a:bodyPr/>
          <a:lstStyle/>
          <a:p>
            <a:fld id="{DF4E8F9F-5B1F-4F5B-BE49-3245D8C18D9F}" type="slidenum">
              <a:rPr lang="en-US" smtClean="0"/>
              <a:t>‹#›</a:t>
            </a:fld>
            <a:endParaRPr lang="en-US"/>
          </a:p>
        </p:txBody>
      </p:sp>
      <p:pic>
        <p:nvPicPr>
          <p:cNvPr id="11" name="Grafik 10"/>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359568" y="4623752"/>
            <a:ext cx="926100" cy="279545"/>
          </a:xfrm>
          <a:prstGeom prst="rect">
            <a:avLst/>
          </a:prstGeom>
        </p:spPr>
      </p:pic>
    </p:spTree>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userDrawn="1">
  <p:cSld name="Content and margin dark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359569" y="356566"/>
            <a:ext cx="5535216" cy="54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359569" y="1059656"/>
            <a:ext cx="5535216" cy="3294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Textplatzhalter 7"/>
          <p:cNvSpPr>
            <a:spLocks noGrp="1"/>
          </p:cNvSpPr>
          <p:nvPr>
            <p:ph type="body" sz="quarter" idx="13" hasCustomPrompt="1"/>
          </p:nvPr>
        </p:nvSpPr>
        <p:spPr bwMode="gray">
          <a:xfrm>
            <a:off x="360000" y="4353960"/>
            <a:ext cx="5535000" cy="108000"/>
          </a:xfrm>
        </p:spPr>
        <p:txBody>
          <a:bodyPr anchor="b"/>
          <a:lstStyle>
            <a:lvl1pPr marL="0" indent="0">
              <a:lnSpc>
                <a:spcPct val="100000"/>
              </a:lnSpc>
              <a:spcBef>
                <a:spcPts val="0"/>
              </a:spcBef>
              <a:spcAft>
                <a:spcPts val="0"/>
              </a:spcAft>
              <a:buFont typeface="Arial" panose="020B0604020202020204" pitchFamily="34" charset="0"/>
              <a:buNone/>
              <a:defRPr sz="600" b="0"/>
            </a:lvl1pPr>
            <a:lvl2pPr marL="0" indent="0">
              <a:lnSpc>
                <a:spcPct val="100000"/>
              </a:lnSpc>
              <a:spcBef>
                <a:spcPts val="0"/>
              </a:spcBef>
              <a:spcAft>
                <a:spcPts val="0"/>
              </a:spcAft>
              <a:buFont typeface="Arial" panose="020B0604020202020204" pitchFamily="34" charset="0"/>
              <a:buNone/>
              <a:defRPr sz="600" b="0"/>
            </a:lvl2pPr>
            <a:lvl3pPr marL="0" indent="0">
              <a:lnSpc>
                <a:spcPct val="100000"/>
              </a:lnSpc>
              <a:spcBef>
                <a:spcPts val="0"/>
              </a:spcBef>
              <a:spcAft>
                <a:spcPts val="0"/>
              </a:spcAft>
              <a:buNone/>
              <a:defRPr sz="600" b="0"/>
            </a:lvl3pPr>
            <a:lvl4pPr marL="0" indent="0">
              <a:lnSpc>
                <a:spcPct val="100000"/>
              </a:lnSpc>
              <a:spcBef>
                <a:spcPts val="0"/>
              </a:spcBef>
              <a:spcAft>
                <a:spcPts val="0"/>
              </a:spcAft>
              <a:buNone/>
              <a:defRPr sz="600" b="0"/>
            </a:lvl4pPr>
            <a:lvl5pPr marL="0" indent="0">
              <a:lnSpc>
                <a:spcPct val="100000"/>
              </a:lnSpc>
              <a:spcBef>
                <a:spcPts val="0"/>
              </a:spcBef>
              <a:spcAft>
                <a:spcPts val="0"/>
              </a:spcAft>
              <a:buNone/>
              <a:defRPr sz="600" b="0"/>
            </a:lvl5pPr>
            <a:lvl6pPr marL="0" indent="0">
              <a:lnSpc>
                <a:spcPct val="100000"/>
              </a:lnSpc>
              <a:spcBef>
                <a:spcPts val="0"/>
              </a:spcBef>
              <a:spcAft>
                <a:spcPts val="0"/>
              </a:spcAft>
              <a:buNone/>
              <a:defRPr sz="600" b="0"/>
            </a:lvl6pPr>
            <a:lvl7pPr marL="0" indent="0">
              <a:lnSpc>
                <a:spcPct val="100000"/>
              </a:lnSpc>
              <a:spcBef>
                <a:spcPts val="0"/>
              </a:spcBef>
              <a:spcAft>
                <a:spcPts val="0"/>
              </a:spcAft>
              <a:buNone/>
              <a:defRPr sz="600" b="0"/>
            </a:lvl7pPr>
            <a:lvl8pPr marL="0" indent="0">
              <a:lnSpc>
                <a:spcPct val="100000"/>
              </a:lnSpc>
              <a:spcBef>
                <a:spcPts val="0"/>
              </a:spcBef>
              <a:spcAft>
                <a:spcPts val="0"/>
              </a:spcAft>
              <a:buNone/>
              <a:defRPr sz="600" b="0"/>
            </a:lvl8pPr>
            <a:lvl9pPr marL="0" indent="0">
              <a:lnSpc>
                <a:spcPct val="100000"/>
              </a:lnSpc>
              <a:spcBef>
                <a:spcPts val="0"/>
              </a:spcBef>
              <a:spcAft>
                <a:spcPts val="0"/>
              </a:spcAft>
              <a:buNone/>
              <a:defRPr sz="600" b="0"/>
            </a:lvl9pPr>
          </a:lstStyle>
          <a:p>
            <a:pPr lvl="0"/>
            <a:r>
              <a:rPr lang="en-US"/>
              <a:t>Footnote/Source</a:t>
            </a:r>
          </a:p>
        </p:txBody>
      </p:sp>
      <p:sp>
        <p:nvSpPr>
          <p:cNvPr id="4" name="Rechteck 3"/>
          <p:cNvSpPr/>
          <p:nvPr userDrawn="1"/>
        </p:nvSpPr>
        <p:spPr bwMode="ltGray">
          <a:xfrm>
            <a:off x="6462900" y="0"/>
            <a:ext cx="2681100" cy="5143500"/>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solidFill>
                <a:schemeClr val="tx1"/>
              </a:solidFill>
            </a:endParaRPr>
          </a:p>
        </p:txBody>
      </p:sp>
      <p:sp>
        <p:nvSpPr>
          <p:cNvPr id="5" name="Inhaltsplatzhalter 2"/>
          <p:cNvSpPr>
            <a:spLocks noGrp="1"/>
          </p:cNvSpPr>
          <p:nvPr>
            <p:ph idx="16" hasCustomPrompt="1"/>
          </p:nvPr>
        </p:nvSpPr>
        <p:spPr bwMode="white">
          <a:xfrm>
            <a:off x="6678468" y="357503"/>
            <a:ext cx="2106000" cy="4104000"/>
          </a:xfrm>
          <a:noFill/>
        </p:spPr>
        <p:txBody>
          <a:bodyPr lIns="0" tIns="0" rIns="0"/>
          <a:lstStyle>
            <a:lvl1pPr>
              <a:defRPr sz="900">
                <a:solidFill>
                  <a:schemeClr val="tx2"/>
                </a:solidFill>
              </a:defRPr>
            </a:lvl1pPr>
            <a:lvl2pPr>
              <a:defRPr sz="900">
                <a:solidFill>
                  <a:schemeClr val="tx2"/>
                </a:solidFill>
              </a:defRPr>
            </a:lvl2pPr>
            <a:lvl3pPr>
              <a:defRPr sz="900">
                <a:solidFill>
                  <a:schemeClr val="tx2"/>
                </a:solidFill>
              </a:defRPr>
            </a:lvl3pPr>
            <a:lvl4pPr>
              <a:defRPr sz="900">
                <a:solidFill>
                  <a:schemeClr val="tx2"/>
                </a:solidFill>
              </a:defRPr>
            </a:lvl4pPr>
            <a:lvl5pPr marL="593725" indent="-161925">
              <a:defRPr sz="900">
                <a:solidFill>
                  <a:schemeClr val="tx2"/>
                </a:solidFill>
              </a:defRPr>
            </a:lvl5pPr>
            <a:lvl6pPr marL="593725" indent="-161925">
              <a:defRPr sz="900">
                <a:solidFill>
                  <a:schemeClr val="tx2"/>
                </a:solidFill>
              </a:defRPr>
            </a:lvl6pPr>
            <a:lvl7pPr marL="593725" indent="-161925">
              <a:defRPr sz="900">
                <a:solidFill>
                  <a:schemeClr val="tx2"/>
                </a:solidFill>
              </a:defRPr>
            </a:lvl7pPr>
            <a:lvl8pPr marL="593725" indent="-161925">
              <a:defRPr sz="900">
                <a:solidFill>
                  <a:schemeClr val="tx2"/>
                </a:solidFill>
              </a:defRPr>
            </a:lvl8pPr>
            <a:lvl9pPr marL="593725" indent="-161925">
              <a:defRPr sz="900">
                <a:solidFill>
                  <a:schemeClr val="tx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10" name="Foliennummernplatzhalter 9"/>
          <p:cNvSpPr>
            <a:spLocks noGrp="1"/>
          </p:cNvSpPr>
          <p:nvPr>
            <p:ph type="sldNum" sz="quarter" idx="18"/>
          </p:nvPr>
        </p:nvSpPr>
        <p:spPr bwMode="gray">
          <a:xfrm>
            <a:off x="8568444" y="4685127"/>
            <a:ext cx="216000" cy="216000"/>
          </a:xfrm>
        </p:spPr>
        <p:txBody>
          <a:bodyPr/>
          <a:lstStyle>
            <a:lvl1pPr>
              <a:defRPr>
                <a:solidFill>
                  <a:schemeClr val="bg1"/>
                </a:solidFill>
              </a:defRPr>
            </a:lvl1pPr>
          </a:lstStyle>
          <a:p>
            <a:fld id="{8FF9B0DE-3FEB-4AA0-B465-B80EF7C1333D}" type="slidenum">
              <a:rPr lang="en-US" smtClean="0"/>
              <a:t>‹#›</a:t>
            </a:fld>
            <a:endParaRPr lang="en-US"/>
          </a:p>
        </p:txBody>
      </p:sp>
      <p:sp>
        <p:nvSpPr>
          <p:cNvPr id="6" name="Fußzeilenplatzhalter 5"/>
          <p:cNvSpPr>
            <a:spLocks noGrp="1"/>
          </p:cNvSpPr>
          <p:nvPr>
            <p:ph type="ftr" sz="quarter" idx="19"/>
          </p:nvPr>
        </p:nvSpPr>
        <p:spPr bwMode="gray">
          <a:xfrm>
            <a:off x="6678468" y="4685127"/>
            <a:ext cx="1835970" cy="216000"/>
          </a:xfrm>
        </p:spPr>
        <p:txBody>
          <a:bodyPr/>
          <a:lstStyle>
            <a:lvl1pPr>
              <a:defRPr>
                <a:solidFill>
                  <a:schemeClr val="bg1"/>
                </a:solidFill>
              </a:defRPr>
            </a:lvl1pPr>
          </a:lstStyle>
          <a:p>
            <a:r>
              <a:rPr lang="en-US"/>
              <a:t>Presentation title    |    </a:t>
            </a:r>
          </a:p>
          <a:p>
            <a:r>
              <a:rPr lang="en-US"/>
              <a:t>ONLY FOR INTERNAL USE</a:t>
            </a:r>
          </a:p>
        </p:txBody>
      </p:sp>
      <p:sp>
        <p:nvSpPr>
          <p:cNvPr id="7" name="Arrow: Pentagon 6"/>
          <p:cNvSpPr/>
          <p:nvPr userDrawn="1"/>
        </p:nvSpPr>
        <p:spPr bwMode="gray">
          <a:xfrm flipH="1">
            <a:off x="9162660" y="4624008"/>
            <a:ext cx="1242000" cy="324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35000" rtlCol="0" anchor="ctr"/>
          <a:lstStyle/>
          <a:p>
            <a:pPr algn="l">
              <a:lnSpc>
                <a:spcPct val="140000"/>
              </a:lnSpc>
            </a:pPr>
            <a:r>
              <a:rPr lang="en-GB" sz="600" b="1">
                <a:solidFill>
                  <a:srgbClr val="076D7E"/>
                </a:solidFill>
                <a:latin typeface="+mj-lt"/>
              </a:rPr>
              <a:t>This layout: title first line, classification second line</a:t>
            </a:r>
            <a:endParaRPr lang="en-US" sz="600" b="1">
              <a:solidFill>
                <a:srgbClr val="076D7E"/>
              </a:solidFill>
              <a:latin typeface="+mj-lt"/>
            </a:endParaRPr>
          </a:p>
        </p:txBody>
      </p:sp>
    </p:spTree>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userDrawn="1">
  <p:cSld name="Two contents">
    <p:spTree>
      <p:nvGrpSpPr>
        <p:cNvPr id="1" name=""/>
        <p:cNvGrpSpPr/>
        <p:nvPr/>
      </p:nvGrpSpPr>
      <p:grpSpPr>
        <a:xfrm>
          <a:off x="0" y="0"/>
          <a:ext cx="0" cy="0"/>
          <a:chOff x="0" y="0"/>
          <a:chExt cx="0" cy="0"/>
        </a:xfrm>
      </p:grpSpPr>
      <p:sp>
        <p:nvSpPr>
          <p:cNvPr id="5" name="Titel 4"/>
          <p:cNvSpPr>
            <a:spLocks noGrp="1"/>
          </p:cNvSpPr>
          <p:nvPr>
            <p:ph type="title" hasCustomPrompt="1"/>
          </p:nvPr>
        </p:nvSpPr>
        <p:spPr bwMode="gray"/>
        <p:txBody>
          <a:bodyPr/>
          <a:lstStyle/>
          <a:p>
            <a:r>
              <a:rPr lang="en-US"/>
              <a:t>Mastertitelformat bearbeiten</a:t>
            </a:r>
          </a:p>
        </p:txBody>
      </p:sp>
      <p:sp>
        <p:nvSpPr>
          <p:cNvPr id="3" name="Inhaltsplatzhalter 2"/>
          <p:cNvSpPr>
            <a:spLocks noGrp="1"/>
          </p:cNvSpPr>
          <p:nvPr>
            <p:ph idx="1" hasCustomPrompt="1"/>
          </p:nvPr>
        </p:nvSpPr>
        <p:spPr bwMode="gray">
          <a:xfrm>
            <a:off x="359569" y="1059657"/>
            <a:ext cx="4104086" cy="3294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Inhaltsplatzhalter 2"/>
          <p:cNvSpPr>
            <a:spLocks noGrp="1"/>
          </p:cNvSpPr>
          <p:nvPr>
            <p:ph idx="16" hasCustomPrompt="1"/>
          </p:nvPr>
        </p:nvSpPr>
        <p:spPr bwMode="gray">
          <a:xfrm>
            <a:off x="4680346" y="1059657"/>
            <a:ext cx="4104086" cy="3294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360000" y="4353960"/>
            <a:ext cx="8424000" cy="108000"/>
          </a:xfrm>
        </p:spPr>
        <p:txBody>
          <a:bodyPr anchor="b"/>
          <a:lstStyle>
            <a:lvl1pPr marL="0" indent="0">
              <a:lnSpc>
                <a:spcPct val="100000"/>
              </a:lnSpc>
              <a:spcBef>
                <a:spcPts val="0"/>
              </a:spcBef>
              <a:spcAft>
                <a:spcPts val="0"/>
              </a:spcAft>
              <a:buFont typeface="Arial" panose="020B0604020202020204" pitchFamily="34" charset="0"/>
              <a:buNone/>
              <a:defRPr sz="600" b="0"/>
            </a:lvl1pPr>
            <a:lvl2pPr marL="0" indent="0">
              <a:lnSpc>
                <a:spcPct val="100000"/>
              </a:lnSpc>
              <a:spcBef>
                <a:spcPts val="0"/>
              </a:spcBef>
              <a:spcAft>
                <a:spcPts val="0"/>
              </a:spcAft>
              <a:buFont typeface="Arial" panose="020B0604020202020204" pitchFamily="34" charset="0"/>
              <a:buNone/>
              <a:defRPr sz="600" b="0"/>
            </a:lvl2pPr>
            <a:lvl3pPr marL="0" indent="0">
              <a:lnSpc>
                <a:spcPct val="100000"/>
              </a:lnSpc>
              <a:spcBef>
                <a:spcPts val="0"/>
              </a:spcBef>
              <a:spcAft>
                <a:spcPts val="0"/>
              </a:spcAft>
              <a:buNone/>
              <a:defRPr sz="600" b="0"/>
            </a:lvl3pPr>
            <a:lvl4pPr marL="0" indent="0">
              <a:lnSpc>
                <a:spcPct val="100000"/>
              </a:lnSpc>
              <a:spcBef>
                <a:spcPts val="0"/>
              </a:spcBef>
              <a:spcAft>
                <a:spcPts val="0"/>
              </a:spcAft>
              <a:buNone/>
              <a:defRPr sz="600" b="0"/>
            </a:lvl4pPr>
            <a:lvl5pPr marL="0" indent="0">
              <a:lnSpc>
                <a:spcPct val="100000"/>
              </a:lnSpc>
              <a:spcBef>
                <a:spcPts val="0"/>
              </a:spcBef>
              <a:spcAft>
                <a:spcPts val="0"/>
              </a:spcAft>
              <a:buNone/>
              <a:defRPr sz="600" b="0"/>
            </a:lvl5pPr>
            <a:lvl6pPr marL="0" indent="0">
              <a:lnSpc>
                <a:spcPct val="100000"/>
              </a:lnSpc>
              <a:spcBef>
                <a:spcPts val="0"/>
              </a:spcBef>
              <a:spcAft>
                <a:spcPts val="0"/>
              </a:spcAft>
              <a:buNone/>
              <a:defRPr sz="600" b="0"/>
            </a:lvl6pPr>
            <a:lvl7pPr marL="0" indent="0">
              <a:lnSpc>
                <a:spcPct val="100000"/>
              </a:lnSpc>
              <a:spcBef>
                <a:spcPts val="0"/>
              </a:spcBef>
              <a:spcAft>
                <a:spcPts val="0"/>
              </a:spcAft>
              <a:buNone/>
              <a:defRPr sz="600" b="0"/>
            </a:lvl7pPr>
            <a:lvl8pPr marL="0" indent="0">
              <a:lnSpc>
                <a:spcPct val="100000"/>
              </a:lnSpc>
              <a:spcBef>
                <a:spcPts val="0"/>
              </a:spcBef>
              <a:spcAft>
                <a:spcPts val="0"/>
              </a:spcAft>
              <a:buNone/>
              <a:defRPr sz="600" b="0"/>
            </a:lvl8pPr>
            <a:lvl9pPr marL="0" indent="0">
              <a:lnSpc>
                <a:spcPct val="100000"/>
              </a:lnSpc>
              <a:spcBef>
                <a:spcPts val="0"/>
              </a:spcBef>
              <a:spcAft>
                <a:spcPts val="0"/>
              </a:spcAft>
              <a:buNone/>
              <a:defRPr sz="600" b="0"/>
            </a:lvl9pPr>
          </a:lstStyle>
          <a:p>
            <a:pPr lvl="0"/>
            <a:r>
              <a:rPr lang="en-US"/>
              <a:t>Footnote/Source</a:t>
            </a:r>
          </a:p>
        </p:txBody>
      </p:sp>
      <p:sp>
        <p:nvSpPr>
          <p:cNvPr id="10" name="Foliennummernplatzhalter 9"/>
          <p:cNvSpPr>
            <a:spLocks noGrp="1"/>
          </p:cNvSpPr>
          <p:nvPr>
            <p:ph type="sldNum" sz="quarter" idx="15"/>
          </p:nvPr>
        </p:nvSpPr>
        <p:spPr bwMode="gray"/>
        <p:txBody>
          <a:bodyPr/>
          <a:lstStyle/>
          <a:p>
            <a:fld id="{8FF9B0DE-3FEB-4AA0-B465-B80EF7C1333D}" type="slidenum">
              <a:rPr lang="en-US" smtClean="0"/>
              <a:t>‹#›</a:t>
            </a:fld>
            <a:endParaRPr lang="en-US"/>
          </a:p>
        </p:txBody>
      </p:sp>
      <p:sp>
        <p:nvSpPr>
          <p:cNvPr id="7" name="Fußzeilenplatzhalter 6"/>
          <p:cNvSpPr>
            <a:spLocks noGrp="1"/>
          </p:cNvSpPr>
          <p:nvPr>
            <p:ph type="ftr" sz="quarter" idx="21"/>
          </p:nvPr>
        </p:nvSpPr>
        <p:spPr bwMode="gray"/>
        <p:txBody>
          <a:bodyPr/>
          <a:lstStyle/>
          <a:p>
            <a:r>
              <a:rPr lang="en-US"/>
              <a:t>Presentation title    |    ONLY FOR INTERNAL USE</a:t>
            </a:r>
          </a:p>
        </p:txBody>
      </p:sp>
    </p:spTree>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userDrawn="1">
  <p:cSld name="Three contents">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359875" y="1059917"/>
            <a:ext cx="2672954" cy="3294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 name="Inhaltsplatzhalter 2"/>
          <p:cNvSpPr>
            <a:spLocks noGrp="1"/>
          </p:cNvSpPr>
          <p:nvPr>
            <p:ph idx="16" hasCustomPrompt="1"/>
          </p:nvPr>
        </p:nvSpPr>
        <p:spPr bwMode="gray">
          <a:xfrm>
            <a:off x="3249217" y="1059657"/>
            <a:ext cx="2645569" cy="3294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4" name="Inhaltsplatzhalter 2"/>
          <p:cNvSpPr>
            <a:spLocks noGrp="1"/>
          </p:cNvSpPr>
          <p:nvPr>
            <p:ph idx="17" hasCustomPrompt="1"/>
          </p:nvPr>
        </p:nvSpPr>
        <p:spPr bwMode="gray">
          <a:xfrm>
            <a:off x="6111480" y="1059657"/>
            <a:ext cx="2672953" cy="3294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10" name="Foliennummernplatzhalter 9"/>
          <p:cNvSpPr>
            <a:spLocks noGrp="1"/>
          </p:cNvSpPr>
          <p:nvPr>
            <p:ph type="sldNum" sz="quarter" idx="15"/>
          </p:nvPr>
        </p:nvSpPr>
        <p:spPr bwMode="gray"/>
        <p:txBody>
          <a:bodyPr/>
          <a:lstStyle/>
          <a:p>
            <a:fld id="{8FF9B0DE-3FEB-4AA0-B465-B80EF7C1333D}" type="slidenum">
              <a:rPr lang="en-US" smtClean="0"/>
              <a:t>‹#›</a:t>
            </a:fld>
            <a:endParaRPr lang="en-US"/>
          </a:p>
        </p:txBody>
      </p:sp>
      <p:sp>
        <p:nvSpPr>
          <p:cNvPr id="8" name="Textplatzhalter 7"/>
          <p:cNvSpPr>
            <a:spLocks noGrp="1"/>
          </p:cNvSpPr>
          <p:nvPr>
            <p:ph type="body" sz="quarter" idx="13" hasCustomPrompt="1"/>
          </p:nvPr>
        </p:nvSpPr>
        <p:spPr bwMode="gray">
          <a:xfrm>
            <a:off x="360000" y="4353960"/>
            <a:ext cx="8424000" cy="108000"/>
          </a:xfrm>
        </p:spPr>
        <p:txBody>
          <a:bodyPr anchor="b"/>
          <a:lstStyle>
            <a:lvl1pPr marL="0" indent="0">
              <a:lnSpc>
                <a:spcPct val="100000"/>
              </a:lnSpc>
              <a:spcBef>
                <a:spcPts val="0"/>
              </a:spcBef>
              <a:spcAft>
                <a:spcPts val="0"/>
              </a:spcAft>
              <a:buFont typeface="Arial" panose="020B0604020202020204" pitchFamily="34" charset="0"/>
              <a:buNone/>
              <a:defRPr sz="600" b="0"/>
            </a:lvl1pPr>
            <a:lvl2pPr marL="0" indent="0">
              <a:lnSpc>
                <a:spcPct val="100000"/>
              </a:lnSpc>
              <a:spcBef>
                <a:spcPts val="0"/>
              </a:spcBef>
              <a:spcAft>
                <a:spcPts val="0"/>
              </a:spcAft>
              <a:buFont typeface="Arial" panose="020B0604020202020204" pitchFamily="34" charset="0"/>
              <a:buNone/>
              <a:defRPr sz="600" b="0"/>
            </a:lvl2pPr>
            <a:lvl3pPr marL="0" indent="0">
              <a:lnSpc>
                <a:spcPct val="100000"/>
              </a:lnSpc>
              <a:spcBef>
                <a:spcPts val="0"/>
              </a:spcBef>
              <a:spcAft>
                <a:spcPts val="0"/>
              </a:spcAft>
              <a:buNone/>
              <a:defRPr sz="600" b="0"/>
            </a:lvl3pPr>
            <a:lvl4pPr marL="0" indent="0">
              <a:lnSpc>
                <a:spcPct val="100000"/>
              </a:lnSpc>
              <a:spcBef>
                <a:spcPts val="0"/>
              </a:spcBef>
              <a:spcAft>
                <a:spcPts val="0"/>
              </a:spcAft>
              <a:buNone/>
              <a:defRPr sz="600" b="0"/>
            </a:lvl4pPr>
            <a:lvl5pPr marL="0" indent="0">
              <a:lnSpc>
                <a:spcPct val="100000"/>
              </a:lnSpc>
              <a:spcBef>
                <a:spcPts val="0"/>
              </a:spcBef>
              <a:spcAft>
                <a:spcPts val="0"/>
              </a:spcAft>
              <a:buNone/>
              <a:defRPr sz="600" b="0"/>
            </a:lvl5pPr>
            <a:lvl6pPr marL="0" indent="0">
              <a:lnSpc>
                <a:spcPct val="100000"/>
              </a:lnSpc>
              <a:spcBef>
                <a:spcPts val="0"/>
              </a:spcBef>
              <a:spcAft>
                <a:spcPts val="0"/>
              </a:spcAft>
              <a:buNone/>
              <a:defRPr sz="600" b="0"/>
            </a:lvl6pPr>
            <a:lvl7pPr marL="0" indent="0">
              <a:lnSpc>
                <a:spcPct val="100000"/>
              </a:lnSpc>
              <a:spcBef>
                <a:spcPts val="0"/>
              </a:spcBef>
              <a:spcAft>
                <a:spcPts val="0"/>
              </a:spcAft>
              <a:buNone/>
              <a:defRPr sz="600" b="0"/>
            </a:lvl7pPr>
            <a:lvl8pPr marL="0" indent="0">
              <a:lnSpc>
                <a:spcPct val="100000"/>
              </a:lnSpc>
              <a:spcBef>
                <a:spcPts val="0"/>
              </a:spcBef>
              <a:spcAft>
                <a:spcPts val="0"/>
              </a:spcAft>
              <a:buNone/>
              <a:defRPr sz="600" b="0"/>
            </a:lvl8pPr>
            <a:lvl9pPr marL="0" indent="0">
              <a:lnSpc>
                <a:spcPct val="100000"/>
              </a:lnSpc>
              <a:spcBef>
                <a:spcPts val="0"/>
              </a:spcBef>
              <a:spcAft>
                <a:spcPts val="0"/>
              </a:spcAft>
              <a:buNone/>
              <a:defRPr sz="600" b="0"/>
            </a:lvl9pPr>
          </a:lstStyle>
          <a:p>
            <a:pPr lvl="0"/>
            <a:r>
              <a:rPr lang="en-US"/>
              <a:t>Footnote/Source</a:t>
            </a:r>
          </a:p>
        </p:txBody>
      </p:sp>
      <p:sp>
        <p:nvSpPr>
          <p:cNvPr id="7" name="Fußzeilenplatzhalter 6"/>
          <p:cNvSpPr>
            <a:spLocks noGrp="1"/>
          </p:cNvSpPr>
          <p:nvPr>
            <p:ph type="ftr" sz="quarter" idx="21"/>
          </p:nvPr>
        </p:nvSpPr>
        <p:spPr bwMode="gray"/>
        <p:txBody>
          <a:bodyPr/>
          <a:lstStyle/>
          <a:p>
            <a:r>
              <a:rPr lang="en-US"/>
              <a:t>Presentation title    |    ONLY FOR INTERNAL USE</a:t>
            </a:r>
          </a:p>
        </p:txBody>
      </p:sp>
    </p:spTree>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userDrawn="1">
  <p:cSld name="Content and image">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359569" y="1059657"/>
            <a:ext cx="2672954" cy="3294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8" name="Textplatzhalter 7"/>
          <p:cNvSpPr>
            <a:spLocks noGrp="1"/>
          </p:cNvSpPr>
          <p:nvPr>
            <p:ph type="body" sz="quarter" idx="13" hasCustomPrompt="1"/>
          </p:nvPr>
        </p:nvSpPr>
        <p:spPr bwMode="gray">
          <a:xfrm>
            <a:off x="360000" y="4353960"/>
            <a:ext cx="2673000" cy="108000"/>
          </a:xfrm>
        </p:spPr>
        <p:txBody>
          <a:bodyPr anchor="b"/>
          <a:lstStyle>
            <a:lvl1pPr marL="0" indent="0">
              <a:lnSpc>
                <a:spcPct val="100000"/>
              </a:lnSpc>
              <a:spcBef>
                <a:spcPts val="0"/>
              </a:spcBef>
              <a:spcAft>
                <a:spcPts val="0"/>
              </a:spcAft>
              <a:buFont typeface="Arial" panose="020B0604020202020204" pitchFamily="34" charset="0"/>
              <a:buNone/>
              <a:defRPr sz="600" b="0"/>
            </a:lvl1pPr>
            <a:lvl2pPr marL="0" indent="0">
              <a:lnSpc>
                <a:spcPct val="100000"/>
              </a:lnSpc>
              <a:spcBef>
                <a:spcPts val="0"/>
              </a:spcBef>
              <a:spcAft>
                <a:spcPts val="0"/>
              </a:spcAft>
              <a:buFont typeface="Arial" panose="020B0604020202020204" pitchFamily="34" charset="0"/>
              <a:buNone/>
              <a:defRPr sz="600" b="0"/>
            </a:lvl2pPr>
            <a:lvl3pPr marL="0" indent="0">
              <a:lnSpc>
                <a:spcPct val="100000"/>
              </a:lnSpc>
              <a:spcBef>
                <a:spcPts val="0"/>
              </a:spcBef>
              <a:spcAft>
                <a:spcPts val="0"/>
              </a:spcAft>
              <a:buNone/>
              <a:defRPr sz="600" b="0"/>
            </a:lvl3pPr>
            <a:lvl4pPr marL="0" indent="0">
              <a:lnSpc>
                <a:spcPct val="100000"/>
              </a:lnSpc>
              <a:spcBef>
                <a:spcPts val="0"/>
              </a:spcBef>
              <a:spcAft>
                <a:spcPts val="0"/>
              </a:spcAft>
              <a:buNone/>
              <a:defRPr sz="600" b="0"/>
            </a:lvl4pPr>
            <a:lvl5pPr marL="0" indent="0">
              <a:lnSpc>
                <a:spcPct val="100000"/>
              </a:lnSpc>
              <a:spcBef>
                <a:spcPts val="0"/>
              </a:spcBef>
              <a:spcAft>
                <a:spcPts val="0"/>
              </a:spcAft>
              <a:buNone/>
              <a:defRPr sz="600" b="0"/>
            </a:lvl5pPr>
            <a:lvl6pPr marL="0" indent="0">
              <a:lnSpc>
                <a:spcPct val="100000"/>
              </a:lnSpc>
              <a:spcBef>
                <a:spcPts val="0"/>
              </a:spcBef>
              <a:spcAft>
                <a:spcPts val="0"/>
              </a:spcAft>
              <a:buNone/>
              <a:defRPr sz="600" b="0"/>
            </a:lvl6pPr>
            <a:lvl7pPr marL="0" indent="0">
              <a:lnSpc>
                <a:spcPct val="100000"/>
              </a:lnSpc>
              <a:spcBef>
                <a:spcPts val="0"/>
              </a:spcBef>
              <a:spcAft>
                <a:spcPts val="0"/>
              </a:spcAft>
              <a:buNone/>
              <a:defRPr sz="600" b="0"/>
            </a:lvl7pPr>
            <a:lvl8pPr marL="0" indent="0">
              <a:lnSpc>
                <a:spcPct val="100000"/>
              </a:lnSpc>
              <a:spcBef>
                <a:spcPts val="0"/>
              </a:spcBef>
              <a:spcAft>
                <a:spcPts val="0"/>
              </a:spcAft>
              <a:buNone/>
              <a:defRPr sz="600" b="0"/>
            </a:lvl8pPr>
            <a:lvl9pPr marL="0" indent="0">
              <a:lnSpc>
                <a:spcPct val="100000"/>
              </a:lnSpc>
              <a:spcBef>
                <a:spcPts val="0"/>
              </a:spcBef>
              <a:spcAft>
                <a:spcPts val="0"/>
              </a:spcAft>
              <a:buNone/>
              <a:defRPr sz="600" b="0"/>
            </a:lvl9pPr>
          </a:lstStyle>
          <a:p>
            <a:pPr lvl="0"/>
            <a:r>
              <a:rPr lang="en-US"/>
              <a:t>Footnote/Source</a:t>
            </a:r>
          </a:p>
        </p:txBody>
      </p:sp>
      <p:sp>
        <p:nvSpPr>
          <p:cNvPr id="6" name="Bildplatzhalter 10"/>
          <p:cNvSpPr>
            <a:spLocks noGrp="1"/>
          </p:cNvSpPr>
          <p:nvPr>
            <p:ph type="pic" sz="quarter" idx="10" hasCustomPrompt="1"/>
          </p:nvPr>
        </p:nvSpPr>
        <p:spPr bwMode="gray">
          <a:xfrm>
            <a:off x="3249218" y="1059656"/>
            <a:ext cx="5535215" cy="3402807"/>
          </a:xfrm>
          <a:solidFill>
            <a:srgbClr val="E5E3DE"/>
          </a:solidFill>
        </p:spPr>
        <p:txBody>
          <a:bodyPr tIns="720000" anchor="ctr" anchorCtr="0"/>
          <a:lstStyle>
            <a:lvl1pPr marL="0" indent="0" algn="ctr">
              <a:spcBef>
                <a:spcPts val="0"/>
              </a:spcBef>
              <a:spcAft>
                <a:spcPts val="0"/>
              </a:spcAft>
              <a:buFontTx/>
              <a:buNone/>
              <a:defRPr sz="900" b="0">
                <a:solidFill>
                  <a:schemeClr val="tx1"/>
                </a:solidFill>
              </a:defRPr>
            </a:lvl1pPr>
            <a:lvl2pPr marL="0" indent="0" algn="ctr">
              <a:spcBef>
                <a:spcPts val="0"/>
              </a:spcBef>
              <a:spcAft>
                <a:spcPts val="0"/>
              </a:spcAft>
              <a:buFontTx/>
              <a:buNone/>
              <a:defRPr sz="900" b="0"/>
            </a:lvl2pPr>
            <a:lvl3pPr marL="0" indent="0" algn="ctr">
              <a:spcBef>
                <a:spcPts val="0"/>
              </a:spcBef>
              <a:spcAft>
                <a:spcPts val="0"/>
              </a:spcAft>
              <a:buFontTx/>
              <a:buNone/>
              <a:defRPr sz="900" b="0"/>
            </a:lvl3pPr>
            <a:lvl4pPr marL="0" indent="0" algn="ctr">
              <a:spcBef>
                <a:spcPts val="0"/>
              </a:spcBef>
              <a:spcAft>
                <a:spcPts val="0"/>
              </a:spcAft>
              <a:buFontTx/>
              <a:buNone/>
              <a:defRPr sz="900" b="0"/>
            </a:lvl4pPr>
            <a:lvl5pPr marL="0" indent="0" algn="ctr">
              <a:spcBef>
                <a:spcPts val="0"/>
              </a:spcBef>
              <a:spcAft>
                <a:spcPts val="0"/>
              </a:spcAft>
              <a:buFontTx/>
              <a:buNone/>
              <a:defRPr sz="900" b="0"/>
            </a:lvl5pPr>
            <a:lvl6pPr marL="0" indent="0" algn="ctr">
              <a:spcBef>
                <a:spcPts val="0"/>
              </a:spcBef>
              <a:spcAft>
                <a:spcPts val="0"/>
              </a:spcAft>
              <a:buFontTx/>
              <a:buNone/>
              <a:defRPr sz="900" b="0"/>
            </a:lvl6pPr>
            <a:lvl7pPr marL="0" indent="0" algn="ctr">
              <a:spcBef>
                <a:spcPts val="0"/>
              </a:spcBef>
              <a:spcAft>
                <a:spcPts val="0"/>
              </a:spcAft>
              <a:buFontTx/>
              <a:buNone/>
              <a:defRPr sz="900" b="0"/>
            </a:lvl7pPr>
            <a:lvl8pPr marL="0" indent="0" algn="ctr">
              <a:spcBef>
                <a:spcPts val="0"/>
              </a:spcBef>
              <a:spcAft>
                <a:spcPts val="0"/>
              </a:spcAft>
              <a:buFontTx/>
              <a:buNone/>
              <a:defRPr sz="900" b="0"/>
            </a:lvl8pPr>
            <a:lvl9pPr marL="0" indent="0" algn="ctr">
              <a:spcBef>
                <a:spcPts val="0"/>
              </a:spcBef>
              <a:spcAft>
                <a:spcPts val="0"/>
              </a:spcAft>
              <a:buFontTx/>
              <a:buNone/>
              <a:defRPr sz="900" b="0"/>
            </a:lvl9pPr>
          </a:lstStyle>
          <a:p>
            <a:pPr lvl="0"/>
            <a:r>
              <a:rPr lang="en-US"/>
              <a:t>Add picture</a:t>
            </a:r>
          </a:p>
        </p:txBody>
      </p:sp>
      <p:sp>
        <p:nvSpPr>
          <p:cNvPr id="10" name="Foliennummernplatzhalter 9"/>
          <p:cNvSpPr>
            <a:spLocks noGrp="1"/>
          </p:cNvSpPr>
          <p:nvPr>
            <p:ph type="sldNum" sz="quarter" idx="15"/>
          </p:nvPr>
        </p:nvSpPr>
        <p:spPr bwMode="gray"/>
        <p:txBody>
          <a:bodyPr/>
          <a:lstStyle/>
          <a:p>
            <a:fld id="{8FF9B0DE-3FEB-4AA0-B465-B80EF7C1333D}" type="slidenum">
              <a:rPr lang="en-US" smtClean="0"/>
              <a:t>‹#›</a:t>
            </a:fld>
            <a:endParaRPr lang="en-US"/>
          </a:p>
        </p:txBody>
      </p:sp>
      <p:sp>
        <p:nvSpPr>
          <p:cNvPr id="7" name="Fußzeilenplatzhalter 6"/>
          <p:cNvSpPr>
            <a:spLocks noGrp="1"/>
          </p:cNvSpPr>
          <p:nvPr>
            <p:ph type="ftr" sz="quarter" idx="21"/>
          </p:nvPr>
        </p:nvSpPr>
        <p:spPr bwMode="gray"/>
        <p:txBody>
          <a:bodyPr/>
          <a:lstStyle/>
          <a:p>
            <a:r>
              <a:rPr lang="en-US"/>
              <a:t>Presentation title    |    ONLY FOR INTERNAL USE</a:t>
            </a:r>
          </a:p>
        </p:txBody>
      </p:sp>
      <p:grpSp>
        <p:nvGrpSpPr>
          <p:cNvPr id="16" name="Group 15"/>
          <p:cNvGrpSpPr/>
          <p:nvPr userDrawn="1"/>
        </p:nvGrpSpPr>
        <p:grpSpPr bwMode="gray">
          <a:xfrm>
            <a:off x="-1422666" y="0"/>
            <a:ext cx="1286309" cy="2808312"/>
            <a:chOff x="-1824880" y="2708920"/>
            <a:chExt cx="1715078" cy="3744416"/>
          </a:xfrm>
        </p:grpSpPr>
        <p:sp>
          <p:nvSpPr>
            <p:cNvPr id="17" name="TextBox 16"/>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450"/>
                </a:spcAft>
              </a:pPr>
              <a:r>
                <a:rPr lang="en-US" sz="825" b="1">
                  <a:solidFill>
                    <a:schemeClr val="tx1"/>
                  </a:solidFill>
                  <a:effectLst/>
                  <a:latin typeface="+mj-lt"/>
                </a:rPr>
                <a:t>To insert a picture:</a:t>
              </a:r>
            </a:p>
            <a:p>
              <a:pPr marL="107950" indent="-107950">
                <a:lnSpc>
                  <a:spcPct val="120000"/>
                </a:lnSpc>
                <a:spcAft>
                  <a:spcPts val="450"/>
                </a:spcAft>
                <a:buFont typeface="+mj-lt"/>
                <a:buAutoNum type="arabicPeriod"/>
              </a:pPr>
              <a:r>
                <a:rPr lang="en-US" sz="675">
                  <a:solidFill>
                    <a:schemeClr val="tx1"/>
                  </a:solidFill>
                  <a:effectLst/>
                  <a:latin typeface="+mn-lt"/>
                </a:rPr>
                <a:t>Click on the placeholder for pictures</a:t>
              </a:r>
            </a:p>
            <a:p>
              <a:pPr marL="107950" indent="-107950">
                <a:lnSpc>
                  <a:spcPct val="120000"/>
                </a:lnSpc>
                <a:spcAft>
                  <a:spcPts val="450"/>
                </a:spcAft>
                <a:buFont typeface="+mj-lt"/>
                <a:buAutoNum type="arabicPeriod"/>
              </a:pPr>
              <a:r>
                <a:rPr lang="en-US" sz="675">
                  <a:solidFill>
                    <a:schemeClr val="tx1"/>
                  </a:solidFill>
                  <a:effectLst/>
                  <a:latin typeface="+mn-lt"/>
                </a:rPr>
                <a:t>Open the menu “Insert”</a:t>
              </a:r>
            </a:p>
            <a:p>
              <a:pPr marL="107950" indent="-107950">
                <a:lnSpc>
                  <a:spcPct val="120000"/>
                </a:lnSpc>
                <a:spcAft>
                  <a:spcPts val="450"/>
                </a:spcAft>
                <a:buFont typeface="+mj-lt"/>
                <a:buAutoNum type="arabicPeriod"/>
              </a:pPr>
              <a:r>
                <a:rPr lang="en-US" sz="675">
                  <a:solidFill>
                    <a:schemeClr val="tx1"/>
                  </a:solidFill>
                  <a:effectLst/>
                  <a:latin typeface="+mn-lt"/>
                </a:rPr>
                <a:t>Choose “Pictures” and then the corresponding source where the image is located</a:t>
              </a:r>
              <a:endParaRPr lang="en-US" sz="675">
                <a:solidFill>
                  <a:schemeClr val="tx1"/>
                </a:solidFill>
                <a:latin typeface="+mn-lt"/>
              </a:endParaRPr>
            </a:p>
          </p:txBody>
        </p:sp>
        <p:pic>
          <p:nvPicPr>
            <p:cNvPr id="18" name="Picture 17"/>
            <p:cNvPicPr>
              <a:picLocks noChangeAspect="1"/>
            </p:cNvPicPr>
            <p:nvPr userDrawn="1"/>
          </p:nvPicPr>
          <p:blipFill rotWithShape="1">
            <a:blip r:embed="rId2"/>
            <a:srcRect l="8843" r="2395" b="2546"/>
            <a:stretch>
              <a:fillRect/>
            </a:stretch>
          </p:blipFill>
          <p:spPr bwMode="gray">
            <a:xfrm>
              <a:off x="-1589806" y="4475212"/>
              <a:ext cx="745332" cy="1122804"/>
            </a:xfrm>
            <a:prstGeom prst="roundRect">
              <a:avLst>
                <a:gd name="adj" fmla="val 3514"/>
              </a:avLst>
            </a:prstGeom>
          </p:spPr>
        </p:pic>
        <p:sp>
          <p:nvSpPr>
            <p:cNvPr id="19" name="TextBox 18"/>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07950" indent="-107950">
                <a:spcAft>
                  <a:spcPts val="450"/>
                </a:spcAft>
                <a:buFont typeface="+mj-lt"/>
                <a:buAutoNum type="arabicPeriod" startAt="4"/>
              </a:pPr>
              <a:r>
                <a:rPr lang="en-US" sz="675">
                  <a:solidFill>
                    <a:schemeClr val="tx1"/>
                  </a:solidFill>
                  <a:effectLst/>
                  <a:latin typeface="+mn-lt"/>
                </a:rPr>
                <a:t>Now the image has </a:t>
              </a:r>
              <a:br>
                <a:rPr lang="en-US" sz="675">
                  <a:solidFill>
                    <a:schemeClr val="tx1"/>
                  </a:solidFill>
                  <a:effectLst/>
                  <a:latin typeface="+mn-lt"/>
                </a:rPr>
              </a:br>
              <a:r>
                <a:rPr lang="en-US" sz="675">
                  <a:solidFill>
                    <a:schemeClr val="tx1"/>
                  </a:solidFill>
                  <a:effectLst/>
                  <a:latin typeface="+mn-lt"/>
                </a:rPr>
                <a:t>been loaded into the </a:t>
              </a:r>
              <a:br>
                <a:rPr lang="en-US" sz="675">
                  <a:solidFill>
                    <a:schemeClr val="tx1"/>
                  </a:solidFill>
                  <a:effectLst/>
                  <a:latin typeface="+mn-lt"/>
                </a:rPr>
              </a:br>
              <a:r>
                <a:rPr lang="en-US" sz="675">
                  <a:solidFill>
                    <a:schemeClr val="tx1"/>
                  </a:solidFill>
                  <a:effectLst/>
                  <a:latin typeface="+mn-lt"/>
                </a:rPr>
                <a:t>placeholder.</a:t>
              </a:r>
              <a:endParaRPr lang="en-US" sz="675">
                <a:solidFill>
                  <a:schemeClr val="tx1"/>
                </a:solidFill>
                <a:latin typeface="+mn-lt"/>
              </a:endParaRPr>
            </a:p>
          </p:txBody>
        </p:sp>
      </p:grpSp>
    </p:spTree>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userDrawn="1">
  <p:cSld name="Content with image portrait (1)">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359569" y="357750"/>
            <a:ext cx="4104086" cy="54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359569" y="1059657"/>
            <a:ext cx="4104085" cy="3294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360000" y="4353960"/>
            <a:ext cx="4104000" cy="108000"/>
          </a:xfrm>
        </p:spPr>
        <p:txBody>
          <a:bodyPr anchor="b"/>
          <a:lstStyle>
            <a:lvl1pPr marL="0" indent="0">
              <a:lnSpc>
                <a:spcPct val="100000"/>
              </a:lnSpc>
              <a:spcBef>
                <a:spcPts val="0"/>
              </a:spcBef>
              <a:spcAft>
                <a:spcPts val="0"/>
              </a:spcAft>
              <a:buFont typeface="Arial" panose="020B0604020202020204" pitchFamily="34" charset="0"/>
              <a:buNone/>
              <a:defRPr sz="600" b="0"/>
            </a:lvl1pPr>
            <a:lvl2pPr marL="0" indent="0">
              <a:lnSpc>
                <a:spcPct val="100000"/>
              </a:lnSpc>
              <a:spcBef>
                <a:spcPts val="0"/>
              </a:spcBef>
              <a:spcAft>
                <a:spcPts val="0"/>
              </a:spcAft>
              <a:buFont typeface="Arial" panose="020B0604020202020204" pitchFamily="34" charset="0"/>
              <a:buNone/>
              <a:defRPr sz="600" b="0"/>
            </a:lvl2pPr>
            <a:lvl3pPr marL="0" indent="0">
              <a:lnSpc>
                <a:spcPct val="100000"/>
              </a:lnSpc>
              <a:spcBef>
                <a:spcPts val="0"/>
              </a:spcBef>
              <a:spcAft>
                <a:spcPts val="0"/>
              </a:spcAft>
              <a:buNone/>
              <a:defRPr sz="600" b="0"/>
            </a:lvl3pPr>
            <a:lvl4pPr marL="0" indent="0">
              <a:lnSpc>
                <a:spcPct val="100000"/>
              </a:lnSpc>
              <a:spcBef>
                <a:spcPts val="0"/>
              </a:spcBef>
              <a:spcAft>
                <a:spcPts val="0"/>
              </a:spcAft>
              <a:buNone/>
              <a:defRPr sz="600" b="0"/>
            </a:lvl4pPr>
            <a:lvl5pPr marL="0" indent="0">
              <a:lnSpc>
                <a:spcPct val="100000"/>
              </a:lnSpc>
              <a:spcBef>
                <a:spcPts val="0"/>
              </a:spcBef>
              <a:spcAft>
                <a:spcPts val="0"/>
              </a:spcAft>
              <a:buNone/>
              <a:defRPr sz="600" b="0"/>
            </a:lvl5pPr>
            <a:lvl6pPr marL="0" indent="0">
              <a:lnSpc>
                <a:spcPct val="100000"/>
              </a:lnSpc>
              <a:spcBef>
                <a:spcPts val="0"/>
              </a:spcBef>
              <a:spcAft>
                <a:spcPts val="0"/>
              </a:spcAft>
              <a:buNone/>
              <a:defRPr sz="600" b="0"/>
            </a:lvl6pPr>
            <a:lvl7pPr marL="0" indent="0">
              <a:lnSpc>
                <a:spcPct val="100000"/>
              </a:lnSpc>
              <a:spcBef>
                <a:spcPts val="0"/>
              </a:spcBef>
              <a:spcAft>
                <a:spcPts val="0"/>
              </a:spcAft>
              <a:buNone/>
              <a:defRPr sz="600" b="0"/>
            </a:lvl7pPr>
            <a:lvl8pPr marL="0" indent="0">
              <a:lnSpc>
                <a:spcPct val="100000"/>
              </a:lnSpc>
              <a:spcBef>
                <a:spcPts val="0"/>
              </a:spcBef>
              <a:spcAft>
                <a:spcPts val="0"/>
              </a:spcAft>
              <a:buNone/>
              <a:defRPr sz="600" b="0"/>
            </a:lvl8pPr>
            <a:lvl9pPr marL="0" indent="0">
              <a:lnSpc>
                <a:spcPct val="100000"/>
              </a:lnSpc>
              <a:spcBef>
                <a:spcPts val="0"/>
              </a:spcBef>
              <a:spcAft>
                <a:spcPts val="0"/>
              </a:spcAft>
              <a:buNone/>
              <a:defRPr sz="600" b="0"/>
            </a:lvl9pPr>
          </a:lstStyle>
          <a:p>
            <a:pPr lvl="0"/>
            <a:r>
              <a:rPr lang="en-US"/>
              <a:t>Footnote/Source</a:t>
            </a:r>
          </a:p>
        </p:txBody>
      </p:sp>
      <p:sp>
        <p:nvSpPr>
          <p:cNvPr id="6" name="Bildplatzhalter 10"/>
          <p:cNvSpPr>
            <a:spLocks noGrp="1"/>
          </p:cNvSpPr>
          <p:nvPr>
            <p:ph type="pic" sz="quarter" idx="10" hasCustomPrompt="1"/>
          </p:nvPr>
        </p:nvSpPr>
        <p:spPr bwMode="gray">
          <a:xfrm>
            <a:off x="4680348" y="0"/>
            <a:ext cx="4463653" cy="5143500"/>
          </a:xfrm>
          <a:solidFill>
            <a:srgbClr val="E5E3DE"/>
          </a:solidFill>
        </p:spPr>
        <p:txBody>
          <a:bodyPr tIns="720000" anchor="ctr" anchorCtr="0"/>
          <a:lstStyle>
            <a:lvl1pPr marL="0" indent="0" algn="ctr">
              <a:spcBef>
                <a:spcPts val="0"/>
              </a:spcBef>
              <a:spcAft>
                <a:spcPts val="0"/>
              </a:spcAft>
              <a:buFontTx/>
              <a:buNone/>
              <a:defRPr sz="900" b="0">
                <a:solidFill>
                  <a:schemeClr val="tx1"/>
                </a:solidFill>
              </a:defRPr>
            </a:lvl1pPr>
            <a:lvl2pPr marL="0" indent="0" algn="ctr">
              <a:spcBef>
                <a:spcPts val="0"/>
              </a:spcBef>
              <a:spcAft>
                <a:spcPts val="0"/>
              </a:spcAft>
              <a:buFontTx/>
              <a:buNone/>
              <a:defRPr sz="900" b="0"/>
            </a:lvl2pPr>
            <a:lvl3pPr marL="0" indent="0" algn="ctr">
              <a:spcBef>
                <a:spcPts val="0"/>
              </a:spcBef>
              <a:spcAft>
                <a:spcPts val="0"/>
              </a:spcAft>
              <a:buFontTx/>
              <a:buNone/>
              <a:defRPr sz="900" b="0"/>
            </a:lvl3pPr>
            <a:lvl4pPr marL="0" indent="0" algn="ctr">
              <a:spcBef>
                <a:spcPts val="0"/>
              </a:spcBef>
              <a:spcAft>
                <a:spcPts val="0"/>
              </a:spcAft>
              <a:buFontTx/>
              <a:buNone/>
              <a:defRPr sz="900" b="0"/>
            </a:lvl4pPr>
            <a:lvl5pPr marL="0" indent="0" algn="ctr">
              <a:spcBef>
                <a:spcPts val="0"/>
              </a:spcBef>
              <a:spcAft>
                <a:spcPts val="0"/>
              </a:spcAft>
              <a:buFontTx/>
              <a:buNone/>
              <a:defRPr sz="900" b="0"/>
            </a:lvl5pPr>
            <a:lvl6pPr marL="0" indent="0" algn="ctr">
              <a:spcBef>
                <a:spcPts val="0"/>
              </a:spcBef>
              <a:spcAft>
                <a:spcPts val="0"/>
              </a:spcAft>
              <a:buFontTx/>
              <a:buNone/>
              <a:defRPr sz="900" b="0"/>
            </a:lvl6pPr>
            <a:lvl7pPr marL="0" indent="0" algn="ctr">
              <a:spcBef>
                <a:spcPts val="0"/>
              </a:spcBef>
              <a:spcAft>
                <a:spcPts val="0"/>
              </a:spcAft>
              <a:buFontTx/>
              <a:buNone/>
              <a:defRPr sz="900" b="0"/>
            </a:lvl7pPr>
            <a:lvl8pPr marL="0" indent="0" algn="ctr">
              <a:spcBef>
                <a:spcPts val="0"/>
              </a:spcBef>
              <a:spcAft>
                <a:spcPts val="0"/>
              </a:spcAft>
              <a:buFontTx/>
              <a:buNone/>
              <a:defRPr sz="900" b="0"/>
            </a:lvl8pPr>
            <a:lvl9pPr marL="0" indent="0" algn="ctr">
              <a:spcBef>
                <a:spcPts val="0"/>
              </a:spcBef>
              <a:spcAft>
                <a:spcPts val="0"/>
              </a:spcAft>
              <a:buFontTx/>
              <a:buNone/>
              <a:defRPr sz="900" b="0"/>
            </a:lvl9pPr>
          </a:lstStyle>
          <a:p>
            <a:pPr lvl="0"/>
            <a:r>
              <a:rPr lang="en-US"/>
              <a:t>Add picture</a:t>
            </a:r>
          </a:p>
        </p:txBody>
      </p:sp>
      <p:sp>
        <p:nvSpPr>
          <p:cNvPr id="10" name="Foliennummernplatzhalter 9"/>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t>‹#›</a:t>
            </a:fld>
            <a:endParaRPr lang="en-US"/>
          </a:p>
        </p:txBody>
      </p:sp>
      <p:sp>
        <p:nvSpPr>
          <p:cNvPr id="11" name="Fußzeilenplatzhalter 10"/>
          <p:cNvSpPr>
            <a:spLocks noGrp="1"/>
          </p:cNvSpPr>
          <p:nvPr>
            <p:ph type="ftr" sz="quarter" idx="21"/>
          </p:nvPr>
        </p:nvSpPr>
        <p:spPr bwMode="gray"/>
        <p:txBody>
          <a:bodyPr/>
          <a:lstStyle>
            <a:lvl1pPr>
              <a:defRPr>
                <a:solidFill>
                  <a:schemeClr val="bg1"/>
                </a:solidFill>
              </a:defRPr>
            </a:lvl1pPr>
          </a:lstStyle>
          <a:p>
            <a:r>
              <a:rPr lang="en-US"/>
              <a:t>Presentation title    |    ONLY FOR INTERNAL USE</a:t>
            </a:r>
          </a:p>
        </p:txBody>
      </p:sp>
      <p:grpSp>
        <p:nvGrpSpPr>
          <p:cNvPr id="16" name="Group 15"/>
          <p:cNvGrpSpPr/>
          <p:nvPr userDrawn="1"/>
        </p:nvGrpSpPr>
        <p:grpSpPr bwMode="gray">
          <a:xfrm>
            <a:off x="-1422666" y="0"/>
            <a:ext cx="1286309" cy="2808312"/>
            <a:chOff x="-1824880" y="2708920"/>
            <a:chExt cx="1715078" cy="3744416"/>
          </a:xfrm>
        </p:grpSpPr>
        <p:sp>
          <p:nvSpPr>
            <p:cNvPr id="17" name="TextBox 16"/>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450"/>
                </a:spcAft>
              </a:pPr>
              <a:r>
                <a:rPr lang="en-US" sz="825" b="1">
                  <a:solidFill>
                    <a:schemeClr val="tx1"/>
                  </a:solidFill>
                  <a:effectLst/>
                  <a:latin typeface="+mj-lt"/>
                </a:rPr>
                <a:t>To insert a picture:</a:t>
              </a:r>
            </a:p>
            <a:p>
              <a:pPr marL="107950" indent="-107950">
                <a:lnSpc>
                  <a:spcPct val="120000"/>
                </a:lnSpc>
                <a:spcAft>
                  <a:spcPts val="450"/>
                </a:spcAft>
                <a:buFont typeface="+mj-lt"/>
                <a:buAutoNum type="arabicPeriod"/>
              </a:pPr>
              <a:r>
                <a:rPr lang="en-US" sz="675">
                  <a:solidFill>
                    <a:schemeClr val="tx1"/>
                  </a:solidFill>
                  <a:effectLst/>
                  <a:latin typeface="+mn-lt"/>
                </a:rPr>
                <a:t>Click on the placeholder for pictures</a:t>
              </a:r>
            </a:p>
            <a:p>
              <a:pPr marL="107950" indent="-107950">
                <a:lnSpc>
                  <a:spcPct val="120000"/>
                </a:lnSpc>
                <a:spcAft>
                  <a:spcPts val="450"/>
                </a:spcAft>
                <a:buFont typeface="+mj-lt"/>
                <a:buAutoNum type="arabicPeriod"/>
              </a:pPr>
              <a:r>
                <a:rPr lang="en-US" sz="675">
                  <a:solidFill>
                    <a:schemeClr val="tx1"/>
                  </a:solidFill>
                  <a:effectLst/>
                  <a:latin typeface="+mn-lt"/>
                </a:rPr>
                <a:t>Open the menu “Insert”</a:t>
              </a:r>
            </a:p>
            <a:p>
              <a:pPr marL="107950" indent="-107950">
                <a:lnSpc>
                  <a:spcPct val="120000"/>
                </a:lnSpc>
                <a:spcAft>
                  <a:spcPts val="450"/>
                </a:spcAft>
                <a:buFont typeface="+mj-lt"/>
                <a:buAutoNum type="arabicPeriod"/>
              </a:pPr>
              <a:r>
                <a:rPr lang="en-US" sz="675">
                  <a:solidFill>
                    <a:schemeClr val="tx1"/>
                  </a:solidFill>
                  <a:effectLst/>
                  <a:latin typeface="+mn-lt"/>
                </a:rPr>
                <a:t>Choose “Pictures” and then the corresponding source where the image is located</a:t>
              </a:r>
              <a:endParaRPr lang="en-US" sz="675">
                <a:solidFill>
                  <a:schemeClr val="tx1"/>
                </a:solidFill>
                <a:latin typeface="+mn-lt"/>
              </a:endParaRPr>
            </a:p>
          </p:txBody>
        </p:sp>
        <p:pic>
          <p:nvPicPr>
            <p:cNvPr id="18" name="Picture 17"/>
            <p:cNvPicPr>
              <a:picLocks noChangeAspect="1"/>
            </p:cNvPicPr>
            <p:nvPr userDrawn="1"/>
          </p:nvPicPr>
          <p:blipFill rotWithShape="1">
            <a:blip r:embed="rId2"/>
            <a:srcRect l="8843" r="2395" b="2546"/>
            <a:stretch>
              <a:fillRect/>
            </a:stretch>
          </p:blipFill>
          <p:spPr bwMode="gray">
            <a:xfrm>
              <a:off x="-1589806" y="4475212"/>
              <a:ext cx="745332" cy="1122804"/>
            </a:xfrm>
            <a:prstGeom prst="roundRect">
              <a:avLst>
                <a:gd name="adj" fmla="val 3514"/>
              </a:avLst>
            </a:prstGeom>
          </p:spPr>
        </p:pic>
        <p:sp>
          <p:nvSpPr>
            <p:cNvPr id="19" name="TextBox 18"/>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07950" indent="-107950">
                <a:spcAft>
                  <a:spcPts val="450"/>
                </a:spcAft>
                <a:buFont typeface="+mj-lt"/>
                <a:buAutoNum type="arabicPeriod" startAt="4"/>
              </a:pPr>
              <a:r>
                <a:rPr lang="en-US" sz="675">
                  <a:solidFill>
                    <a:schemeClr val="tx1"/>
                  </a:solidFill>
                  <a:effectLst/>
                  <a:latin typeface="+mn-lt"/>
                </a:rPr>
                <a:t>Now the image has </a:t>
              </a:r>
              <a:br>
                <a:rPr lang="en-US" sz="675">
                  <a:solidFill>
                    <a:schemeClr val="tx1"/>
                  </a:solidFill>
                  <a:effectLst/>
                  <a:latin typeface="+mn-lt"/>
                </a:rPr>
              </a:br>
              <a:r>
                <a:rPr lang="en-US" sz="675">
                  <a:solidFill>
                    <a:schemeClr val="tx1"/>
                  </a:solidFill>
                  <a:effectLst/>
                  <a:latin typeface="+mn-lt"/>
                </a:rPr>
                <a:t>been loaded into the </a:t>
              </a:r>
              <a:br>
                <a:rPr lang="en-US" sz="675">
                  <a:solidFill>
                    <a:schemeClr val="tx1"/>
                  </a:solidFill>
                  <a:effectLst/>
                  <a:latin typeface="+mn-lt"/>
                </a:rPr>
              </a:br>
              <a:r>
                <a:rPr lang="en-US" sz="675">
                  <a:solidFill>
                    <a:schemeClr val="tx1"/>
                  </a:solidFill>
                  <a:effectLst/>
                  <a:latin typeface="+mn-lt"/>
                </a:rPr>
                <a:t>placeholder.</a:t>
              </a:r>
              <a:endParaRPr lang="en-US" sz="675">
                <a:solidFill>
                  <a:schemeClr val="tx1"/>
                </a:solidFill>
                <a:latin typeface="+mn-lt"/>
              </a:endParaRPr>
            </a:p>
          </p:txBody>
        </p:sp>
      </p:grpSp>
    </p:spTree>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userDrawn="1">
  <p:cSld name="Content with image portrait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359569" y="357750"/>
            <a:ext cx="5535217" cy="54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359569" y="1059657"/>
            <a:ext cx="5535217" cy="3294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359999" y="4353960"/>
            <a:ext cx="5534785" cy="108000"/>
          </a:xfrm>
        </p:spPr>
        <p:txBody>
          <a:bodyPr anchor="b"/>
          <a:lstStyle>
            <a:lvl1pPr marL="0" indent="0">
              <a:lnSpc>
                <a:spcPct val="100000"/>
              </a:lnSpc>
              <a:spcBef>
                <a:spcPts val="0"/>
              </a:spcBef>
              <a:spcAft>
                <a:spcPts val="0"/>
              </a:spcAft>
              <a:buFont typeface="Arial" panose="020B0604020202020204" pitchFamily="34" charset="0"/>
              <a:buNone/>
              <a:defRPr sz="600" b="0"/>
            </a:lvl1pPr>
            <a:lvl2pPr marL="0" indent="0">
              <a:lnSpc>
                <a:spcPct val="100000"/>
              </a:lnSpc>
              <a:spcBef>
                <a:spcPts val="0"/>
              </a:spcBef>
              <a:spcAft>
                <a:spcPts val="0"/>
              </a:spcAft>
              <a:buFont typeface="Arial" panose="020B0604020202020204" pitchFamily="34" charset="0"/>
              <a:buNone/>
              <a:defRPr sz="600" b="0"/>
            </a:lvl2pPr>
            <a:lvl3pPr marL="0" indent="0">
              <a:lnSpc>
                <a:spcPct val="100000"/>
              </a:lnSpc>
              <a:spcBef>
                <a:spcPts val="0"/>
              </a:spcBef>
              <a:spcAft>
                <a:spcPts val="0"/>
              </a:spcAft>
              <a:buNone/>
              <a:defRPr sz="600" b="0"/>
            </a:lvl3pPr>
            <a:lvl4pPr marL="0" indent="0">
              <a:lnSpc>
                <a:spcPct val="100000"/>
              </a:lnSpc>
              <a:spcBef>
                <a:spcPts val="0"/>
              </a:spcBef>
              <a:spcAft>
                <a:spcPts val="0"/>
              </a:spcAft>
              <a:buNone/>
              <a:defRPr sz="600" b="0"/>
            </a:lvl4pPr>
            <a:lvl5pPr marL="0" indent="0">
              <a:lnSpc>
                <a:spcPct val="100000"/>
              </a:lnSpc>
              <a:spcBef>
                <a:spcPts val="0"/>
              </a:spcBef>
              <a:spcAft>
                <a:spcPts val="0"/>
              </a:spcAft>
              <a:buNone/>
              <a:defRPr sz="600" b="0"/>
            </a:lvl5pPr>
            <a:lvl6pPr marL="0" indent="0">
              <a:lnSpc>
                <a:spcPct val="100000"/>
              </a:lnSpc>
              <a:spcBef>
                <a:spcPts val="0"/>
              </a:spcBef>
              <a:spcAft>
                <a:spcPts val="0"/>
              </a:spcAft>
              <a:buNone/>
              <a:defRPr sz="600" b="0"/>
            </a:lvl6pPr>
            <a:lvl7pPr marL="0" indent="0">
              <a:lnSpc>
                <a:spcPct val="100000"/>
              </a:lnSpc>
              <a:spcBef>
                <a:spcPts val="0"/>
              </a:spcBef>
              <a:spcAft>
                <a:spcPts val="0"/>
              </a:spcAft>
              <a:buNone/>
              <a:defRPr sz="600" b="0"/>
            </a:lvl7pPr>
            <a:lvl8pPr marL="0" indent="0">
              <a:lnSpc>
                <a:spcPct val="100000"/>
              </a:lnSpc>
              <a:spcBef>
                <a:spcPts val="0"/>
              </a:spcBef>
              <a:spcAft>
                <a:spcPts val="0"/>
              </a:spcAft>
              <a:buNone/>
              <a:defRPr sz="600" b="0"/>
            </a:lvl8pPr>
            <a:lvl9pPr marL="0" indent="0">
              <a:lnSpc>
                <a:spcPct val="100000"/>
              </a:lnSpc>
              <a:spcBef>
                <a:spcPts val="0"/>
              </a:spcBef>
              <a:spcAft>
                <a:spcPts val="0"/>
              </a:spcAft>
              <a:buNone/>
              <a:defRPr sz="600" b="0"/>
            </a:lvl9pPr>
          </a:lstStyle>
          <a:p>
            <a:pPr lvl="0"/>
            <a:r>
              <a:rPr lang="en-US"/>
              <a:t>Footnote/Source</a:t>
            </a:r>
          </a:p>
        </p:txBody>
      </p:sp>
      <p:sp>
        <p:nvSpPr>
          <p:cNvPr id="7" name="Bildplatzhalter 10"/>
          <p:cNvSpPr>
            <a:spLocks noGrp="1"/>
          </p:cNvSpPr>
          <p:nvPr>
            <p:ph type="pic" sz="quarter" idx="10" hasCustomPrompt="1"/>
          </p:nvPr>
        </p:nvSpPr>
        <p:spPr bwMode="gray">
          <a:xfrm>
            <a:off x="6111478" y="0"/>
            <a:ext cx="3032522" cy="5143500"/>
          </a:xfrm>
          <a:solidFill>
            <a:srgbClr val="E5E3DE"/>
          </a:solidFill>
        </p:spPr>
        <p:txBody>
          <a:bodyPr tIns="720000" anchor="ctr" anchorCtr="0"/>
          <a:lstStyle>
            <a:lvl1pPr marL="0" indent="0" algn="ctr">
              <a:spcBef>
                <a:spcPts val="0"/>
              </a:spcBef>
              <a:spcAft>
                <a:spcPts val="0"/>
              </a:spcAft>
              <a:buFontTx/>
              <a:buNone/>
              <a:defRPr sz="900" b="0">
                <a:solidFill>
                  <a:schemeClr val="tx1"/>
                </a:solidFill>
              </a:defRPr>
            </a:lvl1pPr>
            <a:lvl2pPr marL="0" indent="0" algn="ctr">
              <a:spcBef>
                <a:spcPts val="0"/>
              </a:spcBef>
              <a:spcAft>
                <a:spcPts val="0"/>
              </a:spcAft>
              <a:buFontTx/>
              <a:buNone/>
              <a:defRPr sz="900" b="0"/>
            </a:lvl2pPr>
            <a:lvl3pPr marL="0" indent="0" algn="ctr">
              <a:spcBef>
                <a:spcPts val="0"/>
              </a:spcBef>
              <a:spcAft>
                <a:spcPts val="0"/>
              </a:spcAft>
              <a:buFontTx/>
              <a:buNone/>
              <a:defRPr sz="900" b="0"/>
            </a:lvl3pPr>
            <a:lvl4pPr marL="0" indent="0" algn="ctr">
              <a:spcBef>
                <a:spcPts val="0"/>
              </a:spcBef>
              <a:spcAft>
                <a:spcPts val="0"/>
              </a:spcAft>
              <a:buFontTx/>
              <a:buNone/>
              <a:defRPr sz="900" b="0"/>
            </a:lvl4pPr>
            <a:lvl5pPr marL="0" indent="0" algn="ctr">
              <a:spcBef>
                <a:spcPts val="0"/>
              </a:spcBef>
              <a:spcAft>
                <a:spcPts val="0"/>
              </a:spcAft>
              <a:buFontTx/>
              <a:buNone/>
              <a:defRPr sz="900" b="0"/>
            </a:lvl5pPr>
            <a:lvl6pPr marL="0" indent="0" algn="ctr">
              <a:spcBef>
                <a:spcPts val="0"/>
              </a:spcBef>
              <a:spcAft>
                <a:spcPts val="0"/>
              </a:spcAft>
              <a:buFontTx/>
              <a:buNone/>
              <a:defRPr sz="900" b="0"/>
            </a:lvl6pPr>
            <a:lvl7pPr marL="0" indent="0" algn="ctr">
              <a:spcBef>
                <a:spcPts val="0"/>
              </a:spcBef>
              <a:spcAft>
                <a:spcPts val="0"/>
              </a:spcAft>
              <a:buFontTx/>
              <a:buNone/>
              <a:defRPr sz="900" b="0"/>
            </a:lvl7pPr>
            <a:lvl8pPr marL="0" indent="0" algn="ctr">
              <a:spcBef>
                <a:spcPts val="0"/>
              </a:spcBef>
              <a:spcAft>
                <a:spcPts val="0"/>
              </a:spcAft>
              <a:buFontTx/>
              <a:buNone/>
              <a:defRPr sz="900" b="0"/>
            </a:lvl8pPr>
            <a:lvl9pPr marL="0" indent="0" algn="ctr">
              <a:spcBef>
                <a:spcPts val="0"/>
              </a:spcBef>
              <a:spcAft>
                <a:spcPts val="0"/>
              </a:spcAft>
              <a:buFontTx/>
              <a:buNone/>
              <a:defRPr sz="900" b="0"/>
            </a:lvl9pPr>
          </a:lstStyle>
          <a:p>
            <a:pPr lvl="0"/>
            <a:r>
              <a:rPr lang="en-US"/>
              <a:t>Add picture</a:t>
            </a:r>
          </a:p>
        </p:txBody>
      </p:sp>
      <p:sp>
        <p:nvSpPr>
          <p:cNvPr id="10" name="Foliennummernplatzhalter 9"/>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t>‹#›</a:t>
            </a:fld>
            <a:endParaRPr lang="en-US"/>
          </a:p>
        </p:txBody>
      </p:sp>
      <p:sp>
        <p:nvSpPr>
          <p:cNvPr id="2" name="Fußzeilenplatzhalter 1"/>
          <p:cNvSpPr>
            <a:spLocks noGrp="1"/>
          </p:cNvSpPr>
          <p:nvPr>
            <p:ph type="ftr" sz="quarter" idx="16"/>
          </p:nvPr>
        </p:nvSpPr>
        <p:spPr bwMode="gray"/>
        <p:txBody>
          <a:bodyPr/>
          <a:lstStyle>
            <a:lvl1pPr>
              <a:defRPr>
                <a:solidFill>
                  <a:schemeClr val="bg1"/>
                </a:solidFill>
              </a:defRPr>
            </a:lvl1pPr>
          </a:lstStyle>
          <a:p>
            <a:r>
              <a:rPr lang="en-US"/>
              <a:t>Presentation title    |    ONLY FOR INTERNAL USE</a:t>
            </a:r>
          </a:p>
        </p:txBody>
      </p:sp>
      <p:grpSp>
        <p:nvGrpSpPr>
          <p:cNvPr id="16" name="Group 15"/>
          <p:cNvGrpSpPr/>
          <p:nvPr userDrawn="1"/>
        </p:nvGrpSpPr>
        <p:grpSpPr bwMode="gray">
          <a:xfrm>
            <a:off x="-1422666" y="0"/>
            <a:ext cx="1286309" cy="2808312"/>
            <a:chOff x="-1824880" y="2708920"/>
            <a:chExt cx="1715078" cy="3744416"/>
          </a:xfrm>
        </p:grpSpPr>
        <p:sp>
          <p:nvSpPr>
            <p:cNvPr id="17" name="TextBox 16"/>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450"/>
                </a:spcAft>
              </a:pPr>
              <a:r>
                <a:rPr lang="en-US" sz="825" b="1">
                  <a:solidFill>
                    <a:schemeClr val="tx1"/>
                  </a:solidFill>
                  <a:effectLst/>
                  <a:latin typeface="+mj-lt"/>
                </a:rPr>
                <a:t>To insert a picture:</a:t>
              </a:r>
            </a:p>
            <a:p>
              <a:pPr marL="107950" indent="-107950">
                <a:lnSpc>
                  <a:spcPct val="120000"/>
                </a:lnSpc>
                <a:spcAft>
                  <a:spcPts val="450"/>
                </a:spcAft>
                <a:buFont typeface="+mj-lt"/>
                <a:buAutoNum type="arabicPeriod"/>
              </a:pPr>
              <a:r>
                <a:rPr lang="en-US" sz="675">
                  <a:solidFill>
                    <a:schemeClr val="tx1"/>
                  </a:solidFill>
                  <a:effectLst/>
                  <a:latin typeface="+mn-lt"/>
                </a:rPr>
                <a:t>Click on the placeholder for pictures</a:t>
              </a:r>
            </a:p>
            <a:p>
              <a:pPr marL="107950" indent="-107950">
                <a:lnSpc>
                  <a:spcPct val="120000"/>
                </a:lnSpc>
                <a:spcAft>
                  <a:spcPts val="450"/>
                </a:spcAft>
                <a:buFont typeface="+mj-lt"/>
                <a:buAutoNum type="arabicPeriod"/>
              </a:pPr>
              <a:r>
                <a:rPr lang="en-US" sz="675">
                  <a:solidFill>
                    <a:schemeClr val="tx1"/>
                  </a:solidFill>
                  <a:effectLst/>
                  <a:latin typeface="+mn-lt"/>
                </a:rPr>
                <a:t>Open the menu “Insert”</a:t>
              </a:r>
            </a:p>
            <a:p>
              <a:pPr marL="107950" indent="-107950">
                <a:lnSpc>
                  <a:spcPct val="120000"/>
                </a:lnSpc>
                <a:spcAft>
                  <a:spcPts val="450"/>
                </a:spcAft>
                <a:buFont typeface="+mj-lt"/>
                <a:buAutoNum type="arabicPeriod"/>
              </a:pPr>
              <a:r>
                <a:rPr lang="en-US" sz="675">
                  <a:solidFill>
                    <a:schemeClr val="tx1"/>
                  </a:solidFill>
                  <a:effectLst/>
                  <a:latin typeface="+mn-lt"/>
                </a:rPr>
                <a:t>Choose “Pictures” and then the corresponding source where the image is located</a:t>
              </a:r>
              <a:endParaRPr lang="en-US" sz="675">
                <a:solidFill>
                  <a:schemeClr val="tx1"/>
                </a:solidFill>
                <a:latin typeface="+mn-lt"/>
              </a:endParaRPr>
            </a:p>
          </p:txBody>
        </p:sp>
        <p:pic>
          <p:nvPicPr>
            <p:cNvPr id="18" name="Picture 17"/>
            <p:cNvPicPr>
              <a:picLocks noChangeAspect="1"/>
            </p:cNvPicPr>
            <p:nvPr userDrawn="1"/>
          </p:nvPicPr>
          <p:blipFill rotWithShape="1">
            <a:blip r:embed="rId2"/>
            <a:srcRect l="8843" r="2395" b="2546"/>
            <a:stretch>
              <a:fillRect/>
            </a:stretch>
          </p:blipFill>
          <p:spPr bwMode="gray">
            <a:xfrm>
              <a:off x="-1589806" y="4475212"/>
              <a:ext cx="745332" cy="1122804"/>
            </a:xfrm>
            <a:prstGeom prst="roundRect">
              <a:avLst>
                <a:gd name="adj" fmla="val 3514"/>
              </a:avLst>
            </a:prstGeom>
          </p:spPr>
        </p:pic>
        <p:sp>
          <p:nvSpPr>
            <p:cNvPr id="19" name="TextBox 18"/>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07950" indent="-107950">
                <a:spcAft>
                  <a:spcPts val="450"/>
                </a:spcAft>
                <a:buFont typeface="+mj-lt"/>
                <a:buAutoNum type="arabicPeriod" startAt="4"/>
              </a:pPr>
              <a:r>
                <a:rPr lang="en-US" sz="675">
                  <a:solidFill>
                    <a:schemeClr val="tx1"/>
                  </a:solidFill>
                  <a:effectLst/>
                  <a:latin typeface="+mn-lt"/>
                </a:rPr>
                <a:t>Now the image has </a:t>
              </a:r>
              <a:br>
                <a:rPr lang="en-US" sz="675">
                  <a:solidFill>
                    <a:schemeClr val="tx1"/>
                  </a:solidFill>
                  <a:effectLst/>
                  <a:latin typeface="+mn-lt"/>
                </a:rPr>
              </a:br>
              <a:r>
                <a:rPr lang="en-US" sz="675">
                  <a:solidFill>
                    <a:schemeClr val="tx1"/>
                  </a:solidFill>
                  <a:effectLst/>
                  <a:latin typeface="+mn-lt"/>
                </a:rPr>
                <a:t>been loaded into the </a:t>
              </a:r>
              <a:br>
                <a:rPr lang="en-US" sz="675">
                  <a:solidFill>
                    <a:schemeClr val="tx1"/>
                  </a:solidFill>
                  <a:effectLst/>
                  <a:latin typeface="+mn-lt"/>
                </a:rPr>
              </a:br>
              <a:r>
                <a:rPr lang="en-US" sz="675">
                  <a:solidFill>
                    <a:schemeClr val="tx1"/>
                  </a:solidFill>
                  <a:effectLst/>
                  <a:latin typeface="+mn-lt"/>
                </a:rPr>
                <a:t>placeholder.</a:t>
              </a:r>
              <a:endParaRPr lang="en-US" sz="675">
                <a:solidFill>
                  <a:schemeClr val="tx1"/>
                </a:solidFill>
                <a:latin typeface="+mn-lt"/>
              </a:endParaRPr>
            </a:p>
          </p:txBody>
        </p:sp>
      </p:grpSp>
    </p:spTree>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userDrawn="1">
  <p:cSld name="Content with image portrait (3)">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1737122" y="357750"/>
            <a:ext cx="7047346" cy="54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1737158" y="1059657"/>
            <a:ext cx="7047311" cy="3294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1737587" y="4353960"/>
            <a:ext cx="7047000" cy="108000"/>
          </a:xfrm>
        </p:spPr>
        <p:txBody>
          <a:bodyPr anchor="b"/>
          <a:lstStyle>
            <a:lvl1pPr marL="0" indent="0">
              <a:lnSpc>
                <a:spcPct val="100000"/>
              </a:lnSpc>
              <a:spcBef>
                <a:spcPts val="0"/>
              </a:spcBef>
              <a:spcAft>
                <a:spcPts val="0"/>
              </a:spcAft>
              <a:buFont typeface="Arial" panose="020B0604020202020204" pitchFamily="34" charset="0"/>
              <a:buNone/>
              <a:defRPr sz="600" b="0"/>
            </a:lvl1pPr>
            <a:lvl2pPr marL="0" indent="0">
              <a:lnSpc>
                <a:spcPct val="100000"/>
              </a:lnSpc>
              <a:spcBef>
                <a:spcPts val="0"/>
              </a:spcBef>
              <a:spcAft>
                <a:spcPts val="0"/>
              </a:spcAft>
              <a:buFont typeface="Arial" panose="020B0604020202020204" pitchFamily="34" charset="0"/>
              <a:buNone/>
              <a:defRPr sz="600" b="0"/>
            </a:lvl2pPr>
            <a:lvl3pPr marL="0" indent="0">
              <a:lnSpc>
                <a:spcPct val="100000"/>
              </a:lnSpc>
              <a:spcBef>
                <a:spcPts val="0"/>
              </a:spcBef>
              <a:spcAft>
                <a:spcPts val="0"/>
              </a:spcAft>
              <a:buNone/>
              <a:defRPr sz="600" b="0"/>
            </a:lvl3pPr>
            <a:lvl4pPr marL="0" indent="0">
              <a:lnSpc>
                <a:spcPct val="100000"/>
              </a:lnSpc>
              <a:spcBef>
                <a:spcPts val="0"/>
              </a:spcBef>
              <a:spcAft>
                <a:spcPts val="0"/>
              </a:spcAft>
              <a:buNone/>
              <a:defRPr sz="600" b="0"/>
            </a:lvl4pPr>
            <a:lvl5pPr marL="0" indent="0">
              <a:lnSpc>
                <a:spcPct val="100000"/>
              </a:lnSpc>
              <a:spcBef>
                <a:spcPts val="0"/>
              </a:spcBef>
              <a:spcAft>
                <a:spcPts val="0"/>
              </a:spcAft>
              <a:buNone/>
              <a:defRPr sz="600" b="0"/>
            </a:lvl5pPr>
            <a:lvl6pPr marL="0" indent="0">
              <a:lnSpc>
                <a:spcPct val="100000"/>
              </a:lnSpc>
              <a:spcBef>
                <a:spcPts val="0"/>
              </a:spcBef>
              <a:spcAft>
                <a:spcPts val="0"/>
              </a:spcAft>
              <a:buNone/>
              <a:defRPr sz="600" b="0"/>
            </a:lvl6pPr>
            <a:lvl7pPr marL="0" indent="0">
              <a:lnSpc>
                <a:spcPct val="100000"/>
              </a:lnSpc>
              <a:spcBef>
                <a:spcPts val="0"/>
              </a:spcBef>
              <a:spcAft>
                <a:spcPts val="0"/>
              </a:spcAft>
              <a:buNone/>
              <a:defRPr sz="600" b="0"/>
            </a:lvl7pPr>
            <a:lvl8pPr marL="0" indent="0">
              <a:lnSpc>
                <a:spcPct val="100000"/>
              </a:lnSpc>
              <a:spcBef>
                <a:spcPts val="0"/>
              </a:spcBef>
              <a:spcAft>
                <a:spcPts val="0"/>
              </a:spcAft>
              <a:buNone/>
              <a:defRPr sz="600" b="0"/>
            </a:lvl8pPr>
            <a:lvl9pPr marL="0" indent="0">
              <a:lnSpc>
                <a:spcPct val="100000"/>
              </a:lnSpc>
              <a:spcBef>
                <a:spcPts val="0"/>
              </a:spcBef>
              <a:spcAft>
                <a:spcPts val="0"/>
              </a:spcAft>
              <a:buNone/>
              <a:defRPr sz="600" b="0"/>
            </a:lvl9pPr>
          </a:lstStyle>
          <a:p>
            <a:pPr lvl="0"/>
            <a:r>
              <a:rPr lang="en-US"/>
              <a:t>Footnote/Source</a:t>
            </a:r>
          </a:p>
        </p:txBody>
      </p:sp>
      <p:sp>
        <p:nvSpPr>
          <p:cNvPr id="13" name="Bildplatzhalter 10"/>
          <p:cNvSpPr>
            <a:spLocks noGrp="1"/>
          </p:cNvSpPr>
          <p:nvPr>
            <p:ph type="pic" sz="quarter" idx="10" hasCustomPrompt="1"/>
          </p:nvPr>
        </p:nvSpPr>
        <p:spPr bwMode="gray">
          <a:xfrm>
            <a:off x="2" y="0"/>
            <a:ext cx="1520429" cy="5143500"/>
          </a:xfrm>
          <a:solidFill>
            <a:srgbClr val="E5E3DE"/>
          </a:solidFill>
        </p:spPr>
        <p:txBody>
          <a:bodyPr tIns="720000" anchor="ctr" anchorCtr="0"/>
          <a:lstStyle>
            <a:lvl1pPr marL="0" indent="0" algn="ctr">
              <a:spcBef>
                <a:spcPts val="0"/>
              </a:spcBef>
              <a:spcAft>
                <a:spcPts val="0"/>
              </a:spcAft>
              <a:buFontTx/>
              <a:buNone/>
              <a:defRPr sz="900" b="0">
                <a:solidFill>
                  <a:schemeClr val="tx1"/>
                </a:solidFill>
              </a:defRPr>
            </a:lvl1pPr>
            <a:lvl2pPr marL="0" indent="0" algn="ctr">
              <a:spcBef>
                <a:spcPts val="0"/>
              </a:spcBef>
              <a:spcAft>
                <a:spcPts val="0"/>
              </a:spcAft>
              <a:buFontTx/>
              <a:buNone/>
              <a:defRPr sz="900" b="0"/>
            </a:lvl2pPr>
            <a:lvl3pPr marL="0" indent="0" algn="ctr">
              <a:spcBef>
                <a:spcPts val="0"/>
              </a:spcBef>
              <a:spcAft>
                <a:spcPts val="0"/>
              </a:spcAft>
              <a:buFontTx/>
              <a:buNone/>
              <a:defRPr sz="900" b="0"/>
            </a:lvl3pPr>
            <a:lvl4pPr marL="0" indent="0" algn="ctr">
              <a:spcBef>
                <a:spcPts val="0"/>
              </a:spcBef>
              <a:spcAft>
                <a:spcPts val="0"/>
              </a:spcAft>
              <a:buFontTx/>
              <a:buNone/>
              <a:defRPr sz="900" b="0"/>
            </a:lvl4pPr>
            <a:lvl5pPr marL="0" indent="0" algn="ctr">
              <a:spcBef>
                <a:spcPts val="0"/>
              </a:spcBef>
              <a:spcAft>
                <a:spcPts val="0"/>
              </a:spcAft>
              <a:buFontTx/>
              <a:buNone/>
              <a:defRPr sz="900" b="0"/>
            </a:lvl5pPr>
            <a:lvl6pPr marL="0" indent="0" algn="ctr">
              <a:spcBef>
                <a:spcPts val="0"/>
              </a:spcBef>
              <a:spcAft>
                <a:spcPts val="0"/>
              </a:spcAft>
              <a:buFontTx/>
              <a:buNone/>
              <a:defRPr sz="900" b="0"/>
            </a:lvl6pPr>
            <a:lvl7pPr marL="0" indent="0" algn="ctr">
              <a:spcBef>
                <a:spcPts val="0"/>
              </a:spcBef>
              <a:spcAft>
                <a:spcPts val="0"/>
              </a:spcAft>
              <a:buFontTx/>
              <a:buNone/>
              <a:defRPr sz="900" b="0"/>
            </a:lvl7pPr>
            <a:lvl8pPr marL="0" indent="0" algn="ctr">
              <a:spcBef>
                <a:spcPts val="0"/>
              </a:spcBef>
              <a:spcAft>
                <a:spcPts val="0"/>
              </a:spcAft>
              <a:buFontTx/>
              <a:buNone/>
              <a:defRPr sz="900" b="0"/>
            </a:lvl8pPr>
            <a:lvl9pPr marL="0" indent="0" algn="ctr">
              <a:spcBef>
                <a:spcPts val="0"/>
              </a:spcBef>
              <a:spcAft>
                <a:spcPts val="0"/>
              </a:spcAft>
              <a:buFontTx/>
              <a:buNone/>
              <a:defRPr sz="900" b="0"/>
            </a:lvl9pPr>
          </a:lstStyle>
          <a:p>
            <a:pPr lvl="0"/>
            <a:r>
              <a:rPr lang="en-US"/>
              <a:t>Add picture</a:t>
            </a:r>
          </a:p>
        </p:txBody>
      </p:sp>
      <p:sp>
        <p:nvSpPr>
          <p:cNvPr id="14" name="Fußzeilenplatzhalter 13"/>
          <p:cNvSpPr>
            <a:spLocks noGrp="1"/>
          </p:cNvSpPr>
          <p:nvPr>
            <p:ph type="ftr" sz="quarter" idx="29"/>
          </p:nvPr>
        </p:nvSpPr>
        <p:spPr bwMode="gray"/>
        <p:txBody>
          <a:bodyPr/>
          <a:lstStyle/>
          <a:p>
            <a:r>
              <a:rPr lang="en-US"/>
              <a:t>Presentation title    |    ONLY FOR INTERNAL USE</a:t>
            </a:r>
          </a:p>
        </p:txBody>
      </p:sp>
      <p:sp>
        <p:nvSpPr>
          <p:cNvPr id="15" name="Foliennummernplatzhalter 14"/>
          <p:cNvSpPr>
            <a:spLocks noGrp="1"/>
          </p:cNvSpPr>
          <p:nvPr>
            <p:ph type="sldNum" sz="quarter" idx="30"/>
          </p:nvPr>
        </p:nvSpPr>
        <p:spPr bwMode="gray"/>
        <p:txBody>
          <a:bodyPr/>
          <a:lstStyle/>
          <a:p>
            <a:fld id="{DF4E8F9F-5B1F-4F5B-BE49-3245D8C18D9F}" type="slidenum">
              <a:rPr lang="en-US" smtClean="0"/>
              <a:t>‹#›</a:t>
            </a:fld>
            <a:endParaRPr lang="en-US"/>
          </a:p>
        </p:txBody>
      </p:sp>
      <p:sp>
        <p:nvSpPr>
          <p:cNvPr id="2" name="Text Placeholder 8"/>
          <p:cNvSpPr>
            <a:spLocks noGrp="1"/>
          </p:cNvSpPr>
          <p:nvPr>
            <p:ph type="body" sz="quarter" idx="31"/>
          </p:nvPr>
        </p:nvSpPr>
        <p:spPr bwMode="gray">
          <a:xfrm>
            <a:off x="359568" y="4625100"/>
            <a:ext cx="926100" cy="2808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150">
                <a:noFill/>
              </a:defRPr>
            </a:lvl1pPr>
            <a:lvl2pPr marL="0" indent="0">
              <a:lnSpc>
                <a:spcPct val="100000"/>
              </a:lnSpc>
              <a:spcAft>
                <a:spcPts val="0"/>
              </a:spcAft>
              <a:buFontTx/>
              <a:buNone/>
              <a:defRPr sz="150">
                <a:noFill/>
              </a:defRPr>
            </a:lvl2pPr>
            <a:lvl3pPr marL="0" indent="0">
              <a:lnSpc>
                <a:spcPct val="100000"/>
              </a:lnSpc>
              <a:spcAft>
                <a:spcPts val="0"/>
              </a:spcAft>
              <a:buFontTx/>
              <a:buNone/>
              <a:defRPr sz="150">
                <a:noFill/>
              </a:defRPr>
            </a:lvl3pPr>
            <a:lvl4pPr marL="0" indent="0">
              <a:lnSpc>
                <a:spcPct val="100000"/>
              </a:lnSpc>
              <a:spcAft>
                <a:spcPts val="0"/>
              </a:spcAft>
              <a:buFontTx/>
              <a:buNone/>
              <a:defRPr sz="150">
                <a:noFill/>
              </a:defRPr>
            </a:lvl4pPr>
            <a:lvl5pPr marL="0" indent="0">
              <a:lnSpc>
                <a:spcPct val="100000"/>
              </a:lnSpc>
              <a:spcAft>
                <a:spcPts val="0"/>
              </a:spcAft>
              <a:buFontTx/>
              <a:buNone/>
              <a:defRPr sz="150">
                <a:noFill/>
              </a:defRPr>
            </a:lvl5pPr>
          </a:lstStyle>
          <a:p>
            <a:pPr lvl="0"/>
            <a:r>
              <a:rPr lang="en-US"/>
              <a:t>Click to edit Master text styles</a:t>
            </a:r>
          </a:p>
        </p:txBody>
      </p:sp>
      <p:grpSp>
        <p:nvGrpSpPr>
          <p:cNvPr id="17" name="Group 16"/>
          <p:cNvGrpSpPr/>
          <p:nvPr userDrawn="1"/>
        </p:nvGrpSpPr>
        <p:grpSpPr bwMode="gray">
          <a:xfrm>
            <a:off x="-1422666" y="0"/>
            <a:ext cx="1286309" cy="2808312"/>
            <a:chOff x="-1824880" y="2708920"/>
            <a:chExt cx="1715078" cy="3744416"/>
          </a:xfrm>
        </p:grpSpPr>
        <p:sp>
          <p:nvSpPr>
            <p:cNvPr id="18" name="TextBox 17"/>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450"/>
                </a:spcAft>
              </a:pPr>
              <a:r>
                <a:rPr lang="en-US" sz="825" b="1">
                  <a:solidFill>
                    <a:schemeClr val="tx1"/>
                  </a:solidFill>
                  <a:effectLst/>
                  <a:latin typeface="+mj-lt"/>
                </a:rPr>
                <a:t>To insert a picture:</a:t>
              </a:r>
            </a:p>
            <a:p>
              <a:pPr marL="107950" indent="-107950">
                <a:lnSpc>
                  <a:spcPct val="120000"/>
                </a:lnSpc>
                <a:spcAft>
                  <a:spcPts val="450"/>
                </a:spcAft>
                <a:buFont typeface="+mj-lt"/>
                <a:buAutoNum type="arabicPeriod"/>
              </a:pPr>
              <a:r>
                <a:rPr lang="en-US" sz="675">
                  <a:solidFill>
                    <a:schemeClr val="tx1"/>
                  </a:solidFill>
                  <a:effectLst/>
                  <a:latin typeface="+mn-lt"/>
                </a:rPr>
                <a:t>Click on the placeholder for pictures</a:t>
              </a:r>
            </a:p>
            <a:p>
              <a:pPr marL="107950" indent="-107950">
                <a:lnSpc>
                  <a:spcPct val="120000"/>
                </a:lnSpc>
                <a:spcAft>
                  <a:spcPts val="450"/>
                </a:spcAft>
                <a:buFont typeface="+mj-lt"/>
                <a:buAutoNum type="arabicPeriod"/>
              </a:pPr>
              <a:r>
                <a:rPr lang="en-US" sz="675">
                  <a:solidFill>
                    <a:schemeClr val="tx1"/>
                  </a:solidFill>
                  <a:effectLst/>
                  <a:latin typeface="+mn-lt"/>
                </a:rPr>
                <a:t>Open the menu “Insert”</a:t>
              </a:r>
            </a:p>
            <a:p>
              <a:pPr marL="107950" indent="-107950">
                <a:lnSpc>
                  <a:spcPct val="120000"/>
                </a:lnSpc>
                <a:spcAft>
                  <a:spcPts val="450"/>
                </a:spcAft>
                <a:buFont typeface="+mj-lt"/>
                <a:buAutoNum type="arabicPeriod"/>
              </a:pPr>
              <a:r>
                <a:rPr lang="en-US" sz="675">
                  <a:solidFill>
                    <a:schemeClr val="tx1"/>
                  </a:solidFill>
                  <a:effectLst/>
                  <a:latin typeface="+mn-lt"/>
                </a:rPr>
                <a:t>Choose “Pictures” and then the corresponding source where the image is located</a:t>
              </a:r>
              <a:endParaRPr lang="en-US" sz="675">
                <a:solidFill>
                  <a:schemeClr val="tx1"/>
                </a:solidFill>
                <a:latin typeface="+mn-lt"/>
              </a:endParaRPr>
            </a:p>
          </p:txBody>
        </p:sp>
        <p:pic>
          <p:nvPicPr>
            <p:cNvPr id="19" name="Picture 18"/>
            <p:cNvPicPr>
              <a:picLocks noChangeAspect="1"/>
            </p:cNvPicPr>
            <p:nvPr userDrawn="1"/>
          </p:nvPicPr>
          <p:blipFill rotWithShape="1">
            <a:blip r:embed="rId4"/>
            <a:srcRect l="8843" r="2395" b="2546"/>
            <a:stretch>
              <a:fillRect/>
            </a:stretch>
          </p:blipFill>
          <p:spPr bwMode="gray">
            <a:xfrm>
              <a:off x="-1589806" y="4475212"/>
              <a:ext cx="745332" cy="1122804"/>
            </a:xfrm>
            <a:prstGeom prst="roundRect">
              <a:avLst>
                <a:gd name="adj" fmla="val 3514"/>
              </a:avLst>
            </a:prstGeom>
          </p:spPr>
        </p:pic>
        <p:sp>
          <p:nvSpPr>
            <p:cNvPr id="20" name="TextBox 19"/>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07950" indent="-107950">
                <a:spcAft>
                  <a:spcPts val="450"/>
                </a:spcAft>
                <a:buFont typeface="+mj-lt"/>
                <a:buAutoNum type="arabicPeriod" startAt="4"/>
              </a:pPr>
              <a:r>
                <a:rPr lang="en-US" sz="675">
                  <a:solidFill>
                    <a:schemeClr val="tx1"/>
                  </a:solidFill>
                  <a:effectLst/>
                  <a:latin typeface="+mn-lt"/>
                </a:rPr>
                <a:t>Now the image has </a:t>
              </a:r>
              <a:br>
                <a:rPr lang="en-US" sz="675">
                  <a:solidFill>
                    <a:schemeClr val="tx1"/>
                  </a:solidFill>
                  <a:effectLst/>
                  <a:latin typeface="+mn-lt"/>
                </a:rPr>
              </a:br>
              <a:r>
                <a:rPr lang="en-US" sz="675">
                  <a:solidFill>
                    <a:schemeClr val="tx1"/>
                  </a:solidFill>
                  <a:effectLst/>
                  <a:latin typeface="+mn-lt"/>
                </a:rPr>
                <a:t>been loaded into the </a:t>
              </a:r>
              <a:br>
                <a:rPr lang="en-US" sz="675">
                  <a:solidFill>
                    <a:schemeClr val="tx1"/>
                  </a:solidFill>
                  <a:effectLst/>
                  <a:latin typeface="+mn-lt"/>
                </a:rPr>
              </a:br>
              <a:r>
                <a:rPr lang="en-US" sz="675">
                  <a:solidFill>
                    <a:schemeClr val="tx1"/>
                  </a:solidFill>
                  <a:effectLst/>
                  <a:latin typeface="+mn-lt"/>
                </a:rPr>
                <a:t>placeholder.</a:t>
              </a:r>
              <a:endParaRPr lang="en-US" sz="675">
                <a:solidFill>
                  <a:schemeClr val="tx1"/>
                </a:solidFill>
                <a:latin typeface="+mn-lt"/>
              </a:endParaRPr>
            </a:p>
          </p:txBody>
        </p:sp>
      </p:grpSp>
    </p:spTree>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1)">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359569" y="357750"/>
            <a:ext cx="4104086" cy="54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359569" y="1059657"/>
            <a:ext cx="4104085" cy="3294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360000" y="4353960"/>
            <a:ext cx="4104000" cy="108000"/>
          </a:xfrm>
        </p:spPr>
        <p:txBody>
          <a:bodyPr anchor="b"/>
          <a:lstStyle>
            <a:lvl1pPr marL="0" indent="0">
              <a:lnSpc>
                <a:spcPct val="100000"/>
              </a:lnSpc>
              <a:spcBef>
                <a:spcPts val="0"/>
              </a:spcBef>
              <a:spcAft>
                <a:spcPts val="0"/>
              </a:spcAft>
              <a:buFont typeface="Arial" panose="020B0604020202020204" pitchFamily="34" charset="0"/>
              <a:buNone/>
              <a:defRPr sz="600" b="0">
                <a:solidFill>
                  <a:schemeClr val="bg1"/>
                </a:solidFill>
              </a:defRPr>
            </a:lvl1pPr>
            <a:lvl2pPr marL="0" indent="0">
              <a:lnSpc>
                <a:spcPct val="100000"/>
              </a:lnSpc>
              <a:spcBef>
                <a:spcPts val="0"/>
              </a:spcBef>
              <a:spcAft>
                <a:spcPts val="0"/>
              </a:spcAft>
              <a:buFont typeface="Arial" panose="020B0604020202020204" pitchFamily="34" charset="0"/>
              <a:buNone/>
              <a:defRPr sz="600" b="0">
                <a:solidFill>
                  <a:schemeClr val="bg1"/>
                </a:solidFill>
              </a:defRPr>
            </a:lvl2pPr>
            <a:lvl3pPr marL="0" indent="0">
              <a:lnSpc>
                <a:spcPct val="100000"/>
              </a:lnSpc>
              <a:spcBef>
                <a:spcPts val="0"/>
              </a:spcBef>
              <a:spcAft>
                <a:spcPts val="0"/>
              </a:spcAft>
              <a:buNone/>
              <a:defRPr sz="600" b="0">
                <a:solidFill>
                  <a:schemeClr val="bg1"/>
                </a:solidFill>
              </a:defRPr>
            </a:lvl3pPr>
            <a:lvl4pPr marL="0" indent="0">
              <a:lnSpc>
                <a:spcPct val="100000"/>
              </a:lnSpc>
              <a:spcBef>
                <a:spcPts val="0"/>
              </a:spcBef>
              <a:spcAft>
                <a:spcPts val="0"/>
              </a:spcAft>
              <a:buNone/>
              <a:defRPr sz="600" b="0">
                <a:solidFill>
                  <a:schemeClr val="bg1"/>
                </a:solidFill>
              </a:defRPr>
            </a:lvl4pPr>
            <a:lvl5pPr marL="0" indent="0">
              <a:lnSpc>
                <a:spcPct val="100000"/>
              </a:lnSpc>
              <a:spcBef>
                <a:spcPts val="0"/>
              </a:spcBef>
              <a:spcAft>
                <a:spcPts val="0"/>
              </a:spcAft>
              <a:buNone/>
              <a:defRPr sz="600" b="0">
                <a:solidFill>
                  <a:schemeClr val="bg1"/>
                </a:solidFill>
              </a:defRPr>
            </a:lvl5pPr>
            <a:lvl6pPr marL="0" indent="0">
              <a:lnSpc>
                <a:spcPct val="100000"/>
              </a:lnSpc>
              <a:spcBef>
                <a:spcPts val="0"/>
              </a:spcBef>
              <a:spcAft>
                <a:spcPts val="0"/>
              </a:spcAft>
              <a:buNone/>
              <a:defRPr sz="600" b="0">
                <a:solidFill>
                  <a:schemeClr val="bg1"/>
                </a:solidFill>
              </a:defRPr>
            </a:lvl6pPr>
            <a:lvl7pPr marL="0" indent="0">
              <a:lnSpc>
                <a:spcPct val="100000"/>
              </a:lnSpc>
              <a:spcBef>
                <a:spcPts val="0"/>
              </a:spcBef>
              <a:spcAft>
                <a:spcPts val="0"/>
              </a:spcAft>
              <a:buNone/>
              <a:defRPr sz="600" b="0">
                <a:solidFill>
                  <a:schemeClr val="bg1"/>
                </a:solidFill>
              </a:defRPr>
            </a:lvl7pPr>
            <a:lvl8pPr marL="0" indent="0">
              <a:lnSpc>
                <a:spcPct val="100000"/>
              </a:lnSpc>
              <a:spcBef>
                <a:spcPts val="0"/>
              </a:spcBef>
              <a:spcAft>
                <a:spcPts val="0"/>
              </a:spcAft>
              <a:buNone/>
              <a:defRPr sz="600" b="0">
                <a:solidFill>
                  <a:schemeClr val="bg1"/>
                </a:solidFill>
              </a:defRPr>
            </a:lvl8pPr>
            <a:lvl9pPr marL="0" indent="0">
              <a:lnSpc>
                <a:spcPct val="100000"/>
              </a:lnSpc>
              <a:spcBef>
                <a:spcPts val="0"/>
              </a:spcBef>
              <a:spcAft>
                <a:spcPts val="0"/>
              </a:spcAft>
              <a:buNone/>
              <a:defRPr sz="600" b="0">
                <a:solidFill>
                  <a:schemeClr val="bg1"/>
                </a:solidFill>
              </a:defRPr>
            </a:lvl9pPr>
          </a:lstStyle>
          <a:p>
            <a:pPr lvl="0"/>
            <a:r>
              <a:rPr lang="en-US"/>
              <a:t>Footnote/Source</a:t>
            </a:r>
          </a:p>
        </p:txBody>
      </p:sp>
      <p:sp>
        <p:nvSpPr>
          <p:cNvPr id="7" name="Bildplatzhalter 10"/>
          <p:cNvSpPr>
            <a:spLocks noGrp="1"/>
          </p:cNvSpPr>
          <p:nvPr>
            <p:ph type="pic" sz="quarter" idx="10" hasCustomPrompt="1"/>
          </p:nvPr>
        </p:nvSpPr>
        <p:spPr bwMode="gray">
          <a:xfrm>
            <a:off x="4680347" y="0"/>
            <a:ext cx="4463652" cy="5143500"/>
          </a:xfrm>
          <a:solidFill>
            <a:srgbClr val="E5E3DE"/>
          </a:solidFill>
        </p:spPr>
        <p:txBody>
          <a:bodyPr tIns="720000" anchor="ctr" anchorCtr="0"/>
          <a:lstStyle>
            <a:lvl1pPr marL="0" indent="0" algn="ctr">
              <a:spcBef>
                <a:spcPts val="0"/>
              </a:spcBef>
              <a:spcAft>
                <a:spcPts val="0"/>
              </a:spcAft>
              <a:buFontTx/>
              <a:buNone/>
              <a:defRPr sz="900" b="0">
                <a:solidFill>
                  <a:schemeClr val="tx1"/>
                </a:solidFill>
              </a:defRPr>
            </a:lvl1pPr>
            <a:lvl2pPr marL="0" indent="0" algn="ctr">
              <a:spcBef>
                <a:spcPts val="0"/>
              </a:spcBef>
              <a:spcAft>
                <a:spcPts val="0"/>
              </a:spcAft>
              <a:buFontTx/>
              <a:buNone/>
              <a:defRPr sz="900" b="0"/>
            </a:lvl2pPr>
            <a:lvl3pPr marL="0" indent="0" algn="ctr">
              <a:spcBef>
                <a:spcPts val="0"/>
              </a:spcBef>
              <a:spcAft>
                <a:spcPts val="0"/>
              </a:spcAft>
              <a:buFontTx/>
              <a:buNone/>
              <a:defRPr sz="900" b="0"/>
            </a:lvl3pPr>
            <a:lvl4pPr marL="0" indent="0" algn="ctr">
              <a:spcBef>
                <a:spcPts val="0"/>
              </a:spcBef>
              <a:spcAft>
                <a:spcPts val="0"/>
              </a:spcAft>
              <a:buFontTx/>
              <a:buNone/>
              <a:defRPr sz="900" b="0"/>
            </a:lvl4pPr>
            <a:lvl5pPr marL="0" indent="0" algn="ctr">
              <a:spcBef>
                <a:spcPts val="0"/>
              </a:spcBef>
              <a:spcAft>
                <a:spcPts val="0"/>
              </a:spcAft>
              <a:buFontTx/>
              <a:buNone/>
              <a:defRPr sz="900" b="0"/>
            </a:lvl5pPr>
            <a:lvl6pPr marL="0" indent="0" algn="ctr">
              <a:spcBef>
                <a:spcPts val="0"/>
              </a:spcBef>
              <a:spcAft>
                <a:spcPts val="0"/>
              </a:spcAft>
              <a:buFontTx/>
              <a:buNone/>
              <a:defRPr sz="900" b="0"/>
            </a:lvl6pPr>
            <a:lvl7pPr marL="0" indent="0" algn="ctr">
              <a:spcBef>
                <a:spcPts val="0"/>
              </a:spcBef>
              <a:spcAft>
                <a:spcPts val="0"/>
              </a:spcAft>
              <a:buFontTx/>
              <a:buNone/>
              <a:defRPr sz="900" b="0"/>
            </a:lvl7pPr>
            <a:lvl8pPr marL="0" indent="0" algn="ctr">
              <a:spcBef>
                <a:spcPts val="0"/>
              </a:spcBef>
              <a:spcAft>
                <a:spcPts val="0"/>
              </a:spcAft>
              <a:buFontTx/>
              <a:buNone/>
              <a:defRPr sz="900" b="0"/>
            </a:lvl8pPr>
            <a:lvl9pPr marL="0" indent="0" algn="ctr">
              <a:spcBef>
                <a:spcPts val="0"/>
              </a:spcBef>
              <a:spcAft>
                <a:spcPts val="0"/>
              </a:spcAft>
              <a:buFontTx/>
              <a:buNone/>
              <a:defRPr sz="900" b="0"/>
            </a:lvl9pPr>
          </a:lstStyle>
          <a:p>
            <a:pPr lvl="0"/>
            <a:r>
              <a:rPr lang="en-US"/>
              <a:t>Add picture</a:t>
            </a:r>
          </a:p>
        </p:txBody>
      </p:sp>
      <p:sp>
        <p:nvSpPr>
          <p:cNvPr id="9" name="Fußzeilenplatzhalter 8"/>
          <p:cNvSpPr>
            <a:spLocks noGrp="1"/>
          </p:cNvSpPr>
          <p:nvPr>
            <p:ph type="ftr" sz="quarter" idx="14"/>
          </p:nvPr>
        </p:nvSpPr>
        <p:spPr bwMode="gray"/>
        <p:txBody>
          <a:bodyPr/>
          <a:lstStyle>
            <a:lvl1pPr>
              <a:defRPr>
                <a:solidFill>
                  <a:schemeClr val="bg1"/>
                </a:solidFill>
              </a:defRPr>
            </a:lvl1pPr>
          </a:lstStyle>
          <a:p>
            <a:r>
              <a:rPr lang="en-US"/>
              <a:t>Presentation title    |    ONLY FOR INTERNAL USE</a:t>
            </a:r>
          </a:p>
        </p:txBody>
      </p:sp>
      <p:sp>
        <p:nvSpPr>
          <p:cNvPr id="10" name="Foliennummernplatzhalter 9"/>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t>‹#›</a:t>
            </a:fld>
            <a:endParaRPr lang="en-US"/>
          </a:p>
        </p:txBody>
      </p:sp>
      <p:pic>
        <p:nvPicPr>
          <p:cNvPr id="6" name="Grafik 5"/>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359568" y="4623752"/>
            <a:ext cx="926100" cy="279545"/>
          </a:xfrm>
          <a:prstGeom prst="rect">
            <a:avLst/>
          </a:prstGeom>
        </p:spPr>
      </p:pic>
      <p:grpSp>
        <p:nvGrpSpPr>
          <p:cNvPr id="17" name="Group 16"/>
          <p:cNvGrpSpPr/>
          <p:nvPr userDrawn="1"/>
        </p:nvGrpSpPr>
        <p:grpSpPr bwMode="gray">
          <a:xfrm>
            <a:off x="-1422666" y="0"/>
            <a:ext cx="1286309" cy="2808312"/>
            <a:chOff x="-1824880" y="2708920"/>
            <a:chExt cx="1715078" cy="3744416"/>
          </a:xfrm>
        </p:grpSpPr>
        <p:sp>
          <p:nvSpPr>
            <p:cNvPr id="18" name="TextBox 17"/>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450"/>
                </a:spcAft>
              </a:pPr>
              <a:r>
                <a:rPr lang="en-US" sz="825" b="1">
                  <a:solidFill>
                    <a:schemeClr val="tx1"/>
                  </a:solidFill>
                  <a:effectLst/>
                  <a:latin typeface="+mj-lt"/>
                </a:rPr>
                <a:t>To insert a picture:</a:t>
              </a:r>
            </a:p>
            <a:p>
              <a:pPr marL="107950" indent="-107950">
                <a:lnSpc>
                  <a:spcPct val="120000"/>
                </a:lnSpc>
                <a:spcAft>
                  <a:spcPts val="450"/>
                </a:spcAft>
                <a:buFont typeface="+mj-lt"/>
                <a:buAutoNum type="arabicPeriod"/>
              </a:pPr>
              <a:r>
                <a:rPr lang="en-US" sz="675">
                  <a:solidFill>
                    <a:schemeClr val="tx1"/>
                  </a:solidFill>
                  <a:effectLst/>
                  <a:latin typeface="+mn-lt"/>
                </a:rPr>
                <a:t>Click on the placeholder for pictures</a:t>
              </a:r>
            </a:p>
            <a:p>
              <a:pPr marL="107950" indent="-107950">
                <a:lnSpc>
                  <a:spcPct val="120000"/>
                </a:lnSpc>
                <a:spcAft>
                  <a:spcPts val="450"/>
                </a:spcAft>
                <a:buFont typeface="+mj-lt"/>
                <a:buAutoNum type="arabicPeriod"/>
              </a:pPr>
              <a:r>
                <a:rPr lang="en-US" sz="675">
                  <a:solidFill>
                    <a:schemeClr val="tx1"/>
                  </a:solidFill>
                  <a:effectLst/>
                  <a:latin typeface="+mn-lt"/>
                </a:rPr>
                <a:t>Open the menu “Insert”</a:t>
              </a:r>
            </a:p>
            <a:p>
              <a:pPr marL="107950" indent="-107950">
                <a:lnSpc>
                  <a:spcPct val="120000"/>
                </a:lnSpc>
                <a:spcAft>
                  <a:spcPts val="450"/>
                </a:spcAft>
                <a:buFont typeface="+mj-lt"/>
                <a:buAutoNum type="arabicPeriod"/>
              </a:pPr>
              <a:r>
                <a:rPr lang="en-US" sz="675">
                  <a:solidFill>
                    <a:schemeClr val="tx1"/>
                  </a:solidFill>
                  <a:effectLst/>
                  <a:latin typeface="+mn-lt"/>
                </a:rPr>
                <a:t>Choose “Pictures” and then the corresponding source where the image is located</a:t>
              </a:r>
              <a:endParaRPr lang="en-US" sz="675">
                <a:solidFill>
                  <a:schemeClr val="tx1"/>
                </a:solidFill>
                <a:latin typeface="+mn-lt"/>
              </a:endParaRPr>
            </a:p>
          </p:txBody>
        </p:sp>
        <p:pic>
          <p:nvPicPr>
            <p:cNvPr id="19" name="Picture 18"/>
            <p:cNvPicPr>
              <a:picLocks noChangeAspect="1"/>
            </p:cNvPicPr>
            <p:nvPr userDrawn="1"/>
          </p:nvPicPr>
          <p:blipFill rotWithShape="1">
            <a:blip r:embed="rId4"/>
            <a:srcRect l="8843" r="2395" b="2546"/>
            <a:stretch>
              <a:fillRect/>
            </a:stretch>
          </p:blipFill>
          <p:spPr bwMode="gray">
            <a:xfrm>
              <a:off x="-1589806" y="4475212"/>
              <a:ext cx="745332" cy="1122804"/>
            </a:xfrm>
            <a:prstGeom prst="roundRect">
              <a:avLst>
                <a:gd name="adj" fmla="val 3514"/>
              </a:avLst>
            </a:prstGeom>
          </p:spPr>
        </p:pic>
        <p:sp>
          <p:nvSpPr>
            <p:cNvPr id="20" name="TextBox 19"/>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07950" indent="-107950">
                <a:spcAft>
                  <a:spcPts val="450"/>
                </a:spcAft>
                <a:buFont typeface="+mj-lt"/>
                <a:buAutoNum type="arabicPeriod" startAt="4"/>
              </a:pPr>
              <a:r>
                <a:rPr lang="en-US" sz="675">
                  <a:solidFill>
                    <a:schemeClr val="tx1"/>
                  </a:solidFill>
                  <a:effectLst/>
                  <a:latin typeface="+mn-lt"/>
                </a:rPr>
                <a:t>Now the image has </a:t>
              </a:r>
              <a:br>
                <a:rPr lang="en-US" sz="675">
                  <a:solidFill>
                    <a:schemeClr val="tx1"/>
                  </a:solidFill>
                  <a:effectLst/>
                  <a:latin typeface="+mn-lt"/>
                </a:rPr>
              </a:br>
              <a:r>
                <a:rPr lang="en-US" sz="675">
                  <a:solidFill>
                    <a:schemeClr val="tx1"/>
                  </a:solidFill>
                  <a:effectLst/>
                  <a:latin typeface="+mn-lt"/>
                </a:rPr>
                <a:t>been loaded into the </a:t>
              </a:r>
              <a:br>
                <a:rPr lang="en-US" sz="675">
                  <a:solidFill>
                    <a:schemeClr val="tx1"/>
                  </a:solidFill>
                  <a:effectLst/>
                  <a:latin typeface="+mn-lt"/>
                </a:rPr>
              </a:br>
              <a:r>
                <a:rPr lang="en-US" sz="675">
                  <a:solidFill>
                    <a:schemeClr val="tx1"/>
                  </a:solidFill>
                  <a:effectLst/>
                  <a:latin typeface="+mn-lt"/>
                </a:rPr>
                <a:t>placeholder.</a:t>
              </a:r>
              <a:endParaRPr lang="en-US" sz="675">
                <a:solidFill>
                  <a:schemeClr val="tx1"/>
                </a:solidFill>
                <a:latin typeface="+mn-lt"/>
              </a:endParaRPr>
            </a:p>
          </p:txBody>
        </p:sp>
      </p:grpSp>
    </p:spTree>
  </p:cSld>
  <p:clrMapOvr>
    <a:masterClrMapping/>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2)">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359569" y="357750"/>
            <a:ext cx="5535217" cy="54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359569" y="1059657"/>
            <a:ext cx="5535217" cy="3294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359999" y="4353948"/>
            <a:ext cx="5534785" cy="108000"/>
          </a:xfrm>
        </p:spPr>
        <p:txBody>
          <a:bodyPr anchor="b"/>
          <a:lstStyle>
            <a:lvl1pPr marL="0" indent="0">
              <a:lnSpc>
                <a:spcPct val="100000"/>
              </a:lnSpc>
              <a:spcBef>
                <a:spcPts val="0"/>
              </a:spcBef>
              <a:spcAft>
                <a:spcPts val="0"/>
              </a:spcAft>
              <a:buFont typeface="Arial" panose="020B0604020202020204" pitchFamily="34" charset="0"/>
              <a:buNone/>
              <a:defRPr sz="600" b="0">
                <a:solidFill>
                  <a:schemeClr val="bg1"/>
                </a:solidFill>
              </a:defRPr>
            </a:lvl1pPr>
            <a:lvl2pPr marL="0" indent="0">
              <a:lnSpc>
                <a:spcPct val="100000"/>
              </a:lnSpc>
              <a:spcBef>
                <a:spcPts val="0"/>
              </a:spcBef>
              <a:spcAft>
                <a:spcPts val="0"/>
              </a:spcAft>
              <a:buFont typeface="Arial" panose="020B0604020202020204" pitchFamily="34" charset="0"/>
              <a:buNone/>
              <a:defRPr sz="600" b="0">
                <a:solidFill>
                  <a:schemeClr val="bg1"/>
                </a:solidFill>
              </a:defRPr>
            </a:lvl2pPr>
            <a:lvl3pPr marL="0" indent="0">
              <a:lnSpc>
                <a:spcPct val="100000"/>
              </a:lnSpc>
              <a:spcBef>
                <a:spcPts val="0"/>
              </a:spcBef>
              <a:spcAft>
                <a:spcPts val="0"/>
              </a:spcAft>
              <a:buNone/>
              <a:defRPr sz="600" b="0">
                <a:solidFill>
                  <a:schemeClr val="bg1"/>
                </a:solidFill>
              </a:defRPr>
            </a:lvl3pPr>
            <a:lvl4pPr marL="0" indent="0">
              <a:lnSpc>
                <a:spcPct val="100000"/>
              </a:lnSpc>
              <a:spcBef>
                <a:spcPts val="0"/>
              </a:spcBef>
              <a:spcAft>
                <a:spcPts val="0"/>
              </a:spcAft>
              <a:buNone/>
              <a:defRPr sz="600" b="0">
                <a:solidFill>
                  <a:schemeClr val="bg1"/>
                </a:solidFill>
              </a:defRPr>
            </a:lvl4pPr>
            <a:lvl5pPr marL="0" indent="0">
              <a:lnSpc>
                <a:spcPct val="100000"/>
              </a:lnSpc>
              <a:spcBef>
                <a:spcPts val="0"/>
              </a:spcBef>
              <a:spcAft>
                <a:spcPts val="0"/>
              </a:spcAft>
              <a:buNone/>
              <a:defRPr sz="600" b="0">
                <a:solidFill>
                  <a:schemeClr val="bg1"/>
                </a:solidFill>
              </a:defRPr>
            </a:lvl5pPr>
            <a:lvl6pPr marL="0" indent="0">
              <a:lnSpc>
                <a:spcPct val="100000"/>
              </a:lnSpc>
              <a:spcBef>
                <a:spcPts val="0"/>
              </a:spcBef>
              <a:spcAft>
                <a:spcPts val="0"/>
              </a:spcAft>
              <a:buNone/>
              <a:defRPr sz="600" b="0">
                <a:solidFill>
                  <a:schemeClr val="bg1"/>
                </a:solidFill>
              </a:defRPr>
            </a:lvl6pPr>
            <a:lvl7pPr marL="0" indent="0">
              <a:lnSpc>
                <a:spcPct val="100000"/>
              </a:lnSpc>
              <a:spcBef>
                <a:spcPts val="0"/>
              </a:spcBef>
              <a:spcAft>
                <a:spcPts val="0"/>
              </a:spcAft>
              <a:buNone/>
              <a:defRPr sz="600" b="0">
                <a:solidFill>
                  <a:schemeClr val="bg1"/>
                </a:solidFill>
              </a:defRPr>
            </a:lvl7pPr>
            <a:lvl8pPr marL="0" indent="0">
              <a:lnSpc>
                <a:spcPct val="100000"/>
              </a:lnSpc>
              <a:spcBef>
                <a:spcPts val="0"/>
              </a:spcBef>
              <a:spcAft>
                <a:spcPts val="0"/>
              </a:spcAft>
              <a:buNone/>
              <a:defRPr sz="600" b="0">
                <a:solidFill>
                  <a:schemeClr val="bg1"/>
                </a:solidFill>
              </a:defRPr>
            </a:lvl8pPr>
            <a:lvl9pPr marL="0" indent="0">
              <a:lnSpc>
                <a:spcPct val="100000"/>
              </a:lnSpc>
              <a:spcBef>
                <a:spcPts val="0"/>
              </a:spcBef>
              <a:spcAft>
                <a:spcPts val="0"/>
              </a:spcAft>
              <a:buNone/>
              <a:defRPr sz="600" b="0">
                <a:solidFill>
                  <a:schemeClr val="bg1"/>
                </a:solidFill>
              </a:defRPr>
            </a:lvl9pPr>
          </a:lstStyle>
          <a:p>
            <a:pPr lvl="0"/>
            <a:r>
              <a:rPr lang="en-US"/>
              <a:t>Footnote/Source</a:t>
            </a:r>
          </a:p>
        </p:txBody>
      </p:sp>
      <p:sp>
        <p:nvSpPr>
          <p:cNvPr id="7" name="Bildplatzhalter 10"/>
          <p:cNvSpPr>
            <a:spLocks noGrp="1"/>
          </p:cNvSpPr>
          <p:nvPr>
            <p:ph type="pic" sz="quarter" idx="10" hasCustomPrompt="1"/>
          </p:nvPr>
        </p:nvSpPr>
        <p:spPr bwMode="gray">
          <a:xfrm>
            <a:off x="6111479" y="0"/>
            <a:ext cx="3032521" cy="5143500"/>
          </a:xfrm>
          <a:solidFill>
            <a:srgbClr val="E5E3DE"/>
          </a:solidFill>
        </p:spPr>
        <p:txBody>
          <a:bodyPr tIns="720000" anchor="ctr" anchorCtr="0"/>
          <a:lstStyle>
            <a:lvl1pPr marL="0" indent="0" algn="ctr">
              <a:spcBef>
                <a:spcPts val="0"/>
              </a:spcBef>
              <a:spcAft>
                <a:spcPts val="0"/>
              </a:spcAft>
              <a:buFontTx/>
              <a:buNone/>
              <a:defRPr sz="900" b="0">
                <a:solidFill>
                  <a:schemeClr val="tx1"/>
                </a:solidFill>
              </a:defRPr>
            </a:lvl1pPr>
            <a:lvl2pPr marL="0" indent="0" algn="ctr">
              <a:spcBef>
                <a:spcPts val="0"/>
              </a:spcBef>
              <a:spcAft>
                <a:spcPts val="0"/>
              </a:spcAft>
              <a:buFontTx/>
              <a:buNone/>
              <a:defRPr sz="900" b="0"/>
            </a:lvl2pPr>
            <a:lvl3pPr marL="0" indent="0" algn="ctr">
              <a:spcBef>
                <a:spcPts val="0"/>
              </a:spcBef>
              <a:spcAft>
                <a:spcPts val="0"/>
              </a:spcAft>
              <a:buFontTx/>
              <a:buNone/>
              <a:defRPr sz="900" b="0"/>
            </a:lvl3pPr>
            <a:lvl4pPr marL="0" indent="0" algn="ctr">
              <a:spcBef>
                <a:spcPts val="0"/>
              </a:spcBef>
              <a:spcAft>
                <a:spcPts val="0"/>
              </a:spcAft>
              <a:buFontTx/>
              <a:buNone/>
              <a:defRPr sz="900" b="0"/>
            </a:lvl4pPr>
            <a:lvl5pPr marL="0" indent="0" algn="ctr">
              <a:spcBef>
                <a:spcPts val="0"/>
              </a:spcBef>
              <a:spcAft>
                <a:spcPts val="0"/>
              </a:spcAft>
              <a:buFontTx/>
              <a:buNone/>
              <a:defRPr sz="900" b="0"/>
            </a:lvl5pPr>
            <a:lvl6pPr marL="0" indent="0" algn="ctr">
              <a:spcBef>
                <a:spcPts val="0"/>
              </a:spcBef>
              <a:spcAft>
                <a:spcPts val="0"/>
              </a:spcAft>
              <a:buFontTx/>
              <a:buNone/>
              <a:defRPr sz="900" b="0"/>
            </a:lvl6pPr>
            <a:lvl7pPr marL="0" indent="0" algn="ctr">
              <a:spcBef>
                <a:spcPts val="0"/>
              </a:spcBef>
              <a:spcAft>
                <a:spcPts val="0"/>
              </a:spcAft>
              <a:buFontTx/>
              <a:buNone/>
              <a:defRPr sz="900" b="0"/>
            </a:lvl7pPr>
            <a:lvl8pPr marL="0" indent="0" algn="ctr">
              <a:spcBef>
                <a:spcPts val="0"/>
              </a:spcBef>
              <a:spcAft>
                <a:spcPts val="0"/>
              </a:spcAft>
              <a:buFontTx/>
              <a:buNone/>
              <a:defRPr sz="900" b="0"/>
            </a:lvl8pPr>
            <a:lvl9pPr marL="0" indent="0" algn="ctr">
              <a:spcBef>
                <a:spcPts val="0"/>
              </a:spcBef>
              <a:spcAft>
                <a:spcPts val="0"/>
              </a:spcAft>
              <a:buFontTx/>
              <a:buNone/>
              <a:defRPr sz="900" b="0"/>
            </a:lvl9pPr>
          </a:lstStyle>
          <a:p>
            <a:pPr lvl="0"/>
            <a:r>
              <a:rPr lang="en-US"/>
              <a:t>Add picture</a:t>
            </a:r>
          </a:p>
        </p:txBody>
      </p:sp>
      <p:sp>
        <p:nvSpPr>
          <p:cNvPr id="10" name="Foliennummernplatzhalter 9"/>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t>‹#›</a:t>
            </a:fld>
            <a:endParaRPr lang="en-US"/>
          </a:p>
        </p:txBody>
      </p:sp>
      <p:pic>
        <p:nvPicPr>
          <p:cNvPr id="6" name="Grafik 5"/>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359568" y="4623752"/>
            <a:ext cx="926100" cy="279545"/>
          </a:xfrm>
          <a:prstGeom prst="rect">
            <a:avLst/>
          </a:prstGeom>
        </p:spPr>
      </p:pic>
      <p:sp>
        <p:nvSpPr>
          <p:cNvPr id="2" name="Fußzeilenplatzhalter 1"/>
          <p:cNvSpPr>
            <a:spLocks noGrp="1"/>
          </p:cNvSpPr>
          <p:nvPr>
            <p:ph type="ftr" sz="quarter" idx="16"/>
          </p:nvPr>
        </p:nvSpPr>
        <p:spPr bwMode="gray"/>
        <p:txBody>
          <a:bodyPr/>
          <a:lstStyle>
            <a:lvl1pPr>
              <a:defRPr>
                <a:solidFill>
                  <a:schemeClr val="bg1"/>
                </a:solidFill>
              </a:defRPr>
            </a:lvl1pPr>
          </a:lstStyle>
          <a:p>
            <a:r>
              <a:rPr lang="en-US"/>
              <a:t>Presentation title    |    ONLY FOR INTERNAL USE</a:t>
            </a:r>
          </a:p>
        </p:txBody>
      </p:sp>
      <p:grpSp>
        <p:nvGrpSpPr>
          <p:cNvPr id="17" name="Group 16"/>
          <p:cNvGrpSpPr/>
          <p:nvPr userDrawn="1"/>
        </p:nvGrpSpPr>
        <p:grpSpPr bwMode="gray">
          <a:xfrm>
            <a:off x="-1422666" y="0"/>
            <a:ext cx="1286309" cy="2808312"/>
            <a:chOff x="-1824880" y="2708920"/>
            <a:chExt cx="1715078" cy="3744416"/>
          </a:xfrm>
        </p:grpSpPr>
        <p:sp>
          <p:nvSpPr>
            <p:cNvPr id="18" name="TextBox 17"/>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450"/>
                </a:spcAft>
              </a:pPr>
              <a:r>
                <a:rPr lang="en-US" sz="825" b="1">
                  <a:solidFill>
                    <a:schemeClr val="tx1"/>
                  </a:solidFill>
                  <a:effectLst/>
                  <a:latin typeface="+mj-lt"/>
                </a:rPr>
                <a:t>To insert a picture:</a:t>
              </a:r>
            </a:p>
            <a:p>
              <a:pPr marL="107950" indent="-107950">
                <a:lnSpc>
                  <a:spcPct val="120000"/>
                </a:lnSpc>
                <a:spcAft>
                  <a:spcPts val="450"/>
                </a:spcAft>
                <a:buFont typeface="+mj-lt"/>
                <a:buAutoNum type="arabicPeriod"/>
              </a:pPr>
              <a:r>
                <a:rPr lang="en-US" sz="675">
                  <a:solidFill>
                    <a:schemeClr val="tx1"/>
                  </a:solidFill>
                  <a:effectLst/>
                  <a:latin typeface="+mn-lt"/>
                </a:rPr>
                <a:t>Click on the placeholder for pictures</a:t>
              </a:r>
            </a:p>
            <a:p>
              <a:pPr marL="107950" indent="-107950">
                <a:lnSpc>
                  <a:spcPct val="120000"/>
                </a:lnSpc>
                <a:spcAft>
                  <a:spcPts val="450"/>
                </a:spcAft>
                <a:buFont typeface="+mj-lt"/>
                <a:buAutoNum type="arabicPeriod"/>
              </a:pPr>
              <a:r>
                <a:rPr lang="en-US" sz="675">
                  <a:solidFill>
                    <a:schemeClr val="tx1"/>
                  </a:solidFill>
                  <a:effectLst/>
                  <a:latin typeface="+mn-lt"/>
                </a:rPr>
                <a:t>Open the menu “Insert”</a:t>
              </a:r>
            </a:p>
            <a:p>
              <a:pPr marL="107950" indent="-107950">
                <a:lnSpc>
                  <a:spcPct val="120000"/>
                </a:lnSpc>
                <a:spcAft>
                  <a:spcPts val="450"/>
                </a:spcAft>
                <a:buFont typeface="+mj-lt"/>
                <a:buAutoNum type="arabicPeriod"/>
              </a:pPr>
              <a:r>
                <a:rPr lang="en-US" sz="675">
                  <a:solidFill>
                    <a:schemeClr val="tx1"/>
                  </a:solidFill>
                  <a:effectLst/>
                  <a:latin typeface="+mn-lt"/>
                </a:rPr>
                <a:t>Choose “Pictures” and then the corresponding source where the image is located</a:t>
              </a:r>
              <a:endParaRPr lang="en-US" sz="675">
                <a:solidFill>
                  <a:schemeClr val="tx1"/>
                </a:solidFill>
                <a:latin typeface="+mn-lt"/>
              </a:endParaRPr>
            </a:p>
          </p:txBody>
        </p:sp>
        <p:pic>
          <p:nvPicPr>
            <p:cNvPr id="19" name="Picture 18"/>
            <p:cNvPicPr>
              <a:picLocks noChangeAspect="1"/>
            </p:cNvPicPr>
            <p:nvPr userDrawn="1"/>
          </p:nvPicPr>
          <p:blipFill rotWithShape="1">
            <a:blip r:embed="rId4"/>
            <a:srcRect l="8843" r="2395" b="2546"/>
            <a:stretch>
              <a:fillRect/>
            </a:stretch>
          </p:blipFill>
          <p:spPr bwMode="gray">
            <a:xfrm>
              <a:off x="-1589806" y="4475212"/>
              <a:ext cx="745332" cy="1122804"/>
            </a:xfrm>
            <a:prstGeom prst="roundRect">
              <a:avLst>
                <a:gd name="adj" fmla="val 3514"/>
              </a:avLst>
            </a:prstGeom>
          </p:spPr>
        </p:pic>
        <p:sp>
          <p:nvSpPr>
            <p:cNvPr id="20" name="TextBox 19"/>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07950" indent="-107950">
                <a:spcAft>
                  <a:spcPts val="450"/>
                </a:spcAft>
                <a:buFont typeface="+mj-lt"/>
                <a:buAutoNum type="arabicPeriod" startAt="4"/>
              </a:pPr>
              <a:r>
                <a:rPr lang="en-US" sz="675">
                  <a:solidFill>
                    <a:schemeClr val="tx1"/>
                  </a:solidFill>
                  <a:effectLst/>
                  <a:latin typeface="+mn-lt"/>
                </a:rPr>
                <a:t>Now the image has </a:t>
              </a:r>
              <a:br>
                <a:rPr lang="en-US" sz="675">
                  <a:solidFill>
                    <a:schemeClr val="tx1"/>
                  </a:solidFill>
                  <a:effectLst/>
                  <a:latin typeface="+mn-lt"/>
                </a:rPr>
              </a:br>
              <a:r>
                <a:rPr lang="en-US" sz="675">
                  <a:solidFill>
                    <a:schemeClr val="tx1"/>
                  </a:solidFill>
                  <a:effectLst/>
                  <a:latin typeface="+mn-lt"/>
                </a:rPr>
                <a:t>been loaded into the </a:t>
              </a:r>
              <a:br>
                <a:rPr lang="en-US" sz="675">
                  <a:solidFill>
                    <a:schemeClr val="tx1"/>
                  </a:solidFill>
                  <a:effectLst/>
                  <a:latin typeface="+mn-lt"/>
                </a:rPr>
              </a:br>
              <a:r>
                <a:rPr lang="en-US" sz="675">
                  <a:solidFill>
                    <a:schemeClr val="tx1"/>
                  </a:solidFill>
                  <a:effectLst/>
                  <a:latin typeface="+mn-lt"/>
                </a:rPr>
                <a:t>placeholder.</a:t>
              </a:r>
              <a:endParaRPr lang="en-US" sz="675">
                <a:solidFill>
                  <a:schemeClr val="tx1"/>
                </a:solidFill>
                <a:latin typeface="+mn-lt"/>
              </a:endParaRPr>
            </a:p>
          </p:txBody>
        </p:sp>
      </p:grpSp>
    </p:spTree>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3)">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1737158" y="357750"/>
            <a:ext cx="7047311" cy="54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1737158" y="1059657"/>
            <a:ext cx="7047311" cy="3294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1737587" y="4353960"/>
            <a:ext cx="7047000" cy="108000"/>
          </a:xfrm>
        </p:spPr>
        <p:txBody>
          <a:bodyPr anchor="b"/>
          <a:lstStyle>
            <a:lvl1pPr marL="0" indent="0">
              <a:lnSpc>
                <a:spcPct val="100000"/>
              </a:lnSpc>
              <a:spcBef>
                <a:spcPts val="0"/>
              </a:spcBef>
              <a:spcAft>
                <a:spcPts val="0"/>
              </a:spcAft>
              <a:buFont typeface="Arial" panose="020B0604020202020204" pitchFamily="34" charset="0"/>
              <a:buNone/>
              <a:defRPr sz="600" b="0">
                <a:solidFill>
                  <a:schemeClr val="bg1"/>
                </a:solidFill>
              </a:defRPr>
            </a:lvl1pPr>
            <a:lvl2pPr marL="0" indent="0">
              <a:lnSpc>
                <a:spcPct val="100000"/>
              </a:lnSpc>
              <a:spcBef>
                <a:spcPts val="0"/>
              </a:spcBef>
              <a:spcAft>
                <a:spcPts val="0"/>
              </a:spcAft>
              <a:buFont typeface="Arial" panose="020B0604020202020204" pitchFamily="34" charset="0"/>
              <a:buNone/>
              <a:defRPr sz="600" b="0">
                <a:solidFill>
                  <a:schemeClr val="bg1"/>
                </a:solidFill>
              </a:defRPr>
            </a:lvl2pPr>
            <a:lvl3pPr marL="0" indent="0">
              <a:lnSpc>
                <a:spcPct val="100000"/>
              </a:lnSpc>
              <a:spcBef>
                <a:spcPts val="0"/>
              </a:spcBef>
              <a:spcAft>
                <a:spcPts val="0"/>
              </a:spcAft>
              <a:buNone/>
              <a:defRPr sz="600" b="0">
                <a:solidFill>
                  <a:schemeClr val="bg1"/>
                </a:solidFill>
              </a:defRPr>
            </a:lvl3pPr>
            <a:lvl4pPr marL="0" indent="0">
              <a:lnSpc>
                <a:spcPct val="100000"/>
              </a:lnSpc>
              <a:spcBef>
                <a:spcPts val="0"/>
              </a:spcBef>
              <a:spcAft>
                <a:spcPts val="0"/>
              </a:spcAft>
              <a:buNone/>
              <a:defRPr sz="600" b="0">
                <a:solidFill>
                  <a:schemeClr val="bg1"/>
                </a:solidFill>
              </a:defRPr>
            </a:lvl4pPr>
            <a:lvl5pPr marL="0" indent="0">
              <a:lnSpc>
                <a:spcPct val="100000"/>
              </a:lnSpc>
              <a:spcBef>
                <a:spcPts val="0"/>
              </a:spcBef>
              <a:spcAft>
                <a:spcPts val="0"/>
              </a:spcAft>
              <a:buNone/>
              <a:defRPr sz="600" b="0">
                <a:solidFill>
                  <a:schemeClr val="bg1"/>
                </a:solidFill>
              </a:defRPr>
            </a:lvl5pPr>
            <a:lvl6pPr marL="0" indent="0">
              <a:lnSpc>
                <a:spcPct val="100000"/>
              </a:lnSpc>
              <a:spcBef>
                <a:spcPts val="0"/>
              </a:spcBef>
              <a:spcAft>
                <a:spcPts val="0"/>
              </a:spcAft>
              <a:buNone/>
              <a:defRPr sz="600" b="0">
                <a:solidFill>
                  <a:schemeClr val="bg1"/>
                </a:solidFill>
              </a:defRPr>
            </a:lvl6pPr>
            <a:lvl7pPr marL="0" indent="0">
              <a:lnSpc>
                <a:spcPct val="100000"/>
              </a:lnSpc>
              <a:spcBef>
                <a:spcPts val="0"/>
              </a:spcBef>
              <a:spcAft>
                <a:spcPts val="0"/>
              </a:spcAft>
              <a:buNone/>
              <a:defRPr sz="600" b="0">
                <a:solidFill>
                  <a:schemeClr val="bg1"/>
                </a:solidFill>
              </a:defRPr>
            </a:lvl7pPr>
            <a:lvl8pPr marL="0" indent="0">
              <a:lnSpc>
                <a:spcPct val="100000"/>
              </a:lnSpc>
              <a:spcBef>
                <a:spcPts val="0"/>
              </a:spcBef>
              <a:spcAft>
                <a:spcPts val="0"/>
              </a:spcAft>
              <a:buNone/>
              <a:defRPr sz="600" b="0">
                <a:solidFill>
                  <a:schemeClr val="bg1"/>
                </a:solidFill>
              </a:defRPr>
            </a:lvl8pPr>
            <a:lvl9pPr marL="0" indent="0">
              <a:lnSpc>
                <a:spcPct val="100000"/>
              </a:lnSpc>
              <a:spcBef>
                <a:spcPts val="0"/>
              </a:spcBef>
              <a:spcAft>
                <a:spcPts val="0"/>
              </a:spcAft>
              <a:buClr>
                <a:schemeClr val="tx2"/>
              </a:buClr>
              <a:buNone/>
              <a:defRPr sz="600" b="0">
                <a:solidFill>
                  <a:schemeClr val="bg1"/>
                </a:solidFill>
              </a:defRPr>
            </a:lvl9pPr>
          </a:lstStyle>
          <a:p>
            <a:pPr lvl="0"/>
            <a:r>
              <a:rPr lang="en-US"/>
              <a:t>Footnote/Source</a:t>
            </a:r>
          </a:p>
        </p:txBody>
      </p:sp>
      <p:sp>
        <p:nvSpPr>
          <p:cNvPr id="9" name="Bildplatzhalter 10"/>
          <p:cNvSpPr>
            <a:spLocks noGrp="1"/>
          </p:cNvSpPr>
          <p:nvPr>
            <p:ph type="pic" sz="quarter" idx="10" hasCustomPrompt="1"/>
          </p:nvPr>
        </p:nvSpPr>
        <p:spPr bwMode="gray">
          <a:xfrm>
            <a:off x="1" y="0"/>
            <a:ext cx="1520429" cy="5143500"/>
          </a:xfrm>
          <a:solidFill>
            <a:srgbClr val="E5E3DE"/>
          </a:solidFill>
        </p:spPr>
        <p:txBody>
          <a:bodyPr tIns="720000" anchor="ctr" anchorCtr="0"/>
          <a:lstStyle>
            <a:lvl1pPr marL="0" indent="0" algn="ctr">
              <a:spcBef>
                <a:spcPts val="0"/>
              </a:spcBef>
              <a:spcAft>
                <a:spcPts val="0"/>
              </a:spcAft>
              <a:buFontTx/>
              <a:buNone/>
              <a:defRPr sz="900" b="0">
                <a:solidFill>
                  <a:schemeClr val="tx1"/>
                </a:solidFill>
              </a:defRPr>
            </a:lvl1pPr>
            <a:lvl2pPr marL="0" indent="0" algn="ctr">
              <a:spcBef>
                <a:spcPts val="0"/>
              </a:spcBef>
              <a:spcAft>
                <a:spcPts val="0"/>
              </a:spcAft>
              <a:buFontTx/>
              <a:buNone/>
              <a:defRPr sz="900" b="0"/>
            </a:lvl2pPr>
            <a:lvl3pPr marL="0" indent="0" algn="ctr">
              <a:spcBef>
                <a:spcPts val="0"/>
              </a:spcBef>
              <a:spcAft>
                <a:spcPts val="0"/>
              </a:spcAft>
              <a:buFontTx/>
              <a:buNone/>
              <a:defRPr sz="900" b="0"/>
            </a:lvl3pPr>
            <a:lvl4pPr marL="0" indent="0" algn="ctr">
              <a:spcBef>
                <a:spcPts val="0"/>
              </a:spcBef>
              <a:spcAft>
                <a:spcPts val="0"/>
              </a:spcAft>
              <a:buFontTx/>
              <a:buNone/>
              <a:defRPr sz="900" b="0"/>
            </a:lvl4pPr>
            <a:lvl5pPr marL="0" indent="0" algn="ctr">
              <a:spcBef>
                <a:spcPts val="0"/>
              </a:spcBef>
              <a:spcAft>
                <a:spcPts val="0"/>
              </a:spcAft>
              <a:buFontTx/>
              <a:buNone/>
              <a:defRPr sz="900" b="0"/>
            </a:lvl5pPr>
            <a:lvl6pPr marL="0" indent="0" algn="ctr">
              <a:spcBef>
                <a:spcPts val="0"/>
              </a:spcBef>
              <a:spcAft>
                <a:spcPts val="0"/>
              </a:spcAft>
              <a:buFontTx/>
              <a:buNone/>
              <a:defRPr sz="900" b="0"/>
            </a:lvl6pPr>
            <a:lvl7pPr marL="0" indent="0" algn="ctr">
              <a:spcBef>
                <a:spcPts val="0"/>
              </a:spcBef>
              <a:spcAft>
                <a:spcPts val="0"/>
              </a:spcAft>
              <a:buFontTx/>
              <a:buNone/>
              <a:defRPr sz="900" b="0"/>
            </a:lvl7pPr>
            <a:lvl8pPr marL="0" indent="0" algn="ctr">
              <a:spcBef>
                <a:spcPts val="0"/>
              </a:spcBef>
              <a:spcAft>
                <a:spcPts val="0"/>
              </a:spcAft>
              <a:buFontTx/>
              <a:buNone/>
              <a:defRPr sz="900" b="0"/>
            </a:lvl8pPr>
            <a:lvl9pPr marL="0" indent="0" algn="ctr">
              <a:spcBef>
                <a:spcPts val="0"/>
              </a:spcBef>
              <a:spcAft>
                <a:spcPts val="0"/>
              </a:spcAft>
              <a:buFontTx/>
              <a:buNone/>
              <a:defRPr sz="900" b="0"/>
            </a:lvl9pPr>
          </a:lstStyle>
          <a:p>
            <a:pPr lvl="0"/>
            <a:r>
              <a:rPr lang="en-US"/>
              <a:t>Add picture</a:t>
            </a:r>
          </a:p>
        </p:txBody>
      </p:sp>
      <p:sp>
        <p:nvSpPr>
          <p:cNvPr id="13" name="Fußzeilenplatzhalter 12"/>
          <p:cNvSpPr>
            <a:spLocks noGrp="1"/>
          </p:cNvSpPr>
          <p:nvPr>
            <p:ph type="ftr" sz="quarter" idx="21"/>
          </p:nvPr>
        </p:nvSpPr>
        <p:spPr bwMode="gray"/>
        <p:txBody>
          <a:bodyPr/>
          <a:lstStyle>
            <a:lvl1pPr>
              <a:defRPr>
                <a:solidFill>
                  <a:schemeClr val="bg1"/>
                </a:solidFill>
              </a:defRPr>
            </a:lvl1pPr>
          </a:lstStyle>
          <a:p>
            <a:r>
              <a:rPr lang="en-US"/>
              <a:t>Presentation title    |    ONLY FOR INTERNAL USE</a:t>
            </a:r>
          </a:p>
        </p:txBody>
      </p:sp>
      <p:sp>
        <p:nvSpPr>
          <p:cNvPr id="14" name="Foliennummernplatzhalter 13"/>
          <p:cNvSpPr>
            <a:spLocks noGrp="1"/>
          </p:cNvSpPr>
          <p:nvPr>
            <p:ph type="sldNum" sz="quarter" idx="22"/>
          </p:nvPr>
        </p:nvSpPr>
        <p:spPr bwMode="gray"/>
        <p:txBody>
          <a:bodyPr/>
          <a:lstStyle>
            <a:lvl1pPr>
              <a:defRPr>
                <a:solidFill>
                  <a:schemeClr val="bg1"/>
                </a:solidFill>
              </a:defRPr>
            </a:lvl1pPr>
          </a:lstStyle>
          <a:p>
            <a:fld id="{DF4E8F9F-5B1F-4F5B-BE49-3245D8C18D9F}" type="slidenum">
              <a:rPr lang="en-US" smtClean="0"/>
              <a:t>‹#›</a:t>
            </a:fld>
            <a:endParaRPr lang="en-US"/>
          </a:p>
        </p:txBody>
      </p:sp>
      <p:sp>
        <p:nvSpPr>
          <p:cNvPr id="2" name="Text Placeholder 8"/>
          <p:cNvSpPr>
            <a:spLocks noGrp="1"/>
          </p:cNvSpPr>
          <p:nvPr>
            <p:ph type="body" sz="quarter" idx="31"/>
          </p:nvPr>
        </p:nvSpPr>
        <p:spPr bwMode="gray">
          <a:xfrm>
            <a:off x="359568" y="4625100"/>
            <a:ext cx="926100" cy="2808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150">
                <a:noFill/>
              </a:defRPr>
            </a:lvl1pPr>
            <a:lvl2pPr marL="0" indent="0">
              <a:lnSpc>
                <a:spcPct val="100000"/>
              </a:lnSpc>
              <a:spcAft>
                <a:spcPts val="0"/>
              </a:spcAft>
              <a:buFontTx/>
              <a:buNone/>
              <a:defRPr sz="150">
                <a:noFill/>
              </a:defRPr>
            </a:lvl2pPr>
            <a:lvl3pPr marL="0" indent="0">
              <a:lnSpc>
                <a:spcPct val="100000"/>
              </a:lnSpc>
              <a:spcAft>
                <a:spcPts val="0"/>
              </a:spcAft>
              <a:buFontTx/>
              <a:buNone/>
              <a:defRPr sz="150">
                <a:noFill/>
              </a:defRPr>
            </a:lvl3pPr>
            <a:lvl4pPr marL="0" indent="0">
              <a:lnSpc>
                <a:spcPct val="100000"/>
              </a:lnSpc>
              <a:spcAft>
                <a:spcPts val="0"/>
              </a:spcAft>
              <a:buFontTx/>
              <a:buNone/>
              <a:defRPr sz="150">
                <a:noFill/>
              </a:defRPr>
            </a:lvl4pPr>
            <a:lvl5pPr marL="0" indent="0">
              <a:lnSpc>
                <a:spcPct val="100000"/>
              </a:lnSpc>
              <a:spcAft>
                <a:spcPts val="0"/>
              </a:spcAft>
              <a:buFontTx/>
              <a:buNone/>
              <a:defRPr sz="150">
                <a:noFill/>
              </a:defRPr>
            </a:lvl5pPr>
          </a:lstStyle>
          <a:p>
            <a:pPr lvl="0"/>
            <a:r>
              <a:rPr lang="en-US"/>
              <a:t>Click to edit Master text styles</a:t>
            </a:r>
          </a:p>
        </p:txBody>
      </p:sp>
      <p:grpSp>
        <p:nvGrpSpPr>
          <p:cNvPr id="17" name="Group 16"/>
          <p:cNvGrpSpPr/>
          <p:nvPr userDrawn="1"/>
        </p:nvGrpSpPr>
        <p:grpSpPr bwMode="gray">
          <a:xfrm>
            <a:off x="-1422666" y="0"/>
            <a:ext cx="1286309" cy="2808312"/>
            <a:chOff x="-1824880" y="2708920"/>
            <a:chExt cx="1715078" cy="3744416"/>
          </a:xfrm>
        </p:grpSpPr>
        <p:sp>
          <p:nvSpPr>
            <p:cNvPr id="18" name="TextBox 17"/>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450"/>
                </a:spcAft>
              </a:pPr>
              <a:r>
                <a:rPr lang="en-US" sz="825" b="1">
                  <a:solidFill>
                    <a:schemeClr val="tx1"/>
                  </a:solidFill>
                  <a:effectLst/>
                  <a:latin typeface="+mj-lt"/>
                </a:rPr>
                <a:t>To insert a picture:</a:t>
              </a:r>
            </a:p>
            <a:p>
              <a:pPr marL="107950" indent="-107950">
                <a:lnSpc>
                  <a:spcPct val="120000"/>
                </a:lnSpc>
                <a:spcAft>
                  <a:spcPts val="450"/>
                </a:spcAft>
                <a:buFont typeface="+mj-lt"/>
                <a:buAutoNum type="arabicPeriod"/>
              </a:pPr>
              <a:r>
                <a:rPr lang="en-US" sz="675">
                  <a:solidFill>
                    <a:schemeClr val="tx1"/>
                  </a:solidFill>
                  <a:effectLst/>
                  <a:latin typeface="+mn-lt"/>
                </a:rPr>
                <a:t>Click on the placeholder for pictures</a:t>
              </a:r>
            </a:p>
            <a:p>
              <a:pPr marL="107950" indent="-107950">
                <a:lnSpc>
                  <a:spcPct val="120000"/>
                </a:lnSpc>
                <a:spcAft>
                  <a:spcPts val="450"/>
                </a:spcAft>
                <a:buFont typeface="+mj-lt"/>
                <a:buAutoNum type="arabicPeriod"/>
              </a:pPr>
              <a:r>
                <a:rPr lang="en-US" sz="675">
                  <a:solidFill>
                    <a:schemeClr val="tx1"/>
                  </a:solidFill>
                  <a:effectLst/>
                  <a:latin typeface="+mn-lt"/>
                </a:rPr>
                <a:t>Open the menu “Insert”</a:t>
              </a:r>
            </a:p>
            <a:p>
              <a:pPr marL="107950" indent="-107950">
                <a:lnSpc>
                  <a:spcPct val="120000"/>
                </a:lnSpc>
                <a:spcAft>
                  <a:spcPts val="450"/>
                </a:spcAft>
                <a:buFont typeface="+mj-lt"/>
                <a:buAutoNum type="arabicPeriod"/>
              </a:pPr>
              <a:r>
                <a:rPr lang="en-US" sz="675">
                  <a:solidFill>
                    <a:schemeClr val="tx1"/>
                  </a:solidFill>
                  <a:effectLst/>
                  <a:latin typeface="+mn-lt"/>
                </a:rPr>
                <a:t>Choose “Pictures” and then the corresponding source where the image is located</a:t>
              </a:r>
              <a:endParaRPr lang="en-US" sz="675">
                <a:solidFill>
                  <a:schemeClr val="tx1"/>
                </a:solidFill>
                <a:latin typeface="+mn-lt"/>
              </a:endParaRPr>
            </a:p>
          </p:txBody>
        </p:sp>
        <p:pic>
          <p:nvPicPr>
            <p:cNvPr id="19" name="Picture 18"/>
            <p:cNvPicPr>
              <a:picLocks noChangeAspect="1"/>
            </p:cNvPicPr>
            <p:nvPr userDrawn="1"/>
          </p:nvPicPr>
          <p:blipFill rotWithShape="1">
            <a:blip r:embed="rId4"/>
            <a:srcRect l="8843" r="2395" b="2546"/>
            <a:stretch>
              <a:fillRect/>
            </a:stretch>
          </p:blipFill>
          <p:spPr bwMode="gray">
            <a:xfrm>
              <a:off x="-1589806" y="4475212"/>
              <a:ext cx="745332" cy="1122804"/>
            </a:xfrm>
            <a:prstGeom prst="roundRect">
              <a:avLst>
                <a:gd name="adj" fmla="val 3514"/>
              </a:avLst>
            </a:prstGeom>
          </p:spPr>
        </p:pic>
        <p:sp>
          <p:nvSpPr>
            <p:cNvPr id="20" name="TextBox 19"/>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07950" indent="-107950">
                <a:spcAft>
                  <a:spcPts val="450"/>
                </a:spcAft>
                <a:buFont typeface="+mj-lt"/>
                <a:buAutoNum type="arabicPeriod" startAt="4"/>
              </a:pPr>
              <a:r>
                <a:rPr lang="en-US" sz="675">
                  <a:solidFill>
                    <a:schemeClr val="tx1"/>
                  </a:solidFill>
                  <a:effectLst/>
                  <a:latin typeface="+mn-lt"/>
                </a:rPr>
                <a:t>Now the image has </a:t>
              </a:r>
              <a:br>
                <a:rPr lang="en-US" sz="675">
                  <a:solidFill>
                    <a:schemeClr val="tx1"/>
                  </a:solidFill>
                  <a:effectLst/>
                  <a:latin typeface="+mn-lt"/>
                </a:rPr>
              </a:br>
              <a:r>
                <a:rPr lang="en-US" sz="675">
                  <a:solidFill>
                    <a:schemeClr val="tx1"/>
                  </a:solidFill>
                  <a:effectLst/>
                  <a:latin typeface="+mn-lt"/>
                </a:rPr>
                <a:t>been loaded into the </a:t>
              </a:r>
              <a:br>
                <a:rPr lang="en-US" sz="675">
                  <a:solidFill>
                    <a:schemeClr val="tx1"/>
                  </a:solidFill>
                  <a:effectLst/>
                  <a:latin typeface="+mn-lt"/>
                </a:rPr>
              </a:br>
              <a:r>
                <a:rPr lang="en-US" sz="675">
                  <a:solidFill>
                    <a:schemeClr val="tx1"/>
                  </a:solidFill>
                  <a:effectLst/>
                  <a:latin typeface="+mn-lt"/>
                </a:rPr>
                <a:t>placeholder.</a:t>
              </a:r>
              <a:endParaRPr lang="en-US" sz="675">
                <a:solidFill>
                  <a:schemeClr val="tx1"/>
                </a:solidFill>
                <a:latin typeface="+mn-lt"/>
              </a:endParaRPr>
            </a:p>
          </p:txBody>
        </p:sp>
      </p:grpSp>
    </p:spTree>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preserve="1" userDrawn="1">
  <p:cSld name="Key message and image">
    <p:spTree>
      <p:nvGrpSpPr>
        <p:cNvPr id="1" name=""/>
        <p:cNvGrpSpPr/>
        <p:nvPr/>
      </p:nvGrpSpPr>
      <p:grpSpPr>
        <a:xfrm>
          <a:off x="0" y="0"/>
          <a:ext cx="0" cy="0"/>
          <a:chOff x="0" y="0"/>
          <a:chExt cx="0" cy="0"/>
        </a:xfrm>
      </p:grpSpPr>
      <p:sp>
        <p:nvSpPr>
          <p:cNvPr id="16" name="Bildplatzhalter 10"/>
          <p:cNvSpPr>
            <a:spLocks noGrp="1"/>
          </p:cNvSpPr>
          <p:nvPr>
            <p:ph type="pic" sz="quarter" idx="10" hasCustomPrompt="1"/>
          </p:nvPr>
        </p:nvSpPr>
        <p:spPr bwMode="ltGray">
          <a:xfrm>
            <a:off x="0" y="0"/>
            <a:ext cx="9144000" cy="5143500"/>
          </a:xfrm>
          <a:solidFill>
            <a:schemeClr val="bg2"/>
          </a:solidFill>
        </p:spPr>
        <p:txBody>
          <a:bodyPr tIns="720000" anchor="ctr" anchorCtr="0"/>
          <a:lstStyle>
            <a:lvl1pPr marL="0" indent="0" algn="ctr">
              <a:spcBef>
                <a:spcPts val="0"/>
              </a:spcBef>
              <a:spcAft>
                <a:spcPts val="0"/>
              </a:spcAft>
              <a:buFontTx/>
              <a:buNone/>
              <a:defRPr sz="900" b="0">
                <a:solidFill>
                  <a:schemeClr val="bg1"/>
                </a:solidFill>
              </a:defRPr>
            </a:lvl1pPr>
            <a:lvl2pPr marL="0" indent="0" algn="ctr">
              <a:spcBef>
                <a:spcPts val="0"/>
              </a:spcBef>
              <a:spcAft>
                <a:spcPts val="0"/>
              </a:spcAft>
              <a:buFontTx/>
              <a:buNone/>
              <a:defRPr sz="900" b="0"/>
            </a:lvl2pPr>
            <a:lvl3pPr marL="0" indent="0" algn="ctr">
              <a:spcBef>
                <a:spcPts val="0"/>
              </a:spcBef>
              <a:spcAft>
                <a:spcPts val="0"/>
              </a:spcAft>
              <a:buFontTx/>
              <a:buNone/>
              <a:defRPr sz="900" b="0"/>
            </a:lvl3pPr>
            <a:lvl4pPr marL="0" indent="0" algn="ctr">
              <a:spcBef>
                <a:spcPts val="0"/>
              </a:spcBef>
              <a:spcAft>
                <a:spcPts val="0"/>
              </a:spcAft>
              <a:buFontTx/>
              <a:buNone/>
              <a:defRPr sz="900" b="0"/>
            </a:lvl4pPr>
            <a:lvl5pPr marL="0" indent="0" algn="ctr">
              <a:spcBef>
                <a:spcPts val="0"/>
              </a:spcBef>
              <a:spcAft>
                <a:spcPts val="0"/>
              </a:spcAft>
              <a:buFontTx/>
              <a:buNone/>
              <a:defRPr sz="900" b="0"/>
            </a:lvl5pPr>
            <a:lvl6pPr marL="0" indent="0" algn="ctr">
              <a:spcBef>
                <a:spcPts val="0"/>
              </a:spcBef>
              <a:spcAft>
                <a:spcPts val="0"/>
              </a:spcAft>
              <a:buFontTx/>
              <a:buNone/>
              <a:defRPr sz="900" b="0"/>
            </a:lvl6pPr>
            <a:lvl7pPr marL="0" indent="0" algn="ctr">
              <a:spcBef>
                <a:spcPts val="0"/>
              </a:spcBef>
              <a:spcAft>
                <a:spcPts val="0"/>
              </a:spcAft>
              <a:buFontTx/>
              <a:buNone/>
              <a:defRPr sz="900" b="0"/>
            </a:lvl7pPr>
            <a:lvl8pPr marL="0" indent="0" algn="ctr">
              <a:spcBef>
                <a:spcPts val="0"/>
              </a:spcBef>
              <a:spcAft>
                <a:spcPts val="0"/>
              </a:spcAft>
              <a:buFontTx/>
              <a:buNone/>
              <a:defRPr sz="900" b="0"/>
            </a:lvl8pPr>
            <a:lvl9pPr marL="0" indent="0" algn="ctr">
              <a:spcBef>
                <a:spcPts val="0"/>
              </a:spcBef>
              <a:spcAft>
                <a:spcPts val="0"/>
              </a:spcAft>
              <a:buFontTx/>
              <a:buNone/>
              <a:defRPr sz="900" b="0"/>
            </a:lvl9pPr>
          </a:lstStyle>
          <a:p>
            <a:pPr lvl="0"/>
            <a:r>
              <a:rPr lang="en-US"/>
              <a:t>Add picture</a:t>
            </a:r>
          </a:p>
        </p:txBody>
      </p:sp>
      <p:sp>
        <p:nvSpPr>
          <p:cNvPr id="7" name="Textplatzhalter 6"/>
          <p:cNvSpPr>
            <a:spLocks noGrp="1"/>
          </p:cNvSpPr>
          <p:nvPr>
            <p:ph type="body" sz="quarter" idx="18" hasCustomPrompt="1"/>
          </p:nvPr>
        </p:nvSpPr>
        <p:spPr bwMode="gray">
          <a:xfrm>
            <a:off x="359532" y="1059656"/>
            <a:ext cx="8424862" cy="3294000"/>
          </a:xfrm>
        </p:spPr>
        <p:txBody>
          <a:bodyPr/>
          <a:lstStyle>
            <a:lvl1pPr marL="0" indent="0">
              <a:lnSpc>
                <a:spcPct val="120000"/>
              </a:lnSpc>
              <a:spcAft>
                <a:spcPts val="0"/>
              </a:spcAft>
              <a:buNone/>
              <a:defRPr sz="3000" b="1">
                <a:solidFill>
                  <a:schemeClr val="bg1"/>
                </a:solidFill>
                <a:latin typeface="+mj-lt"/>
              </a:defRPr>
            </a:lvl1pPr>
            <a:lvl2pPr marL="0" indent="0">
              <a:lnSpc>
                <a:spcPct val="120000"/>
              </a:lnSpc>
              <a:spcAft>
                <a:spcPts val="0"/>
              </a:spcAft>
              <a:buNone/>
              <a:defRPr sz="3000" b="1">
                <a:solidFill>
                  <a:schemeClr val="tx2"/>
                </a:solidFill>
                <a:latin typeface="+mj-lt"/>
              </a:defRPr>
            </a:lvl2pPr>
            <a:lvl3pPr marL="0" indent="0">
              <a:lnSpc>
                <a:spcPct val="120000"/>
              </a:lnSpc>
              <a:spcAft>
                <a:spcPts val="0"/>
              </a:spcAft>
              <a:buNone/>
              <a:defRPr sz="3000" b="1">
                <a:solidFill>
                  <a:schemeClr val="tx2"/>
                </a:solidFill>
                <a:latin typeface="+mj-lt"/>
              </a:defRPr>
            </a:lvl3pPr>
            <a:lvl4pPr marL="0" indent="0">
              <a:lnSpc>
                <a:spcPct val="120000"/>
              </a:lnSpc>
              <a:spcAft>
                <a:spcPts val="0"/>
              </a:spcAft>
              <a:buNone/>
              <a:defRPr sz="3000" b="1">
                <a:solidFill>
                  <a:schemeClr val="tx2"/>
                </a:solidFill>
                <a:latin typeface="+mj-lt"/>
              </a:defRPr>
            </a:lvl4pPr>
            <a:lvl5pPr marL="0" indent="0">
              <a:lnSpc>
                <a:spcPct val="120000"/>
              </a:lnSpc>
              <a:spcAft>
                <a:spcPts val="0"/>
              </a:spcAft>
              <a:buNone/>
              <a:defRPr sz="3000" b="1">
                <a:solidFill>
                  <a:schemeClr val="tx2"/>
                </a:solidFill>
                <a:latin typeface="+mj-lt"/>
              </a:defRPr>
            </a:lvl5pPr>
            <a:lvl6pPr marL="0" indent="0">
              <a:lnSpc>
                <a:spcPct val="120000"/>
              </a:lnSpc>
              <a:spcAft>
                <a:spcPts val="0"/>
              </a:spcAft>
              <a:buNone/>
              <a:defRPr sz="3000" b="1">
                <a:solidFill>
                  <a:schemeClr val="tx2"/>
                </a:solidFill>
                <a:latin typeface="+mj-lt"/>
              </a:defRPr>
            </a:lvl6pPr>
            <a:lvl7pPr marL="0" indent="0">
              <a:lnSpc>
                <a:spcPct val="120000"/>
              </a:lnSpc>
              <a:spcAft>
                <a:spcPts val="0"/>
              </a:spcAft>
              <a:buNone/>
              <a:defRPr sz="3000" b="1">
                <a:solidFill>
                  <a:schemeClr val="tx2"/>
                </a:solidFill>
                <a:latin typeface="+mj-lt"/>
              </a:defRPr>
            </a:lvl7pPr>
            <a:lvl8pPr marL="0" indent="0">
              <a:lnSpc>
                <a:spcPct val="120000"/>
              </a:lnSpc>
              <a:spcAft>
                <a:spcPts val="0"/>
              </a:spcAft>
              <a:buNone/>
              <a:defRPr sz="3000" b="1">
                <a:solidFill>
                  <a:schemeClr val="tx2"/>
                </a:solidFill>
                <a:latin typeface="+mj-lt"/>
              </a:defRPr>
            </a:lvl8pPr>
            <a:lvl9pPr marL="0" indent="0">
              <a:lnSpc>
                <a:spcPct val="120000"/>
              </a:lnSpc>
              <a:spcAft>
                <a:spcPts val="0"/>
              </a:spcAft>
              <a:buNone/>
              <a:defRPr sz="30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19" name="Fußzeilenplatzhalter 18"/>
          <p:cNvSpPr>
            <a:spLocks noGrp="1"/>
          </p:cNvSpPr>
          <p:nvPr>
            <p:ph type="ftr" sz="quarter" idx="29"/>
          </p:nvPr>
        </p:nvSpPr>
        <p:spPr bwMode="gray"/>
        <p:txBody>
          <a:bodyPr/>
          <a:lstStyle>
            <a:lvl1pPr>
              <a:defRPr>
                <a:solidFill>
                  <a:schemeClr val="bg1"/>
                </a:solidFill>
              </a:defRPr>
            </a:lvl1pPr>
          </a:lstStyle>
          <a:p>
            <a:r>
              <a:rPr lang="en-US"/>
              <a:t>Presentation title    |    ONLY FOR INTERNAL USE</a:t>
            </a:r>
          </a:p>
        </p:txBody>
      </p:sp>
      <p:sp>
        <p:nvSpPr>
          <p:cNvPr id="20" name="Foliennummernplatzhalter 19"/>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t>‹#›</a:t>
            </a:fld>
            <a:endParaRPr lang="en-US"/>
          </a:p>
        </p:txBody>
      </p:sp>
      <p:sp>
        <p:nvSpPr>
          <p:cNvPr id="8" name="Textplatzhalter 7"/>
          <p:cNvSpPr>
            <a:spLocks noGrp="1"/>
          </p:cNvSpPr>
          <p:nvPr>
            <p:ph type="body" sz="quarter" idx="13" hasCustomPrompt="1"/>
          </p:nvPr>
        </p:nvSpPr>
        <p:spPr bwMode="gray">
          <a:xfrm>
            <a:off x="360000" y="4353948"/>
            <a:ext cx="8424000" cy="108000"/>
          </a:xfrm>
        </p:spPr>
        <p:txBody>
          <a:bodyPr anchor="b"/>
          <a:lstStyle>
            <a:lvl1pPr marL="0" indent="0">
              <a:lnSpc>
                <a:spcPct val="100000"/>
              </a:lnSpc>
              <a:spcBef>
                <a:spcPts val="0"/>
              </a:spcBef>
              <a:spcAft>
                <a:spcPts val="0"/>
              </a:spcAft>
              <a:buFont typeface="Arial" panose="020B0604020202020204" pitchFamily="34" charset="0"/>
              <a:buNone/>
              <a:defRPr sz="600" b="0">
                <a:solidFill>
                  <a:schemeClr val="bg1"/>
                </a:solidFill>
              </a:defRPr>
            </a:lvl1pPr>
            <a:lvl2pPr marL="0" indent="0">
              <a:lnSpc>
                <a:spcPct val="100000"/>
              </a:lnSpc>
              <a:spcBef>
                <a:spcPts val="0"/>
              </a:spcBef>
              <a:spcAft>
                <a:spcPts val="0"/>
              </a:spcAft>
              <a:buFont typeface="Arial" panose="020B0604020202020204" pitchFamily="34" charset="0"/>
              <a:buNone/>
              <a:defRPr sz="600" b="0">
                <a:solidFill>
                  <a:schemeClr val="bg1"/>
                </a:solidFill>
              </a:defRPr>
            </a:lvl2pPr>
            <a:lvl3pPr marL="0" indent="0">
              <a:lnSpc>
                <a:spcPct val="100000"/>
              </a:lnSpc>
              <a:spcBef>
                <a:spcPts val="0"/>
              </a:spcBef>
              <a:spcAft>
                <a:spcPts val="0"/>
              </a:spcAft>
              <a:buNone/>
              <a:defRPr sz="600" b="0">
                <a:solidFill>
                  <a:schemeClr val="bg1"/>
                </a:solidFill>
              </a:defRPr>
            </a:lvl3pPr>
            <a:lvl4pPr marL="0" indent="0">
              <a:lnSpc>
                <a:spcPct val="100000"/>
              </a:lnSpc>
              <a:spcBef>
                <a:spcPts val="0"/>
              </a:spcBef>
              <a:spcAft>
                <a:spcPts val="0"/>
              </a:spcAft>
              <a:buNone/>
              <a:defRPr sz="600" b="0">
                <a:solidFill>
                  <a:schemeClr val="bg1"/>
                </a:solidFill>
              </a:defRPr>
            </a:lvl4pPr>
            <a:lvl5pPr marL="0" indent="0">
              <a:lnSpc>
                <a:spcPct val="100000"/>
              </a:lnSpc>
              <a:spcBef>
                <a:spcPts val="0"/>
              </a:spcBef>
              <a:spcAft>
                <a:spcPts val="0"/>
              </a:spcAft>
              <a:buNone/>
              <a:defRPr sz="600" b="0">
                <a:solidFill>
                  <a:schemeClr val="bg1"/>
                </a:solidFill>
              </a:defRPr>
            </a:lvl5pPr>
            <a:lvl6pPr marL="0" indent="0">
              <a:lnSpc>
                <a:spcPct val="100000"/>
              </a:lnSpc>
              <a:spcBef>
                <a:spcPts val="0"/>
              </a:spcBef>
              <a:spcAft>
                <a:spcPts val="0"/>
              </a:spcAft>
              <a:buNone/>
              <a:defRPr sz="600" b="0">
                <a:solidFill>
                  <a:schemeClr val="bg1"/>
                </a:solidFill>
              </a:defRPr>
            </a:lvl6pPr>
            <a:lvl7pPr marL="0" indent="0">
              <a:lnSpc>
                <a:spcPct val="100000"/>
              </a:lnSpc>
              <a:spcBef>
                <a:spcPts val="0"/>
              </a:spcBef>
              <a:spcAft>
                <a:spcPts val="0"/>
              </a:spcAft>
              <a:buNone/>
              <a:defRPr sz="600" b="0">
                <a:solidFill>
                  <a:schemeClr val="bg1"/>
                </a:solidFill>
              </a:defRPr>
            </a:lvl7pPr>
            <a:lvl8pPr marL="0" indent="0">
              <a:lnSpc>
                <a:spcPct val="100000"/>
              </a:lnSpc>
              <a:spcBef>
                <a:spcPts val="0"/>
              </a:spcBef>
              <a:spcAft>
                <a:spcPts val="0"/>
              </a:spcAft>
              <a:buNone/>
              <a:defRPr sz="600" b="0">
                <a:solidFill>
                  <a:schemeClr val="bg1"/>
                </a:solidFill>
              </a:defRPr>
            </a:lvl8pPr>
            <a:lvl9pPr marL="0" indent="0">
              <a:lnSpc>
                <a:spcPct val="100000"/>
              </a:lnSpc>
              <a:spcBef>
                <a:spcPts val="0"/>
              </a:spcBef>
              <a:spcAft>
                <a:spcPts val="0"/>
              </a:spcAft>
              <a:buNone/>
              <a:defRPr sz="600" b="0">
                <a:solidFill>
                  <a:schemeClr val="bg1"/>
                </a:solidFill>
              </a:defRPr>
            </a:lvl9pPr>
          </a:lstStyle>
          <a:p>
            <a:pPr lvl="0"/>
            <a:r>
              <a:rPr lang="en-US"/>
              <a:t>Footnote/Source</a:t>
            </a:r>
          </a:p>
        </p:txBody>
      </p:sp>
      <p:sp>
        <p:nvSpPr>
          <p:cNvPr id="2" name="Text Placeholder 8"/>
          <p:cNvSpPr>
            <a:spLocks noGrp="1"/>
          </p:cNvSpPr>
          <p:nvPr>
            <p:ph type="body" sz="quarter" idx="31"/>
          </p:nvPr>
        </p:nvSpPr>
        <p:spPr bwMode="gray">
          <a:xfrm>
            <a:off x="359568" y="4625100"/>
            <a:ext cx="926100" cy="2808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150">
                <a:noFill/>
              </a:defRPr>
            </a:lvl1pPr>
            <a:lvl2pPr marL="0" indent="0">
              <a:lnSpc>
                <a:spcPct val="100000"/>
              </a:lnSpc>
              <a:spcAft>
                <a:spcPts val="0"/>
              </a:spcAft>
              <a:buFontTx/>
              <a:buNone/>
              <a:defRPr sz="150">
                <a:noFill/>
              </a:defRPr>
            </a:lvl2pPr>
            <a:lvl3pPr marL="0" indent="0">
              <a:lnSpc>
                <a:spcPct val="100000"/>
              </a:lnSpc>
              <a:spcAft>
                <a:spcPts val="0"/>
              </a:spcAft>
              <a:buFontTx/>
              <a:buNone/>
              <a:defRPr sz="150">
                <a:noFill/>
              </a:defRPr>
            </a:lvl3pPr>
            <a:lvl4pPr marL="0" indent="0">
              <a:lnSpc>
                <a:spcPct val="100000"/>
              </a:lnSpc>
              <a:spcAft>
                <a:spcPts val="0"/>
              </a:spcAft>
              <a:buFontTx/>
              <a:buNone/>
              <a:defRPr sz="150">
                <a:noFill/>
              </a:defRPr>
            </a:lvl4pPr>
            <a:lvl5pPr marL="0" indent="0">
              <a:lnSpc>
                <a:spcPct val="100000"/>
              </a:lnSpc>
              <a:spcAft>
                <a:spcPts val="0"/>
              </a:spcAft>
              <a:buFontTx/>
              <a:buNone/>
              <a:defRPr sz="150">
                <a:noFill/>
              </a:defRPr>
            </a:lvl5pPr>
          </a:lstStyle>
          <a:p>
            <a:pPr lvl="0"/>
            <a:r>
              <a:rPr lang="en-US"/>
              <a:t>Click to edit Master text styles</a:t>
            </a:r>
          </a:p>
        </p:txBody>
      </p:sp>
      <p:grpSp>
        <p:nvGrpSpPr>
          <p:cNvPr id="13" name="Group 12"/>
          <p:cNvGrpSpPr/>
          <p:nvPr userDrawn="1"/>
        </p:nvGrpSpPr>
        <p:grpSpPr bwMode="gray">
          <a:xfrm>
            <a:off x="-1422666" y="0"/>
            <a:ext cx="1286309" cy="2808312"/>
            <a:chOff x="-1824880" y="2708920"/>
            <a:chExt cx="1715078" cy="3744416"/>
          </a:xfrm>
        </p:grpSpPr>
        <p:sp>
          <p:nvSpPr>
            <p:cNvPr id="14" name="TextBox 13"/>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450"/>
                </a:spcAft>
              </a:pPr>
              <a:r>
                <a:rPr lang="en-US" sz="825" b="1">
                  <a:solidFill>
                    <a:schemeClr val="tx1"/>
                  </a:solidFill>
                  <a:effectLst/>
                  <a:latin typeface="+mj-lt"/>
                </a:rPr>
                <a:t>To insert a picture:</a:t>
              </a:r>
            </a:p>
            <a:p>
              <a:pPr marL="107950" indent="-107950">
                <a:lnSpc>
                  <a:spcPct val="120000"/>
                </a:lnSpc>
                <a:spcAft>
                  <a:spcPts val="450"/>
                </a:spcAft>
                <a:buFont typeface="+mj-lt"/>
                <a:buAutoNum type="arabicPeriod"/>
              </a:pPr>
              <a:r>
                <a:rPr lang="en-US" sz="675">
                  <a:solidFill>
                    <a:schemeClr val="tx1"/>
                  </a:solidFill>
                  <a:effectLst/>
                  <a:latin typeface="+mn-lt"/>
                </a:rPr>
                <a:t>Click on the placeholder for pictures</a:t>
              </a:r>
            </a:p>
            <a:p>
              <a:pPr marL="107950" indent="-107950">
                <a:lnSpc>
                  <a:spcPct val="120000"/>
                </a:lnSpc>
                <a:spcAft>
                  <a:spcPts val="450"/>
                </a:spcAft>
                <a:buFont typeface="+mj-lt"/>
                <a:buAutoNum type="arabicPeriod"/>
              </a:pPr>
              <a:r>
                <a:rPr lang="en-US" sz="675">
                  <a:solidFill>
                    <a:schemeClr val="tx1"/>
                  </a:solidFill>
                  <a:effectLst/>
                  <a:latin typeface="+mn-lt"/>
                </a:rPr>
                <a:t>Open the menu “Insert”</a:t>
              </a:r>
            </a:p>
            <a:p>
              <a:pPr marL="107950" indent="-107950">
                <a:lnSpc>
                  <a:spcPct val="120000"/>
                </a:lnSpc>
                <a:spcAft>
                  <a:spcPts val="450"/>
                </a:spcAft>
                <a:buFont typeface="+mj-lt"/>
                <a:buAutoNum type="arabicPeriod"/>
              </a:pPr>
              <a:r>
                <a:rPr lang="en-US" sz="675">
                  <a:solidFill>
                    <a:schemeClr val="tx1"/>
                  </a:solidFill>
                  <a:effectLst/>
                  <a:latin typeface="+mn-lt"/>
                </a:rPr>
                <a:t>Choose “Pictures” and then the corresponding source where the image is located</a:t>
              </a:r>
              <a:endParaRPr lang="en-US" sz="675">
                <a:solidFill>
                  <a:schemeClr val="tx1"/>
                </a:solidFill>
                <a:latin typeface="+mn-lt"/>
              </a:endParaRPr>
            </a:p>
          </p:txBody>
        </p:sp>
        <p:pic>
          <p:nvPicPr>
            <p:cNvPr id="15" name="Picture 14"/>
            <p:cNvPicPr>
              <a:picLocks noChangeAspect="1"/>
            </p:cNvPicPr>
            <p:nvPr userDrawn="1"/>
          </p:nvPicPr>
          <p:blipFill rotWithShape="1">
            <a:blip r:embed="rId4"/>
            <a:srcRect l="8843" r="2395" b="2546"/>
            <a:stretch>
              <a:fillRect/>
            </a:stretch>
          </p:blipFill>
          <p:spPr bwMode="gray">
            <a:xfrm>
              <a:off x="-1589806" y="4475212"/>
              <a:ext cx="745332" cy="1122804"/>
            </a:xfrm>
            <a:prstGeom prst="roundRect">
              <a:avLst>
                <a:gd name="adj" fmla="val 3514"/>
              </a:avLst>
            </a:prstGeom>
          </p:spPr>
        </p:pic>
        <p:sp>
          <p:nvSpPr>
            <p:cNvPr id="17" name="TextBox 16"/>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07950" indent="-107950">
                <a:spcAft>
                  <a:spcPts val="450"/>
                </a:spcAft>
                <a:buFont typeface="+mj-lt"/>
                <a:buAutoNum type="arabicPeriod" startAt="4"/>
              </a:pPr>
              <a:r>
                <a:rPr lang="en-US" sz="675">
                  <a:solidFill>
                    <a:schemeClr val="tx1"/>
                  </a:solidFill>
                  <a:effectLst/>
                  <a:latin typeface="+mn-lt"/>
                </a:rPr>
                <a:t>Now the image has </a:t>
              </a:r>
              <a:br>
                <a:rPr lang="en-US" sz="675">
                  <a:solidFill>
                    <a:schemeClr val="tx1"/>
                  </a:solidFill>
                  <a:effectLst/>
                  <a:latin typeface="+mn-lt"/>
                </a:rPr>
              </a:br>
              <a:r>
                <a:rPr lang="en-US" sz="675">
                  <a:solidFill>
                    <a:schemeClr val="tx1"/>
                  </a:solidFill>
                  <a:effectLst/>
                  <a:latin typeface="+mn-lt"/>
                </a:rPr>
                <a:t>been loaded into the </a:t>
              </a:r>
              <a:br>
                <a:rPr lang="en-US" sz="675">
                  <a:solidFill>
                    <a:schemeClr val="tx1"/>
                  </a:solidFill>
                  <a:effectLst/>
                  <a:latin typeface="+mn-lt"/>
                </a:rPr>
              </a:br>
              <a:r>
                <a:rPr lang="en-US" sz="675">
                  <a:solidFill>
                    <a:schemeClr val="tx1"/>
                  </a:solidFill>
                  <a:effectLst/>
                  <a:latin typeface="+mn-lt"/>
                </a:rPr>
                <a:t>placeholder.</a:t>
              </a:r>
              <a:endParaRPr lang="en-US" sz="675">
                <a:solidFill>
                  <a:schemeClr val="tx1"/>
                </a:solidFill>
                <a:latin typeface="+mn-lt"/>
              </a:endParaRPr>
            </a:p>
          </p:txBody>
        </p:sp>
      </p:grpSp>
      <p:sp>
        <p:nvSpPr>
          <p:cNvPr id="3" name="Arrow: Pentagon 6"/>
          <p:cNvSpPr/>
          <p:nvPr userDrawn="1"/>
        </p:nvSpPr>
        <p:spPr bwMode="gray">
          <a:xfrm flipH="1">
            <a:off x="9162660" y="411510"/>
            <a:ext cx="1242000" cy="324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35000" rtlCol="0" anchor="ctr"/>
          <a:lstStyle/>
          <a:p>
            <a:pPr algn="l">
              <a:lnSpc>
                <a:spcPct val="140000"/>
              </a:lnSpc>
            </a:pPr>
            <a:r>
              <a:rPr lang="en-GB" sz="600" b="1">
                <a:solidFill>
                  <a:srgbClr val="076D7E"/>
                </a:solidFill>
                <a:latin typeface="+mj-lt"/>
              </a:rPr>
              <a:t>This layout requires a picture in the background</a:t>
            </a:r>
            <a:endParaRPr lang="en-US" sz="600" b="1">
              <a:solidFill>
                <a:srgbClr val="076D7E"/>
              </a:solidFill>
              <a:latin typeface="+mj-lt"/>
            </a:endParaRPr>
          </a:p>
        </p:txBody>
      </p:sp>
    </p:spTree>
  </p:cSld>
  <p:clrMapOvr>
    <a:masterClrMapping/>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preserve="1" userDrawn="1">
  <p:cSld name="Key message and image division (1)">
    <p:spTree>
      <p:nvGrpSpPr>
        <p:cNvPr id="1" name=""/>
        <p:cNvGrpSpPr/>
        <p:nvPr/>
      </p:nvGrpSpPr>
      <p:grpSpPr>
        <a:xfrm>
          <a:off x="0" y="0"/>
          <a:ext cx="0" cy="0"/>
          <a:chOff x="0" y="0"/>
          <a:chExt cx="0" cy="0"/>
        </a:xfrm>
      </p:grpSpPr>
      <p:sp>
        <p:nvSpPr>
          <p:cNvPr id="4" name="Bildplatzhalter 10"/>
          <p:cNvSpPr>
            <a:spLocks noGrp="1"/>
          </p:cNvSpPr>
          <p:nvPr>
            <p:ph type="pic" sz="quarter" idx="10" hasCustomPrompt="1"/>
          </p:nvPr>
        </p:nvSpPr>
        <p:spPr bwMode="ltGray">
          <a:xfrm>
            <a:off x="2" y="0"/>
            <a:ext cx="4571999" cy="5143500"/>
          </a:xfrm>
          <a:solidFill>
            <a:schemeClr val="bg2"/>
          </a:solidFill>
        </p:spPr>
        <p:txBody>
          <a:bodyPr tIns="1080000" anchor="ctr" anchorCtr="0"/>
          <a:lstStyle>
            <a:lvl1pPr marL="0" indent="0" algn="ctr">
              <a:spcBef>
                <a:spcPts val="0"/>
              </a:spcBef>
              <a:spcAft>
                <a:spcPts val="0"/>
              </a:spcAft>
              <a:buFontTx/>
              <a:buNone/>
              <a:defRPr sz="900" b="0">
                <a:solidFill>
                  <a:schemeClr val="bg1"/>
                </a:solidFill>
              </a:defRPr>
            </a:lvl1pPr>
            <a:lvl2pPr marL="0" indent="0" algn="ctr">
              <a:spcBef>
                <a:spcPts val="0"/>
              </a:spcBef>
              <a:spcAft>
                <a:spcPts val="0"/>
              </a:spcAft>
              <a:buFontTx/>
              <a:buNone/>
              <a:defRPr sz="900" b="0"/>
            </a:lvl2pPr>
            <a:lvl3pPr marL="0" indent="0" algn="ctr">
              <a:spcBef>
                <a:spcPts val="0"/>
              </a:spcBef>
              <a:spcAft>
                <a:spcPts val="0"/>
              </a:spcAft>
              <a:buFontTx/>
              <a:buNone/>
              <a:defRPr sz="900" b="0"/>
            </a:lvl3pPr>
            <a:lvl4pPr marL="0" indent="0" algn="ctr">
              <a:spcBef>
                <a:spcPts val="0"/>
              </a:spcBef>
              <a:spcAft>
                <a:spcPts val="0"/>
              </a:spcAft>
              <a:buFontTx/>
              <a:buNone/>
              <a:defRPr sz="900" b="0"/>
            </a:lvl4pPr>
            <a:lvl5pPr marL="0" indent="0" algn="ctr">
              <a:spcBef>
                <a:spcPts val="0"/>
              </a:spcBef>
              <a:spcAft>
                <a:spcPts val="0"/>
              </a:spcAft>
              <a:buFontTx/>
              <a:buNone/>
              <a:defRPr sz="900" b="0"/>
            </a:lvl5pPr>
            <a:lvl6pPr marL="0" indent="0" algn="ctr">
              <a:spcBef>
                <a:spcPts val="0"/>
              </a:spcBef>
              <a:spcAft>
                <a:spcPts val="0"/>
              </a:spcAft>
              <a:buFontTx/>
              <a:buNone/>
              <a:defRPr sz="900" b="0"/>
            </a:lvl6pPr>
            <a:lvl7pPr marL="0" indent="0" algn="ctr">
              <a:spcBef>
                <a:spcPts val="0"/>
              </a:spcBef>
              <a:spcAft>
                <a:spcPts val="0"/>
              </a:spcAft>
              <a:buFontTx/>
              <a:buNone/>
              <a:defRPr sz="900" b="0"/>
            </a:lvl7pPr>
            <a:lvl8pPr marL="0" indent="0" algn="ctr">
              <a:spcBef>
                <a:spcPts val="0"/>
              </a:spcBef>
              <a:spcAft>
                <a:spcPts val="0"/>
              </a:spcAft>
              <a:buFontTx/>
              <a:buNone/>
              <a:defRPr sz="900" b="0"/>
            </a:lvl8pPr>
            <a:lvl9pPr marL="0" indent="0" algn="ctr">
              <a:spcBef>
                <a:spcPts val="0"/>
              </a:spcBef>
              <a:spcAft>
                <a:spcPts val="0"/>
              </a:spcAft>
              <a:buFontTx/>
              <a:buNone/>
              <a:defRPr sz="900" b="0"/>
            </a:lvl9pPr>
          </a:lstStyle>
          <a:p>
            <a:r>
              <a:rPr lang="en-US"/>
              <a:t>Bild hinzufügen per </a:t>
            </a:r>
            <a:br>
              <a:rPr lang="en-US"/>
            </a:br>
            <a:r>
              <a:rPr lang="en-US"/>
              <a:t>Klick auf das Symbol</a:t>
            </a:r>
          </a:p>
        </p:txBody>
      </p:sp>
      <p:sp>
        <p:nvSpPr>
          <p:cNvPr id="6" name="Bildplatzhalter 10"/>
          <p:cNvSpPr>
            <a:spLocks noGrp="1"/>
          </p:cNvSpPr>
          <p:nvPr>
            <p:ph type="pic" sz="quarter" idx="21" hasCustomPrompt="1"/>
          </p:nvPr>
        </p:nvSpPr>
        <p:spPr bwMode="ltGray">
          <a:xfrm>
            <a:off x="4572000" y="0"/>
            <a:ext cx="4572000" cy="5143500"/>
          </a:xfrm>
          <a:solidFill>
            <a:schemeClr val="bg2"/>
          </a:solidFill>
        </p:spPr>
        <p:txBody>
          <a:bodyPr tIns="720000" anchor="ctr" anchorCtr="0"/>
          <a:lstStyle>
            <a:lvl1pPr marL="0" indent="0" algn="ctr">
              <a:spcBef>
                <a:spcPts val="0"/>
              </a:spcBef>
              <a:spcAft>
                <a:spcPts val="0"/>
              </a:spcAft>
              <a:buFontTx/>
              <a:buNone/>
              <a:defRPr sz="900" b="0">
                <a:solidFill>
                  <a:schemeClr val="bg1"/>
                </a:solidFill>
              </a:defRPr>
            </a:lvl1pPr>
            <a:lvl2pPr marL="0" indent="0" algn="ctr">
              <a:spcBef>
                <a:spcPts val="0"/>
              </a:spcBef>
              <a:spcAft>
                <a:spcPts val="0"/>
              </a:spcAft>
              <a:buFontTx/>
              <a:buNone/>
              <a:defRPr sz="900" b="0">
                <a:solidFill>
                  <a:schemeClr val="bg1"/>
                </a:solidFill>
              </a:defRPr>
            </a:lvl2pPr>
            <a:lvl3pPr marL="0" indent="0" algn="ctr">
              <a:spcBef>
                <a:spcPts val="0"/>
              </a:spcBef>
              <a:spcAft>
                <a:spcPts val="0"/>
              </a:spcAft>
              <a:buFontTx/>
              <a:buNone/>
              <a:defRPr sz="900" b="0">
                <a:solidFill>
                  <a:schemeClr val="bg1"/>
                </a:solidFill>
              </a:defRPr>
            </a:lvl3pPr>
            <a:lvl4pPr marL="0" indent="0" algn="ctr">
              <a:spcBef>
                <a:spcPts val="0"/>
              </a:spcBef>
              <a:spcAft>
                <a:spcPts val="0"/>
              </a:spcAft>
              <a:buFontTx/>
              <a:buNone/>
              <a:defRPr sz="900" b="0">
                <a:solidFill>
                  <a:schemeClr val="bg1"/>
                </a:solidFill>
              </a:defRPr>
            </a:lvl4pPr>
            <a:lvl5pPr marL="0" indent="0" algn="ctr">
              <a:spcBef>
                <a:spcPts val="0"/>
              </a:spcBef>
              <a:spcAft>
                <a:spcPts val="0"/>
              </a:spcAft>
              <a:buFontTx/>
              <a:buNone/>
              <a:defRPr sz="900" b="0">
                <a:solidFill>
                  <a:schemeClr val="bg1"/>
                </a:solidFill>
              </a:defRPr>
            </a:lvl5pPr>
            <a:lvl6pPr marL="0" indent="0" algn="ctr">
              <a:spcBef>
                <a:spcPts val="0"/>
              </a:spcBef>
              <a:spcAft>
                <a:spcPts val="0"/>
              </a:spcAft>
              <a:buFontTx/>
              <a:buNone/>
              <a:defRPr sz="900" b="0">
                <a:solidFill>
                  <a:schemeClr val="bg1"/>
                </a:solidFill>
              </a:defRPr>
            </a:lvl6pPr>
            <a:lvl7pPr marL="0" indent="0" algn="ctr">
              <a:spcBef>
                <a:spcPts val="0"/>
              </a:spcBef>
              <a:spcAft>
                <a:spcPts val="0"/>
              </a:spcAft>
              <a:buFontTx/>
              <a:buNone/>
              <a:defRPr sz="900" b="0">
                <a:solidFill>
                  <a:schemeClr val="bg1"/>
                </a:solidFill>
              </a:defRPr>
            </a:lvl7pPr>
            <a:lvl8pPr marL="0" indent="0" algn="ctr">
              <a:spcBef>
                <a:spcPts val="0"/>
              </a:spcBef>
              <a:spcAft>
                <a:spcPts val="0"/>
              </a:spcAft>
              <a:buFontTx/>
              <a:buNone/>
              <a:defRPr sz="900" b="0">
                <a:solidFill>
                  <a:schemeClr val="bg1"/>
                </a:solidFill>
              </a:defRPr>
            </a:lvl8pPr>
            <a:lvl9pPr marL="0" indent="0" algn="ctr">
              <a:spcBef>
                <a:spcPts val="0"/>
              </a:spcBef>
              <a:spcAft>
                <a:spcPts val="0"/>
              </a:spcAft>
              <a:buFontTx/>
              <a:buNone/>
              <a:defRPr sz="900" b="0">
                <a:solidFill>
                  <a:schemeClr val="bg1"/>
                </a:solidFill>
              </a:defRPr>
            </a:lvl9pPr>
          </a:lstStyle>
          <a:p>
            <a:pPr lvl="0"/>
            <a:r>
              <a:rPr lang="en-US"/>
              <a:t>Add picture</a:t>
            </a:r>
          </a:p>
        </p:txBody>
      </p:sp>
      <p:sp>
        <p:nvSpPr>
          <p:cNvPr id="7" name="Textplatzhalter 6"/>
          <p:cNvSpPr>
            <a:spLocks noGrp="1"/>
          </p:cNvSpPr>
          <p:nvPr>
            <p:ph type="body" sz="quarter" idx="18" hasCustomPrompt="1"/>
          </p:nvPr>
        </p:nvSpPr>
        <p:spPr bwMode="gray">
          <a:xfrm>
            <a:off x="359570" y="1059960"/>
            <a:ext cx="4104085" cy="3294000"/>
          </a:xfrm>
        </p:spPr>
        <p:txBody>
          <a:bodyPr/>
          <a:lstStyle>
            <a:lvl1pPr marL="0" indent="0">
              <a:lnSpc>
                <a:spcPct val="120000"/>
              </a:lnSpc>
              <a:spcAft>
                <a:spcPts val="0"/>
              </a:spcAft>
              <a:buNone/>
              <a:defRPr sz="2400" b="1">
                <a:solidFill>
                  <a:schemeClr val="bg1"/>
                </a:solidFill>
                <a:latin typeface="+mj-lt"/>
              </a:defRPr>
            </a:lvl1pPr>
            <a:lvl2pPr marL="0" indent="0">
              <a:lnSpc>
                <a:spcPct val="120000"/>
              </a:lnSpc>
              <a:spcAft>
                <a:spcPts val="0"/>
              </a:spcAft>
              <a:buNone/>
              <a:defRPr sz="2400" b="1">
                <a:solidFill>
                  <a:schemeClr val="tx2"/>
                </a:solidFill>
                <a:latin typeface="+mj-lt"/>
              </a:defRPr>
            </a:lvl2pPr>
            <a:lvl3pPr marL="0" indent="0">
              <a:lnSpc>
                <a:spcPct val="120000"/>
              </a:lnSpc>
              <a:spcAft>
                <a:spcPts val="0"/>
              </a:spcAft>
              <a:buNone/>
              <a:defRPr sz="2400" b="1">
                <a:solidFill>
                  <a:schemeClr val="tx2"/>
                </a:solidFill>
                <a:latin typeface="+mj-lt"/>
              </a:defRPr>
            </a:lvl3pPr>
            <a:lvl4pPr marL="0" indent="0">
              <a:lnSpc>
                <a:spcPct val="120000"/>
              </a:lnSpc>
              <a:spcAft>
                <a:spcPts val="0"/>
              </a:spcAft>
              <a:buNone/>
              <a:defRPr sz="2400" b="1">
                <a:solidFill>
                  <a:schemeClr val="tx2"/>
                </a:solidFill>
                <a:latin typeface="+mj-lt"/>
              </a:defRPr>
            </a:lvl4pPr>
            <a:lvl5pPr marL="0" indent="0">
              <a:lnSpc>
                <a:spcPct val="120000"/>
              </a:lnSpc>
              <a:spcAft>
                <a:spcPts val="0"/>
              </a:spcAft>
              <a:buNone/>
              <a:defRPr sz="2400" b="1">
                <a:solidFill>
                  <a:schemeClr val="tx2"/>
                </a:solidFill>
                <a:latin typeface="+mj-lt"/>
              </a:defRPr>
            </a:lvl5pPr>
            <a:lvl6pPr marL="0" indent="0">
              <a:lnSpc>
                <a:spcPct val="120000"/>
              </a:lnSpc>
              <a:spcAft>
                <a:spcPts val="0"/>
              </a:spcAft>
              <a:buNone/>
              <a:defRPr sz="2400" b="1">
                <a:solidFill>
                  <a:schemeClr val="tx2"/>
                </a:solidFill>
                <a:latin typeface="+mj-lt"/>
              </a:defRPr>
            </a:lvl6pPr>
            <a:lvl7pPr marL="0" indent="0">
              <a:lnSpc>
                <a:spcPct val="120000"/>
              </a:lnSpc>
              <a:spcAft>
                <a:spcPts val="0"/>
              </a:spcAft>
              <a:buNone/>
              <a:defRPr sz="2400" b="1">
                <a:solidFill>
                  <a:schemeClr val="tx2"/>
                </a:solidFill>
                <a:latin typeface="+mj-lt"/>
              </a:defRPr>
            </a:lvl7pPr>
            <a:lvl8pPr marL="0" indent="0">
              <a:lnSpc>
                <a:spcPct val="120000"/>
              </a:lnSpc>
              <a:spcAft>
                <a:spcPts val="0"/>
              </a:spcAft>
              <a:buNone/>
              <a:defRPr sz="2400" b="1">
                <a:solidFill>
                  <a:schemeClr val="tx2"/>
                </a:solidFill>
                <a:latin typeface="+mj-lt"/>
              </a:defRPr>
            </a:lvl8pPr>
            <a:lvl9pPr marL="0" indent="0">
              <a:lnSpc>
                <a:spcPct val="120000"/>
              </a:lnSpc>
              <a:spcAft>
                <a:spcPts val="0"/>
              </a:spcAft>
              <a:buNone/>
              <a:defRPr sz="24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360000" y="4353948"/>
            <a:ext cx="4104000" cy="108000"/>
          </a:xfrm>
        </p:spPr>
        <p:txBody>
          <a:bodyPr anchor="b"/>
          <a:lstStyle>
            <a:lvl1pPr marL="0" indent="0">
              <a:lnSpc>
                <a:spcPct val="100000"/>
              </a:lnSpc>
              <a:spcBef>
                <a:spcPts val="0"/>
              </a:spcBef>
              <a:spcAft>
                <a:spcPts val="0"/>
              </a:spcAft>
              <a:buFont typeface="Arial" panose="020B0604020202020204" pitchFamily="34" charset="0"/>
              <a:buNone/>
              <a:defRPr sz="600" b="0">
                <a:solidFill>
                  <a:schemeClr val="bg1"/>
                </a:solidFill>
              </a:defRPr>
            </a:lvl1pPr>
            <a:lvl2pPr marL="0" indent="0">
              <a:lnSpc>
                <a:spcPct val="100000"/>
              </a:lnSpc>
              <a:spcBef>
                <a:spcPts val="0"/>
              </a:spcBef>
              <a:spcAft>
                <a:spcPts val="0"/>
              </a:spcAft>
              <a:buFont typeface="Arial" panose="020B0604020202020204" pitchFamily="34" charset="0"/>
              <a:buNone/>
              <a:defRPr sz="600" b="0">
                <a:solidFill>
                  <a:schemeClr val="bg1"/>
                </a:solidFill>
              </a:defRPr>
            </a:lvl2pPr>
            <a:lvl3pPr marL="0" indent="0">
              <a:lnSpc>
                <a:spcPct val="100000"/>
              </a:lnSpc>
              <a:spcBef>
                <a:spcPts val="0"/>
              </a:spcBef>
              <a:spcAft>
                <a:spcPts val="0"/>
              </a:spcAft>
              <a:buNone/>
              <a:defRPr sz="600" b="0">
                <a:solidFill>
                  <a:schemeClr val="bg1"/>
                </a:solidFill>
              </a:defRPr>
            </a:lvl3pPr>
            <a:lvl4pPr marL="0" indent="0">
              <a:lnSpc>
                <a:spcPct val="100000"/>
              </a:lnSpc>
              <a:spcBef>
                <a:spcPts val="0"/>
              </a:spcBef>
              <a:spcAft>
                <a:spcPts val="0"/>
              </a:spcAft>
              <a:buNone/>
              <a:defRPr sz="600" b="0">
                <a:solidFill>
                  <a:schemeClr val="bg1"/>
                </a:solidFill>
              </a:defRPr>
            </a:lvl4pPr>
            <a:lvl5pPr marL="0" indent="0">
              <a:lnSpc>
                <a:spcPct val="100000"/>
              </a:lnSpc>
              <a:spcBef>
                <a:spcPts val="0"/>
              </a:spcBef>
              <a:spcAft>
                <a:spcPts val="0"/>
              </a:spcAft>
              <a:buNone/>
              <a:defRPr sz="600" b="0">
                <a:solidFill>
                  <a:schemeClr val="bg1"/>
                </a:solidFill>
              </a:defRPr>
            </a:lvl5pPr>
            <a:lvl6pPr marL="0" indent="0">
              <a:lnSpc>
                <a:spcPct val="100000"/>
              </a:lnSpc>
              <a:spcBef>
                <a:spcPts val="0"/>
              </a:spcBef>
              <a:spcAft>
                <a:spcPts val="0"/>
              </a:spcAft>
              <a:buNone/>
              <a:defRPr sz="600" b="0">
                <a:solidFill>
                  <a:schemeClr val="bg1"/>
                </a:solidFill>
              </a:defRPr>
            </a:lvl6pPr>
            <a:lvl7pPr marL="0" indent="0">
              <a:lnSpc>
                <a:spcPct val="100000"/>
              </a:lnSpc>
              <a:spcBef>
                <a:spcPts val="0"/>
              </a:spcBef>
              <a:spcAft>
                <a:spcPts val="0"/>
              </a:spcAft>
              <a:buNone/>
              <a:defRPr sz="600" b="0">
                <a:solidFill>
                  <a:schemeClr val="bg1"/>
                </a:solidFill>
              </a:defRPr>
            </a:lvl7pPr>
            <a:lvl8pPr marL="0" indent="0">
              <a:lnSpc>
                <a:spcPct val="100000"/>
              </a:lnSpc>
              <a:spcBef>
                <a:spcPts val="0"/>
              </a:spcBef>
              <a:spcAft>
                <a:spcPts val="0"/>
              </a:spcAft>
              <a:buNone/>
              <a:defRPr sz="600" b="0">
                <a:solidFill>
                  <a:schemeClr val="bg1"/>
                </a:solidFill>
              </a:defRPr>
            </a:lvl8pPr>
            <a:lvl9pPr marL="0" indent="0">
              <a:lnSpc>
                <a:spcPct val="100000"/>
              </a:lnSpc>
              <a:spcBef>
                <a:spcPts val="0"/>
              </a:spcBef>
              <a:spcAft>
                <a:spcPts val="0"/>
              </a:spcAft>
              <a:buNone/>
              <a:defRPr sz="600" b="0">
                <a:solidFill>
                  <a:schemeClr val="bg1"/>
                </a:solidFill>
              </a:defRPr>
            </a:lvl9pPr>
          </a:lstStyle>
          <a:p>
            <a:pPr lvl="0"/>
            <a:r>
              <a:rPr lang="en-US"/>
              <a:t>Footnote/Source</a:t>
            </a:r>
          </a:p>
        </p:txBody>
      </p:sp>
      <p:sp>
        <p:nvSpPr>
          <p:cNvPr id="13" name="Fußzeilenplatzhalter 12"/>
          <p:cNvSpPr>
            <a:spLocks noGrp="1"/>
          </p:cNvSpPr>
          <p:nvPr>
            <p:ph type="ftr" sz="quarter" idx="29"/>
          </p:nvPr>
        </p:nvSpPr>
        <p:spPr bwMode="gray"/>
        <p:txBody>
          <a:bodyPr/>
          <a:lstStyle>
            <a:lvl1pPr>
              <a:defRPr>
                <a:solidFill>
                  <a:schemeClr val="bg1"/>
                </a:solidFill>
              </a:defRPr>
            </a:lvl1pPr>
          </a:lstStyle>
          <a:p>
            <a:r>
              <a:rPr lang="en-US"/>
              <a:t>Presentation title    |    ONLY FOR INTERNAL USE</a:t>
            </a:r>
          </a:p>
        </p:txBody>
      </p:sp>
      <p:sp>
        <p:nvSpPr>
          <p:cNvPr id="14" name="Foliennummernplatzhalter 13"/>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t>‹#›</a:t>
            </a:fld>
            <a:endParaRPr lang="en-US"/>
          </a:p>
        </p:txBody>
      </p:sp>
      <p:sp>
        <p:nvSpPr>
          <p:cNvPr id="2" name="Text Placeholder 8"/>
          <p:cNvSpPr>
            <a:spLocks noGrp="1"/>
          </p:cNvSpPr>
          <p:nvPr>
            <p:ph type="body" sz="quarter" idx="31"/>
          </p:nvPr>
        </p:nvSpPr>
        <p:spPr bwMode="gray">
          <a:xfrm>
            <a:off x="359568" y="4625100"/>
            <a:ext cx="926100" cy="2808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150">
                <a:noFill/>
              </a:defRPr>
            </a:lvl1pPr>
            <a:lvl2pPr marL="0" indent="0">
              <a:lnSpc>
                <a:spcPct val="100000"/>
              </a:lnSpc>
              <a:spcAft>
                <a:spcPts val="0"/>
              </a:spcAft>
              <a:buFontTx/>
              <a:buNone/>
              <a:defRPr sz="150">
                <a:noFill/>
              </a:defRPr>
            </a:lvl2pPr>
            <a:lvl3pPr marL="0" indent="0">
              <a:lnSpc>
                <a:spcPct val="100000"/>
              </a:lnSpc>
              <a:spcAft>
                <a:spcPts val="0"/>
              </a:spcAft>
              <a:buFontTx/>
              <a:buNone/>
              <a:defRPr sz="150">
                <a:noFill/>
              </a:defRPr>
            </a:lvl3pPr>
            <a:lvl4pPr marL="0" indent="0">
              <a:lnSpc>
                <a:spcPct val="100000"/>
              </a:lnSpc>
              <a:spcAft>
                <a:spcPts val="0"/>
              </a:spcAft>
              <a:buFontTx/>
              <a:buNone/>
              <a:defRPr sz="150">
                <a:noFill/>
              </a:defRPr>
            </a:lvl4pPr>
            <a:lvl5pPr marL="0" indent="0">
              <a:lnSpc>
                <a:spcPct val="100000"/>
              </a:lnSpc>
              <a:spcAft>
                <a:spcPts val="0"/>
              </a:spcAft>
              <a:buFontTx/>
              <a:buNone/>
              <a:defRPr sz="150">
                <a:noFill/>
              </a:defRPr>
            </a:lvl5pPr>
          </a:lstStyle>
          <a:p>
            <a:pPr lvl="0"/>
            <a:r>
              <a:rPr lang="en-US"/>
              <a:t>Click to edit Master text styles</a:t>
            </a:r>
          </a:p>
        </p:txBody>
      </p:sp>
      <p:grpSp>
        <p:nvGrpSpPr>
          <p:cNvPr id="17" name="Group 16"/>
          <p:cNvGrpSpPr/>
          <p:nvPr userDrawn="1"/>
        </p:nvGrpSpPr>
        <p:grpSpPr bwMode="gray">
          <a:xfrm>
            <a:off x="-1422666" y="0"/>
            <a:ext cx="1286309" cy="2808312"/>
            <a:chOff x="-1824880" y="2708920"/>
            <a:chExt cx="1715078" cy="3744416"/>
          </a:xfrm>
        </p:grpSpPr>
        <p:sp>
          <p:nvSpPr>
            <p:cNvPr id="18" name="TextBox 17"/>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450"/>
                </a:spcAft>
              </a:pPr>
              <a:r>
                <a:rPr lang="en-US" sz="825" b="1">
                  <a:solidFill>
                    <a:schemeClr val="tx1"/>
                  </a:solidFill>
                  <a:effectLst/>
                  <a:latin typeface="+mj-lt"/>
                </a:rPr>
                <a:t>To insert a picture:</a:t>
              </a:r>
            </a:p>
            <a:p>
              <a:pPr marL="107950" indent="-107950">
                <a:lnSpc>
                  <a:spcPct val="120000"/>
                </a:lnSpc>
                <a:spcAft>
                  <a:spcPts val="450"/>
                </a:spcAft>
                <a:buFont typeface="+mj-lt"/>
                <a:buAutoNum type="arabicPeriod"/>
              </a:pPr>
              <a:r>
                <a:rPr lang="en-US" sz="675">
                  <a:solidFill>
                    <a:schemeClr val="tx1"/>
                  </a:solidFill>
                  <a:effectLst/>
                  <a:latin typeface="+mn-lt"/>
                </a:rPr>
                <a:t>Click on the placeholder for pictures</a:t>
              </a:r>
            </a:p>
            <a:p>
              <a:pPr marL="107950" indent="-107950">
                <a:lnSpc>
                  <a:spcPct val="120000"/>
                </a:lnSpc>
                <a:spcAft>
                  <a:spcPts val="450"/>
                </a:spcAft>
                <a:buFont typeface="+mj-lt"/>
                <a:buAutoNum type="arabicPeriod"/>
              </a:pPr>
              <a:r>
                <a:rPr lang="en-US" sz="675">
                  <a:solidFill>
                    <a:schemeClr val="tx1"/>
                  </a:solidFill>
                  <a:effectLst/>
                  <a:latin typeface="+mn-lt"/>
                </a:rPr>
                <a:t>Open the menu “Insert”</a:t>
              </a:r>
            </a:p>
            <a:p>
              <a:pPr marL="107950" indent="-107950">
                <a:lnSpc>
                  <a:spcPct val="120000"/>
                </a:lnSpc>
                <a:spcAft>
                  <a:spcPts val="450"/>
                </a:spcAft>
                <a:buFont typeface="+mj-lt"/>
                <a:buAutoNum type="arabicPeriod"/>
              </a:pPr>
              <a:r>
                <a:rPr lang="en-US" sz="675">
                  <a:solidFill>
                    <a:schemeClr val="tx1"/>
                  </a:solidFill>
                  <a:effectLst/>
                  <a:latin typeface="+mn-lt"/>
                </a:rPr>
                <a:t>Choose “Pictures” and then the corresponding source where the image is located</a:t>
              </a:r>
              <a:endParaRPr lang="en-US" sz="675">
                <a:solidFill>
                  <a:schemeClr val="tx1"/>
                </a:solidFill>
                <a:latin typeface="+mn-lt"/>
              </a:endParaRPr>
            </a:p>
          </p:txBody>
        </p:sp>
        <p:pic>
          <p:nvPicPr>
            <p:cNvPr id="19" name="Picture 18"/>
            <p:cNvPicPr>
              <a:picLocks noChangeAspect="1"/>
            </p:cNvPicPr>
            <p:nvPr userDrawn="1"/>
          </p:nvPicPr>
          <p:blipFill rotWithShape="1">
            <a:blip r:embed="rId4"/>
            <a:srcRect l="8843" r="2395" b="2546"/>
            <a:stretch>
              <a:fillRect/>
            </a:stretch>
          </p:blipFill>
          <p:spPr bwMode="gray">
            <a:xfrm>
              <a:off x="-1589806" y="4475212"/>
              <a:ext cx="745332" cy="1122804"/>
            </a:xfrm>
            <a:prstGeom prst="roundRect">
              <a:avLst>
                <a:gd name="adj" fmla="val 3514"/>
              </a:avLst>
            </a:prstGeom>
          </p:spPr>
        </p:pic>
        <p:sp>
          <p:nvSpPr>
            <p:cNvPr id="20" name="TextBox 19"/>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07950" indent="-107950">
                <a:spcAft>
                  <a:spcPts val="450"/>
                </a:spcAft>
                <a:buFont typeface="+mj-lt"/>
                <a:buAutoNum type="arabicPeriod" startAt="4"/>
              </a:pPr>
              <a:r>
                <a:rPr lang="en-US" sz="675">
                  <a:solidFill>
                    <a:schemeClr val="tx1"/>
                  </a:solidFill>
                  <a:effectLst/>
                  <a:latin typeface="+mn-lt"/>
                </a:rPr>
                <a:t>Now the image has </a:t>
              </a:r>
              <a:br>
                <a:rPr lang="en-US" sz="675">
                  <a:solidFill>
                    <a:schemeClr val="tx1"/>
                  </a:solidFill>
                  <a:effectLst/>
                  <a:latin typeface="+mn-lt"/>
                </a:rPr>
              </a:br>
              <a:r>
                <a:rPr lang="en-US" sz="675">
                  <a:solidFill>
                    <a:schemeClr val="tx1"/>
                  </a:solidFill>
                  <a:effectLst/>
                  <a:latin typeface="+mn-lt"/>
                </a:rPr>
                <a:t>been loaded into the </a:t>
              </a:r>
              <a:br>
                <a:rPr lang="en-US" sz="675">
                  <a:solidFill>
                    <a:schemeClr val="tx1"/>
                  </a:solidFill>
                  <a:effectLst/>
                  <a:latin typeface="+mn-lt"/>
                </a:rPr>
              </a:br>
              <a:r>
                <a:rPr lang="en-US" sz="675">
                  <a:solidFill>
                    <a:schemeClr val="tx1"/>
                  </a:solidFill>
                  <a:effectLst/>
                  <a:latin typeface="+mn-lt"/>
                </a:rPr>
                <a:t>placeholder.</a:t>
              </a:r>
              <a:endParaRPr lang="en-US" sz="675">
                <a:solidFill>
                  <a:schemeClr val="tx1"/>
                </a:solidFill>
                <a:latin typeface="+mn-lt"/>
              </a:endParaRPr>
            </a:p>
          </p:txBody>
        </p:sp>
      </p:grpSp>
      <p:sp>
        <p:nvSpPr>
          <p:cNvPr id="3" name="Arrow: Pentagon 6"/>
          <p:cNvSpPr/>
          <p:nvPr userDrawn="1"/>
        </p:nvSpPr>
        <p:spPr bwMode="gray">
          <a:xfrm flipH="1">
            <a:off x="9162660" y="411510"/>
            <a:ext cx="1242000" cy="324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35000" rtlCol="0" anchor="ctr"/>
          <a:lstStyle/>
          <a:p>
            <a:pPr algn="l">
              <a:lnSpc>
                <a:spcPct val="140000"/>
              </a:lnSpc>
            </a:pPr>
            <a:r>
              <a:rPr lang="en-GB" sz="600" b="1">
                <a:solidFill>
                  <a:srgbClr val="076D7E"/>
                </a:solidFill>
                <a:latin typeface="+mj-lt"/>
              </a:rPr>
              <a:t>This layout requires two pictures in the background</a:t>
            </a:r>
            <a:endParaRPr lang="en-US" sz="600" b="1">
              <a:solidFill>
                <a:srgbClr val="076D7E"/>
              </a:solidFill>
              <a:latin typeface="+mj-lt"/>
            </a:endParaRPr>
          </a:p>
        </p:txBody>
      </p:sp>
    </p:spTree>
  </p:cSld>
  <p:clrMapOvr>
    <a:masterClrMapping/>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userDrawn="1">
  <p:cSld name="Key message and image division (2)">
    <p:spTree>
      <p:nvGrpSpPr>
        <p:cNvPr id="1" name=""/>
        <p:cNvGrpSpPr/>
        <p:nvPr/>
      </p:nvGrpSpPr>
      <p:grpSpPr>
        <a:xfrm>
          <a:off x="0" y="0"/>
          <a:ext cx="0" cy="0"/>
          <a:chOff x="0" y="0"/>
          <a:chExt cx="0" cy="0"/>
        </a:xfrm>
      </p:grpSpPr>
      <p:sp>
        <p:nvSpPr>
          <p:cNvPr id="4" name="Bildplatzhalter 10"/>
          <p:cNvSpPr>
            <a:spLocks noGrp="1"/>
          </p:cNvSpPr>
          <p:nvPr>
            <p:ph type="pic" sz="quarter" idx="10" hasCustomPrompt="1"/>
          </p:nvPr>
        </p:nvSpPr>
        <p:spPr bwMode="ltGray">
          <a:xfrm>
            <a:off x="0" y="0"/>
            <a:ext cx="6111478" cy="5143500"/>
          </a:xfrm>
          <a:solidFill>
            <a:schemeClr val="bg2"/>
          </a:solidFill>
        </p:spPr>
        <p:txBody>
          <a:bodyPr tIns="1080000" anchor="ctr" anchorCtr="0"/>
          <a:lstStyle>
            <a:lvl1pPr marL="0" indent="0" algn="ctr">
              <a:spcBef>
                <a:spcPts val="0"/>
              </a:spcBef>
              <a:spcAft>
                <a:spcPts val="0"/>
              </a:spcAft>
              <a:buFontTx/>
              <a:buNone/>
              <a:defRPr sz="900" b="0">
                <a:solidFill>
                  <a:schemeClr val="bg1"/>
                </a:solidFill>
              </a:defRPr>
            </a:lvl1pPr>
            <a:lvl2pPr marL="0" indent="0" algn="ctr">
              <a:spcBef>
                <a:spcPts val="0"/>
              </a:spcBef>
              <a:spcAft>
                <a:spcPts val="0"/>
              </a:spcAft>
              <a:buFontTx/>
              <a:buNone/>
              <a:defRPr sz="900" b="0"/>
            </a:lvl2pPr>
            <a:lvl3pPr marL="0" indent="0" algn="ctr">
              <a:spcBef>
                <a:spcPts val="0"/>
              </a:spcBef>
              <a:spcAft>
                <a:spcPts val="0"/>
              </a:spcAft>
              <a:buFontTx/>
              <a:buNone/>
              <a:defRPr sz="900" b="0"/>
            </a:lvl3pPr>
            <a:lvl4pPr marL="0" indent="0" algn="ctr">
              <a:spcBef>
                <a:spcPts val="0"/>
              </a:spcBef>
              <a:spcAft>
                <a:spcPts val="0"/>
              </a:spcAft>
              <a:buFontTx/>
              <a:buNone/>
              <a:defRPr sz="900" b="0"/>
            </a:lvl4pPr>
            <a:lvl5pPr marL="0" indent="0" algn="ctr">
              <a:spcBef>
                <a:spcPts val="0"/>
              </a:spcBef>
              <a:spcAft>
                <a:spcPts val="0"/>
              </a:spcAft>
              <a:buFontTx/>
              <a:buNone/>
              <a:defRPr sz="900" b="0"/>
            </a:lvl5pPr>
            <a:lvl6pPr marL="0" indent="0" algn="ctr">
              <a:spcBef>
                <a:spcPts val="0"/>
              </a:spcBef>
              <a:spcAft>
                <a:spcPts val="0"/>
              </a:spcAft>
              <a:buFontTx/>
              <a:buNone/>
              <a:defRPr sz="900" b="0"/>
            </a:lvl6pPr>
            <a:lvl7pPr marL="0" indent="0" algn="ctr">
              <a:spcBef>
                <a:spcPts val="0"/>
              </a:spcBef>
              <a:spcAft>
                <a:spcPts val="0"/>
              </a:spcAft>
              <a:buFontTx/>
              <a:buNone/>
              <a:defRPr sz="900" b="0"/>
            </a:lvl7pPr>
            <a:lvl8pPr marL="0" indent="0" algn="ctr">
              <a:spcBef>
                <a:spcPts val="0"/>
              </a:spcBef>
              <a:spcAft>
                <a:spcPts val="0"/>
              </a:spcAft>
              <a:buFontTx/>
              <a:buNone/>
              <a:defRPr sz="900" b="0"/>
            </a:lvl8pPr>
            <a:lvl9pPr marL="0" indent="0" algn="ctr">
              <a:spcBef>
                <a:spcPts val="0"/>
              </a:spcBef>
              <a:spcAft>
                <a:spcPts val="0"/>
              </a:spcAft>
              <a:buFontTx/>
              <a:buNone/>
              <a:defRPr sz="900" b="0"/>
            </a:lvl9pPr>
          </a:lstStyle>
          <a:p>
            <a:r>
              <a:rPr lang="en-US"/>
              <a:t>Bild hinzufügen per </a:t>
            </a:r>
            <a:br>
              <a:rPr lang="en-US"/>
            </a:br>
            <a:r>
              <a:rPr lang="en-US"/>
              <a:t>Klick auf das Symbol</a:t>
            </a:r>
          </a:p>
        </p:txBody>
      </p:sp>
      <p:sp>
        <p:nvSpPr>
          <p:cNvPr id="12" name="Bildplatzhalter 10"/>
          <p:cNvSpPr>
            <a:spLocks noGrp="1"/>
          </p:cNvSpPr>
          <p:nvPr>
            <p:ph type="pic" sz="quarter" idx="21" hasCustomPrompt="1"/>
          </p:nvPr>
        </p:nvSpPr>
        <p:spPr bwMode="ltGray">
          <a:xfrm>
            <a:off x="6111478" y="0"/>
            <a:ext cx="3032522" cy="5143500"/>
          </a:xfrm>
          <a:solidFill>
            <a:schemeClr val="bg2"/>
          </a:solidFill>
        </p:spPr>
        <p:txBody>
          <a:bodyPr tIns="720000" anchor="ctr" anchorCtr="0"/>
          <a:lstStyle>
            <a:lvl1pPr marL="0" indent="0" algn="ctr">
              <a:spcBef>
                <a:spcPts val="0"/>
              </a:spcBef>
              <a:spcAft>
                <a:spcPts val="0"/>
              </a:spcAft>
              <a:buFontTx/>
              <a:buNone/>
              <a:defRPr sz="900" b="0">
                <a:solidFill>
                  <a:schemeClr val="bg1"/>
                </a:solidFill>
              </a:defRPr>
            </a:lvl1pPr>
            <a:lvl2pPr marL="0" indent="0" algn="ctr">
              <a:spcBef>
                <a:spcPts val="0"/>
              </a:spcBef>
              <a:spcAft>
                <a:spcPts val="0"/>
              </a:spcAft>
              <a:buFontTx/>
              <a:buNone/>
              <a:defRPr sz="900" b="0">
                <a:solidFill>
                  <a:schemeClr val="bg1"/>
                </a:solidFill>
              </a:defRPr>
            </a:lvl2pPr>
            <a:lvl3pPr marL="0" indent="0" algn="ctr">
              <a:spcBef>
                <a:spcPts val="0"/>
              </a:spcBef>
              <a:spcAft>
                <a:spcPts val="0"/>
              </a:spcAft>
              <a:buFontTx/>
              <a:buNone/>
              <a:defRPr sz="900" b="0">
                <a:solidFill>
                  <a:schemeClr val="bg1"/>
                </a:solidFill>
              </a:defRPr>
            </a:lvl3pPr>
            <a:lvl4pPr marL="0" indent="0" algn="ctr">
              <a:spcBef>
                <a:spcPts val="0"/>
              </a:spcBef>
              <a:spcAft>
                <a:spcPts val="0"/>
              </a:spcAft>
              <a:buFontTx/>
              <a:buNone/>
              <a:defRPr sz="900" b="0">
                <a:solidFill>
                  <a:schemeClr val="bg1"/>
                </a:solidFill>
              </a:defRPr>
            </a:lvl4pPr>
            <a:lvl5pPr marL="0" indent="0" algn="ctr">
              <a:spcBef>
                <a:spcPts val="0"/>
              </a:spcBef>
              <a:spcAft>
                <a:spcPts val="0"/>
              </a:spcAft>
              <a:buFontTx/>
              <a:buNone/>
              <a:defRPr sz="900" b="0">
                <a:solidFill>
                  <a:schemeClr val="bg1"/>
                </a:solidFill>
              </a:defRPr>
            </a:lvl5pPr>
            <a:lvl6pPr marL="0" indent="0" algn="ctr">
              <a:spcBef>
                <a:spcPts val="0"/>
              </a:spcBef>
              <a:spcAft>
                <a:spcPts val="0"/>
              </a:spcAft>
              <a:buFontTx/>
              <a:buNone/>
              <a:defRPr sz="900" b="0">
                <a:solidFill>
                  <a:schemeClr val="bg1"/>
                </a:solidFill>
              </a:defRPr>
            </a:lvl6pPr>
            <a:lvl7pPr marL="0" indent="0" algn="ctr">
              <a:spcBef>
                <a:spcPts val="0"/>
              </a:spcBef>
              <a:spcAft>
                <a:spcPts val="0"/>
              </a:spcAft>
              <a:buFontTx/>
              <a:buNone/>
              <a:defRPr sz="900" b="0">
                <a:solidFill>
                  <a:schemeClr val="bg1"/>
                </a:solidFill>
              </a:defRPr>
            </a:lvl7pPr>
            <a:lvl8pPr marL="0" indent="0" algn="ctr">
              <a:spcBef>
                <a:spcPts val="0"/>
              </a:spcBef>
              <a:spcAft>
                <a:spcPts val="0"/>
              </a:spcAft>
              <a:buFontTx/>
              <a:buNone/>
              <a:defRPr sz="900" b="0">
                <a:solidFill>
                  <a:schemeClr val="bg1"/>
                </a:solidFill>
              </a:defRPr>
            </a:lvl8pPr>
            <a:lvl9pPr marL="0" indent="0" algn="ctr">
              <a:spcBef>
                <a:spcPts val="0"/>
              </a:spcBef>
              <a:spcAft>
                <a:spcPts val="0"/>
              </a:spcAft>
              <a:buFontTx/>
              <a:buNone/>
              <a:defRPr sz="900" b="0">
                <a:solidFill>
                  <a:schemeClr val="bg1"/>
                </a:solidFill>
              </a:defRPr>
            </a:lvl9pPr>
          </a:lstStyle>
          <a:p>
            <a:pPr lvl="0"/>
            <a:r>
              <a:rPr lang="en-US"/>
              <a:t>Add picture</a:t>
            </a:r>
          </a:p>
        </p:txBody>
      </p:sp>
      <p:sp>
        <p:nvSpPr>
          <p:cNvPr id="7" name="Textplatzhalter 6"/>
          <p:cNvSpPr>
            <a:spLocks noGrp="1"/>
          </p:cNvSpPr>
          <p:nvPr>
            <p:ph type="body" sz="quarter" idx="18" hasCustomPrompt="1"/>
          </p:nvPr>
        </p:nvSpPr>
        <p:spPr bwMode="gray">
          <a:xfrm>
            <a:off x="359569" y="1059656"/>
            <a:ext cx="5535216" cy="3294000"/>
          </a:xfrm>
        </p:spPr>
        <p:txBody>
          <a:bodyPr/>
          <a:lstStyle>
            <a:lvl1pPr marL="0" indent="0">
              <a:lnSpc>
                <a:spcPct val="120000"/>
              </a:lnSpc>
              <a:spcAft>
                <a:spcPts val="0"/>
              </a:spcAft>
              <a:buNone/>
              <a:defRPr sz="2400" b="1">
                <a:solidFill>
                  <a:schemeClr val="bg1"/>
                </a:solidFill>
                <a:latin typeface="+mj-lt"/>
              </a:defRPr>
            </a:lvl1pPr>
            <a:lvl2pPr marL="0" indent="0">
              <a:lnSpc>
                <a:spcPct val="120000"/>
              </a:lnSpc>
              <a:spcAft>
                <a:spcPts val="0"/>
              </a:spcAft>
              <a:buNone/>
              <a:defRPr sz="2400" b="1">
                <a:solidFill>
                  <a:schemeClr val="tx2"/>
                </a:solidFill>
                <a:latin typeface="+mj-lt"/>
              </a:defRPr>
            </a:lvl2pPr>
            <a:lvl3pPr marL="0" indent="0">
              <a:lnSpc>
                <a:spcPct val="120000"/>
              </a:lnSpc>
              <a:spcAft>
                <a:spcPts val="0"/>
              </a:spcAft>
              <a:buNone/>
              <a:defRPr sz="2400" b="1">
                <a:solidFill>
                  <a:schemeClr val="tx2"/>
                </a:solidFill>
                <a:latin typeface="+mj-lt"/>
              </a:defRPr>
            </a:lvl3pPr>
            <a:lvl4pPr marL="0" indent="0">
              <a:lnSpc>
                <a:spcPct val="120000"/>
              </a:lnSpc>
              <a:spcAft>
                <a:spcPts val="0"/>
              </a:spcAft>
              <a:buNone/>
              <a:defRPr sz="2400" b="1">
                <a:solidFill>
                  <a:schemeClr val="tx2"/>
                </a:solidFill>
                <a:latin typeface="+mj-lt"/>
              </a:defRPr>
            </a:lvl4pPr>
            <a:lvl5pPr marL="0" indent="0">
              <a:lnSpc>
                <a:spcPct val="120000"/>
              </a:lnSpc>
              <a:spcAft>
                <a:spcPts val="0"/>
              </a:spcAft>
              <a:buNone/>
              <a:defRPr sz="2400" b="1">
                <a:solidFill>
                  <a:schemeClr val="tx2"/>
                </a:solidFill>
                <a:latin typeface="+mj-lt"/>
              </a:defRPr>
            </a:lvl5pPr>
            <a:lvl6pPr marL="0" indent="0">
              <a:lnSpc>
                <a:spcPct val="120000"/>
              </a:lnSpc>
              <a:spcAft>
                <a:spcPts val="0"/>
              </a:spcAft>
              <a:buNone/>
              <a:defRPr sz="2400" b="1">
                <a:solidFill>
                  <a:schemeClr val="tx2"/>
                </a:solidFill>
                <a:latin typeface="+mj-lt"/>
              </a:defRPr>
            </a:lvl6pPr>
            <a:lvl7pPr marL="0" indent="0">
              <a:lnSpc>
                <a:spcPct val="120000"/>
              </a:lnSpc>
              <a:spcAft>
                <a:spcPts val="0"/>
              </a:spcAft>
              <a:buNone/>
              <a:defRPr sz="2400" b="1">
                <a:solidFill>
                  <a:schemeClr val="tx2"/>
                </a:solidFill>
                <a:latin typeface="+mj-lt"/>
              </a:defRPr>
            </a:lvl7pPr>
            <a:lvl8pPr marL="0" indent="0">
              <a:lnSpc>
                <a:spcPct val="120000"/>
              </a:lnSpc>
              <a:spcAft>
                <a:spcPts val="0"/>
              </a:spcAft>
              <a:buNone/>
              <a:defRPr sz="2400" b="1">
                <a:solidFill>
                  <a:schemeClr val="tx2"/>
                </a:solidFill>
                <a:latin typeface="+mj-lt"/>
              </a:defRPr>
            </a:lvl8pPr>
            <a:lvl9pPr marL="0" indent="0">
              <a:lnSpc>
                <a:spcPct val="120000"/>
              </a:lnSpc>
              <a:spcAft>
                <a:spcPts val="0"/>
              </a:spcAft>
              <a:buNone/>
              <a:defRPr sz="24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360000" y="4353960"/>
            <a:ext cx="5535000" cy="108000"/>
          </a:xfrm>
        </p:spPr>
        <p:txBody>
          <a:bodyPr anchor="b"/>
          <a:lstStyle>
            <a:lvl1pPr marL="0" indent="0">
              <a:lnSpc>
                <a:spcPct val="100000"/>
              </a:lnSpc>
              <a:spcBef>
                <a:spcPts val="0"/>
              </a:spcBef>
              <a:spcAft>
                <a:spcPts val="0"/>
              </a:spcAft>
              <a:buFont typeface="Arial" panose="020B0604020202020204" pitchFamily="34" charset="0"/>
              <a:buNone/>
              <a:defRPr sz="600" b="0">
                <a:solidFill>
                  <a:schemeClr val="bg1"/>
                </a:solidFill>
              </a:defRPr>
            </a:lvl1pPr>
            <a:lvl2pPr marL="0" indent="0">
              <a:lnSpc>
                <a:spcPct val="100000"/>
              </a:lnSpc>
              <a:spcBef>
                <a:spcPts val="0"/>
              </a:spcBef>
              <a:spcAft>
                <a:spcPts val="0"/>
              </a:spcAft>
              <a:buFont typeface="Arial" panose="020B0604020202020204" pitchFamily="34" charset="0"/>
              <a:buNone/>
              <a:defRPr sz="600" b="0">
                <a:solidFill>
                  <a:schemeClr val="bg1"/>
                </a:solidFill>
              </a:defRPr>
            </a:lvl2pPr>
            <a:lvl3pPr marL="0" indent="0">
              <a:lnSpc>
                <a:spcPct val="100000"/>
              </a:lnSpc>
              <a:spcBef>
                <a:spcPts val="0"/>
              </a:spcBef>
              <a:spcAft>
                <a:spcPts val="0"/>
              </a:spcAft>
              <a:buNone/>
              <a:defRPr sz="600" b="0">
                <a:solidFill>
                  <a:schemeClr val="bg1"/>
                </a:solidFill>
              </a:defRPr>
            </a:lvl3pPr>
            <a:lvl4pPr marL="0" indent="0">
              <a:lnSpc>
                <a:spcPct val="100000"/>
              </a:lnSpc>
              <a:spcBef>
                <a:spcPts val="0"/>
              </a:spcBef>
              <a:spcAft>
                <a:spcPts val="0"/>
              </a:spcAft>
              <a:buNone/>
              <a:defRPr sz="600" b="0">
                <a:solidFill>
                  <a:schemeClr val="bg1"/>
                </a:solidFill>
              </a:defRPr>
            </a:lvl4pPr>
            <a:lvl5pPr marL="0" indent="0">
              <a:lnSpc>
                <a:spcPct val="100000"/>
              </a:lnSpc>
              <a:spcBef>
                <a:spcPts val="0"/>
              </a:spcBef>
              <a:spcAft>
                <a:spcPts val="0"/>
              </a:spcAft>
              <a:buNone/>
              <a:defRPr sz="600" b="0">
                <a:solidFill>
                  <a:schemeClr val="bg1"/>
                </a:solidFill>
              </a:defRPr>
            </a:lvl5pPr>
            <a:lvl6pPr marL="0" indent="0">
              <a:lnSpc>
                <a:spcPct val="100000"/>
              </a:lnSpc>
              <a:spcBef>
                <a:spcPts val="0"/>
              </a:spcBef>
              <a:spcAft>
                <a:spcPts val="0"/>
              </a:spcAft>
              <a:buNone/>
              <a:defRPr sz="600" b="0">
                <a:solidFill>
                  <a:schemeClr val="bg1"/>
                </a:solidFill>
              </a:defRPr>
            </a:lvl6pPr>
            <a:lvl7pPr marL="0" indent="0">
              <a:lnSpc>
                <a:spcPct val="100000"/>
              </a:lnSpc>
              <a:spcBef>
                <a:spcPts val="0"/>
              </a:spcBef>
              <a:spcAft>
                <a:spcPts val="0"/>
              </a:spcAft>
              <a:buNone/>
              <a:defRPr sz="600" b="0">
                <a:solidFill>
                  <a:schemeClr val="bg1"/>
                </a:solidFill>
              </a:defRPr>
            </a:lvl7pPr>
            <a:lvl8pPr marL="0" indent="0">
              <a:lnSpc>
                <a:spcPct val="100000"/>
              </a:lnSpc>
              <a:spcBef>
                <a:spcPts val="0"/>
              </a:spcBef>
              <a:spcAft>
                <a:spcPts val="0"/>
              </a:spcAft>
              <a:buNone/>
              <a:defRPr sz="600" b="0">
                <a:solidFill>
                  <a:schemeClr val="bg1"/>
                </a:solidFill>
              </a:defRPr>
            </a:lvl8pPr>
            <a:lvl9pPr marL="0" indent="0">
              <a:lnSpc>
                <a:spcPct val="100000"/>
              </a:lnSpc>
              <a:spcBef>
                <a:spcPts val="0"/>
              </a:spcBef>
              <a:spcAft>
                <a:spcPts val="0"/>
              </a:spcAft>
              <a:buNone/>
              <a:defRPr sz="600" b="0">
                <a:solidFill>
                  <a:schemeClr val="bg1"/>
                </a:solidFill>
              </a:defRPr>
            </a:lvl9pPr>
          </a:lstStyle>
          <a:p>
            <a:pPr lvl="0"/>
            <a:r>
              <a:rPr lang="en-US"/>
              <a:t>Footnote/Source</a:t>
            </a:r>
          </a:p>
        </p:txBody>
      </p:sp>
      <p:sp>
        <p:nvSpPr>
          <p:cNvPr id="14" name="Foliennummernplatzhalter 13"/>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t>‹#›</a:t>
            </a:fld>
            <a:endParaRPr lang="en-US"/>
          </a:p>
        </p:txBody>
      </p:sp>
      <p:sp>
        <p:nvSpPr>
          <p:cNvPr id="3" name="Fußzeilenplatzhalter 2"/>
          <p:cNvSpPr>
            <a:spLocks noGrp="1"/>
          </p:cNvSpPr>
          <p:nvPr>
            <p:ph type="ftr" sz="quarter" idx="31"/>
          </p:nvPr>
        </p:nvSpPr>
        <p:spPr bwMode="gray"/>
        <p:txBody>
          <a:bodyPr/>
          <a:lstStyle>
            <a:lvl1pPr>
              <a:defRPr>
                <a:solidFill>
                  <a:schemeClr val="bg1"/>
                </a:solidFill>
              </a:defRPr>
            </a:lvl1pPr>
          </a:lstStyle>
          <a:p>
            <a:r>
              <a:rPr lang="en-US"/>
              <a:t>Presentation title    |    ONLY FOR INTERNAL USE</a:t>
            </a:r>
          </a:p>
        </p:txBody>
      </p:sp>
      <p:sp>
        <p:nvSpPr>
          <p:cNvPr id="2" name="Text Placeholder 8"/>
          <p:cNvSpPr>
            <a:spLocks noGrp="1"/>
          </p:cNvSpPr>
          <p:nvPr>
            <p:ph type="body" sz="quarter" idx="32"/>
          </p:nvPr>
        </p:nvSpPr>
        <p:spPr bwMode="gray">
          <a:xfrm>
            <a:off x="359568" y="4625100"/>
            <a:ext cx="926100" cy="2808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150">
                <a:noFill/>
              </a:defRPr>
            </a:lvl1pPr>
            <a:lvl2pPr marL="0" indent="0">
              <a:lnSpc>
                <a:spcPct val="100000"/>
              </a:lnSpc>
              <a:spcAft>
                <a:spcPts val="0"/>
              </a:spcAft>
              <a:buFontTx/>
              <a:buNone/>
              <a:defRPr sz="150">
                <a:noFill/>
              </a:defRPr>
            </a:lvl2pPr>
            <a:lvl3pPr marL="0" indent="0">
              <a:lnSpc>
                <a:spcPct val="100000"/>
              </a:lnSpc>
              <a:spcAft>
                <a:spcPts val="0"/>
              </a:spcAft>
              <a:buFontTx/>
              <a:buNone/>
              <a:defRPr sz="150">
                <a:noFill/>
              </a:defRPr>
            </a:lvl3pPr>
            <a:lvl4pPr marL="0" indent="0">
              <a:lnSpc>
                <a:spcPct val="100000"/>
              </a:lnSpc>
              <a:spcAft>
                <a:spcPts val="0"/>
              </a:spcAft>
              <a:buFontTx/>
              <a:buNone/>
              <a:defRPr sz="150">
                <a:noFill/>
              </a:defRPr>
            </a:lvl4pPr>
            <a:lvl5pPr marL="0" indent="0">
              <a:lnSpc>
                <a:spcPct val="100000"/>
              </a:lnSpc>
              <a:spcAft>
                <a:spcPts val="0"/>
              </a:spcAft>
              <a:buFontTx/>
              <a:buNone/>
              <a:defRPr sz="150">
                <a:noFill/>
              </a:defRPr>
            </a:lvl5pPr>
          </a:lstStyle>
          <a:p>
            <a:pPr lvl="0"/>
            <a:r>
              <a:rPr lang="en-US"/>
              <a:t>Click to edit Master text styles</a:t>
            </a:r>
          </a:p>
        </p:txBody>
      </p:sp>
      <p:grpSp>
        <p:nvGrpSpPr>
          <p:cNvPr id="17" name="Group 16"/>
          <p:cNvGrpSpPr/>
          <p:nvPr userDrawn="1"/>
        </p:nvGrpSpPr>
        <p:grpSpPr bwMode="gray">
          <a:xfrm>
            <a:off x="-1422666" y="0"/>
            <a:ext cx="1286309" cy="2808312"/>
            <a:chOff x="-1824880" y="2708920"/>
            <a:chExt cx="1715078" cy="3744416"/>
          </a:xfrm>
        </p:grpSpPr>
        <p:sp>
          <p:nvSpPr>
            <p:cNvPr id="18" name="TextBox 17"/>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450"/>
                </a:spcAft>
              </a:pPr>
              <a:r>
                <a:rPr lang="en-US" sz="825" b="1">
                  <a:solidFill>
                    <a:schemeClr val="tx1"/>
                  </a:solidFill>
                  <a:effectLst/>
                  <a:latin typeface="+mj-lt"/>
                </a:rPr>
                <a:t>To insert a picture:</a:t>
              </a:r>
            </a:p>
            <a:p>
              <a:pPr marL="107950" indent="-107950">
                <a:lnSpc>
                  <a:spcPct val="120000"/>
                </a:lnSpc>
                <a:spcAft>
                  <a:spcPts val="450"/>
                </a:spcAft>
                <a:buFont typeface="+mj-lt"/>
                <a:buAutoNum type="arabicPeriod"/>
              </a:pPr>
              <a:r>
                <a:rPr lang="en-US" sz="675">
                  <a:solidFill>
                    <a:schemeClr val="tx1"/>
                  </a:solidFill>
                  <a:effectLst/>
                  <a:latin typeface="+mn-lt"/>
                </a:rPr>
                <a:t>Click on the placeholder for pictures</a:t>
              </a:r>
            </a:p>
            <a:p>
              <a:pPr marL="107950" indent="-107950">
                <a:lnSpc>
                  <a:spcPct val="120000"/>
                </a:lnSpc>
                <a:spcAft>
                  <a:spcPts val="450"/>
                </a:spcAft>
                <a:buFont typeface="+mj-lt"/>
                <a:buAutoNum type="arabicPeriod"/>
              </a:pPr>
              <a:r>
                <a:rPr lang="en-US" sz="675">
                  <a:solidFill>
                    <a:schemeClr val="tx1"/>
                  </a:solidFill>
                  <a:effectLst/>
                  <a:latin typeface="+mn-lt"/>
                </a:rPr>
                <a:t>Open the menu “Insert”</a:t>
              </a:r>
            </a:p>
            <a:p>
              <a:pPr marL="107950" indent="-107950">
                <a:lnSpc>
                  <a:spcPct val="120000"/>
                </a:lnSpc>
                <a:spcAft>
                  <a:spcPts val="450"/>
                </a:spcAft>
                <a:buFont typeface="+mj-lt"/>
                <a:buAutoNum type="arabicPeriod"/>
              </a:pPr>
              <a:r>
                <a:rPr lang="en-US" sz="675">
                  <a:solidFill>
                    <a:schemeClr val="tx1"/>
                  </a:solidFill>
                  <a:effectLst/>
                  <a:latin typeface="+mn-lt"/>
                </a:rPr>
                <a:t>Choose “Pictures” and then the corresponding source where the image is located</a:t>
              </a:r>
              <a:endParaRPr lang="en-US" sz="675">
                <a:solidFill>
                  <a:schemeClr val="tx1"/>
                </a:solidFill>
                <a:latin typeface="+mn-lt"/>
              </a:endParaRPr>
            </a:p>
          </p:txBody>
        </p:sp>
        <p:pic>
          <p:nvPicPr>
            <p:cNvPr id="19" name="Picture 18"/>
            <p:cNvPicPr>
              <a:picLocks noChangeAspect="1"/>
            </p:cNvPicPr>
            <p:nvPr userDrawn="1"/>
          </p:nvPicPr>
          <p:blipFill rotWithShape="1">
            <a:blip r:embed="rId4"/>
            <a:srcRect l="8843" r="2395" b="2546"/>
            <a:stretch>
              <a:fillRect/>
            </a:stretch>
          </p:blipFill>
          <p:spPr bwMode="gray">
            <a:xfrm>
              <a:off x="-1589806" y="4475212"/>
              <a:ext cx="745332" cy="1122804"/>
            </a:xfrm>
            <a:prstGeom prst="roundRect">
              <a:avLst>
                <a:gd name="adj" fmla="val 3514"/>
              </a:avLst>
            </a:prstGeom>
          </p:spPr>
        </p:pic>
        <p:sp>
          <p:nvSpPr>
            <p:cNvPr id="20" name="TextBox 19"/>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07950" indent="-107950">
                <a:spcAft>
                  <a:spcPts val="450"/>
                </a:spcAft>
                <a:buFont typeface="+mj-lt"/>
                <a:buAutoNum type="arabicPeriod" startAt="4"/>
              </a:pPr>
              <a:r>
                <a:rPr lang="en-US" sz="675">
                  <a:solidFill>
                    <a:schemeClr val="tx1"/>
                  </a:solidFill>
                  <a:effectLst/>
                  <a:latin typeface="+mn-lt"/>
                </a:rPr>
                <a:t>Now the image has </a:t>
              </a:r>
              <a:br>
                <a:rPr lang="en-US" sz="675">
                  <a:solidFill>
                    <a:schemeClr val="tx1"/>
                  </a:solidFill>
                  <a:effectLst/>
                  <a:latin typeface="+mn-lt"/>
                </a:rPr>
              </a:br>
              <a:r>
                <a:rPr lang="en-US" sz="675">
                  <a:solidFill>
                    <a:schemeClr val="tx1"/>
                  </a:solidFill>
                  <a:effectLst/>
                  <a:latin typeface="+mn-lt"/>
                </a:rPr>
                <a:t>been loaded into the </a:t>
              </a:r>
              <a:br>
                <a:rPr lang="en-US" sz="675">
                  <a:solidFill>
                    <a:schemeClr val="tx1"/>
                  </a:solidFill>
                  <a:effectLst/>
                  <a:latin typeface="+mn-lt"/>
                </a:rPr>
              </a:br>
              <a:r>
                <a:rPr lang="en-US" sz="675">
                  <a:solidFill>
                    <a:schemeClr val="tx1"/>
                  </a:solidFill>
                  <a:effectLst/>
                  <a:latin typeface="+mn-lt"/>
                </a:rPr>
                <a:t>placeholder.</a:t>
              </a:r>
              <a:endParaRPr lang="en-US" sz="675">
                <a:solidFill>
                  <a:schemeClr val="tx1"/>
                </a:solidFill>
                <a:latin typeface="+mn-lt"/>
              </a:endParaRPr>
            </a:p>
          </p:txBody>
        </p:sp>
      </p:grpSp>
      <p:sp>
        <p:nvSpPr>
          <p:cNvPr id="5" name="Arrow: Pentagon 6"/>
          <p:cNvSpPr/>
          <p:nvPr userDrawn="1"/>
        </p:nvSpPr>
        <p:spPr bwMode="gray">
          <a:xfrm flipH="1">
            <a:off x="9162660" y="411510"/>
            <a:ext cx="1242000" cy="324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35000" rtlCol="0" anchor="ctr"/>
          <a:lstStyle/>
          <a:p>
            <a:pPr algn="l">
              <a:lnSpc>
                <a:spcPct val="140000"/>
              </a:lnSpc>
            </a:pPr>
            <a:r>
              <a:rPr lang="en-GB" sz="600" b="1">
                <a:solidFill>
                  <a:srgbClr val="076D7E"/>
                </a:solidFill>
                <a:latin typeface="+mj-lt"/>
              </a:rPr>
              <a:t>This layout requires two pictures in the background</a:t>
            </a:r>
            <a:endParaRPr lang="en-US" sz="600" b="1">
              <a:solidFill>
                <a:srgbClr val="076D7E"/>
              </a:solidFill>
              <a:latin typeface="+mj-lt"/>
            </a:endParaRPr>
          </a:p>
        </p:txBody>
      </p:sp>
    </p:spTree>
  </p:cSld>
  <p:clrMapOvr>
    <a:masterClrMapping/>
  </p:clrMapOvr>
</p:sldLayout>
</file>

<file path=ppt/slideLayouts/slideLayout121.xml><?xml version="1.0" encoding="utf-8"?>
<p:sldLayout xmlns:a="http://schemas.openxmlformats.org/drawingml/2006/main" xmlns:r="http://schemas.openxmlformats.org/officeDocument/2006/relationships" xmlns:p="http://schemas.openxmlformats.org/presentationml/2006/main" preserve="1" userDrawn="1">
  <p:cSld name="Key message and image division (3)">
    <p:spTree>
      <p:nvGrpSpPr>
        <p:cNvPr id="1" name=""/>
        <p:cNvGrpSpPr/>
        <p:nvPr/>
      </p:nvGrpSpPr>
      <p:grpSpPr>
        <a:xfrm>
          <a:off x="0" y="0"/>
          <a:ext cx="0" cy="0"/>
          <a:chOff x="0" y="0"/>
          <a:chExt cx="0" cy="0"/>
        </a:xfrm>
      </p:grpSpPr>
      <p:sp>
        <p:nvSpPr>
          <p:cNvPr id="4" name="Bildplatzhalter 10"/>
          <p:cNvSpPr>
            <a:spLocks noGrp="1"/>
          </p:cNvSpPr>
          <p:nvPr>
            <p:ph type="pic" sz="quarter" idx="10" hasCustomPrompt="1"/>
          </p:nvPr>
        </p:nvSpPr>
        <p:spPr bwMode="ltGray">
          <a:xfrm>
            <a:off x="1" y="0"/>
            <a:ext cx="7623572" cy="5143500"/>
          </a:xfrm>
          <a:solidFill>
            <a:schemeClr val="bg2"/>
          </a:solidFill>
        </p:spPr>
        <p:txBody>
          <a:bodyPr tIns="1080000" anchor="ctr" anchorCtr="0"/>
          <a:lstStyle>
            <a:lvl1pPr marL="0" indent="0" algn="ctr">
              <a:spcBef>
                <a:spcPts val="0"/>
              </a:spcBef>
              <a:spcAft>
                <a:spcPts val="0"/>
              </a:spcAft>
              <a:buFontTx/>
              <a:buNone/>
              <a:defRPr sz="900" b="0">
                <a:solidFill>
                  <a:schemeClr val="bg1"/>
                </a:solidFill>
              </a:defRPr>
            </a:lvl1pPr>
            <a:lvl2pPr marL="0" indent="0" algn="ctr">
              <a:spcBef>
                <a:spcPts val="0"/>
              </a:spcBef>
              <a:spcAft>
                <a:spcPts val="0"/>
              </a:spcAft>
              <a:buFontTx/>
              <a:buNone/>
              <a:defRPr sz="900" b="0"/>
            </a:lvl2pPr>
            <a:lvl3pPr marL="0" indent="0" algn="ctr">
              <a:spcBef>
                <a:spcPts val="0"/>
              </a:spcBef>
              <a:spcAft>
                <a:spcPts val="0"/>
              </a:spcAft>
              <a:buFontTx/>
              <a:buNone/>
              <a:defRPr sz="900" b="0"/>
            </a:lvl3pPr>
            <a:lvl4pPr marL="0" indent="0" algn="ctr">
              <a:spcBef>
                <a:spcPts val="0"/>
              </a:spcBef>
              <a:spcAft>
                <a:spcPts val="0"/>
              </a:spcAft>
              <a:buFontTx/>
              <a:buNone/>
              <a:defRPr sz="900" b="0"/>
            </a:lvl4pPr>
            <a:lvl5pPr marL="0" indent="0" algn="ctr">
              <a:spcBef>
                <a:spcPts val="0"/>
              </a:spcBef>
              <a:spcAft>
                <a:spcPts val="0"/>
              </a:spcAft>
              <a:buFontTx/>
              <a:buNone/>
              <a:defRPr sz="900" b="0"/>
            </a:lvl5pPr>
            <a:lvl6pPr marL="0" indent="0" algn="ctr">
              <a:spcBef>
                <a:spcPts val="0"/>
              </a:spcBef>
              <a:spcAft>
                <a:spcPts val="0"/>
              </a:spcAft>
              <a:buFontTx/>
              <a:buNone/>
              <a:defRPr sz="900" b="0"/>
            </a:lvl6pPr>
            <a:lvl7pPr marL="0" indent="0" algn="ctr">
              <a:spcBef>
                <a:spcPts val="0"/>
              </a:spcBef>
              <a:spcAft>
                <a:spcPts val="0"/>
              </a:spcAft>
              <a:buFontTx/>
              <a:buNone/>
              <a:defRPr sz="900" b="0"/>
            </a:lvl7pPr>
            <a:lvl8pPr marL="0" indent="0" algn="ctr">
              <a:spcBef>
                <a:spcPts val="0"/>
              </a:spcBef>
              <a:spcAft>
                <a:spcPts val="0"/>
              </a:spcAft>
              <a:buFontTx/>
              <a:buNone/>
              <a:defRPr sz="900" b="0"/>
            </a:lvl8pPr>
            <a:lvl9pPr marL="0" indent="0" algn="ctr">
              <a:spcBef>
                <a:spcPts val="0"/>
              </a:spcBef>
              <a:spcAft>
                <a:spcPts val="0"/>
              </a:spcAft>
              <a:buFontTx/>
              <a:buNone/>
              <a:defRPr sz="900" b="0"/>
            </a:lvl9pPr>
          </a:lstStyle>
          <a:p>
            <a:r>
              <a:rPr lang="en-US"/>
              <a:t>Bild hinzufügen per </a:t>
            </a:r>
            <a:br>
              <a:rPr lang="en-US"/>
            </a:br>
            <a:r>
              <a:rPr lang="en-US"/>
              <a:t>Klick auf das Symbol</a:t>
            </a:r>
          </a:p>
        </p:txBody>
      </p:sp>
      <p:sp>
        <p:nvSpPr>
          <p:cNvPr id="12" name="Bildplatzhalter 10"/>
          <p:cNvSpPr>
            <a:spLocks noGrp="1"/>
          </p:cNvSpPr>
          <p:nvPr>
            <p:ph type="pic" sz="quarter" idx="21" hasCustomPrompt="1"/>
          </p:nvPr>
        </p:nvSpPr>
        <p:spPr bwMode="ltGray">
          <a:xfrm>
            <a:off x="7623572" y="0"/>
            <a:ext cx="1520427" cy="5143500"/>
          </a:xfrm>
          <a:solidFill>
            <a:schemeClr val="bg2"/>
          </a:solidFill>
        </p:spPr>
        <p:txBody>
          <a:bodyPr tIns="720000" anchor="ctr" anchorCtr="0"/>
          <a:lstStyle>
            <a:lvl1pPr marL="0" indent="0" algn="ctr">
              <a:spcBef>
                <a:spcPts val="0"/>
              </a:spcBef>
              <a:spcAft>
                <a:spcPts val="0"/>
              </a:spcAft>
              <a:buFontTx/>
              <a:buNone/>
              <a:defRPr sz="900" b="0">
                <a:solidFill>
                  <a:schemeClr val="bg1"/>
                </a:solidFill>
              </a:defRPr>
            </a:lvl1pPr>
            <a:lvl2pPr marL="0" indent="0" algn="ctr">
              <a:spcBef>
                <a:spcPts val="0"/>
              </a:spcBef>
              <a:spcAft>
                <a:spcPts val="0"/>
              </a:spcAft>
              <a:buFontTx/>
              <a:buNone/>
              <a:defRPr sz="900" b="0">
                <a:solidFill>
                  <a:schemeClr val="bg1"/>
                </a:solidFill>
              </a:defRPr>
            </a:lvl2pPr>
            <a:lvl3pPr marL="0" indent="0" algn="ctr">
              <a:spcBef>
                <a:spcPts val="0"/>
              </a:spcBef>
              <a:spcAft>
                <a:spcPts val="0"/>
              </a:spcAft>
              <a:buFontTx/>
              <a:buNone/>
              <a:defRPr sz="900" b="0">
                <a:solidFill>
                  <a:schemeClr val="bg1"/>
                </a:solidFill>
              </a:defRPr>
            </a:lvl3pPr>
            <a:lvl4pPr marL="0" indent="0" algn="ctr">
              <a:spcBef>
                <a:spcPts val="0"/>
              </a:spcBef>
              <a:spcAft>
                <a:spcPts val="0"/>
              </a:spcAft>
              <a:buFontTx/>
              <a:buNone/>
              <a:defRPr sz="900" b="0">
                <a:solidFill>
                  <a:schemeClr val="bg1"/>
                </a:solidFill>
              </a:defRPr>
            </a:lvl4pPr>
            <a:lvl5pPr marL="0" indent="0" algn="ctr">
              <a:spcBef>
                <a:spcPts val="0"/>
              </a:spcBef>
              <a:spcAft>
                <a:spcPts val="0"/>
              </a:spcAft>
              <a:buFontTx/>
              <a:buNone/>
              <a:defRPr sz="900" b="0">
                <a:solidFill>
                  <a:schemeClr val="bg1"/>
                </a:solidFill>
              </a:defRPr>
            </a:lvl5pPr>
            <a:lvl6pPr marL="0" indent="0" algn="ctr">
              <a:spcBef>
                <a:spcPts val="0"/>
              </a:spcBef>
              <a:spcAft>
                <a:spcPts val="0"/>
              </a:spcAft>
              <a:buFontTx/>
              <a:buNone/>
              <a:defRPr sz="900" b="0">
                <a:solidFill>
                  <a:schemeClr val="bg1"/>
                </a:solidFill>
              </a:defRPr>
            </a:lvl6pPr>
            <a:lvl7pPr marL="0" indent="0" algn="ctr">
              <a:spcBef>
                <a:spcPts val="0"/>
              </a:spcBef>
              <a:spcAft>
                <a:spcPts val="0"/>
              </a:spcAft>
              <a:buFontTx/>
              <a:buNone/>
              <a:defRPr sz="900" b="0">
                <a:solidFill>
                  <a:schemeClr val="bg1"/>
                </a:solidFill>
              </a:defRPr>
            </a:lvl7pPr>
            <a:lvl8pPr marL="0" indent="0" algn="ctr">
              <a:spcBef>
                <a:spcPts val="0"/>
              </a:spcBef>
              <a:spcAft>
                <a:spcPts val="0"/>
              </a:spcAft>
              <a:buFontTx/>
              <a:buNone/>
              <a:defRPr sz="900" b="0">
                <a:solidFill>
                  <a:schemeClr val="bg1"/>
                </a:solidFill>
              </a:defRPr>
            </a:lvl8pPr>
            <a:lvl9pPr marL="0" indent="0" algn="ctr">
              <a:spcBef>
                <a:spcPts val="0"/>
              </a:spcBef>
              <a:spcAft>
                <a:spcPts val="0"/>
              </a:spcAft>
              <a:buFontTx/>
              <a:buNone/>
              <a:defRPr sz="900" b="0">
                <a:solidFill>
                  <a:schemeClr val="bg1"/>
                </a:solidFill>
              </a:defRPr>
            </a:lvl9pPr>
          </a:lstStyle>
          <a:p>
            <a:pPr lvl="0"/>
            <a:r>
              <a:rPr lang="en-US"/>
              <a:t>Add picture</a:t>
            </a:r>
          </a:p>
        </p:txBody>
      </p:sp>
      <p:sp>
        <p:nvSpPr>
          <p:cNvPr id="7" name="Textplatzhalter 6"/>
          <p:cNvSpPr>
            <a:spLocks noGrp="1"/>
          </p:cNvSpPr>
          <p:nvPr>
            <p:ph type="body" sz="quarter" idx="18" hasCustomPrompt="1"/>
          </p:nvPr>
        </p:nvSpPr>
        <p:spPr bwMode="gray">
          <a:xfrm>
            <a:off x="359568" y="1059656"/>
            <a:ext cx="7047310" cy="3294000"/>
          </a:xfrm>
        </p:spPr>
        <p:txBody>
          <a:bodyPr/>
          <a:lstStyle>
            <a:lvl1pPr marL="0" indent="0">
              <a:lnSpc>
                <a:spcPct val="120000"/>
              </a:lnSpc>
              <a:spcAft>
                <a:spcPts val="0"/>
              </a:spcAft>
              <a:buNone/>
              <a:defRPr sz="2400" b="1">
                <a:solidFill>
                  <a:schemeClr val="bg1"/>
                </a:solidFill>
                <a:latin typeface="+mj-lt"/>
              </a:defRPr>
            </a:lvl1pPr>
            <a:lvl2pPr marL="0" indent="0">
              <a:lnSpc>
                <a:spcPct val="120000"/>
              </a:lnSpc>
              <a:spcAft>
                <a:spcPts val="0"/>
              </a:spcAft>
              <a:buNone/>
              <a:defRPr sz="2400" b="1">
                <a:solidFill>
                  <a:schemeClr val="tx2"/>
                </a:solidFill>
                <a:latin typeface="+mj-lt"/>
              </a:defRPr>
            </a:lvl2pPr>
            <a:lvl3pPr marL="0" indent="0">
              <a:lnSpc>
                <a:spcPct val="120000"/>
              </a:lnSpc>
              <a:spcAft>
                <a:spcPts val="0"/>
              </a:spcAft>
              <a:buNone/>
              <a:defRPr sz="2400" b="1">
                <a:solidFill>
                  <a:schemeClr val="tx2"/>
                </a:solidFill>
                <a:latin typeface="+mj-lt"/>
              </a:defRPr>
            </a:lvl3pPr>
            <a:lvl4pPr marL="0" indent="0">
              <a:lnSpc>
                <a:spcPct val="120000"/>
              </a:lnSpc>
              <a:spcAft>
                <a:spcPts val="0"/>
              </a:spcAft>
              <a:buNone/>
              <a:defRPr sz="2400" b="1">
                <a:solidFill>
                  <a:schemeClr val="tx2"/>
                </a:solidFill>
                <a:latin typeface="+mj-lt"/>
              </a:defRPr>
            </a:lvl4pPr>
            <a:lvl5pPr marL="0" indent="0">
              <a:lnSpc>
                <a:spcPct val="120000"/>
              </a:lnSpc>
              <a:spcAft>
                <a:spcPts val="0"/>
              </a:spcAft>
              <a:buNone/>
              <a:defRPr sz="2400" b="1">
                <a:solidFill>
                  <a:schemeClr val="tx2"/>
                </a:solidFill>
                <a:latin typeface="+mj-lt"/>
              </a:defRPr>
            </a:lvl5pPr>
            <a:lvl6pPr marL="0" indent="0">
              <a:lnSpc>
                <a:spcPct val="120000"/>
              </a:lnSpc>
              <a:spcAft>
                <a:spcPts val="0"/>
              </a:spcAft>
              <a:buNone/>
              <a:defRPr sz="2400" b="1">
                <a:solidFill>
                  <a:schemeClr val="tx2"/>
                </a:solidFill>
                <a:latin typeface="+mj-lt"/>
              </a:defRPr>
            </a:lvl6pPr>
            <a:lvl7pPr marL="0" indent="0">
              <a:lnSpc>
                <a:spcPct val="120000"/>
              </a:lnSpc>
              <a:spcAft>
                <a:spcPts val="0"/>
              </a:spcAft>
              <a:buNone/>
              <a:defRPr sz="2400" b="1">
                <a:solidFill>
                  <a:schemeClr val="tx2"/>
                </a:solidFill>
                <a:latin typeface="+mj-lt"/>
              </a:defRPr>
            </a:lvl7pPr>
            <a:lvl8pPr marL="0" indent="0">
              <a:lnSpc>
                <a:spcPct val="120000"/>
              </a:lnSpc>
              <a:spcAft>
                <a:spcPts val="0"/>
              </a:spcAft>
              <a:buNone/>
              <a:defRPr sz="2400" b="1">
                <a:solidFill>
                  <a:schemeClr val="tx2"/>
                </a:solidFill>
                <a:latin typeface="+mj-lt"/>
              </a:defRPr>
            </a:lvl8pPr>
            <a:lvl9pPr marL="0" indent="0">
              <a:lnSpc>
                <a:spcPct val="120000"/>
              </a:lnSpc>
              <a:spcAft>
                <a:spcPts val="0"/>
              </a:spcAft>
              <a:buNone/>
              <a:defRPr sz="24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360000" y="4353960"/>
            <a:ext cx="7047000" cy="108000"/>
          </a:xfrm>
        </p:spPr>
        <p:txBody>
          <a:bodyPr anchor="b"/>
          <a:lstStyle>
            <a:lvl1pPr marL="0" indent="0">
              <a:lnSpc>
                <a:spcPct val="100000"/>
              </a:lnSpc>
              <a:spcBef>
                <a:spcPts val="0"/>
              </a:spcBef>
              <a:spcAft>
                <a:spcPts val="0"/>
              </a:spcAft>
              <a:buFont typeface="Arial" panose="020B0604020202020204" pitchFamily="34" charset="0"/>
              <a:buNone/>
              <a:defRPr sz="600" b="0">
                <a:solidFill>
                  <a:schemeClr val="bg1"/>
                </a:solidFill>
              </a:defRPr>
            </a:lvl1pPr>
            <a:lvl2pPr marL="0" indent="0">
              <a:lnSpc>
                <a:spcPct val="100000"/>
              </a:lnSpc>
              <a:spcBef>
                <a:spcPts val="0"/>
              </a:spcBef>
              <a:spcAft>
                <a:spcPts val="0"/>
              </a:spcAft>
              <a:buFont typeface="Arial" panose="020B0604020202020204" pitchFamily="34" charset="0"/>
              <a:buNone/>
              <a:defRPr sz="600" b="0">
                <a:solidFill>
                  <a:schemeClr val="bg1"/>
                </a:solidFill>
              </a:defRPr>
            </a:lvl2pPr>
            <a:lvl3pPr marL="0" indent="0">
              <a:lnSpc>
                <a:spcPct val="100000"/>
              </a:lnSpc>
              <a:spcBef>
                <a:spcPts val="0"/>
              </a:spcBef>
              <a:spcAft>
                <a:spcPts val="0"/>
              </a:spcAft>
              <a:buNone/>
              <a:defRPr sz="600" b="0">
                <a:solidFill>
                  <a:schemeClr val="bg1"/>
                </a:solidFill>
              </a:defRPr>
            </a:lvl3pPr>
            <a:lvl4pPr marL="0" indent="0">
              <a:lnSpc>
                <a:spcPct val="100000"/>
              </a:lnSpc>
              <a:spcBef>
                <a:spcPts val="0"/>
              </a:spcBef>
              <a:spcAft>
                <a:spcPts val="0"/>
              </a:spcAft>
              <a:buNone/>
              <a:defRPr sz="600" b="0">
                <a:solidFill>
                  <a:schemeClr val="bg1"/>
                </a:solidFill>
              </a:defRPr>
            </a:lvl4pPr>
            <a:lvl5pPr marL="0" indent="0">
              <a:lnSpc>
                <a:spcPct val="100000"/>
              </a:lnSpc>
              <a:spcBef>
                <a:spcPts val="0"/>
              </a:spcBef>
              <a:spcAft>
                <a:spcPts val="0"/>
              </a:spcAft>
              <a:buNone/>
              <a:defRPr sz="600" b="0">
                <a:solidFill>
                  <a:schemeClr val="bg1"/>
                </a:solidFill>
              </a:defRPr>
            </a:lvl5pPr>
            <a:lvl6pPr marL="0" indent="0">
              <a:lnSpc>
                <a:spcPct val="100000"/>
              </a:lnSpc>
              <a:spcBef>
                <a:spcPts val="0"/>
              </a:spcBef>
              <a:spcAft>
                <a:spcPts val="0"/>
              </a:spcAft>
              <a:buNone/>
              <a:defRPr sz="600" b="0">
                <a:solidFill>
                  <a:schemeClr val="bg1"/>
                </a:solidFill>
              </a:defRPr>
            </a:lvl6pPr>
            <a:lvl7pPr marL="0" indent="0">
              <a:lnSpc>
                <a:spcPct val="100000"/>
              </a:lnSpc>
              <a:spcBef>
                <a:spcPts val="0"/>
              </a:spcBef>
              <a:spcAft>
                <a:spcPts val="0"/>
              </a:spcAft>
              <a:buNone/>
              <a:defRPr sz="600" b="0">
                <a:solidFill>
                  <a:schemeClr val="bg1"/>
                </a:solidFill>
              </a:defRPr>
            </a:lvl7pPr>
            <a:lvl8pPr marL="0" indent="0">
              <a:lnSpc>
                <a:spcPct val="100000"/>
              </a:lnSpc>
              <a:spcBef>
                <a:spcPts val="0"/>
              </a:spcBef>
              <a:spcAft>
                <a:spcPts val="0"/>
              </a:spcAft>
              <a:buNone/>
              <a:defRPr sz="600" b="0">
                <a:solidFill>
                  <a:schemeClr val="bg1"/>
                </a:solidFill>
              </a:defRPr>
            </a:lvl8pPr>
            <a:lvl9pPr marL="0" indent="0">
              <a:lnSpc>
                <a:spcPct val="100000"/>
              </a:lnSpc>
              <a:spcBef>
                <a:spcPts val="0"/>
              </a:spcBef>
              <a:spcAft>
                <a:spcPts val="0"/>
              </a:spcAft>
              <a:buNone/>
              <a:defRPr sz="600" b="0">
                <a:solidFill>
                  <a:schemeClr val="bg1"/>
                </a:solidFill>
              </a:defRPr>
            </a:lvl9pPr>
          </a:lstStyle>
          <a:p>
            <a:pPr lvl="0"/>
            <a:r>
              <a:rPr lang="en-US"/>
              <a:t>Footnote/Source</a:t>
            </a:r>
          </a:p>
        </p:txBody>
      </p:sp>
      <p:sp>
        <p:nvSpPr>
          <p:cNvPr id="14" name="Foliennummernplatzhalter 13"/>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t>‹#›</a:t>
            </a:fld>
            <a:endParaRPr lang="en-US"/>
          </a:p>
        </p:txBody>
      </p:sp>
      <p:sp>
        <p:nvSpPr>
          <p:cNvPr id="3" name="Fußzeilenplatzhalter 2"/>
          <p:cNvSpPr>
            <a:spLocks noGrp="1"/>
          </p:cNvSpPr>
          <p:nvPr>
            <p:ph type="ftr" sz="quarter" idx="31"/>
          </p:nvPr>
        </p:nvSpPr>
        <p:spPr bwMode="gray"/>
        <p:txBody>
          <a:bodyPr/>
          <a:lstStyle>
            <a:lvl1pPr>
              <a:defRPr>
                <a:solidFill>
                  <a:schemeClr val="bg1"/>
                </a:solidFill>
              </a:defRPr>
            </a:lvl1pPr>
          </a:lstStyle>
          <a:p>
            <a:r>
              <a:rPr lang="en-US"/>
              <a:t>Presentation title    |    ONLY FOR INTERNAL USE</a:t>
            </a:r>
          </a:p>
        </p:txBody>
      </p:sp>
      <p:sp>
        <p:nvSpPr>
          <p:cNvPr id="2" name="Text Placeholder 8"/>
          <p:cNvSpPr>
            <a:spLocks noGrp="1"/>
          </p:cNvSpPr>
          <p:nvPr>
            <p:ph type="body" sz="quarter" idx="32"/>
          </p:nvPr>
        </p:nvSpPr>
        <p:spPr bwMode="gray">
          <a:xfrm>
            <a:off x="359568" y="4625100"/>
            <a:ext cx="926100" cy="2808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150">
                <a:noFill/>
              </a:defRPr>
            </a:lvl1pPr>
            <a:lvl2pPr marL="0" indent="0">
              <a:lnSpc>
                <a:spcPct val="100000"/>
              </a:lnSpc>
              <a:spcAft>
                <a:spcPts val="0"/>
              </a:spcAft>
              <a:buFontTx/>
              <a:buNone/>
              <a:defRPr sz="150">
                <a:noFill/>
              </a:defRPr>
            </a:lvl2pPr>
            <a:lvl3pPr marL="0" indent="0">
              <a:lnSpc>
                <a:spcPct val="100000"/>
              </a:lnSpc>
              <a:spcAft>
                <a:spcPts val="0"/>
              </a:spcAft>
              <a:buFontTx/>
              <a:buNone/>
              <a:defRPr sz="150">
                <a:noFill/>
              </a:defRPr>
            </a:lvl3pPr>
            <a:lvl4pPr marL="0" indent="0">
              <a:lnSpc>
                <a:spcPct val="100000"/>
              </a:lnSpc>
              <a:spcAft>
                <a:spcPts val="0"/>
              </a:spcAft>
              <a:buFontTx/>
              <a:buNone/>
              <a:defRPr sz="150">
                <a:noFill/>
              </a:defRPr>
            </a:lvl4pPr>
            <a:lvl5pPr marL="0" indent="0">
              <a:lnSpc>
                <a:spcPct val="100000"/>
              </a:lnSpc>
              <a:spcAft>
                <a:spcPts val="0"/>
              </a:spcAft>
              <a:buFontTx/>
              <a:buNone/>
              <a:defRPr sz="150">
                <a:noFill/>
              </a:defRPr>
            </a:lvl5pPr>
          </a:lstStyle>
          <a:p>
            <a:pPr lvl="0"/>
            <a:r>
              <a:rPr lang="en-US"/>
              <a:t>Click to edit Master text styles</a:t>
            </a:r>
          </a:p>
        </p:txBody>
      </p:sp>
      <p:grpSp>
        <p:nvGrpSpPr>
          <p:cNvPr id="17" name="Group 16"/>
          <p:cNvGrpSpPr/>
          <p:nvPr userDrawn="1"/>
        </p:nvGrpSpPr>
        <p:grpSpPr bwMode="gray">
          <a:xfrm>
            <a:off x="-1422666" y="0"/>
            <a:ext cx="1286309" cy="2808312"/>
            <a:chOff x="-1824880" y="2708920"/>
            <a:chExt cx="1715078" cy="3744416"/>
          </a:xfrm>
        </p:grpSpPr>
        <p:sp>
          <p:nvSpPr>
            <p:cNvPr id="18" name="TextBox 17"/>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450"/>
                </a:spcAft>
              </a:pPr>
              <a:r>
                <a:rPr lang="en-US" sz="825" b="1">
                  <a:solidFill>
                    <a:schemeClr val="tx1"/>
                  </a:solidFill>
                  <a:effectLst/>
                  <a:latin typeface="+mj-lt"/>
                </a:rPr>
                <a:t>To insert a picture:</a:t>
              </a:r>
            </a:p>
            <a:p>
              <a:pPr marL="107950" indent="-107950">
                <a:lnSpc>
                  <a:spcPct val="120000"/>
                </a:lnSpc>
                <a:spcAft>
                  <a:spcPts val="450"/>
                </a:spcAft>
                <a:buFont typeface="+mj-lt"/>
                <a:buAutoNum type="arabicPeriod"/>
              </a:pPr>
              <a:r>
                <a:rPr lang="en-US" sz="675">
                  <a:solidFill>
                    <a:schemeClr val="tx1"/>
                  </a:solidFill>
                  <a:effectLst/>
                  <a:latin typeface="+mn-lt"/>
                </a:rPr>
                <a:t>Click on the placeholder for pictures</a:t>
              </a:r>
            </a:p>
            <a:p>
              <a:pPr marL="107950" indent="-107950">
                <a:lnSpc>
                  <a:spcPct val="120000"/>
                </a:lnSpc>
                <a:spcAft>
                  <a:spcPts val="450"/>
                </a:spcAft>
                <a:buFont typeface="+mj-lt"/>
                <a:buAutoNum type="arabicPeriod"/>
              </a:pPr>
              <a:r>
                <a:rPr lang="en-US" sz="675">
                  <a:solidFill>
                    <a:schemeClr val="tx1"/>
                  </a:solidFill>
                  <a:effectLst/>
                  <a:latin typeface="+mn-lt"/>
                </a:rPr>
                <a:t>Open the menu “Insert”</a:t>
              </a:r>
            </a:p>
            <a:p>
              <a:pPr marL="107950" indent="-107950">
                <a:lnSpc>
                  <a:spcPct val="120000"/>
                </a:lnSpc>
                <a:spcAft>
                  <a:spcPts val="450"/>
                </a:spcAft>
                <a:buFont typeface="+mj-lt"/>
                <a:buAutoNum type="arabicPeriod"/>
              </a:pPr>
              <a:r>
                <a:rPr lang="en-US" sz="675">
                  <a:solidFill>
                    <a:schemeClr val="tx1"/>
                  </a:solidFill>
                  <a:effectLst/>
                  <a:latin typeface="+mn-lt"/>
                </a:rPr>
                <a:t>Choose “Pictures” and then the corresponding source where the image is located</a:t>
              </a:r>
              <a:endParaRPr lang="en-US" sz="675">
                <a:solidFill>
                  <a:schemeClr val="tx1"/>
                </a:solidFill>
                <a:latin typeface="+mn-lt"/>
              </a:endParaRPr>
            </a:p>
          </p:txBody>
        </p:sp>
        <p:pic>
          <p:nvPicPr>
            <p:cNvPr id="19" name="Picture 18"/>
            <p:cNvPicPr>
              <a:picLocks noChangeAspect="1"/>
            </p:cNvPicPr>
            <p:nvPr userDrawn="1"/>
          </p:nvPicPr>
          <p:blipFill rotWithShape="1">
            <a:blip r:embed="rId4"/>
            <a:srcRect l="8843" r="2395" b="2546"/>
            <a:stretch>
              <a:fillRect/>
            </a:stretch>
          </p:blipFill>
          <p:spPr bwMode="gray">
            <a:xfrm>
              <a:off x="-1589806" y="4475212"/>
              <a:ext cx="745332" cy="1122804"/>
            </a:xfrm>
            <a:prstGeom prst="roundRect">
              <a:avLst>
                <a:gd name="adj" fmla="val 3514"/>
              </a:avLst>
            </a:prstGeom>
          </p:spPr>
        </p:pic>
        <p:sp>
          <p:nvSpPr>
            <p:cNvPr id="20" name="TextBox 19"/>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07950" indent="-107950">
                <a:spcAft>
                  <a:spcPts val="450"/>
                </a:spcAft>
                <a:buFont typeface="+mj-lt"/>
                <a:buAutoNum type="arabicPeriod" startAt="4"/>
              </a:pPr>
              <a:r>
                <a:rPr lang="en-US" sz="675">
                  <a:solidFill>
                    <a:schemeClr val="tx1"/>
                  </a:solidFill>
                  <a:effectLst/>
                  <a:latin typeface="+mn-lt"/>
                </a:rPr>
                <a:t>Now the image has </a:t>
              </a:r>
              <a:br>
                <a:rPr lang="en-US" sz="675">
                  <a:solidFill>
                    <a:schemeClr val="tx1"/>
                  </a:solidFill>
                  <a:effectLst/>
                  <a:latin typeface="+mn-lt"/>
                </a:rPr>
              </a:br>
              <a:r>
                <a:rPr lang="en-US" sz="675">
                  <a:solidFill>
                    <a:schemeClr val="tx1"/>
                  </a:solidFill>
                  <a:effectLst/>
                  <a:latin typeface="+mn-lt"/>
                </a:rPr>
                <a:t>been loaded into the </a:t>
              </a:r>
              <a:br>
                <a:rPr lang="en-US" sz="675">
                  <a:solidFill>
                    <a:schemeClr val="tx1"/>
                  </a:solidFill>
                  <a:effectLst/>
                  <a:latin typeface="+mn-lt"/>
                </a:rPr>
              </a:br>
              <a:r>
                <a:rPr lang="en-US" sz="675">
                  <a:solidFill>
                    <a:schemeClr val="tx1"/>
                  </a:solidFill>
                  <a:effectLst/>
                  <a:latin typeface="+mn-lt"/>
                </a:rPr>
                <a:t>placeholder.</a:t>
              </a:r>
              <a:endParaRPr lang="en-US" sz="675">
                <a:solidFill>
                  <a:schemeClr val="tx1"/>
                </a:solidFill>
                <a:latin typeface="+mn-lt"/>
              </a:endParaRPr>
            </a:p>
          </p:txBody>
        </p:sp>
      </p:grpSp>
      <p:sp>
        <p:nvSpPr>
          <p:cNvPr id="5" name="Arrow: Pentagon 6"/>
          <p:cNvSpPr/>
          <p:nvPr userDrawn="1"/>
        </p:nvSpPr>
        <p:spPr bwMode="gray">
          <a:xfrm flipH="1">
            <a:off x="9162660" y="411510"/>
            <a:ext cx="1242000" cy="324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35000" rtlCol="0" anchor="ctr"/>
          <a:lstStyle/>
          <a:p>
            <a:pPr algn="l">
              <a:lnSpc>
                <a:spcPct val="140000"/>
              </a:lnSpc>
            </a:pPr>
            <a:r>
              <a:rPr lang="en-GB" sz="600" b="1">
                <a:solidFill>
                  <a:srgbClr val="076D7E"/>
                </a:solidFill>
                <a:latin typeface="+mj-lt"/>
              </a:rPr>
              <a:t>This layout requires two pictures in the background</a:t>
            </a:r>
            <a:endParaRPr lang="en-US" sz="600" b="1">
              <a:solidFill>
                <a:srgbClr val="076D7E"/>
              </a:solidFill>
              <a:latin typeface="+mj-lt"/>
            </a:endParaRPr>
          </a:p>
        </p:txBody>
      </p:sp>
    </p:spTree>
  </p:cSld>
  <p:clrMapOvr>
    <a:masterClrMapping/>
  </p:clrMapOvr>
</p:sldLayout>
</file>

<file path=ppt/slideLayouts/slideLayout122.xml><?xml version="1.0" encoding="utf-8"?>
<p:sldLayout xmlns:a="http://schemas.openxmlformats.org/drawingml/2006/main" xmlns:r="http://schemas.openxmlformats.org/officeDocument/2006/relationships" xmlns:p="http://schemas.openxmlformats.org/presentationml/2006/main" preserve="1" userDrawn="1">
  <p:cSld name="Only title">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p:txBody>
          <a:bodyPr/>
          <a:lstStyle>
            <a:lvl1pPr>
              <a:defRPr/>
            </a:lvl1pPr>
          </a:lstStyle>
          <a:p>
            <a:r>
              <a:rPr lang="en-US" err="1"/>
              <a:t>Folientitel</a:t>
            </a:r>
            <a:endParaRPr lang="en-US"/>
          </a:p>
        </p:txBody>
      </p:sp>
      <p:sp>
        <p:nvSpPr>
          <p:cNvPr id="11" name="Textplatzhalter 7"/>
          <p:cNvSpPr>
            <a:spLocks noGrp="1"/>
          </p:cNvSpPr>
          <p:nvPr>
            <p:ph type="body" sz="quarter" idx="13" hasCustomPrompt="1"/>
          </p:nvPr>
        </p:nvSpPr>
        <p:spPr bwMode="gray">
          <a:xfrm>
            <a:off x="359999" y="4353960"/>
            <a:ext cx="8424000" cy="108000"/>
          </a:xfrm>
        </p:spPr>
        <p:txBody>
          <a:bodyPr anchor="b"/>
          <a:lstStyle>
            <a:lvl1pPr marL="0" indent="0">
              <a:lnSpc>
                <a:spcPct val="100000"/>
              </a:lnSpc>
              <a:spcBef>
                <a:spcPts val="0"/>
              </a:spcBef>
              <a:spcAft>
                <a:spcPts val="0"/>
              </a:spcAft>
              <a:buFont typeface="Arial" panose="020B0604020202020204" pitchFamily="34" charset="0"/>
              <a:buNone/>
              <a:defRPr sz="600" b="0"/>
            </a:lvl1pPr>
            <a:lvl2pPr marL="0" indent="0">
              <a:lnSpc>
                <a:spcPct val="100000"/>
              </a:lnSpc>
              <a:spcBef>
                <a:spcPts val="0"/>
              </a:spcBef>
              <a:spcAft>
                <a:spcPts val="0"/>
              </a:spcAft>
              <a:buFont typeface="Arial" panose="020B0604020202020204" pitchFamily="34" charset="0"/>
              <a:buNone/>
              <a:defRPr sz="600" b="0"/>
            </a:lvl2pPr>
            <a:lvl3pPr marL="0" indent="0">
              <a:lnSpc>
                <a:spcPct val="100000"/>
              </a:lnSpc>
              <a:spcBef>
                <a:spcPts val="0"/>
              </a:spcBef>
              <a:spcAft>
                <a:spcPts val="0"/>
              </a:spcAft>
              <a:buNone/>
              <a:defRPr sz="600" b="0"/>
            </a:lvl3pPr>
            <a:lvl4pPr marL="0" indent="0">
              <a:lnSpc>
                <a:spcPct val="100000"/>
              </a:lnSpc>
              <a:spcBef>
                <a:spcPts val="0"/>
              </a:spcBef>
              <a:spcAft>
                <a:spcPts val="0"/>
              </a:spcAft>
              <a:buNone/>
              <a:defRPr sz="600" b="0"/>
            </a:lvl4pPr>
            <a:lvl5pPr marL="0" indent="0">
              <a:lnSpc>
                <a:spcPct val="100000"/>
              </a:lnSpc>
              <a:spcBef>
                <a:spcPts val="0"/>
              </a:spcBef>
              <a:spcAft>
                <a:spcPts val="0"/>
              </a:spcAft>
              <a:buNone/>
              <a:defRPr sz="600" b="0"/>
            </a:lvl5pPr>
            <a:lvl6pPr marL="0" indent="0">
              <a:lnSpc>
                <a:spcPct val="100000"/>
              </a:lnSpc>
              <a:spcBef>
                <a:spcPts val="0"/>
              </a:spcBef>
              <a:spcAft>
                <a:spcPts val="0"/>
              </a:spcAft>
              <a:buNone/>
              <a:defRPr sz="600" b="0"/>
            </a:lvl6pPr>
            <a:lvl7pPr marL="0" indent="0">
              <a:lnSpc>
                <a:spcPct val="100000"/>
              </a:lnSpc>
              <a:spcBef>
                <a:spcPts val="0"/>
              </a:spcBef>
              <a:spcAft>
                <a:spcPts val="0"/>
              </a:spcAft>
              <a:buNone/>
              <a:defRPr sz="600" b="0"/>
            </a:lvl7pPr>
            <a:lvl8pPr marL="0" indent="0">
              <a:lnSpc>
                <a:spcPct val="100000"/>
              </a:lnSpc>
              <a:spcBef>
                <a:spcPts val="0"/>
              </a:spcBef>
              <a:spcAft>
                <a:spcPts val="0"/>
              </a:spcAft>
              <a:buNone/>
              <a:defRPr sz="600" b="0"/>
            </a:lvl8pPr>
            <a:lvl9pPr marL="0" indent="0">
              <a:lnSpc>
                <a:spcPct val="100000"/>
              </a:lnSpc>
              <a:spcBef>
                <a:spcPts val="0"/>
              </a:spcBef>
              <a:spcAft>
                <a:spcPts val="0"/>
              </a:spcAft>
              <a:buNone/>
              <a:defRPr sz="600" b="0"/>
            </a:lvl9pPr>
          </a:lstStyle>
          <a:p>
            <a:pPr lvl="0"/>
            <a:r>
              <a:rPr lang="en-US"/>
              <a:t>Footnote/Source</a:t>
            </a:r>
          </a:p>
        </p:txBody>
      </p:sp>
      <p:sp>
        <p:nvSpPr>
          <p:cNvPr id="7" name="Fußzeilenplatzhalter 6"/>
          <p:cNvSpPr>
            <a:spLocks noGrp="1"/>
          </p:cNvSpPr>
          <p:nvPr>
            <p:ph type="ftr" sz="quarter" idx="10"/>
          </p:nvPr>
        </p:nvSpPr>
        <p:spPr bwMode="gray"/>
        <p:txBody>
          <a:bodyPr/>
          <a:lstStyle/>
          <a:p>
            <a:r>
              <a:rPr lang="en-US"/>
              <a:t>Presentation title    |    ONLY FOR INTERNAL USE</a:t>
            </a:r>
          </a:p>
        </p:txBody>
      </p:sp>
      <p:sp>
        <p:nvSpPr>
          <p:cNvPr id="10" name="Foliennummernplatzhalter 9"/>
          <p:cNvSpPr>
            <a:spLocks noGrp="1"/>
          </p:cNvSpPr>
          <p:nvPr>
            <p:ph type="sldNum" sz="quarter" idx="11"/>
          </p:nvPr>
        </p:nvSpPr>
        <p:spPr bwMode="gray"/>
        <p:txBody>
          <a:bodyPr/>
          <a:lstStyle/>
          <a:p>
            <a:fld id="{8FF9B0DE-3FEB-4AA0-B465-B80EF7C1333D}" type="slidenum">
              <a:rPr lang="en-US" smtClean="0"/>
              <a:t>‹#›</a:t>
            </a:fld>
            <a:endParaRPr lang="en-US"/>
          </a:p>
        </p:txBody>
      </p:sp>
    </p:spTree>
  </p:cSld>
  <p:clrMapOvr>
    <a:masterClrMapping/>
  </p:clrMapOvr>
</p:sldLayout>
</file>

<file path=ppt/slideLayouts/slideLayout123.xml><?xml version="1.0" encoding="utf-8"?>
<p:sldLayout xmlns:a="http://schemas.openxmlformats.org/drawingml/2006/main" xmlns:r="http://schemas.openxmlformats.org/officeDocument/2006/relationships" xmlns:p="http://schemas.openxmlformats.org/presentationml/2006/main" preserve="1" userDrawn="1">
  <p:cSld name="Empty">
    <p:spTree>
      <p:nvGrpSpPr>
        <p:cNvPr id="1" name=""/>
        <p:cNvGrpSpPr/>
        <p:nvPr/>
      </p:nvGrpSpPr>
      <p:grpSpPr>
        <a:xfrm>
          <a:off x="0" y="0"/>
          <a:ext cx="0" cy="0"/>
          <a:chOff x="0" y="0"/>
          <a:chExt cx="0" cy="0"/>
        </a:xfrm>
      </p:grpSpPr>
      <p:sp>
        <p:nvSpPr>
          <p:cNvPr id="9" name="Textplatzhalter 7"/>
          <p:cNvSpPr>
            <a:spLocks noGrp="1"/>
          </p:cNvSpPr>
          <p:nvPr>
            <p:ph type="body" sz="quarter" idx="13" hasCustomPrompt="1"/>
          </p:nvPr>
        </p:nvSpPr>
        <p:spPr bwMode="gray">
          <a:xfrm>
            <a:off x="359999" y="4353960"/>
            <a:ext cx="8424000" cy="108000"/>
          </a:xfrm>
        </p:spPr>
        <p:txBody>
          <a:bodyPr anchor="b"/>
          <a:lstStyle>
            <a:lvl1pPr marL="0" indent="0">
              <a:lnSpc>
                <a:spcPct val="100000"/>
              </a:lnSpc>
              <a:spcBef>
                <a:spcPts val="0"/>
              </a:spcBef>
              <a:spcAft>
                <a:spcPts val="0"/>
              </a:spcAft>
              <a:buFont typeface="Arial" panose="020B0604020202020204" pitchFamily="34" charset="0"/>
              <a:buNone/>
              <a:defRPr sz="600" b="0"/>
            </a:lvl1pPr>
            <a:lvl2pPr marL="0" indent="0">
              <a:lnSpc>
                <a:spcPct val="100000"/>
              </a:lnSpc>
              <a:spcBef>
                <a:spcPts val="0"/>
              </a:spcBef>
              <a:spcAft>
                <a:spcPts val="0"/>
              </a:spcAft>
              <a:buFont typeface="Arial" panose="020B0604020202020204" pitchFamily="34" charset="0"/>
              <a:buNone/>
              <a:defRPr sz="600" b="0"/>
            </a:lvl2pPr>
            <a:lvl3pPr marL="0" indent="0">
              <a:lnSpc>
                <a:spcPct val="100000"/>
              </a:lnSpc>
              <a:spcBef>
                <a:spcPts val="0"/>
              </a:spcBef>
              <a:spcAft>
                <a:spcPts val="0"/>
              </a:spcAft>
              <a:buNone/>
              <a:defRPr sz="600" b="0"/>
            </a:lvl3pPr>
            <a:lvl4pPr marL="0" indent="0">
              <a:lnSpc>
                <a:spcPct val="100000"/>
              </a:lnSpc>
              <a:spcBef>
                <a:spcPts val="0"/>
              </a:spcBef>
              <a:spcAft>
                <a:spcPts val="0"/>
              </a:spcAft>
              <a:buNone/>
              <a:defRPr sz="600" b="0"/>
            </a:lvl4pPr>
            <a:lvl5pPr marL="0" indent="0">
              <a:lnSpc>
                <a:spcPct val="100000"/>
              </a:lnSpc>
              <a:spcBef>
                <a:spcPts val="0"/>
              </a:spcBef>
              <a:spcAft>
                <a:spcPts val="0"/>
              </a:spcAft>
              <a:buNone/>
              <a:defRPr sz="600" b="0"/>
            </a:lvl5pPr>
            <a:lvl6pPr marL="0" indent="0">
              <a:lnSpc>
                <a:spcPct val="100000"/>
              </a:lnSpc>
              <a:spcBef>
                <a:spcPts val="0"/>
              </a:spcBef>
              <a:spcAft>
                <a:spcPts val="0"/>
              </a:spcAft>
              <a:buNone/>
              <a:defRPr sz="600" b="0"/>
            </a:lvl6pPr>
            <a:lvl7pPr marL="0" indent="0">
              <a:lnSpc>
                <a:spcPct val="100000"/>
              </a:lnSpc>
              <a:spcBef>
                <a:spcPts val="0"/>
              </a:spcBef>
              <a:spcAft>
                <a:spcPts val="0"/>
              </a:spcAft>
              <a:buNone/>
              <a:defRPr sz="600" b="0"/>
            </a:lvl7pPr>
            <a:lvl8pPr marL="0" indent="0">
              <a:lnSpc>
                <a:spcPct val="100000"/>
              </a:lnSpc>
              <a:spcBef>
                <a:spcPts val="0"/>
              </a:spcBef>
              <a:spcAft>
                <a:spcPts val="0"/>
              </a:spcAft>
              <a:buNone/>
              <a:defRPr sz="600" b="0"/>
            </a:lvl8pPr>
            <a:lvl9pPr marL="0" indent="0">
              <a:lnSpc>
                <a:spcPct val="100000"/>
              </a:lnSpc>
              <a:spcBef>
                <a:spcPts val="0"/>
              </a:spcBef>
              <a:spcAft>
                <a:spcPts val="0"/>
              </a:spcAft>
              <a:buNone/>
              <a:defRPr sz="600" b="0"/>
            </a:lvl9pPr>
          </a:lstStyle>
          <a:p>
            <a:pPr lvl="0"/>
            <a:r>
              <a:rPr lang="en-US"/>
              <a:t>Footnote/Source</a:t>
            </a:r>
          </a:p>
        </p:txBody>
      </p:sp>
      <p:sp>
        <p:nvSpPr>
          <p:cNvPr id="7" name="Fußzeilenplatzhalter 6"/>
          <p:cNvSpPr>
            <a:spLocks noGrp="1"/>
          </p:cNvSpPr>
          <p:nvPr>
            <p:ph type="ftr" sz="quarter" idx="10"/>
          </p:nvPr>
        </p:nvSpPr>
        <p:spPr bwMode="gray"/>
        <p:txBody>
          <a:bodyPr/>
          <a:lstStyle/>
          <a:p>
            <a:r>
              <a:rPr lang="en-US"/>
              <a:t>Presentation title    |    ONLY FOR INTERNAL USE</a:t>
            </a:r>
          </a:p>
        </p:txBody>
      </p:sp>
      <p:sp>
        <p:nvSpPr>
          <p:cNvPr id="8" name="Foliennummernplatzhalter 7"/>
          <p:cNvSpPr>
            <a:spLocks noGrp="1"/>
          </p:cNvSpPr>
          <p:nvPr>
            <p:ph type="sldNum" sz="quarter" idx="11"/>
          </p:nvPr>
        </p:nvSpPr>
        <p:spPr bwMode="gray"/>
        <p:txBody>
          <a:bodyPr/>
          <a:lstStyle/>
          <a:p>
            <a:fld id="{8FF9B0DE-3FEB-4AA0-B465-B80EF7C1333D}" type="slidenum">
              <a:rPr lang="en-US" smtClean="0"/>
              <a:t>‹#›</a:t>
            </a:fld>
            <a:endParaRPr lang="en-US"/>
          </a:p>
        </p:txBody>
      </p:sp>
    </p:spTree>
  </p:cSld>
  <p:clrMapOvr>
    <a:masterClrMapping/>
  </p:clrMapOvr>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userDrawn="1">
  <p:cSld name="Contact">
    <p:bg>
      <p:bgPr>
        <a:solidFill>
          <a:schemeClr val="bg2"/>
        </a:solidFill>
        <a:effectLst/>
      </p:bgPr>
    </p:bg>
    <p:spTree>
      <p:nvGrpSpPr>
        <p:cNvPr id="1" name=""/>
        <p:cNvGrpSpPr/>
        <p:nvPr/>
      </p:nvGrpSpPr>
      <p:grpSpPr>
        <a:xfrm>
          <a:off x="0" y="0"/>
          <a:ext cx="0" cy="0"/>
          <a:chOff x="0" y="0"/>
          <a:chExt cx="0" cy="0"/>
        </a:xfrm>
      </p:grpSpPr>
      <p:sp>
        <p:nvSpPr>
          <p:cNvPr id="13" name="Titel 12"/>
          <p:cNvSpPr>
            <a:spLocks noGrp="1"/>
          </p:cNvSpPr>
          <p:nvPr>
            <p:ph type="title" hasCustomPrompt="1"/>
          </p:nvPr>
        </p:nvSpPr>
        <p:spPr bwMode="gray"/>
        <p:txBody>
          <a:bodyPr/>
          <a:lstStyle>
            <a:lvl1pPr>
              <a:defRPr>
                <a:solidFill>
                  <a:schemeClr val="bg1"/>
                </a:solidFill>
              </a:defRPr>
            </a:lvl1pPr>
          </a:lstStyle>
          <a:p>
            <a:r>
              <a:rPr lang="en-US"/>
              <a:t>Add End Message</a:t>
            </a:r>
          </a:p>
        </p:txBody>
      </p:sp>
      <p:sp>
        <p:nvSpPr>
          <p:cNvPr id="5" name="Bildplatzhalter 10"/>
          <p:cNvSpPr>
            <a:spLocks noGrp="1"/>
          </p:cNvSpPr>
          <p:nvPr>
            <p:ph type="pic" sz="quarter" idx="19" hasCustomPrompt="1"/>
          </p:nvPr>
        </p:nvSpPr>
        <p:spPr bwMode="ltGray">
          <a:xfrm>
            <a:off x="2" y="0"/>
            <a:ext cx="9143999" cy="2544366"/>
          </a:xfrm>
          <a:solidFill>
            <a:schemeClr val="bg2"/>
          </a:solidFill>
        </p:spPr>
        <p:txBody>
          <a:bodyPr tIns="720000" anchor="ctr" anchorCtr="0"/>
          <a:lstStyle>
            <a:lvl1pPr marL="0" indent="0" algn="ctr">
              <a:spcBef>
                <a:spcPts val="0"/>
              </a:spcBef>
              <a:spcAft>
                <a:spcPts val="0"/>
              </a:spcAft>
              <a:buFontTx/>
              <a:buNone/>
              <a:defRPr sz="900" b="0">
                <a:solidFill>
                  <a:schemeClr val="bg1"/>
                </a:solidFill>
              </a:defRPr>
            </a:lvl1pPr>
            <a:lvl2pPr marL="0" indent="0" algn="ctr">
              <a:spcBef>
                <a:spcPts val="0"/>
              </a:spcBef>
              <a:spcAft>
                <a:spcPts val="0"/>
              </a:spcAft>
              <a:buFontTx/>
              <a:buNone/>
              <a:defRPr sz="900" b="0">
                <a:solidFill>
                  <a:schemeClr val="bg1"/>
                </a:solidFill>
              </a:defRPr>
            </a:lvl2pPr>
            <a:lvl3pPr marL="0" indent="0" algn="ctr">
              <a:spcBef>
                <a:spcPts val="0"/>
              </a:spcBef>
              <a:spcAft>
                <a:spcPts val="0"/>
              </a:spcAft>
              <a:buFontTx/>
              <a:buNone/>
              <a:defRPr sz="900" b="0"/>
            </a:lvl3pPr>
            <a:lvl4pPr marL="0" indent="0" algn="ctr">
              <a:spcBef>
                <a:spcPts val="0"/>
              </a:spcBef>
              <a:spcAft>
                <a:spcPts val="0"/>
              </a:spcAft>
              <a:buFontTx/>
              <a:buNone/>
              <a:defRPr sz="900" b="0"/>
            </a:lvl4pPr>
            <a:lvl5pPr marL="0" indent="0" algn="ctr">
              <a:spcBef>
                <a:spcPts val="0"/>
              </a:spcBef>
              <a:spcAft>
                <a:spcPts val="0"/>
              </a:spcAft>
              <a:buFontTx/>
              <a:buNone/>
              <a:defRPr sz="900" b="0">
                <a:solidFill>
                  <a:schemeClr val="bg1"/>
                </a:solidFill>
              </a:defRPr>
            </a:lvl5pPr>
            <a:lvl6pPr marL="0" indent="0" algn="ctr">
              <a:spcBef>
                <a:spcPts val="0"/>
              </a:spcBef>
              <a:spcAft>
                <a:spcPts val="0"/>
              </a:spcAft>
              <a:buFontTx/>
              <a:buNone/>
              <a:defRPr sz="900" b="0">
                <a:solidFill>
                  <a:schemeClr val="bg1"/>
                </a:solidFill>
              </a:defRPr>
            </a:lvl6pPr>
            <a:lvl7pPr marL="0" indent="0" algn="ctr">
              <a:spcBef>
                <a:spcPts val="0"/>
              </a:spcBef>
              <a:spcAft>
                <a:spcPts val="0"/>
              </a:spcAft>
              <a:buFontTx/>
              <a:buNone/>
              <a:defRPr sz="900" b="0"/>
            </a:lvl7pPr>
            <a:lvl8pPr marL="0" indent="0" algn="ctr">
              <a:spcBef>
                <a:spcPts val="0"/>
              </a:spcBef>
              <a:spcAft>
                <a:spcPts val="0"/>
              </a:spcAft>
              <a:buFontTx/>
              <a:buNone/>
              <a:defRPr sz="900" b="0"/>
            </a:lvl8pPr>
            <a:lvl9pPr marL="0" indent="0" algn="ctr">
              <a:spcBef>
                <a:spcPts val="0"/>
              </a:spcBef>
              <a:spcAft>
                <a:spcPts val="0"/>
              </a:spcAft>
              <a:buFontTx/>
              <a:buNone/>
              <a:defRPr sz="900" b="0"/>
            </a:lvl9pPr>
          </a:lstStyle>
          <a:p>
            <a:pPr lvl="0"/>
            <a:r>
              <a:rPr lang="en-US"/>
              <a:t>Add picture</a:t>
            </a:r>
          </a:p>
        </p:txBody>
      </p:sp>
      <p:sp>
        <p:nvSpPr>
          <p:cNvPr id="8" name="Textplatzhalter 7"/>
          <p:cNvSpPr>
            <a:spLocks noGrp="1"/>
          </p:cNvSpPr>
          <p:nvPr>
            <p:ph type="body" sz="quarter" idx="10" hasCustomPrompt="1"/>
          </p:nvPr>
        </p:nvSpPr>
        <p:spPr bwMode="gray">
          <a:xfrm>
            <a:off x="359569" y="2679762"/>
            <a:ext cx="4104085" cy="1782000"/>
          </a:xfrm>
        </p:spPr>
        <p:txBody>
          <a:bodyPr anchor="t" anchorCtr="0"/>
          <a:lstStyle>
            <a:lvl1pPr marL="0" indent="0" algn="l">
              <a:spcBef>
                <a:spcPts val="0"/>
              </a:spcBef>
              <a:spcAft>
                <a:spcPts val="450"/>
              </a:spcAft>
              <a:buNone/>
              <a:defRPr sz="1500">
                <a:solidFill>
                  <a:schemeClr val="tx2"/>
                </a:solidFill>
              </a:defRPr>
            </a:lvl1pPr>
            <a:lvl2pPr marL="0" indent="0" algn="l">
              <a:spcBef>
                <a:spcPts val="0"/>
              </a:spcBef>
              <a:spcAft>
                <a:spcPts val="0"/>
              </a:spcAft>
              <a:buFont typeface="Arial" panose="020B0604020202020204" pitchFamily="34" charset="0"/>
              <a:buNone/>
              <a:tabLst>
                <a:tab pos="542290" algn="l"/>
              </a:tabLst>
              <a:defRPr b="1">
                <a:solidFill>
                  <a:schemeClr val="bg1"/>
                </a:solidFill>
              </a:defRPr>
            </a:lvl2pPr>
            <a:lvl3pPr marL="0" indent="0" algn="l">
              <a:spcBef>
                <a:spcPts val="0"/>
              </a:spcBef>
              <a:spcAft>
                <a:spcPts val="900"/>
              </a:spcAft>
              <a:buNone/>
              <a:tabLst>
                <a:tab pos="199390" algn="l"/>
              </a:tabLst>
              <a:defRPr sz="1050">
                <a:solidFill>
                  <a:schemeClr val="bg1"/>
                </a:solidFill>
              </a:defRPr>
            </a:lvl3pPr>
            <a:lvl4pPr marL="0" indent="0" algn="l">
              <a:spcBef>
                <a:spcPts val="0"/>
              </a:spcBef>
              <a:spcAft>
                <a:spcPts val="900"/>
              </a:spcAft>
              <a:buNone/>
              <a:tabLst>
                <a:tab pos="542290" algn="l"/>
              </a:tabLst>
              <a:defRPr sz="1050">
                <a:solidFill>
                  <a:schemeClr val="bg1"/>
                </a:solidFill>
              </a:defRPr>
            </a:lvl4pPr>
            <a:lvl5pPr marL="0" indent="0" algn="l">
              <a:spcBef>
                <a:spcPts val="0"/>
              </a:spcBef>
              <a:spcAft>
                <a:spcPts val="900"/>
              </a:spcAft>
              <a:buNone/>
              <a:tabLst>
                <a:tab pos="542290" algn="l"/>
              </a:tabLst>
              <a:defRPr sz="1050">
                <a:solidFill>
                  <a:schemeClr val="bg1"/>
                </a:solidFill>
              </a:defRPr>
            </a:lvl5pPr>
            <a:lvl6pPr marL="0" indent="0">
              <a:spcBef>
                <a:spcPts val="0"/>
              </a:spcBef>
              <a:spcAft>
                <a:spcPts val="900"/>
              </a:spcAft>
              <a:buNone/>
              <a:tabLst>
                <a:tab pos="542290" algn="l"/>
              </a:tabLst>
              <a:defRPr sz="1050">
                <a:solidFill>
                  <a:schemeClr val="bg1"/>
                </a:solidFill>
              </a:defRPr>
            </a:lvl6pPr>
            <a:lvl7pPr marL="0" indent="0">
              <a:spcBef>
                <a:spcPts val="0"/>
              </a:spcBef>
              <a:spcAft>
                <a:spcPts val="900"/>
              </a:spcAft>
              <a:buNone/>
              <a:tabLst>
                <a:tab pos="542290" algn="l"/>
              </a:tabLst>
              <a:defRPr sz="1050">
                <a:solidFill>
                  <a:schemeClr val="bg1"/>
                </a:solidFill>
              </a:defRPr>
            </a:lvl7pPr>
            <a:lvl8pPr marL="0" indent="0">
              <a:spcBef>
                <a:spcPts val="0"/>
              </a:spcBef>
              <a:spcAft>
                <a:spcPts val="900"/>
              </a:spcAft>
              <a:buNone/>
              <a:tabLst>
                <a:tab pos="542290" algn="l"/>
              </a:tabLst>
              <a:defRPr sz="1050">
                <a:solidFill>
                  <a:schemeClr val="bg1"/>
                </a:solidFill>
              </a:defRPr>
            </a:lvl8pPr>
            <a:lvl9pPr marL="0" indent="0">
              <a:spcBef>
                <a:spcPts val="0"/>
              </a:spcBef>
              <a:spcAft>
                <a:spcPts val="900"/>
              </a:spcAft>
              <a:buNone/>
              <a:tabLst>
                <a:tab pos="542290" algn="l"/>
              </a:tabLst>
              <a:defRPr sz="1050">
                <a:solidFill>
                  <a:schemeClr val="bg1"/>
                </a:solidFill>
              </a:defRPr>
            </a:lvl9pPr>
          </a:lstStyle>
          <a:p>
            <a:pPr lvl="0"/>
            <a:r>
              <a:rPr lang="en-US"/>
              <a:t>Add Name in the first text level, in the second text level function and in the third address. Use the "Increase/ decrease list level" buttons to switch between the set up text levels</a:t>
            </a:r>
          </a:p>
          <a:p>
            <a:pPr lvl="1"/>
            <a:r>
              <a:rPr lang="en-US"/>
              <a:t>Second level</a:t>
            </a:r>
          </a:p>
          <a:p>
            <a:pPr lvl="2"/>
            <a:r>
              <a:rPr lang="en-US"/>
              <a:t>Third level</a:t>
            </a:r>
          </a:p>
        </p:txBody>
      </p:sp>
      <p:sp>
        <p:nvSpPr>
          <p:cNvPr id="11" name="Textplatzhalter 7"/>
          <p:cNvSpPr>
            <a:spLocks noGrp="1"/>
          </p:cNvSpPr>
          <p:nvPr>
            <p:ph type="body" sz="quarter" idx="15" hasCustomPrompt="1"/>
          </p:nvPr>
        </p:nvSpPr>
        <p:spPr bwMode="gray">
          <a:xfrm>
            <a:off x="4676646" y="2679762"/>
            <a:ext cx="4104085" cy="1782000"/>
          </a:xfrm>
        </p:spPr>
        <p:txBody>
          <a:bodyPr anchor="t" anchorCtr="0"/>
          <a:lstStyle>
            <a:lvl1pPr marL="0" indent="0" algn="l">
              <a:spcBef>
                <a:spcPts val="0"/>
              </a:spcBef>
              <a:spcAft>
                <a:spcPts val="450"/>
              </a:spcAft>
              <a:buNone/>
              <a:defRPr sz="1500">
                <a:solidFill>
                  <a:schemeClr val="tx2"/>
                </a:solidFill>
              </a:defRPr>
            </a:lvl1pPr>
            <a:lvl2pPr marL="0" indent="0" algn="l">
              <a:spcBef>
                <a:spcPts val="0"/>
              </a:spcBef>
              <a:spcAft>
                <a:spcPts val="0"/>
              </a:spcAft>
              <a:buFont typeface="Arial" panose="020B0604020202020204" pitchFamily="34" charset="0"/>
              <a:buNone/>
              <a:tabLst>
                <a:tab pos="542290" algn="l"/>
              </a:tabLst>
              <a:defRPr b="1">
                <a:solidFill>
                  <a:schemeClr val="bg1"/>
                </a:solidFill>
              </a:defRPr>
            </a:lvl2pPr>
            <a:lvl3pPr marL="0" indent="0" algn="l">
              <a:spcBef>
                <a:spcPts val="0"/>
              </a:spcBef>
              <a:spcAft>
                <a:spcPts val="900"/>
              </a:spcAft>
              <a:buNone/>
              <a:tabLst>
                <a:tab pos="199390" algn="l"/>
              </a:tabLst>
              <a:defRPr sz="1050">
                <a:solidFill>
                  <a:schemeClr val="bg1"/>
                </a:solidFill>
              </a:defRPr>
            </a:lvl3pPr>
            <a:lvl4pPr marL="0" indent="0" algn="l">
              <a:spcBef>
                <a:spcPts val="0"/>
              </a:spcBef>
              <a:spcAft>
                <a:spcPts val="900"/>
              </a:spcAft>
              <a:buNone/>
              <a:tabLst>
                <a:tab pos="542290" algn="l"/>
              </a:tabLst>
              <a:defRPr sz="1050">
                <a:solidFill>
                  <a:schemeClr val="bg1"/>
                </a:solidFill>
              </a:defRPr>
            </a:lvl4pPr>
            <a:lvl5pPr marL="0" indent="0" algn="l">
              <a:spcBef>
                <a:spcPts val="0"/>
              </a:spcBef>
              <a:spcAft>
                <a:spcPts val="900"/>
              </a:spcAft>
              <a:buNone/>
              <a:tabLst>
                <a:tab pos="542290" algn="l"/>
              </a:tabLst>
              <a:defRPr sz="1050">
                <a:solidFill>
                  <a:schemeClr val="bg1"/>
                </a:solidFill>
              </a:defRPr>
            </a:lvl5pPr>
            <a:lvl6pPr marL="0" indent="0">
              <a:spcBef>
                <a:spcPts val="0"/>
              </a:spcBef>
              <a:spcAft>
                <a:spcPts val="900"/>
              </a:spcAft>
              <a:buNone/>
              <a:tabLst>
                <a:tab pos="542290" algn="l"/>
              </a:tabLst>
              <a:defRPr sz="1050">
                <a:solidFill>
                  <a:schemeClr val="bg1"/>
                </a:solidFill>
              </a:defRPr>
            </a:lvl6pPr>
            <a:lvl7pPr marL="0" indent="0">
              <a:spcBef>
                <a:spcPts val="0"/>
              </a:spcBef>
              <a:spcAft>
                <a:spcPts val="900"/>
              </a:spcAft>
              <a:buNone/>
              <a:tabLst>
                <a:tab pos="542290" algn="l"/>
              </a:tabLst>
              <a:defRPr sz="1050">
                <a:solidFill>
                  <a:schemeClr val="bg1"/>
                </a:solidFill>
              </a:defRPr>
            </a:lvl7pPr>
            <a:lvl8pPr marL="0" indent="0">
              <a:spcBef>
                <a:spcPts val="0"/>
              </a:spcBef>
              <a:spcAft>
                <a:spcPts val="900"/>
              </a:spcAft>
              <a:buNone/>
              <a:tabLst>
                <a:tab pos="542290" algn="l"/>
              </a:tabLst>
              <a:defRPr sz="1050">
                <a:solidFill>
                  <a:schemeClr val="bg1"/>
                </a:solidFill>
              </a:defRPr>
            </a:lvl8pPr>
            <a:lvl9pPr marL="0" indent="0">
              <a:spcBef>
                <a:spcPts val="0"/>
              </a:spcBef>
              <a:spcAft>
                <a:spcPts val="900"/>
              </a:spcAft>
              <a:buNone/>
              <a:tabLst>
                <a:tab pos="542290" algn="l"/>
              </a:tabLst>
              <a:defRPr sz="1050">
                <a:solidFill>
                  <a:schemeClr val="bg1"/>
                </a:solidFill>
              </a:defRPr>
            </a:lvl9pPr>
          </a:lstStyle>
          <a:p>
            <a:pPr lvl="0"/>
            <a:r>
              <a:rPr lang="en-US"/>
              <a:t>Add Name in the first text level, in the second text level function and in the third address. Use the "Increase/ decrease list level" buttons to switch between the set up text levels</a:t>
            </a:r>
          </a:p>
          <a:p>
            <a:pPr lvl="1"/>
            <a:r>
              <a:rPr lang="en-US"/>
              <a:t>Second level</a:t>
            </a:r>
          </a:p>
          <a:p>
            <a:pPr lvl="2"/>
            <a:r>
              <a:rPr lang="en-US"/>
              <a:t>Third level</a:t>
            </a:r>
          </a:p>
        </p:txBody>
      </p:sp>
      <p:sp>
        <p:nvSpPr>
          <p:cNvPr id="7" name="Fußzeilenplatzhalter 6"/>
          <p:cNvSpPr>
            <a:spLocks noGrp="1"/>
          </p:cNvSpPr>
          <p:nvPr>
            <p:ph type="ftr" sz="quarter" idx="21"/>
          </p:nvPr>
        </p:nvSpPr>
        <p:spPr bwMode="gray"/>
        <p:txBody>
          <a:bodyPr/>
          <a:lstStyle>
            <a:lvl1pPr>
              <a:defRPr>
                <a:solidFill>
                  <a:schemeClr val="bg1"/>
                </a:solidFill>
              </a:defRPr>
            </a:lvl1pPr>
          </a:lstStyle>
          <a:p>
            <a:r>
              <a:rPr lang="en-US"/>
              <a:t>Presentation title    |    ONLY FOR INTERNAL USE</a:t>
            </a:r>
          </a:p>
        </p:txBody>
      </p:sp>
      <p:sp>
        <p:nvSpPr>
          <p:cNvPr id="9" name="Foliennummernplatzhalter 8"/>
          <p:cNvSpPr>
            <a:spLocks noGrp="1"/>
          </p:cNvSpPr>
          <p:nvPr>
            <p:ph type="sldNum" sz="quarter" idx="22"/>
          </p:nvPr>
        </p:nvSpPr>
        <p:spPr bwMode="gray"/>
        <p:txBody>
          <a:bodyPr/>
          <a:lstStyle>
            <a:lvl1pPr>
              <a:defRPr>
                <a:solidFill>
                  <a:schemeClr val="bg1"/>
                </a:solidFill>
              </a:defRPr>
            </a:lvl1pPr>
          </a:lstStyle>
          <a:p>
            <a:fld id="{DF4E8F9F-5B1F-4F5B-BE49-3245D8C18D9F}" type="slidenum">
              <a:rPr lang="en-US" smtClean="0"/>
              <a:t>‹#›</a:t>
            </a:fld>
            <a:endParaRPr lang="en-US"/>
          </a:p>
        </p:txBody>
      </p:sp>
      <p:pic>
        <p:nvPicPr>
          <p:cNvPr id="12" name="Grafik 11"/>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359568" y="4623752"/>
            <a:ext cx="926100" cy="279545"/>
          </a:xfrm>
          <a:prstGeom prst="rect">
            <a:avLst/>
          </a:prstGeom>
        </p:spPr>
      </p:pic>
      <p:grpSp>
        <p:nvGrpSpPr>
          <p:cNvPr id="10" name="Group 9"/>
          <p:cNvGrpSpPr/>
          <p:nvPr userDrawn="1"/>
        </p:nvGrpSpPr>
        <p:grpSpPr bwMode="gray">
          <a:xfrm>
            <a:off x="-1422666" y="0"/>
            <a:ext cx="1286309" cy="2808312"/>
            <a:chOff x="-1824880" y="2708920"/>
            <a:chExt cx="1715078" cy="3744416"/>
          </a:xfrm>
        </p:grpSpPr>
        <p:sp>
          <p:nvSpPr>
            <p:cNvPr id="14" name="TextBox 13"/>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450"/>
                </a:spcAft>
              </a:pPr>
              <a:r>
                <a:rPr lang="en-US" sz="825" b="1">
                  <a:solidFill>
                    <a:schemeClr val="tx1"/>
                  </a:solidFill>
                  <a:effectLst/>
                  <a:latin typeface="+mj-lt"/>
                </a:rPr>
                <a:t>To insert a picture:</a:t>
              </a:r>
            </a:p>
            <a:p>
              <a:pPr marL="107950" indent="-107950">
                <a:lnSpc>
                  <a:spcPct val="120000"/>
                </a:lnSpc>
                <a:spcAft>
                  <a:spcPts val="450"/>
                </a:spcAft>
                <a:buFont typeface="+mj-lt"/>
                <a:buAutoNum type="arabicPeriod"/>
              </a:pPr>
              <a:r>
                <a:rPr lang="en-US" sz="675">
                  <a:solidFill>
                    <a:schemeClr val="tx1"/>
                  </a:solidFill>
                  <a:effectLst/>
                  <a:latin typeface="+mn-lt"/>
                </a:rPr>
                <a:t>Click on the placeholder for pictures</a:t>
              </a:r>
            </a:p>
            <a:p>
              <a:pPr marL="107950" indent="-107950">
                <a:lnSpc>
                  <a:spcPct val="120000"/>
                </a:lnSpc>
                <a:spcAft>
                  <a:spcPts val="450"/>
                </a:spcAft>
                <a:buFont typeface="+mj-lt"/>
                <a:buAutoNum type="arabicPeriod"/>
              </a:pPr>
              <a:r>
                <a:rPr lang="en-US" sz="675">
                  <a:solidFill>
                    <a:schemeClr val="tx1"/>
                  </a:solidFill>
                  <a:effectLst/>
                  <a:latin typeface="+mn-lt"/>
                </a:rPr>
                <a:t>Open the menu “Insert”</a:t>
              </a:r>
            </a:p>
            <a:p>
              <a:pPr marL="107950" indent="-107950">
                <a:lnSpc>
                  <a:spcPct val="120000"/>
                </a:lnSpc>
                <a:spcAft>
                  <a:spcPts val="450"/>
                </a:spcAft>
                <a:buFont typeface="+mj-lt"/>
                <a:buAutoNum type="arabicPeriod"/>
              </a:pPr>
              <a:r>
                <a:rPr lang="en-US" sz="675">
                  <a:solidFill>
                    <a:schemeClr val="tx1"/>
                  </a:solidFill>
                  <a:effectLst/>
                  <a:latin typeface="+mn-lt"/>
                </a:rPr>
                <a:t>Choose “Pictures” and then the corresponding source where the image is located</a:t>
              </a:r>
              <a:endParaRPr lang="en-US" sz="675">
                <a:solidFill>
                  <a:schemeClr val="tx1"/>
                </a:solidFill>
                <a:latin typeface="+mn-lt"/>
              </a:endParaRPr>
            </a:p>
          </p:txBody>
        </p:sp>
        <p:pic>
          <p:nvPicPr>
            <p:cNvPr id="15" name="Picture 14"/>
            <p:cNvPicPr>
              <a:picLocks noChangeAspect="1"/>
            </p:cNvPicPr>
            <p:nvPr userDrawn="1"/>
          </p:nvPicPr>
          <p:blipFill rotWithShape="1">
            <a:blip r:embed="rId4"/>
            <a:srcRect l="8843" r="2395" b="2546"/>
            <a:stretch>
              <a:fillRect/>
            </a:stretch>
          </p:blipFill>
          <p:spPr bwMode="gray">
            <a:xfrm>
              <a:off x="-1589806" y="4475212"/>
              <a:ext cx="745332" cy="1122804"/>
            </a:xfrm>
            <a:prstGeom prst="roundRect">
              <a:avLst>
                <a:gd name="adj" fmla="val 3514"/>
              </a:avLst>
            </a:prstGeom>
          </p:spPr>
        </p:pic>
        <p:sp>
          <p:nvSpPr>
            <p:cNvPr id="16" name="TextBox 15"/>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07950" indent="-107950">
                <a:spcAft>
                  <a:spcPts val="450"/>
                </a:spcAft>
                <a:buFont typeface="+mj-lt"/>
                <a:buAutoNum type="arabicPeriod" startAt="4"/>
              </a:pPr>
              <a:r>
                <a:rPr lang="en-US" sz="675">
                  <a:solidFill>
                    <a:schemeClr val="tx1"/>
                  </a:solidFill>
                  <a:effectLst/>
                  <a:latin typeface="+mn-lt"/>
                </a:rPr>
                <a:t>Now the image has </a:t>
              </a:r>
              <a:br>
                <a:rPr lang="en-US" sz="675">
                  <a:solidFill>
                    <a:schemeClr val="tx1"/>
                  </a:solidFill>
                  <a:effectLst/>
                  <a:latin typeface="+mn-lt"/>
                </a:rPr>
              </a:br>
              <a:r>
                <a:rPr lang="en-US" sz="675">
                  <a:solidFill>
                    <a:schemeClr val="tx1"/>
                  </a:solidFill>
                  <a:effectLst/>
                  <a:latin typeface="+mn-lt"/>
                </a:rPr>
                <a:t>been loaded into the </a:t>
              </a:r>
              <a:br>
                <a:rPr lang="en-US" sz="675">
                  <a:solidFill>
                    <a:schemeClr val="tx1"/>
                  </a:solidFill>
                  <a:effectLst/>
                  <a:latin typeface="+mn-lt"/>
                </a:rPr>
              </a:br>
              <a:r>
                <a:rPr lang="en-US" sz="675">
                  <a:solidFill>
                    <a:schemeClr val="tx1"/>
                  </a:solidFill>
                  <a:effectLst/>
                  <a:latin typeface="+mn-lt"/>
                </a:rPr>
                <a:t>placeholder.</a:t>
              </a:r>
              <a:endParaRPr lang="en-US" sz="675">
                <a:solidFill>
                  <a:schemeClr val="tx1"/>
                </a:solidFill>
                <a:latin typeface="+mn-lt"/>
              </a:endParaRPr>
            </a:p>
          </p:txBody>
        </p:sp>
      </p:grpSp>
    </p:spTree>
  </p:cSld>
  <p:clrMapOvr>
    <a:masterClrMapping/>
  </p:clrMapOvr>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userDrawn="1">
  <p:cSld name="Disclaimer">
    <p:spTree>
      <p:nvGrpSpPr>
        <p:cNvPr id="1" name=""/>
        <p:cNvGrpSpPr/>
        <p:nvPr/>
      </p:nvGrpSpPr>
      <p:grpSpPr>
        <a:xfrm>
          <a:off x="0" y="0"/>
          <a:ext cx="0" cy="0"/>
          <a:chOff x="0" y="0"/>
          <a:chExt cx="0" cy="0"/>
        </a:xfrm>
      </p:grpSpPr>
      <p:sp>
        <p:nvSpPr>
          <p:cNvPr id="7" name="Fußzeilenplatzhalter 6"/>
          <p:cNvSpPr>
            <a:spLocks noGrp="1"/>
          </p:cNvSpPr>
          <p:nvPr>
            <p:ph type="ftr" sz="quarter" idx="10"/>
          </p:nvPr>
        </p:nvSpPr>
        <p:spPr bwMode="gray"/>
        <p:txBody>
          <a:bodyPr/>
          <a:lstStyle/>
          <a:p>
            <a:r>
              <a:rPr lang="en-US"/>
              <a:t>Presentation title    |    ONLY FOR INTERNAL USE</a:t>
            </a:r>
          </a:p>
        </p:txBody>
      </p:sp>
      <p:sp>
        <p:nvSpPr>
          <p:cNvPr id="8" name="Foliennummernplatzhalter 7"/>
          <p:cNvSpPr>
            <a:spLocks noGrp="1"/>
          </p:cNvSpPr>
          <p:nvPr>
            <p:ph type="sldNum" sz="quarter" idx="11"/>
          </p:nvPr>
        </p:nvSpPr>
        <p:spPr bwMode="gray"/>
        <p:txBody>
          <a:bodyPr/>
          <a:lstStyle/>
          <a:p>
            <a:fld id="{8FF9B0DE-3FEB-4AA0-B465-B80EF7C1333D}" type="slidenum">
              <a:rPr lang="en-US" smtClean="0"/>
              <a:t>‹#›</a:t>
            </a:fld>
            <a:endParaRPr lang="en-US"/>
          </a:p>
        </p:txBody>
      </p:sp>
      <p:sp>
        <p:nvSpPr>
          <p:cNvPr id="2" name="Rechteck 1"/>
          <p:cNvSpPr/>
          <p:nvPr userDrawn="1"/>
        </p:nvSpPr>
        <p:spPr bwMode="gray">
          <a:xfrm>
            <a:off x="359570" y="357188"/>
            <a:ext cx="8424863" cy="540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l"/>
            <a:r>
              <a:rPr lang="en-US" sz="1875" b="1">
                <a:solidFill>
                  <a:schemeClr val="bg2"/>
                </a:solidFill>
                <a:latin typeface="+mj-lt"/>
              </a:rPr>
              <a:t>Disclaimer</a:t>
            </a:r>
          </a:p>
        </p:txBody>
      </p:sp>
      <p:sp>
        <p:nvSpPr>
          <p:cNvPr id="6" name="Inhaltsplatzhalter 18"/>
          <p:cNvSpPr txBox="1"/>
          <p:nvPr userDrawn="1"/>
        </p:nvSpPr>
        <p:spPr bwMode="gray">
          <a:xfrm>
            <a:off x="359570" y="1437624"/>
            <a:ext cx="4590473" cy="2592288"/>
          </a:xfrm>
          <a:prstGeom prst="rect">
            <a:avLst/>
          </a:prstGeom>
        </p:spPr>
        <p:txBody>
          <a:bodyPr vert="horz" lIns="0" tIns="0" rIns="0" bIns="0" numCol="1" spcCol="288000" rtlCol="0">
            <a:noAutofit/>
          </a:bodyPr>
          <a:lstStyle>
            <a:lvl1pPr marL="215900" indent="-2159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1800" indent="-2159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5945" indent="-2159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1845" indent="-2159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145" indent="-14414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29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1800" indent="-14414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5945" indent="-14414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5945" indent="-14414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lgn="l">
              <a:spcAft>
                <a:spcPts val="900"/>
              </a:spcAft>
              <a:buFont typeface="Arial" panose="020B0604020202020204" pitchFamily="34" charset="0"/>
              <a:buNone/>
            </a:pPr>
            <a:r>
              <a:rPr lang="en-US" sz="1050"/>
              <a:t>This presentation and its contents are property of Boehringer Ingelheim and are, inter alia, protected by copyright law. Complete or partial passing on to third parties as well as copying, reproduction, publication or any other use by third parties is not permitted.</a:t>
            </a:r>
          </a:p>
        </p:txBody>
      </p:sp>
      <p:sp>
        <p:nvSpPr>
          <p:cNvPr id="10" name="Inhaltsplatzhalter 18"/>
          <p:cNvSpPr txBox="1"/>
          <p:nvPr userDrawn="1"/>
        </p:nvSpPr>
        <p:spPr bwMode="gray">
          <a:xfrm>
            <a:off x="356627" y="4272940"/>
            <a:ext cx="6669000" cy="189524"/>
          </a:xfrm>
          <a:prstGeom prst="rect">
            <a:avLst/>
          </a:prstGeom>
        </p:spPr>
        <p:txBody>
          <a:bodyPr vert="horz" lIns="0" tIns="0" rIns="0" bIns="0" rtlCol="0">
            <a:noAutofit/>
          </a:bodyPr>
          <a:lstStyle>
            <a:lvl1pPr marL="215900" indent="-2159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1800" indent="-2159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5945" indent="-2159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1845" indent="-2159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145" indent="-14414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29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1800" indent="-14414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5945" indent="-14414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5945" indent="-14414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buFont typeface="Arial" panose="020B0604020202020204" pitchFamily="34" charset="0"/>
              <a:buNone/>
            </a:pPr>
            <a:r>
              <a:rPr lang="en-US" sz="1050"/>
              <a:t> </a:t>
            </a:r>
          </a:p>
        </p:txBody>
      </p:sp>
      <p:sp>
        <p:nvSpPr>
          <p:cNvPr id="11" name="Inhaltsplatzhalter 18"/>
          <p:cNvSpPr txBox="1"/>
          <p:nvPr userDrawn="1"/>
        </p:nvSpPr>
        <p:spPr bwMode="gray">
          <a:xfrm>
            <a:off x="356629" y="1059656"/>
            <a:ext cx="4077416" cy="135015"/>
          </a:xfrm>
          <a:prstGeom prst="rect">
            <a:avLst/>
          </a:prstGeom>
        </p:spPr>
        <p:txBody>
          <a:bodyPr vert="horz" lIns="0" tIns="0" rIns="0" bIns="0" rtlCol="0" anchor="b" anchorCtr="0">
            <a:noAutofit/>
          </a:bodyPr>
          <a:lstStyle>
            <a:lvl1pPr marL="215900" indent="-2159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1800" indent="-2159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5945" indent="-2159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1845" indent="-2159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145" indent="-14414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29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1800" indent="-14414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5945" indent="-14414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5945" indent="-14414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lgn="l">
              <a:buFont typeface="Arial" panose="020B0604020202020204" pitchFamily="34" charset="0"/>
              <a:buNone/>
            </a:pPr>
            <a:r>
              <a:rPr lang="en-US" sz="675"/>
              <a:t>© </a:t>
            </a:r>
            <a:fld id="{2F99CDBD-C73A-474F-91D2-EC8081FF32A1}" type="datetimeyyyy">
              <a:rPr lang="en-US" sz="675" smtClean="0"/>
              <a:t>2024</a:t>
            </a:fld>
            <a:r>
              <a:rPr lang="en-US" sz="675"/>
              <a:t> Boehringer Ingelheim International GmbH. All rights reserved.</a:t>
            </a:r>
          </a:p>
        </p:txBody>
      </p:sp>
    </p:spTree>
  </p:cSld>
  <p:clrMapOvr>
    <a:masterClrMapping/>
  </p:clrMapOvr>
</p:sldLayout>
</file>

<file path=ppt/slideLayouts/slideLayout126.xml><?xml version="1.0" encoding="utf-8"?>
<p:sldLayout xmlns:a="http://schemas.openxmlformats.org/drawingml/2006/main" xmlns:r="http://schemas.openxmlformats.org/officeDocument/2006/relationships" xmlns:p="http://schemas.openxmlformats.org/presentationml/2006/main" showMasterSp="0" type="blank">
  <p:cSld name="Leer">
    <p:spTree>
      <p:nvGrpSpPr>
        <p:cNvPr id="1" name=""/>
        <p:cNvGrpSpPr/>
        <p:nvPr/>
      </p:nvGrpSpPr>
      <p:grpSpPr>
        <a:xfrm>
          <a:off x="0" y="0"/>
          <a:ext cx="0" cy="0"/>
          <a:chOff x="0" y="0"/>
          <a:chExt cx="0" cy="0"/>
        </a:xfrm>
      </p:grpSpPr>
      <p:sp>
        <p:nvSpPr>
          <p:cNvPr id="2" name="Datumsplatzhalter 1"/>
          <p:cNvSpPr>
            <a:spLocks noGrp="1"/>
          </p:cNvSpPr>
          <p:nvPr>
            <p:ph type="dt" sz="half" idx="10"/>
          </p:nvPr>
        </p:nvSpPr>
        <p:spPr/>
        <p:txBody>
          <a:bodyPr/>
          <a:lstStyle/>
          <a:p>
            <a:fld id="{0AD1C50B-E8A2-4BF1-8E49-B64B7009FA23}" type="datetime1">
              <a:rPr lang="en-GB" noProof="0" smtClean="0"/>
              <a:t>25/04/2024</a:t>
            </a:fld>
            <a:endParaRPr lang="en-GB" noProof="0"/>
          </a:p>
        </p:txBody>
      </p:sp>
      <p:sp>
        <p:nvSpPr>
          <p:cNvPr id="3" name="Fußzeilenplatzhalter 2"/>
          <p:cNvSpPr>
            <a:spLocks noGrp="1"/>
          </p:cNvSpPr>
          <p:nvPr>
            <p:ph type="ftr" sz="quarter" idx="11"/>
          </p:nvPr>
        </p:nvSpPr>
        <p:spPr/>
        <p:txBody>
          <a:bodyPr/>
          <a:lstStyle/>
          <a:p>
            <a:endParaRPr lang="en-GB" noProof="0"/>
          </a:p>
        </p:txBody>
      </p:sp>
      <p:sp>
        <p:nvSpPr>
          <p:cNvPr id="4" name="Foliennummernplatzhalter 3"/>
          <p:cNvSpPr>
            <a:spLocks noGrp="1"/>
          </p:cNvSpPr>
          <p:nvPr>
            <p:ph type="sldNum" sz="quarter" idx="12"/>
          </p:nvPr>
        </p:nvSpPr>
        <p:spPr/>
        <p:txBody>
          <a:bodyPr/>
          <a:lstStyle/>
          <a:p>
            <a:fld id="{143B55C4-4F5A-416B-997D-6CE47EB0A945}" type="slidenum">
              <a:rPr lang="en-GB" noProof="0" smtClean="0"/>
              <a:t>‹#›</a:t>
            </a:fld>
            <a:endParaRPr lang="en-GB" noProof="0"/>
          </a:p>
        </p:txBody>
      </p:sp>
      <p:pic>
        <p:nvPicPr>
          <p:cNvPr id="5" name="Grafik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64443" y="4864131"/>
            <a:ext cx="630270" cy="19051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7.xml><?xml version="1.0" encoding="utf-8"?>
<p:sldLayout xmlns:a="http://schemas.openxmlformats.org/drawingml/2006/main" xmlns:r="http://schemas.openxmlformats.org/officeDocument/2006/relationships" xmlns:p="http://schemas.openxmlformats.org/presentationml/2006/main" showMasterSp="0" type="obj">
  <p:cSld name="Title and Content - White 1 - GRA">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pic>
        <p:nvPicPr>
          <p:cNvPr id="14" name="Picture 13" descr="A picture containing text&#10;&#10;Description automatically generated"/>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8018794" y="4715336"/>
            <a:ext cx="966722" cy="288861"/>
          </a:xfrm>
          <a:prstGeom prst="rect">
            <a:avLst/>
          </a:prstGeom>
        </p:spPr>
      </p:pic>
      <p:pic>
        <p:nvPicPr>
          <p:cNvPr id="7" name="Picture 15" descr="A picture containing logo&#10;&#10;Description automatically generated"/>
          <p:cNvPicPr>
            <a:picLocks noChangeAspect="1"/>
          </p:cNvPicPr>
          <p:nvPr userDrawn="1"/>
        </p:nvPicPr>
        <p:blipFill>
          <a:blip r:embed="rId3" cstate="hqprint">
            <a:extLst>
              <a:ext uri="{28A0092B-C50C-407E-A947-70E740481C1C}">
                <a14:useLocalDpi xmlns:a14="http://schemas.microsoft.com/office/drawing/2010/main" val="0"/>
              </a:ext>
            </a:extLst>
          </a:blip>
          <a:stretch>
            <a:fillRect/>
          </a:stretch>
        </p:blipFill>
        <p:spPr>
          <a:xfrm>
            <a:off x="8112216" y="113359"/>
            <a:ext cx="639355" cy="458141"/>
          </a:xfrm>
          <a:prstGeom prst="rect">
            <a:avLst/>
          </a:prstGeom>
        </p:spPr>
      </p:pic>
      <p:pic>
        <p:nvPicPr>
          <p:cNvPr id="9" name="Grafik 8" descr="Ein Bild, das Text, ClipArt enthält.&#10;&#10;Automatisch generierte Beschreibung"/>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8076497" y="692726"/>
            <a:ext cx="933926" cy="256484"/>
          </a:xfrm>
          <a:prstGeom prst="rect">
            <a:avLst/>
          </a:prstGeom>
        </p:spPr>
      </p:pic>
      <p:pic>
        <p:nvPicPr>
          <p:cNvPr id="10" name="Picture 7"/>
          <p:cNvPicPr>
            <a:picLocks noChangeAspect="1"/>
          </p:cNvPicPr>
          <p:nvPr userDrawn="1"/>
        </p:nvPicPr>
        <p:blipFill rotWithShape="1">
          <a:blip r:embed="rId5">
            <a:extLst>
              <a:ext uri="{28A0092B-C50C-407E-A947-70E740481C1C}">
                <a14:useLocalDpi xmlns:a14="http://schemas.microsoft.com/office/drawing/2010/main" val="0"/>
              </a:ext>
            </a:extLst>
          </a:blip>
          <a:srcRect l="7020" t="41333" r="61105" b="2710"/>
          <a:stretch>
            <a:fillRect/>
          </a:stretch>
        </p:blipFill>
        <p:spPr>
          <a:xfrm>
            <a:off x="0" y="2264569"/>
            <a:ext cx="2914650" cy="2878932"/>
          </a:xfrm>
          <a:prstGeom prst="rect">
            <a:avLst/>
          </a:prstGeom>
        </p:spPr>
      </p:pic>
    </p:spTree>
  </p:cSld>
  <p:clrMapOvr>
    <a:masterClrMapping/>
  </p:clrMapOvr>
  <p:transition spd="slow">
    <p:wipe/>
  </p:transition>
</p:sldLayout>
</file>

<file path=ppt/slideLayouts/slideLayout128.xml><?xml version="1.0" encoding="utf-8"?>
<p:sldLayout xmlns:a="http://schemas.openxmlformats.org/drawingml/2006/main" xmlns:r="http://schemas.openxmlformats.org/officeDocument/2006/relationships" xmlns:p="http://schemas.openxmlformats.org/presentationml/2006/main" preserve="1" userDrawn="1">
  <p:cSld name="Title slide (bright)">
    <p:bg bwMode="gray">
      <p:bgPr>
        <a:solidFill>
          <a:schemeClr val="tx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359569" y="1977750"/>
            <a:ext cx="6210566" cy="1188000"/>
          </a:xfrm>
        </p:spPr>
        <p:txBody>
          <a:bodyPr anchor="b"/>
          <a:lstStyle>
            <a:lvl1pPr algn="l">
              <a:defRPr sz="3600" b="1" i="0">
                <a:solidFill>
                  <a:schemeClr val="bg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359570" y="3327840"/>
            <a:ext cx="6211031" cy="702000"/>
          </a:xfrm>
        </p:spPr>
        <p:txBody>
          <a:bodyPr/>
          <a:lstStyle>
            <a:lvl1pPr marL="0" indent="0" algn="l">
              <a:lnSpc>
                <a:spcPct val="100000"/>
              </a:lnSpc>
              <a:spcBef>
                <a:spcPts val="0"/>
              </a:spcBef>
              <a:spcAft>
                <a:spcPts val="1800"/>
              </a:spcAft>
              <a:buFont typeface="Arial" panose="020B0604020202020204" pitchFamily="34" charset="0"/>
              <a:buNone/>
              <a:defRPr sz="1800" b="0">
                <a:solidFill>
                  <a:schemeClr val="bg2"/>
                </a:solidFill>
                <a:latin typeface="+mj-lt"/>
              </a:defRPr>
            </a:lvl1pPr>
            <a:lvl2pPr marL="0" indent="0" algn="l">
              <a:lnSpc>
                <a:spcPct val="100000"/>
              </a:lnSpc>
              <a:spcBef>
                <a:spcPts val="0"/>
              </a:spcBef>
              <a:spcAft>
                <a:spcPts val="0"/>
              </a:spcAft>
              <a:buFont typeface="Arial" panose="020B0604020202020204" pitchFamily="34" charset="0"/>
              <a:buNone/>
              <a:defRPr sz="1200" b="0">
                <a:solidFill>
                  <a:schemeClr val="bg2"/>
                </a:solidFill>
              </a:defRPr>
            </a:lvl2pPr>
            <a:lvl3pPr marL="0" indent="0" algn="l">
              <a:lnSpc>
                <a:spcPct val="100000"/>
              </a:lnSpc>
              <a:spcBef>
                <a:spcPts val="0"/>
              </a:spcBef>
              <a:spcAft>
                <a:spcPts val="0"/>
              </a:spcAft>
              <a:buFont typeface="Arial" panose="020B0604020202020204" pitchFamily="34" charset="0"/>
              <a:buNone/>
              <a:defRPr sz="1200" b="0">
                <a:solidFill>
                  <a:schemeClr val="bg2"/>
                </a:solidFill>
              </a:defRPr>
            </a:lvl3pPr>
            <a:lvl4pPr marL="0" indent="0" algn="l">
              <a:lnSpc>
                <a:spcPct val="100000"/>
              </a:lnSpc>
              <a:spcBef>
                <a:spcPts val="0"/>
              </a:spcBef>
              <a:spcAft>
                <a:spcPts val="0"/>
              </a:spcAft>
              <a:buFont typeface="Arial" panose="020B0604020202020204" pitchFamily="34" charset="0"/>
              <a:buNone/>
              <a:defRPr sz="1200" b="0">
                <a:solidFill>
                  <a:schemeClr val="bg2"/>
                </a:solidFill>
              </a:defRPr>
            </a:lvl4pPr>
            <a:lvl5pPr marL="0" indent="0" algn="l">
              <a:lnSpc>
                <a:spcPct val="100000"/>
              </a:lnSpc>
              <a:spcBef>
                <a:spcPts val="0"/>
              </a:spcBef>
              <a:spcAft>
                <a:spcPts val="0"/>
              </a:spcAft>
              <a:buFont typeface="Arial" panose="020B0604020202020204" pitchFamily="34" charset="0"/>
              <a:buNone/>
              <a:defRPr sz="1200" b="0">
                <a:solidFill>
                  <a:schemeClr val="bg2"/>
                </a:solidFill>
              </a:defRPr>
            </a:lvl5pPr>
            <a:lvl6pPr marL="0" indent="0" algn="l">
              <a:lnSpc>
                <a:spcPct val="100000"/>
              </a:lnSpc>
              <a:spcBef>
                <a:spcPts val="0"/>
              </a:spcBef>
              <a:spcAft>
                <a:spcPts val="0"/>
              </a:spcAft>
              <a:buFont typeface="Arial" panose="020B0604020202020204" pitchFamily="34" charset="0"/>
              <a:buNone/>
              <a:defRPr sz="1200" b="0">
                <a:solidFill>
                  <a:schemeClr val="bg2"/>
                </a:solidFill>
              </a:defRPr>
            </a:lvl6pPr>
            <a:lvl7pPr marL="0" indent="0" algn="l">
              <a:lnSpc>
                <a:spcPct val="100000"/>
              </a:lnSpc>
              <a:spcBef>
                <a:spcPts val="0"/>
              </a:spcBef>
              <a:spcAft>
                <a:spcPts val="0"/>
              </a:spcAft>
              <a:buFont typeface="Arial" panose="020B0604020202020204" pitchFamily="34" charset="0"/>
              <a:buNone/>
              <a:defRPr sz="1200" b="0">
                <a:solidFill>
                  <a:schemeClr val="bg2"/>
                </a:solidFill>
              </a:defRPr>
            </a:lvl7pPr>
            <a:lvl8pPr marL="0" indent="0" algn="l">
              <a:lnSpc>
                <a:spcPct val="100000"/>
              </a:lnSpc>
              <a:spcBef>
                <a:spcPts val="0"/>
              </a:spcBef>
              <a:spcAft>
                <a:spcPts val="0"/>
              </a:spcAft>
              <a:buFont typeface="Arial" panose="020B0604020202020204" pitchFamily="34" charset="0"/>
              <a:buNone/>
              <a:defRPr sz="1200" b="0">
                <a:solidFill>
                  <a:schemeClr val="bg2"/>
                </a:solidFill>
              </a:defRPr>
            </a:lvl8pPr>
            <a:lvl9pPr marL="0" indent="0" algn="l">
              <a:lnSpc>
                <a:spcPct val="100000"/>
              </a:lnSpc>
              <a:spcBef>
                <a:spcPts val="0"/>
              </a:spcBef>
              <a:spcAft>
                <a:spcPts val="0"/>
              </a:spcAft>
              <a:buFont typeface="Arial" panose="020B0604020202020204" pitchFamily="34" charset="0"/>
              <a:buNone/>
              <a:defRPr sz="1200" b="0">
                <a:solidFill>
                  <a:schemeClr val="bg2"/>
                </a:solidFill>
              </a:defRPr>
            </a:lvl9pPr>
          </a:lstStyle>
          <a:p>
            <a:r>
              <a:rPr lang="en-US"/>
              <a:t>Subtitle of the presentation</a:t>
            </a:r>
          </a:p>
          <a:p>
            <a:pPr lvl="1"/>
            <a:r>
              <a:rPr lang="en-US"/>
              <a:t>Author | Date | Place</a:t>
            </a:r>
          </a:p>
        </p:txBody>
      </p:sp>
      <p:sp>
        <p:nvSpPr>
          <p:cNvPr id="10" name="Rechteck 9"/>
          <p:cNvSpPr/>
          <p:nvPr userDrawn="1"/>
        </p:nvSpPr>
        <p:spPr bwMode="gray">
          <a:xfrm>
            <a:off x="0" y="4279500"/>
            <a:ext cx="7020000" cy="864000"/>
          </a:xfrm>
          <a:prstGeom prst="rect">
            <a:avLst/>
          </a:prstGeom>
          <a:solidFill>
            <a:schemeClr val="tx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solidFill>
                <a:schemeClr val="tx1"/>
              </a:solidFill>
            </a:endParaRPr>
          </a:p>
        </p:txBody>
      </p:sp>
      <p:pic>
        <p:nvPicPr>
          <p:cNvPr id="8" name="Grafik 7"/>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359100" y="357504"/>
            <a:ext cx="1233900" cy="372456"/>
          </a:xfrm>
          <a:prstGeom prst="rect">
            <a:avLst/>
          </a:prstGeom>
        </p:spPr>
      </p:pic>
      <p:pic>
        <p:nvPicPr>
          <p:cNvPr id="9" name="Grafik 8"/>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bwMode="gray">
          <a:xfrm>
            <a:off x="7570800" y="4624780"/>
            <a:ext cx="1215000" cy="161217"/>
          </a:xfrm>
          <a:prstGeom prst="rect">
            <a:avLst/>
          </a:prstGeom>
        </p:spPr>
      </p:pic>
      <p:sp>
        <p:nvSpPr>
          <p:cNvPr id="4" name="Fußzeilenplatzhalter 3"/>
          <p:cNvSpPr>
            <a:spLocks noGrp="1"/>
          </p:cNvSpPr>
          <p:nvPr>
            <p:ph type="ftr" sz="quarter" idx="19"/>
          </p:nvPr>
        </p:nvSpPr>
        <p:spPr bwMode="gray">
          <a:xfrm>
            <a:off x="359952" y="4623996"/>
            <a:ext cx="3780000" cy="162000"/>
          </a:xfrm>
        </p:spPr>
        <p:txBody>
          <a:bodyPr/>
          <a:lstStyle>
            <a:lvl1pPr algn="l">
              <a:defRPr/>
            </a:lvl1pPr>
          </a:lstStyle>
          <a:p>
            <a:r>
              <a:rPr lang="en-US"/>
              <a:t>ONLY FOR INTERNAL USE</a:t>
            </a:r>
          </a:p>
        </p:txBody>
      </p:sp>
    </p:spTree>
  </p:cSld>
  <p:clrMapOvr>
    <a:masterClrMapping/>
  </p:clrMapOvr>
</p:sldLayout>
</file>

<file path=ppt/slideLayouts/slideLayout129.xml><?xml version="1.0" encoding="utf-8"?>
<p:sldLayout xmlns:a="http://schemas.openxmlformats.org/drawingml/2006/main" xmlns:r="http://schemas.openxmlformats.org/officeDocument/2006/relationships" xmlns:p="http://schemas.openxmlformats.org/presentationml/2006/main" preserve="1" userDrawn="1">
  <p:cSld name="Title slide (dark)">
    <p:bg bwMode="gray">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359569" y="1977750"/>
            <a:ext cx="6210566" cy="1188000"/>
          </a:xfrm>
        </p:spPr>
        <p:txBody>
          <a:bodyPr anchor="b"/>
          <a:lstStyle>
            <a:lvl1pPr algn="l">
              <a:defRPr sz="3600" b="1" i="0">
                <a:solidFill>
                  <a:schemeClr val="tx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359570" y="3327840"/>
            <a:ext cx="6211031" cy="702000"/>
          </a:xfrm>
        </p:spPr>
        <p:txBody>
          <a:bodyPr/>
          <a:lstStyle>
            <a:lvl1pPr marL="0" indent="0" algn="l">
              <a:lnSpc>
                <a:spcPct val="100000"/>
              </a:lnSpc>
              <a:spcBef>
                <a:spcPts val="0"/>
              </a:spcBef>
              <a:spcAft>
                <a:spcPts val="1800"/>
              </a:spcAft>
              <a:buFont typeface="Arial" panose="020B0604020202020204" pitchFamily="34" charset="0"/>
              <a:buNone/>
              <a:defRPr sz="18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200" b="0">
                <a:solidFill>
                  <a:schemeClr val="bg1"/>
                </a:solidFill>
              </a:defRPr>
            </a:lvl2pPr>
            <a:lvl3pPr marL="0" indent="0" algn="l">
              <a:lnSpc>
                <a:spcPct val="100000"/>
              </a:lnSpc>
              <a:spcBef>
                <a:spcPts val="0"/>
              </a:spcBef>
              <a:spcAft>
                <a:spcPts val="0"/>
              </a:spcAft>
              <a:buFont typeface="Arial" panose="020B0604020202020204" pitchFamily="34" charset="0"/>
              <a:buNone/>
              <a:defRPr sz="1200" b="0">
                <a:solidFill>
                  <a:schemeClr val="bg1"/>
                </a:solidFill>
              </a:defRPr>
            </a:lvl3pPr>
            <a:lvl4pPr marL="0" indent="0" algn="l">
              <a:lnSpc>
                <a:spcPct val="100000"/>
              </a:lnSpc>
              <a:spcBef>
                <a:spcPts val="0"/>
              </a:spcBef>
              <a:spcAft>
                <a:spcPts val="0"/>
              </a:spcAft>
              <a:buFont typeface="Arial" panose="020B0604020202020204" pitchFamily="34" charset="0"/>
              <a:buNone/>
              <a:defRPr sz="1200" b="0">
                <a:solidFill>
                  <a:schemeClr val="bg1"/>
                </a:solidFill>
              </a:defRPr>
            </a:lvl4pPr>
            <a:lvl5pPr marL="0" indent="0" algn="l">
              <a:lnSpc>
                <a:spcPct val="100000"/>
              </a:lnSpc>
              <a:spcBef>
                <a:spcPts val="0"/>
              </a:spcBef>
              <a:spcAft>
                <a:spcPts val="0"/>
              </a:spcAft>
              <a:buFont typeface="Arial" panose="020B0604020202020204" pitchFamily="34" charset="0"/>
              <a:buNone/>
              <a:defRPr sz="1200" b="0">
                <a:solidFill>
                  <a:schemeClr val="bg1"/>
                </a:solidFill>
              </a:defRPr>
            </a:lvl5pPr>
            <a:lvl6pPr marL="0" indent="0" algn="l">
              <a:lnSpc>
                <a:spcPct val="100000"/>
              </a:lnSpc>
              <a:spcBef>
                <a:spcPts val="0"/>
              </a:spcBef>
              <a:spcAft>
                <a:spcPts val="0"/>
              </a:spcAft>
              <a:buFont typeface="Arial" panose="020B0604020202020204" pitchFamily="34" charset="0"/>
              <a:buNone/>
              <a:defRPr sz="1200" b="0">
                <a:solidFill>
                  <a:schemeClr val="bg1"/>
                </a:solidFill>
              </a:defRPr>
            </a:lvl6pPr>
            <a:lvl7pPr marL="0" indent="0" algn="l">
              <a:lnSpc>
                <a:spcPct val="100000"/>
              </a:lnSpc>
              <a:spcBef>
                <a:spcPts val="0"/>
              </a:spcBef>
              <a:spcAft>
                <a:spcPts val="0"/>
              </a:spcAft>
              <a:buFont typeface="Arial" panose="020B0604020202020204" pitchFamily="34" charset="0"/>
              <a:buNone/>
              <a:defRPr sz="1200" b="0">
                <a:solidFill>
                  <a:schemeClr val="bg1"/>
                </a:solidFill>
              </a:defRPr>
            </a:lvl7pPr>
            <a:lvl8pPr marL="0" indent="0" algn="l">
              <a:lnSpc>
                <a:spcPct val="100000"/>
              </a:lnSpc>
              <a:spcBef>
                <a:spcPts val="0"/>
              </a:spcBef>
              <a:spcAft>
                <a:spcPts val="0"/>
              </a:spcAft>
              <a:buFont typeface="Arial" panose="020B0604020202020204" pitchFamily="34" charset="0"/>
              <a:buNone/>
              <a:defRPr sz="1200" b="0">
                <a:solidFill>
                  <a:schemeClr val="bg1"/>
                </a:solidFill>
              </a:defRPr>
            </a:lvl8pPr>
            <a:lvl9pPr marL="0" indent="0" algn="l">
              <a:lnSpc>
                <a:spcPct val="100000"/>
              </a:lnSpc>
              <a:spcBef>
                <a:spcPts val="0"/>
              </a:spcBef>
              <a:spcAft>
                <a:spcPts val="0"/>
              </a:spcAft>
              <a:buFont typeface="Arial" panose="020B0604020202020204" pitchFamily="34" charset="0"/>
              <a:buNone/>
              <a:defRPr sz="1200" b="0">
                <a:solidFill>
                  <a:schemeClr val="bg1"/>
                </a:solidFill>
              </a:defRPr>
            </a:lvl9pPr>
          </a:lstStyle>
          <a:p>
            <a:r>
              <a:rPr lang="en-US"/>
              <a:t>Subtitle of the presentation</a:t>
            </a:r>
          </a:p>
          <a:p>
            <a:pPr lvl="1"/>
            <a:r>
              <a:rPr lang="en-US"/>
              <a:t>Author | Date | Place</a:t>
            </a:r>
          </a:p>
        </p:txBody>
      </p:sp>
      <p:sp>
        <p:nvSpPr>
          <p:cNvPr id="10" name="Rechteck 9"/>
          <p:cNvSpPr/>
          <p:nvPr userDrawn="1"/>
        </p:nvSpPr>
        <p:spPr bwMode="gray">
          <a:xfrm>
            <a:off x="0" y="4279500"/>
            <a:ext cx="7020000" cy="864000"/>
          </a:xfrm>
          <a:prstGeom prst="rect">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solidFill>
                <a:schemeClr val="tx1"/>
              </a:solidFill>
            </a:endParaRPr>
          </a:p>
        </p:txBody>
      </p:sp>
      <p:pic>
        <p:nvPicPr>
          <p:cNvPr id="8" name="Grafik 7"/>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359100" y="357504"/>
            <a:ext cx="1233900" cy="372456"/>
          </a:xfrm>
          <a:prstGeom prst="rect">
            <a:avLst/>
          </a:prstGeom>
        </p:spPr>
      </p:pic>
      <p:pic>
        <p:nvPicPr>
          <p:cNvPr id="9" name="Grafik 8"/>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bwMode="gray">
          <a:xfrm>
            <a:off x="7570800" y="4624780"/>
            <a:ext cx="1215000" cy="161217"/>
          </a:xfrm>
          <a:prstGeom prst="rect">
            <a:avLst/>
          </a:prstGeom>
        </p:spPr>
      </p:pic>
      <p:sp>
        <p:nvSpPr>
          <p:cNvPr id="4" name="Fußzeilenplatzhalter 3"/>
          <p:cNvSpPr>
            <a:spLocks noGrp="1"/>
          </p:cNvSpPr>
          <p:nvPr>
            <p:ph type="ftr" sz="quarter" idx="19"/>
          </p:nvPr>
        </p:nvSpPr>
        <p:spPr bwMode="gray">
          <a:xfrm>
            <a:off x="359952" y="4623996"/>
            <a:ext cx="3780000" cy="162000"/>
          </a:xfrm>
        </p:spPr>
        <p:txBody>
          <a:bodyPr/>
          <a:lstStyle>
            <a:lvl1pPr algn="l">
              <a:defRPr>
                <a:solidFill>
                  <a:schemeClr val="bg1"/>
                </a:solidFill>
              </a:defRPr>
            </a:lvl1pPr>
          </a:lstStyle>
          <a:p>
            <a:r>
              <a:rPr lang="en-US"/>
              <a:t>ONLY FOR INTERNAL USE</a:t>
            </a:r>
          </a:p>
        </p:txBody>
      </p:sp>
    </p:spTree>
  </p:cSld>
  <p:clrMapOvr>
    <a:masterClrMapping/>
  </p:clrMapOvr>
</p:sldLayout>
</file>

<file path=ppt/slideLayouts/slideLayout130.xml><?xml version="1.0" encoding="utf-8"?>
<p:sldLayout xmlns:a="http://schemas.openxmlformats.org/drawingml/2006/main" xmlns:r="http://schemas.openxmlformats.org/officeDocument/2006/relationships" xmlns:p="http://schemas.openxmlformats.org/presentationml/2006/main" preserve="1" userDrawn="1">
  <p:cSld name="Title slide image (dark)">
    <p:bg>
      <p:bgPr>
        <a:solidFill>
          <a:schemeClr val="bg2"/>
        </a:solidFill>
        <a:effectLst/>
      </p:bgPr>
    </p:bg>
    <p:spTree>
      <p:nvGrpSpPr>
        <p:cNvPr id="1" name=""/>
        <p:cNvGrpSpPr/>
        <p:nvPr/>
      </p:nvGrpSpPr>
      <p:grpSpPr>
        <a:xfrm>
          <a:off x="0" y="0"/>
          <a:ext cx="0" cy="0"/>
          <a:chOff x="0" y="0"/>
          <a:chExt cx="0" cy="0"/>
        </a:xfrm>
      </p:grpSpPr>
      <p:sp>
        <p:nvSpPr>
          <p:cNvPr id="11" name="Bildplatzhalter 10"/>
          <p:cNvSpPr>
            <a:spLocks noGrp="1"/>
          </p:cNvSpPr>
          <p:nvPr>
            <p:ph type="pic" sz="quarter" idx="10" hasCustomPrompt="1"/>
          </p:nvPr>
        </p:nvSpPr>
        <p:spPr bwMode="ltGray">
          <a:xfrm>
            <a:off x="0" y="0"/>
            <a:ext cx="9144000" cy="5143500"/>
          </a:xfrm>
          <a:solidFill>
            <a:srgbClr val="E5E3DE"/>
          </a:solidFill>
        </p:spPr>
        <p:txBody>
          <a:bodyPr tIns="720000" anchor="ctr" anchorCtr="0"/>
          <a:lstStyle>
            <a:lvl1pPr marL="0" indent="0" algn="ctr">
              <a:spcBef>
                <a:spcPts val="0"/>
              </a:spcBef>
              <a:spcAft>
                <a:spcPts val="0"/>
              </a:spcAft>
              <a:buFontTx/>
              <a:buNone/>
              <a:defRPr sz="900" b="0">
                <a:solidFill>
                  <a:schemeClr val="bg1"/>
                </a:solidFill>
              </a:defRPr>
            </a:lvl1pPr>
            <a:lvl2pPr marL="0" indent="0" algn="ctr">
              <a:spcBef>
                <a:spcPts val="0"/>
              </a:spcBef>
              <a:spcAft>
                <a:spcPts val="0"/>
              </a:spcAft>
              <a:buFontTx/>
              <a:buNone/>
              <a:defRPr sz="900" b="0">
                <a:solidFill>
                  <a:schemeClr val="bg1"/>
                </a:solidFill>
              </a:defRPr>
            </a:lvl2pPr>
            <a:lvl3pPr marL="0" indent="0" algn="ctr">
              <a:spcBef>
                <a:spcPts val="0"/>
              </a:spcBef>
              <a:spcAft>
                <a:spcPts val="0"/>
              </a:spcAft>
              <a:buFontTx/>
              <a:buNone/>
              <a:defRPr sz="900" b="0">
                <a:solidFill>
                  <a:schemeClr val="bg1"/>
                </a:solidFill>
              </a:defRPr>
            </a:lvl3pPr>
            <a:lvl4pPr marL="0" indent="0" algn="ctr">
              <a:spcBef>
                <a:spcPts val="0"/>
              </a:spcBef>
              <a:spcAft>
                <a:spcPts val="0"/>
              </a:spcAft>
              <a:buFontTx/>
              <a:buNone/>
              <a:defRPr sz="900" b="0">
                <a:solidFill>
                  <a:schemeClr val="bg1"/>
                </a:solidFill>
              </a:defRPr>
            </a:lvl4pPr>
            <a:lvl5pPr marL="0" indent="0" algn="ctr">
              <a:spcBef>
                <a:spcPts val="0"/>
              </a:spcBef>
              <a:spcAft>
                <a:spcPts val="0"/>
              </a:spcAft>
              <a:buFontTx/>
              <a:buNone/>
              <a:defRPr sz="900" b="0">
                <a:solidFill>
                  <a:schemeClr val="bg1"/>
                </a:solidFill>
              </a:defRPr>
            </a:lvl5pPr>
            <a:lvl6pPr marL="0" indent="0" algn="ctr">
              <a:spcBef>
                <a:spcPts val="0"/>
              </a:spcBef>
              <a:spcAft>
                <a:spcPts val="0"/>
              </a:spcAft>
              <a:buFontTx/>
              <a:buNone/>
              <a:defRPr sz="900" b="0">
                <a:solidFill>
                  <a:schemeClr val="bg1"/>
                </a:solidFill>
              </a:defRPr>
            </a:lvl6pPr>
            <a:lvl7pPr marL="0" indent="0" algn="ctr">
              <a:spcBef>
                <a:spcPts val="0"/>
              </a:spcBef>
              <a:spcAft>
                <a:spcPts val="0"/>
              </a:spcAft>
              <a:buFontTx/>
              <a:buNone/>
              <a:defRPr sz="900" b="0">
                <a:solidFill>
                  <a:schemeClr val="bg1"/>
                </a:solidFill>
              </a:defRPr>
            </a:lvl7pPr>
            <a:lvl8pPr marL="0" indent="0" algn="ctr">
              <a:spcBef>
                <a:spcPts val="0"/>
              </a:spcBef>
              <a:spcAft>
                <a:spcPts val="0"/>
              </a:spcAft>
              <a:buFontTx/>
              <a:buNone/>
              <a:defRPr sz="900" b="0">
                <a:solidFill>
                  <a:schemeClr val="bg1"/>
                </a:solidFill>
              </a:defRPr>
            </a:lvl8pPr>
            <a:lvl9pPr marL="0" indent="0" algn="ctr">
              <a:spcBef>
                <a:spcPts val="0"/>
              </a:spcBef>
              <a:spcAft>
                <a:spcPts val="0"/>
              </a:spcAft>
              <a:buFontTx/>
              <a:buNone/>
              <a:defRPr sz="900" b="0">
                <a:solidFill>
                  <a:schemeClr val="bg1"/>
                </a:solidFill>
              </a:defRPr>
            </a:lvl9pPr>
          </a:lstStyle>
          <a:p>
            <a:r>
              <a:rPr lang="en-US"/>
              <a:t>Add picture</a:t>
            </a:r>
          </a:p>
        </p:txBody>
      </p:sp>
      <p:sp>
        <p:nvSpPr>
          <p:cNvPr id="2" name="Titel 1"/>
          <p:cNvSpPr>
            <a:spLocks noGrp="1"/>
          </p:cNvSpPr>
          <p:nvPr>
            <p:ph type="ctrTitle" hasCustomPrompt="1"/>
          </p:nvPr>
        </p:nvSpPr>
        <p:spPr bwMode="gray">
          <a:xfrm>
            <a:off x="359569" y="1977750"/>
            <a:ext cx="5454254" cy="1188000"/>
          </a:xfrm>
        </p:spPr>
        <p:txBody>
          <a:bodyPr anchor="b"/>
          <a:lstStyle>
            <a:lvl1pPr algn="l">
              <a:defRPr sz="3600" b="1" i="0">
                <a:solidFill>
                  <a:schemeClr val="bg1"/>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359570" y="3327840"/>
            <a:ext cx="5454696" cy="702000"/>
          </a:xfrm>
        </p:spPr>
        <p:txBody>
          <a:bodyPr/>
          <a:lstStyle>
            <a:lvl1pPr marL="0" indent="0" algn="l">
              <a:lnSpc>
                <a:spcPct val="100000"/>
              </a:lnSpc>
              <a:spcBef>
                <a:spcPts val="0"/>
              </a:spcBef>
              <a:spcAft>
                <a:spcPts val="1800"/>
              </a:spcAft>
              <a:buFont typeface="Arial" panose="020B0604020202020204" pitchFamily="34" charset="0"/>
              <a:buNone/>
              <a:defRPr sz="18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200" b="0">
                <a:solidFill>
                  <a:schemeClr val="bg1"/>
                </a:solidFill>
              </a:defRPr>
            </a:lvl2pPr>
            <a:lvl3pPr marL="0" indent="0" algn="l">
              <a:lnSpc>
                <a:spcPct val="100000"/>
              </a:lnSpc>
              <a:spcBef>
                <a:spcPts val="0"/>
              </a:spcBef>
              <a:spcAft>
                <a:spcPts val="0"/>
              </a:spcAft>
              <a:buFont typeface="Arial" panose="020B0604020202020204" pitchFamily="34" charset="0"/>
              <a:buNone/>
              <a:defRPr sz="1200" b="0">
                <a:solidFill>
                  <a:schemeClr val="bg1"/>
                </a:solidFill>
              </a:defRPr>
            </a:lvl3pPr>
            <a:lvl4pPr marL="0" indent="0" algn="l">
              <a:lnSpc>
                <a:spcPct val="100000"/>
              </a:lnSpc>
              <a:spcBef>
                <a:spcPts val="0"/>
              </a:spcBef>
              <a:spcAft>
                <a:spcPts val="0"/>
              </a:spcAft>
              <a:buFont typeface="Arial" panose="020B0604020202020204" pitchFamily="34" charset="0"/>
              <a:buNone/>
              <a:defRPr sz="1200" b="0">
                <a:solidFill>
                  <a:schemeClr val="bg1"/>
                </a:solidFill>
              </a:defRPr>
            </a:lvl4pPr>
            <a:lvl5pPr marL="0" indent="0" algn="l">
              <a:lnSpc>
                <a:spcPct val="100000"/>
              </a:lnSpc>
              <a:spcBef>
                <a:spcPts val="0"/>
              </a:spcBef>
              <a:spcAft>
                <a:spcPts val="0"/>
              </a:spcAft>
              <a:buFont typeface="Arial" panose="020B0604020202020204" pitchFamily="34" charset="0"/>
              <a:buNone/>
              <a:defRPr sz="1200" b="0">
                <a:solidFill>
                  <a:schemeClr val="bg1"/>
                </a:solidFill>
              </a:defRPr>
            </a:lvl5pPr>
            <a:lvl6pPr marL="0" indent="0" algn="l">
              <a:lnSpc>
                <a:spcPct val="100000"/>
              </a:lnSpc>
              <a:spcBef>
                <a:spcPts val="0"/>
              </a:spcBef>
              <a:spcAft>
                <a:spcPts val="0"/>
              </a:spcAft>
              <a:buFont typeface="Arial" panose="020B0604020202020204" pitchFamily="34" charset="0"/>
              <a:buNone/>
              <a:defRPr sz="1200" b="0">
                <a:solidFill>
                  <a:schemeClr val="bg1"/>
                </a:solidFill>
              </a:defRPr>
            </a:lvl6pPr>
            <a:lvl7pPr marL="0" indent="0" algn="l">
              <a:lnSpc>
                <a:spcPct val="100000"/>
              </a:lnSpc>
              <a:spcBef>
                <a:spcPts val="0"/>
              </a:spcBef>
              <a:spcAft>
                <a:spcPts val="0"/>
              </a:spcAft>
              <a:buFont typeface="Arial" panose="020B0604020202020204" pitchFamily="34" charset="0"/>
              <a:buNone/>
              <a:defRPr sz="1200" b="0">
                <a:solidFill>
                  <a:schemeClr val="bg1"/>
                </a:solidFill>
              </a:defRPr>
            </a:lvl7pPr>
            <a:lvl8pPr marL="0" indent="0" algn="l">
              <a:lnSpc>
                <a:spcPct val="100000"/>
              </a:lnSpc>
              <a:spcBef>
                <a:spcPts val="0"/>
              </a:spcBef>
              <a:spcAft>
                <a:spcPts val="0"/>
              </a:spcAft>
              <a:buFont typeface="Arial" panose="020B0604020202020204" pitchFamily="34" charset="0"/>
              <a:buNone/>
              <a:defRPr sz="1200" b="0">
                <a:solidFill>
                  <a:schemeClr val="bg1"/>
                </a:solidFill>
              </a:defRPr>
            </a:lvl8pPr>
            <a:lvl9pPr marL="0" indent="0" algn="l">
              <a:lnSpc>
                <a:spcPct val="100000"/>
              </a:lnSpc>
              <a:spcBef>
                <a:spcPts val="0"/>
              </a:spcBef>
              <a:spcAft>
                <a:spcPts val="0"/>
              </a:spcAft>
              <a:buFont typeface="Arial" panose="020B0604020202020204" pitchFamily="34" charset="0"/>
              <a:buNone/>
              <a:defRPr sz="1200" b="0">
                <a:solidFill>
                  <a:schemeClr val="bg1"/>
                </a:solidFill>
              </a:defRPr>
            </a:lvl9pPr>
          </a:lstStyle>
          <a:p>
            <a:r>
              <a:rPr lang="en-US"/>
              <a:t>Subtitle of the presentation</a:t>
            </a:r>
          </a:p>
          <a:p>
            <a:pPr lvl="1"/>
            <a:r>
              <a:rPr lang="en-US"/>
              <a:t>Author | Date | Place</a:t>
            </a:r>
          </a:p>
        </p:txBody>
      </p:sp>
      <p:sp>
        <p:nvSpPr>
          <p:cNvPr id="4" name="Fußzeilenplatzhalter 3"/>
          <p:cNvSpPr>
            <a:spLocks noGrp="1"/>
          </p:cNvSpPr>
          <p:nvPr>
            <p:ph type="ftr" sz="quarter" idx="19"/>
          </p:nvPr>
        </p:nvSpPr>
        <p:spPr bwMode="gray">
          <a:xfrm>
            <a:off x="359952" y="4623996"/>
            <a:ext cx="3780000" cy="162000"/>
          </a:xfrm>
        </p:spPr>
        <p:txBody>
          <a:bodyPr/>
          <a:lstStyle>
            <a:lvl1pPr algn="l">
              <a:defRPr>
                <a:solidFill>
                  <a:schemeClr val="bg1"/>
                </a:solidFill>
              </a:defRPr>
            </a:lvl1pPr>
          </a:lstStyle>
          <a:p>
            <a:r>
              <a:rPr lang="en-US"/>
              <a:t>ONLY FOR INTERNAL USE</a:t>
            </a:r>
          </a:p>
        </p:txBody>
      </p:sp>
      <p:sp>
        <p:nvSpPr>
          <p:cNvPr id="5" name="Text Placeholder 8"/>
          <p:cNvSpPr>
            <a:spLocks noGrp="1"/>
          </p:cNvSpPr>
          <p:nvPr>
            <p:ph type="body" sz="quarter" idx="30"/>
          </p:nvPr>
        </p:nvSpPr>
        <p:spPr bwMode="gray">
          <a:xfrm>
            <a:off x="359100" y="357504"/>
            <a:ext cx="1233900" cy="372600"/>
          </a:xfrm>
          <a:blipFill>
            <a:blip r:embed="rId2">
              <a:extLst>
                <a:ext uri="{96DAC541-7B7A-43D3-8B79-37D633B846F1}">
                  <asvg:svgBlip xmlns:asvg="http://schemas.microsoft.com/office/drawing/2016/SVG/main" r:embed="rId3"/>
                </a:ext>
              </a:extLst>
            </a:blip>
            <a:srcRect/>
            <a:stretch>
              <a:fillRect t="20" b="20"/>
            </a:stretch>
          </a:blipFill>
        </p:spPr>
        <p:txBody>
          <a:bodyPr/>
          <a:lstStyle>
            <a:lvl1pPr marL="0" indent="0">
              <a:lnSpc>
                <a:spcPct val="100000"/>
              </a:lnSpc>
              <a:spcAft>
                <a:spcPts val="0"/>
              </a:spcAft>
              <a:buFontTx/>
              <a:buNone/>
              <a:defRPr sz="150">
                <a:noFill/>
              </a:defRPr>
            </a:lvl1pPr>
            <a:lvl2pPr marL="0" indent="0">
              <a:lnSpc>
                <a:spcPct val="100000"/>
              </a:lnSpc>
              <a:spcAft>
                <a:spcPts val="0"/>
              </a:spcAft>
              <a:buFontTx/>
              <a:buNone/>
              <a:defRPr sz="150">
                <a:noFill/>
              </a:defRPr>
            </a:lvl2pPr>
            <a:lvl3pPr marL="0" indent="0">
              <a:lnSpc>
                <a:spcPct val="100000"/>
              </a:lnSpc>
              <a:spcAft>
                <a:spcPts val="0"/>
              </a:spcAft>
              <a:buFontTx/>
              <a:buNone/>
              <a:defRPr sz="150">
                <a:noFill/>
              </a:defRPr>
            </a:lvl3pPr>
            <a:lvl4pPr marL="0" indent="0">
              <a:lnSpc>
                <a:spcPct val="100000"/>
              </a:lnSpc>
              <a:spcAft>
                <a:spcPts val="0"/>
              </a:spcAft>
              <a:buFontTx/>
              <a:buNone/>
              <a:defRPr sz="150">
                <a:noFill/>
              </a:defRPr>
            </a:lvl4pPr>
            <a:lvl5pPr marL="0" indent="0">
              <a:lnSpc>
                <a:spcPct val="100000"/>
              </a:lnSpc>
              <a:spcAft>
                <a:spcPts val="0"/>
              </a:spcAft>
              <a:buFontTx/>
              <a:buNone/>
              <a:defRPr sz="150">
                <a:noFill/>
              </a:defRPr>
            </a:lvl5pPr>
          </a:lstStyle>
          <a:p>
            <a:pPr lvl="0"/>
            <a:r>
              <a:rPr lang="en-US"/>
              <a:t>Click to edit Master text styles</a:t>
            </a:r>
          </a:p>
        </p:txBody>
      </p:sp>
      <p:sp>
        <p:nvSpPr>
          <p:cNvPr id="6" name="Text Placeholder 8"/>
          <p:cNvSpPr>
            <a:spLocks noGrp="1"/>
          </p:cNvSpPr>
          <p:nvPr>
            <p:ph type="body" sz="quarter" idx="31"/>
          </p:nvPr>
        </p:nvSpPr>
        <p:spPr bwMode="gray">
          <a:xfrm>
            <a:off x="7569329" y="4625100"/>
            <a:ext cx="1215000" cy="162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150">
                <a:noFill/>
              </a:defRPr>
            </a:lvl1pPr>
            <a:lvl2pPr marL="0" indent="0">
              <a:lnSpc>
                <a:spcPct val="100000"/>
              </a:lnSpc>
              <a:spcAft>
                <a:spcPts val="0"/>
              </a:spcAft>
              <a:buFontTx/>
              <a:buNone/>
              <a:defRPr sz="150">
                <a:noFill/>
              </a:defRPr>
            </a:lvl2pPr>
            <a:lvl3pPr marL="0" indent="0">
              <a:lnSpc>
                <a:spcPct val="100000"/>
              </a:lnSpc>
              <a:spcAft>
                <a:spcPts val="0"/>
              </a:spcAft>
              <a:buFontTx/>
              <a:buNone/>
              <a:defRPr sz="150">
                <a:noFill/>
              </a:defRPr>
            </a:lvl3pPr>
            <a:lvl4pPr marL="0" indent="0">
              <a:lnSpc>
                <a:spcPct val="100000"/>
              </a:lnSpc>
              <a:spcAft>
                <a:spcPts val="0"/>
              </a:spcAft>
              <a:buFontTx/>
              <a:buNone/>
              <a:defRPr sz="150">
                <a:noFill/>
              </a:defRPr>
            </a:lvl4pPr>
            <a:lvl5pPr marL="0" indent="0">
              <a:lnSpc>
                <a:spcPct val="100000"/>
              </a:lnSpc>
              <a:spcAft>
                <a:spcPts val="0"/>
              </a:spcAft>
              <a:buFontTx/>
              <a:buNone/>
              <a:defRPr sz="150">
                <a:noFill/>
              </a:defRPr>
            </a:lvl5pPr>
          </a:lstStyle>
          <a:p>
            <a:pPr lvl="0"/>
            <a:r>
              <a:rPr lang="en-US"/>
              <a:t>Click to edit Master text styles</a:t>
            </a:r>
          </a:p>
        </p:txBody>
      </p:sp>
      <p:grpSp>
        <p:nvGrpSpPr>
          <p:cNvPr id="7" name="Group 6"/>
          <p:cNvGrpSpPr/>
          <p:nvPr userDrawn="1"/>
        </p:nvGrpSpPr>
        <p:grpSpPr bwMode="gray">
          <a:xfrm>
            <a:off x="-1422666" y="0"/>
            <a:ext cx="1286309" cy="2808312"/>
            <a:chOff x="-1824880" y="2708920"/>
            <a:chExt cx="1715078" cy="3744416"/>
          </a:xfrm>
        </p:grpSpPr>
        <p:sp>
          <p:nvSpPr>
            <p:cNvPr id="8" name="TextBox 7"/>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450"/>
                </a:spcAft>
              </a:pPr>
              <a:r>
                <a:rPr lang="en-US" sz="825" b="1">
                  <a:solidFill>
                    <a:schemeClr val="tx1"/>
                  </a:solidFill>
                  <a:effectLst/>
                  <a:latin typeface="+mj-lt"/>
                </a:rPr>
                <a:t>To insert a picture:</a:t>
              </a:r>
            </a:p>
            <a:p>
              <a:pPr marL="107950" indent="-107950">
                <a:lnSpc>
                  <a:spcPct val="120000"/>
                </a:lnSpc>
                <a:spcAft>
                  <a:spcPts val="450"/>
                </a:spcAft>
                <a:buFont typeface="+mj-lt"/>
                <a:buAutoNum type="arabicPeriod"/>
              </a:pPr>
              <a:r>
                <a:rPr lang="en-US" sz="675">
                  <a:solidFill>
                    <a:schemeClr val="tx1"/>
                  </a:solidFill>
                  <a:effectLst/>
                  <a:latin typeface="+mn-lt"/>
                </a:rPr>
                <a:t>Click on the placeholder for pictures</a:t>
              </a:r>
            </a:p>
            <a:p>
              <a:pPr marL="107950" indent="-107950">
                <a:lnSpc>
                  <a:spcPct val="120000"/>
                </a:lnSpc>
                <a:spcAft>
                  <a:spcPts val="450"/>
                </a:spcAft>
                <a:buFont typeface="+mj-lt"/>
                <a:buAutoNum type="arabicPeriod"/>
              </a:pPr>
              <a:r>
                <a:rPr lang="en-US" sz="675">
                  <a:solidFill>
                    <a:schemeClr val="tx1"/>
                  </a:solidFill>
                  <a:effectLst/>
                  <a:latin typeface="+mn-lt"/>
                </a:rPr>
                <a:t>Open the menu “Insert”</a:t>
              </a:r>
            </a:p>
            <a:p>
              <a:pPr marL="107950" indent="-107950">
                <a:lnSpc>
                  <a:spcPct val="120000"/>
                </a:lnSpc>
                <a:spcAft>
                  <a:spcPts val="450"/>
                </a:spcAft>
                <a:buFont typeface="+mj-lt"/>
                <a:buAutoNum type="arabicPeriod"/>
              </a:pPr>
              <a:r>
                <a:rPr lang="en-US" sz="675">
                  <a:solidFill>
                    <a:schemeClr val="tx1"/>
                  </a:solidFill>
                  <a:effectLst/>
                  <a:latin typeface="+mn-lt"/>
                </a:rPr>
                <a:t>Choose “Pictures” and then the corresponding source where the image is located</a:t>
              </a:r>
              <a:endParaRPr lang="en-US" sz="675">
                <a:solidFill>
                  <a:schemeClr val="tx1"/>
                </a:solidFill>
                <a:latin typeface="+mn-lt"/>
              </a:endParaRPr>
            </a:p>
          </p:txBody>
        </p:sp>
        <p:pic>
          <p:nvPicPr>
            <p:cNvPr id="9" name="Picture 8"/>
            <p:cNvPicPr>
              <a:picLocks noChangeAspect="1"/>
            </p:cNvPicPr>
            <p:nvPr userDrawn="1"/>
          </p:nvPicPr>
          <p:blipFill rotWithShape="1">
            <a:blip r:embed="rId6"/>
            <a:srcRect l="8843" r="2395" b="2546"/>
            <a:stretch>
              <a:fillRect/>
            </a:stretch>
          </p:blipFill>
          <p:spPr bwMode="gray">
            <a:xfrm>
              <a:off x="-1589806" y="4475212"/>
              <a:ext cx="745332" cy="1122804"/>
            </a:xfrm>
            <a:prstGeom prst="roundRect">
              <a:avLst>
                <a:gd name="adj" fmla="val 3514"/>
              </a:avLst>
            </a:prstGeom>
          </p:spPr>
        </p:pic>
        <p:sp>
          <p:nvSpPr>
            <p:cNvPr id="10" name="TextBox 9"/>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07950" indent="-107950">
                <a:spcAft>
                  <a:spcPts val="450"/>
                </a:spcAft>
                <a:buFont typeface="+mj-lt"/>
                <a:buAutoNum type="arabicPeriod" startAt="4"/>
              </a:pPr>
              <a:r>
                <a:rPr lang="en-US" sz="675">
                  <a:solidFill>
                    <a:schemeClr val="tx1"/>
                  </a:solidFill>
                  <a:effectLst/>
                  <a:latin typeface="+mn-lt"/>
                </a:rPr>
                <a:t>Now the image has </a:t>
              </a:r>
              <a:br>
                <a:rPr lang="en-US" sz="675">
                  <a:solidFill>
                    <a:schemeClr val="tx1"/>
                  </a:solidFill>
                  <a:effectLst/>
                  <a:latin typeface="+mn-lt"/>
                </a:rPr>
              </a:br>
              <a:r>
                <a:rPr lang="en-US" sz="675">
                  <a:solidFill>
                    <a:schemeClr val="tx1"/>
                  </a:solidFill>
                  <a:effectLst/>
                  <a:latin typeface="+mn-lt"/>
                </a:rPr>
                <a:t>been loaded into the </a:t>
              </a:r>
              <a:br>
                <a:rPr lang="en-US" sz="675">
                  <a:solidFill>
                    <a:schemeClr val="tx1"/>
                  </a:solidFill>
                  <a:effectLst/>
                  <a:latin typeface="+mn-lt"/>
                </a:rPr>
              </a:br>
              <a:r>
                <a:rPr lang="en-US" sz="675">
                  <a:solidFill>
                    <a:schemeClr val="tx1"/>
                  </a:solidFill>
                  <a:effectLst/>
                  <a:latin typeface="+mn-lt"/>
                </a:rPr>
                <a:t>placeholder.</a:t>
              </a:r>
              <a:endParaRPr lang="en-US" sz="675">
                <a:solidFill>
                  <a:schemeClr val="tx1"/>
                </a:solidFill>
                <a:latin typeface="+mn-lt"/>
              </a:endParaRPr>
            </a:p>
          </p:txBody>
        </p:sp>
      </p:grpSp>
    </p:spTree>
  </p:cSld>
  <p:clrMapOvr>
    <a:masterClrMapping/>
  </p:clrMapOvr>
</p:sldLayout>
</file>

<file path=ppt/slideLayouts/slideLayout131.xml><?xml version="1.0" encoding="utf-8"?>
<p:sldLayout xmlns:a="http://schemas.openxmlformats.org/drawingml/2006/main" xmlns:r="http://schemas.openxmlformats.org/officeDocument/2006/relationships" xmlns:p="http://schemas.openxmlformats.org/presentationml/2006/main" preserve="1" userDrawn="1">
  <p:cSld name="Title slide image (bright)">
    <p:bg>
      <p:bgPr>
        <a:solidFill>
          <a:schemeClr val="bg1"/>
        </a:solidFill>
        <a:effectLst/>
      </p:bgPr>
    </p:bg>
    <p:spTree>
      <p:nvGrpSpPr>
        <p:cNvPr id="1" name=""/>
        <p:cNvGrpSpPr/>
        <p:nvPr/>
      </p:nvGrpSpPr>
      <p:grpSpPr>
        <a:xfrm>
          <a:off x="0" y="0"/>
          <a:ext cx="0" cy="0"/>
          <a:chOff x="0" y="0"/>
          <a:chExt cx="0" cy="0"/>
        </a:xfrm>
      </p:grpSpPr>
      <p:sp>
        <p:nvSpPr>
          <p:cNvPr id="4" name="Rechteck 3"/>
          <p:cNvSpPr/>
          <p:nvPr userDrawn="1"/>
        </p:nvSpPr>
        <p:spPr bwMode="gray">
          <a:xfrm>
            <a:off x="0" y="0"/>
            <a:ext cx="9147600" cy="51435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solidFill>
                <a:schemeClr val="tx1"/>
              </a:solidFill>
            </a:endParaRPr>
          </a:p>
        </p:txBody>
      </p:sp>
      <p:sp>
        <p:nvSpPr>
          <p:cNvPr id="11" name="Bildplatzhalter 10"/>
          <p:cNvSpPr>
            <a:spLocks noGrp="1"/>
          </p:cNvSpPr>
          <p:nvPr>
            <p:ph type="pic" sz="quarter" idx="10" hasCustomPrompt="1"/>
          </p:nvPr>
        </p:nvSpPr>
        <p:spPr bwMode="gray">
          <a:xfrm>
            <a:off x="0" y="0"/>
            <a:ext cx="9144000" cy="5143500"/>
          </a:xfrm>
          <a:solidFill>
            <a:srgbClr val="E5E3DE"/>
          </a:solidFill>
        </p:spPr>
        <p:txBody>
          <a:bodyPr tIns="720000" anchor="ctr" anchorCtr="0"/>
          <a:lstStyle>
            <a:lvl1pPr marL="0" indent="0" algn="ctr">
              <a:spcBef>
                <a:spcPts val="0"/>
              </a:spcBef>
              <a:spcAft>
                <a:spcPts val="0"/>
              </a:spcAft>
              <a:buFontTx/>
              <a:buNone/>
              <a:defRPr sz="900" b="0">
                <a:solidFill>
                  <a:schemeClr val="tx1"/>
                </a:solidFill>
              </a:defRPr>
            </a:lvl1pPr>
            <a:lvl2pPr marL="0" indent="0" algn="ctr">
              <a:spcBef>
                <a:spcPts val="0"/>
              </a:spcBef>
              <a:spcAft>
                <a:spcPts val="0"/>
              </a:spcAft>
              <a:buFontTx/>
              <a:buNone/>
              <a:defRPr sz="900" b="0"/>
            </a:lvl2pPr>
            <a:lvl3pPr marL="0" indent="0" algn="ctr">
              <a:spcBef>
                <a:spcPts val="0"/>
              </a:spcBef>
              <a:spcAft>
                <a:spcPts val="0"/>
              </a:spcAft>
              <a:buFontTx/>
              <a:buNone/>
              <a:defRPr sz="900" b="0"/>
            </a:lvl3pPr>
            <a:lvl4pPr marL="0" indent="0" algn="ctr">
              <a:spcBef>
                <a:spcPts val="0"/>
              </a:spcBef>
              <a:spcAft>
                <a:spcPts val="0"/>
              </a:spcAft>
              <a:buFontTx/>
              <a:buNone/>
              <a:defRPr sz="900" b="0"/>
            </a:lvl4pPr>
            <a:lvl5pPr marL="0" indent="0" algn="ctr">
              <a:spcBef>
                <a:spcPts val="0"/>
              </a:spcBef>
              <a:spcAft>
                <a:spcPts val="0"/>
              </a:spcAft>
              <a:buFontTx/>
              <a:buNone/>
              <a:defRPr sz="900" b="0"/>
            </a:lvl5pPr>
            <a:lvl6pPr marL="0" indent="0" algn="ctr">
              <a:spcBef>
                <a:spcPts val="0"/>
              </a:spcBef>
              <a:spcAft>
                <a:spcPts val="0"/>
              </a:spcAft>
              <a:buFontTx/>
              <a:buNone/>
              <a:defRPr sz="900" b="0"/>
            </a:lvl6pPr>
            <a:lvl7pPr marL="0" indent="0" algn="ctr">
              <a:spcBef>
                <a:spcPts val="0"/>
              </a:spcBef>
              <a:spcAft>
                <a:spcPts val="0"/>
              </a:spcAft>
              <a:buFontTx/>
              <a:buNone/>
              <a:defRPr sz="900" b="0"/>
            </a:lvl7pPr>
            <a:lvl8pPr marL="0" indent="0" algn="ctr">
              <a:spcBef>
                <a:spcPts val="0"/>
              </a:spcBef>
              <a:spcAft>
                <a:spcPts val="0"/>
              </a:spcAft>
              <a:buFontTx/>
              <a:buNone/>
              <a:defRPr sz="900" b="0"/>
            </a:lvl8pPr>
            <a:lvl9pPr marL="0" indent="0" algn="ctr">
              <a:spcBef>
                <a:spcPts val="0"/>
              </a:spcBef>
              <a:spcAft>
                <a:spcPts val="0"/>
              </a:spcAft>
              <a:buFontTx/>
              <a:buNone/>
              <a:defRPr sz="900" b="0"/>
            </a:lvl9pPr>
          </a:lstStyle>
          <a:p>
            <a:pPr lvl="0"/>
            <a:r>
              <a:rPr lang="en-US"/>
              <a:t>Add picture</a:t>
            </a:r>
          </a:p>
        </p:txBody>
      </p:sp>
      <p:sp>
        <p:nvSpPr>
          <p:cNvPr id="2" name="Titel 1"/>
          <p:cNvSpPr>
            <a:spLocks noGrp="1"/>
          </p:cNvSpPr>
          <p:nvPr>
            <p:ph type="ctrTitle" hasCustomPrompt="1"/>
          </p:nvPr>
        </p:nvSpPr>
        <p:spPr bwMode="gray">
          <a:xfrm>
            <a:off x="359569" y="1977750"/>
            <a:ext cx="5454254" cy="1188000"/>
          </a:xfrm>
        </p:spPr>
        <p:txBody>
          <a:bodyPr anchor="b"/>
          <a:lstStyle>
            <a:lvl1pPr algn="l">
              <a:defRPr sz="3600" b="1" i="0">
                <a:solidFill>
                  <a:schemeClr val="bg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359570" y="3327840"/>
            <a:ext cx="5454696" cy="702000"/>
          </a:xfrm>
        </p:spPr>
        <p:txBody>
          <a:bodyPr/>
          <a:lstStyle>
            <a:lvl1pPr marL="0" indent="0" algn="l">
              <a:lnSpc>
                <a:spcPct val="100000"/>
              </a:lnSpc>
              <a:spcBef>
                <a:spcPts val="0"/>
              </a:spcBef>
              <a:spcAft>
                <a:spcPts val="1800"/>
              </a:spcAft>
              <a:buFont typeface="Arial" panose="020B0604020202020204" pitchFamily="34" charset="0"/>
              <a:buNone/>
              <a:defRPr sz="1800" b="0">
                <a:solidFill>
                  <a:schemeClr val="bg2"/>
                </a:solidFill>
                <a:latin typeface="+mj-lt"/>
              </a:defRPr>
            </a:lvl1pPr>
            <a:lvl2pPr marL="0" indent="0" algn="l">
              <a:lnSpc>
                <a:spcPct val="100000"/>
              </a:lnSpc>
              <a:spcBef>
                <a:spcPts val="0"/>
              </a:spcBef>
              <a:spcAft>
                <a:spcPts val="0"/>
              </a:spcAft>
              <a:buFont typeface="Arial" panose="020B0604020202020204" pitchFamily="34" charset="0"/>
              <a:buNone/>
              <a:defRPr sz="1200" b="0">
                <a:solidFill>
                  <a:schemeClr val="bg2"/>
                </a:solidFill>
              </a:defRPr>
            </a:lvl2pPr>
            <a:lvl3pPr marL="0" indent="0" algn="l">
              <a:lnSpc>
                <a:spcPct val="100000"/>
              </a:lnSpc>
              <a:spcBef>
                <a:spcPts val="0"/>
              </a:spcBef>
              <a:spcAft>
                <a:spcPts val="0"/>
              </a:spcAft>
              <a:buFont typeface="Arial" panose="020B0604020202020204" pitchFamily="34" charset="0"/>
              <a:buNone/>
              <a:defRPr sz="1200" b="0">
                <a:solidFill>
                  <a:schemeClr val="bg2"/>
                </a:solidFill>
              </a:defRPr>
            </a:lvl3pPr>
            <a:lvl4pPr marL="0" indent="0" algn="l">
              <a:lnSpc>
                <a:spcPct val="100000"/>
              </a:lnSpc>
              <a:spcBef>
                <a:spcPts val="0"/>
              </a:spcBef>
              <a:spcAft>
                <a:spcPts val="0"/>
              </a:spcAft>
              <a:buFont typeface="Arial" panose="020B0604020202020204" pitchFamily="34" charset="0"/>
              <a:buNone/>
              <a:defRPr sz="1200" b="0">
                <a:solidFill>
                  <a:schemeClr val="bg2"/>
                </a:solidFill>
              </a:defRPr>
            </a:lvl4pPr>
            <a:lvl5pPr marL="0" indent="0" algn="l">
              <a:lnSpc>
                <a:spcPct val="100000"/>
              </a:lnSpc>
              <a:spcBef>
                <a:spcPts val="0"/>
              </a:spcBef>
              <a:spcAft>
                <a:spcPts val="0"/>
              </a:spcAft>
              <a:buFont typeface="Arial" panose="020B0604020202020204" pitchFamily="34" charset="0"/>
              <a:buNone/>
              <a:defRPr sz="1200" b="0">
                <a:solidFill>
                  <a:schemeClr val="bg2"/>
                </a:solidFill>
              </a:defRPr>
            </a:lvl5pPr>
            <a:lvl6pPr marL="0" indent="0" algn="l">
              <a:lnSpc>
                <a:spcPct val="100000"/>
              </a:lnSpc>
              <a:spcBef>
                <a:spcPts val="0"/>
              </a:spcBef>
              <a:spcAft>
                <a:spcPts val="0"/>
              </a:spcAft>
              <a:buFont typeface="Arial" panose="020B0604020202020204" pitchFamily="34" charset="0"/>
              <a:buNone/>
              <a:defRPr sz="1200" b="0">
                <a:solidFill>
                  <a:schemeClr val="bg2"/>
                </a:solidFill>
              </a:defRPr>
            </a:lvl6pPr>
            <a:lvl7pPr marL="0" indent="0" algn="l">
              <a:lnSpc>
                <a:spcPct val="100000"/>
              </a:lnSpc>
              <a:spcBef>
                <a:spcPts val="0"/>
              </a:spcBef>
              <a:spcAft>
                <a:spcPts val="0"/>
              </a:spcAft>
              <a:buFont typeface="Arial" panose="020B0604020202020204" pitchFamily="34" charset="0"/>
              <a:buNone/>
              <a:defRPr sz="1200" b="0">
                <a:solidFill>
                  <a:schemeClr val="bg2"/>
                </a:solidFill>
              </a:defRPr>
            </a:lvl7pPr>
            <a:lvl8pPr marL="0" indent="0" algn="l">
              <a:lnSpc>
                <a:spcPct val="100000"/>
              </a:lnSpc>
              <a:spcBef>
                <a:spcPts val="0"/>
              </a:spcBef>
              <a:spcAft>
                <a:spcPts val="0"/>
              </a:spcAft>
              <a:buFont typeface="Arial" panose="020B0604020202020204" pitchFamily="34" charset="0"/>
              <a:buNone/>
              <a:defRPr sz="1200" b="0">
                <a:solidFill>
                  <a:schemeClr val="bg2"/>
                </a:solidFill>
              </a:defRPr>
            </a:lvl8pPr>
            <a:lvl9pPr marL="0" indent="0" algn="l">
              <a:lnSpc>
                <a:spcPct val="100000"/>
              </a:lnSpc>
              <a:spcBef>
                <a:spcPts val="0"/>
              </a:spcBef>
              <a:spcAft>
                <a:spcPts val="0"/>
              </a:spcAft>
              <a:buFont typeface="Arial" panose="020B0604020202020204" pitchFamily="34" charset="0"/>
              <a:buNone/>
              <a:defRPr sz="1200" b="0">
                <a:solidFill>
                  <a:schemeClr val="bg2"/>
                </a:solidFill>
              </a:defRPr>
            </a:lvl9pPr>
          </a:lstStyle>
          <a:p>
            <a:r>
              <a:rPr lang="en-US"/>
              <a:t>Subtitle of the presentation</a:t>
            </a:r>
          </a:p>
          <a:p>
            <a:pPr lvl="1"/>
            <a:r>
              <a:rPr lang="en-US"/>
              <a:t>Author | Date | Place</a:t>
            </a:r>
          </a:p>
        </p:txBody>
      </p:sp>
      <p:sp>
        <p:nvSpPr>
          <p:cNvPr id="5" name="Fußzeilenplatzhalter 3"/>
          <p:cNvSpPr>
            <a:spLocks noGrp="1"/>
          </p:cNvSpPr>
          <p:nvPr>
            <p:ph type="ftr" sz="quarter" idx="19"/>
          </p:nvPr>
        </p:nvSpPr>
        <p:spPr bwMode="gray">
          <a:xfrm>
            <a:off x="359952" y="4623996"/>
            <a:ext cx="3780000" cy="162000"/>
          </a:xfrm>
        </p:spPr>
        <p:txBody>
          <a:bodyPr/>
          <a:lstStyle>
            <a:lvl1pPr algn="l">
              <a:defRPr/>
            </a:lvl1pPr>
          </a:lstStyle>
          <a:p>
            <a:r>
              <a:rPr lang="en-US"/>
              <a:t>ONLY FOR INTERNAL USE</a:t>
            </a:r>
          </a:p>
        </p:txBody>
      </p:sp>
      <p:sp>
        <p:nvSpPr>
          <p:cNvPr id="9" name="Text Placeholder 8"/>
          <p:cNvSpPr>
            <a:spLocks noGrp="1"/>
          </p:cNvSpPr>
          <p:nvPr>
            <p:ph type="body" sz="quarter" idx="30"/>
          </p:nvPr>
        </p:nvSpPr>
        <p:spPr bwMode="gray">
          <a:xfrm>
            <a:off x="359100" y="357504"/>
            <a:ext cx="1233900" cy="372600"/>
          </a:xfrm>
          <a:blipFill>
            <a:blip r:embed="rId2">
              <a:extLst>
                <a:ext uri="{96DAC541-7B7A-43D3-8B79-37D633B846F1}">
                  <asvg:svgBlip xmlns:asvg="http://schemas.microsoft.com/office/drawing/2016/SVG/main" r:embed="rId3"/>
                </a:ext>
              </a:extLst>
            </a:blip>
            <a:srcRect/>
            <a:stretch>
              <a:fillRect t="20" b="20"/>
            </a:stretch>
          </a:blipFill>
        </p:spPr>
        <p:txBody>
          <a:bodyPr/>
          <a:lstStyle>
            <a:lvl1pPr marL="0" indent="0">
              <a:lnSpc>
                <a:spcPct val="100000"/>
              </a:lnSpc>
              <a:spcAft>
                <a:spcPts val="0"/>
              </a:spcAft>
              <a:buFontTx/>
              <a:buNone/>
              <a:defRPr sz="150">
                <a:noFill/>
              </a:defRPr>
            </a:lvl1pPr>
            <a:lvl2pPr marL="0" indent="0">
              <a:lnSpc>
                <a:spcPct val="100000"/>
              </a:lnSpc>
              <a:spcAft>
                <a:spcPts val="0"/>
              </a:spcAft>
              <a:buFontTx/>
              <a:buNone/>
              <a:defRPr sz="150">
                <a:noFill/>
              </a:defRPr>
            </a:lvl2pPr>
            <a:lvl3pPr marL="0" indent="0">
              <a:lnSpc>
                <a:spcPct val="100000"/>
              </a:lnSpc>
              <a:spcAft>
                <a:spcPts val="0"/>
              </a:spcAft>
              <a:buFontTx/>
              <a:buNone/>
              <a:defRPr sz="150">
                <a:noFill/>
              </a:defRPr>
            </a:lvl3pPr>
            <a:lvl4pPr marL="0" indent="0">
              <a:lnSpc>
                <a:spcPct val="100000"/>
              </a:lnSpc>
              <a:spcAft>
                <a:spcPts val="0"/>
              </a:spcAft>
              <a:buFontTx/>
              <a:buNone/>
              <a:defRPr sz="150">
                <a:noFill/>
              </a:defRPr>
            </a:lvl4pPr>
            <a:lvl5pPr marL="0" indent="0">
              <a:lnSpc>
                <a:spcPct val="100000"/>
              </a:lnSpc>
              <a:spcAft>
                <a:spcPts val="0"/>
              </a:spcAft>
              <a:buFontTx/>
              <a:buNone/>
              <a:defRPr sz="150">
                <a:noFill/>
              </a:defRPr>
            </a:lvl5pPr>
          </a:lstStyle>
          <a:p>
            <a:pPr lvl="0"/>
            <a:r>
              <a:rPr lang="en-US"/>
              <a:t>Click to edit Master text styles</a:t>
            </a:r>
          </a:p>
        </p:txBody>
      </p:sp>
      <p:sp>
        <p:nvSpPr>
          <p:cNvPr id="13" name="Text Placeholder 8"/>
          <p:cNvSpPr>
            <a:spLocks noGrp="1"/>
          </p:cNvSpPr>
          <p:nvPr>
            <p:ph type="body" sz="quarter" idx="31"/>
          </p:nvPr>
        </p:nvSpPr>
        <p:spPr bwMode="gray">
          <a:xfrm>
            <a:off x="7569329" y="4625100"/>
            <a:ext cx="1215000" cy="162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150">
                <a:noFill/>
              </a:defRPr>
            </a:lvl1pPr>
            <a:lvl2pPr marL="0" indent="0">
              <a:lnSpc>
                <a:spcPct val="100000"/>
              </a:lnSpc>
              <a:spcAft>
                <a:spcPts val="0"/>
              </a:spcAft>
              <a:buFontTx/>
              <a:buNone/>
              <a:defRPr sz="150">
                <a:noFill/>
              </a:defRPr>
            </a:lvl2pPr>
            <a:lvl3pPr marL="0" indent="0">
              <a:lnSpc>
                <a:spcPct val="100000"/>
              </a:lnSpc>
              <a:spcAft>
                <a:spcPts val="0"/>
              </a:spcAft>
              <a:buFontTx/>
              <a:buNone/>
              <a:defRPr sz="150">
                <a:noFill/>
              </a:defRPr>
            </a:lvl3pPr>
            <a:lvl4pPr marL="0" indent="0">
              <a:lnSpc>
                <a:spcPct val="100000"/>
              </a:lnSpc>
              <a:spcAft>
                <a:spcPts val="0"/>
              </a:spcAft>
              <a:buFontTx/>
              <a:buNone/>
              <a:defRPr sz="150">
                <a:noFill/>
              </a:defRPr>
            </a:lvl4pPr>
            <a:lvl5pPr marL="0" indent="0">
              <a:lnSpc>
                <a:spcPct val="100000"/>
              </a:lnSpc>
              <a:spcAft>
                <a:spcPts val="0"/>
              </a:spcAft>
              <a:buFontTx/>
              <a:buNone/>
              <a:defRPr sz="150">
                <a:noFill/>
              </a:defRPr>
            </a:lvl5pPr>
          </a:lstStyle>
          <a:p>
            <a:pPr lvl="0"/>
            <a:r>
              <a:rPr lang="en-US"/>
              <a:t>Click to edit Master text styles</a:t>
            </a:r>
          </a:p>
        </p:txBody>
      </p:sp>
      <p:grpSp>
        <p:nvGrpSpPr>
          <p:cNvPr id="12" name="Group 11"/>
          <p:cNvGrpSpPr/>
          <p:nvPr userDrawn="1"/>
        </p:nvGrpSpPr>
        <p:grpSpPr bwMode="gray">
          <a:xfrm>
            <a:off x="-1422666" y="0"/>
            <a:ext cx="1286309" cy="2808312"/>
            <a:chOff x="-1824880" y="2708920"/>
            <a:chExt cx="1715078" cy="3744416"/>
          </a:xfrm>
        </p:grpSpPr>
        <p:sp>
          <p:nvSpPr>
            <p:cNvPr id="14" name="TextBox 13"/>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450"/>
                </a:spcAft>
              </a:pPr>
              <a:r>
                <a:rPr lang="en-US" sz="825" b="1">
                  <a:solidFill>
                    <a:schemeClr val="tx1"/>
                  </a:solidFill>
                  <a:effectLst/>
                  <a:latin typeface="+mj-lt"/>
                </a:rPr>
                <a:t>To insert a picture:</a:t>
              </a:r>
            </a:p>
            <a:p>
              <a:pPr marL="107950" indent="-107950">
                <a:lnSpc>
                  <a:spcPct val="120000"/>
                </a:lnSpc>
                <a:spcAft>
                  <a:spcPts val="450"/>
                </a:spcAft>
                <a:buFont typeface="+mj-lt"/>
                <a:buAutoNum type="arabicPeriod"/>
              </a:pPr>
              <a:r>
                <a:rPr lang="en-US" sz="675">
                  <a:solidFill>
                    <a:schemeClr val="tx1"/>
                  </a:solidFill>
                  <a:effectLst/>
                  <a:latin typeface="+mn-lt"/>
                </a:rPr>
                <a:t>Click on the placeholder for pictures</a:t>
              </a:r>
            </a:p>
            <a:p>
              <a:pPr marL="107950" indent="-107950">
                <a:lnSpc>
                  <a:spcPct val="120000"/>
                </a:lnSpc>
                <a:spcAft>
                  <a:spcPts val="450"/>
                </a:spcAft>
                <a:buFont typeface="+mj-lt"/>
                <a:buAutoNum type="arabicPeriod"/>
              </a:pPr>
              <a:r>
                <a:rPr lang="en-US" sz="675">
                  <a:solidFill>
                    <a:schemeClr val="tx1"/>
                  </a:solidFill>
                  <a:effectLst/>
                  <a:latin typeface="+mn-lt"/>
                </a:rPr>
                <a:t>Open the menu “Insert”</a:t>
              </a:r>
            </a:p>
            <a:p>
              <a:pPr marL="107950" indent="-107950">
                <a:lnSpc>
                  <a:spcPct val="120000"/>
                </a:lnSpc>
                <a:spcAft>
                  <a:spcPts val="450"/>
                </a:spcAft>
                <a:buFont typeface="+mj-lt"/>
                <a:buAutoNum type="arabicPeriod"/>
              </a:pPr>
              <a:r>
                <a:rPr lang="en-US" sz="675">
                  <a:solidFill>
                    <a:schemeClr val="tx1"/>
                  </a:solidFill>
                  <a:effectLst/>
                  <a:latin typeface="+mn-lt"/>
                </a:rPr>
                <a:t>Choose “Pictures” and then the corresponding source where the image is located</a:t>
              </a:r>
              <a:endParaRPr lang="en-US" sz="675">
                <a:solidFill>
                  <a:schemeClr val="tx1"/>
                </a:solidFill>
                <a:latin typeface="+mn-lt"/>
              </a:endParaRPr>
            </a:p>
          </p:txBody>
        </p:sp>
        <p:pic>
          <p:nvPicPr>
            <p:cNvPr id="15" name="Picture 14"/>
            <p:cNvPicPr>
              <a:picLocks noChangeAspect="1"/>
            </p:cNvPicPr>
            <p:nvPr userDrawn="1"/>
          </p:nvPicPr>
          <p:blipFill rotWithShape="1">
            <a:blip r:embed="rId6"/>
            <a:srcRect l="8843" r="2395" b="2546"/>
            <a:stretch>
              <a:fillRect/>
            </a:stretch>
          </p:blipFill>
          <p:spPr bwMode="gray">
            <a:xfrm>
              <a:off x="-1589806" y="4475212"/>
              <a:ext cx="745332" cy="1122804"/>
            </a:xfrm>
            <a:prstGeom prst="roundRect">
              <a:avLst>
                <a:gd name="adj" fmla="val 3514"/>
              </a:avLst>
            </a:prstGeom>
          </p:spPr>
        </p:pic>
        <p:sp>
          <p:nvSpPr>
            <p:cNvPr id="16" name="TextBox 15"/>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07950" indent="-107950">
                <a:spcAft>
                  <a:spcPts val="450"/>
                </a:spcAft>
                <a:buFont typeface="+mj-lt"/>
                <a:buAutoNum type="arabicPeriod" startAt="4"/>
              </a:pPr>
              <a:r>
                <a:rPr lang="en-US" sz="675">
                  <a:solidFill>
                    <a:schemeClr val="tx1"/>
                  </a:solidFill>
                  <a:effectLst/>
                  <a:latin typeface="+mn-lt"/>
                </a:rPr>
                <a:t>Now the image has </a:t>
              </a:r>
              <a:br>
                <a:rPr lang="en-US" sz="675">
                  <a:solidFill>
                    <a:schemeClr val="tx1"/>
                  </a:solidFill>
                  <a:effectLst/>
                  <a:latin typeface="+mn-lt"/>
                </a:rPr>
              </a:br>
              <a:r>
                <a:rPr lang="en-US" sz="675">
                  <a:solidFill>
                    <a:schemeClr val="tx1"/>
                  </a:solidFill>
                  <a:effectLst/>
                  <a:latin typeface="+mn-lt"/>
                </a:rPr>
                <a:t>been loaded into the </a:t>
              </a:r>
              <a:br>
                <a:rPr lang="en-US" sz="675">
                  <a:solidFill>
                    <a:schemeClr val="tx1"/>
                  </a:solidFill>
                  <a:effectLst/>
                  <a:latin typeface="+mn-lt"/>
                </a:rPr>
              </a:br>
              <a:r>
                <a:rPr lang="en-US" sz="675">
                  <a:solidFill>
                    <a:schemeClr val="tx1"/>
                  </a:solidFill>
                  <a:effectLst/>
                  <a:latin typeface="+mn-lt"/>
                </a:rPr>
                <a:t>placeholder.</a:t>
              </a:r>
              <a:endParaRPr lang="en-US" sz="675">
                <a:solidFill>
                  <a:schemeClr val="tx1"/>
                </a:solidFill>
                <a:latin typeface="+mn-lt"/>
              </a:endParaRPr>
            </a:p>
          </p:txBody>
        </p:sp>
      </p:grpSp>
    </p:spTree>
  </p:cSld>
  <p:clrMapOvr>
    <a:masterClrMapping/>
  </p:clrMapOvr>
</p:sldLayout>
</file>

<file path=ppt/slideLayouts/slideLayout132.xml><?xml version="1.0" encoding="utf-8"?>
<p:sldLayout xmlns:a="http://schemas.openxmlformats.org/drawingml/2006/main" xmlns:r="http://schemas.openxmlformats.org/officeDocument/2006/relationships" xmlns:p="http://schemas.openxmlformats.org/presentationml/2006/main" preserve="1" userDrawn="1">
  <p:cSld name="Title slide image (small)">
    <p:bg bwMode="ltGray">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359569" y="1977750"/>
            <a:ext cx="5454254" cy="1188000"/>
          </a:xfrm>
        </p:spPr>
        <p:txBody>
          <a:bodyPr anchor="b"/>
          <a:lstStyle>
            <a:lvl1pPr algn="l">
              <a:defRPr sz="3600" b="1" i="0">
                <a:solidFill>
                  <a:schemeClr val="tx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359570" y="3327840"/>
            <a:ext cx="5454696" cy="702000"/>
          </a:xfrm>
        </p:spPr>
        <p:txBody>
          <a:bodyPr/>
          <a:lstStyle>
            <a:lvl1pPr marL="0" indent="0" algn="l">
              <a:lnSpc>
                <a:spcPct val="100000"/>
              </a:lnSpc>
              <a:spcBef>
                <a:spcPts val="0"/>
              </a:spcBef>
              <a:spcAft>
                <a:spcPts val="1800"/>
              </a:spcAft>
              <a:buFont typeface="Arial" panose="020B0604020202020204" pitchFamily="34" charset="0"/>
              <a:buNone/>
              <a:defRPr sz="18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200" b="0">
                <a:solidFill>
                  <a:schemeClr val="bg1"/>
                </a:solidFill>
              </a:defRPr>
            </a:lvl2pPr>
            <a:lvl3pPr marL="0" indent="0" algn="l">
              <a:lnSpc>
                <a:spcPct val="100000"/>
              </a:lnSpc>
              <a:spcBef>
                <a:spcPts val="0"/>
              </a:spcBef>
              <a:spcAft>
                <a:spcPts val="0"/>
              </a:spcAft>
              <a:buFont typeface="Arial" panose="020B0604020202020204" pitchFamily="34" charset="0"/>
              <a:buNone/>
              <a:defRPr sz="1200" b="0">
                <a:solidFill>
                  <a:schemeClr val="bg1"/>
                </a:solidFill>
              </a:defRPr>
            </a:lvl3pPr>
            <a:lvl4pPr marL="0" indent="0" algn="l">
              <a:lnSpc>
                <a:spcPct val="100000"/>
              </a:lnSpc>
              <a:spcBef>
                <a:spcPts val="0"/>
              </a:spcBef>
              <a:spcAft>
                <a:spcPts val="0"/>
              </a:spcAft>
              <a:buFont typeface="Arial" panose="020B0604020202020204" pitchFamily="34" charset="0"/>
              <a:buNone/>
              <a:defRPr sz="1200" b="0">
                <a:solidFill>
                  <a:schemeClr val="bg1"/>
                </a:solidFill>
              </a:defRPr>
            </a:lvl4pPr>
            <a:lvl5pPr marL="0" indent="0" algn="l">
              <a:lnSpc>
                <a:spcPct val="100000"/>
              </a:lnSpc>
              <a:spcBef>
                <a:spcPts val="0"/>
              </a:spcBef>
              <a:spcAft>
                <a:spcPts val="0"/>
              </a:spcAft>
              <a:buFont typeface="Arial" panose="020B0604020202020204" pitchFamily="34" charset="0"/>
              <a:buNone/>
              <a:defRPr sz="1200" b="0">
                <a:solidFill>
                  <a:schemeClr val="bg1"/>
                </a:solidFill>
              </a:defRPr>
            </a:lvl5pPr>
            <a:lvl6pPr marL="0" indent="0" algn="l">
              <a:lnSpc>
                <a:spcPct val="100000"/>
              </a:lnSpc>
              <a:spcBef>
                <a:spcPts val="0"/>
              </a:spcBef>
              <a:spcAft>
                <a:spcPts val="0"/>
              </a:spcAft>
              <a:buFont typeface="Arial" panose="020B0604020202020204" pitchFamily="34" charset="0"/>
              <a:buNone/>
              <a:defRPr sz="1200" b="0">
                <a:solidFill>
                  <a:schemeClr val="bg1"/>
                </a:solidFill>
              </a:defRPr>
            </a:lvl6pPr>
            <a:lvl7pPr marL="0" indent="0" algn="l">
              <a:lnSpc>
                <a:spcPct val="100000"/>
              </a:lnSpc>
              <a:spcBef>
                <a:spcPts val="0"/>
              </a:spcBef>
              <a:spcAft>
                <a:spcPts val="0"/>
              </a:spcAft>
              <a:buFont typeface="Arial" panose="020B0604020202020204" pitchFamily="34" charset="0"/>
              <a:buNone/>
              <a:defRPr sz="1200" b="0">
                <a:solidFill>
                  <a:schemeClr val="bg1"/>
                </a:solidFill>
              </a:defRPr>
            </a:lvl7pPr>
            <a:lvl8pPr marL="0" indent="0" algn="l">
              <a:lnSpc>
                <a:spcPct val="100000"/>
              </a:lnSpc>
              <a:spcBef>
                <a:spcPts val="0"/>
              </a:spcBef>
              <a:spcAft>
                <a:spcPts val="0"/>
              </a:spcAft>
              <a:buFont typeface="Arial" panose="020B0604020202020204" pitchFamily="34" charset="0"/>
              <a:buNone/>
              <a:defRPr sz="1200" b="0">
                <a:solidFill>
                  <a:schemeClr val="bg1"/>
                </a:solidFill>
              </a:defRPr>
            </a:lvl8pPr>
            <a:lvl9pPr marL="0" indent="0" algn="l">
              <a:lnSpc>
                <a:spcPct val="100000"/>
              </a:lnSpc>
              <a:spcBef>
                <a:spcPts val="0"/>
              </a:spcBef>
              <a:spcAft>
                <a:spcPts val="0"/>
              </a:spcAft>
              <a:buFont typeface="Arial" panose="020B0604020202020204" pitchFamily="34" charset="0"/>
              <a:buNone/>
              <a:defRPr sz="1200" b="0">
                <a:solidFill>
                  <a:schemeClr val="bg1"/>
                </a:solidFill>
              </a:defRPr>
            </a:lvl9pPr>
          </a:lstStyle>
          <a:p>
            <a:r>
              <a:rPr lang="en-US"/>
              <a:t>Subtitle of the presentation</a:t>
            </a:r>
          </a:p>
          <a:p>
            <a:pPr lvl="1"/>
            <a:r>
              <a:rPr lang="en-US"/>
              <a:t>Author | Date | Place</a:t>
            </a:r>
          </a:p>
        </p:txBody>
      </p:sp>
      <p:sp>
        <p:nvSpPr>
          <p:cNvPr id="11" name="Bildplatzhalter 10"/>
          <p:cNvSpPr>
            <a:spLocks noGrp="1"/>
          </p:cNvSpPr>
          <p:nvPr>
            <p:ph type="pic" sz="quarter" idx="10" hasCustomPrompt="1"/>
          </p:nvPr>
        </p:nvSpPr>
        <p:spPr bwMode="gray">
          <a:xfrm>
            <a:off x="6084094" y="0"/>
            <a:ext cx="3059906" cy="5143500"/>
          </a:xfrm>
          <a:solidFill>
            <a:srgbClr val="E5E3DE"/>
          </a:solidFill>
        </p:spPr>
        <p:txBody>
          <a:bodyPr tIns="720000" anchor="ctr" anchorCtr="0"/>
          <a:lstStyle>
            <a:lvl1pPr marL="0" indent="0" algn="ctr">
              <a:spcBef>
                <a:spcPts val="0"/>
              </a:spcBef>
              <a:spcAft>
                <a:spcPts val="0"/>
              </a:spcAft>
              <a:buFontTx/>
              <a:buNone/>
              <a:defRPr sz="900" b="0"/>
            </a:lvl1pPr>
            <a:lvl2pPr marL="0" indent="0" algn="ctr">
              <a:spcBef>
                <a:spcPts val="0"/>
              </a:spcBef>
              <a:spcAft>
                <a:spcPts val="0"/>
              </a:spcAft>
              <a:buFontTx/>
              <a:buNone/>
              <a:defRPr sz="900" b="0"/>
            </a:lvl2pPr>
            <a:lvl3pPr marL="0" indent="0" algn="ctr">
              <a:spcBef>
                <a:spcPts val="0"/>
              </a:spcBef>
              <a:spcAft>
                <a:spcPts val="0"/>
              </a:spcAft>
              <a:buFontTx/>
              <a:buNone/>
              <a:defRPr sz="900" b="0"/>
            </a:lvl3pPr>
            <a:lvl4pPr marL="0" indent="0" algn="ctr">
              <a:spcBef>
                <a:spcPts val="0"/>
              </a:spcBef>
              <a:spcAft>
                <a:spcPts val="0"/>
              </a:spcAft>
              <a:buFontTx/>
              <a:buNone/>
              <a:defRPr sz="900" b="0"/>
            </a:lvl4pPr>
            <a:lvl5pPr marL="0" indent="0" algn="ctr">
              <a:spcBef>
                <a:spcPts val="0"/>
              </a:spcBef>
              <a:spcAft>
                <a:spcPts val="0"/>
              </a:spcAft>
              <a:buFontTx/>
              <a:buNone/>
              <a:defRPr sz="900" b="0"/>
            </a:lvl5pPr>
            <a:lvl6pPr marL="0" indent="0" algn="ctr">
              <a:spcBef>
                <a:spcPts val="0"/>
              </a:spcBef>
              <a:spcAft>
                <a:spcPts val="0"/>
              </a:spcAft>
              <a:buFontTx/>
              <a:buNone/>
              <a:defRPr sz="900" b="0"/>
            </a:lvl6pPr>
            <a:lvl7pPr marL="0" indent="0" algn="ctr">
              <a:spcBef>
                <a:spcPts val="0"/>
              </a:spcBef>
              <a:spcAft>
                <a:spcPts val="0"/>
              </a:spcAft>
              <a:buFontTx/>
              <a:buNone/>
              <a:defRPr sz="900" b="0"/>
            </a:lvl7pPr>
            <a:lvl8pPr marL="0" indent="0" algn="ctr">
              <a:spcBef>
                <a:spcPts val="0"/>
              </a:spcBef>
              <a:spcAft>
                <a:spcPts val="0"/>
              </a:spcAft>
              <a:buFontTx/>
              <a:buNone/>
              <a:defRPr sz="900" b="0"/>
            </a:lvl8pPr>
            <a:lvl9pPr marL="0" indent="0" algn="ctr">
              <a:spcBef>
                <a:spcPts val="0"/>
              </a:spcBef>
              <a:spcAft>
                <a:spcPts val="0"/>
              </a:spcAft>
              <a:buFontTx/>
              <a:buNone/>
              <a:defRPr sz="900" b="0"/>
            </a:lvl9pPr>
          </a:lstStyle>
          <a:p>
            <a:r>
              <a:rPr lang="en-US"/>
              <a:t>Add picture</a:t>
            </a:r>
          </a:p>
        </p:txBody>
      </p:sp>
      <p:pic>
        <p:nvPicPr>
          <p:cNvPr id="14" name="Grafik 13"/>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359100" y="356400"/>
            <a:ext cx="1233900" cy="372456"/>
          </a:xfrm>
          <a:prstGeom prst="rect">
            <a:avLst/>
          </a:prstGeom>
        </p:spPr>
      </p:pic>
      <p:sp>
        <p:nvSpPr>
          <p:cNvPr id="4" name="Fußzeilenplatzhalter 3"/>
          <p:cNvSpPr>
            <a:spLocks noGrp="1"/>
          </p:cNvSpPr>
          <p:nvPr>
            <p:ph type="ftr" sz="quarter" idx="19"/>
          </p:nvPr>
        </p:nvSpPr>
        <p:spPr bwMode="gray">
          <a:xfrm>
            <a:off x="359570" y="4623996"/>
            <a:ext cx="3780000" cy="162000"/>
          </a:xfrm>
        </p:spPr>
        <p:txBody>
          <a:bodyPr/>
          <a:lstStyle>
            <a:lvl1pPr algn="l">
              <a:defRPr>
                <a:solidFill>
                  <a:schemeClr val="bg1"/>
                </a:solidFill>
              </a:defRPr>
            </a:lvl1pPr>
          </a:lstStyle>
          <a:p>
            <a:r>
              <a:rPr lang="en-US"/>
              <a:t>ONLY FOR INTERNAL USE</a:t>
            </a:r>
          </a:p>
        </p:txBody>
      </p:sp>
      <p:sp>
        <p:nvSpPr>
          <p:cNvPr id="5" name="Text Placeholder 8"/>
          <p:cNvSpPr>
            <a:spLocks noGrp="1"/>
          </p:cNvSpPr>
          <p:nvPr>
            <p:ph type="body" sz="quarter" idx="31"/>
          </p:nvPr>
        </p:nvSpPr>
        <p:spPr bwMode="gray">
          <a:xfrm>
            <a:off x="7569329" y="4625100"/>
            <a:ext cx="1215000" cy="162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150">
                <a:noFill/>
              </a:defRPr>
            </a:lvl1pPr>
            <a:lvl2pPr marL="0" indent="0">
              <a:lnSpc>
                <a:spcPct val="100000"/>
              </a:lnSpc>
              <a:spcAft>
                <a:spcPts val="0"/>
              </a:spcAft>
              <a:buFontTx/>
              <a:buNone/>
              <a:defRPr sz="150">
                <a:noFill/>
              </a:defRPr>
            </a:lvl2pPr>
            <a:lvl3pPr marL="0" indent="0">
              <a:lnSpc>
                <a:spcPct val="100000"/>
              </a:lnSpc>
              <a:spcAft>
                <a:spcPts val="0"/>
              </a:spcAft>
              <a:buFontTx/>
              <a:buNone/>
              <a:defRPr sz="150">
                <a:noFill/>
              </a:defRPr>
            </a:lvl3pPr>
            <a:lvl4pPr marL="0" indent="0">
              <a:lnSpc>
                <a:spcPct val="100000"/>
              </a:lnSpc>
              <a:spcAft>
                <a:spcPts val="0"/>
              </a:spcAft>
              <a:buFontTx/>
              <a:buNone/>
              <a:defRPr sz="150">
                <a:noFill/>
              </a:defRPr>
            </a:lvl4pPr>
            <a:lvl5pPr marL="0" indent="0">
              <a:lnSpc>
                <a:spcPct val="100000"/>
              </a:lnSpc>
              <a:spcAft>
                <a:spcPts val="0"/>
              </a:spcAft>
              <a:buFontTx/>
              <a:buNone/>
              <a:defRPr sz="150">
                <a:noFill/>
              </a:defRPr>
            </a:lvl5pPr>
          </a:lstStyle>
          <a:p>
            <a:pPr lvl="0"/>
            <a:r>
              <a:rPr lang="en-US"/>
              <a:t>Click to edit Master text styles</a:t>
            </a:r>
          </a:p>
        </p:txBody>
      </p:sp>
      <p:grpSp>
        <p:nvGrpSpPr>
          <p:cNvPr id="6" name="Group 5"/>
          <p:cNvGrpSpPr/>
          <p:nvPr userDrawn="1"/>
        </p:nvGrpSpPr>
        <p:grpSpPr bwMode="gray">
          <a:xfrm>
            <a:off x="-1422666" y="0"/>
            <a:ext cx="1286309" cy="2808312"/>
            <a:chOff x="-1824880" y="2708920"/>
            <a:chExt cx="1715078" cy="3744416"/>
          </a:xfrm>
        </p:grpSpPr>
        <p:sp>
          <p:nvSpPr>
            <p:cNvPr id="12" name="TextBox 11"/>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450"/>
                </a:spcAft>
              </a:pPr>
              <a:r>
                <a:rPr lang="en-US" sz="825" b="1">
                  <a:solidFill>
                    <a:schemeClr val="tx1"/>
                  </a:solidFill>
                  <a:effectLst/>
                  <a:latin typeface="+mj-lt"/>
                </a:rPr>
                <a:t>To insert a picture:</a:t>
              </a:r>
            </a:p>
            <a:p>
              <a:pPr marL="107950" indent="-107950">
                <a:lnSpc>
                  <a:spcPct val="120000"/>
                </a:lnSpc>
                <a:spcAft>
                  <a:spcPts val="450"/>
                </a:spcAft>
                <a:buFont typeface="+mj-lt"/>
                <a:buAutoNum type="arabicPeriod"/>
              </a:pPr>
              <a:r>
                <a:rPr lang="en-US" sz="675">
                  <a:solidFill>
                    <a:schemeClr val="tx1"/>
                  </a:solidFill>
                  <a:effectLst/>
                  <a:latin typeface="+mn-lt"/>
                </a:rPr>
                <a:t>Click on the placeholder for pictures</a:t>
              </a:r>
            </a:p>
            <a:p>
              <a:pPr marL="107950" indent="-107950">
                <a:lnSpc>
                  <a:spcPct val="120000"/>
                </a:lnSpc>
                <a:spcAft>
                  <a:spcPts val="450"/>
                </a:spcAft>
                <a:buFont typeface="+mj-lt"/>
                <a:buAutoNum type="arabicPeriod"/>
              </a:pPr>
              <a:r>
                <a:rPr lang="en-US" sz="675">
                  <a:solidFill>
                    <a:schemeClr val="tx1"/>
                  </a:solidFill>
                  <a:effectLst/>
                  <a:latin typeface="+mn-lt"/>
                </a:rPr>
                <a:t>Open the menu “Insert”</a:t>
              </a:r>
            </a:p>
            <a:p>
              <a:pPr marL="107950" indent="-107950">
                <a:lnSpc>
                  <a:spcPct val="120000"/>
                </a:lnSpc>
                <a:spcAft>
                  <a:spcPts val="450"/>
                </a:spcAft>
                <a:buFont typeface="+mj-lt"/>
                <a:buAutoNum type="arabicPeriod"/>
              </a:pPr>
              <a:r>
                <a:rPr lang="en-US" sz="675">
                  <a:solidFill>
                    <a:schemeClr val="tx1"/>
                  </a:solidFill>
                  <a:effectLst/>
                  <a:latin typeface="+mn-lt"/>
                </a:rPr>
                <a:t>Choose “Pictures” and then the corresponding source where the image is located</a:t>
              </a:r>
              <a:endParaRPr lang="en-US" sz="675">
                <a:solidFill>
                  <a:schemeClr val="tx1"/>
                </a:solidFill>
                <a:latin typeface="+mn-lt"/>
              </a:endParaRPr>
            </a:p>
          </p:txBody>
        </p:sp>
        <p:pic>
          <p:nvPicPr>
            <p:cNvPr id="13" name="Picture 12"/>
            <p:cNvPicPr>
              <a:picLocks noChangeAspect="1"/>
            </p:cNvPicPr>
            <p:nvPr userDrawn="1"/>
          </p:nvPicPr>
          <p:blipFill rotWithShape="1">
            <a:blip r:embed="rId6"/>
            <a:srcRect l="8843" r="2395" b="2546"/>
            <a:stretch>
              <a:fillRect/>
            </a:stretch>
          </p:blipFill>
          <p:spPr bwMode="gray">
            <a:xfrm>
              <a:off x="-1589806" y="4475212"/>
              <a:ext cx="745332" cy="1122804"/>
            </a:xfrm>
            <a:prstGeom prst="roundRect">
              <a:avLst>
                <a:gd name="adj" fmla="val 3514"/>
              </a:avLst>
            </a:prstGeom>
          </p:spPr>
        </p:pic>
        <p:sp>
          <p:nvSpPr>
            <p:cNvPr id="15" name="TextBox 14"/>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07950" indent="-107950">
                <a:spcAft>
                  <a:spcPts val="450"/>
                </a:spcAft>
                <a:buFont typeface="+mj-lt"/>
                <a:buAutoNum type="arabicPeriod" startAt="4"/>
              </a:pPr>
              <a:r>
                <a:rPr lang="en-US" sz="675">
                  <a:solidFill>
                    <a:schemeClr val="tx1"/>
                  </a:solidFill>
                  <a:effectLst/>
                  <a:latin typeface="+mn-lt"/>
                </a:rPr>
                <a:t>Now the image has </a:t>
              </a:r>
              <a:br>
                <a:rPr lang="en-US" sz="675">
                  <a:solidFill>
                    <a:schemeClr val="tx1"/>
                  </a:solidFill>
                  <a:effectLst/>
                  <a:latin typeface="+mn-lt"/>
                </a:rPr>
              </a:br>
              <a:r>
                <a:rPr lang="en-US" sz="675">
                  <a:solidFill>
                    <a:schemeClr val="tx1"/>
                  </a:solidFill>
                  <a:effectLst/>
                  <a:latin typeface="+mn-lt"/>
                </a:rPr>
                <a:t>been loaded into the </a:t>
              </a:r>
              <a:br>
                <a:rPr lang="en-US" sz="675">
                  <a:solidFill>
                    <a:schemeClr val="tx1"/>
                  </a:solidFill>
                  <a:effectLst/>
                  <a:latin typeface="+mn-lt"/>
                </a:rPr>
              </a:br>
              <a:r>
                <a:rPr lang="en-US" sz="675">
                  <a:solidFill>
                    <a:schemeClr val="tx1"/>
                  </a:solidFill>
                  <a:effectLst/>
                  <a:latin typeface="+mn-lt"/>
                </a:rPr>
                <a:t>placeholder.</a:t>
              </a:r>
              <a:endParaRPr lang="en-US" sz="675">
                <a:solidFill>
                  <a:schemeClr val="tx1"/>
                </a:solidFill>
                <a:latin typeface="+mn-lt"/>
              </a:endParaRPr>
            </a:p>
          </p:txBody>
        </p:sp>
      </p:grpSp>
    </p:spTree>
  </p:cSld>
  <p:clrMapOvr>
    <a:masterClrMapping/>
  </p:clrMapOvr>
</p:sldLayout>
</file>

<file path=ppt/slideLayouts/slideLayout133.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p:txBody>
          <a:bodyPr/>
          <a:lstStyle>
            <a:lvl1pPr>
              <a:defRPr/>
            </a:lvl1pPr>
          </a:lstStyle>
          <a:p>
            <a:r>
              <a:rPr lang="en-US"/>
              <a:t>Add agenda title</a:t>
            </a:r>
          </a:p>
        </p:txBody>
      </p:sp>
      <p:sp>
        <p:nvSpPr>
          <p:cNvPr id="10" name="Textplatzhalter 9"/>
          <p:cNvSpPr>
            <a:spLocks noGrp="1"/>
          </p:cNvSpPr>
          <p:nvPr>
            <p:ph type="body" sz="quarter" idx="15" hasCustomPrompt="1"/>
          </p:nvPr>
        </p:nvSpPr>
        <p:spPr bwMode="gray">
          <a:xfrm>
            <a:off x="359570" y="1059658"/>
            <a:ext cx="8424863" cy="3402806"/>
          </a:xfrm>
        </p:spPr>
        <p:txBody>
          <a:bodyPr/>
          <a:lstStyle>
            <a:lvl1pPr marL="269875" indent="-269875">
              <a:spcBef>
                <a:spcPts val="1350"/>
              </a:spcBef>
              <a:buFont typeface="+mj-lt"/>
              <a:buAutoNum type="arabicPeriod"/>
              <a:defRPr sz="1500"/>
            </a:lvl1pPr>
            <a:lvl2pPr marL="405130" indent="-135255">
              <a:spcBef>
                <a:spcPts val="150"/>
              </a:spcBef>
              <a:spcAft>
                <a:spcPts val="150"/>
              </a:spcAft>
              <a:buFont typeface="Arial" panose="020B0604020202020204" pitchFamily="34" charset="0"/>
              <a:buChar char="•"/>
              <a:defRPr/>
            </a:lvl2pPr>
            <a:lvl3pPr marL="405130" indent="-135255">
              <a:spcBef>
                <a:spcPts val="150"/>
              </a:spcBef>
              <a:spcAft>
                <a:spcPts val="150"/>
              </a:spcAft>
              <a:buFont typeface="Arial" panose="020B0604020202020204" pitchFamily="34" charset="0"/>
              <a:buChar char="•"/>
              <a:defRPr/>
            </a:lvl3pPr>
            <a:lvl4pPr marL="405130" indent="-135255">
              <a:spcBef>
                <a:spcPts val="150"/>
              </a:spcBef>
              <a:spcAft>
                <a:spcPts val="150"/>
              </a:spcAft>
              <a:buFont typeface="Arial" panose="020B0604020202020204" pitchFamily="34" charset="0"/>
              <a:buChar char="•"/>
              <a:defRPr/>
            </a:lvl4pPr>
            <a:lvl5pPr marL="405130" indent="-135255">
              <a:spcBef>
                <a:spcPts val="150"/>
              </a:spcBef>
              <a:spcAft>
                <a:spcPts val="150"/>
              </a:spcAft>
              <a:buFont typeface="Arial" panose="020B0604020202020204" pitchFamily="34" charset="0"/>
              <a:buChar char="•"/>
              <a:defRPr sz="1200"/>
            </a:lvl5pPr>
            <a:lvl6pPr marL="405130" indent="-135255">
              <a:spcBef>
                <a:spcPts val="150"/>
              </a:spcBef>
              <a:spcAft>
                <a:spcPts val="150"/>
              </a:spcAft>
              <a:buFont typeface="Arial" panose="020B0604020202020204" pitchFamily="34" charset="0"/>
              <a:buChar char="•"/>
              <a:defRPr sz="1200"/>
            </a:lvl6pPr>
            <a:lvl7pPr marL="405130" indent="-135255">
              <a:spcBef>
                <a:spcPts val="150"/>
              </a:spcBef>
              <a:spcAft>
                <a:spcPts val="150"/>
              </a:spcAft>
              <a:buFont typeface="Arial" panose="020B0604020202020204" pitchFamily="34" charset="0"/>
              <a:buChar char="•"/>
              <a:defRPr sz="1200"/>
            </a:lvl7pPr>
            <a:lvl8pPr marL="405130" indent="-135255">
              <a:spcBef>
                <a:spcPts val="150"/>
              </a:spcBef>
              <a:spcAft>
                <a:spcPts val="150"/>
              </a:spcAft>
              <a:buFont typeface="Arial" panose="020B0604020202020204" pitchFamily="34" charset="0"/>
              <a:buChar char="•"/>
              <a:defRPr sz="1200"/>
            </a:lvl8pPr>
            <a:lvl9pPr marL="405130" indent="-135255">
              <a:spcBef>
                <a:spcPts val="150"/>
              </a:spcBef>
              <a:spcAft>
                <a:spcPts val="150"/>
              </a:spcAft>
              <a:buFont typeface="Arial" panose="020B0604020202020204" pitchFamily="34" charset="0"/>
              <a:buChar char="•"/>
              <a:defRPr sz="1200"/>
            </a:lvl9pPr>
          </a:lstStyle>
          <a:p>
            <a:pPr lvl="0"/>
            <a:r>
              <a:rPr lang="en-US"/>
              <a:t>Edit text by clicking. Use the "Increase/decrease list level" buttons on the Start tab to switch between the set up text levels.</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6" name="Fußzeilenplatzhalter 5"/>
          <p:cNvSpPr>
            <a:spLocks noGrp="1"/>
          </p:cNvSpPr>
          <p:nvPr>
            <p:ph type="ftr" sz="quarter" idx="16"/>
          </p:nvPr>
        </p:nvSpPr>
        <p:spPr bwMode="gray"/>
        <p:txBody>
          <a:bodyPr/>
          <a:lstStyle/>
          <a:p>
            <a:r>
              <a:rPr lang="en-US"/>
              <a:t>Presentation title    |    ONLY FOR INTERNAL USE</a:t>
            </a:r>
          </a:p>
        </p:txBody>
      </p:sp>
      <p:sp>
        <p:nvSpPr>
          <p:cNvPr id="7" name="Foliennummernplatzhalter 6"/>
          <p:cNvSpPr>
            <a:spLocks noGrp="1"/>
          </p:cNvSpPr>
          <p:nvPr>
            <p:ph type="sldNum" sz="quarter" idx="17"/>
          </p:nvPr>
        </p:nvSpPr>
        <p:spPr bwMode="gray"/>
        <p:txBody>
          <a:bodyPr/>
          <a:lstStyle/>
          <a:p>
            <a:fld id="{8FF9B0DE-3FEB-4AA0-B465-B80EF7C1333D}" type="slidenum">
              <a:rPr lang="en-US" smtClean="0"/>
              <a:t>‹#›</a:t>
            </a:fld>
            <a:endParaRPr lang="en-US"/>
          </a:p>
        </p:txBody>
      </p:sp>
    </p:spTree>
  </p:cSld>
  <p:clrMapOvr>
    <a:masterClrMapping/>
  </p:clrMapOvr>
</p:sldLayout>
</file>

<file path=ppt/slideLayouts/slideLayout134.xml><?xml version="1.0" encoding="utf-8"?>
<p:sldLayout xmlns:a="http://schemas.openxmlformats.org/drawingml/2006/main" xmlns:r="http://schemas.openxmlformats.org/officeDocument/2006/relationships" xmlns:p="http://schemas.openxmlformats.org/presentationml/2006/main" preserve="1" userDrawn="1">
  <p:cSld name="Agenda alternative">
    <p:bg bwMode="blackWhite">
      <p:bgPr>
        <a:solidFill>
          <a:schemeClr val="bg2"/>
        </a:solidFill>
        <a:effectLst/>
      </p:bgPr>
    </p:bg>
    <p:spTree>
      <p:nvGrpSpPr>
        <p:cNvPr id="1" name=""/>
        <p:cNvGrpSpPr/>
        <p:nvPr/>
      </p:nvGrpSpPr>
      <p:grpSpPr>
        <a:xfrm>
          <a:off x="0" y="0"/>
          <a:ext cx="0" cy="0"/>
          <a:chOff x="0" y="0"/>
          <a:chExt cx="0" cy="0"/>
        </a:xfrm>
      </p:grpSpPr>
      <p:sp>
        <p:nvSpPr>
          <p:cNvPr id="5" name="Titel 4"/>
          <p:cNvSpPr>
            <a:spLocks noGrp="1"/>
          </p:cNvSpPr>
          <p:nvPr>
            <p:ph type="title" hasCustomPrompt="1"/>
          </p:nvPr>
        </p:nvSpPr>
        <p:spPr bwMode="gray"/>
        <p:txBody>
          <a:bodyPr/>
          <a:lstStyle>
            <a:lvl1pPr>
              <a:defRPr>
                <a:solidFill>
                  <a:schemeClr val="tx2"/>
                </a:solidFill>
              </a:defRPr>
            </a:lvl1pPr>
          </a:lstStyle>
          <a:p>
            <a:r>
              <a:rPr lang="en-US"/>
              <a:t>Add agenda title</a:t>
            </a:r>
          </a:p>
        </p:txBody>
      </p:sp>
      <p:sp>
        <p:nvSpPr>
          <p:cNvPr id="6" name="Fußzeilenplatzhalter 5"/>
          <p:cNvSpPr>
            <a:spLocks noGrp="1"/>
          </p:cNvSpPr>
          <p:nvPr>
            <p:ph type="ftr" sz="quarter" idx="16"/>
          </p:nvPr>
        </p:nvSpPr>
        <p:spPr bwMode="gray"/>
        <p:txBody>
          <a:bodyPr/>
          <a:lstStyle>
            <a:lvl1pPr>
              <a:defRPr>
                <a:solidFill>
                  <a:schemeClr val="bg1"/>
                </a:solidFill>
              </a:defRPr>
            </a:lvl1pPr>
          </a:lstStyle>
          <a:p>
            <a:r>
              <a:rPr lang="en-US"/>
              <a:t>Presentation title    |    ONLY FOR INTERNAL USE</a:t>
            </a:r>
          </a:p>
        </p:txBody>
      </p:sp>
      <p:sp>
        <p:nvSpPr>
          <p:cNvPr id="7" name="Foliennummernplatzhalter 6"/>
          <p:cNvSpPr>
            <a:spLocks noGrp="1"/>
          </p:cNvSpPr>
          <p:nvPr>
            <p:ph type="sldNum" sz="quarter" idx="17"/>
          </p:nvPr>
        </p:nvSpPr>
        <p:spPr bwMode="gray"/>
        <p:txBody>
          <a:bodyPr/>
          <a:lstStyle>
            <a:lvl1pPr>
              <a:defRPr>
                <a:solidFill>
                  <a:schemeClr val="bg1"/>
                </a:solidFill>
              </a:defRPr>
            </a:lvl1pPr>
          </a:lstStyle>
          <a:p>
            <a:fld id="{8FF9B0DE-3FEB-4AA0-B465-B80EF7C1333D}" type="slidenum">
              <a:rPr lang="en-US" smtClean="0"/>
              <a:t>‹#›</a:t>
            </a:fld>
            <a:endParaRPr lang="en-US"/>
          </a:p>
        </p:txBody>
      </p:sp>
      <p:sp>
        <p:nvSpPr>
          <p:cNvPr id="15" name="Textplatzhalter 8"/>
          <p:cNvSpPr>
            <a:spLocks noGrp="1"/>
          </p:cNvSpPr>
          <p:nvPr>
            <p:ph type="body" sz="quarter" idx="48" hasCustomPrompt="1"/>
          </p:nvPr>
        </p:nvSpPr>
        <p:spPr bwMode="white">
          <a:xfrm>
            <a:off x="359610" y="1059582"/>
            <a:ext cx="594000" cy="405000"/>
          </a:xfrm>
          <a:solidFill>
            <a:schemeClr val="bg2"/>
          </a:solidFill>
          <a:effectLst/>
        </p:spPr>
        <p:txBody>
          <a:bodyPr wrap="none" rIns="0" bIns="72000" anchor="ctr" anchorCtr="0"/>
          <a:lstStyle>
            <a:lvl1pPr marL="0" indent="0" algn="l">
              <a:buFontTx/>
              <a:buNone/>
              <a:defRPr sz="3300" b="1">
                <a:solidFill>
                  <a:schemeClr val="tx2"/>
                </a:solidFill>
                <a:latin typeface="+mj-lt"/>
              </a:defRPr>
            </a:lvl1pPr>
            <a:lvl2pPr marL="0" indent="0">
              <a:buFontTx/>
              <a:buNone/>
              <a:defRPr sz="3300" b="1">
                <a:solidFill>
                  <a:schemeClr val="tx2"/>
                </a:solidFill>
                <a:latin typeface="+mj-lt"/>
              </a:defRPr>
            </a:lvl2pPr>
            <a:lvl3pPr marL="0" indent="0">
              <a:buFontTx/>
              <a:buNone/>
              <a:defRPr sz="3300" b="1">
                <a:solidFill>
                  <a:schemeClr val="tx2"/>
                </a:solidFill>
                <a:latin typeface="+mj-lt"/>
              </a:defRPr>
            </a:lvl3pPr>
            <a:lvl4pPr marL="0" indent="0">
              <a:buFontTx/>
              <a:buNone/>
              <a:defRPr sz="3300" b="1">
                <a:solidFill>
                  <a:schemeClr val="tx2"/>
                </a:solidFill>
                <a:latin typeface="+mj-lt"/>
              </a:defRPr>
            </a:lvl4pPr>
            <a:lvl5pPr marL="0" indent="0">
              <a:buFontTx/>
              <a:buNone/>
              <a:defRPr sz="3300" b="1">
                <a:solidFill>
                  <a:schemeClr val="tx2"/>
                </a:solidFill>
                <a:latin typeface="+mj-lt"/>
              </a:defRPr>
            </a:lvl5pPr>
            <a:lvl6pPr marL="0" indent="0">
              <a:buFontTx/>
              <a:buNone/>
              <a:defRPr sz="3300" b="1">
                <a:solidFill>
                  <a:schemeClr val="tx2"/>
                </a:solidFill>
                <a:latin typeface="+mj-lt"/>
              </a:defRPr>
            </a:lvl6pPr>
            <a:lvl7pPr marL="0" indent="0">
              <a:buFontTx/>
              <a:buNone/>
              <a:defRPr sz="3300" b="1">
                <a:solidFill>
                  <a:schemeClr val="tx2"/>
                </a:solidFill>
                <a:latin typeface="+mj-lt"/>
              </a:defRPr>
            </a:lvl7pPr>
            <a:lvl8pPr marL="0" indent="0">
              <a:buFontTx/>
              <a:buNone/>
              <a:defRPr sz="3300" b="1">
                <a:solidFill>
                  <a:schemeClr val="tx2"/>
                </a:solidFill>
                <a:latin typeface="+mj-lt"/>
              </a:defRPr>
            </a:lvl8pPr>
            <a:lvl9pPr marL="0" indent="0">
              <a:buFontTx/>
              <a:buNone/>
              <a:defRPr sz="3300" b="1">
                <a:solidFill>
                  <a:schemeClr val="tx2"/>
                </a:solidFill>
                <a:latin typeface="+mj-lt"/>
              </a:defRPr>
            </a:lvl9pPr>
          </a:lstStyle>
          <a:p>
            <a:pPr lvl="0"/>
            <a:r>
              <a:rPr lang="en-US"/>
              <a:t>00</a:t>
            </a:r>
          </a:p>
        </p:txBody>
      </p:sp>
      <p:sp>
        <p:nvSpPr>
          <p:cNvPr id="9" name="Textplatzhalter 8"/>
          <p:cNvSpPr>
            <a:spLocks noGrp="1"/>
          </p:cNvSpPr>
          <p:nvPr>
            <p:ph type="body" sz="quarter" idx="18" hasCustomPrompt="1"/>
          </p:nvPr>
        </p:nvSpPr>
        <p:spPr bwMode="gray">
          <a:xfrm>
            <a:off x="1114286" y="1059582"/>
            <a:ext cx="3348000" cy="648000"/>
          </a:xfrm>
        </p:spPr>
        <p:txBody>
          <a:bodyPr/>
          <a:lstStyle>
            <a:lvl1pPr marL="0" indent="0">
              <a:spcAft>
                <a:spcPts val="0"/>
              </a:spcAft>
              <a:buFontTx/>
              <a:buNone/>
              <a:defRPr sz="1200" b="1">
                <a:solidFill>
                  <a:schemeClr val="bg1"/>
                </a:solidFill>
              </a:defRPr>
            </a:lvl1pPr>
            <a:lvl2pPr marL="0" indent="0">
              <a:spcAft>
                <a:spcPts val="0"/>
              </a:spcAft>
              <a:buFontTx/>
              <a:buNone/>
              <a:defRPr sz="1200">
                <a:solidFill>
                  <a:schemeClr val="bg1"/>
                </a:solidFill>
              </a:defRPr>
            </a:lvl2pPr>
            <a:lvl3pPr marL="0" indent="0">
              <a:spcAft>
                <a:spcPts val="0"/>
              </a:spcAft>
              <a:buFontTx/>
              <a:buNone/>
              <a:defRPr sz="1200">
                <a:solidFill>
                  <a:schemeClr val="bg1"/>
                </a:solidFill>
              </a:defRPr>
            </a:lvl3pPr>
            <a:lvl4pPr marL="0" indent="0">
              <a:spcAft>
                <a:spcPts val="0"/>
              </a:spcAft>
              <a:buFontTx/>
              <a:buNone/>
              <a:defRPr sz="1200">
                <a:solidFill>
                  <a:schemeClr val="bg1"/>
                </a:solidFill>
              </a:defRPr>
            </a:lvl4pPr>
            <a:lvl5pPr marL="0" indent="0">
              <a:spcAft>
                <a:spcPts val="0"/>
              </a:spcAft>
              <a:buFontTx/>
              <a:buNone/>
              <a:defRPr sz="1200">
                <a:solidFill>
                  <a:schemeClr val="bg1"/>
                </a:solidFill>
              </a:defRPr>
            </a:lvl5pPr>
            <a:lvl6pPr marL="0" indent="0">
              <a:spcAft>
                <a:spcPts val="0"/>
              </a:spcAft>
              <a:buFontTx/>
              <a:buNone/>
              <a:defRPr sz="1200">
                <a:solidFill>
                  <a:schemeClr val="bg1"/>
                </a:solidFill>
              </a:defRPr>
            </a:lvl6pPr>
            <a:lvl7pPr marL="0" indent="0">
              <a:spcAft>
                <a:spcPts val="0"/>
              </a:spcAft>
              <a:buFontTx/>
              <a:buNone/>
              <a:defRPr sz="1200">
                <a:solidFill>
                  <a:schemeClr val="bg1"/>
                </a:solidFill>
              </a:defRPr>
            </a:lvl7pPr>
            <a:lvl8pPr marL="0" indent="0">
              <a:spcAft>
                <a:spcPts val="0"/>
              </a:spcAft>
              <a:buFontTx/>
              <a:buNone/>
              <a:defRPr sz="1200">
                <a:solidFill>
                  <a:schemeClr val="bg1"/>
                </a:solidFill>
              </a:defRPr>
            </a:lvl8pPr>
            <a:lvl9pPr marL="0" indent="0">
              <a:spcAft>
                <a:spcPts val="0"/>
              </a:spcAft>
              <a:buFontTx/>
              <a:buNone/>
              <a:defRPr sz="1200">
                <a:solidFill>
                  <a:schemeClr val="bg1"/>
                </a:solidFill>
              </a:defRPr>
            </a:lvl9pPr>
          </a:lstStyle>
          <a:p>
            <a:pPr lvl="0"/>
            <a:r>
              <a:rPr lang="en-US"/>
              <a:t>First level</a:t>
            </a:r>
          </a:p>
          <a:p>
            <a:pPr lvl="1"/>
            <a:r>
              <a:rPr lang="en-US"/>
              <a:t>Second level</a:t>
            </a:r>
          </a:p>
        </p:txBody>
      </p:sp>
      <p:sp>
        <p:nvSpPr>
          <p:cNvPr id="26" name="Textplatzhalter 8"/>
          <p:cNvSpPr>
            <a:spLocks noGrp="1"/>
          </p:cNvSpPr>
          <p:nvPr>
            <p:ph type="body" sz="quarter" idx="30" hasCustomPrompt="1"/>
          </p:nvPr>
        </p:nvSpPr>
        <p:spPr bwMode="white">
          <a:xfrm>
            <a:off x="359610" y="1897463"/>
            <a:ext cx="594000" cy="405000"/>
          </a:xfrm>
          <a:solidFill>
            <a:schemeClr val="bg2"/>
          </a:solidFill>
          <a:effectLst/>
        </p:spPr>
        <p:txBody>
          <a:bodyPr wrap="none" rIns="0" bIns="72000" anchor="ctr" anchorCtr="0"/>
          <a:lstStyle>
            <a:lvl1pPr marL="0" indent="0" algn="l">
              <a:buFontTx/>
              <a:buNone/>
              <a:defRPr sz="3300" b="1">
                <a:solidFill>
                  <a:schemeClr val="tx2"/>
                </a:solidFill>
                <a:latin typeface="+mj-lt"/>
              </a:defRPr>
            </a:lvl1pPr>
            <a:lvl2pPr marL="0" indent="0">
              <a:buFontTx/>
              <a:buNone/>
              <a:defRPr sz="3300" b="1">
                <a:solidFill>
                  <a:schemeClr val="tx2"/>
                </a:solidFill>
                <a:latin typeface="+mj-lt"/>
              </a:defRPr>
            </a:lvl2pPr>
            <a:lvl3pPr marL="0" indent="0">
              <a:buFontTx/>
              <a:buNone/>
              <a:defRPr sz="3300" b="1">
                <a:solidFill>
                  <a:schemeClr val="tx2"/>
                </a:solidFill>
                <a:latin typeface="+mj-lt"/>
              </a:defRPr>
            </a:lvl3pPr>
            <a:lvl4pPr marL="0" indent="0">
              <a:buFontTx/>
              <a:buNone/>
              <a:defRPr sz="3300" b="1">
                <a:solidFill>
                  <a:schemeClr val="tx2"/>
                </a:solidFill>
                <a:latin typeface="+mj-lt"/>
              </a:defRPr>
            </a:lvl4pPr>
            <a:lvl5pPr marL="0" indent="0">
              <a:buFontTx/>
              <a:buNone/>
              <a:defRPr sz="3300" b="1">
                <a:solidFill>
                  <a:schemeClr val="tx2"/>
                </a:solidFill>
                <a:latin typeface="+mj-lt"/>
              </a:defRPr>
            </a:lvl5pPr>
            <a:lvl6pPr marL="0" indent="0">
              <a:buFontTx/>
              <a:buNone/>
              <a:defRPr sz="3300" b="1">
                <a:solidFill>
                  <a:schemeClr val="tx2"/>
                </a:solidFill>
                <a:latin typeface="+mj-lt"/>
              </a:defRPr>
            </a:lvl6pPr>
            <a:lvl7pPr marL="0" indent="0">
              <a:buFontTx/>
              <a:buNone/>
              <a:defRPr sz="3300" b="1">
                <a:solidFill>
                  <a:schemeClr val="tx2"/>
                </a:solidFill>
                <a:latin typeface="+mj-lt"/>
              </a:defRPr>
            </a:lvl7pPr>
            <a:lvl8pPr marL="0" indent="0">
              <a:buFontTx/>
              <a:buNone/>
              <a:defRPr sz="3300" b="1">
                <a:solidFill>
                  <a:schemeClr val="tx2"/>
                </a:solidFill>
                <a:latin typeface="+mj-lt"/>
              </a:defRPr>
            </a:lvl8pPr>
            <a:lvl9pPr marL="0" indent="0">
              <a:buFontTx/>
              <a:buNone/>
              <a:defRPr sz="3300" b="1">
                <a:solidFill>
                  <a:schemeClr val="tx2"/>
                </a:solidFill>
                <a:latin typeface="+mj-lt"/>
              </a:defRPr>
            </a:lvl9pPr>
          </a:lstStyle>
          <a:p>
            <a:pPr lvl="0"/>
            <a:r>
              <a:rPr lang="en-US"/>
              <a:t>00</a:t>
            </a:r>
          </a:p>
        </p:txBody>
      </p:sp>
      <p:sp>
        <p:nvSpPr>
          <p:cNvPr id="27" name="Textplatzhalter 8"/>
          <p:cNvSpPr>
            <a:spLocks noGrp="1"/>
          </p:cNvSpPr>
          <p:nvPr>
            <p:ph type="body" sz="quarter" idx="31" hasCustomPrompt="1"/>
          </p:nvPr>
        </p:nvSpPr>
        <p:spPr bwMode="white">
          <a:xfrm>
            <a:off x="359532" y="2734556"/>
            <a:ext cx="594000" cy="405000"/>
          </a:xfrm>
          <a:solidFill>
            <a:schemeClr val="bg2"/>
          </a:solidFill>
          <a:effectLst/>
        </p:spPr>
        <p:txBody>
          <a:bodyPr wrap="none" rIns="0" bIns="72000" anchor="ctr" anchorCtr="0"/>
          <a:lstStyle>
            <a:lvl1pPr marL="0" indent="0" algn="l">
              <a:buFontTx/>
              <a:buNone/>
              <a:defRPr sz="3300" b="1">
                <a:solidFill>
                  <a:schemeClr val="tx2"/>
                </a:solidFill>
                <a:latin typeface="+mj-lt"/>
              </a:defRPr>
            </a:lvl1pPr>
            <a:lvl2pPr marL="0" indent="0">
              <a:buFontTx/>
              <a:buNone/>
              <a:defRPr sz="3300" b="1">
                <a:solidFill>
                  <a:schemeClr val="tx2"/>
                </a:solidFill>
                <a:latin typeface="+mj-lt"/>
              </a:defRPr>
            </a:lvl2pPr>
            <a:lvl3pPr marL="0" indent="0">
              <a:buFontTx/>
              <a:buNone/>
              <a:defRPr sz="3300" b="1">
                <a:solidFill>
                  <a:schemeClr val="tx2"/>
                </a:solidFill>
                <a:latin typeface="+mj-lt"/>
              </a:defRPr>
            </a:lvl3pPr>
            <a:lvl4pPr marL="0" indent="0">
              <a:buFontTx/>
              <a:buNone/>
              <a:defRPr sz="3300" b="1">
                <a:solidFill>
                  <a:schemeClr val="tx2"/>
                </a:solidFill>
                <a:latin typeface="+mj-lt"/>
              </a:defRPr>
            </a:lvl4pPr>
            <a:lvl5pPr marL="0" indent="0">
              <a:buFontTx/>
              <a:buNone/>
              <a:defRPr sz="3300" b="1">
                <a:solidFill>
                  <a:schemeClr val="tx2"/>
                </a:solidFill>
                <a:latin typeface="+mj-lt"/>
              </a:defRPr>
            </a:lvl5pPr>
            <a:lvl6pPr marL="0" indent="0">
              <a:buFontTx/>
              <a:buNone/>
              <a:defRPr sz="3300" b="1">
                <a:solidFill>
                  <a:schemeClr val="tx2"/>
                </a:solidFill>
                <a:latin typeface="+mj-lt"/>
              </a:defRPr>
            </a:lvl6pPr>
            <a:lvl7pPr marL="0" indent="0">
              <a:buFontTx/>
              <a:buNone/>
              <a:defRPr sz="3300" b="1">
                <a:solidFill>
                  <a:schemeClr val="tx2"/>
                </a:solidFill>
                <a:latin typeface="+mj-lt"/>
              </a:defRPr>
            </a:lvl7pPr>
            <a:lvl8pPr marL="0" indent="0">
              <a:buFontTx/>
              <a:buNone/>
              <a:defRPr sz="3300" b="1">
                <a:solidFill>
                  <a:schemeClr val="tx2"/>
                </a:solidFill>
                <a:latin typeface="+mj-lt"/>
              </a:defRPr>
            </a:lvl8pPr>
            <a:lvl9pPr marL="0" indent="0">
              <a:buFontTx/>
              <a:buNone/>
              <a:defRPr sz="3300" b="1">
                <a:solidFill>
                  <a:schemeClr val="tx2"/>
                </a:solidFill>
                <a:latin typeface="+mj-lt"/>
              </a:defRPr>
            </a:lvl9pPr>
          </a:lstStyle>
          <a:p>
            <a:pPr lvl="0"/>
            <a:r>
              <a:rPr lang="en-US"/>
              <a:t>00</a:t>
            </a:r>
          </a:p>
        </p:txBody>
      </p:sp>
      <p:sp>
        <p:nvSpPr>
          <p:cNvPr id="28" name="Textplatzhalter 8"/>
          <p:cNvSpPr>
            <a:spLocks noGrp="1"/>
          </p:cNvSpPr>
          <p:nvPr>
            <p:ph type="body" sz="quarter" idx="32" hasCustomPrompt="1"/>
          </p:nvPr>
        </p:nvSpPr>
        <p:spPr bwMode="white">
          <a:xfrm>
            <a:off x="359532" y="3571649"/>
            <a:ext cx="594000" cy="405000"/>
          </a:xfrm>
          <a:solidFill>
            <a:schemeClr val="bg2"/>
          </a:solidFill>
          <a:effectLst/>
        </p:spPr>
        <p:txBody>
          <a:bodyPr wrap="none" rIns="0" bIns="72000" anchor="ctr" anchorCtr="0"/>
          <a:lstStyle>
            <a:lvl1pPr marL="0" indent="0" algn="l">
              <a:buFontTx/>
              <a:buNone/>
              <a:defRPr sz="3300" b="1">
                <a:solidFill>
                  <a:schemeClr val="tx2"/>
                </a:solidFill>
                <a:latin typeface="+mj-lt"/>
              </a:defRPr>
            </a:lvl1pPr>
            <a:lvl2pPr marL="0" indent="0">
              <a:buFontTx/>
              <a:buNone/>
              <a:defRPr sz="3300" b="1">
                <a:solidFill>
                  <a:schemeClr val="tx2"/>
                </a:solidFill>
                <a:latin typeface="+mj-lt"/>
              </a:defRPr>
            </a:lvl2pPr>
            <a:lvl3pPr marL="0" indent="0">
              <a:buFontTx/>
              <a:buNone/>
              <a:defRPr sz="3300" b="1">
                <a:solidFill>
                  <a:schemeClr val="tx2"/>
                </a:solidFill>
                <a:latin typeface="+mj-lt"/>
              </a:defRPr>
            </a:lvl3pPr>
            <a:lvl4pPr marL="0" indent="0">
              <a:buFontTx/>
              <a:buNone/>
              <a:defRPr sz="3300" b="1">
                <a:solidFill>
                  <a:schemeClr val="tx2"/>
                </a:solidFill>
                <a:latin typeface="+mj-lt"/>
              </a:defRPr>
            </a:lvl4pPr>
            <a:lvl5pPr marL="0" indent="0">
              <a:buFontTx/>
              <a:buNone/>
              <a:defRPr sz="3300" b="1">
                <a:solidFill>
                  <a:schemeClr val="tx2"/>
                </a:solidFill>
                <a:latin typeface="+mj-lt"/>
              </a:defRPr>
            </a:lvl5pPr>
            <a:lvl6pPr marL="0" indent="0">
              <a:buFontTx/>
              <a:buNone/>
              <a:defRPr sz="3300" b="1">
                <a:solidFill>
                  <a:schemeClr val="tx2"/>
                </a:solidFill>
                <a:latin typeface="+mj-lt"/>
              </a:defRPr>
            </a:lvl6pPr>
            <a:lvl7pPr marL="0" indent="0">
              <a:buFontTx/>
              <a:buNone/>
              <a:defRPr sz="3300" b="1">
                <a:solidFill>
                  <a:schemeClr val="tx2"/>
                </a:solidFill>
                <a:latin typeface="+mj-lt"/>
              </a:defRPr>
            </a:lvl7pPr>
            <a:lvl8pPr marL="0" indent="0">
              <a:buFontTx/>
              <a:buNone/>
              <a:defRPr sz="3300" b="1">
                <a:solidFill>
                  <a:schemeClr val="tx2"/>
                </a:solidFill>
                <a:latin typeface="+mj-lt"/>
              </a:defRPr>
            </a:lvl8pPr>
            <a:lvl9pPr marL="0" indent="0">
              <a:buFontTx/>
              <a:buNone/>
              <a:defRPr sz="3300" b="1">
                <a:solidFill>
                  <a:schemeClr val="tx2"/>
                </a:solidFill>
                <a:latin typeface="+mj-lt"/>
              </a:defRPr>
            </a:lvl9pPr>
          </a:lstStyle>
          <a:p>
            <a:pPr lvl="0"/>
            <a:r>
              <a:rPr lang="en-US"/>
              <a:t>00</a:t>
            </a:r>
          </a:p>
        </p:txBody>
      </p:sp>
      <p:sp>
        <p:nvSpPr>
          <p:cNvPr id="30" name="Textplatzhalter 8"/>
          <p:cNvSpPr>
            <a:spLocks noGrp="1"/>
          </p:cNvSpPr>
          <p:nvPr>
            <p:ph type="body" sz="quarter" idx="34" hasCustomPrompt="1"/>
          </p:nvPr>
        </p:nvSpPr>
        <p:spPr bwMode="white">
          <a:xfrm>
            <a:off x="4689476" y="1059582"/>
            <a:ext cx="594000" cy="405000"/>
          </a:xfrm>
          <a:solidFill>
            <a:schemeClr val="bg2"/>
          </a:solidFill>
          <a:effectLst/>
        </p:spPr>
        <p:txBody>
          <a:bodyPr wrap="none" rIns="0" bIns="72000" anchor="ctr" anchorCtr="0"/>
          <a:lstStyle>
            <a:lvl1pPr marL="0" indent="0" algn="l">
              <a:buFontTx/>
              <a:buNone/>
              <a:defRPr sz="3300" b="1">
                <a:solidFill>
                  <a:schemeClr val="tx2"/>
                </a:solidFill>
                <a:latin typeface="+mj-lt"/>
              </a:defRPr>
            </a:lvl1pPr>
            <a:lvl2pPr marL="0" indent="0">
              <a:buFontTx/>
              <a:buNone/>
              <a:defRPr sz="3300" b="1">
                <a:solidFill>
                  <a:schemeClr val="tx2"/>
                </a:solidFill>
                <a:latin typeface="+mj-lt"/>
              </a:defRPr>
            </a:lvl2pPr>
            <a:lvl3pPr marL="0" indent="0">
              <a:buFontTx/>
              <a:buNone/>
              <a:defRPr sz="3300" b="1">
                <a:solidFill>
                  <a:schemeClr val="tx2"/>
                </a:solidFill>
                <a:latin typeface="+mj-lt"/>
              </a:defRPr>
            </a:lvl3pPr>
            <a:lvl4pPr marL="0" indent="0">
              <a:buFontTx/>
              <a:buNone/>
              <a:defRPr sz="3300" b="1">
                <a:solidFill>
                  <a:schemeClr val="tx2"/>
                </a:solidFill>
                <a:latin typeface="+mj-lt"/>
              </a:defRPr>
            </a:lvl4pPr>
            <a:lvl5pPr marL="0" indent="0">
              <a:buFontTx/>
              <a:buNone/>
              <a:defRPr sz="3300" b="1">
                <a:solidFill>
                  <a:schemeClr val="tx2"/>
                </a:solidFill>
                <a:latin typeface="+mj-lt"/>
              </a:defRPr>
            </a:lvl5pPr>
            <a:lvl6pPr marL="0" indent="0">
              <a:buFontTx/>
              <a:buNone/>
              <a:defRPr sz="3300" b="1">
                <a:solidFill>
                  <a:schemeClr val="tx2"/>
                </a:solidFill>
                <a:latin typeface="+mj-lt"/>
              </a:defRPr>
            </a:lvl6pPr>
            <a:lvl7pPr marL="0" indent="0">
              <a:buFontTx/>
              <a:buNone/>
              <a:defRPr sz="3300" b="1">
                <a:solidFill>
                  <a:schemeClr val="tx2"/>
                </a:solidFill>
                <a:latin typeface="+mj-lt"/>
              </a:defRPr>
            </a:lvl7pPr>
            <a:lvl8pPr marL="0" indent="0">
              <a:buFontTx/>
              <a:buNone/>
              <a:defRPr sz="3300" b="1">
                <a:solidFill>
                  <a:schemeClr val="tx2"/>
                </a:solidFill>
                <a:latin typeface="+mj-lt"/>
              </a:defRPr>
            </a:lvl8pPr>
            <a:lvl9pPr marL="0" indent="0">
              <a:buFontTx/>
              <a:buNone/>
              <a:defRPr sz="3300" b="1">
                <a:solidFill>
                  <a:schemeClr val="tx2"/>
                </a:solidFill>
                <a:latin typeface="+mj-lt"/>
              </a:defRPr>
            </a:lvl9pPr>
          </a:lstStyle>
          <a:p>
            <a:pPr lvl="0"/>
            <a:r>
              <a:rPr lang="en-US"/>
              <a:t>00</a:t>
            </a:r>
          </a:p>
        </p:txBody>
      </p:sp>
      <p:sp>
        <p:nvSpPr>
          <p:cNvPr id="34" name="Textplatzhalter 8"/>
          <p:cNvSpPr>
            <a:spLocks noGrp="1"/>
          </p:cNvSpPr>
          <p:nvPr>
            <p:ph type="body" sz="quarter" idx="38" hasCustomPrompt="1"/>
          </p:nvPr>
        </p:nvSpPr>
        <p:spPr bwMode="white">
          <a:xfrm>
            <a:off x="4689398" y="1897463"/>
            <a:ext cx="594000" cy="405000"/>
          </a:xfrm>
          <a:solidFill>
            <a:schemeClr val="bg2"/>
          </a:solidFill>
          <a:effectLst/>
        </p:spPr>
        <p:txBody>
          <a:bodyPr wrap="none" rIns="0" bIns="72000" anchor="ctr" anchorCtr="0"/>
          <a:lstStyle>
            <a:lvl1pPr marL="0" indent="0" algn="l">
              <a:buFontTx/>
              <a:buNone/>
              <a:defRPr sz="3300" b="1">
                <a:solidFill>
                  <a:schemeClr val="tx2"/>
                </a:solidFill>
                <a:latin typeface="+mj-lt"/>
              </a:defRPr>
            </a:lvl1pPr>
            <a:lvl2pPr marL="0" indent="0">
              <a:buFontTx/>
              <a:buNone/>
              <a:defRPr sz="3300" b="1">
                <a:solidFill>
                  <a:schemeClr val="tx2"/>
                </a:solidFill>
                <a:latin typeface="+mj-lt"/>
              </a:defRPr>
            </a:lvl2pPr>
            <a:lvl3pPr marL="0" indent="0">
              <a:buFontTx/>
              <a:buNone/>
              <a:defRPr sz="3300" b="1">
                <a:solidFill>
                  <a:schemeClr val="tx2"/>
                </a:solidFill>
                <a:latin typeface="+mj-lt"/>
              </a:defRPr>
            </a:lvl3pPr>
            <a:lvl4pPr marL="0" indent="0">
              <a:buFontTx/>
              <a:buNone/>
              <a:defRPr sz="3300" b="1">
                <a:solidFill>
                  <a:schemeClr val="tx2"/>
                </a:solidFill>
                <a:latin typeface="+mj-lt"/>
              </a:defRPr>
            </a:lvl4pPr>
            <a:lvl5pPr marL="0" indent="0">
              <a:buFontTx/>
              <a:buNone/>
              <a:defRPr sz="3300" b="1">
                <a:solidFill>
                  <a:schemeClr val="tx2"/>
                </a:solidFill>
                <a:latin typeface="+mj-lt"/>
              </a:defRPr>
            </a:lvl5pPr>
            <a:lvl6pPr marL="0" indent="0">
              <a:buFontTx/>
              <a:buNone/>
              <a:defRPr sz="3300" b="1">
                <a:solidFill>
                  <a:schemeClr val="tx2"/>
                </a:solidFill>
                <a:latin typeface="+mj-lt"/>
              </a:defRPr>
            </a:lvl6pPr>
            <a:lvl7pPr marL="0" indent="0">
              <a:buFontTx/>
              <a:buNone/>
              <a:defRPr sz="3300" b="1">
                <a:solidFill>
                  <a:schemeClr val="tx2"/>
                </a:solidFill>
                <a:latin typeface="+mj-lt"/>
              </a:defRPr>
            </a:lvl7pPr>
            <a:lvl8pPr marL="0" indent="0">
              <a:buFontTx/>
              <a:buNone/>
              <a:defRPr sz="3300" b="1">
                <a:solidFill>
                  <a:schemeClr val="tx2"/>
                </a:solidFill>
                <a:latin typeface="+mj-lt"/>
              </a:defRPr>
            </a:lvl8pPr>
            <a:lvl9pPr marL="0" indent="0">
              <a:buFontTx/>
              <a:buNone/>
              <a:defRPr sz="3300" b="1">
                <a:solidFill>
                  <a:schemeClr val="tx2"/>
                </a:solidFill>
                <a:latin typeface="+mj-lt"/>
              </a:defRPr>
            </a:lvl9pPr>
          </a:lstStyle>
          <a:p>
            <a:pPr lvl="0"/>
            <a:r>
              <a:rPr lang="en-US"/>
              <a:t>00</a:t>
            </a:r>
          </a:p>
        </p:txBody>
      </p:sp>
      <p:sp>
        <p:nvSpPr>
          <p:cNvPr id="35" name="Textplatzhalter 8"/>
          <p:cNvSpPr>
            <a:spLocks noGrp="1"/>
          </p:cNvSpPr>
          <p:nvPr>
            <p:ph type="body" sz="quarter" idx="39" hasCustomPrompt="1"/>
          </p:nvPr>
        </p:nvSpPr>
        <p:spPr bwMode="white">
          <a:xfrm>
            <a:off x="4689320" y="2734556"/>
            <a:ext cx="594000" cy="405000"/>
          </a:xfrm>
          <a:solidFill>
            <a:schemeClr val="bg2"/>
          </a:solidFill>
          <a:effectLst/>
        </p:spPr>
        <p:txBody>
          <a:bodyPr wrap="none" rIns="0" bIns="72000" anchor="ctr" anchorCtr="0"/>
          <a:lstStyle>
            <a:lvl1pPr marL="0" indent="0" algn="l">
              <a:buFontTx/>
              <a:buNone/>
              <a:defRPr sz="3300" b="1">
                <a:solidFill>
                  <a:schemeClr val="tx2"/>
                </a:solidFill>
                <a:latin typeface="+mj-lt"/>
              </a:defRPr>
            </a:lvl1pPr>
            <a:lvl2pPr marL="0" indent="0">
              <a:buFontTx/>
              <a:buNone/>
              <a:defRPr sz="3300" b="1">
                <a:solidFill>
                  <a:schemeClr val="tx2"/>
                </a:solidFill>
                <a:latin typeface="+mj-lt"/>
              </a:defRPr>
            </a:lvl2pPr>
            <a:lvl3pPr marL="0" indent="0">
              <a:buFontTx/>
              <a:buNone/>
              <a:defRPr sz="3300" b="1">
                <a:solidFill>
                  <a:schemeClr val="tx2"/>
                </a:solidFill>
                <a:latin typeface="+mj-lt"/>
              </a:defRPr>
            </a:lvl3pPr>
            <a:lvl4pPr marL="0" indent="0">
              <a:buFontTx/>
              <a:buNone/>
              <a:defRPr sz="3300" b="1">
                <a:solidFill>
                  <a:schemeClr val="tx2"/>
                </a:solidFill>
                <a:latin typeface="+mj-lt"/>
              </a:defRPr>
            </a:lvl4pPr>
            <a:lvl5pPr marL="0" indent="0">
              <a:buFontTx/>
              <a:buNone/>
              <a:defRPr sz="3300" b="1">
                <a:solidFill>
                  <a:schemeClr val="tx2"/>
                </a:solidFill>
                <a:latin typeface="+mj-lt"/>
              </a:defRPr>
            </a:lvl5pPr>
            <a:lvl6pPr marL="0" indent="0">
              <a:buFontTx/>
              <a:buNone/>
              <a:defRPr sz="3300" b="1">
                <a:solidFill>
                  <a:schemeClr val="tx2"/>
                </a:solidFill>
                <a:latin typeface="+mj-lt"/>
              </a:defRPr>
            </a:lvl6pPr>
            <a:lvl7pPr marL="0" indent="0">
              <a:buFontTx/>
              <a:buNone/>
              <a:defRPr sz="3300" b="1">
                <a:solidFill>
                  <a:schemeClr val="tx2"/>
                </a:solidFill>
                <a:latin typeface="+mj-lt"/>
              </a:defRPr>
            </a:lvl7pPr>
            <a:lvl8pPr marL="0" indent="0">
              <a:buFontTx/>
              <a:buNone/>
              <a:defRPr sz="3300" b="1">
                <a:solidFill>
                  <a:schemeClr val="tx2"/>
                </a:solidFill>
                <a:latin typeface="+mj-lt"/>
              </a:defRPr>
            </a:lvl8pPr>
            <a:lvl9pPr marL="0" indent="0">
              <a:buFontTx/>
              <a:buNone/>
              <a:defRPr sz="3300" b="1">
                <a:solidFill>
                  <a:schemeClr val="tx2"/>
                </a:solidFill>
                <a:latin typeface="+mj-lt"/>
              </a:defRPr>
            </a:lvl9pPr>
          </a:lstStyle>
          <a:p>
            <a:pPr lvl="0"/>
            <a:r>
              <a:rPr lang="en-US"/>
              <a:t>00</a:t>
            </a:r>
          </a:p>
        </p:txBody>
      </p:sp>
      <p:sp>
        <p:nvSpPr>
          <p:cNvPr id="36" name="Textplatzhalter 8"/>
          <p:cNvSpPr>
            <a:spLocks noGrp="1"/>
          </p:cNvSpPr>
          <p:nvPr>
            <p:ph type="body" sz="quarter" idx="40" hasCustomPrompt="1"/>
          </p:nvPr>
        </p:nvSpPr>
        <p:spPr bwMode="white">
          <a:xfrm>
            <a:off x="4689320" y="3571649"/>
            <a:ext cx="594000" cy="405000"/>
          </a:xfrm>
          <a:solidFill>
            <a:schemeClr val="bg2"/>
          </a:solidFill>
          <a:effectLst/>
        </p:spPr>
        <p:txBody>
          <a:bodyPr wrap="none" rIns="0" bIns="72000" anchor="ctr" anchorCtr="0"/>
          <a:lstStyle>
            <a:lvl1pPr marL="0" indent="0" algn="l">
              <a:buFontTx/>
              <a:buNone/>
              <a:defRPr sz="3300" b="1">
                <a:solidFill>
                  <a:schemeClr val="tx2"/>
                </a:solidFill>
                <a:latin typeface="+mj-lt"/>
              </a:defRPr>
            </a:lvl1pPr>
            <a:lvl2pPr marL="0" indent="0">
              <a:buFontTx/>
              <a:buNone/>
              <a:defRPr sz="3300" b="1">
                <a:solidFill>
                  <a:schemeClr val="tx2"/>
                </a:solidFill>
                <a:latin typeface="+mj-lt"/>
              </a:defRPr>
            </a:lvl2pPr>
            <a:lvl3pPr marL="0" indent="0">
              <a:buFontTx/>
              <a:buNone/>
              <a:defRPr sz="3300" b="1">
                <a:solidFill>
                  <a:schemeClr val="tx2"/>
                </a:solidFill>
                <a:latin typeface="+mj-lt"/>
              </a:defRPr>
            </a:lvl3pPr>
            <a:lvl4pPr marL="0" indent="0">
              <a:buFontTx/>
              <a:buNone/>
              <a:defRPr sz="3300" b="1">
                <a:solidFill>
                  <a:schemeClr val="tx2"/>
                </a:solidFill>
                <a:latin typeface="+mj-lt"/>
              </a:defRPr>
            </a:lvl4pPr>
            <a:lvl5pPr marL="0" indent="0">
              <a:buFontTx/>
              <a:buNone/>
              <a:defRPr sz="3300" b="1">
                <a:solidFill>
                  <a:schemeClr val="tx2"/>
                </a:solidFill>
                <a:latin typeface="+mj-lt"/>
              </a:defRPr>
            </a:lvl5pPr>
            <a:lvl6pPr marL="0" indent="0">
              <a:buFontTx/>
              <a:buNone/>
              <a:defRPr sz="3300" b="1">
                <a:solidFill>
                  <a:schemeClr val="tx2"/>
                </a:solidFill>
                <a:latin typeface="+mj-lt"/>
              </a:defRPr>
            </a:lvl6pPr>
            <a:lvl7pPr marL="0" indent="0">
              <a:buFontTx/>
              <a:buNone/>
              <a:defRPr sz="3300" b="1">
                <a:solidFill>
                  <a:schemeClr val="tx2"/>
                </a:solidFill>
                <a:latin typeface="+mj-lt"/>
              </a:defRPr>
            </a:lvl7pPr>
            <a:lvl8pPr marL="0" indent="0">
              <a:buFontTx/>
              <a:buNone/>
              <a:defRPr sz="3300" b="1">
                <a:solidFill>
                  <a:schemeClr val="tx2"/>
                </a:solidFill>
                <a:latin typeface="+mj-lt"/>
              </a:defRPr>
            </a:lvl8pPr>
            <a:lvl9pPr marL="0" indent="0">
              <a:buFontTx/>
              <a:buNone/>
              <a:defRPr sz="3300" b="1">
                <a:solidFill>
                  <a:schemeClr val="tx2"/>
                </a:solidFill>
                <a:latin typeface="+mj-lt"/>
              </a:defRPr>
            </a:lvl9pPr>
          </a:lstStyle>
          <a:p>
            <a:pPr lvl="0"/>
            <a:r>
              <a:rPr lang="en-US"/>
              <a:t>00</a:t>
            </a:r>
          </a:p>
        </p:txBody>
      </p:sp>
      <p:sp>
        <p:nvSpPr>
          <p:cNvPr id="2" name="Textplatzhalter 8"/>
          <p:cNvSpPr>
            <a:spLocks noGrp="1"/>
          </p:cNvSpPr>
          <p:nvPr>
            <p:ph type="body" sz="quarter" idx="41" hasCustomPrompt="1"/>
          </p:nvPr>
        </p:nvSpPr>
        <p:spPr bwMode="gray">
          <a:xfrm>
            <a:off x="1114286" y="1896986"/>
            <a:ext cx="3348000" cy="648000"/>
          </a:xfrm>
        </p:spPr>
        <p:txBody>
          <a:bodyPr/>
          <a:lstStyle>
            <a:lvl1pPr marL="0" indent="0">
              <a:spcAft>
                <a:spcPts val="0"/>
              </a:spcAft>
              <a:buFontTx/>
              <a:buNone/>
              <a:defRPr sz="1200" b="1">
                <a:solidFill>
                  <a:schemeClr val="bg1"/>
                </a:solidFill>
              </a:defRPr>
            </a:lvl1pPr>
            <a:lvl2pPr marL="0" indent="0">
              <a:spcAft>
                <a:spcPts val="0"/>
              </a:spcAft>
              <a:buFontTx/>
              <a:buNone/>
              <a:defRPr sz="1200">
                <a:solidFill>
                  <a:schemeClr val="bg1"/>
                </a:solidFill>
              </a:defRPr>
            </a:lvl2pPr>
            <a:lvl3pPr marL="0" indent="0">
              <a:spcAft>
                <a:spcPts val="0"/>
              </a:spcAft>
              <a:buFontTx/>
              <a:buNone/>
              <a:defRPr sz="1200">
                <a:solidFill>
                  <a:schemeClr val="bg1"/>
                </a:solidFill>
              </a:defRPr>
            </a:lvl3pPr>
            <a:lvl4pPr marL="0" indent="0">
              <a:spcAft>
                <a:spcPts val="0"/>
              </a:spcAft>
              <a:buFontTx/>
              <a:buNone/>
              <a:defRPr sz="1200">
                <a:solidFill>
                  <a:schemeClr val="bg1"/>
                </a:solidFill>
              </a:defRPr>
            </a:lvl4pPr>
            <a:lvl5pPr marL="0" indent="0">
              <a:spcAft>
                <a:spcPts val="0"/>
              </a:spcAft>
              <a:buFontTx/>
              <a:buNone/>
              <a:defRPr sz="1200">
                <a:solidFill>
                  <a:schemeClr val="bg1"/>
                </a:solidFill>
              </a:defRPr>
            </a:lvl5pPr>
            <a:lvl6pPr marL="0" indent="0">
              <a:spcAft>
                <a:spcPts val="0"/>
              </a:spcAft>
              <a:buFontTx/>
              <a:buNone/>
              <a:defRPr sz="1200">
                <a:solidFill>
                  <a:schemeClr val="bg1"/>
                </a:solidFill>
              </a:defRPr>
            </a:lvl6pPr>
            <a:lvl7pPr marL="0" indent="0">
              <a:spcAft>
                <a:spcPts val="0"/>
              </a:spcAft>
              <a:buFontTx/>
              <a:buNone/>
              <a:defRPr sz="1200">
                <a:solidFill>
                  <a:schemeClr val="bg1"/>
                </a:solidFill>
              </a:defRPr>
            </a:lvl7pPr>
            <a:lvl8pPr marL="0" indent="0">
              <a:spcAft>
                <a:spcPts val="0"/>
              </a:spcAft>
              <a:buFontTx/>
              <a:buNone/>
              <a:defRPr sz="1200">
                <a:solidFill>
                  <a:schemeClr val="bg1"/>
                </a:solidFill>
              </a:defRPr>
            </a:lvl8pPr>
            <a:lvl9pPr marL="0" indent="0">
              <a:spcAft>
                <a:spcPts val="0"/>
              </a:spcAft>
              <a:buFontTx/>
              <a:buNone/>
              <a:defRPr sz="1200">
                <a:solidFill>
                  <a:schemeClr val="bg1"/>
                </a:solidFill>
              </a:defRPr>
            </a:lvl9pPr>
          </a:lstStyle>
          <a:p>
            <a:pPr lvl="0"/>
            <a:r>
              <a:rPr lang="en-US"/>
              <a:t>First level</a:t>
            </a:r>
          </a:p>
          <a:p>
            <a:pPr lvl="1"/>
            <a:r>
              <a:rPr lang="en-US"/>
              <a:t>Second level</a:t>
            </a:r>
          </a:p>
        </p:txBody>
      </p:sp>
      <p:sp>
        <p:nvSpPr>
          <p:cNvPr id="3" name="Textplatzhalter 8"/>
          <p:cNvSpPr>
            <a:spLocks noGrp="1"/>
          </p:cNvSpPr>
          <p:nvPr>
            <p:ph type="body" sz="quarter" idx="42" hasCustomPrompt="1"/>
          </p:nvPr>
        </p:nvSpPr>
        <p:spPr bwMode="gray">
          <a:xfrm>
            <a:off x="1114286" y="2733959"/>
            <a:ext cx="3348000" cy="648000"/>
          </a:xfrm>
        </p:spPr>
        <p:txBody>
          <a:bodyPr/>
          <a:lstStyle>
            <a:lvl1pPr marL="0" indent="0">
              <a:spcAft>
                <a:spcPts val="0"/>
              </a:spcAft>
              <a:buFontTx/>
              <a:buNone/>
              <a:defRPr sz="1200" b="1">
                <a:solidFill>
                  <a:schemeClr val="bg1"/>
                </a:solidFill>
              </a:defRPr>
            </a:lvl1pPr>
            <a:lvl2pPr marL="0" indent="0">
              <a:spcAft>
                <a:spcPts val="0"/>
              </a:spcAft>
              <a:buFontTx/>
              <a:buNone/>
              <a:defRPr sz="1200">
                <a:solidFill>
                  <a:schemeClr val="bg1"/>
                </a:solidFill>
              </a:defRPr>
            </a:lvl2pPr>
            <a:lvl3pPr marL="0" indent="0">
              <a:spcAft>
                <a:spcPts val="0"/>
              </a:spcAft>
              <a:buFontTx/>
              <a:buNone/>
              <a:defRPr sz="1200">
                <a:solidFill>
                  <a:schemeClr val="bg1"/>
                </a:solidFill>
              </a:defRPr>
            </a:lvl3pPr>
            <a:lvl4pPr marL="0" indent="0">
              <a:spcAft>
                <a:spcPts val="0"/>
              </a:spcAft>
              <a:buFontTx/>
              <a:buNone/>
              <a:defRPr sz="1200">
                <a:solidFill>
                  <a:schemeClr val="bg1"/>
                </a:solidFill>
              </a:defRPr>
            </a:lvl4pPr>
            <a:lvl5pPr marL="0" indent="0">
              <a:spcAft>
                <a:spcPts val="0"/>
              </a:spcAft>
              <a:buFontTx/>
              <a:buNone/>
              <a:defRPr sz="1200">
                <a:solidFill>
                  <a:schemeClr val="bg1"/>
                </a:solidFill>
              </a:defRPr>
            </a:lvl5pPr>
            <a:lvl6pPr marL="0" indent="0">
              <a:spcAft>
                <a:spcPts val="0"/>
              </a:spcAft>
              <a:buFontTx/>
              <a:buNone/>
              <a:defRPr sz="1200">
                <a:solidFill>
                  <a:schemeClr val="bg1"/>
                </a:solidFill>
              </a:defRPr>
            </a:lvl6pPr>
            <a:lvl7pPr marL="0" indent="0">
              <a:spcAft>
                <a:spcPts val="0"/>
              </a:spcAft>
              <a:buFontTx/>
              <a:buNone/>
              <a:defRPr sz="1200">
                <a:solidFill>
                  <a:schemeClr val="bg1"/>
                </a:solidFill>
              </a:defRPr>
            </a:lvl7pPr>
            <a:lvl8pPr marL="0" indent="0">
              <a:spcAft>
                <a:spcPts val="0"/>
              </a:spcAft>
              <a:buFontTx/>
              <a:buNone/>
              <a:defRPr sz="1200">
                <a:solidFill>
                  <a:schemeClr val="bg1"/>
                </a:solidFill>
              </a:defRPr>
            </a:lvl8pPr>
            <a:lvl9pPr marL="0" indent="0">
              <a:spcAft>
                <a:spcPts val="0"/>
              </a:spcAft>
              <a:buFontTx/>
              <a:buNone/>
              <a:defRPr sz="1200">
                <a:solidFill>
                  <a:schemeClr val="bg1"/>
                </a:solidFill>
              </a:defRPr>
            </a:lvl9pPr>
          </a:lstStyle>
          <a:p>
            <a:pPr lvl="0"/>
            <a:r>
              <a:rPr lang="en-US"/>
              <a:t>First level</a:t>
            </a:r>
          </a:p>
          <a:p>
            <a:pPr lvl="1"/>
            <a:r>
              <a:rPr lang="en-US"/>
              <a:t>Second level</a:t>
            </a:r>
          </a:p>
        </p:txBody>
      </p:sp>
      <p:sp>
        <p:nvSpPr>
          <p:cNvPr id="8" name="Textplatzhalter 8"/>
          <p:cNvSpPr>
            <a:spLocks noGrp="1"/>
          </p:cNvSpPr>
          <p:nvPr>
            <p:ph type="body" sz="quarter" idx="43" hasCustomPrompt="1"/>
          </p:nvPr>
        </p:nvSpPr>
        <p:spPr bwMode="gray">
          <a:xfrm>
            <a:off x="1114286" y="3570933"/>
            <a:ext cx="3348000" cy="648000"/>
          </a:xfrm>
        </p:spPr>
        <p:txBody>
          <a:bodyPr/>
          <a:lstStyle>
            <a:lvl1pPr marL="0" indent="0">
              <a:spcAft>
                <a:spcPts val="0"/>
              </a:spcAft>
              <a:buFontTx/>
              <a:buNone/>
              <a:defRPr sz="1200" b="1">
                <a:solidFill>
                  <a:schemeClr val="bg1"/>
                </a:solidFill>
              </a:defRPr>
            </a:lvl1pPr>
            <a:lvl2pPr marL="0" indent="0">
              <a:spcAft>
                <a:spcPts val="0"/>
              </a:spcAft>
              <a:buFontTx/>
              <a:buNone/>
              <a:defRPr sz="1200">
                <a:solidFill>
                  <a:schemeClr val="bg1"/>
                </a:solidFill>
              </a:defRPr>
            </a:lvl2pPr>
            <a:lvl3pPr marL="0" indent="0">
              <a:spcAft>
                <a:spcPts val="0"/>
              </a:spcAft>
              <a:buFontTx/>
              <a:buNone/>
              <a:defRPr sz="1200">
                <a:solidFill>
                  <a:schemeClr val="bg1"/>
                </a:solidFill>
              </a:defRPr>
            </a:lvl3pPr>
            <a:lvl4pPr marL="0" indent="0">
              <a:spcAft>
                <a:spcPts val="0"/>
              </a:spcAft>
              <a:buFontTx/>
              <a:buNone/>
              <a:defRPr sz="1200">
                <a:solidFill>
                  <a:schemeClr val="bg1"/>
                </a:solidFill>
              </a:defRPr>
            </a:lvl4pPr>
            <a:lvl5pPr marL="0" indent="0">
              <a:spcAft>
                <a:spcPts val="0"/>
              </a:spcAft>
              <a:buFontTx/>
              <a:buNone/>
              <a:defRPr sz="1200">
                <a:solidFill>
                  <a:schemeClr val="bg1"/>
                </a:solidFill>
              </a:defRPr>
            </a:lvl5pPr>
            <a:lvl6pPr marL="0" indent="0">
              <a:spcAft>
                <a:spcPts val="0"/>
              </a:spcAft>
              <a:buFontTx/>
              <a:buNone/>
              <a:defRPr sz="1200">
                <a:solidFill>
                  <a:schemeClr val="bg1"/>
                </a:solidFill>
              </a:defRPr>
            </a:lvl6pPr>
            <a:lvl7pPr marL="0" indent="0">
              <a:spcAft>
                <a:spcPts val="0"/>
              </a:spcAft>
              <a:buFontTx/>
              <a:buNone/>
              <a:defRPr sz="1200">
                <a:solidFill>
                  <a:schemeClr val="bg1"/>
                </a:solidFill>
              </a:defRPr>
            </a:lvl7pPr>
            <a:lvl8pPr marL="0" indent="0">
              <a:spcAft>
                <a:spcPts val="0"/>
              </a:spcAft>
              <a:buFontTx/>
              <a:buNone/>
              <a:defRPr sz="1200">
                <a:solidFill>
                  <a:schemeClr val="bg1"/>
                </a:solidFill>
              </a:defRPr>
            </a:lvl8pPr>
            <a:lvl9pPr marL="0" indent="0">
              <a:spcAft>
                <a:spcPts val="0"/>
              </a:spcAft>
              <a:buFontTx/>
              <a:buNone/>
              <a:defRPr sz="1200">
                <a:solidFill>
                  <a:schemeClr val="bg1"/>
                </a:solidFill>
              </a:defRPr>
            </a:lvl9pPr>
          </a:lstStyle>
          <a:p>
            <a:pPr lvl="0"/>
            <a:r>
              <a:rPr lang="en-US"/>
              <a:t>First level</a:t>
            </a:r>
          </a:p>
          <a:p>
            <a:pPr lvl="1"/>
            <a:r>
              <a:rPr lang="en-US"/>
              <a:t>Second level</a:t>
            </a:r>
          </a:p>
        </p:txBody>
      </p:sp>
      <p:sp>
        <p:nvSpPr>
          <p:cNvPr id="10" name="Textplatzhalter 8"/>
          <p:cNvSpPr>
            <a:spLocks noGrp="1"/>
          </p:cNvSpPr>
          <p:nvPr>
            <p:ph type="body" sz="quarter" idx="44" hasCustomPrompt="1"/>
          </p:nvPr>
        </p:nvSpPr>
        <p:spPr bwMode="gray">
          <a:xfrm>
            <a:off x="5436468" y="1059582"/>
            <a:ext cx="3348000" cy="648000"/>
          </a:xfrm>
        </p:spPr>
        <p:txBody>
          <a:bodyPr/>
          <a:lstStyle>
            <a:lvl1pPr marL="0" indent="0">
              <a:spcAft>
                <a:spcPts val="0"/>
              </a:spcAft>
              <a:buFontTx/>
              <a:buNone/>
              <a:defRPr sz="1200" b="1">
                <a:solidFill>
                  <a:schemeClr val="bg1"/>
                </a:solidFill>
              </a:defRPr>
            </a:lvl1pPr>
            <a:lvl2pPr marL="0" indent="0">
              <a:spcAft>
                <a:spcPts val="0"/>
              </a:spcAft>
              <a:buFontTx/>
              <a:buNone/>
              <a:defRPr sz="1200">
                <a:solidFill>
                  <a:schemeClr val="bg1"/>
                </a:solidFill>
              </a:defRPr>
            </a:lvl2pPr>
            <a:lvl3pPr marL="0" indent="0">
              <a:spcAft>
                <a:spcPts val="0"/>
              </a:spcAft>
              <a:buFontTx/>
              <a:buNone/>
              <a:defRPr sz="1200">
                <a:solidFill>
                  <a:schemeClr val="bg1"/>
                </a:solidFill>
              </a:defRPr>
            </a:lvl3pPr>
            <a:lvl4pPr marL="0" indent="0">
              <a:spcAft>
                <a:spcPts val="0"/>
              </a:spcAft>
              <a:buFontTx/>
              <a:buNone/>
              <a:defRPr sz="1200">
                <a:solidFill>
                  <a:schemeClr val="bg1"/>
                </a:solidFill>
              </a:defRPr>
            </a:lvl4pPr>
            <a:lvl5pPr marL="0" indent="0">
              <a:spcAft>
                <a:spcPts val="0"/>
              </a:spcAft>
              <a:buFontTx/>
              <a:buNone/>
              <a:defRPr sz="1200">
                <a:solidFill>
                  <a:schemeClr val="bg1"/>
                </a:solidFill>
              </a:defRPr>
            </a:lvl5pPr>
            <a:lvl6pPr marL="0" indent="0">
              <a:spcAft>
                <a:spcPts val="0"/>
              </a:spcAft>
              <a:buFontTx/>
              <a:buNone/>
              <a:defRPr sz="1200">
                <a:solidFill>
                  <a:schemeClr val="bg1"/>
                </a:solidFill>
              </a:defRPr>
            </a:lvl6pPr>
            <a:lvl7pPr marL="0" indent="0">
              <a:spcAft>
                <a:spcPts val="0"/>
              </a:spcAft>
              <a:buFontTx/>
              <a:buNone/>
              <a:defRPr sz="1200">
                <a:solidFill>
                  <a:schemeClr val="bg1"/>
                </a:solidFill>
              </a:defRPr>
            </a:lvl7pPr>
            <a:lvl8pPr marL="0" indent="0">
              <a:spcAft>
                <a:spcPts val="0"/>
              </a:spcAft>
              <a:buFontTx/>
              <a:buNone/>
              <a:defRPr sz="1200">
                <a:solidFill>
                  <a:schemeClr val="bg1"/>
                </a:solidFill>
              </a:defRPr>
            </a:lvl8pPr>
            <a:lvl9pPr marL="0" indent="0">
              <a:spcAft>
                <a:spcPts val="0"/>
              </a:spcAft>
              <a:buFontTx/>
              <a:buNone/>
              <a:defRPr sz="1200">
                <a:solidFill>
                  <a:schemeClr val="bg1"/>
                </a:solidFill>
              </a:defRPr>
            </a:lvl9pPr>
          </a:lstStyle>
          <a:p>
            <a:pPr lvl="0"/>
            <a:r>
              <a:rPr lang="en-US"/>
              <a:t>First level</a:t>
            </a:r>
          </a:p>
          <a:p>
            <a:pPr lvl="1"/>
            <a:r>
              <a:rPr lang="en-US"/>
              <a:t>Second level</a:t>
            </a:r>
          </a:p>
        </p:txBody>
      </p:sp>
      <p:sp>
        <p:nvSpPr>
          <p:cNvPr id="12" name="Textplatzhalter 8"/>
          <p:cNvSpPr>
            <a:spLocks noGrp="1"/>
          </p:cNvSpPr>
          <p:nvPr>
            <p:ph type="body" sz="quarter" idx="45" hasCustomPrompt="1"/>
          </p:nvPr>
        </p:nvSpPr>
        <p:spPr bwMode="gray">
          <a:xfrm>
            <a:off x="5436468" y="1896986"/>
            <a:ext cx="3348000" cy="648000"/>
          </a:xfrm>
        </p:spPr>
        <p:txBody>
          <a:bodyPr/>
          <a:lstStyle>
            <a:lvl1pPr marL="0" indent="0">
              <a:spcAft>
                <a:spcPts val="0"/>
              </a:spcAft>
              <a:buFontTx/>
              <a:buNone/>
              <a:defRPr sz="1200" b="1">
                <a:solidFill>
                  <a:schemeClr val="bg1"/>
                </a:solidFill>
              </a:defRPr>
            </a:lvl1pPr>
            <a:lvl2pPr marL="0" indent="0">
              <a:spcAft>
                <a:spcPts val="0"/>
              </a:spcAft>
              <a:buFontTx/>
              <a:buNone/>
              <a:defRPr sz="1200">
                <a:solidFill>
                  <a:schemeClr val="bg1"/>
                </a:solidFill>
              </a:defRPr>
            </a:lvl2pPr>
            <a:lvl3pPr marL="0" indent="0">
              <a:spcAft>
                <a:spcPts val="0"/>
              </a:spcAft>
              <a:buFontTx/>
              <a:buNone/>
              <a:defRPr sz="1200">
                <a:solidFill>
                  <a:schemeClr val="bg1"/>
                </a:solidFill>
              </a:defRPr>
            </a:lvl3pPr>
            <a:lvl4pPr marL="0" indent="0">
              <a:spcAft>
                <a:spcPts val="0"/>
              </a:spcAft>
              <a:buFontTx/>
              <a:buNone/>
              <a:defRPr sz="1200">
                <a:solidFill>
                  <a:schemeClr val="bg1"/>
                </a:solidFill>
              </a:defRPr>
            </a:lvl4pPr>
            <a:lvl5pPr marL="0" indent="0">
              <a:spcAft>
                <a:spcPts val="0"/>
              </a:spcAft>
              <a:buFontTx/>
              <a:buNone/>
              <a:defRPr sz="1200">
                <a:solidFill>
                  <a:schemeClr val="bg1"/>
                </a:solidFill>
              </a:defRPr>
            </a:lvl5pPr>
            <a:lvl6pPr marL="0" indent="0">
              <a:spcAft>
                <a:spcPts val="0"/>
              </a:spcAft>
              <a:buFontTx/>
              <a:buNone/>
              <a:defRPr sz="1200">
                <a:solidFill>
                  <a:schemeClr val="bg1"/>
                </a:solidFill>
              </a:defRPr>
            </a:lvl6pPr>
            <a:lvl7pPr marL="0" indent="0">
              <a:spcAft>
                <a:spcPts val="0"/>
              </a:spcAft>
              <a:buFontTx/>
              <a:buNone/>
              <a:defRPr sz="1200">
                <a:solidFill>
                  <a:schemeClr val="bg1"/>
                </a:solidFill>
              </a:defRPr>
            </a:lvl7pPr>
            <a:lvl8pPr marL="0" indent="0">
              <a:spcAft>
                <a:spcPts val="0"/>
              </a:spcAft>
              <a:buFontTx/>
              <a:buNone/>
              <a:defRPr sz="1200">
                <a:solidFill>
                  <a:schemeClr val="bg1"/>
                </a:solidFill>
              </a:defRPr>
            </a:lvl8pPr>
            <a:lvl9pPr marL="0" indent="0">
              <a:spcAft>
                <a:spcPts val="0"/>
              </a:spcAft>
              <a:buFontTx/>
              <a:buNone/>
              <a:defRPr sz="1200">
                <a:solidFill>
                  <a:schemeClr val="bg1"/>
                </a:solidFill>
              </a:defRPr>
            </a:lvl9pPr>
          </a:lstStyle>
          <a:p>
            <a:pPr lvl="0"/>
            <a:r>
              <a:rPr lang="en-US"/>
              <a:t>First level</a:t>
            </a:r>
          </a:p>
          <a:p>
            <a:pPr lvl="1"/>
            <a:r>
              <a:rPr lang="en-US"/>
              <a:t>Second level</a:t>
            </a:r>
          </a:p>
        </p:txBody>
      </p:sp>
      <p:sp>
        <p:nvSpPr>
          <p:cNvPr id="13" name="Textplatzhalter 8"/>
          <p:cNvSpPr>
            <a:spLocks noGrp="1"/>
          </p:cNvSpPr>
          <p:nvPr>
            <p:ph type="body" sz="quarter" idx="46" hasCustomPrompt="1"/>
          </p:nvPr>
        </p:nvSpPr>
        <p:spPr bwMode="gray">
          <a:xfrm>
            <a:off x="5436468" y="2733959"/>
            <a:ext cx="3348000" cy="648000"/>
          </a:xfrm>
        </p:spPr>
        <p:txBody>
          <a:bodyPr/>
          <a:lstStyle>
            <a:lvl1pPr marL="0" indent="0">
              <a:spcAft>
                <a:spcPts val="0"/>
              </a:spcAft>
              <a:buFontTx/>
              <a:buNone/>
              <a:defRPr sz="1200" b="1">
                <a:solidFill>
                  <a:schemeClr val="bg1"/>
                </a:solidFill>
              </a:defRPr>
            </a:lvl1pPr>
            <a:lvl2pPr marL="0" indent="0">
              <a:spcAft>
                <a:spcPts val="0"/>
              </a:spcAft>
              <a:buFontTx/>
              <a:buNone/>
              <a:defRPr sz="1200">
                <a:solidFill>
                  <a:schemeClr val="bg1"/>
                </a:solidFill>
              </a:defRPr>
            </a:lvl2pPr>
            <a:lvl3pPr marL="0" indent="0">
              <a:spcAft>
                <a:spcPts val="0"/>
              </a:spcAft>
              <a:buFontTx/>
              <a:buNone/>
              <a:defRPr sz="1200">
                <a:solidFill>
                  <a:schemeClr val="bg1"/>
                </a:solidFill>
              </a:defRPr>
            </a:lvl3pPr>
            <a:lvl4pPr marL="0" indent="0">
              <a:spcAft>
                <a:spcPts val="0"/>
              </a:spcAft>
              <a:buFontTx/>
              <a:buNone/>
              <a:defRPr sz="1200">
                <a:solidFill>
                  <a:schemeClr val="bg1"/>
                </a:solidFill>
              </a:defRPr>
            </a:lvl4pPr>
            <a:lvl5pPr marL="0" indent="0">
              <a:spcAft>
                <a:spcPts val="0"/>
              </a:spcAft>
              <a:buFontTx/>
              <a:buNone/>
              <a:defRPr sz="1200">
                <a:solidFill>
                  <a:schemeClr val="bg1"/>
                </a:solidFill>
              </a:defRPr>
            </a:lvl5pPr>
            <a:lvl6pPr marL="0" indent="0">
              <a:spcAft>
                <a:spcPts val="0"/>
              </a:spcAft>
              <a:buFontTx/>
              <a:buNone/>
              <a:defRPr sz="1200">
                <a:solidFill>
                  <a:schemeClr val="bg1"/>
                </a:solidFill>
              </a:defRPr>
            </a:lvl6pPr>
            <a:lvl7pPr marL="0" indent="0">
              <a:spcAft>
                <a:spcPts val="0"/>
              </a:spcAft>
              <a:buFontTx/>
              <a:buNone/>
              <a:defRPr sz="1200">
                <a:solidFill>
                  <a:schemeClr val="bg1"/>
                </a:solidFill>
              </a:defRPr>
            </a:lvl7pPr>
            <a:lvl8pPr marL="0" indent="0">
              <a:spcAft>
                <a:spcPts val="0"/>
              </a:spcAft>
              <a:buFontTx/>
              <a:buNone/>
              <a:defRPr sz="1200">
                <a:solidFill>
                  <a:schemeClr val="bg1"/>
                </a:solidFill>
              </a:defRPr>
            </a:lvl8pPr>
            <a:lvl9pPr marL="0" indent="0">
              <a:spcAft>
                <a:spcPts val="0"/>
              </a:spcAft>
              <a:buFontTx/>
              <a:buNone/>
              <a:defRPr sz="1200">
                <a:solidFill>
                  <a:schemeClr val="bg1"/>
                </a:solidFill>
              </a:defRPr>
            </a:lvl9pPr>
          </a:lstStyle>
          <a:p>
            <a:pPr lvl="0"/>
            <a:r>
              <a:rPr lang="en-US"/>
              <a:t>First level</a:t>
            </a:r>
          </a:p>
          <a:p>
            <a:pPr lvl="1"/>
            <a:r>
              <a:rPr lang="en-US"/>
              <a:t>Second level</a:t>
            </a:r>
          </a:p>
        </p:txBody>
      </p:sp>
      <p:sp>
        <p:nvSpPr>
          <p:cNvPr id="14" name="Textplatzhalter 8"/>
          <p:cNvSpPr>
            <a:spLocks noGrp="1"/>
          </p:cNvSpPr>
          <p:nvPr>
            <p:ph type="body" sz="quarter" idx="47" hasCustomPrompt="1"/>
          </p:nvPr>
        </p:nvSpPr>
        <p:spPr bwMode="gray">
          <a:xfrm>
            <a:off x="5436468" y="3570933"/>
            <a:ext cx="3348000" cy="648000"/>
          </a:xfrm>
        </p:spPr>
        <p:txBody>
          <a:bodyPr/>
          <a:lstStyle>
            <a:lvl1pPr marL="0" indent="0">
              <a:spcAft>
                <a:spcPts val="0"/>
              </a:spcAft>
              <a:buFontTx/>
              <a:buNone/>
              <a:defRPr sz="1200" b="1">
                <a:solidFill>
                  <a:schemeClr val="bg1"/>
                </a:solidFill>
              </a:defRPr>
            </a:lvl1pPr>
            <a:lvl2pPr marL="0" indent="0">
              <a:spcAft>
                <a:spcPts val="0"/>
              </a:spcAft>
              <a:buFontTx/>
              <a:buNone/>
              <a:defRPr sz="1200">
                <a:solidFill>
                  <a:schemeClr val="bg1"/>
                </a:solidFill>
              </a:defRPr>
            </a:lvl2pPr>
            <a:lvl3pPr marL="0" indent="0">
              <a:spcAft>
                <a:spcPts val="0"/>
              </a:spcAft>
              <a:buFontTx/>
              <a:buNone/>
              <a:defRPr sz="1200">
                <a:solidFill>
                  <a:schemeClr val="bg1"/>
                </a:solidFill>
              </a:defRPr>
            </a:lvl3pPr>
            <a:lvl4pPr marL="0" indent="0">
              <a:spcAft>
                <a:spcPts val="0"/>
              </a:spcAft>
              <a:buFontTx/>
              <a:buNone/>
              <a:defRPr sz="1200">
                <a:solidFill>
                  <a:schemeClr val="bg1"/>
                </a:solidFill>
              </a:defRPr>
            </a:lvl4pPr>
            <a:lvl5pPr marL="0" indent="0">
              <a:spcAft>
                <a:spcPts val="0"/>
              </a:spcAft>
              <a:buFontTx/>
              <a:buNone/>
              <a:defRPr sz="1200">
                <a:solidFill>
                  <a:schemeClr val="bg1"/>
                </a:solidFill>
              </a:defRPr>
            </a:lvl5pPr>
            <a:lvl6pPr marL="0" indent="0">
              <a:spcAft>
                <a:spcPts val="0"/>
              </a:spcAft>
              <a:buFontTx/>
              <a:buNone/>
              <a:defRPr sz="1200">
                <a:solidFill>
                  <a:schemeClr val="bg1"/>
                </a:solidFill>
              </a:defRPr>
            </a:lvl6pPr>
            <a:lvl7pPr marL="0" indent="0">
              <a:spcAft>
                <a:spcPts val="0"/>
              </a:spcAft>
              <a:buFontTx/>
              <a:buNone/>
              <a:defRPr sz="1200">
                <a:solidFill>
                  <a:schemeClr val="bg1"/>
                </a:solidFill>
              </a:defRPr>
            </a:lvl7pPr>
            <a:lvl8pPr marL="0" indent="0">
              <a:spcAft>
                <a:spcPts val="0"/>
              </a:spcAft>
              <a:buFontTx/>
              <a:buNone/>
              <a:defRPr sz="1200">
                <a:solidFill>
                  <a:schemeClr val="bg1"/>
                </a:solidFill>
              </a:defRPr>
            </a:lvl8pPr>
            <a:lvl9pPr marL="0" indent="0">
              <a:spcAft>
                <a:spcPts val="0"/>
              </a:spcAft>
              <a:buFontTx/>
              <a:buNone/>
              <a:defRPr sz="1200">
                <a:solidFill>
                  <a:schemeClr val="bg1"/>
                </a:solidFill>
              </a:defRPr>
            </a:lvl9pPr>
          </a:lstStyle>
          <a:p>
            <a:pPr lvl="0"/>
            <a:r>
              <a:rPr lang="en-US"/>
              <a:t>First level</a:t>
            </a:r>
          </a:p>
          <a:p>
            <a:pPr lvl="1"/>
            <a:r>
              <a:rPr lang="en-US"/>
              <a:t>Second level</a:t>
            </a:r>
          </a:p>
        </p:txBody>
      </p:sp>
      <p:pic>
        <p:nvPicPr>
          <p:cNvPr id="4" name="Grafik 3"/>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359568" y="4623752"/>
            <a:ext cx="926100" cy="279545"/>
          </a:xfrm>
          <a:prstGeom prst="rect">
            <a:avLst/>
          </a:prstGeom>
        </p:spPr>
      </p:pic>
    </p:spTree>
  </p:cSld>
  <p:clrMapOvr>
    <a:masterClrMapping/>
  </p:clrMapOvr>
</p:sldLayout>
</file>

<file path=ppt/slideLayouts/slideLayout135.xml><?xml version="1.0" encoding="utf-8"?>
<p:sldLayout xmlns:a="http://schemas.openxmlformats.org/drawingml/2006/main" xmlns:r="http://schemas.openxmlformats.org/officeDocument/2006/relationships" xmlns:p="http://schemas.openxmlformats.org/presentationml/2006/main" preserve="1" userDrawn="1">
  <p:cSld name="Chapter divider (1)">
    <p:bg>
      <p:bgPr>
        <a:solidFill>
          <a:schemeClr val="tx2"/>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a:xfrm>
            <a:off x="359568" y="1059657"/>
            <a:ext cx="5724526" cy="1349896"/>
          </a:xfrm>
        </p:spPr>
        <p:txBody>
          <a:bodyPr anchor="b"/>
          <a:lstStyle>
            <a:lvl1pPr>
              <a:defRPr sz="3000">
                <a:solidFill>
                  <a:schemeClr val="bg2"/>
                </a:solidFill>
              </a:defRPr>
            </a:lvl1pPr>
          </a:lstStyle>
          <a:p>
            <a:r>
              <a:rPr lang="en-US"/>
              <a:t>Name of the current chapter</a:t>
            </a:r>
          </a:p>
        </p:txBody>
      </p:sp>
      <p:sp>
        <p:nvSpPr>
          <p:cNvPr id="9" name="Untertitel 2"/>
          <p:cNvSpPr>
            <a:spLocks noGrp="1"/>
          </p:cNvSpPr>
          <p:nvPr>
            <p:ph type="subTitle" idx="14" hasCustomPrompt="1"/>
          </p:nvPr>
        </p:nvSpPr>
        <p:spPr bwMode="gray">
          <a:xfrm>
            <a:off x="359568" y="2679762"/>
            <a:ext cx="5724526" cy="594066"/>
          </a:xfrm>
        </p:spPr>
        <p:txBody>
          <a:bodyPr/>
          <a:lstStyle>
            <a:lvl1pPr marL="0" indent="0" algn="l">
              <a:lnSpc>
                <a:spcPct val="140000"/>
              </a:lnSpc>
              <a:spcBef>
                <a:spcPts val="0"/>
              </a:spcBef>
              <a:spcAft>
                <a:spcPts val="0"/>
              </a:spcAft>
              <a:buFont typeface="Arial" panose="020B0604020202020204" pitchFamily="34" charset="0"/>
              <a:buNone/>
              <a:defRPr sz="1200" b="0">
                <a:solidFill>
                  <a:schemeClr val="bg2"/>
                </a:solidFill>
                <a:latin typeface="+mn-lt"/>
              </a:defRPr>
            </a:lvl1pPr>
            <a:lvl2pPr marL="0" indent="0" algn="l">
              <a:lnSpc>
                <a:spcPct val="140000"/>
              </a:lnSpc>
              <a:spcBef>
                <a:spcPts val="0"/>
              </a:spcBef>
              <a:spcAft>
                <a:spcPts val="0"/>
              </a:spcAft>
              <a:buFont typeface="Arial" panose="020B0604020202020204" pitchFamily="34" charset="0"/>
              <a:buNone/>
              <a:defRPr sz="1200" b="0">
                <a:solidFill>
                  <a:schemeClr val="bg2"/>
                </a:solidFill>
                <a:latin typeface="+mn-lt"/>
              </a:defRPr>
            </a:lvl2pPr>
            <a:lvl3pPr marL="0" indent="0" algn="l">
              <a:lnSpc>
                <a:spcPct val="140000"/>
              </a:lnSpc>
              <a:spcBef>
                <a:spcPts val="0"/>
              </a:spcBef>
              <a:spcAft>
                <a:spcPts val="0"/>
              </a:spcAft>
              <a:buFont typeface="Arial" panose="020B0604020202020204" pitchFamily="34" charset="0"/>
              <a:buNone/>
              <a:defRPr sz="1200" b="0">
                <a:solidFill>
                  <a:schemeClr val="bg2"/>
                </a:solidFill>
                <a:latin typeface="+mn-lt"/>
              </a:defRPr>
            </a:lvl3pPr>
            <a:lvl4pPr marL="0" indent="0" algn="l">
              <a:lnSpc>
                <a:spcPct val="140000"/>
              </a:lnSpc>
              <a:spcBef>
                <a:spcPts val="0"/>
              </a:spcBef>
              <a:spcAft>
                <a:spcPts val="0"/>
              </a:spcAft>
              <a:buFont typeface="Arial" panose="020B0604020202020204" pitchFamily="34" charset="0"/>
              <a:buNone/>
              <a:defRPr sz="1200" b="0">
                <a:solidFill>
                  <a:schemeClr val="bg2"/>
                </a:solidFill>
                <a:latin typeface="+mn-lt"/>
              </a:defRPr>
            </a:lvl4pPr>
            <a:lvl5pPr marL="0" indent="0" algn="l">
              <a:lnSpc>
                <a:spcPct val="140000"/>
              </a:lnSpc>
              <a:spcBef>
                <a:spcPts val="0"/>
              </a:spcBef>
              <a:spcAft>
                <a:spcPts val="0"/>
              </a:spcAft>
              <a:buFont typeface="Arial" panose="020B0604020202020204" pitchFamily="34" charset="0"/>
              <a:buNone/>
              <a:defRPr sz="1200" b="0">
                <a:solidFill>
                  <a:schemeClr val="bg2"/>
                </a:solidFill>
                <a:latin typeface="+mn-lt"/>
              </a:defRPr>
            </a:lvl5pPr>
            <a:lvl6pPr marL="0" indent="0" algn="l">
              <a:lnSpc>
                <a:spcPct val="140000"/>
              </a:lnSpc>
              <a:spcBef>
                <a:spcPts val="0"/>
              </a:spcBef>
              <a:spcAft>
                <a:spcPts val="0"/>
              </a:spcAft>
              <a:buFont typeface="Arial" panose="020B0604020202020204" pitchFamily="34" charset="0"/>
              <a:buNone/>
              <a:defRPr sz="1200" b="0">
                <a:solidFill>
                  <a:schemeClr val="bg2"/>
                </a:solidFill>
                <a:latin typeface="+mn-lt"/>
              </a:defRPr>
            </a:lvl6pPr>
            <a:lvl7pPr marL="0" indent="0" algn="l">
              <a:lnSpc>
                <a:spcPct val="140000"/>
              </a:lnSpc>
              <a:spcBef>
                <a:spcPts val="0"/>
              </a:spcBef>
              <a:spcAft>
                <a:spcPts val="0"/>
              </a:spcAft>
              <a:buFont typeface="Arial" panose="020B0604020202020204" pitchFamily="34" charset="0"/>
              <a:buNone/>
              <a:defRPr sz="1200" b="0">
                <a:solidFill>
                  <a:schemeClr val="bg2"/>
                </a:solidFill>
                <a:latin typeface="+mn-lt"/>
              </a:defRPr>
            </a:lvl7pPr>
            <a:lvl8pPr marL="0" indent="0" algn="l">
              <a:lnSpc>
                <a:spcPct val="140000"/>
              </a:lnSpc>
              <a:spcBef>
                <a:spcPts val="0"/>
              </a:spcBef>
              <a:spcAft>
                <a:spcPts val="0"/>
              </a:spcAft>
              <a:buFont typeface="Arial" panose="020B0604020202020204" pitchFamily="34" charset="0"/>
              <a:buNone/>
              <a:defRPr sz="1200" b="0">
                <a:solidFill>
                  <a:schemeClr val="bg2"/>
                </a:solidFill>
                <a:latin typeface="+mn-lt"/>
              </a:defRPr>
            </a:lvl8pPr>
            <a:lvl9pPr marL="0" indent="0" algn="l">
              <a:lnSpc>
                <a:spcPct val="140000"/>
              </a:lnSpc>
              <a:spcBef>
                <a:spcPts val="0"/>
              </a:spcBef>
              <a:spcAft>
                <a:spcPts val="0"/>
              </a:spcAft>
              <a:buFont typeface="Arial" panose="020B0604020202020204" pitchFamily="34" charset="0"/>
              <a:buNone/>
              <a:defRPr sz="1200" b="0">
                <a:solidFill>
                  <a:schemeClr val="bg2"/>
                </a:solidFill>
                <a:latin typeface="+mn-lt"/>
              </a:defRPr>
            </a:lvl9pPr>
          </a:lstStyle>
          <a:p>
            <a:r>
              <a:rPr lang="en-US"/>
              <a:t>Optional short description</a:t>
            </a:r>
          </a:p>
        </p:txBody>
      </p:sp>
      <p:sp>
        <p:nvSpPr>
          <p:cNvPr id="7" name="Foliennummernplatzhalter 6"/>
          <p:cNvSpPr>
            <a:spLocks noGrp="1"/>
          </p:cNvSpPr>
          <p:nvPr>
            <p:ph type="sldNum" sz="quarter" idx="16"/>
          </p:nvPr>
        </p:nvSpPr>
        <p:spPr bwMode="gray"/>
        <p:txBody>
          <a:bodyPr/>
          <a:lstStyle>
            <a:lvl1pPr>
              <a:defRPr>
                <a:solidFill>
                  <a:schemeClr val="bg2"/>
                </a:solidFill>
              </a:defRPr>
            </a:lvl1pPr>
          </a:lstStyle>
          <a:p>
            <a:fld id="{8FF9B0DE-3FEB-4AA0-B465-B80EF7C1333D}" type="slidenum">
              <a:rPr lang="en-US" smtClean="0"/>
              <a:t>‹#›</a:t>
            </a:fld>
            <a:endParaRPr lang="en-US"/>
          </a:p>
        </p:txBody>
      </p:sp>
      <p:sp>
        <p:nvSpPr>
          <p:cNvPr id="6" name="Fußzeilenplatzhalter 5"/>
          <p:cNvSpPr>
            <a:spLocks noGrp="1"/>
          </p:cNvSpPr>
          <p:nvPr>
            <p:ph type="ftr" sz="quarter" idx="19"/>
          </p:nvPr>
        </p:nvSpPr>
        <p:spPr bwMode="gray"/>
        <p:txBody>
          <a:bodyPr/>
          <a:lstStyle/>
          <a:p>
            <a:r>
              <a:rPr lang="en-US"/>
              <a:t>Presentation title    |    ONLY FOR INTERNAL USE</a:t>
            </a:r>
          </a:p>
        </p:txBody>
      </p:sp>
    </p:spTree>
  </p:cSld>
  <p:clrMapOvr>
    <a:masterClrMapping/>
  </p:clrMapOvr>
</p:sldLayout>
</file>

<file path=ppt/slideLayouts/slideLayout136.xml><?xml version="1.0" encoding="utf-8"?>
<p:sldLayout xmlns:a="http://schemas.openxmlformats.org/drawingml/2006/main" xmlns:r="http://schemas.openxmlformats.org/officeDocument/2006/relationships" xmlns:p="http://schemas.openxmlformats.org/presentationml/2006/main" preserve="1" userDrawn="1">
  <p:cSld name="Chapter divider (2)">
    <p:bg>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a:xfrm>
            <a:off x="359568" y="1059657"/>
            <a:ext cx="5724526" cy="1349896"/>
          </a:xfrm>
        </p:spPr>
        <p:txBody>
          <a:bodyPr anchor="b"/>
          <a:lstStyle>
            <a:lvl1pPr>
              <a:defRPr sz="3000">
                <a:solidFill>
                  <a:schemeClr val="tx2"/>
                </a:solidFill>
              </a:defRPr>
            </a:lvl1pPr>
          </a:lstStyle>
          <a:p>
            <a:r>
              <a:rPr lang="en-US"/>
              <a:t>Name of the current chapter</a:t>
            </a:r>
          </a:p>
        </p:txBody>
      </p:sp>
      <p:sp>
        <p:nvSpPr>
          <p:cNvPr id="9" name="Untertitel 2"/>
          <p:cNvSpPr>
            <a:spLocks noGrp="1"/>
          </p:cNvSpPr>
          <p:nvPr>
            <p:ph type="subTitle" idx="14" hasCustomPrompt="1"/>
          </p:nvPr>
        </p:nvSpPr>
        <p:spPr bwMode="gray">
          <a:xfrm>
            <a:off x="359568" y="2679762"/>
            <a:ext cx="5724526" cy="594066"/>
          </a:xfrm>
        </p:spPr>
        <p:txBody>
          <a:bodyPr/>
          <a:lstStyle>
            <a:lvl1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1pPr>
            <a:lvl2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2pPr>
            <a:lvl3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3pPr>
            <a:lvl4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4pPr>
            <a:lvl5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5pPr>
            <a:lvl6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6pPr>
            <a:lvl7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7pPr>
            <a:lvl8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8pPr>
            <a:lvl9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9pPr>
          </a:lstStyle>
          <a:p>
            <a:r>
              <a:rPr lang="en-US"/>
              <a:t>Optional short description</a:t>
            </a:r>
          </a:p>
        </p:txBody>
      </p:sp>
      <p:sp>
        <p:nvSpPr>
          <p:cNvPr id="7" name="Foliennummernplatzhalter 6"/>
          <p:cNvSpPr>
            <a:spLocks noGrp="1"/>
          </p:cNvSpPr>
          <p:nvPr>
            <p:ph type="sldNum" sz="quarter" idx="16"/>
          </p:nvPr>
        </p:nvSpPr>
        <p:spPr bwMode="gray"/>
        <p:txBody>
          <a:bodyPr/>
          <a:lstStyle>
            <a:lvl1pPr>
              <a:defRPr>
                <a:solidFill>
                  <a:schemeClr val="bg1"/>
                </a:solidFill>
              </a:defRPr>
            </a:lvl1pPr>
          </a:lstStyle>
          <a:p>
            <a:fld id="{8FF9B0DE-3FEB-4AA0-B465-B80EF7C1333D}" type="slidenum">
              <a:rPr lang="en-US" smtClean="0"/>
              <a:t>‹#›</a:t>
            </a:fld>
            <a:endParaRPr lang="en-US"/>
          </a:p>
        </p:txBody>
      </p:sp>
      <p:pic>
        <p:nvPicPr>
          <p:cNvPr id="4" name="Grafik 3"/>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359568" y="4623752"/>
            <a:ext cx="926100" cy="279545"/>
          </a:xfrm>
          <a:prstGeom prst="rect">
            <a:avLst/>
          </a:prstGeom>
        </p:spPr>
      </p:pic>
      <p:sp>
        <p:nvSpPr>
          <p:cNvPr id="8" name="Fußzeilenplatzhalter 7"/>
          <p:cNvSpPr>
            <a:spLocks noGrp="1"/>
          </p:cNvSpPr>
          <p:nvPr>
            <p:ph type="ftr" sz="quarter" idx="19"/>
          </p:nvPr>
        </p:nvSpPr>
        <p:spPr bwMode="gray"/>
        <p:txBody>
          <a:bodyPr/>
          <a:lstStyle>
            <a:lvl1pPr>
              <a:defRPr>
                <a:solidFill>
                  <a:schemeClr val="bg1"/>
                </a:solidFill>
              </a:defRPr>
            </a:lvl1pPr>
          </a:lstStyle>
          <a:p>
            <a:r>
              <a:rPr lang="en-US"/>
              <a:t>Presentation title    |    ONLY FOR INTERNAL USE</a:t>
            </a:r>
          </a:p>
        </p:txBody>
      </p:sp>
    </p:spTree>
  </p:cSld>
  <p:clrMapOvr>
    <a:masterClrMapping/>
  </p:clrMapOvr>
</p:sldLayout>
</file>

<file path=ppt/slideLayouts/slideLayout137.xml><?xml version="1.0" encoding="utf-8"?>
<p:sldLayout xmlns:a="http://schemas.openxmlformats.org/drawingml/2006/main" xmlns:r="http://schemas.openxmlformats.org/officeDocument/2006/relationships" xmlns:p="http://schemas.openxmlformats.org/presentationml/2006/main" preserve="1" userDrawn="1">
  <p:cSld name="Chapter divider (image)">
    <p:bg>
      <p:bgPr>
        <a:solidFill>
          <a:schemeClr val="bg2"/>
        </a:solidFill>
        <a:effectLst/>
      </p:bgPr>
    </p:bg>
    <p:spTree>
      <p:nvGrpSpPr>
        <p:cNvPr id="1" name=""/>
        <p:cNvGrpSpPr/>
        <p:nvPr/>
      </p:nvGrpSpPr>
      <p:grpSpPr>
        <a:xfrm>
          <a:off x="0" y="0"/>
          <a:ext cx="0" cy="0"/>
          <a:chOff x="0" y="0"/>
          <a:chExt cx="0" cy="0"/>
        </a:xfrm>
      </p:grpSpPr>
      <p:sp>
        <p:nvSpPr>
          <p:cNvPr id="8" name="Bildplatzhalter 10"/>
          <p:cNvSpPr>
            <a:spLocks noGrp="1"/>
          </p:cNvSpPr>
          <p:nvPr>
            <p:ph type="pic" sz="quarter" idx="10" hasCustomPrompt="1"/>
          </p:nvPr>
        </p:nvSpPr>
        <p:spPr bwMode="gray">
          <a:xfrm>
            <a:off x="4572000" y="0"/>
            <a:ext cx="4572000" cy="5143500"/>
          </a:xfrm>
          <a:solidFill>
            <a:srgbClr val="E5E3DE"/>
          </a:solidFill>
        </p:spPr>
        <p:txBody>
          <a:bodyPr tIns="720000" anchor="ctr" anchorCtr="0"/>
          <a:lstStyle>
            <a:lvl1pPr marL="0" indent="0" algn="ctr">
              <a:spcBef>
                <a:spcPts val="0"/>
              </a:spcBef>
              <a:spcAft>
                <a:spcPts val="0"/>
              </a:spcAft>
              <a:buFontTx/>
              <a:buNone/>
              <a:defRPr sz="900" b="0">
                <a:solidFill>
                  <a:schemeClr val="tx1"/>
                </a:solidFill>
              </a:defRPr>
            </a:lvl1pPr>
            <a:lvl2pPr marL="0" indent="0" algn="ctr">
              <a:spcBef>
                <a:spcPts val="0"/>
              </a:spcBef>
              <a:spcAft>
                <a:spcPts val="0"/>
              </a:spcAft>
              <a:buFontTx/>
              <a:buNone/>
              <a:defRPr sz="900" b="0"/>
            </a:lvl2pPr>
            <a:lvl3pPr marL="0" indent="0" algn="ctr">
              <a:spcBef>
                <a:spcPts val="0"/>
              </a:spcBef>
              <a:spcAft>
                <a:spcPts val="0"/>
              </a:spcAft>
              <a:buFontTx/>
              <a:buNone/>
              <a:defRPr sz="900" b="0"/>
            </a:lvl3pPr>
            <a:lvl4pPr marL="0" indent="0" algn="ctr">
              <a:spcBef>
                <a:spcPts val="0"/>
              </a:spcBef>
              <a:spcAft>
                <a:spcPts val="0"/>
              </a:spcAft>
              <a:buFontTx/>
              <a:buNone/>
              <a:defRPr sz="900" b="0"/>
            </a:lvl4pPr>
            <a:lvl5pPr marL="0" indent="0" algn="ctr">
              <a:spcBef>
                <a:spcPts val="0"/>
              </a:spcBef>
              <a:spcAft>
                <a:spcPts val="0"/>
              </a:spcAft>
              <a:buFontTx/>
              <a:buNone/>
              <a:defRPr sz="900" b="0"/>
            </a:lvl5pPr>
            <a:lvl6pPr marL="0" indent="0" algn="ctr">
              <a:spcBef>
                <a:spcPts val="0"/>
              </a:spcBef>
              <a:spcAft>
                <a:spcPts val="0"/>
              </a:spcAft>
              <a:buFontTx/>
              <a:buNone/>
              <a:defRPr sz="900" b="0"/>
            </a:lvl6pPr>
            <a:lvl7pPr marL="0" indent="0" algn="ctr">
              <a:spcBef>
                <a:spcPts val="0"/>
              </a:spcBef>
              <a:spcAft>
                <a:spcPts val="0"/>
              </a:spcAft>
              <a:buFontTx/>
              <a:buNone/>
              <a:defRPr sz="900" b="0"/>
            </a:lvl7pPr>
            <a:lvl8pPr marL="0" indent="0" algn="ctr">
              <a:spcBef>
                <a:spcPts val="0"/>
              </a:spcBef>
              <a:spcAft>
                <a:spcPts val="0"/>
              </a:spcAft>
              <a:buFontTx/>
              <a:buNone/>
              <a:defRPr sz="900" b="0"/>
            </a:lvl8pPr>
            <a:lvl9pPr marL="0" indent="0" algn="ctr">
              <a:spcBef>
                <a:spcPts val="0"/>
              </a:spcBef>
              <a:spcAft>
                <a:spcPts val="0"/>
              </a:spcAft>
              <a:buFontTx/>
              <a:buNone/>
              <a:defRPr sz="900" b="0"/>
            </a:lvl9pPr>
          </a:lstStyle>
          <a:p>
            <a:pPr lvl="0"/>
            <a:r>
              <a:rPr lang="en-US"/>
              <a:t>Add picture</a:t>
            </a:r>
          </a:p>
        </p:txBody>
      </p:sp>
      <p:sp>
        <p:nvSpPr>
          <p:cNvPr id="2" name="Titel 1"/>
          <p:cNvSpPr>
            <a:spLocks noGrp="1"/>
          </p:cNvSpPr>
          <p:nvPr>
            <p:ph type="title" hasCustomPrompt="1"/>
          </p:nvPr>
        </p:nvSpPr>
        <p:spPr bwMode="gray">
          <a:xfrm>
            <a:off x="359570" y="1059657"/>
            <a:ext cx="3996929" cy="1349896"/>
          </a:xfrm>
        </p:spPr>
        <p:txBody>
          <a:bodyPr anchor="b"/>
          <a:lstStyle>
            <a:lvl1pPr>
              <a:defRPr sz="3000">
                <a:solidFill>
                  <a:schemeClr val="tx2"/>
                </a:solidFill>
              </a:defRPr>
            </a:lvl1pPr>
          </a:lstStyle>
          <a:p>
            <a:r>
              <a:rPr lang="en-US"/>
              <a:t>Name of the current chapter</a:t>
            </a:r>
          </a:p>
        </p:txBody>
      </p:sp>
      <p:sp>
        <p:nvSpPr>
          <p:cNvPr id="9" name="Untertitel 2"/>
          <p:cNvSpPr>
            <a:spLocks noGrp="1"/>
          </p:cNvSpPr>
          <p:nvPr>
            <p:ph type="subTitle" idx="14" hasCustomPrompt="1"/>
          </p:nvPr>
        </p:nvSpPr>
        <p:spPr bwMode="gray">
          <a:xfrm>
            <a:off x="359570" y="2679762"/>
            <a:ext cx="3996929" cy="594066"/>
          </a:xfrm>
        </p:spPr>
        <p:txBody>
          <a:bodyPr/>
          <a:lstStyle>
            <a:lvl1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1pPr>
            <a:lvl2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2pPr>
            <a:lvl3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3pPr>
            <a:lvl4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4pPr>
            <a:lvl5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5pPr>
            <a:lvl6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6pPr>
            <a:lvl7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7pPr>
            <a:lvl8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8pPr>
            <a:lvl9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9pPr>
          </a:lstStyle>
          <a:p>
            <a:r>
              <a:rPr lang="en-US"/>
              <a:t>Optional short description</a:t>
            </a:r>
          </a:p>
        </p:txBody>
      </p:sp>
      <p:sp>
        <p:nvSpPr>
          <p:cNvPr id="7" name="Foliennummernplatzhalter 6"/>
          <p:cNvSpPr>
            <a:spLocks noGrp="1"/>
          </p:cNvSpPr>
          <p:nvPr>
            <p:ph type="sldNum" sz="quarter" idx="16"/>
          </p:nvPr>
        </p:nvSpPr>
        <p:spPr bwMode="gray"/>
        <p:txBody>
          <a:bodyPr/>
          <a:lstStyle>
            <a:lvl1pPr>
              <a:defRPr>
                <a:solidFill>
                  <a:schemeClr val="bg1"/>
                </a:solidFill>
              </a:defRPr>
            </a:lvl1pPr>
          </a:lstStyle>
          <a:p>
            <a:fld id="{8FF9B0DE-3FEB-4AA0-B465-B80EF7C1333D}" type="slidenum">
              <a:rPr lang="en-US" smtClean="0"/>
              <a:t>‹#›</a:t>
            </a:fld>
            <a:endParaRPr lang="en-US"/>
          </a:p>
        </p:txBody>
      </p:sp>
      <p:pic>
        <p:nvPicPr>
          <p:cNvPr id="5" name="Grafik 4"/>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359568" y="4623752"/>
            <a:ext cx="926100" cy="279545"/>
          </a:xfrm>
          <a:prstGeom prst="rect">
            <a:avLst/>
          </a:prstGeom>
        </p:spPr>
      </p:pic>
      <p:sp>
        <p:nvSpPr>
          <p:cNvPr id="12" name="Fußzeilenplatzhalter 11"/>
          <p:cNvSpPr>
            <a:spLocks noGrp="1"/>
          </p:cNvSpPr>
          <p:nvPr>
            <p:ph type="ftr" sz="quarter" idx="19"/>
          </p:nvPr>
        </p:nvSpPr>
        <p:spPr bwMode="gray"/>
        <p:txBody>
          <a:bodyPr/>
          <a:lstStyle>
            <a:lvl1pPr>
              <a:defRPr>
                <a:solidFill>
                  <a:schemeClr val="bg1"/>
                </a:solidFill>
              </a:defRPr>
            </a:lvl1pPr>
          </a:lstStyle>
          <a:p>
            <a:r>
              <a:rPr lang="en-US"/>
              <a:t>Presentation title    |    ONLY FOR INTERNAL USE</a:t>
            </a:r>
          </a:p>
        </p:txBody>
      </p:sp>
      <p:grpSp>
        <p:nvGrpSpPr>
          <p:cNvPr id="16" name="Group 15"/>
          <p:cNvGrpSpPr/>
          <p:nvPr userDrawn="1"/>
        </p:nvGrpSpPr>
        <p:grpSpPr bwMode="gray">
          <a:xfrm>
            <a:off x="-1422666" y="0"/>
            <a:ext cx="1286309" cy="2808312"/>
            <a:chOff x="-1824880" y="2708920"/>
            <a:chExt cx="1715078" cy="3744416"/>
          </a:xfrm>
        </p:grpSpPr>
        <p:sp>
          <p:nvSpPr>
            <p:cNvPr id="17" name="TextBox 16"/>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450"/>
                </a:spcAft>
              </a:pPr>
              <a:r>
                <a:rPr lang="en-US" sz="825" b="1">
                  <a:solidFill>
                    <a:schemeClr val="tx1"/>
                  </a:solidFill>
                  <a:effectLst/>
                  <a:latin typeface="+mj-lt"/>
                </a:rPr>
                <a:t>To insert a picture:</a:t>
              </a:r>
            </a:p>
            <a:p>
              <a:pPr marL="107950" indent="-107950">
                <a:lnSpc>
                  <a:spcPct val="120000"/>
                </a:lnSpc>
                <a:spcAft>
                  <a:spcPts val="450"/>
                </a:spcAft>
                <a:buFont typeface="+mj-lt"/>
                <a:buAutoNum type="arabicPeriod"/>
              </a:pPr>
              <a:r>
                <a:rPr lang="en-US" sz="675">
                  <a:solidFill>
                    <a:schemeClr val="tx1"/>
                  </a:solidFill>
                  <a:effectLst/>
                  <a:latin typeface="+mn-lt"/>
                </a:rPr>
                <a:t>Click on the placeholder for pictures</a:t>
              </a:r>
            </a:p>
            <a:p>
              <a:pPr marL="107950" indent="-107950">
                <a:lnSpc>
                  <a:spcPct val="120000"/>
                </a:lnSpc>
                <a:spcAft>
                  <a:spcPts val="450"/>
                </a:spcAft>
                <a:buFont typeface="+mj-lt"/>
                <a:buAutoNum type="arabicPeriod"/>
              </a:pPr>
              <a:r>
                <a:rPr lang="en-US" sz="675">
                  <a:solidFill>
                    <a:schemeClr val="tx1"/>
                  </a:solidFill>
                  <a:effectLst/>
                  <a:latin typeface="+mn-lt"/>
                </a:rPr>
                <a:t>Open the menu “Insert”</a:t>
              </a:r>
            </a:p>
            <a:p>
              <a:pPr marL="107950" indent="-107950">
                <a:lnSpc>
                  <a:spcPct val="120000"/>
                </a:lnSpc>
                <a:spcAft>
                  <a:spcPts val="450"/>
                </a:spcAft>
                <a:buFont typeface="+mj-lt"/>
                <a:buAutoNum type="arabicPeriod"/>
              </a:pPr>
              <a:r>
                <a:rPr lang="en-US" sz="675">
                  <a:solidFill>
                    <a:schemeClr val="tx1"/>
                  </a:solidFill>
                  <a:effectLst/>
                  <a:latin typeface="+mn-lt"/>
                </a:rPr>
                <a:t>Choose “Pictures” and then the corresponding source where the image is located</a:t>
              </a:r>
              <a:endParaRPr lang="en-US" sz="675">
                <a:solidFill>
                  <a:schemeClr val="tx1"/>
                </a:solidFill>
                <a:latin typeface="+mn-lt"/>
              </a:endParaRPr>
            </a:p>
          </p:txBody>
        </p:sp>
        <p:pic>
          <p:nvPicPr>
            <p:cNvPr id="18" name="Picture 17"/>
            <p:cNvPicPr>
              <a:picLocks noChangeAspect="1"/>
            </p:cNvPicPr>
            <p:nvPr userDrawn="1"/>
          </p:nvPicPr>
          <p:blipFill rotWithShape="1">
            <a:blip r:embed="rId4"/>
            <a:srcRect l="8843" r="2395" b="2546"/>
            <a:stretch>
              <a:fillRect/>
            </a:stretch>
          </p:blipFill>
          <p:spPr bwMode="gray">
            <a:xfrm>
              <a:off x="-1589806" y="4475212"/>
              <a:ext cx="745332" cy="1122804"/>
            </a:xfrm>
            <a:prstGeom prst="roundRect">
              <a:avLst>
                <a:gd name="adj" fmla="val 3514"/>
              </a:avLst>
            </a:prstGeom>
          </p:spPr>
        </p:pic>
        <p:sp>
          <p:nvSpPr>
            <p:cNvPr id="19" name="TextBox 18"/>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07950" indent="-107950">
                <a:spcAft>
                  <a:spcPts val="450"/>
                </a:spcAft>
                <a:buFont typeface="+mj-lt"/>
                <a:buAutoNum type="arabicPeriod" startAt="4"/>
              </a:pPr>
              <a:r>
                <a:rPr lang="en-US" sz="675">
                  <a:solidFill>
                    <a:schemeClr val="tx1"/>
                  </a:solidFill>
                  <a:effectLst/>
                  <a:latin typeface="+mn-lt"/>
                </a:rPr>
                <a:t>Now the image has </a:t>
              </a:r>
              <a:br>
                <a:rPr lang="en-US" sz="675">
                  <a:solidFill>
                    <a:schemeClr val="tx1"/>
                  </a:solidFill>
                  <a:effectLst/>
                  <a:latin typeface="+mn-lt"/>
                </a:rPr>
              </a:br>
              <a:r>
                <a:rPr lang="en-US" sz="675">
                  <a:solidFill>
                    <a:schemeClr val="tx1"/>
                  </a:solidFill>
                  <a:effectLst/>
                  <a:latin typeface="+mn-lt"/>
                </a:rPr>
                <a:t>been loaded into the </a:t>
              </a:r>
              <a:br>
                <a:rPr lang="en-US" sz="675">
                  <a:solidFill>
                    <a:schemeClr val="tx1"/>
                  </a:solidFill>
                  <a:effectLst/>
                  <a:latin typeface="+mn-lt"/>
                </a:rPr>
              </a:br>
              <a:r>
                <a:rPr lang="en-US" sz="675">
                  <a:solidFill>
                    <a:schemeClr val="tx1"/>
                  </a:solidFill>
                  <a:effectLst/>
                  <a:latin typeface="+mn-lt"/>
                </a:rPr>
                <a:t>placeholder.</a:t>
              </a:r>
              <a:endParaRPr lang="en-US" sz="675">
                <a:solidFill>
                  <a:schemeClr val="tx1"/>
                </a:solidFill>
                <a:latin typeface="+mn-lt"/>
              </a:endParaRPr>
            </a:p>
          </p:txBody>
        </p:sp>
      </p:grpSp>
    </p:spTree>
  </p:cSld>
  <p:clrMapOvr>
    <a:masterClrMapping/>
  </p:clrMapOvr>
</p:sldLayout>
</file>

<file path=ppt/slideLayouts/slideLayout138.xml><?xml version="1.0" encoding="utf-8"?>
<p:sldLayout xmlns:a="http://schemas.openxmlformats.org/drawingml/2006/main" xmlns:r="http://schemas.openxmlformats.org/officeDocument/2006/relationships" xmlns:p="http://schemas.openxmlformats.org/presentationml/2006/main" preserve="1" userDrawn="1">
  <p:cSld name="One content">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a:t>Add  title of the slide</a:t>
            </a:r>
          </a:p>
        </p:txBody>
      </p:sp>
      <p:sp>
        <p:nvSpPr>
          <p:cNvPr id="3" name="Inhaltsplatzhalter 2"/>
          <p:cNvSpPr>
            <a:spLocks noGrp="1"/>
          </p:cNvSpPr>
          <p:nvPr>
            <p:ph idx="1" hasCustomPrompt="1"/>
          </p:nvPr>
        </p:nvSpPr>
        <p:spPr bwMode="gray">
          <a:xfrm>
            <a:off x="359570" y="1059657"/>
            <a:ext cx="8424863" cy="3294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360000" y="4353948"/>
            <a:ext cx="8424000" cy="108000"/>
          </a:xfrm>
        </p:spPr>
        <p:txBody>
          <a:bodyPr anchor="b"/>
          <a:lstStyle>
            <a:lvl1pPr marL="0" indent="0">
              <a:lnSpc>
                <a:spcPct val="100000"/>
              </a:lnSpc>
              <a:spcBef>
                <a:spcPts val="0"/>
              </a:spcBef>
              <a:spcAft>
                <a:spcPts val="0"/>
              </a:spcAft>
              <a:buFont typeface="Arial" panose="020B0604020202020204" pitchFamily="34" charset="0"/>
              <a:buNone/>
              <a:defRPr sz="600" b="0"/>
            </a:lvl1pPr>
            <a:lvl2pPr marL="0" indent="0">
              <a:lnSpc>
                <a:spcPct val="100000"/>
              </a:lnSpc>
              <a:spcBef>
                <a:spcPts val="0"/>
              </a:spcBef>
              <a:spcAft>
                <a:spcPts val="0"/>
              </a:spcAft>
              <a:buFont typeface="Arial" panose="020B0604020202020204" pitchFamily="34" charset="0"/>
              <a:buNone/>
              <a:defRPr sz="600" b="0"/>
            </a:lvl2pPr>
            <a:lvl3pPr marL="0" indent="0">
              <a:lnSpc>
                <a:spcPct val="100000"/>
              </a:lnSpc>
              <a:spcBef>
                <a:spcPts val="0"/>
              </a:spcBef>
              <a:spcAft>
                <a:spcPts val="0"/>
              </a:spcAft>
              <a:buNone/>
              <a:defRPr sz="600" b="0"/>
            </a:lvl3pPr>
            <a:lvl4pPr marL="0" indent="0">
              <a:lnSpc>
                <a:spcPct val="100000"/>
              </a:lnSpc>
              <a:spcBef>
                <a:spcPts val="0"/>
              </a:spcBef>
              <a:spcAft>
                <a:spcPts val="0"/>
              </a:spcAft>
              <a:buNone/>
              <a:defRPr sz="600" b="0"/>
            </a:lvl4pPr>
            <a:lvl5pPr marL="0" indent="0">
              <a:lnSpc>
                <a:spcPct val="100000"/>
              </a:lnSpc>
              <a:spcBef>
                <a:spcPts val="0"/>
              </a:spcBef>
              <a:spcAft>
                <a:spcPts val="0"/>
              </a:spcAft>
              <a:buNone/>
              <a:defRPr sz="600" b="0"/>
            </a:lvl5pPr>
            <a:lvl6pPr marL="0" indent="0">
              <a:lnSpc>
                <a:spcPct val="100000"/>
              </a:lnSpc>
              <a:spcBef>
                <a:spcPts val="0"/>
              </a:spcBef>
              <a:spcAft>
                <a:spcPts val="0"/>
              </a:spcAft>
              <a:buNone/>
              <a:defRPr sz="600" b="0"/>
            </a:lvl6pPr>
            <a:lvl7pPr marL="0" indent="0">
              <a:lnSpc>
                <a:spcPct val="100000"/>
              </a:lnSpc>
              <a:spcBef>
                <a:spcPts val="0"/>
              </a:spcBef>
              <a:spcAft>
                <a:spcPts val="0"/>
              </a:spcAft>
              <a:buNone/>
              <a:defRPr sz="600" b="0"/>
            </a:lvl7pPr>
            <a:lvl8pPr marL="0" indent="0">
              <a:lnSpc>
                <a:spcPct val="100000"/>
              </a:lnSpc>
              <a:spcBef>
                <a:spcPts val="0"/>
              </a:spcBef>
              <a:spcAft>
                <a:spcPts val="0"/>
              </a:spcAft>
              <a:buNone/>
              <a:defRPr sz="600" b="0"/>
            </a:lvl8pPr>
            <a:lvl9pPr marL="0" indent="0">
              <a:lnSpc>
                <a:spcPct val="100000"/>
              </a:lnSpc>
              <a:spcBef>
                <a:spcPts val="0"/>
              </a:spcBef>
              <a:spcAft>
                <a:spcPts val="0"/>
              </a:spcAft>
              <a:buNone/>
              <a:defRPr sz="600" b="0"/>
            </a:lvl9pPr>
          </a:lstStyle>
          <a:p>
            <a:pPr lvl="0"/>
            <a:r>
              <a:rPr lang="en-US"/>
              <a:t>Footnote/Source</a:t>
            </a:r>
          </a:p>
        </p:txBody>
      </p:sp>
      <p:sp>
        <p:nvSpPr>
          <p:cNvPr id="4" name="Fußzeilenplatzhalter 3"/>
          <p:cNvSpPr>
            <a:spLocks noGrp="1"/>
          </p:cNvSpPr>
          <p:nvPr>
            <p:ph type="ftr" sz="quarter" idx="19"/>
          </p:nvPr>
        </p:nvSpPr>
        <p:spPr bwMode="gray"/>
        <p:txBody>
          <a:bodyPr/>
          <a:lstStyle/>
          <a:p>
            <a:r>
              <a:rPr lang="en-US"/>
              <a:t>Presentation title    |    ONLY FOR INTERNAL USE</a:t>
            </a:r>
          </a:p>
        </p:txBody>
      </p:sp>
      <p:sp>
        <p:nvSpPr>
          <p:cNvPr id="5" name="Foliennummernplatzhalter 4"/>
          <p:cNvSpPr>
            <a:spLocks noGrp="1"/>
          </p:cNvSpPr>
          <p:nvPr>
            <p:ph type="sldNum" sz="quarter" idx="20"/>
          </p:nvPr>
        </p:nvSpPr>
        <p:spPr bwMode="gray"/>
        <p:txBody>
          <a:bodyPr/>
          <a:lstStyle/>
          <a:p>
            <a:fld id="{DF4E8F9F-5B1F-4F5B-BE49-3245D8C18D9F}" type="slidenum">
              <a:rPr lang="en-US" smtClean="0"/>
              <a:t>‹#›</a:t>
            </a:fld>
            <a:endParaRPr lang="en-US"/>
          </a:p>
        </p:txBody>
      </p:sp>
    </p:spTree>
  </p:cSld>
  <p:clrMapOvr>
    <a:masterClrMapping/>
  </p:clrMapOvr>
</p:sldLayout>
</file>

<file path=ppt/slideLayouts/slideLayout139.xml><?xml version="1.0" encoding="utf-8"?>
<p:sldLayout xmlns:a="http://schemas.openxmlformats.org/drawingml/2006/main" xmlns:r="http://schemas.openxmlformats.org/officeDocument/2006/relationships" xmlns:p="http://schemas.openxmlformats.org/presentationml/2006/main" preserve="1" userDrawn="1">
  <p:cSld name="One content dark">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359570" y="1059657"/>
            <a:ext cx="8424863" cy="3294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360000" y="4353960"/>
            <a:ext cx="8424000" cy="108000"/>
          </a:xfrm>
        </p:spPr>
        <p:txBody>
          <a:bodyPr anchor="b"/>
          <a:lstStyle>
            <a:lvl1pPr marL="0" indent="0">
              <a:lnSpc>
                <a:spcPct val="100000"/>
              </a:lnSpc>
              <a:spcBef>
                <a:spcPts val="0"/>
              </a:spcBef>
              <a:spcAft>
                <a:spcPts val="0"/>
              </a:spcAft>
              <a:buFont typeface="Arial" panose="020B0604020202020204" pitchFamily="34" charset="0"/>
              <a:buNone/>
              <a:defRPr sz="600" b="0">
                <a:solidFill>
                  <a:schemeClr val="bg1"/>
                </a:solidFill>
              </a:defRPr>
            </a:lvl1pPr>
            <a:lvl2pPr marL="0" indent="0">
              <a:lnSpc>
                <a:spcPct val="100000"/>
              </a:lnSpc>
              <a:spcBef>
                <a:spcPts val="0"/>
              </a:spcBef>
              <a:spcAft>
                <a:spcPts val="0"/>
              </a:spcAft>
              <a:buFont typeface="Arial" panose="020B0604020202020204" pitchFamily="34" charset="0"/>
              <a:buNone/>
              <a:defRPr sz="600" b="0">
                <a:solidFill>
                  <a:schemeClr val="bg1"/>
                </a:solidFill>
              </a:defRPr>
            </a:lvl2pPr>
            <a:lvl3pPr marL="0" indent="0">
              <a:lnSpc>
                <a:spcPct val="100000"/>
              </a:lnSpc>
              <a:spcBef>
                <a:spcPts val="0"/>
              </a:spcBef>
              <a:spcAft>
                <a:spcPts val="0"/>
              </a:spcAft>
              <a:buNone/>
              <a:defRPr sz="600" b="0">
                <a:solidFill>
                  <a:schemeClr val="bg1"/>
                </a:solidFill>
              </a:defRPr>
            </a:lvl3pPr>
            <a:lvl4pPr marL="0" indent="0">
              <a:lnSpc>
                <a:spcPct val="100000"/>
              </a:lnSpc>
              <a:spcBef>
                <a:spcPts val="0"/>
              </a:spcBef>
              <a:spcAft>
                <a:spcPts val="0"/>
              </a:spcAft>
              <a:buNone/>
              <a:defRPr sz="600" b="0">
                <a:solidFill>
                  <a:schemeClr val="bg1"/>
                </a:solidFill>
              </a:defRPr>
            </a:lvl4pPr>
            <a:lvl5pPr marL="0" indent="0">
              <a:lnSpc>
                <a:spcPct val="100000"/>
              </a:lnSpc>
              <a:spcBef>
                <a:spcPts val="0"/>
              </a:spcBef>
              <a:spcAft>
                <a:spcPts val="0"/>
              </a:spcAft>
              <a:buNone/>
              <a:defRPr sz="600" b="0">
                <a:solidFill>
                  <a:schemeClr val="bg1"/>
                </a:solidFill>
              </a:defRPr>
            </a:lvl5pPr>
            <a:lvl6pPr marL="0" indent="0">
              <a:lnSpc>
                <a:spcPct val="100000"/>
              </a:lnSpc>
              <a:spcBef>
                <a:spcPts val="0"/>
              </a:spcBef>
              <a:spcAft>
                <a:spcPts val="0"/>
              </a:spcAft>
              <a:buNone/>
              <a:defRPr sz="600" b="0">
                <a:solidFill>
                  <a:schemeClr val="bg1"/>
                </a:solidFill>
              </a:defRPr>
            </a:lvl6pPr>
            <a:lvl7pPr marL="0" indent="0">
              <a:lnSpc>
                <a:spcPct val="100000"/>
              </a:lnSpc>
              <a:spcBef>
                <a:spcPts val="0"/>
              </a:spcBef>
              <a:spcAft>
                <a:spcPts val="0"/>
              </a:spcAft>
              <a:buNone/>
              <a:defRPr sz="600" b="0">
                <a:solidFill>
                  <a:schemeClr val="bg1"/>
                </a:solidFill>
              </a:defRPr>
            </a:lvl7pPr>
            <a:lvl8pPr marL="0" indent="0">
              <a:lnSpc>
                <a:spcPct val="100000"/>
              </a:lnSpc>
              <a:spcBef>
                <a:spcPts val="0"/>
              </a:spcBef>
              <a:spcAft>
                <a:spcPts val="0"/>
              </a:spcAft>
              <a:buNone/>
              <a:defRPr sz="600" b="0">
                <a:solidFill>
                  <a:schemeClr val="bg1"/>
                </a:solidFill>
              </a:defRPr>
            </a:lvl8pPr>
            <a:lvl9pPr marL="0" indent="0">
              <a:lnSpc>
                <a:spcPct val="100000"/>
              </a:lnSpc>
              <a:spcBef>
                <a:spcPts val="0"/>
              </a:spcBef>
              <a:spcAft>
                <a:spcPts val="0"/>
              </a:spcAft>
              <a:buNone/>
              <a:defRPr sz="600" b="0">
                <a:solidFill>
                  <a:schemeClr val="bg1"/>
                </a:solidFill>
              </a:defRPr>
            </a:lvl9pPr>
          </a:lstStyle>
          <a:p>
            <a:pPr lvl="0"/>
            <a:r>
              <a:rPr lang="en-US"/>
              <a:t>Footnote/Source</a:t>
            </a:r>
          </a:p>
        </p:txBody>
      </p:sp>
      <p:sp>
        <p:nvSpPr>
          <p:cNvPr id="9" name="Fußzeilenplatzhalter 8"/>
          <p:cNvSpPr>
            <a:spLocks noGrp="1"/>
          </p:cNvSpPr>
          <p:nvPr>
            <p:ph type="ftr" sz="quarter" idx="14"/>
          </p:nvPr>
        </p:nvSpPr>
        <p:spPr bwMode="gray"/>
        <p:txBody>
          <a:bodyPr/>
          <a:lstStyle>
            <a:lvl1pPr>
              <a:defRPr>
                <a:solidFill>
                  <a:schemeClr val="bg1"/>
                </a:solidFill>
              </a:defRPr>
            </a:lvl1pPr>
          </a:lstStyle>
          <a:p>
            <a:r>
              <a:rPr lang="en-US"/>
              <a:t>Presentation title    |    ONLY FOR INTERNAL USE</a:t>
            </a:r>
          </a:p>
        </p:txBody>
      </p:sp>
      <p:sp>
        <p:nvSpPr>
          <p:cNvPr id="10" name="Foliennummernplatzhalter 9"/>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t>‹#›</a:t>
            </a:fld>
            <a:endParaRPr lang="en-US"/>
          </a:p>
        </p:txBody>
      </p:sp>
      <p:pic>
        <p:nvPicPr>
          <p:cNvPr id="6" name="Grafik 5"/>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359568" y="4623752"/>
            <a:ext cx="926100" cy="279545"/>
          </a:xfrm>
          <a:prstGeom prst="rect">
            <a:avLst/>
          </a:prstGeom>
        </p:spPr>
      </p:pic>
    </p:spTree>
  </p:cSld>
  <p:clrMapOvr>
    <a:masterClrMapping/>
  </p:clrMapOvr>
</p:sldLayout>
</file>

<file path=ppt/slideLayouts/slideLayout140.xml><?xml version="1.0" encoding="utf-8"?>
<p:sldLayout xmlns:a="http://schemas.openxmlformats.org/drawingml/2006/main" xmlns:r="http://schemas.openxmlformats.org/officeDocument/2006/relationships" xmlns:p="http://schemas.openxmlformats.org/presentationml/2006/main" preserve="1" userDrawn="1">
  <p:cSld name="Content and margin">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3006328" y="356566"/>
            <a:ext cx="5778432" cy="54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3006328" y="1059656"/>
            <a:ext cx="5778104" cy="3294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Textplatzhalter 7"/>
          <p:cNvSpPr>
            <a:spLocks noGrp="1"/>
          </p:cNvSpPr>
          <p:nvPr>
            <p:ph type="body" sz="quarter" idx="13" hasCustomPrompt="1"/>
          </p:nvPr>
        </p:nvSpPr>
        <p:spPr bwMode="gray">
          <a:xfrm>
            <a:off x="3006328" y="4353960"/>
            <a:ext cx="5778000" cy="108000"/>
          </a:xfrm>
        </p:spPr>
        <p:txBody>
          <a:bodyPr anchor="b"/>
          <a:lstStyle>
            <a:lvl1pPr marL="0" indent="0">
              <a:lnSpc>
                <a:spcPct val="100000"/>
              </a:lnSpc>
              <a:spcBef>
                <a:spcPts val="0"/>
              </a:spcBef>
              <a:spcAft>
                <a:spcPts val="0"/>
              </a:spcAft>
              <a:buFont typeface="Arial" panose="020B0604020202020204" pitchFamily="34" charset="0"/>
              <a:buNone/>
              <a:defRPr sz="600" b="0"/>
            </a:lvl1pPr>
            <a:lvl2pPr marL="0" indent="0">
              <a:lnSpc>
                <a:spcPct val="100000"/>
              </a:lnSpc>
              <a:spcBef>
                <a:spcPts val="0"/>
              </a:spcBef>
              <a:spcAft>
                <a:spcPts val="0"/>
              </a:spcAft>
              <a:buFont typeface="Arial" panose="020B0604020202020204" pitchFamily="34" charset="0"/>
              <a:buNone/>
              <a:defRPr sz="600" b="0"/>
            </a:lvl2pPr>
            <a:lvl3pPr marL="0" indent="0">
              <a:lnSpc>
                <a:spcPct val="100000"/>
              </a:lnSpc>
              <a:spcBef>
                <a:spcPts val="0"/>
              </a:spcBef>
              <a:spcAft>
                <a:spcPts val="0"/>
              </a:spcAft>
              <a:buNone/>
              <a:defRPr sz="600" b="0"/>
            </a:lvl3pPr>
            <a:lvl4pPr marL="0" indent="0">
              <a:lnSpc>
                <a:spcPct val="100000"/>
              </a:lnSpc>
              <a:spcBef>
                <a:spcPts val="0"/>
              </a:spcBef>
              <a:spcAft>
                <a:spcPts val="0"/>
              </a:spcAft>
              <a:buNone/>
              <a:defRPr sz="600" b="0"/>
            </a:lvl4pPr>
            <a:lvl5pPr marL="0" indent="0">
              <a:lnSpc>
                <a:spcPct val="100000"/>
              </a:lnSpc>
              <a:spcBef>
                <a:spcPts val="0"/>
              </a:spcBef>
              <a:spcAft>
                <a:spcPts val="0"/>
              </a:spcAft>
              <a:buNone/>
              <a:defRPr sz="600" b="0"/>
            </a:lvl5pPr>
            <a:lvl6pPr marL="0" indent="0">
              <a:lnSpc>
                <a:spcPct val="100000"/>
              </a:lnSpc>
              <a:spcBef>
                <a:spcPts val="0"/>
              </a:spcBef>
              <a:spcAft>
                <a:spcPts val="0"/>
              </a:spcAft>
              <a:buNone/>
              <a:defRPr sz="600" b="0"/>
            </a:lvl6pPr>
            <a:lvl7pPr marL="0" indent="0">
              <a:lnSpc>
                <a:spcPct val="100000"/>
              </a:lnSpc>
              <a:spcBef>
                <a:spcPts val="0"/>
              </a:spcBef>
              <a:spcAft>
                <a:spcPts val="0"/>
              </a:spcAft>
              <a:buNone/>
              <a:defRPr sz="600" b="0"/>
            </a:lvl7pPr>
            <a:lvl8pPr marL="0" indent="0">
              <a:lnSpc>
                <a:spcPct val="100000"/>
              </a:lnSpc>
              <a:spcBef>
                <a:spcPts val="0"/>
              </a:spcBef>
              <a:spcAft>
                <a:spcPts val="0"/>
              </a:spcAft>
              <a:buNone/>
              <a:defRPr sz="600" b="0"/>
            </a:lvl8pPr>
            <a:lvl9pPr marL="0" indent="0">
              <a:lnSpc>
                <a:spcPct val="100000"/>
              </a:lnSpc>
              <a:spcBef>
                <a:spcPts val="0"/>
              </a:spcBef>
              <a:spcAft>
                <a:spcPts val="0"/>
              </a:spcAft>
              <a:buNone/>
              <a:defRPr sz="600" b="0"/>
            </a:lvl9pPr>
          </a:lstStyle>
          <a:p>
            <a:pPr lvl="0"/>
            <a:r>
              <a:rPr lang="en-US"/>
              <a:t>Footnote/Source</a:t>
            </a:r>
          </a:p>
        </p:txBody>
      </p:sp>
      <p:sp>
        <p:nvSpPr>
          <p:cNvPr id="2" name="Rechteck 1"/>
          <p:cNvSpPr/>
          <p:nvPr userDrawn="1"/>
        </p:nvSpPr>
        <p:spPr bwMode="gray">
          <a:xfrm>
            <a:off x="0" y="0"/>
            <a:ext cx="2681100" cy="5143500"/>
          </a:xfrm>
          <a:prstGeom prst="rect">
            <a:avLst/>
          </a:prstGeom>
          <a:solidFill>
            <a:srgbClr val="E5E3DE"/>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solidFill>
                <a:schemeClr val="tx1"/>
              </a:solidFill>
            </a:endParaRPr>
          </a:p>
        </p:txBody>
      </p:sp>
      <p:sp>
        <p:nvSpPr>
          <p:cNvPr id="13" name="Inhaltsplatzhalter 2"/>
          <p:cNvSpPr>
            <a:spLocks noGrp="1"/>
          </p:cNvSpPr>
          <p:nvPr>
            <p:ph idx="16" hasCustomPrompt="1"/>
          </p:nvPr>
        </p:nvSpPr>
        <p:spPr bwMode="gray">
          <a:xfrm>
            <a:off x="359532" y="357503"/>
            <a:ext cx="2106000" cy="4104000"/>
          </a:xfrm>
          <a:noFill/>
        </p:spPr>
        <p:txBody>
          <a:bodyPr lIns="0" tIns="0" rIns="0"/>
          <a:lstStyle>
            <a:lvl1pPr>
              <a:defRPr sz="900">
                <a:solidFill>
                  <a:schemeClr val="bg2"/>
                </a:solidFill>
              </a:defRPr>
            </a:lvl1pPr>
            <a:lvl2pPr>
              <a:defRPr sz="900">
                <a:solidFill>
                  <a:schemeClr val="bg2"/>
                </a:solidFill>
              </a:defRPr>
            </a:lvl2pPr>
            <a:lvl3pPr>
              <a:defRPr sz="900">
                <a:solidFill>
                  <a:schemeClr val="bg2"/>
                </a:solidFill>
              </a:defRPr>
            </a:lvl3pPr>
            <a:lvl4pPr>
              <a:defRPr sz="900">
                <a:solidFill>
                  <a:schemeClr val="bg2"/>
                </a:solidFill>
              </a:defRPr>
            </a:lvl4pPr>
            <a:lvl5pPr marL="593725" indent="-161925">
              <a:defRPr sz="900">
                <a:solidFill>
                  <a:schemeClr val="bg2"/>
                </a:solidFill>
              </a:defRPr>
            </a:lvl5pPr>
            <a:lvl6pPr marL="593725" indent="-161925">
              <a:defRPr sz="900">
                <a:solidFill>
                  <a:schemeClr val="bg2"/>
                </a:solidFill>
              </a:defRPr>
            </a:lvl6pPr>
            <a:lvl7pPr marL="593725" indent="-161925">
              <a:defRPr sz="900">
                <a:solidFill>
                  <a:schemeClr val="bg2"/>
                </a:solidFill>
              </a:defRPr>
            </a:lvl7pPr>
            <a:lvl8pPr marL="593725" indent="-161925">
              <a:defRPr sz="900">
                <a:solidFill>
                  <a:schemeClr val="bg2"/>
                </a:solidFill>
              </a:defRPr>
            </a:lvl8pPr>
            <a:lvl9pPr marL="593725" indent="-161925">
              <a:defRPr sz="900">
                <a:solidFill>
                  <a:schemeClr val="bg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7" name="Fußzeilenplatzhalter 6"/>
          <p:cNvSpPr>
            <a:spLocks noGrp="1"/>
          </p:cNvSpPr>
          <p:nvPr>
            <p:ph type="ftr" sz="quarter" idx="21"/>
          </p:nvPr>
        </p:nvSpPr>
        <p:spPr bwMode="gray"/>
        <p:txBody>
          <a:bodyPr/>
          <a:lstStyle/>
          <a:p>
            <a:r>
              <a:rPr lang="en-US"/>
              <a:t>Presentation title    |    ONLY FOR INTERNAL USE</a:t>
            </a:r>
          </a:p>
        </p:txBody>
      </p:sp>
      <p:sp>
        <p:nvSpPr>
          <p:cNvPr id="8" name="Foliennummernplatzhalter 7"/>
          <p:cNvSpPr>
            <a:spLocks noGrp="1"/>
          </p:cNvSpPr>
          <p:nvPr>
            <p:ph type="sldNum" sz="quarter" idx="22"/>
          </p:nvPr>
        </p:nvSpPr>
        <p:spPr bwMode="gray"/>
        <p:txBody>
          <a:bodyPr/>
          <a:lstStyle/>
          <a:p>
            <a:fld id="{DF4E8F9F-5B1F-4F5B-BE49-3245D8C18D9F}" type="slidenum">
              <a:rPr lang="en-US" smtClean="0"/>
              <a:t>‹#›</a:t>
            </a:fld>
            <a:endParaRPr lang="en-US"/>
          </a:p>
        </p:txBody>
      </p:sp>
      <p:pic>
        <p:nvPicPr>
          <p:cNvPr id="9" name="Grafik 8"/>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359568" y="4623752"/>
            <a:ext cx="926100" cy="279545"/>
          </a:xfrm>
          <a:prstGeom prst="rect">
            <a:avLst/>
          </a:prstGeom>
        </p:spPr>
      </p:pic>
    </p:spTree>
  </p:cSld>
  <p:clrMapOvr>
    <a:masterClrMapping/>
  </p:clrMapOvr>
</p:sldLayout>
</file>

<file path=ppt/slideLayouts/slideLayout141.xml><?xml version="1.0" encoding="utf-8"?>
<p:sldLayout xmlns:a="http://schemas.openxmlformats.org/drawingml/2006/main" xmlns:r="http://schemas.openxmlformats.org/officeDocument/2006/relationships" xmlns:p="http://schemas.openxmlformats.org/presentationml/2006/main" preserve="1" userDrawn="1">
  <p:cSld name="Content and margin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359569" y="356566"/>
            <a:ext cx="5535216" cy="54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359569" y="1059656"/>
            <a:ext cx="5535216" cy="3294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Textplatzhalter 7"/>
          <p:cNvSpPr>
            <a:spLocks noGrp="1"/>
          </p:cNvSpPr>
          <p:nvPr>
            <p:ph type="body" sz="quarter" idx="13" hasCustomPrompt="1"/>
          </p:nvPr>
        </p:nvSpPr>
        <p:spPr bwMode="gray">
          <a:xfrm>
            <a:off x="360000" y="4353960"/>
            <a:ext cx="5535000" cy="108000"/>
          </a:xfrm>
        </p:spPr>
        <p:txBody>
          <a:bodyPr anchor="b"/>
          <a:lstStyle>
            <a:lvl1pPr marL="0" indent="0">
              <a:lnSpc>
                <a:spcPct val="100000"/>
              </a:lnSpc>
              <a:spcBef>
                <a:spcPts val="0"/>
              </a:spcBef>
              <a:spcAft>
                <a:spcPts val="0"/>
              </a:spcAft>
              <a:buFont typeface="Arial" panose="020B0604020202020204" pitchFamily="34" charset="0"/>
              <a:buNone/>
              <a:defRPr sz="600" b="0"/>
            </a:lvl1pPr>
            <a:lvl2pPr marL="0" indent="0">
              <a:lnSpc>
                <a:spcPct val="100000"/>
              </a:lnSpc>
              <a:spcBef>
                <a:spcPts val="0"/>
              </a:spcBef>
              <a:spcAft>
                <a:spcPts val="0"/>
              </a:spcAft>
              <a:buFont typeface="Arial" panose="020B0604020202020204" pitchFamily="34" charset="0"/>
              <a:buNone/>
              <a:defRPr sz="600" b="0"/>
            </a:lvl2pPr>
            <a:lvl3pPr marL="0" indent="0">
              <a:lnSpc>
                <a:spcPct val="100000"/>
              </a:lnSpc>
              <a:spcBef>
                <a:spcPts val="0"/>
              </a:spcBef>
              <a:spcAft>
                <a:spcPts val="0"/>
              </a:spcAft>
              <a:buNone/>
              <a:defRPr sz="600" b="0"/>
            </a:lvl3pPr>
            <a:lvl4pPr marL="0" indent="0">
              <a:lnSpc>
                <a:spcPct val="100000"/>
              </a:lnSpc>
              <a:spcBef>
                <a:spcPts val="0"/>
              </a:spcBef>
              <a:spcAft>
                <a:spcPts val="0"/>
              </a:spcAft>
              <a:buNone/>
              <a:defRPr sz="600" b="0"/>
            </a:lvl4pPr>
            <a:lvl5pPr marL="0" indent="0">
              <a:lnSpc>
                <a:spcPct val="100000"/>
              </a:lnSpc>
              <a:spcBef>
                <a:spcPts val="0"/>
              </a:spcBef>
              <a:spcAft>
                <a:spcPts val="0"/>
              </a:spcAft>
              <a:buNone/>
              <a:defRPr sz="600" b="0"/>
            </a:lvl5pPr>
            <a:lvl6pPr marL="0" indent="0">
              <a:lnSpc>
                <a:spcPct val="100000"/>
              </a:lnSpc>
              <a:spcBef>
                <a:spcPts val="0"/>
              </a:spcBef>
              <a:spcAft>
                <a:spcPts val="0"/>
              </a:spcAft>
              <a:buNone/>
              <a:defRPr sz="600" b="0"/>
            </a:lvl6pPr>
            <a:lvl7pPr marL="0" indent="0">
              <a:lnSpc>
                <a:spcPct val="100000"/>
              </a:lnSpc>
              <a:spcBef>
                <a:spcPts val="0"/>
              </a:spcBef>
              <a:spcAft>
                <a:spcPts val="0"/>
              </a:spcAft>
              <a:buNone/>
              <a:defRPr sz="600" b="0"/>
            </a:lvl7pPr>
            <a:lvl8pPr marL="0" indent="0">
              <a:lnSpc>
                <a:spcPct val="100000"/>
              </a:lnSpc>
              <a:spcBef>
                <a:spcPts val="0"/>
              </a:spcBef>
              <a:spcAft>
                <a:spcPts val="0"/>
              </a:spcAft>
              <a:buNone/>
              <a:defRPr sz="600" b="0"/>
            </a:lvl8pPr>
            <a:lvl9pPr marL="0" indent="0">
              <a:lnSpc>
                <a:spcPct val="100000"/>
              </a:lnSpc>
              <a:spcBef>
                <a:spcPts val="0"/>
              </a:spcBef>
              <a:spcAft>
                <a:spcPts val="0"/>
              </a:spcAft>
              <a:buNone/>
              <a:defRPr sz="600" b="0"/>
            </a:lvl9pPr>
          </a:lstStyle>
          <a:p>
            <a:pPr lvl="0"/>
            <a:r>
              <a:rPr lang="en-US"/>
              <a:t>Footnote/Source</a:t>
            </a:r>
          </a:p>
        </p:txBody>
      </p:sp>
      <p:sp>
        <p:nvSpPr>
          <p:cNvPr id="4" name="Rechteck 3"/>
          <p:cNvSpPr/>
          <p:nvPr userDrawn="1"/>
        </p:nvSpPr>
        <p:spPr bwMode="gray">
          <a:xfrm>
            <a:off x="6462900" y="0"/>
            <a:ext cx="2681100" cy="5143500"/>
          </a:xfrm>
          <a:prstGeom prst="rect">
            <a:avLst/>
          </a:prstGeom>
          <a:solidFill>
            <a:srgbClr val="E5E3DE"/>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solidFill>
                <a:schemeClr val="tx1"/>
              </a:solidFill>
            </a:endParaRPr>
          </a:p>
        </p:txBody>
      </p:sp>
      <p:sp>
        <p:nvSpPr>
          <p:cNvPr id="5" name="Inhaltsplatzhalter 2"/>
          <p:cNvSpPr>
            <a:spLocks noGrp="1"/>
          </p:cNvSpPr>
          <p:nvPr>
            <p:ph idx="16" hasCustomPrompt="1"/>
          </p:nvPr>
        </p:nvSpPr>
        <p:spPr bwMode="gray">
          <a:xfrm>
            <a:off x="6678468" y="357503"/>
            <a:ext cx="2106000" cy="4104000"/>
          </a:xfrm>
          <a:noFill/>
        </p:spPr>
        <p:txBody>
          <a:bodyPr lIns="0" tIns="0" rIns="0"/>
          <a:lstStyle>
            <a:lvl1pPr>
              <a:defRPr sz="900">
                <a:solidFill>
                  <a:schemeClr val="bg2"/>
                </a:solidFill>
              </a:defRPr>
            </a:lvl1pPr>
            <a:lvl2pPr>
              <a:defRPr sz="900">
                <a:solidFill>
                  <a:schemeClr val="bg2"/>
                </a:solidFill>
              </a:defRPr>
            </a:lvl2pPr>
            <a:lvl3pPr>
              <a:defRPr sz="900">
                <a:solidFill>
                  <a:schemeClr val="bg2"/>
                </a:solidFill>
              </a:defRPr>
            </a:lvl3pPr>
            <a:lvl4pPr>
              <a:defRPr sz="900">
                <a:solidFill>
                  <a:schemeClr val="bg2"/>
                </a:solidFill>
              </a:defRPr>
            </a:lvl4pPr>
            <a:lvl5pPr marL="593725" indent="-161925">
              <a:defRPr sz="900">
                <a:solidFill>
                  <a:schemeClr val="bg2"/>
                </a:solidFill>
              </a:defRPr>
            </a:lvl5pPr>
            <a:lvl6pPr marL="593725" indent="-161925">
              <a:defRPr sz="900">
                <a:solidFill>
                  <a:schemeClr val="bg2"/>
                </a:solidFill>
              </a:defRPr>
            </a:lvl6pPr>
            <a:lvl7pPr marL="593725" indent="-161925">
              <a:defRPr sz="900">
                <a:solidFill>
                  <a:schemeClr val="bg2"/>
                </a:solidFill>
              </a:defRPr>
            </a:lvl7pPr>
            <a:lvl8pPr marL="593725" indent="-161925">
              <a:defRPr sz="900">
                <a:solidFill>
                  <a:schemeClr val="bg2"/>
                </a:solidFill>
              </a:defRPr>
            </a:lvl8pPr>
            <a:lvl9pPr marL="593725" indent="-161925">
              <a:defRPr sz="900">
                <a:solidFill>
                  <a:schemeClr val="bg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10" name="Foliennummernplatzhalter 9"/>
          <p:cNvSpPr>
            <a:spLocks noGrp="1"/>
          </p:cNvSpPr>
          <p:nvPr>
            <p:ph type="sldNum" sz="quarter" idx="18"/>
          </p:nvPr>
        </p:nvSpPr>
        <p:spPr bwMode="gray">
          <a:xfrm>
            <a:off x="8568444" y="4685127"/>
            <a:ext cx="216000" cy="216000"/>
          </a:xfrm>
        </p:spPr>
        <p:txBody>
          <a:bodyPr/>
          <a:lstStyle/>
          <a:p>
            <a:fld id="{8FF9B0DE-3FEB-4AA0-B465-B80EF7C1333D}" type="slidenum">
              <a:rPr lang="en-US" smtClean="0"/>
              <a:t>‹#›</a:t>
            </a:fld>
            <a:endParaRPr lang="en-US"/>
          </a:p>
        </p:txBody>
      </p:sp>
      <p:sp>
        <p:nvSpPr>
          <p:cNvPr id="7" name="Fußzeilenplatzhalter 6"/>
          <p:cNvSpPr>
            <a:spLocks noGrp="1"/>
          </p:cNvSpPr>
          <p:nvPr>
            <p:ph type="ftr" sz="quarter" idx="19"/>
          </p:nvPr>
        </p:nvSpPr>
        <p:spPr bwMode="gray">
          <a:xfrm>
            <a:off x="6678468" y="4685127"/>
            <a:ext cx="1835970" cy="216000"/>
          </a:xfrm>
        </p:spPr>
        <p:txBody>
          <a:bodyPr/>
          <a:lstStyle/>
          <a:p>
            <a:r>
              <a:rPr lang="en-US"/>
              <a:t>Presentation title    |    </a:t>
            </a:r>
          </a:p>
          <a:p>
            <a:r>
              <a:rPr lang="en-US"/>
              <a:t>ONLY FOR INTERNAL USE</a:t>
            </a:r>
          </a:p>
        </p:txBody>
      </p:sp>
      <p:sp>
        <p:nvSpPr>
          <p:cNvPr id="6" name="Arrow: Pentagon 5"/>
          <p:cNvSpPr/>
          <p:nvPr userDrawn="1"/>
        </p:nvSpPr>
        <p:spPr bwMode="gray">
          <a:xfrm flipH="1">
            <a:off x="9162660" y="4624008"/>
            <a:ext cx="1242000" cy="324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35000" rtlCol="0" anchor="ctr"/>
          <a:lstStyle/>
          <a:p>
            <a:pPr algn="l">
              <a:lnSpc>
                <a:spcPct val="140000"/>
              </a:lnSpc>
            </a:pPr>
            <a:r>
              <a:rPr lang="en-GB" sz="600" b="1">
                <a:solidFill>
                  <a:srgbClr val="076D7E"/>
                </a:solidFill>
                <a:latin typeface="+mj-lt"/>
              </a:rPr>
              <a:t>This layout: title first line, classification second line</a:t>
            </a:r>
            <a:endParaRPr lang="en-US" sz="600" b="1">
              <a:solidFill>
                <a:srgbClr val="076D7E"/>
              </a:solidFill>
              <a:latin typeface="+mj-lt"/>
            </a:endParaRPr>
          </a:p>
        </p:txBody>
      </p:sp>
    </p:spTree>
  </p:cSld>
  <p:clrMapOvr>
    <a:masterClrMapping/>
  </p:clrMapOvr>
</p:sldLayout>
</file>

<file path=ppt/slideLayouts/slideLayout142.xml><?xml version="1.0" encoding="utf-8"?>
<p:sldLayout xmlns:a="http://schemas.openxmlformats.org/drawingml/2006/main" xmlns:r="http://schemas.openxmlformats.org/officeDocument/2006/relationships" xmlns:p="http://schemas.openxmlformats.org/presentationml/2006/main" preserve="1" userDrawn="1">
  <p:cSld name="Content and margin dark">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3006328" y="356566"/>
            <a:ext cx="5778432" cy="54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3006328" y="1059656"/>
            <a:ext cx="5778104" cy="3294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Textplatzhalter 7"/>
          <p:cNvSpPr>
            <a:spLocks noGrp="1"/>
          </p:cNvSpPr>
          <p:nvPr>
            <p:ph type="body" sz="quarter" idx="13" hasCustomPrompt="1"/>
          </p:nvPr>
        </p:nvSpPr>
        <p:spPr bwMode="gray">
          <a:xfrm>
            <a:off x="3006328" y="4353960"/>
            <a:ext cx="5778000" cy="108000"/>
          </a:xfrm>
        </p:spPr>
        <p:txBody>
          <a:bodyPr anchor="b"/>
          <a:lstStyle>
            <a:lvl1pPr marL="0" indent="0">
              <a:lnSpc>
                <a:spcPct val="100000"/>
              </a:lnSpc>
              <a:spcBef>
                <a:spcPts val="0"/>
              </a:spcBef>
              <a:spcAft>
                <a:spcPts val="0"/>
              </a:spcAft>
              <a:buFont typeface="Arial" panose="020B0604020202020204" pitchFamily="34" charset="0"/>
              <a:buNone/>
              <a:defRPr sz="600" b="0"/>
            </a:lvl1pPr>
            <a:lvl2pPr marL="0" indent="0">
              <a:lnSpc>
                <a:spcPct val="100000"/>
              </a:lnSpc>
              <a:spcBef>
                <a:spcPts val="0"/>
              </a:spcBef>
              <a:spcAft>
                <a:spcPts val="0"/>
              </a:spcAft>
              <a:buFont typeface="Arial" panose="020B0604020202020204" pitchFamily="34" charset="0"/>
              <a:buNone/>
              <a:defRPr sz="600" b="0"/>
            </a:lvl2pPr>
            <a:lvl3pPr marL="0" indent="0">
              <a:lnSpc>
                <a:spcPct val="100000"/>
              </a:lnSpc>
              <a:spcBef>
                <a:spcPts val="0"/>
              </a:spcBef>
              <a:spcAft>
                <a:spcPts val="0"/>
              </a:spcAft>
              <a:buNone/>
              <a:defRPr sz="600" b="0"/>
            </a:lvl3pPr>
            <a:lvl4pPr marL="0" indent="0">
              <a:lnSpc>
                <a:spcPct val="100000"/>
              </a:lnSpc>
              <a:spcBef>
                <a:spcPts val="0"/>
              </a:spcBef>
              <a:spcAft>
                <a:spcPts val="0"/>
              </a:spcAft>
              <a:buNone/>
              <a:defRPr sz="600" b="0"/>
            </a:lvl4pPr>
            <a:lvl5pPr marL="0" indent="0">
              <a:lnSpc>
                <a:spcPct val="100000"/>
              </a:lnSpc>
              <a:spcBef>
                <a:spcPts val="0"/>
              </a:spcBef>
              <a:spcAft>
                <a:spcPts val="0"/>
              </a:spcAft>
              <a:buNone/>
              <a:defRPr sz="600" b="0"/>
            </a:lvl5pPr>
            <a:lvl6pPr marL="0" indent="0">
              <a:lnSpc>
                <a:spcPct val="100000"/>
              </a:lnSpc>
              <a:spcBef>
                <a:spcPts val="0"/>
              </a:spcBef>
              <a:spcAft>
                <a:spcPts val="0"/>
              </a:spcAft>
              <a:buNone/>
              <a:defRPr sz="600" b="0"/>
            </a:lvl6pPr>
            <a:lvl7pPr marL="0" indent="0">
              <a:lnSpc>
                <a:spcPct val="100000"/>
              </a:lnSpc>
              <a:spcBef>
                <a:spcPts val="0"/>
              </a:spcBef>
              <a:spcAft>
                <a:spcPts val="0"/>
              </a:spcAft>
              <a:buNone/>
              <a:defRPr sz="600" b="0"/>
            </a:lvl7pPr>
            <a:lvl8pPr marL="0" indent="0">
              <a:lnSpc>
                <a:spcPct val="100000"/>
              </a:lnSpc>
              <a:spcBef>
                <a:spcPts val="0"/>
              </a:spcBef>
              <a:spcAft>
                <a:spcPts val="0"/>
              </a:spcAft>
              <a:buNone/>
              <a:defRPr sz="600" b="0"/>
            </a:lvl8pPr>
            <a:lvl9pPr marL="0" indent="0">
              <a:lnSpc>
                <a:spcPct val="100000"/>
              </a:lnSpc>
              <a:spcBef>
                <a:spcPts val="0"/>
              </a:spcBef>
              <a:spcAft>
                <a:spcPts val="0"/>
              </a:spcAft>
              <a:buNone/>
              <a:defRPr sz="600" b="0"/>
            </a:lvl9pPr>
          </a:lstStyle>
          <a:p>
            <a:pPr lvl="0"/>
            <a:r>
              <a:rPr lang="en-US"/>
              <a:t>Footnote/Source</a:t>
            </a:r>
          </a:p>
        </p:txBody>
      </p:sp>
      <p:sp>
        <p:nvSpPr>
          <p:cNvPr id="2" name="Rechteck 1"/>
          <p:cNvSpPr/>
          <p:nvPr userDrawn="1"/>
        </p:nvSpPr>
        <p:spPr bwMode="ltGray">
          <a:xfrm>
            <a:off x="0" y="0"/>
            <a:ext cx="2681100" cy="5143500"/>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solidFill>
                <a:schemeClr val="tx1"/>
              </a:solidFill>
            </a:endParaRPr>
          </a:p>
        </p:txBody>
      </p:sp>
      <p:sp>
        <p:nvSpPr>
          <p:cNvPr id="13" name="Inhaltsplatzhalter 2"/>
          <p:cNvSpPr>
            <a:spLocks noGrp="1"/>
          </p:cNvSpPr>
          <p:nvPr>
            <p:ph idx="16" hasCustomPrompt="1"/>
          </p:nvPr>
        </p:nvSpPr>
        <p:spPr bwMode="white">
          <a:xfrm>
            <a:off x="359532" y="357503"/>
            <a:ext cx="2106000" cy="4104000"/>
          </a:xfrm>
          <a:noFill/>
        </p:spPr>
        <p:txBody>
          <a:bodyPr lIns="0" tIns="0" rIns="0"/>
          <a:lstStyle>
            <a:lvl1pPr>
              <a:defRPr sz="900">
                <a:solidFill>
                  <a:schemeClr val="tx2"/>
                </a:solidFill>
              </a:defRPr>
            </a:lvl1pPr>
            <a:lvl2pPr>
              <a:defRPr sz="900">
                <a:solidFill>
                  <a:schemeClr val="tx2"/>
                </a:solidFill>
              </a:defRPr>
            </a:lvl2pPr>
            <a:lvl3pPr>
              <a:defRPr sz="900">
                <a:solidFill>
                  <a:schemeClr val="tx2"/>
                </a:solidFill>
              </a:defRPr>
            </a:lvl3pPr>
            <a:lvl4pPr>
              <a:defRPr sz="900">
                <a:solidFill>
                  <a:schemeClr val="tx2"/>
                </a:solidFill>
              </a:defRPr>
            </a:lvl4pPr>
            <a:lvl5pPr marL="593725" indent="-161925">
              <a:defRPr sz="900">
                <a:solidFill>
                  <a:schemeClr val="tx2"/>
                </a:solidFill>
              </a:defRPr>
            </a:lvl5pPr>
            <a:lvl6pPr marL="593725" indent="-161925">
              <a:defRPr sz="900">
                <a:solidFill>
                  <a:schemeClr val="tx2"/>
                </a:solidFill>
              </a:defRPr>
            </a:lvl6pPr>
            <a:lvl7pPr marL="593725" indent="-161925">
              <a:defRPr sz="900">
                <a:solidFill>
                  <a:schemeClr val="tx2"/>
                </a:solidFill>
              </a:defRPr>
            </a:lvl7pPr>
            <a:lvl8pPr marL="593725" indent="-161925">
              <a:defRPr sz="900">
                <a:solidFill>
                  <a:schemeClr val="tx2"/>
                </a:solidFill>
              </a:defRPr>
            </a:lvl8pPr>
            <a:lvl9pPr marL="593725" indent="-161925">
              <a:defRPr sz="900">
                <a:solidFill>
                  <a:schemeClr val="tx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Fußzeilenplatzhalter 7"/>
          <p:cNvSpPr>
            <a:spLocks noGrp="1"/>
          </p:cNvSpPr>
          <p:nvPr>
            <p:ph type="ftr" sz="quarter" idx="21"/>
          </p:nvPr>
        </p:nvSpPr>
        <p:spPr bwMode="gray"/>
        <p:txBody>
          <a:bodyPr/>
          <a:lstStyle/>
          <a:p>
            <a:r>
              <a:rPr lang="en-US"/>
              <a:t>Presentation title    |    ONLY FOR INTERNAL USE</a:t>
            </a:r>
          </a:p>
        </p:txBody>
      </p:sp>
      <p:sp>
        <p:nvSpPr>
          <p:cNvPr id="9" name="Foliennummernplatzhalter 8"/>
          <p:cNvSpPr>
            <a:spLocks noGrp="1"/>
          </p:cNvSpPr>
          <p:nvPr>
            <p:ph type="sldNum" sz="quarter" idx="22"/>
          </p:nvPr>
        </p:nvSpPr>
        <p:spPr bwMode="gray"/>
        <p:txBody>
          <a:bodyPr/>
          <a:lstStyle/>
          <a:p>
            <a:fld id="{DF4E8F9F-5B1F-4F5B-BE49-3245D8C18D9F}" type="slidenum">
              <a:rPr lang="en-US" smtClean="0"/>
              <a:t>‹#›</a:t>
            </a:fld>
            <a:endParaRPr lang="en-US"/>
          </a:p>
        </p:txBody>
      </p:sp>
      <p:pic>
        <p:nvPicPr>
          <p:cNvPr id="11" name="Grafik 10"/>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359568" y="4623752"/>
            <a:ext cx="926100" cy="279545"/>
          </a:xfrm>
          <a:prstGeom prst="rect">
            <a:avLst/>
          </a:prstGeom>
        </p:spPr>
      </p:pic>
    </p:spTree>
  </p:cSld>
  <p:clrMapOvr>
    <a:masterClrMapping/>
  </p:clrMapOvr>
</p:sldLayout>
</file>

<file path=ppt/slideLayouts/slideLayout143.xml><?xml version="1.0" encoding="utf-8"?>
<p:sldLayout xmlns:a="http://schemas.openxmlformats.org/drawingml/2006/main" xmlns:r="http://schemas.openxmlformats.org/officeDocument/2006/relationships" xmlns:p="http://schemas.openxmlformats.org/presentationml/2006/main" preserve="1" userDrawn="1">
  <p:cSld name="Content and margin dark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359569" y="356566"/>
            <a:ext cx="5535216" cy="54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359569" y="1059656"/>
            <a:ext cx="5535216" cy="3294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Textplatzhalter 7"/>
          <p:cNvSpPr>
            <a:spLocks noGrp="1"/>
          </p:cNvSpPr>
          <p:nvPr>
            <p:ph type="body" sz="quarter" idx="13" hasCustomPrompt="1"/>
          </p:nvPr>
        </p:nvSpPr>
        <p:spPr bwMode="gray">
          <a:xfrm>
            <a:off x="360000" y="4353960"/>
            <a:ext cx="5535000" cy="108000"/>
          </a:xfrm>
        </p:spPr>
        <p:txBody>
          <a:bodyPr anchor="b"/>
          <a:lstStyle>
            <a:lvl1pPr marL="0" indent="0">
              <a:lnSpc>
                <a:spcPct val="100000"/>
              </a:lnSpc>
              <a:spcBef>
                <a:spcPts val="0"/>
              </a:spcBef>
              <a:spcAft>
                <a:spcPts val="0"/>
              </a:spcAft>
              <a:buFont typeface="Arial" panose="020B0604020202020204" pitchFamily="34" charset="0"/>
              <a:buNone/>
              <a:defRPr sz="600" b="0"/>
            </a:lvl1pPr>
            <a:lvl2pPr marL="0" indent="0">
              <a:lnSpc>
                <a:spcPct val="100000"/>
              </a:lnSpc>
              <a:spcBef>
                <a:spcPts val="0"/>
              </a:spcBef>
              <a:spcAft>
                <a:spcPts val="0"/>
              </a:spcAft>
              <a:buFont typeface="Arial" panose="020B0604020202020204" pitchFamily="34" charset="0"/>
              <a:buNone/>
              <a:defRPr sz="600" b="0"/>
            </a:lvl2pPr>
            <a:lvl3pPr marL="0" indent="0">
              <a:lnSpc>
                <a:spcPct val="100000"/>
              </a:lnSpc>
              <a:spcBef>
                <a:spcPts val="0"/>
              </a:spcBef>
              <a:spcAft>
                <a:spcPts val="0"/>
              </a:spcAft>
              <a:buNone/>
              <a:defRPr sz="600" b="0"/>
            </a:lvl3pPr>
            <a:lvl4pPr marL="0" indent="0">
              <a:lnSpc>
                <a:spcPct val="100000"/>
              </a:lnSpc>
              <a:spcBef>
                <a:spcPts val="0"/>
              </a:spcBef>
              <a:spcAft>
                <a:spcPts val="0"/>
              </a:spcAft>
              <a:buNone/>
              <a:defRPr sz="600" b="0"/>
            </a:lvl4pPr>
            <a:lvl5pPr marL="0" indent="0">
              <a:lnSpc>
                <a:spcPct val="100000"/>
              </a:lnSpc>
              <a:spcBef>
                <a:spcPts val="0"/>
              </a:spcBef>
              <a:spcAft>
                <a:spcPts val="0"/>
              </a:spcAft>
              <a:buNone/>
              <a:defRPr sz="600" b="0"/>
            </a:lvl5pPr>
            <a:lvl6pPr marL="0" indent="0">
              <a:lnSpc>
                <a:spcPct val="100000"/>
              </a:lnSpc>
              <a:spcBef>
                <a:spcPts val="0"/>
              </a:spcBef>
              <a:spcAft>
                <a:spcPts val="0"/>
              </a:spcAft>
              <a:buNone/>
              <a:defRPr sz="600" b="0"/>
            </a:lvl6pPr>
            <a:lvl7pPr marL="0" indent="0">
              <a:lnSpc>
                <a:spcPct val="100000"/>
              </a:lnSpc>
              <a:spcBef>
                <a:spcPts val="0"/>
              </a:spcBef>
              <a:spcAft>
                <a:spcPts val="0"/>
              </a:spcAft>
              <a:buNone/>
              <a:defRPr sz="600" b="0"/>
            </a:lvl7pPr>
            <a:lvl8pPr marL="0" indent="0">
              <a:lnSpc>
                <a:spcPct val="100000"/>
              </a:lnSpc>
              <a:spcBef>
                <a:spcPts val="0"/>
              </a:spcBef>
              <a:spcAft>
                <a:spcPts val="0"/>
              </a:spcAft>
              <a:buNone/>
              <a:defRPr sz="600" b="0"/>
            </a:lvl8pPr>
            <a:lvl9pPr marL="0" indent="0">
              <a:lnSpc>
                <a:spcPct val="100000"/>
              </a:lnSpc>
              <a:spcBef>
                <a:spcPts val="0"/>
              </a:spcBef>
              <a:spcAft>
                <a:spcPts val="0"/>
              </a:spcAft>
              <a:buNone/>
              <a:defRPr sz="600" b="0"/>
            </a:lvl9pPr>
          </a:lstStyle>
          <a:p>
            <a:pPr lvl="0"/>
            <a:r>
              <a:rPr lang="en-US"/>
              <a:t>Footnote/Source</a:t>
            </a:r>
          </a:p>
        </p:txBody>
      </p:sp>
      <p:sp>
        <p:nvSpPr>
          <p:cNvPr id="4" name="Rechteck 3"/>
          <p:cNvSpPr/>
          <p:nvPr userDrawn="1"/>
        </p:nvSpPr>
        <p:spPr bwMode="ltGray">
          <a:xfrm>
            <a:off x="6462900" y="0"/>
            <a:ext cx="2681100" cy="5143500"/>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solidFill>
                <a:schemeClr val="tx1"/>
              </a:solidFill>
            </a:endParaRPr>
          </a:p>
        </p:txBody>
      </p:sp>
      <p:sp>
        <p:nvSpPr>
          <p:cNvPr id="5" name="Inhaltsplatzhalter 2"/>
          <p:cNvSpPr>
            <a:spLocks noGrp="1"/>
          </p:cNvSpPr>
          <p:nvPr>
            <p:ph idx="16" hasCustomPrompt="1"/>
          </p:nvPr>
        </p:nvSpPr>
        <p:spPr bwMode="white">
          <a:xfrm>
            <a:off x="6678468" y="357503"/>
            <a:ext cx="2106000" cy="4104000"/>
          </a:xfrm>
          <a:noFill/>
        </p:spPr>
        <p:txBody>
          <a:bodyPr lIns="0" tIns="0" rIns="0"/>
          <a:lstStyle>
            <a:lvl1pPr>
              <a:defRPr sz="900">
                <a:solidFill>
                  <a:schemeClr val="tx2"/>
                </a:solidFill>
              </a:defRPr>
            </a:lvl1pPr>
            <a:lvl2pPr>
              <a:defRPr sz="900">
                <a:solidFill>
                  <a:schemeClr val="tx2"/>
                </a:solidFill>
              </a:defRPr>
            </a:lvl2pPr>
            <a:lvl3pPr>
              <a:defRPr sz="900">
                <a:solidFill>
                  <a:schemeClr val="tx2"/>
                </a:solidFill>
              </a:defRPr>
            </a:lvl3pPr>
            <a:lvl4pPr>
              <a:defRPr sz="900">
                <a:solidFill>
                  <a:schemeClr val="tx2"/>
                </a:solidFill>
              </a:defRPr>
            </a:lvl4pPr>
            <a:lvl5pPr marL="593725" indent="-161925">
              <a:defRPr sz="900">
                <a:solidFill>
                  <a:schemeClr val="tx2"/>
                </a:solidFill>
              </a:defRPr>
            </a:lvl5pPr>
            <a:lvl6pPr marL="593725" indent="-161925">
              <a:defRPr sz="900">
                <a:solidFill>
                  <a:schemeClr val="tx2"/>
                </a:solidFill>
              </a:defRPr>
            </a:lvl6pPr>
            <a:lvl7pPr marL="593725" indent="-161925">
              <a:defRPr sz="900">
                <a:solidFill>
                  <a:schemeClr val="tx2"/>
                </a:solidFill>
              </a:defRPr>
            </a:lvl7pPr>
            <a:lvl8pPr marL="593725" indent="-161925">
              <a:defRPr sz="900">
                <a:solidFill>
                  <a:schemeClr val="tx2"/>
                </a:solidFill>
              </a:defRPr>
            </a:lvl8pPr>
            <a:lvl9pPr marL="593725" indent="-161925">
              <a:defRPr sz="900">
                <a:solidFill>
                  <a:schemeClr val="tx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10" name="Foliennummernplatzhalter 9"/>
          <p:cNvSpPr>
            <a:spLocks noGrp="1"/>
          </p:cNvSpPr>
          <p:nvPr>
            <p:ph type="sldNum" sz="quarter" idx="18"/>
          </p:nvPr>
        </p:nvSpPr>
        <p:spPr bwMode="gray">
          <a:xfrm>
            <a:off x="8568444" y="4685127"/>
            <a:ext cx="216000" cy="216000"/>
          </a:xfrm>
        </p:spPr>
        <p:txBody>
          <a:bodyPr/>
          <a:lstStyle>
            <a:lvl1pPr>
              <a:defRPr>
                <a:solidFill>
                  <a:schemeClr val="bg1"/>
                </a:solidFill>
              </a:defRPr>
            </a:lvl1pPr>
          </a:lstStyle>
          <a:p>
            <a:fld id="{8FF9B0DE-3FEB-4AA0-B465-B80EF7C1333D}" type="slidenum">
              <a:rPr lang="en-US" smtClean="0"/>
              <a:t>‹#›</a:t>
            </a:fld>
            <a:endParaRPr lang="en-US"/>
          </a:p>
        </p:txBody>
      </p:sp>
      <p:sp>
        <p:nvSpPr>
          <p:cNvPr id="6" name="Fußzeilenplatzhalter 5"/>
          <p:cNvSpPr>
            <a:spLocks noGrp="1"/>
          </p:cNvSpPr>
          <p:nvPr>
            <p:ph type="ftr" sz="quarter" idx="19"/>
          </p:nvPr>
        </p:nvSpPr>
        <p:spPr bwMode="gray">
          <a:xfrm>
            <a:off x="6678468" y="4685127"/>
            <a:ext cx="1835970" cy="216000"/>
          </a:xfrm>
        </p:spPr>
        <p:txBody>
          <a:bodyPr/>
          <a:lstStyle>
            <a:lvl1pPr>
              <a:defRPr>
                <a:solidFill>
                  <a:schemeClr val="bg1"/>
                </a:solidFill>
              </a:defRPr>
            </a:lvl1pPr>
          </a:lstStyle>
          <a:p>
            <a:r>
              <a:rPr lang="en-US"/>
              <a:t>Presentation title    |    </a:t>
            </a:r>
          </a:p>
          <a:p>
            <a:r>
              <a:rPr lang="en-US"/>
              <a:t>ONLY FOR INTERNAL USE</a:t>
            </a:r>
          </a:p>
        </p:txBody>
      </p:sp>
      <p:sp>
        <p:nvSpPr>
          <p:cNvPr id="7" name="Arrow: Pentagon 6"/>
          <p:cNvSpPr/>
          <p:nvPr userDrawn="1"/>
        </p:nvSpPr>
        <p:spPr bwMode="gray">
          <a:xfrm flipH="1">
            <a:off x="9162660" y="4624008"/>
            <a:ext cx="1242000" cy="324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35000" rtlCol="0" anchor="ctr"/>
          <a:lstStyle/>
          <a:p>
            <a:pPr algn="l">
              <a:lnSpc>
                <a:spcPct val="140000"/>
              </a:lnSpc>
            </a:pPr>
            <a:r>
              <a:rPr lang="en-GB" sz="600" b="1">
                <a:solidFill>
                  <a:srgbClr val="076D7E"/>
                </a:solidFill>
                <a:latin typeface="+mj-lt"/>
              </a:rPr>
              <a:t>This layout: title first line, classification second line</a:t>
            </a:r>
            <a:endParaRPr lang="en-US" sz="600" b="1">
              <a:solidFill>
                <a:srgbClr val="076D7E"/>
              </a:solidFill>
              <a:latin typeface="+mj-lt"/>
            </a:endParaRPr>
          </a:p>
        </p:txBody>
      </p:sp>
    </p:spTree>
  </p:cSld>
  <p:clrMapOvr>
    <a:masterClrMapping/>
  </p:clrMapOvr>
</p:sldLayout>
</file>

<file path=ppt/slideLayouts/slideLayout144.xml><?xml version="1.0" encoding="utf-8"?>
<p:sldLayout xmlns:a="http://schemas.openxmlformats.org/drawingml/2006/main" xmlns:r="http://schemas.openxmlformats.org/officeDocument/2006/relationships" xmlns:p="http://schemas.openxmlformats.org/presentationml/2006/main" preserve="1" userDrawn="1">
  <p:cSld name="Two contents">
    <p:spTree>
      <p:nvGrpSpPr>
        <p:cNvPr id="1" name=""/>
        <p:cNvGrpSpPr/>
        <p:nvPr/>
      </p:nvGrpSpPr>
      <p:grpSpPr>
        <a:xfrm>
          <a:off x="0" y="0"/>
          <a:ext cx="0" cy="0"/>
          <a:chOff x="0" y="0"/>
          <a:chExt cx="0" cy="0"/>
        </a:xfrm>
      </p:grpSpPr>
      <p:sp>
        <p:nvSpPr>
          <p:cNvPr id="5" name="Titel 4"/>
          <p:cNvSpPr>
            <a:spLocks noGrp="1"/>
          </p:cNvSpPr>
          <p:nvPr>
            <p:ph type="title" hasCustomPrompt="1"/>
          </p:nvPr>
        </p:nvSpPr>
        <p:spPr bwMode="gray"/>
        <p:txBody>
          <a:bodyPr/>
          <a:lstStyle/>
          <a:p>
            <a:r>
              <a:rPr lang="en-US"/>
              <a:t>Mastertitelformat bearbeiten</a:t>
            </a:r>
          </a:p>
        </p:txBody>
      </p:sp>
      <p:sp>
        <p:nvSpPr>
          <p:cNvPr id="3" name="Inhaltsplatzhalter 2"/>
          <p:cNvSpPr>
            <a:spLocks noGrp="1"/>
          </p:cNvSpPr>
          <p:nvPr>
            <p:ph idx="1" hasCustomPrompt="1"/>
          </p:nvPr>
        </p:nvSpPr>
        <p:spPr bwMode="gray">
          <a:xfrm>
            <a:off x="359569" y="1059657"/>
            <a:ext cx="4104086" cy="3294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Inhaltsplatzhalter 2"/>
          <p:cNvSpPr>
            <a:spLocks noGrp="1"/>
          </p:cNvSpPr>
          <p:nvPr>
            <p:ph idx="16" hasCustomPrompt="1"/>
          </p:nvPr>
        </p:nvSpPr>
        <p:spPr bwMode="gray">
          <a:xfrm>
            <a:off x="4680346" y="1059657"/>
            <a:ext cx="4104086" cy="3294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360000" y="4353960"/>
            <a:ext cx="8424000" cy="108000"/>
          </a:xfrm>
        </p:spPr>
        <p:txBody>
          <a:bodyPr anchor="b"/>
          <a:lstStyle>
            <a:lvl1pPr marL="0" indent="0">
              <a:lnSpc>
                <a:spcPct val="100000"/>
              </a:lnSpc>
              <a:spcBef>
                <a:spcPts val="0"/>
              </a:spcBef>
              <a:spcAft>
                <a:spcPts val="0"/>
              </a:spcAft>
              <a:buFont typeface="Arial" panose="020B0604020202020204" pitchFamily="34" charset="0"/>
              <a:buNone/>
              <a:defRPr sz="600" b="0"/>
            </a:lvl1pPr>
            <a:lvl2pPr marL="0" indent="0">
              <a:lnSpc>
                <a:spcPct val="100000"/>
              </a:lnSpc>
              <a:spcBef>
                <a:spcPts val="0"/>
              </a:spcBef>
              <a:spcAft>
                <a:spcPts val="0"/>
              </a:spcAft>
              <a:buFont typeface="Arial" panose="020B0604020202020204" pitchFamily="34" charset="0"/>
              <a:buNone/>
              <a:defRPr sz="600" b="0"/>
            </a:lvl2pPr>
            <a:lvl3pPr marL="0" indent="0">
              <a:lnSpc>
                <a:spcPct val="100000"/>
              </a:lnSpc>
              <a:spcBef>
                <a:spcPts val="0"/>
              </a:spcBef>
              <a:spcAft>
                <a:spcPts val="0"/>
              </a:spcAft>
              <a:buNone/>
              <a:defRPr sz="600" b="0"/>
            </a:lvl3pPr>
            <a:lvl4pPr marL="0" indent="0">
              <a:lnSpc>
                <a:spcPct val="100000"/>
              </a:lnSpc>
              <a:spcBef>
                <a:spcPts val="0"/>
              </a:spcBef>
              <a:spcAft>
                <a:spcPts val="0"/>
              </a:spcAft>
              <a:buNone/>
              <a:defRPr sz="600" b="0"/>
            </a:lvl4pPr>
            <a:lvl5pPr marL="0" indent="0">
              <a:lnSpc>
                <a:spcPct val="100000"/>
              </a:lnSpc>
              <a:spcBef>
                <a:spcPts val="0"/>
              </a:spcBef>
              <a:spcAft>
                <a:spcPts val="0"/>
              </a:spcAft>
              <a:buNone/>
              <a:defRPr sz="600" b="0"/>
            </a:lvl5pPr>
            <a:lvl6pPr marL="0" indent="0">
              <a:lnSpc>
                <a:spcPct val="100000"/>
              </a:lnSpc>
              <a:spcBef>
                <a:spcPts val="0"/>
              </a:spcBef>
              <a:spcAft>
                <a:spcPts val="0"/>
              </a:spcAft>
              <a:buNone/>
              <a:defRPr sz="600" b="0"/>
            </a:lvl6pPr>
            <a:lvl7pPr marL="0" indent="0">
              <a:lnSpc>
                <a:spcPct val="100000"/>
              </a:lnSpc>
              <a:spcBef>
                <a:spcPts val="0"/>
              </a:spcBef>
              <a:spcAft>
                <a:spcPts val="0"/>
              </a:spcAft>
              <a:buNone/>
              <a:defRPr sz="600" b="0"/>
            </a:lvl7pPr>
            <a:lvl8pPr marL="0" indent="0">
              <a:lnSpc>
                <a:spcPct val="100000"/>
              </a:lnSpc>
              <a:spcBef>
                <a:spcPts val="0"/>
              </a:spcBef>
              <a:spcAft>
                <a:spcPts val="0"/>
              </a:spcAft>
              <a:buNone/>
              <a:defRPr sz="600" b="0"/>
            </a:lvl8pPr>
            <a:lvl9pPr marL="0" indent="0">
              <a:lnSpc>
                <a:spcPct val="100000"/>
              </a:lnSpc>
              <a:spcBef>
                <a:spcPts val="0"/>
              </a:spcBef>
              <a:spcAft>
                <a:spcPts val="0"/>
              </a:spcAft>
              <a:buNone/>
              <a:defRPr sz="600" b="0"/>
            </a:lvl9pPr>
          </a:lstStyle>
          <a:p>
            <a:pPr lvl="0"/>
            <a:r>
              <a:rPr lang="en-US"/>
              <a:t>Footnote/Source</a:t>
            </a:r>
          </a:p>
        </p:txBody>
      </p:sp>
      <p:sp>
        <p:nvSpPr>
          <p:cNvPr id="10" name="Foliennummernplatzhalter 9"/>
          <p:cNvSpPr>
            <a:spLocks noGrp="1"/>
          </p:cNvSpPr>
          <p:nvPr>
            <p:ph type="sldNum" sz="quarter" idx="15"/>
          </p:nvPr>
        </p:nvSpPr>
        <p:spPr bwMode="gray"/>
        <p:txBody>
          <a:bodyPr/>
          <a:lstStyle/>
          <a:p>
            <a:fld id="{8FF9B0DE-3FEB-4AA0-B465-B80EF7C1333D}" type="slidenum">
              <a:rPr lang="en-US" smtClean="0"/>
              <a:t>‹#›</a:t>
            </a:fld>
            <a:endParaRPr lang="en-US"/>
          </a:p>
        </p:txBody>
      </p:sp>
      <p:sp>
        <p:nvSpPr>
          <p:cNvPr id="7" name="Fußzeilenplatzhalter 6"/>
          <p:cNvSpPr>
            <a:spLocks noGrp="1"/>
          </p:cNvSpPr>
          <p:nvPr>
            <p:ph type="ftr" sz="quarter" idx="21"/>
          </p:nvPr>
        </p:nvSpPr>
        <p:spPr bwMode="gray"/>
        <p:txBody>
          <a:bodyPr/>
          <a:lstStyle/>
          <a:p>
            <a:r>
              <a:rPr lang="en-US"/>
              <a:t>Presentation title    |    ONLY FOR INTERNAL USE</a:t>
            </a:r>
          </a:p>
        </p:txBody>
      </p:sp>
    </p:spTree>
  </p:cSld>
  <p:clrMapOvr>
    <a:masterClrMapping/>
  </p:clrMapOvr>
</p:sldLayout>
</file>

<file path=ppt/slideLayouts/slideLayout145.xml><?xml version="1.0" encoding="utf-8"?>
<p:sldLayout xmlns:a="http://schemas.openxmlformats.org/drawingml/2006/main" xmlns:r="http://schemas.openxmlformats.org/officeDocument/2006/relationships" xmlns:p="http://schemas.openxmlformats.org/presentationml/2006/main" preserve="1" userDrawn="1">
  <p:cSld name="Three contents">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359875" y="1059917"/>
            <a:ext cx="2672954" cy="3294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 name="Inhaltsplatzhalter 2"/>
          <p:cNvSpPr>
            <a:spLocks noGrp="1"/>
          </p:cNvSpPr>
          <p:nvPr>
            <p:ph idx="16" hasCustomPrompt="1"/>
          </p:nvPr>
        </p:nvSpPr>
        <p:spPr bwMode="gray">
          <a:xfrm>
            <a:off x="3249217" y="1059657"/>
            <a:ext cx="2645569" cy="3294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4" name="Inhaltsplatzhalter 2"/>
          <p:cNvSpPr>
            <a:spLocks noGrp="1"/>
          </p:cNvSpPr>
          <p:nvPr>
            <p:ph idx="17" hasCustomPrompt="1"/>
          </p:nvPr>
        </p:nvSpPr>
        <p:spPr bwMode="gray">
          <a:xfrm>
            <a:off x="6111480" y="1059657"/>
            <a:ext cx="2672953" cy="3294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10" name="Foliennummernplatzhalter 9"/>
          <p:cNvSpPr>
            <a:spLocks noGrp="1"/>
          </p:cNvSpPr>
          <p:nvPr>
            <p:ph type="sldNum" sz="quarter" idx="15"/>
          </p:nvPr>
        </p:nvSpPr>
        <p:spPr bwMode="gray"/>
        <p:txBody>
          <a:bodyPr/>
          <a:lstStyle/>
          <a:p>
            <a:fld id="{8FF9B0DE-3FEB-4AA0-B465-B80EF7C1333D}" type="slidenum">
              <a:rPr lang="en-US" smtClean="0"/>
              <a:t>‹#›</a:t>
            </a:fld>
            <a:endParaRPr lang="en-US"/>
          </a:p>
        </p:txBody>
      </p:sp>
      <p:sp>
        <p:nvSpPr>
          <p:cNvPr id="8" name="Textplatzhalter 7"/>
          <p:cNvSpPr>
            <a:spLocks noGrp="1"/>
          </p:cNvSpPr>
          <p:nvPr>
            <p:ph type="body" sz="quarter" idx="13" hasCustomPrompt="1"/>
          </p:nvPr>
        </p:nvSpPr>
        <p:spPr bwMode="gray">
          <a:xfrm>
            <a:off x="360000" y="4353960"/>
            <a:ext cx="8424000" cy="108000"/>
          </a:xfrm>
        </p:spPr>
        <p:txBody>
          <a:bodyPr anchor="b"/>
          <a:lstStyle>
            <a:lvl1pPr marL="0" indent="0">
              <a:lnSpc>
                <a:spcPct val="100000"/>
              </a:lnSpc>
              <a:spcBef>
                <a:spcPts val="0"/>
              </a:spcBef>
              <a:spcAft>
                <a:spcPts val="0"/>
              </a:spcAft>
              <a:buFont typeface="Arial" panose="020B0604020202020204" pitchFamily="34" charset="0"/>
              <a:buNone/>
              <a:defRPr sz="600" b="0"/>
            </a:lvl1pPr>
            <a:lvl2pPr marL="0" indent="0">
              <a:lnSpc>
                <a:spcPct val="100000"/>
              </a:lnSpc>
              <a:spcBef>
                <a:spcPts val="0"/>
              </a:spcBef>
              <a:spcAft>
                <a:spcPts val="0"/>
              </a:spcAft>
              <a:buFont typeface="Arial" panose="020B0604020202020204" pitchFamily="34" charset="0"/>
              <a:buNone/>
              <a:defRPr sz="600" b="0"/>
            </a:lvl2pPr>
            <a:lvl3pPr marL="0" indent="0">
              <a:lnSpc>
                <a:spcPct val="100000"/>
              </a:lnSpc>
              <a:spcBef>
                <a:spcPts val="0"/>
              </a:spcBef>
              <a:spcAft>
                <a:spcPts val="0"/>
              </a:spcAft>
              <a:buNone/>
              <a:defRPr sz="600" b="0"/>
            </a:lvl3pPr>
            <a:lvl4pPr marL="0" indent="0">
              <a:lnSpc>
                <a:spcPct val="100000"/>
              </a:lnSpc>
              <a:spcBef>
                <a:spcPts val="0"/>
              </a:spcBef>
              <a:spcAft>
                <a:spcPts val="0"/>
              </a:spcAft>
              <a:buNone/>
              <a:defRPr sz="600" b="0"/>
            </a:lvl4pPr>
            <a:lvl5pPr marL="0" indent="0">
              <a:lnSpc>
                <a:spcPct val="100000"/>
              </a:lnSpc>
              <a:spcBef>
                <a:spcPts val="0"/>
              </a:spcBef>
              <a:spcAft>
                <a:spcPts val="0"/>
              </a:spcAft>
              <a:buNone/>
              <a:defRPr sz="600" b="0"/>
            </a:lvl5pPr>
            <a:lvl6pPr marL="0" indent="0">
              <a:lnSpc>
                <a:spcPct val="100000"/>
              </a:lnSpc>
              <a:spcBef>
                <a:spcPts val="0"/>
              </a:spcBef>
              <a:spcAft>
                <a:spcPts val="0"/>
              </a:spcAft>
              <a:buNone/>
              <a:defRPr sz="600" b="0"/>
            </a:lvl6pPr>
            <a:lvl7pPr marL="0" indent="0">
              <a:lnSpc>
                <a:spcPct val="100000"/>
              </a:lnSpc>
              <a:spcBef>
                <a:spcPts val="0"/>
              </a:spcBef>
              <a:spcAft>
                <a:spcPts val="0"/>
              </a:spcAft>
              <a:buNone/>
              <a:defRPr sz="600" b="0"/>
            </a:lvl7pPr>
            <a:lvl8pPr marL="0" indent="0">
              <a:lnSpc>
                <a:spcPct val="100000"/>
              </a:lnSpc>
              <a:spcBef>
                <a:spcPts val="0"/>
              </a:spcBef>
              <a:spcAft>
                <a:spcPts val="0"/>
              </a:spcAft>
              <a:buNone/>
              <a:defRPr sz="600" b="0"/>
            </a:lvl8pPr>
            <a:lvl9pPr marL="0" indent="0">
              <a:lnSpc>
                <a:spcPct val="100000"/>
              </a:lnSpc>
              <a:spcBef>
                <a:spcPts val="0"/>
              </a:spcBef>
              <a:spcAft>
                <a:spcPts val="0"/>
              </a:spcAft>
              <a:buNone/>
              <a:defRPr sz="600" b="0"/>
            </a:lvl9pPr>
          </a:lstStyle>
          <a:p>
            <a:pPr lvl="0"/>
            <a:r>
              <a:rPr lang="en-US"/>
              <a:t>Footnote/Source</a:t>
            </a:r>
          </a:p>
        </p:txBody>
      </p:sp>
      <p:sp>
        <p:nvSpPr>
          <p:cNvPr id="7" name="Fußzeilenplatzhalter 6"/>
          <p:cNvSpPr>
            <a:spLocks noGrp="1"/>
          </p:cNvSpPr>
          <p:nvPr>
            <p:ph type="ftr" sz="quarter" idx="21"/>
          </p:nvPr>
        </p:nvSpPr>
        <p:spPr bwMode="gray"/>
        <p:txBody>
          <a:bodyPr/>
          <a:lstStyle/>
          <a:p>
            <a:r>
              <a:rPr lang="en-US"/>
              <a:t>Presentation title    |    ONLY FOR INTERNAL USE</a:t>
            </a:r>
          </a:p>
        </p:txBody>
      </p:sp>
    </p:spTree>
  </p:cSld>
  <p:clrMapOvr>
    <a:masterClrMapping/>
  </p:clrMapOvr>
</p:sldLayout>
</file>

<file path=ppt/slideLayouts/slideLayout146.xml><?xml version="1.0" encoding="utf-8"?>
<p:sldLayout xmlns:a="http://schemas.openxmlformats.org/drawingml/2006/main" xmlns:r="http://schemas.openxmlformats.org/officeDocument/2006/relationships" xmlns:p="http://schemas.openxmlformats.org/presentationml/2006/main" preserve="1" userDrawn="1">
  <p:cSld name="Content and image">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359569" y="1059657"/>
            <a:ext cx="2672954" cy="3294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8" name="Textplatzhalter 7"/>
          <p:cNvSpPr>
            <a:spLocks noGrp="1"/>
          </p:cNvSpPr>
          <p:nvPr>
            <p:ph type="body" sz="quarter" idx="13" hasCustomPrompt="1"/>
          </p:nvPr>
        </p:nvSpPr>
        <p:spPr bwMode="gray">
          <a:xfrm>
            <a:off x="360000" y="4353960"/>
            <a:ext cx="2673000" cy="108000"/>
          </a:xfrm>
        </p:spPr>
        <p:txBody>
          <a:bodyPr anchor="b"/>
          <a:lstStyle>
            <a:lvl1pPr marL="0" indent="0">
              <a:lnSpc>
                <a:spcPct val="100000"/>
              </a:lnSpc>
              <a:spcBef>
                <a:spcPts val="0"/>
              </a:spcBef>
              <a:spcAft>
                <a:spcPts val="0"/>
              </a:spcAft>
              <a:buFont typeface="Arial" panose="020B0604020202020204" pitchFamily="34" charset="0"/>
              <a:buNone/>
              <a:defRPr sz="600" b="0"/>
            </a:lvl1pPr>
            <a:lvl2pPr marL="0" indent="0">
              <a:lnSpc>
                <a:spcPct val="100000"/>
              </a:lnSpc>
              <a:spcBef>
                <a:spcPts val="0"/>
              </a:spcBef>
              <a:spcAft>
                <a:spcPts val="0"/>
              </a:spcAft>
              <a:buFont typeface="Arial" panose="020B0604020202020204" pitchFamily="34" charset="0"/>
              <a:buNone/>
              <a:defRPr sz="600" b="0"/>
            </a:lvl2pPr>
            <a:lvl3pPr marL="0" indent="0">
              <a:lnSpc>
                <a:spcPct val="100000"/>
              </a:lnSpc>
              <a:spcBef>
                <a:spcPts val="0"/>
              </a:spcBef>
              <a:spcAft>
                <a:spcPts val="0"/>
              </a:spcAft>
              <a:buNone/>
              <a:defRPr sz="600" b="0"/>
            </a:lvl3pPr>
            <a:lvl4pPr marL="0" indent="0">
              <a:lnSpc>
                <a:spcPct val="100000"/>
              </a:lnSpc>
              <a:spcBef>
                <a:spcPts val="0"/>
              </a:spcBef>
              <a:spcAft>
                <a:spcPts val="0"/>
              </a:spcAft>
              <a:buNone/>
              <a:defRPr sz="600" b="0"/>
            </a:lvl4pPr>
            <a:lvl5pPr marL="0" indent="0">
              <a:lnSpc>
                <a:spcPct val="100000"/>
              </a:lnSpc>
              <a:spcBef>
                <a:spcPts val="0"/>
              </a:spcBef>
              <a:spcAft>
                <a:spcPts val="0"/>
              </a:spcAft>
              <a:buNone/>
              <a:defRPr sz="600" b="0"/>
            </a:lvl5pPr>
            <a:lvl6pPr marL="0" indent="0">
              <a:lnSpc>
                <a:spcPct val="100000"/>
              </a:lnSpc>
              <a:spcBef>
                <a:spcPts val="0"/>
              </a:spcBef>
              <a:spcAft>
                <a:spcPts val="0"/>
              </a:spcAft>
              <a:buNone/>
              <a:defRPr sz="600" b="0"/>
            </a:lvl6pPr>
            <a:lvl7pPr marL="0" indent="0">
              <a:lnSpc>
                <a:spcPct val="100000"/>
              </a:lnSpc>
              <a:spcBef>
                <a:spcPts val="0"/>
              </a:spcBef>
              <a:spcAft>
                <a:spcPts val="0"/>
              </a:spcAft>
              <a:buNone/>
              <a:defRPr sz="600" b="0"/>
            </a:lvl7pPr>
            <a:lvl8pPr marL="0" indent="0">
              <a:lnSpc>
                <a:spcPct val="100000"/>
              </a:lnSpc>
              <a:spcBef>
                <a:spcPts val="0"/>
              </a:spcBef>
              <a:spcAft>
                <a:spcPts val="0"/>
              </a:spcAft>
              <a:buNone/>
              <a:defRPr sz="600" b="0"/>
            </a:lvl8pPr>
            <a:lvl9pPr marL="0" indent="0">
              <a:lnSpc>
                <a:spcPct val="100000"/>
              </a:lnSpc>
              <a:spcBef>
                <a:spcPts val="0"/>
              </a:spcBef>
              <a:spcAft>
                <a:spcPts val="0"/>
              </a:spcAft>
              <a:buNone/>
              <a:defRPr sz="600" b="0"/>
            </a:lvl9pPr>
          </a:lstStyle>
          <a:p>
            <a:pPr lvl="0"/>
            <a:r>
              <a:rPr lang="en-US"/>
              <a:t>Footnote/Source</a:t>
            </a:r>
          </a:p>
        </p:txBody>
      </p:sp>
      <p:sp>
        <p:nvSpPr>
          <p:cNvPr id="6" name="Bildplatzhalter 10"/>
          <p:cNvSpPr>
            <a:spLocks noGrp="1"/>
          </p:cNvSpPr>
          <p:nvPr>
            <p:ph type="pic" sz="quarter" idx="10" hasCustomPrompt="1"/>
          </p:nvPr>
        </p:nvSpPr>
        <p:spPr bwMode="gray">
          <a:xfrm>
            <a:off x="3249218" y="1059656"/>
            <a:ext cx="5535215" cy="3402807"/>
          </a:xfrm>
          <a:solidFill>
            <a:srgbClr val="E5E3DE"/>
          </a:solidFill>
        </p:spPr>
        <p:txBody>
          <a:bodyPr tIns="720000" anchor="ctr" anchorCtr="0"/>
          <a:lstStyle>
            <a:lvl1pPr marL="0" indent="0" algn="ctr">
              <a:spcBef>
                <a:spcPts val="0"/>
              </a:spcBef>
              <a:spcAft>
                <a:spcPts val="0"/>
              </a:spcAft>
              <a:buFontTx/>
              <a:buNone/>
              <a:defRPr sz="900" b="0">
                <a:solidFill>
                  <a:schemeClr val="tx1"/>
                </a:solidFill>
              </a:defRPr>
            </a:lvl1pPr>
            <a:lvl2pPr marL="0" indent="0" algn="ctr">
              <a:spcBef>
                <a:spcPts val="0"/>
              </a:spcBef>
              <a:spcAft>
                <a:spcPts val="0"/>
              </a:spcAft>
              <a:buFontTx/>
              <a:buNone/>
              <a:defRPr sz="900" b="0"/>
            </a:lvl2pPr>
            <a:lvl3pPr marL="0" indent="0" algn="ctr">
              <a:spcBef>
                <a:spcPts val="0"/>
              </a:spcBef>
              <a:spcAft>
                <a:spcPts val="0"/>
              </a:spcAft>
              <a:buFontTx/>
              <a:buNone/>
              <a:defRPr sz="900" b="0"/>
            </a:lvl3pPr>
            <a:lvl4pPr marL="0" indent="0" algn="ctr">
              <a:spcBef>
                <a:spcPts val="0"/>
              </a:spcBef>
              <a:spcAft>
                <a:spcPts val="0"/>
              </a:spcAft>
              <a:buFontTx/>
              <a:buNone/>
              <a:defRPr sz="900" b="0"/>
            </a:lvl4pPr>
            <a:lvl5pPr marL="0" indent="0" algn="ctr">
              <a:spcBef>
                <a:spcPts val="0"/>
              </a:spcBef>
              <a:spcAft>
                <a:spcPts val="0"/>
              </a:spcAft>
              <a:buFontTx/>
              <a:buNone/>
              <a:defRPr sz="900" b="0"/>
            </a:lvl5pPr>
            <a:lvl6pPr marL="0" indent="0" algn="ctr">
              <a:spcBef>
                <a:spcPts val="0"/>
              </a:spcBef>
              <a:spcAft>
                <a:spcPts val="0"/>
              </a:spcAft>
              <a:buFontTx/>
              <a:buNone/>
              <a:defRPr sz="900" b="0"/>
            </a:lvl6pPr>
            <a:lvl7pPr marL="0" indent="0" algn="ctr">
              <a:spcBef>
                <a:spcPts val="0"/>
              </a:spcBef>
              <a:spcAft>
                <a:spcPts val="0"/>
              </a:spcAft>
              <a:buFontTx/>
              <a:buNone/>
              <a:defRPr sz="900" b="0"/>
            </a:lvl7pPr>
            <a:lvl8pPr marL="0" indent="0" algn="ctr">
              <a:spcBef>
                <a:spcPts val="0"/>
              </a:spcBef>
              <a:spcAft>
                <a:spcPts val="0"/>
              </a:spcAft>
              <a:buFontTx/>
              <a:buNone/>
              <a:defRPr sz="900" b="0"/>
            </a:lvl8pPr>
            <a:lvl9pPr marL="0" indent="0" algn="ctr">
              <a:spcBef>
                <a:spcPts val="0"/>
              </a:spcBef>
              <a:spcAft>
                <a:spcPts val="0"/>
              </a:spcAft>
              <a:buFontTx/>
              <a:buNone/>
              <a:defRPr sz="900" b="0"/>
            </a:lvl9pPr>
          </a:lstStyle>
          <a:p>
            <a:pPr lvl="0"/>
            <a:r>
              <a:rPr lang="en-US"/>
              <a:t>Add picture</a:t>
            </a:r>
          </a:p>
        </p:txBody>
      </p:sp>
      <p:sp>
        <p:nvSpPr>
          <p:cNvPr id="10" name="Foliennummernplatzhalter 9"/>
          <p:cNvSpPr>
            <a:spLocks noGrp="1"/>
          </p:cNvSpPr>
          <p:nvPr>
            <p:ph type="sldNum" sz="quarter" idx="15"/>
          </p:nvPr>
        </p:nvSpPr>
        <p:spPr bwMode="gray"/>
        <p:txBody>
          <a:bodyPr/>
          <a:lstStyle/>
          <a:p>
            <a:fld id="{8FF9B0DE-3FEB-4AA0-B465-B80EF7C1333D}" type="slidenum">
              <a:rPr lang="en-US" smtClean="0"/>
              <a:t>‹#›</a:t>
            </a:fld>
            <a:endParaRPr lang="en-US"/>
          </a:p>
        </p:txBody>
      </p:sp>
      <p:sp>
        <p:nvSpPr>
          <p:cNvPr id="7" name="Fußzeilenplatzhalter 6"/>
          <p:cNvSpPr>
            <a:spLocks noGrp="1"/>
          </p:cNvSpPr>
          <p:nvPr>
            <p:ph type="ftr" sz="quarter" idx="21"/>
          </p:nvPr>
        </p:nvSpPr>
        <p:spPr bwMode="gray"/>
        <p:txBody>
          <a:bodyPr/>
          <a:lstStyle/>
          <a:p>
            <a:r>
              <a:rPr lang="en-US"/>
              <a:t>Presentation title    |    ONLY FOR INTERNAL USE</a:t>
            </a:r>
          </a:p>
        </p:txBody>
      </p:sp>
      <p:grpSp>
        <p:nvGrpSpPr>
          <p:cNvPr id="16" name="Group 15"/>
          <p:cNvGrpSpPr/>
          <p:nvPr userDrawn="1"/>
        </p:nvGrpSpPr>
        <p:grpSpPr bwMode="gray">
          <a:xfrm>
            <a:off x="-1422666" y="0"/>
            <a:ext cx="1286309" cy="2808312"/>
            <a:chOff x="-1824880" y="2708920"/>
            <a:chExt cx="1715078" cy="3744416"/>
          </a:xfrm>
        </p:grpSpPr>
        <p:sp>
          <p:nvSpPr>
            <p:cNvPr id="17" name="TextBox 16"/>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450"/>
                </a:spcAft>
              </a:pPr>
              <a:r>
                <a:rPr lang="en-US" sz="825" b="1">
                  <a:solidFill>
                    <a:schemeClr val="tx1"/>
                  </a:solidFill>
                  <a:effectLst/>
                  <a:latin typeface="+mj-lt"/>
                </a:rPr>
                <a:t>To insert a picture:</a:t>
              </a:r>
            </a:p>
            <a:p>
              <a:pPr marL="107950" indent="-107950">
                <a:lnSpc>
                  <a:spcPct val="120000"/>
                </a:lnSpc>
                <a:spcAft>
                  <a:spcPts val="450"/>
                </a:spcAft>
                <a:buFont typeface="+mj-lt"/>
                <a:buAutoNum type="arabicPeriod"/>
              </a:pPr>
              <a:r>
                <a:rPr lang="en-US" sz="675">
                  <a:solidFill>
                    <a:schemeClr val="tx1"/>
                  </a:solidFill>
                  <a:effectLst/>
                  <a:latin typeface="+mn-lt"/>
                </a:rPr>
                <a:t>Click on the placeholder for pictures</a:t>
              </a:r>
            </a:p>
            <a:p>
              <a:pPr marL="107950" indent="-107950">
                <a:lnSpc>
                  <a:spcPct val="120000"/>
                </a:lnSpc>
                <a:spcAft>
                  <a:spcPts val="450"/>
                </a:spcAft>
                <a:buFont typeface="+mj-lt"/>
                <a:buAutoNum type="arabicPeriod"/>
              </a:pPr>
              <a:r>
                <a:rPr lang="en-US" sz="675">
                  <a:solidFill>
                    <a:schemeClr val="tx1"/>
                  </a:solidFill>
                  <a:effectLst/>
                  <a:latin typeface="+mn-lt"/>
                </a:rPr>
                <a:t>Open the menu “Insert”</a:t>
              </a:r>
            </a:p>
            <a:p>
              <a:pPr marL="107950" indent="-107950">
                <a:lnSpc>
                  <a:spcPct val="120000"/>
                </a:lnSpc>
                <a:spcAft>
                  <a:spcPts val="450"/>
                </a:spcAft>
                <a:buFont typeface="+mj-lt"/>
                <a:buAutoNum type="arabicPeriod"/>
              </a:pPr>
              <a:r>
                <a:rPr lang="en-US" sz="675">
                  <a:solidFill>
                    <a:schemeClr val="tx1"/>
                  </a:solidFill>
                  <a:effectLst/>
                  <a:latin typeface="+mn-lt"/>
                </a:rPr>
                <a:t>Choose “Pictures” and then the corresponding source where the image is located</a:t>
              </a:r>
              <a:endParaRPr lang="en-US" sz="675">
                <a:solidFill>
                  <a:schemeClr val="tx1"/>
                </a:solidFill>
                <a:latin typeface="+mn-lt"/>
              </a:endParaRPr>
            </a:p>
          </p:txBody>
        </p:sp>
        <p:pic>
          <p:nvPicPr>
            <p:cNvPr id="18" name="Picture 17"/>
            <p:cNvPicPr>
              <a:picLocks noChangeAspect="1"/>
            </p:cNvPicPr>
            <p:nvPr userDrawn="1"/>
          </p:nvPicPr>
          <p:blipFill rotWithShape="1">
            <a:blip r:embed="rId2"/>
            <a:srcRect l="8843" r="2395" b="2546"/>
            <a:stretch>
              <a:fillRect/>
            </a:stretch>
          </p:blipFill>
          <p:spPr bwMode="gray">
            <a:xfrm>
              <a:off x="-1589806" y="4475212"/>
              <a:ext cx="745332" cy="1122804"/>
            </a:xfrm>
            <a:prstGeom prst="roundRect">
              <a:avLst>
                <a:gd name="adj" fmla="val 3514"/>
              </a:avLst>
            </a:prstGeom>
          </p:spPr>
        </p:pic>
        <p:sp>
          <p:nvSpPr>
            <p:cNvPr id="19" name="TextBox 18"/>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07950" indent="-107950">
                <a:spcAft>
                  <a:spcPts val="450"/>
                </a:spcAft>
                <a:buFont typeface="+mj-lt"/>
                <a:buAutoNum type="arabicPeriod" startAt="4"/>
              </a:pPr>
              <a:r>
                <a:rPr lang="en-US" sz="675">
                  <a:solidFill>
                    <a:schemeClr val="tx1"/>
                  </a:solidFill>
                  <a:effectLst/>
                  <a:latin typeface="+mn-lt"/>
                </a:rPr>
                <a:t>Now the image has </a:t>
              </a:r>
              <a:br>
                <a:rPr lang="en-US" sz="675">
                  <a:solidFill>
                    <a:schemeClr val="tx1"/>
                  </a:solidFill>
                  <a:effectLst/>
                  <a:latin typeface="+mn-lt"/>
                </a:rPr>
              </a:br>
              <a:r>
                <a:rPr lang="en-US" sz="675">
                  <a:solidFill>
                    <a:schemeClr val="tx1"/>
                  </a:solidFill>
                  <a:effectLst/>
                  <a:latin typeface="+mn-lt"/>
                </a:rPr>
                <a:t>been loaded into the </a:t>
              </a:r>
              <a:br>
                <a:rPr lang="en-US" sz="675">
                  <a:solidFill>
                    <a:schemeClr val="tx1"/>
                  </a:solidFill>
                  <a:effectLst/>
                  <a:latin typeface="+mn-lt"/>
                </a:rPr>
              </a:br>
              <a:r>
                <a:rPr lang="en-US" sz="675">
                  <a:solidFill>
                    <a:schemeClr val="tx1"/>
                  </a:solidFill>
                  <a:effectLst/>
                  <a:latin typeface="+mn-lt"/>
                </a:rPr>
                <a:t>placeholder.</a:t>
              </a:r>
              <a:endParaRPr lang="en-US" sz="675">
                <a:solidFill>
                  <a:schemeClr val="tx1"/>
                </a:solidFill>
                <a:latin typeface="+mn-lt"/>
              </a:endParaRPr>
            </a:p>
          </p:txBody>
        </p:sp>
      </p:grpSp>
    </p:spTree>
  </p:cSld>
  <p:clrMapOvr>
    <a:masterClrMapping/>
  </p:clrMapOvr>
</p:sldLayout>
</file>

<file path=ppt/slideLayouts/slideLayout147.xml><?xml version="1.0" encoding="utf-8"?>
<p:sldLayout xmlns:a="http://schemas.openxmlformats.org/drawingml/2006/main" xmlns:r="http://schemas.openxmlformats.org/officeDocument/2006/relationships" xmlns:p="http://schemas.openxmlformats.org/presentationml/2006/main" preserve="1" userDrawn="1">
  <p:cSld name="Content with image portrait (1)">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359569" y="357750"/>
            <a:ext cx="4104086" cy="54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359569" y="1059657"/>
            <a:ext cx="4104085" cy="3294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360000" y="4353960"/>
            <a:ext cx="4104000" cy="108000"/>
          </a:xfrm>
        </p:spPr>
        <p:txBody>
          <a:bodyPr anchor="b"/>
          <a:lstStyle>
            <a:lvl1pPr marL="0" indent="0">
              <a:lnSpc>
                <a:spcPct val="100000"/>
              </a:lnSpc>
              <a:spcBef>
                <a:spcPts val="0"/>
              </a:spcBef>
              <a:spcAft>
                <a:spcPts val="0"/>
              </a:spcAft>
              <a:buFont typeface="Arial" panose="020B0604020202020204" pitchFamily="34" charset="0"/>
              <a:buNone/>
              <a:defRPr sz="600" b="0"/>
            </a:lvl1pPr>
            <a:lvl2pPr marL="0" indent="0">
              <a:lnSpc>
                <a:spcPct val="100000"/>
              </a:lnSpc>
              <a:spcBef>
                <a:spcPts val="0"/>
              </a:spcBef>
              <a:spcAft>
                <a:spcPts val="0"/>
              </a:spcAft>
              <a:buFont typeface="Arial" panose="020B0604020202020204" pitchFamily="34" charset="0"/>
              <a:buNone/>
              <a:defRPr sz="600" b="0"/>
            </a:lvl2pPr>
            <a:lvl3pPr marL="0" indent="0">
              <a:lnSpc>
                <a:spcPct val="100000"/>
              </a:lnSpc>
              <a:spcBef>
                <a:spcPts val="0"/>
              </a:spcBef>
              <a:spcAft>
                <a:spcPts val="0"/>
              </a:spcAft>
              <a:buNone/>
              <a:defRPr sz="600" b="0"/>
            </a:lvl3pPr>
            <a:lvl4pPr marL="0" indent="0">
              <a:lnSpc>
                <a:spcPct val="100000"/>
              </a:lnSpc>
              <a:spcBef>
                <a:spcPts val="0"/>
              </a:spcBef>
              <a:spcAft>
                <a:spcPts val="0"/>
              </a:spcAft>
              <a:buNone/>
              <a:defRPr sz="600" b="0"/>
            </a:lvl4pPr>
            <a:lvl5pPr marL="0" indent="0">
              <a:lnSpc>
                <a:spcPct val="100000"/>
              </a:lnSpc>
              <a:spcBef>
                <a:spcPts val="0"/>
              </a:spcBef>
              <a:spcAft>
                <a:spcPts val="0"/>
              </a:spcAft>
              <a:buNone/>
              <a:defRPr sz="600" b="0"/>
            </a:lvl5pPr>
            <a:lvl6pPr marL="0" indent="0">
              <a:lnSpc>
                <a:spcPct val="100000"/>
              </a:lnSpc>
              <a:spcBef>
                <a:spcPts val="0"/>
              </a:spcBef>
              <a:spcAft>
                <a:spcPts val="0"/>
              </a:spcAft>
              <a:buNone/>
              <a:defRPr sz="600" b="0"/>
            </a:lvl6pPr>
            <a:lvl7pPr marL="0" indent="0">
              <a:lnSpc>
                <a:spcPct val="100000"/>
              </a:lnSpc>
              <a:spcBef>
                <a:spcPts val="0"/>
              </a:spcBef>
              <a:spcAft>
                <a:spcPts val="0"/>
              </a:spcAft>
              <a:buNone/>
              <a:defRPr sz="600" b="0"/>
            </a:lvl7pPr>
            <a:lvl8pPr marL="0" indent="0">
              <a:lnSpc>
                <a:spcPct val="100000"/>
              </a:lnSpc>
              <a:spcBef>
                <a:spcPts val="0"/>
              </a:spcBef>
              <a:spcAft>
                <a:spcPts val="0"/>
              </a:spcAft>
              <a:buNone/>
              <a:defRPr sz="600" b="0"/>
            </a:lvl8pPr>
            <a:lvl9pPr marL="0" indent="0">
              <a:lnSpc>
                <a:spcPct val="100000"/>
              </a:lnSpc>
              <a:spcBef>
                <a:spcPts val="0"/>
              </a:spcBef>
              <a:spcAft>
                <a:spcPts val="0"/>
              </a:spcAft>
              <a:buNone/>
              <a:defRPr sz="600" b="0"/>
            </a:lvl9pPr>
          </a:lstStyle>
          <a:p>
            <a:pPr lvl="0"/>
            <a:r>
              <a:rPr lang="en-US"/>
              <a:t>Footnote/Source</a:t>
            </a:r>
          </a:p>
        </p:txBody>
      </p:sp>
      <p:sp>
        <p:nvSpPr>
          <p:cNvPr id="6" name="Bildplatzhalter 10"/>
          <p:cNvSpPr>
            <a:spLocks noGrp="1"/>
          </p:cNvSpPr>
          <p:nvPr>
            <p:ph type="pic" sz="quarter" idx="10" hasCustomPrompt="1"/>
          </p:nvPr>
        </p:nvSpPr>
        <p:spPr bwMode="gray">
          <a:xfrm>
            <a:off x="4680348" y="0"/>
            <a:ext cx="4463653" cy="5143500"/>
          </a:xfrm>
          <a:solidFill>
            <a:srgbClr val="E5E3DE"/>
          </a:solidFill>
        </p:spPr>
        <p:txBody>
          <a:bodyPr tIns="720000" anchor="ctr" anchorCtr="0"/>
          <a:lstStyle>
            <a:lvl1pPr marL="0" indent="0" algn="ctr">
              <a:spcBef>
                <a:spcPts val="0"/>
              </a:spcBef>
              <a:spcAft>
                <a:spcPts val="0"/>
              </a:spcAft>
              <a:buFontTx/>
              <a:buNone/>
              <a:defRPr sz="900" b="0">
                <a:solidFill>
                  <a:schemeClr val="tx1"/>
                </a:solidFill>
              </a:defRPr>
            </a:lvl1pPr>
            <a:lvl2pPr marL="0" indent="0" algn="ctr">
              <a:spcBef>
                <a:spcPts val="0"/>
              </a:spcBef>
              <a:spcAft>
                <a:spcPts val="0"/>
              </a:spcAft>
              <a:buFontTx/>
              <a:buNone/>
              <a:defRPr sz="900" b="0"/>
            </a:lvl2pPr>
            <a:lvl3pPr marL="0" indent="0" algn="ctr">
              <a:spcBef>
                <a:spcPts val="0"/>
              </a:spcBef>
              <a:spcAft>
                <a:spcPts val="0"/>
              </a:spcAft>
              <a:buFontTx/>
              <a:buNone/>
              <a:defRPr sz="900" b="0"/>
            </a:lvl3pPr>
            <a:lvl4pPr marL="0" indent="0" algn="ctr">
              <a:spcBef>
                <a:spcPts val="0"/>
              </a:spcBef>
              <a:spcAft>
                <a:spcPts val="0"/>
              </a:spcAft>
              <a:buFontTx/>
              <a:buNone/>
              <a:defRPr sz="900" b="0"/>
            </a:lvl4pPr>
            <a:lvl5pPr marL="0" indent="0" algn="ctr">
              <a:spcBef>
                <a:spcPts val="0"/>
              </a:spcBef>
              <a:spcAft>
                <a:spcPts val="0"/>
              </a:spcAft>
              <a:buFontTx/>
              <a:buNone/>
              <a:defRPr sz="900" b="0"/>
            </a:lvl5pPr>
            <a:lvl6pPr marL="0" indent="0" algn="ctr">
              <a:spcBef>
                <a:spcPts val="0"/>
              </a:spcBef>
              <a:spcAft>
                <a:spcPts val="0"/>
              </a:spcAft>
              <a:buFontTx/>
              <a:buNone/>
              <a:defRPr sz="900" b="0"/>
            </a:lvl6pPr>
            <a:lvl7pPr marL="0" indent="0" algn="ctr">
              <a:spcBef>
                <a:spcPts val="0"/>
              </a:spcBef>
              <a:spcAft>
                <a:spcPts val="0"/>
              </a:spcAft>
              <a:buFontTx/>
              <a:buNone/>
              <a:defRPr sz="900" b="0"/>
            </a:lvl7pPr>
            <a:lvl8pPr marL="0" indent="0" algn="ctr">
              <a:spcBef>
                <a:spcPts val="0"/>
              </a:spcBef>
              <a:spcAft>
                <a:spcPts val="0"/>
              </a:spcAft>
              <a:buFontTx/>
              <a:buNone/>
              <a:defRPr sz="900" b="0"/>
            </a:lvl8pPr>
            <a:lvl9pPr marL="0" indent="0" algn="ctr">
              <a:spcBef>
                <a:spcPts val="0"/>
              </a:spcBef>
              <a:spcAft>
                <a:spcPts val="0"/>
              </a:spcAft>
              <a:buFontTx/>
              <a:buNone/>
              <a:defRPr sz="900" b="0"/>
            </a:lvl9pPr>
          </a:lstStyle>
          <a:p>
            <a:pPr lvl="0"/>
            <a:r>
              <a:rPr lang="en-US"/>
              <a:t>Add picture</a:t>
            </a:r>
          </a:p>
        </p:txBody>
      </p:sp>
      <p:sp>
        <p:nvSpPr>
          <p:cNvPr id="10" name="Foliennummernplatzhalter 9"/>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t>‹#›</a:t>
            </a:fld>
            <a:endParaRPr lang="en-US"/>
          </a:p>
        </p:txBody>
      </p:sp>
      <p:sp>
        <p:nvSpPr>
          <p:cNvPr id="11" name="Fußzeilenplatzhalter 10"/>
          <p:cNvSpPr>
            <a:spLocks noGrp="1"/>
          </p:cNvSpPr>
          <p:nvPr>
            <p:ph type="ftr" sz="quarter" idx="21"/>
          </p:nvPr>
        </p:nvSpPr>
        <p:spPr bwMode="gray"/>
        <p:txBody>
          <a:bodyPr/>
          <a:lstStyle>
            <a:lvl1pPr>
              <a:defRPr>
                <a:solidFill>
                  <a:schemeClr val="bg1"/>
                </a:solidFill>
              </a:defRPr>
            </a:lvl1pPr>
          </a:lstStyle>
          <a:p>
            <a:r>
              <a:rPr lang="en-US"/>
              <a:t>Presentation title    |    ONLY FOR INTERNAL USE</a:t>
            </a:r>
          </a:p>
        </p:txBody>
      </p:sp>
      <p:grpSp>
        <p:nvGrpSpPr>
          <p:cNvPr id="16" name="Group 15"/>
          <p:cNvGrpSpPr/>
          <p:nvPr userDrawn="1"/>
        </p:nvGrpSpPr>
        <p:grpSpPr bwMode="gray">
          <a:xfrm>
            <a:off x="-1422666" y="0"/>
            <a:ext cx="1286309" cy="2808312"/>
            <a:chOff x="-1824880" y="2708920"/>
            <a:chExt cx="1715078" cy="3744416"/>
          </a:xfrm>
        </p:grpSpPr>
        <p:sp>
          <p:nvSpPr>
            <p:cNvPr id="17" name="TextBox 16"/>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450"/>
                </a:spcAft>
              </a:pPr>
              <a:r>
                <a:rPr lang="en-US" sz="825" b="1">
                  <a:solidFill>
                    <a:schemeClr val="tx1"/>
                  </a:solidFill>
                  <a:effectLst/>
                  <a:latin typeface="+mj-lt"/>
                </a:rPr>
                <a:t>To insert a picture:</a:t>
              </a:r>
            </a:p>
            <a:p>
              <a:pPr marL="107950" indent="-107950">
                <a:lnSpc>
                  <a:spcPct val="120000"/>
                </a:lnSpc>
                <a:spcAft>
                  <a:spcPts val="450"/>
                </a:spcAft>
                <a:buFont typeface="+mj-lt"/>
                <a:buAutoNum type="arabicPeriod"/>
              </a:pPr>
              <a:r>
                <a:rPr lang="en-US" sz="675">
                  <a:solidFill>
                    <a:schemeClr val="tx1"/>
                  </a:solidFill>
                  <a:effectLst/>
                  <a:latin typeface="+mn-lt"/>
                </a:rPr>
                <a:t>Click on the placeholder for pictures</a:t>
              </a:r>
            </a:p>
            <a:p>
              <a:pPr marL="107950" indent="-107950">
                <a:lnSpc>
                  <a:spcPct val="120000"/>
                </a:lnSpc>
                <a:spcAft>
                  <a:spcPts val="450"/>
                </a:spcAft>
                <a:buFont typeface="+mj-lt"/>
                <a:buAutoNum type="arabicPeriod"/>
              </a:pPr>
              <a:r>
                <a:rPr lang="en-US" sz="675">
                  <a:solidFill>
                    <a:schemeClr val="tx1"/>
                  </a:solidFill>
                  <a:effectLst/>
                  <a:latin typeface="+mn-lt"/>
                </a:rPr>
                <a:t>Open the menu “Insert”</a:t>
              </a:r>
            </a:p>
            <a:p>
              <a:pPr marL="107950" indent="-107950">
                <a:lnSpc>
                  <a:spcPct val="120000"/>
                </a:lnSpc>
                <a:spcAft>
                  <a:spcPts val="450"/>
                </a:spcAft>
                <a:buFont typeface="+mj-lt"/>
                <a:buAutoNum type="arabicPeriod"/>
              </a:pPr>
              <a:r>
                <a:rPr lang="en-US" sz="675">
                  <a:solidFill>
                    <a:schemeClr val="tx1"/>
                  </a:solidFill>
                  <a:effectLst/>
                  <a:latin typeface="+mn-lt"/>
                </a:rPr>
                <a:t>Choose “Pictures” and then the corresponding source where the image is located</a:t>
              </a:r>
              <a:endParaRPr lang="en-US" sz="675">
                <a:solidFill>
                  <a:schemeClr val="tx1"/>
                </a:solidFill>
                <a:latin typeface="+mn-lt"/>
              </a:endParaRPr>
            </a:p>
          </p:txBody>
        </p:sp>
        <p:pic>
          <p:nvPicPr>
            <p:cNvPr id="18" name="Picture 17"/>
            <p:cNvPicPr>
              <a:picLocks noChangeAspect="1"/>
            </p:cNvPicPr>
            <p:nvPr userDrawn="1"/>
          </p:nvPicPr>
          <p:blipFill rotWithShape="1">
            <a:blip r:embed="rId2"/>
            <a:srcRect l="8843" r="2395" b="2546"/>
            <a:stretch>
              <a:fillRect/>
            </a:stretch>
          </p:blipFill>
          <p:spPr bwMode="gray">
            <a:xfrm>
              <a:off x="-1589806" y="4475212"/>
              <a:ext cx="745332" cy="1122804"/>
            </a:xfrm>
            <a:prstGeom prst="roundRect">
              <a:avLst>
                <a:gd name="adj" fmla="val 3514"/>
              </a:avLst>
            </a:prstGeom>
          </p:spPr>
        </p:pic>
        <p:sp>
          <p:nvSpPr>
            <p:cNvPr id="19" name="TextBox 18"/>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07950" indent="-107950">
                <a:spcAft>
                  <a:spcPts val="450"/>
                </a:spcAft>
                <a:buFont typeface="+mj-lt"/>
                <a:buAutoNum type="arabicPeriod" startAt="4"/>
              </a:pPr>
              <a:r>
                <a:rPr lang="en-US" sz="675">
                  <a:solidFill>
                    <a:schemeClr val="tx1"/>
                  </a:solidFill>
                  <a:effectLst/>
                  <a:latin typeface="+mn-lt"/>
                </a:rPr>
                <a:t>Now the image has </a:t>
              </a:r>
              <a:br>
                <a:rPr lang="en-US" sz="675">
                  <a:solidFill>
                    <a:schemeClr val="tx1"/>
                  </a:solidFill>
                  <a:effectLst/>
                  <a:latin typeface="+mn-lt"/>
                </a:rPr>
              </a:br>
              <a:r>
                <a:rPr lang="en-US" sz="675">
                  <a:solidFill>
                    <a:schemeClr val="tx1"/>
                  </a:solidFill>
                  <a:effectLst/>
                  <a:latin typeface="+mn-lt"/>
                </a:rPr>
                <a:t>been loaded into the </a:t>
              </a:r>
              <a:br>
                <a:rPr lang="en-US" sz="675">
                  <a:solidFill>
                    <a:schemeClr val="tx1"/>
                  </a:solidFill>
                  <a:effectLst/>
                  <a:latin typeface="+mn-lt"/>
                </a:rPr>
              </a:br>
              <a:r>
                <a:rPr lang="en-US" sz="675">
                  <a:solidFill>
                    <a:schemeClr val="tx1"/>
                  </a:solidFill>
                  <a:effectLst/>
                  <a:latin typeface="+mn-lt"/>
                </a:rPr>
                <a:t>placeholder.</a:t>
              </a:r>
              <a:endParaRPr lang="en-US" sz="675">
                <a:solidFill>
                  <a:schemeClr val="tx1"/>
                </a:solidFill>
                <a:latin typeface="+mn-lt"/>
              </a:endParaRPr>
            </a:p>
          </p:txBody>
        </p:sp>
      </p:grpSp>
    </p:spTree>
  </p:cSld>
  <p:clrMapOvr>
    <a:masterClrMapping/>
  </p:clrMapOvr>
</p:sldLayout>
</file>

<file path=ppt/slideLayouts/slideLayout148.xml><?xml version="1.0" encoding="utf-8"?>
<p:sldLayout xmlns:a="http://schemas.openxmlformats.org/drawingml/2006/main" xmlns:r="http://schemas.openxmlformats.org/officeDocument/2006/relationships" xmlns:p="http://schemas.openxmlformats.org/presentationml/2006/main" preserve="1" userDrawn="1">
  <p:cSld name="Content with image portrait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359569" y="357750"/>
            <a:ext cx="5535217" cy="54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359569" y="1059657"/>
            <a:ext cx="5535217" cy="3294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359999" y="4353960"/>
            <a:ext cx="5534785" cy="108000"/>
          </a:xfrm>
        </p:spPr>
        <p:txBody>
          <a:bodyPr anchor="b"/>
          <a:lstStyle>
            <a:lvl1pPr marL="0" indent="0">
              <a:lnSpc>
                <a:spcPct val="100000"/>
              </a:lnSpc>
              <a:spcBef>
                <a:spcPts val="0"/>
              </a:spcBef>
              <a:spcAft>
                <a:spcPts val="0"/>
              </a:spcAft>
              <a:buFont typeface="Arial" panose="020B0604020202020204" pitchFamily="34" charset="0"/>
              <a:buNone/>
              <a:defRPr sz="600" b="0"/>
            </a:lvl1pPr>
            <a:lvl2pPr marL="0" indent="0">
              <a:lnSpc>
                <a:spcPct val="100000"/>
              </a:lnSpc>
              <a:spcBef>
                <a:spcPts val="0"/>
              </a:spcBef>
              <a:spcAft>
                <a:spcPts val="0"/>
              </a:spcAft>
              <a:buFont typeface="Arial" panose="020B0604020202020204" pitchFamily="34" charset="0"/>
              <a:buNone/>
              <a:defRPr sz="600" b="0"/>
            </a:lvl2pPr>
            <a:lvl3pPr marL="0" indent="0">
              <a:lnSpc>
                <a:spcPct val="100000"/>
              </a:lnSpc>
              <a:spcBef>
                <a:spcPts val="0"/>
              </a:spcBef>
              <a:spcAft>
                <a:spcPts val="0"/>
              </a:spcAft>
              <a:buNone/>
              <a:defRPr sz="600" b="0"/>
            </a:lvl3pPr>
            <a:lvl4pPr marL="0" indent="0">
              <a:lnSpc>
                <a:spcPct val="100000"/>
              </a:lnSpc>
              <a:spcBef>
                <a:spcPts val="0"/>
              </a:spcBef>
              <a:spcAft>
                <a:spcPts val="0"/>
              </a:spcAft>
              <a:buNone/>
              <a:defRPr sz="600" b="0"/>
            </a:lvl4pPr>
            <a:lvl5pPr marL="0" indent="0">
              <a:lnSpc>
                <a:spcPct val="100000"/>
              </a:lnSpc>
              <a:spcBef>
                <a:spcPts val="0"/>
              </a:spcBef>
              <a:spcAft>
                <a:spcPts val="0"/>
              </a:spcAft>
              <a:buNone/>
              <a:defRPr sz="600" b="0"/>
            </a:lvl5pPr>
            <a:lvl6pPr marL="0" indent="0">
              <a:lnSpc>
                <a:spcPct val="100000"/>
              </a:lnSpc>
              <a:spcBef>
                <a:spcPts val="0"/>
              </a:spcBef>
              <a:spcAft>
                <a:spcPts val="0"/>
              </a:spcAft>
              <a:buNone/>
              <a:defRPr sz="600" b="0"/>
            </a:lvl6pPr>
            <a:lvl7pPr marL="0" indent="0">
              <a:lnSpc>
                <a:spcPct val="100000"/>
              </a:lnSpc>
              <a:spcBef>
                <a:spcPts val="0"/>
              </a:spcBef>
              <a:spcAft>
                <a:spcPts val="0"/>
              </a:spcAft>
              <a:buNone/>
              <a:defRPr sz="600" b="0"/>
            </a:lvl7pPr>
            <a:lvl8pPr marL="0" indent="0">
              <a:lnSpc>
                <a:spcPct val="100000"/>
              </a:lnSpc>
              <a:spcBef>
                <a:spcPts val="0"/>
              </a:spcBef>
              <a:spcAft>
                <a:spcPts val="0"/>
              </a:spcAft>
              <a:buNone/>
              <a:defRPr sz="600" b="0"/>
            </a:lvl8pPr>
            <a:lvl9pPr marL="0" indent="0">
              <a:lnSpc>
                <a:spcPct val="100000"/>
              </a:lnSpc>
              <a:spcBef>
                <a:spcPts val="0"/>
              </a:spcBef>
              <a:spcAft>
                <a:spcPts val="0"/>
              </a:spcAft>
              <a:buNone/>
              <a:defRPr sz="600" b="0"/>
            </a:lvl9pPr>
          </a:lstStyle>
          <a:p>
            <a:pPr lvl="0"/>
            <a:r>
              <a:rPr lang="en-US"/>
              <a:t>Footnote/Source</a:t>
            </a:r>
          </a:p>
        </p:txBody>
      </p:sp>
      <p:sp>
        <p:nvSpPr>
          <p:cNvPr id="7" name="Bildplatzhalter 10"/>
          <p:cNvSpPr>
            <a:spLocks noGrp="1"/>
          </p:cNvSpPr>
          <p:nvPr>
            <p:ph type="pic" sz="quarter" idx="10" hasCustomPrompt="1"/>
          </p:nvPr>
        </p:nvSpPr>
        <p:spPr bwMode="gray">
          <a:xfrm>
            <a:off x="6111478" y="0"/>
            <a:ext cx="3032522" cy="5143500"/>
          </a:xfrm>
          <a:solidFill>
            <a:srgbClr val="E5E3DE"/>
          </a:solidFill>
        </p:spPr>
        <p:txBody>
          <a:bodyPr tIns="720000" anchor="ctr" anchorCtr="0"/>
          <a:lstStyle>
            <a:lvl1pPr marL="0" indent="0" algn="ctr">
              <a:spcBef>
                <a:spcPts val="0"/>
              </a:spcBef>
              <a:spcAft>
                <a:spcPts val="0"/>
              </a:spcAft>
              <a:buFontTx/>
              <a:buNone/>
              <a:defRPr sz="900" b="0">
                <a:solidFill>
                  <a:schemeClr val="tx1"/>
                </a:solidFill>
              </a:defRPr>
            </a:lvl1pPr>
            <a:lvl2pPr marL="0" indent="0" algn="ctr">
              <a:spcBef>
                <a:spcPts val="0"/>
              </a:spcBef>
              <a:spcAft>
                <a:spcPts val="0"/>
              </a:spcAft>
              <a:buFontTx/>
              <a:buNone/>
              <a:defRPr sz="900" b="0"/>
            </a:lvl2pPr>
            <a:lvl3pPr marL="0" indent="0" algn="ctr">
              <a:spcBef>
                <a:spcPts val="0"/>
              </a:spcBef>
              <a:spcAft>
                <a:spcPts val="0"/>
              </a:spcAft>
              <a:buFontTx/>
              <a:buNone/>
              <a:defRPr sz="900" b="0"/>
            </a:lvl3pPr>
            <a:lvl4pPr marL="0" indent="0" algn="ctr">
              <a:spcBef>
                <a:spcPts val="0"/>
              </a:spcBef>
              <a:spcAft>
                <a:spcPts val="0"/>
              </a:spcAft>
              <a:buFontTx/>
              <a:buNone/>
              <a:defRPr sz="900" b="0"/>
            </a:lvl4pPr>
            <a:lvl5pPr marL="0" indent="0" algn="ctr">
              <a:spcBef>
                <a:spcPts val="0"/>
              </a:spcBef>
              <a:spcAft>
                <a:spcPts val="0"/>
              </a:spcAft>
              <a:buFontTx/>
              <a:buNone/>
              <a:defRPr sz="900" b="0"/>
            </a:lvl5pPr>
            <a:lvl6pPr marL="0" indent="0" algn="ctr">
              <a:spcBef>
                <a:spcPts val="0"/>
              </a:spcBef>
              <a:spcAft>
                <a:spcPts val="0"/>
              </a:spcAft>
              <a:buFontTx/>
              <a:buNone/>
              <a:defRPr sz="900" b="0"/>
            </a:lvl6pPr>
            <a:lvl7pPr marL="0" indent="0" algn="ctr">
              <a:spcBef>
                <a:spcPts val="0"/>
              </a:spcBef>
              <a:spcAft>
                <a:spcPts val="0"/>
              </a:spcAft>
              <a:buFontTx/>
              <a:buNone/>
              <a:defRPr sz="900" b="0"/>
            </a:lvl7pPr>
            <a:lvl8pPr marL="0" indent="0" algn="ctr">
              <a:spcBef>
                <a:spcPts val="0"/>
              </a:spcBef>
              <a:spcAft>
                <a:spcPts val="0"/>
              </a:spcAft>
              <a:buFontTx/>
              <a:buNone/>
              <a:defRPr sz="900" b="0"/>
            </a:lvl8pPr>
            <a:lvl9pPr marL="0" indent="0" algn="ctr">
              <a:spcBef>
                <a:spcPts val="0"/>
              </a:spcBef>
              <a:spcAft>
                <a:spcPts val="0"/>
              </a:spcAft>
              <a:buFontTx/>
              <a:buNone/>
              <a:defRPr sz="900" b="0"/>
            </a:lvl9pPr>
          </a:lstStyle>
          <a:p>
            <a:pPr lvl="0"/>
            <a:r>
              <a:rPr lang="en-US"/>
              <a:t>Add picture</a:t>
            </a:r>
          </a:p>
        </p:txBody>
      </p:sp>
      <p:sp>
        <p:nvSpPr>
          <p:cNvPr id="10" name="Foliennummernplatzhalter 9"/>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t>‹#›</a:t>
            </a:fld>
            <a:endParaRPr lang="en-US"/>
          </a:p>
        </p:txBody>
      </p:sp>
      <p:sp>
        <p:nvSpPr>
          <p:cNvPr id="2" name="Fußzeilenplatzhalter 1"/>
          <p:cNvSpPr>
            <a:spLocks noGrp="1"/>
          </p:cNvSpPr>
          <p:nvPr>
            <p:ph type="ftr" sz="quarter" idx="16"/>
          </p:nvPr>
        </p:nvSpPr>
        <p:spPr bwMode="gray"/>
        <p:txBody>
          <a:bodyPr/>
          <a:lstStyle>
            <a:lvl1pPr>
              <a:defRPr>
                <a:solidFill>
                  <a:schemeClr val="bg1"/>
                </a:solidFill>
              </a:defRPr>
            </a:lvl1pPr>
          </a:lstStyle>
          <a:p>
            <a:r>
              <a:rPr lang="en-US"/>
              <a:t>Presentation title    |    ONLY FOR INTERNAL USE</a:t>
            </a:r>
          </a:p>
        </p:txBody>
      </p:sp>
      <p:grpSp>
        <p:nvGrpSpPr>
          <p:cNvPr id="16" name="Group 15"/>
          <p:cNvGrpSpPr/>
          <p:nvPr userDrawn="1"/>
        </p:nvGrpSpPr>
        <p:grpSpPr bwMode="gray">
          <a:xfrm>
            <a:off x="-1422666" y="0"/>
            <a:ext cx="1286309" cy="2808312"/>
            <a:chOff x="-1824880" y="2708920"/>
            <a:chExt cx="1715078" cy="3744416"/>
          </a:xfrm>
        </p:grpSpPr>
        <p:sp>
          <p:nvSpPr>
            <p:cNvPr id="17" name="TextBox 16"/>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450"/>
                </a:spcAft>
              </a:pPr>
              <a:r>
                <a:rPr lang="en-US" sz="825" b="1">
                  <a:solidFill>
                    <a:schemeClr val="tx1"/>
                  </a:solidFill>
                  <a:effectLst/>
                  <a:latin typeface="+mj-lt"/>
                </a:rPr>
                <a:t>To insert a picture:</a:t>
              </a:r>
            </a:p>
            <a:p>
              <a:pPr marL="107950" indent="-107950">
                <a:lnSpc>
                  <a:spcPct val="120000"/>
                </a:lnSpc>
                <a:spcAft>
                  <a:spcPts val="450"/>
                </a:spcAft>
                <a:buFont typeface="+mj-lt"/>
                <a:buAutoNum type="arabicPeriod"/>
              </a:pPr>
              <a:r>
                <a:rPr lang="en-US" sz="675">
                  <a:solidFill>
                    <a:schemeClr val="tx1"/>
                  </a:solidFill>
                  <a:effectLst/>
                  <a:latin typeface="+mn-lt"/>
                </a:rPr>
                <a:t>Click on the placeholder for pictures</a:t>
              </a:r>
            </a:p>
            <a:p>
              <a:pPr marL="107950" indent="-107950">
                <a:lnSpc>
                  <a:spcPct val="120000"/>
                </a:lnSpc>
                <a:spcAft>
                  <a:spcPts val="450"/>
                </a:spcAft>
                <a:buFont typeface="+mj-lt"/>
                <a:buAutoNum type="arabicPeriod"/>
              </a:pPr>
              <a:r>
                <a:rPr lang="en-US" sz="675">
                  <a:solidFill>
                    <a:schemeClr val="tx1"/>
                  </a:solidFill>
                  <a:effectLst/>
                  <a:latin typeface="+mn-lt"/>
                </a:rPr>
                <a:t>Open the menu “Insert”</a:t>
              </a:r>
            </a:p>
            <a:p>
              <a:pPr marL="107950" indent="-107950">
                <a:lnSpc>
                  <a:spcPct val="120000"/>
                </a:lnSpc>
                <a:spcAft>
                  <a:spcPts val="450"/>
                </a:spcAft>
                <a:buFont typeface="+mj-lt"/>
                <a:buAutoNum type="arabicPeriod"/>
              </a:pPr>
              <a:r>
                <a:rPr lang="en-US" sz="675">
                  <a:solidFill>
                    <a:schemeClr val="tx1"/>
                  </a:solidFill>
                  <a:effectLst/>
                  <a:latin typeface="+mn-lt"/>
                </a:rPr>
                <a:t>Choose “Pictures” and then the corresponding source where the image is located</a:t>
              </a:r>
              <a:endParaRPr lang="en-US" sz="675">
                <a:solidFill>
                  <a:schemeClr val="tx1"/>
                </a:solidFill>
                <a:latin typeface="+mn-lt"/>
              </a:endParaRPr>
            </a:p>
          </p:txBody>
        </p:sp>
        <p:pic>
          <p:nvPicPr>
            <p:cNvPr id="18" name="Picture 17"/>
            <p:cNvPicPr>
              <a:picLocks noChangeAspect="1"/>
            </p:cNvPicPr>
            <p:nvPr userDrawn="1"/>
          </p:nvPicPr>
          <p:blipFill rotWithShape="1">
            <a:blip r:embed="rId2"/>
            <a:srcRect l="8843" r="2395" b="2546"/>
            <a:stretch>
              <a:fillRect/>
            </a:stretch>
          </p:blipFill>
          <p:spPr bwMode="gray">
            <a:xfrm>
              <a:off x="-1589806" y="4475212"/>
              <a:ext cx="745332" cy="1122804"/>
            </a:xfrm>
            <a:prstGeom prst="roundRect">
              <a:avLst>
                <a:gd name="adj" fmla="val 3514"/>
              </a:avLst>
            </a:prstGeom>
          </p:spPr>
        </p:pic>
        <p:sp>
          <p:nvSpPr>
            <p:cNvPr id="19" name="TextBox 18"/>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07950" indent="-107950">
                <a:spcAft>
                  <a:spcPts val="450"/>
                </a:spcAft>
                <a:buFont typeface="+mj-lt"/>
                <a:buAutoNum type="arabicPeriod" startAt="4"/>
              </a:pPr>
              <a:r>
                <a:rPr lang="en-US" sz="675">
                  <a:solidFill>
                    <a:schemeClr val="tx1"/>
                  </a:solidFill>
                  <a:effectLst/>
                  <a:latin typeface="+mn-lt"/>
                </a:rPr>
                <a:t>Now the image has </a:t>
              </a:r>
              <a:br>
                <a:rPr lang="en-US" sz="675">
                  <a:solidFill>
                    <a:schemeClr val="tx1"/>
                  </a:solidFill>
                  <a:effectLst/>
                  <a:latin typeface="+mn-lt"/>
                </a:rPr>
              </a:br>
              <a:r>
                <a:rPr lang="en-US" sz="675">
                  <a:solidFill>
                    <a:schemeClr val="tx1"/>
                  </a:solidFill>
                  <a:effectLst/>
                  <a:latin typeface="+mn-lt"/>
                </a:rPr>
                <a:t>been loaded into the </a:t>
              </a:r>
              <a:br>
                <a:rPr lang="en-US" sz="675">
                  <a:solidFill>
                    <a:schemeClr val="tx1"/>
                  </a:solidFill>
                  <a:effectLst/>
                  <a:latin typeface="+mn-lt"/>
                </a:rPr>
              </a:br>
              <a:r>
                <a:rPr lang="en-US" sz="675">
                  <a:solidFill>
                    <a:schemeClr val="tx1"/>
                  </a:solidFill>
                  <a:effectLst/>
                  <a:latin typeface="+mn-lt"/>
                </a:rPr>
                <a:t>placeholder.</a:t>
              </a:r>
              <a:endParaRPr lang="en-US" sz="675">
                <a:solidFill>
                  <a:schemeClr val="tx1"/>
                </a:solidFill>
                <a:latin typeface="+mn-lt"/>
              </a:endParaRPr>
            </a:p>
          </p:txBody>
        </p:sp>
      </p:grpSp>
    </p:spTree>
  </p:cSld>
  <p:clrMapOvr>
    <a:masterClrMapping/>
  </p:clrMapOvr>
</p:sldLayout>
</file>

<file path=ppt/slideLayouts/slideLayout149.xml><?xml version="1.0" encoding="utf-8"?>
<p:sldLayout xmlns:a="http://schemas.openxmlformats.org/drawingml/2006/main" xmlns:r="http://schemas.openxmlformats.org/officeDocument/2006/relationships" xmlns:p="http://schemas.openxmlformats.org/presentationml/2006/main" preserve="1" userDrawn="1">
  <p:cSld name="Content with image portrait (3)">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1737122" y="357750"/>
            <a:ext cx="7047346" cy="54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1737158" y="1059657"/>
            <a:ext cx="7047311" cy="3294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1737587" y="4353960"/>
            <a:ext cx="7047000" cy="108000"/>
          </a:xfrm>
        </p:spPr>
        <p:txBody>
          <a:bodyPr anchor="b"/>
          <a:lstStyle>
            <a:lvl1pPr marL="0" indent="0">
              <a:lnSpc>
                <a:spcPct val="100000"/>
              </a:lnSpc>
              <a:spcBef>
                <a:spcPts val="0"/>
              </a:spcBef>
              <a:spcAft>
                <a:spcPts val="0"/>
              </a:spcAft>
              <a:buFont typeface="Arial" panose="020B0604020202020204" pitchFamily="34" charset="0"/>
              <a:buNone/>
              <a:defRPr sz="600" b="0"/>
            </a:lvl1pPr>
            <a:lvl2pPr marL="0" indent="0">
              <a:lnSpc>
                <a:spcPct val="100000"/>
              </a:lnSpc>
              <a:spcBef>
                <a:spcPts val="0"/>
              </a:spcBef>
              <a:spcAft>
                <a:spcPts val="0"/>
              </a:spcAft>
              <a:buFont typeface="Arial" panose="020B0604020202020204" pitchFamily="34" charset="0"/>
              <a:buNone/>
              <a:defRPr sz="600" b="0"/>
            </a:lvl2pPr>
            <a:lvl3pPr marL="0" indent="0">
              <a:lnSpc>
                <a:spcPct val="100000"/>
              </a:lnSpc>
              <a:spcBef>
                <a:spcPts val="0"/>
              </a:spcBef>
              <a:spcAft>
                <a:spcPts val="0"/>
              </a:spcAft>
              <a:buNone/>
              <a:defRPr sz="600" b="0"/>
            </a:lvl3pPr>
            <a:lvl4pPr marL="0" indent="0">
              <a:lnSpc>
                <a:spcPct val="100000"/>
              </a:lnSpc>
              <a:spcBef>
                <a:spcPts val="0"/>
              </a:spcBef>
              <a:spcAft>
                <a:spcPts val="0"/>
              </a:spcAft>
              <a:buNone/>
              <a:defRPr sz="600" b="0"/>
            </a:lvl4pPr>
            <a:lvl5pPr marL="0" indent="0">
              <a:lnSpc>
                <a:spcPct val="100000"/>
              </a:lnSpc>
              <a:spcBef>
                <a:spcPts val="0"/>
              </a:spcBef>
              <a:spcAft>
                <a:spcPts val="0"/>
              </a:spcAft>
              <a:buNone/>
              <a:defRPr sz="600" b="0"/>
            </a:lvl5pPr>
            <a:lvl6pPr marL="0" indent="0">
              <a:lnSpc>
                <a:spcPct val="100000"/>
              </a:lnSpc>
              <a:spcBef>
                <a:spcPts val="0"/>
              </a:spcBef>
              <a:spcAft>
                <a:spcPts val="0"/>
              </a:spcAft>
              <a:buNone/>
              <a:defRPr sz="600" b="0"/>
            </a:lvl6pPr>
            <a:lvl7pPr marL="0" indent="0">
              <a:lnSpc>
                <a:spcPct val="100000"/>
              </a:lnSpc>
              <a:spcBef>
                <a:spcPts val="0"/>
              </a:spcBef>
              <a:spcAft>
                <a:spcPts val="0"/>
              </a:spcAft>
              <a:buNone/>
              <a:defRPr sz="600" b="0"/>
            </a:lvl7pPr>
            <a:lvl8pPr marL="0" indent="0">
              <a:lnSpc>
                <a:spcPct val="100000"/>
              </a:lnSpc>
              <a:spcBef>
                <a:spcPts val="0"/>
              </a:spcBef>
              <a:spcAft>
                <a:spcPts val="0"/>
              </a:spcAft>
              <a:buNone/>
              <a:defRPr sz="600" b="0"/>
            </a:lvl8pPr>
            <a:lvl9pPr marL="0" indent="0">
              <a:lnSpc>
                <a:spcPct val="100000"/>
              </a:lnSpc>
              <a:spcBef>
                <a:spcPts val="0"/>
              </a:spcBef>
              <a:spcAft>
                <a:spcPts val="0"/>
              </a:spcAft>
              <a:buNone/>
              <a:defRPr sz="600" b="0"/>
            </a:lvl9pPr>
          </a:lstStyle>
          <a:p>
            <a:pPr lvl="0"/>
            <a:r>
              <a:rPr lang="en-US"/>
              <a:t>Footnote/Source</a:t>
            </a:r>
          </a:p>
        </p:txBody>
      </p:sp>
      <p:sp>
        <p:nvSpPr>
          <p:cNvPr id="13" name="Bildplatzhalter 10"/>
          <p:cNvSpPr>
            <a:spLocks noGrp="1"/>
          </p:cNvSpPr>
          <p:nvPr>
            <p:ph type="pic" sz="quarter" idx="10" hasCustomPrompt="1"/>
          </p:nvPr>
        </p:nvSpPr>
        <p:spPr bwMode="gray">
          <a:xfrm>
            <a:off x="2" y="0"/>
            <a:ext cx="1520429" cy="5143500"/>
          </a:xfrm>
          <a:solidFill>
            <a:srgbClr val="E5E3DE"/>
          </a:solidFill>
        </p:spPr>
        <p:txBody>
          <a:bodyPr tIns="720000" anchor="ctr" anchorCtr="0"/>
          <a:lstStyle>
            <a:lvl1pPr marL="0" indent="0" algn="ctr">
              <a:spcBef>
                <a:spcPts val="0"/>
              </a:spcBef>
              <a:spcAft>
                <a:spcPts val="0"/>
              </a:spcAft>
              <a:buFontTx/>
              <a:buNone/>
              <a:defRPr sz="900" b="0">
                <a:solidFill>
                  <a:schemeClr val="tx1"/>
                </a:solidFill>
              </a:defRPr>
            </a:lvl1pPr>
            <a:lvl2pPr marL="0" indent="0" algn="ctr">
              <a:spcBef>
                <a:spcPts val="0"/>
              </a:spcBef>
              <a:spcAft>
                <a:spcPts val="0"/>
              </a:spcAft>
              <a:buFontTx/>
              <a:buNone/>
              <a:defRPr sz="900" b="0"/>
            </a:lvl2pPr>
            <a:lvl3pPr marL="0" indent="0" algn="ctr">
              <a:spcBef>
                <a:spcPts val="0"/>
              </a:spcBef>
              <a:spcAft>
                <a:spcPts val="0"/>
              </a:spcAft>
              <a:buFontTx/>
              <a:buNone/>
              <a:defRPr sz="900" b="0"/>
            </a:lvl3pPr>
            <a:lvl4pPr marL="0" indent="0" algn="ctr">
              <a:spcBef>
                <a:spcPts val="0"/>
              </a:spcBef>
              <a:spcAft>
                <a:spcPts val="0"/>
              </a:spcAft>
              <a:buFontTx/>
              <a:buNone/>
              <a:defRPr sz="900" b="0"/>
            </a:lvl4pPr>
            <a:lvl5pPr marL="0" indent="0" algn="ctr">
              <a:spcBef>
                <a:spcPts val="0"/>
              </a:spcBef>
              <a:spcAft>
                <a:spcPts val="0"/>
              </a:spcAft>
              <a:buFontTx/>
              <a:buNone/>
              <a:defRPr sz="900" b="0"/>
            </a:lvl5pPr>
            <a:lvl6pPr marL="0" indent="0" algn="ctr">
              <a:spcBef>
                <a:spcPts val="0"/>
              </a:spcBef>
              <a:spcAft>
                <a:spcPts val="0"/>
              </a:spcAft>
              <a:buFontTx/>
              <a:buNone/>
              <a:defRPr sz="900" b="0"/>
            </a:lvl6pPr>
            <a:lvl7pPr marL="0" indent="0" algn="ctr">
              <a:spcBef>
                <a:spcPts val="0"/>
              </a:spcBef>
              <a:spcAft>
                <a:spcPts val="0"/>
              </a:spcAft>
              <a:buFontTx/>
              <a:buNone/>
              <a:defRPr sz="900" b="0"/>
            </a:lvl7pPr>
            <a:lvl8pPr marL="0" indent="0" algn="ctr">
              <a:spcBef>
                <a:spcPts val="0"/>
              </a:spcBef>
              <a:spcAft>
                <a:spcPts val="0"/>
              </a:spcAft>
              <a:buFontTx/>
              <a:buNone/>
              <a:defRPr sz="900" b="0"/>
            </a:lvl8pPr>
            <a:lvl9pPr marL="0" indent="0" algn="ctr">
              <a:spcBef>
                <a:spcPts val="0"/>
              </a:spcBef>
              <a:spcAft>
                <a:spcPts val="0"/>
              </a:spcAft>
              <a:buFontTx/>
              <a:buNone/>
              <a:defRPr sz="900" b="0"/>
            </a:lvl9pPr>
          </a:lstStyle>
          <a:p>
            <a:pPr lvl="0"/>
            <a:r>
              <a:rPr lang="en-US"/>
              <a:t>Add picture</a:t>
            </a:r>
          </a:p>
        </p:txBody>
      </p:sp>
      <p:sp>
        <p:nvSpPr>
          <p:cNvPr id="14" name="Fußzeilenplatzhalter 13"/>
          <p:cNvSpPr>
            <a:spLocks noGrp="1"/>
          </p:cNvSpPr>
          <p:nvPr>
            <p:ph type="ftr" sz="quarter" idx="29"/>
          </p:nvPr>
        </p:nvSpPr>
        <p:spPr bwMode="gray"/>
        <p:txBody>
          <a:bodyPr/>
          <a:lstStyle/>
          <a:p>
            <a:r>
              <a:rPr lang="en-US"/>
              <a:t>Presentation title    |    ONLY FOR INTERNAL USE</a:t>
            </a:r>
          </a:p>
        </p:txBody>
      </p:sp>
      <p:sp>
        <p:nvSpPr>
          <p:cNvPr id="15" name="Foliennummernplatzhalter 14"/>
          <p:cNvSpPr>
            <a:spLocks noGrp="1"/>
          </p:cNvSpPr>
          <p:nvPr>
            <p:ph type="sldNum" sz="quarter" idx="30"/>
          </p:nvPr>
        </p:nvSpPr>
        <p:spPr bwMode="gray"/>
        <p:txBody>
          <a:bodyPr/>
          <a:lstStyle/>
          <a:p>
            <a:fld id="{DF4E8F9F-5B1F-4F5B-BE49-3245D8C18D9F}" type="slidenum">
              <a:rPr lang="en-US" smtClean="0"/>
              <a:t>‹#›</a:t>
            </a:fld>
            <a:endParaRPr lang="en-US"/>
          </a:p>
        </p:txBody>
      </p:sp>
      <p:sp>
        <p:nvSpPr>
          <p:cNvPr id="2" name="Text Placeholder 8"/>
          <p:cNvSpPr>
            <a:spLocks noGrp="1"/>
          </p:cNvSpPr>
          <p:nvPr>
            <p:ph type="body" sz="quarter" idx="31"/>
          </p:nvPr>
        </p:nvSpPr>
        <p:spPr bwMode="gray">
          <a:xfrm>
            <a:off x="359568" y="4625100"/>
            <a:ext cx="926100" cy="2808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150">
                <a:noFill/>
              </a:defRPr>
            </a:lvl1pPr>
            <a:lvl2pPr marL="0" indent="0">
              <a:lnSpc>
                <a:spcPct val="100000"/>
              </a:lnSpc>
              <a:spcAft>
                <a:spcPts val="0"/>
              </a:spcAft>
              <a:buFontTx/>
              <a:buNone/>
              <a:defRPr sz="150">
                <a:noFill/>
              </a:defRPr>
            </a:lvl2pPr>
            <a:lvl3pPr marL="0" indent="0">
              <a:lnSpc>
                <a:spcPct val="100000"/>
              </a:lnSpc>
              <a:spcAft>
                <a:spcPts val="0"/>
              </a:spcAft>
              <a:buFontTx/>
              <a:buNone/>
              <a:defRPr sz="150">
                <a:noFill/>
              </a:defRPr>
            </a:lvl3pPr>
            <a:lvl4pPr marL="0" indent="0">
              <a:lnSpc>
                <a:spcPct val="100000"/>
              </a:lnSpc>
              <a:spcAft>
                <a:spcPts val="0"/>
              </a:spcAft>
              <a:buFontTx/>
              <a:buNone/>
              <a:defRPr sz="150">
                <a:noFill/>
              </a:defRPr>
            </a:lvl4pPr>
            <a:lvl5pPr marL="0" indent="0">
              <a:lnSpc>
                <a:spcPct val="100000"/>
              </a:lnSpc>
              <a:spcAft>
                <a:spcPts val="0"/>
              </a:spcAft>
              <a:buFontTx/>
              <a:buNone/>
              <a:defRPr sz="150">
                <a:noFill/>
              </a:defRPr>
            </a:lvl5pPr>
          </a:lstStyle>
          <a:p>
            <a:pPr lvl="0"/>
            <a:r>
              <a:rPr lang="en-US"/>
              <a:t>Click to edit Master text styles</a:t>
            </a:r>
          </a:p>
        </p:txBody>
      </p:sp>
      <p:grpSp>
        <p:nvGrpSpPr>
          <p:cNvPr id="17" name="Group 16"/>
          <p:cNvGrpSpPr/>
          <p:nvPr userDrawn="1"/>
        </p:nvGrpSpPr>
        <p:grpSpPr bwMode="gray">
          <a:xfrm>
            <a:off x="-1422666" y="0"/>
            <a:ext cx="1286309" cy="2808312"/>
            <a:chOff x="-1824880" y="2708920"/>
            <a:chExt cx="1715078" cy="3744416"/>
          </a:xfrm>
        </p:grpSpPr>
        <p:sp>
          <p:nvSpPr>
            <p:cNvPr id="18" name="TextBox 17"/>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450"/>
                </a:spcAft>
              </a:pPr>
              <a:r>
                <a:rPr lang="en-US" sz="825" b="1">
                  <a:solidFill>
                    <a:schemeClr val="tx1"/>
                  </a:solidFill>
                  <a:effectLst/>
                  <a:latin typeface="+mj-lt"/>
                </a:rPr>
                <a:t>To insert a picture:</a:t>
              </a:r>
            </a:p>
            <a:p>
              <a:pPr marL="107950" indent="-107950">
                <a:lnSpc>
                  <a:spcPct val="120000"/>
                </a:lnSpc>
                <a:spcAft>
                  <a:spcPts val="450"/>
                </a:spcAft>
                <a:buFont typeface="+mj-lt"/>
                <a:buAutoNum type="arabicPeriod"/>
              </a:pPr>
              <a:r>
                <a:rPr lang="en-US" sz="675">
                  <a:solidFill>
                    <a:schemeClr val="tx1"/>
                  </a:solidFill>
                  <a:effectLst/>
                  <a:latin typeface="+mn-lt"/>
                </a:rPr>
                <a:t>Click on the placeholder for pictures</a:t>
              </a:r>
            </a:p>
            <a:p>
              <a:pPr marL="107950" indent="-107950">
                <a:lnSpc>
                  <a:spcPct val="120000"/>
                </a:lnSpc>
                <a:spcAft>
                  <a:spcPts val="450"/>
                </a:spcAft>
                <a:buFont typeface="+mj-lt"/>
                <a:buAutoNum type="arabicPeriod"/>
              </a:pPr>
              <a:r>
                <a:rPr lang="en-US" sz="675">
                  <a:solidFill>
                    <a:schemeClr val="tx1"/>
                  </a:solidFill>
                  <a:effectLst/>
                  <a:latin typeface="+mn-lt"/>
                </a:rPr>
                <a:t>Open the menu “Insert”</a:t>
              </a:r>
            </a:p>
            <a:p>
              <a:pPr marL="107950" indent="-107950">
                <a:lnSpc>
                  <a:spcPct val="120000"/>
                </a:lnSpc>
                <a:spcAft>
                  <a:spcPts val="450"/>
                </a:spcAft>
                <a:buFont typeface="+mj-lt"/>
                <a:buAutoNum type="arabicPeriod"/>
              </a:pPr>
              <a:r>
                <a:rPr lang="en-US" sz="675">
                  <a:solidFill>
                    <a:schemeClr val="tx1"/>
                  </a:solidFill>
                  <a:effectLst/>
                  <a:latin typeface="+mn-lt"/>
                </a:rPr>
                <a:t>Choose “Pictures” and then the corresponding source where the image is located</a:t>
              </a:r>
              <a:endParaRPr lang="en-US" sz="675">
                <a:solidFill>
                  <a:schemeClr val="tx1"/>
                </a:solidFill>
                <a:latin typeface="+mn-lt"/>
              </a:endParaRPr>
            </a:p>
          </p:txBody>
        </p:sp>
        <p:pic>
          <p:nvPicPr>
            <p:cNvPr id="19" name="Picture 18"/>
            <p:cNvPicPr>
              <a:picLocks noChangeAspect="1"/>
            </p:cNvPicPr>
            <p:nvPr userDrawn="1"/>
          </p:nvPicPr>
          <p:blipFill rotWithShape="1">
            <a:blip r:embed="rId4"/>
            <a:srcRect l="8843" r="2395" b="2546"/>
            <a:stretch>
              <a:fillRect/>
            </a:stretch>
          </p:blipFill>
          <p:spPr bwMode="gray">
            <a:xfrm>
              <a:off x="-1589806" y="4475212"/>
              <a:ext cx="745332" cy="1122804"/>
            </a:xfrm>
            <a:prstGeom prst="roundRect">
              <a:avLst>
                <a:gd name="adj" fmla="val 3514"/>
              </a:avLst>
            </a:prstGeom>
          </p:spPr>
        </p:pic>
        <p:sp>
          <p:nvSpPr>
            <p:cNvPr id="20" name="TextBox 19"/>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07950" indent="-107950">
                <a:spcAft>
                  <a:spcPts val="450"/>
                </a:spcAft>
                <a:buFont typeface="+mj-lt"/>
                <a:buAutoNum type="arabicPeriod" startAt="4"/>
              </a:pPr>
              <a:r>
                <a:rPr lang="en-US" sz="675">
                  <a:solidFill>
                    <a:schemeClr val="tx1"/>
                  </a:solidFill>
                  <a:effectLst/>
                  <a:latin typeface="+mn-lt"/>
                </a:rPr>
                <a:t>Now the image has </a:t>
              </a:r>
              <a:br>
                <a:rPr lang="en-US" sz="675">
                  <a:solidFill>
                    <a:schemeClr val="tx1"/>
                  </a:solidFill>
                  <a:effectLst/>
                  <a:latin typeface="+mn-lt"/>
                </a:rPr>
              </a:br>
              <a:r>
                <a:rPr lang="en-US" sz="675">
                  <a:solidFill>
                    <a:schemeClr val="tx1"/>
                  </a:solidFill>
                  <a:effectLst/>
                  <a:latin typeface="+mn-lt"/>
                </a:rPr>
                <a:t>been loaded into the </a:t>
              </a:r>
              <a:br>
                <a:rPr lang="en-US" sz="675">
                  <a:solidFill>
                    <a:schemeClr val="tx1"/>
                  </a:solidFill>
                  <a:effectLst/>
                  <a:latin typeface="+mn-lt"/>
                </a:rPr>
              </a:br>
              <a:r>
                <a:rPr lang="en-US" sz="675">
                  <a:solidFill>
                    <a:schemeClr val="tx1"/>
                  </a:solidFill>
                  <a:effectLst/>
                  <a:latin typeface="+mn-lt"/>
                </a:rPr>
                <a:t>placeholder.</a:t>
              </a:r>
              <a:endParaRPr lang="en-US" sz="675">
                <a:solidFill>
                  <a:schemeClr val="tx1"/>
                </a:solidFill>
                <a:latin typeface="+mn-lt"/>
              </a:endParaRPr>
            </a:p>
          </p:txBody>
        </p:sp>
      </p:grpSp>
    </p:spTree>
  </p:cSld>
  <p:clrMapOvr>
    <a:masterClrMapping/>
  </p:clrMapOvr>
</p:sldLayout>
</file>

<file path=ppt/slideLayouts/slideLayout150.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1)">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359569" y="357750"/>
            <a:ext cx="4104086" cy="54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359569" y="1059657"/>
            <a:ext cx="4104085" cy="3294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360000" y="4353960"/>
            <a:ext cx="4104000" cy="108000"/>
          </a:xfrm>
        </p:spPr>
        <p:txBody>
          <a:bodyPr anchor="b"/>
          <a:lstStyle>
            <a:lvl1pPr marL="0" indent="0">
              <a:lnSpc>
                <a:spcPct val="100000"/>
              </a:lnSpc>
              <a:spcBef>
                <a:spcPts val="0"/>
              </a:spcBef>
              <a:spcAft>
                <a:spcPts val="0"/>
              </a:spcAft>
              <a:buFont typeface="Arial" panose="020B0604020202020204" pitchFamily="34" charset="0"/>
              <a:buNone/>
              <a:defRPr sz="600" b="0">
                <a:solidFill>
                  <a:schemeClr val="bg1"/>
                </a:solidFill>
              </a:defRPr>
            </a:lvl1pPr>
            <a:lvl2pPr marL="0" indent="0">
              <a:lnSpc>
                <a:spcPct val="100000"/>
              </a:lnSpc>
              <a:spcBef>
                <a:spcPts val="0"/>
              </a:spcBef>
              <a:spcAft>
                <a:spcPts val="0"/>
              </a:spcAft>
              <a:buFont typeface="Arial" panose="020B0604020202020204" pitchFamily="34" charset="0"/>
              <a:buNone/>
              <a:defRPr sz="600" b="0">
                <a:solidFill>
                  <a:schemeClr val="bg1"/>
                </a:solidFill>
              </a:defRPr>
            </a:lvl2pPr>
            <a:lvl3pPr marL="0" indent="0">
              <a:lnSpc>
                <a:spcPct val="100000"/>
              </a:lnSpc>
              <a:spcBef>
                <a:spcPts val="0"/>
              </a:spcBef>
              <a:spcAft>
                <a:spcPts val="0"/>
              </a:spcAft>
              <a:buNone/>
              <a:defRPr sz="600" b="0">
                <a:solidFill>
                  <a:schemeClr val="bg1"/>
                </a:solidFill>
              </a:defRPr>
            </a:lvl3pPr>
            <a:lvl4pPr marL="0" indent="0">
              <a:lnSpc>
                <a:spcPct val="100000"/>
              </a:lnSpc>
              <a:spcBef>
                <a:spcPts val="0"/>
              </a:spcBef>
              <a:spcAft>
                <a:spcPts val="0"/>
              </a:spcAft>
              <a:buNone/>
              <a:defRPr sz="600" b="0">
                <a:solidFill>
                  <a:schemeClr val="bg1"/>
                </a:solidFill>
              </a:defRPr>
            </a:lvl4pPr>
            <a:lvl5pPr marL="0" indent="0">
              <a:lnSpc>
                <a:spcPct val="100000"/>
              </a:lnSpc>
              <a:spcBef>
                <a:spcPts val="0"/>
              </a:spcBef>
              <a:spcAft>
                <a:spcPts val="0"/>
              </a:spcAft>
              <a:buNone/>
              <a:defRPr sz="600" b="0">
                <a:solidFill>
                  <a:schemeClr val="bg1"/>
                </a:solidFill>
              </a:defRPr>
            </a:lvl5pPr>
            <a:lvl6pPr marL="0" indent="0">
              <a:lnSpc>
                <a:spcPct val="100000"/>
              </a:lnSpc>
              <a:spcBef>
                <a:spcPts val="0"/>
              </a:spcBef>
              <a:spcAft>
                <a:spcPts val="0"/>
              </a:spcAft>
              <a:buNone/>
              <a:defRPr sz="600" b="0">
                <a:solidFill>
                  <a:schemeClr val="bg1"/>
                </a:solidFill>
              </a:defRPr>
            </a:lvl6pPr>
            <a:lvl7pPr marL="0" indent="0">
              <a:lnSpc>
                <a:spcPct val="100000"/>
              </a:lnSpc>
              <a:spcBef>
                <a:spcPts val="0"/>
              </a:spcBef>
              <a:spcAft>
                <a:spcPts val="0"/>
              </a:spcAft>
              <a:buNone/>
              <a:defRPr sz="600" b="0">
                <a:solidFill>
                  <a:schemeClr val="bg1"/>
                </a:solidFill>
              </a:defRPr>
            </a:lvl7pPr>
            <a:lvl8pPr marL="0" indent="0">
              <a:lnSpc>
                <a:spcPct val="100000"/>
              </a:lnSpc>
              <a:spcBef>
                <a:spcPts val="0"/>
              </a:spcBef>
              <a:spcAft>
                <a:spcPts val="0"/>
              </a:spcAft>
              <a:buNone/>
              <a:defRPr sz="600" b="0">
                <a:solidFill>
                  <a:schemeClr val="bg1"/>
                </a:solidFill>
              </a:defRPr>
            </a:lvl8pPr>
            <a:lvl9pPr marL="0" indent="0">
              <a:lnSpc>
                <a:spcPct val="100000"/>
              </a:lnSpc>
              <a:spcBef>
                <a:spcPts val="0"/>
              </a:spcBef>
              <a:spcAft>
                <a:spcPts val="0"/>
              </a:spcAft>
              <a:buNone/>
              <a:defRPr sz="600" b="0">
                <a:solidFill>
                  <a:schemeClr val="bg1"/>
                </a:solidFill>
              </a:defRPr>
            </a:lvl9pPr>
          </a:lstStyle>
          <a:p>
            <a:pPr lvl="0"/>
            <a:r>
              <a:rPr lang="en-US"/>
              <a:t>Footnote/Source</a:t>
            </a:r>
          </a:p>
        </p:txBody>
      </p:sp>
      <p:sp>
        <p:nvSpPr>
          <p:cNvPr id="7" name="Bildplatzhalter 10"/>
          <p:cNvSpPr>
            <a:spLocks noGrp="1"/>
          </p:cNvSpPr>
          <p:nvPr>
            <p:ph type="pic" sz="quarter" idx="10" hasCustomPrompt="1"/>
          </p:nvPr>
        </p:nvSpPr>
        <p:spPr bwMode="gray">
          <a:xfrm>
            <a:off x="4680347" y="0"/>
            <a:ext cx="4463652" cy="5143500"/>
          </a:xfrm>
          <a:solidFill>
            <a:srgbClr val="E5E3DE"/>
          </a:solidFill>
        </p:spPr>
        <p:txBody>
          <a:bodyPr tIns="720000" anchor="ctr" anchorCtr="0"/>
          <a:lstStyle>
            <a:lvl1pPr marL="0" indent="0" algn="ctr">
              <a:spcBef>
                <a:spcPts val="0"/>
              </a:spcBef>
              <a:spcAft>
                <a:spcPts val="0"/>
              </a:spcAft>
              <a:buFontTx/>
              <a:buNone/>
              <a:defRPr sz="900" b="0">
                <a:solidFill>
                  <a:schemeClr val="tx1"/>
                </a:solidFill>
              </a:defRPr>
            </a:lvl1pPr>
            <a:lvl2pPr marL="0" indent="0" algn="ctr">
              <a:spcBef>
                <a:spcPts val="0"/>
              </a:spcBef>
              <a:spcAft>
                <a:spcPts val="0"/>
              </a:spcAft>
              <a:buFontTx/>
              <a:buNone/>
              <a:defRPr sz="900" b="0"/>
            </a:lvl2pPr>
            <a:lvl3pPr marL="0" indent="0" algn="ctr">
              <a:spcBef>
                <a:spcPts val="0"/>
              </a:spcBef>
              <a:spcAft>
                <a:spcPts val="0"/>
              </a:spcAft>
              <a:buFontTx/>
              <a:buNone/>
              <a:defRPr sz="900" b="0"/>
            </a:lvl3pPr>
            <a:lvl4pPr marL="0" indent="0" algn="ctr">
              <a:spcBef>
                <a:spcPts val="0"/>
              </a:spcBef>
              <a:spcAft>
                <a:spcPts val="0"/>
              </a:spcAft>
              <a:buFontTx/>
              <a:buNone/>
              <a:defRPr sz="900" b="0"/>
            </a:lvl4pPr>
            <a:lvl5pPr marL="0" indent="0" algn="ctr">
              <a:spcBef>
                <a:spcPts val="0"/>
              </a:spcBef>
              <a:spcAft>
                <a:spcPts val="0"/>
              </a:spcAft>
              <a:buFontTx/>
              <a:buNone/>
              <a:defRPr sz="900" b="0"/>
            </a:lvl5pPr>
            <a:lvl6pPr marL="0" indent="0" algn="ctr">
              <a:spcBef>
                <a:spcPts val="0"/>
              </a:spcBef>
              <a:spcAft>
                <a:spcPts val="0"/>
              </a:spcAft>
              <a:buFontTx/>
              <a:buNone/>
              <a:defRPr sz="900" b="0"/>
            </a:lvl6pPr>
            <a:lvl7pPr marL="0" indent="0" algn="ctr">
              <a:spcBef>
                <a:spcPts val="0"/>
              </a:spcBef>
              <a:spcAft>
                <a:spcPts val="0"/>
              </a:spcAft>
              <a:buFontTx/>
              <a:buNone/>
              <a:defRPr sz="900" b="0"/>
            </a:lvl7pPr>
            <a:lvl8pPr marL="0" indent="0" algn="ctr">
              <a:spcBef>
                <a:spcPts val="0"/>
              </a:spcBef>
              <a:spcAft>
                <a:spcPts val="0"/>
              </a:spcAft>
              <a:buFontTx/>
              <a:buNone/>
              <a:defRPr sz="900" b="0"/>
            </a:lvl8pPr>
            <a:lvl9pPr marL="0" indent="0" algn="ctr">
              <a:spcBef>
                <a:spcPts val="0"/>
              </a:spcBef>
              <a:spcAft>
                <a:spcPts val="0"/>
              </a:spcAft>
              <a:buFontTx/>
              <a:buNone/>
              <a:defRPr sz="900" b="0"/>
            </a:lvl9pPr>
          </a:lstStyle>
          <a:p>
            <a:pPr lvl="0"/>
            <a:r>
              <a:rPr lang="en-US"/>
              <a:t>Add picture</a:t>
            </a:r>
          </a:p>
        </p:txBody>
      </p:sp>
      <p:sp>
        <p:nvSpPr>
          <p:cNvPr id="9" name="Fußzeilenplatzhalter 8"/>
          <p:cNvSpPr>
            <a:spLocks noGrp="1"/>
          </p:cNvSpPr>
          <p:nvPr>
            <p:ph type="ftr" sz="quarter" idx="14"/>
          </p:nvPr>
        </p:nvSpPr>
        <p:spPr bwMode="gray"/>
        <p:txBody>
          <a:bodyPr/>
          <a:lstStyle>
            <a:lvl1pPr>
              <a:defRPr>
                <a:solidFill>
                  <a:schemeClr val="bg1"/>
                </a:solidFill>
              </a:defRPr>
            </a:lvl1pPr>
          </a:lstStyle>
          <a:p>
            <a:r>
              <a:rPr lang="en-US"/>
              <a:t>Presentation title    |    ONLY FOR INTERNAL USE</a:t>
            </a:r>
          </a:p>
        </p:txBody>
      </p:sp>
      <p:sp>
        <p:nvSpPr>
          <p:cNvPr id="10" name="Foliennummernplatzhalter 9"/>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t>‹#›</a:t>
            </a:fld>
            <a:endParaRPr lang="en-US"/>
          </a:p>
        </p:txBody>
      </p:sp>
      <p:pic>
        <p:nvPicPr>
          <p:cNvPr id="6" name="Grafik 5"/>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359568" y="4623752"/>
            <a:ext cx="926100" cy="279545"/>
          </a:xfrm>
          <a:prstGeom prst="rect">
            <a:avLst/>
          </a:prstGeom>
        </p:spPr>
      </p:pic>
      <p:grpSp>
        <p:nvGrpSpPr>
          <p:cNvPr id="17" name="Group 16"/>
          <p:cNvGrpSpPr/>
          <p:nvPr userDrawn="1"/>
        </p:nvGrpSpPr>
        <p:grpSpPr bwMode="gray">
          <a:xfrm>
            <a:off x="-1422666" y="0"/>
            <a:ext cx="1286309" cy="2808312"/>
            <a:chOff x="-1824880" y="2708920"/>
            <a:chExt cx="1715078" cy="3744416"/>
          </a:xfrm>
        </p:grpSpPr>
        <p:sp>
          <p:nvSpPr>
            <p:cNvPr id="18" name="TextBox 17"/>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450"/>
                </a:spcAft>
              </a:pPr>
              <a:r>
                <a:rPr lang="en-US" sz="825" b="1">
                  <a:solidFill>
                    <a:schemeClr val="tx1"/>
                  </a:solidFill>
                  <a:effectLst/>
                  <a:latin typeface="+mj-lt"/>
                </a:rPr>
                <a:t>To insert a picture:</a:t>
              </a:r>
            </a:p>
            <a:p>
              <a:pPr marL="107950" indent="-107950">
                <a:lnSpc>
                  <a:spcPct val="120000"/>
                </a:lnSpc>
                <a:spcAft>
                  <a:spcPts val="450"/>
                </a:spcAft>
                <a:buFont typeface="+mj-lt"/>
                <a:buAutoNum type="arabicPeriod"/>
              </a:pPr>
              <a:r>
                <a:rPr lang="en-US" sz="675">
                  <a:solidFill>
                    <a:schemeClr val="tx1"/>
                  </a:solidFill>
                  <a:effectLst/>
                  <a:latin typeface="+mn-lt"/>
                </a:rPr>
                <a:t>Click on the placeholder for pictures</a:t>
              </a:r>
            </a:p>
            <a:p>
              <a:pPr marL="107950" indent="-107950">
                <a:lnSpc>
                  <a:spcPct val="120000"/>
                </a:lnSpc>
                <a:spcAft>
                  <a:spcPts val="450"/>
                </a:spcAft>
                <a:buFont typeface="+mj-lt"/>
                <a:buAutoNum type="arabicPeriod"/>
              </a:pPr>
              <a:r>
                <a:rPr lang="en-US" sz="675">
                  <a:solidFill>
                    <a:schemeClr val="tx1"/>
                  </a:solidFill>
                  <a:effectLst/>
                  <a:latin typeface="+mn-lt"/>
                </a:rPr>
                <a:t>Open the menu “Insert”</a:t>
              </a:r>
            </a:p>
            <a:p>
              <a:pPr marL="107950" indent="-107950">
                <a:lnSpc>
                  <a:spcPct val="120000"/>
                </a:lnSpc>
                <a:spcAft>
                  <a:spcPts val="450"/>
                </a:spcAft>
                <a:buFont typeface="+mj-lt"/>
                <a:buAutoNum type="arabicPeriod"/>
              </a:pPr>
              <a:r>
                <a:rPr lang="en-US" sz="675">
                  <a:solidFill>
                    <a:schemeClr val="tx1"/>
                  </a:solidFill>
                  <a:effectLst/>
                  <a:latin typeface="+mn-lt"/>
                </a:rPr>
                <a:t>Choose “Pictures” and then the corresponding source where the image is located</a:t>
              </a:r>
              <a:endParaRPr lang="en-US" sz="675">
                <a:solidFill>
                  <a:schemeClr val="tx1"/>
                </a:solidFill>
                <a:latin typeface="+mn-lt"/>
              </a:endParaRPr>
            </a:p>
          </p:txBody>
        </p:sp>
        <p:pic>
          <p:nvPicPr>
            <p:cNvPr id="19" name="Picture 18"/>
            <p:cNvPicPr>
              <a:picLocks noChangeAspect="1"/>
            </p:cNvPicPr>
            <p:nvPr userDrawn="1"/>
          </p:nvPicPr>
          <p:blipFill rotWithShape="1">
            <a:blip r:embed="rId4"/>
            <a:srcRect l="8843" r="2395" b="2546"/>
            <a:stretch>
              <a:fillRect/>
            </a:stretch>
          </p:blipFill>
          <p:spPr bwMode="gray">
            <a:xfrm>
              <a:off x="-1589806" y="4475212"/>
              <a:ext cx="745332" cy="1122804"/>
            </a:xfrm>
            <a:prstGeom prst="roundRect">
              <a:avLst>
                <a:gd name="adj" fmla="val 3514"/>
              </a:avLst>
            </a:prstGeom>
          </p:spPr>
        </p:pic>
        <p:sp>
          <p:nvSpPr>
            <p:cNvPr id="20" name="TextBox 19"/>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07950" indent="-107950">
                <a:spcAft>
                  <a:spcPts val="450"/>
                </a:spcAft>
                <a:buFont typeface="+mj-lt"/>
                <a:buAutoNum type="arabicPeriod" startAt="4"/>
              </a:pPr>
              <a:r>
                <a:rPr lang="en-US" sz="675">
                  <a:solidFill>
                    <a:schemeClr val="tx1"/>
                  </a:solidFill>
                  <a:effectLst/>
                  <a:latin typeface="+mn-lt"/>
                </a:rPr>
                <a:t>Now the image has </a:t>
              </a:r>
              <a:br>
                <a:rPr lang="en-US" sz="675">
                  <a:solidFill>
                    <a:schemeClr val="tx1"/>
                  </a:solidFill>
                  <a:effectLst/>
                  <a:latin typeface="+mn-lt"/>
                </a:rPr>
              </a:br>
              <a:r>
                <a:rPr lang="en-US" sz="675">
                  <a:solidFill>
                    <a:schemeClr val="tx1"/>
                  </a:solidFill>
                  <a:effectLst/>
                  <a:latin typeface="+mn-lt"/>
                </a:rPr>
                <a:t>been loaded into the </a:t>
              </a:r>
              <a:br>
                <a:rPr lang="en-US" sz="675">
                  <a:solidFill>
                    <a:schemeClr val="tx1"/>
                  </a:solidFill>
                  <a:effectLst/>
                  <a:latin typeface="+mn-lt"/>
                </a:rPr>
              </a:br>
              <a:r>
                <a:rPr lang="en-US" sz="675">
                  <a:solidFill>
                    <a:schemeClr val="tx1"/>
                  </a:solidFill>
                  <a:effectLst/>
                  <a:latin typeface="+mn-lt"/>
                </a:rPr>
                <a:t>placeholder.</a:t>
              </a:r>
              <a:endParaRPr lang="en-US" sz="675">
                <a:solidFill>
                  <a:schemeClr val="tx1"/>
                </a:solidFill>
                <a:latin typeface="+mn-lt"/>
              </a:endParaRPr>
            </a:p>
          </p:txBody>
        </p:sp>
      </p:grpSp>
    </p:spTree>
  </p:cSld>
  <p:clrMapOvr>
    <a:masterClrMapping/>
  </p:clrMapOvr>
</p:sldLayout>
</file>

<file path=ppt/slideLayouts/slideLayout151.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2)">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359569" y="357750"/>
            <a:ext cx="5535217" cy="54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359569" y="1059657"/>
            <a:ext cx="5535217" cy="3294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359999" y="4353948"/>
            <a:ext cx="5534785" cy="108000"/>
          </a:xfrm>
        </p:spPr>
        <p:txBody>
          <a:bodyPr anchor="b"/>
          <a:lstStyle>
            <a:lvl1pPr marL="0" indent="0">
              <a:lnSpc>
                <a:spcPct val="100000"/>
              </a:lnSpc>
              <a:spcBef>
                <a:spcPts val="0"/>
              </a:spcBef>
              <a:spcAft>
                <a:spcPts val="0"/>
              </a:spcAft>
              <a:buFont typeface="Arial" panose="020B0604020202020204" pitchFamily="34" charset="0"/>
              <a:buNone/>
              <a:defRPr sz="600" b="0">
                <a:solidFill>
                  <a:schemeClr val="bg1"/>
                </a:solidFill>
              </a:defRPr>
            </a:lvl1pPr>
            <a:lvl2pPr marL="0" indent="0">
              <a:lnSpc>
                <a:spcPct val="100000"/>
              </a:lnSpc>
              <a:spcBef>
                <a:spcPts val="0"/>
              </a:spcBef>
              <a:spcAft>
                <a:spcPts val="0"/>
              </a:spcAft>
              <a:buFont typeface="Arial" panose="020B0604020202020204" pitchFamily="34" charset="0"/>
              <a:buNone/>
              <a:defRPr sz="600" b="0">
                <a:solidFill>
                  <a:schemeClr val="bg1"/>
                </a:solidFill>
              </a:defRPr>
            </a:lvl2pPr>
            <a:lvl3pPr marL="0" indent="0">
              <a:lnSpc>
                <a:spcPct val="100000"/>
              </a:lnSpc>
              <a:spcBef>
                <a:spcPts val="0"/>
              </a:spcBef>
              <a:spcAft>
                <a:spcPts val="0"/>
              </a:spcAft>
              <a:buNone/>
              <a:defRPr sz="600" b="0">
                <a:solidFill>
                  <a:schemeClr val="bg1"/>
                </a:solidFill>
              </a:defRPr>
            </a:lvl3pPr>
            <a:lvl4pPr marL="0" indent="0">
              <a:lnSpc>
                <a:spcPct val="100000"/>
              </a:lnSpc>
              <a:spcBef>
                <a:spcPts val="0"/>
              </a:spcBef>
              <a:spcAft>
                <a:spcPts val="0"/>
              </a:spcAft>
              <a:buNone/>
              <a:defRPr sz="600" b="0">
                <a:solidFill>
                  <a:schemeClr val="bg1"/>
                </a:solidFill>
              </a:defRPr>
            </a:lvl4pPr>
            <a:lvl5pPr marL="0" indent="0">
              <a:lnSpc>
                <a:spcPct val="100000"/>
              </a:lnSpc>
              <a:spcBef>
                <a:spcPts val="0"/>
              </a:spcBef>
              <a:spcAft>
                <a:spcPts val="0"/>
              </a:spcAft>
              <a:buNone/>
              <a:defRPr sz="600" b="0">
                <a:solidFill>
                  <a:schemeClr val="bg1"/>
                </a:solidFill>
              </a:defRPr>
            </a:lvl5pPr>
            <a:lvl6pPr marL="0" indent="0">
              <a:lnSpc>
                <a:spcPct val="100000"/>
              </a:lnSpc>
              <a:spcBef>
                <a:spcPts val="0"/>
              </a:spcBef>
              <a:spcAft>
                <a:spcPts val="0"/>
              </a:spcAft>
              <a:buNone/>
              <a:defRPr sz="600" b="0">
                <a:solidFill>
                  <a:schemeClr val="bg1"/>
                </a:solidFill>
              </a:defRPr>
            </a:lvl6pPr>
            <a:lvl7pPr marL="0" indent="0">
              <a:lnSpc>
                <a:spcPct val="100000"/>
              </a:lnSpc>
              <a:spcBef>
                <a:spcPts val="0"/>
              </a:spcBef>
              <a:spcAft>
                <a:spcPts val="0"/>
              </a:spcAft>
              <a:buNone/>
              <a:defRPr sz="600" b="0">
                <a:solidFill>
                  <a:schemeClr val="bg1"/>
                </a:solidFill>
              </a:defRPr>
            </a:lvl7pPr>
            <a:lvl8pPr marL="0" indent="0">
              <a:lnSpc>
                <a:spcPct val="100000"/>
              </a:lnSpc>
              <a:spcBef>
                <a:spcPts val="0"/>
              </a:spcBef>
              <a:spcAft>
                <a:spcPts val="0"/>
              </a:spcAft>
              <a:buNone/>
              <a:defRPr sz="600" b="0">
                <a:solidFill>
                  <a:schemeClr val="bg1"/>
                </a:solidFill>
              </a:defRPr>
            </a:lvl8pPr>
            <a:lvl9pPr marL="0" indent="0">
              <a:lnSpc>
                <a:spcPct val="100000"/>
              </a:lnSpc>
              <a:spcBef>
                <a:spcPts val="0"/>
              </a:spcBef>
              <a:spcAft>
                <a:spcPts val="0"/>
              </a:spcAft>
              <a:buNone/>
              <a:defRPr sz="600" b="0">
                <a:solidFill>
                  <a:schemeClr val="bg1"/>
                </a:solidFill>
              </a:defRPr>
            </a:lvl9pPr>
          </a:lstStyle>
          <a:p>
            <a:pPr lvl="0"/>
            <a:r>
              <a:rPr lang="en-US"/>
              <a:t>Footnote/Source</a:t>
            </a:r>
          </a:p>
        </p:txBody>
      </p:sp>
      <p:sp>
        <p:nvSpPr>
          <p:cNvPr id="7" name="Bildplatzhalter 10"/>
          <p:cNvSpPr>
            <a:spLocks noGrp="1"/>
          </p:cNvSpPr>
          <p:nvPr>
            <p:ph type="pic" sz="quarter" idx="10" hasCustomPrompt="1"/>
          </p:nvPr>
        </p:nvSpPr>
        <p:spPr bwMode="gray">
          <a:xfrm>
            <a:off x="6111479" y="0"/>
            <a:ext cx="3032521" cy="5143500"/>
          </a:xfrm>
          <a:solidFill>
            <a:srgbClr val="E5E3DE"/>
          </a:solidFill>
        </p:spPr>
        <p:txBody>
          <a:bodyPr tIns="720000" anchor="ctr" anchorCtr="0"/>
          <a:lstStyle>
            <a:lvl1pPr marL="0" indent="0" algn="ctr">
              <a:spcBef>
                <a:spcPts val="0"/>
              </a:spcBef>
              <a:spcAft>
                <a:spcPts val="0"/>
              </a:spcAft>
              <a:buFontTx/>
              <a:buNone/>
              <a:defRPr sz="900" b="0">
                <a:solidFill>
                  <a:schemeClr val="tx1"/>
                </a:solidFill>
              </a:defRPr>
            </a:lvl1pPr>
            <a:lvl2pPr marL="0" indent="0" algn="ctr">
              <a:spcBef>
                <a:spcPts val="0"/>
              </a:spcBef>
              <a:spcAft>
                <a:spcPts val="0"/>
              </a:spcAft>
              <a:buFontTx/>
              <a:buNone/>
              <a:defRPr sz="900" b="0"/>
            </a:lvl2pPr>
            <a:lvl3pPr marL="0" indent="0" algn="ctr">
              <a:spcBef>
                <a:spcPts val="0"/>
              </a:spcBef>
              <a:spcAft>
                <a:spcPts val="0"/>
              </a:spcAft>
              <a:buFontTx/>
              <a:buNone/>
              <a:defRPr sz="900" b="0"/>
            </a:lvl3pPr>
            <a:lvl4pPr marL="0" indent="0" algn="ctr">
              <a:spcBef>
                <a:spcPts val="0"/>
              </a:spcBef>
              <a:spcAft>
                <a:spcPts val="0"/>
              </a:spcAft>
              <a:buFontTx/>
              <a:buNone/>
              <a:defRPr sz="900" b="0"/>
            </a:lvl4pPr>
            <a:lvl5pPr marL="0" indent="0" algn="ctr">
              <a:spcBef>
                <a:spcPts val="0"/>
              </a:spcBef>
              <a:spcAft>
                <a:spcPts val="0"/>
              </a:spcAft>
              <a:buFontTx/>
              <a:buNone/>
              <a:defRPr sz="900" b="0"/>
            </a:lvl5pPr>
            <a:lvl6pPr marL="0" indent="0" algn="ctr">
              <a:spcBef>
                <a:spcPts val="0"/>
              </a:spcBef>
              <a:spcAft>
                <a:spcPts val="0"/>
              </a:spcAft>
              <a:buFontTx/>
              <a:buNone/>
              <a:defRPr sz="900" b="0"/>
            </a:lvl6pPr>
            <a:lvl7pPr marL="0" indent="0" algn="ctr">
              <a:spcBef>
                <a:spcPts val="0"/>
              </a:spcBef>
              <a:spcAft>
                <a:spcPts val="0"/>
              </a:spcAft>
              <a:buFontTx/>
              <a:buNone/>
              <a:defRPr sz="900" b="0"/>
            </a:lvl7pPr>
            <a:lvl8pPr marL="0" indent="0" algn="ctr">
              <a:spcBef>
                <a:spcPts val="0"/>
              </a:spcBef>
              <a:spcAft>
                <a:spcPts val="0"/>
              </a:spcAft>
              <a:buFontTx/>
              <a:buNone/>
              <a:defRPr sz="900" b="0"/>
            </a:lvl8pPr>
            <a:lvl9pPr marL="0" indent="0" algn="ctr">
              <a:spcBef>
                <a:spcPts val="0"/>
              </a:spcBef>
              <a:spcAft>
                <a:spcPts val="0"/>
              </a:spcAft>
              <a:buFontTx/>
              <a:buNone/>
              <a:defRPr sz="900" b="0"/>
            </a:lvl9pPr>
          </a:lstStyle>
          <a:p>
            <a:pPr lvl="0"/>
            <a:r>
              <a:rPr lang="en-US"/>
              <a:t>Add picture</a:t>
            </a:r>
          </a:p>
        </p:txBody>
      </p:sp>
      <p:sp>
        <p:nvSpPr>
          <p:cNvPr id="10" name="Foliennummernplatzhalter 9"/>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t>‹#›</a:t>
            </a:fld>
            <a:endParaRPr lang="en-US"/>
          </a:p>
        </p:txBody>
      </p:sp>
      <p:pic>
        <p:nvPicPr>
          <p:cNvPr id="6" name="Grafik 5"/>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359568" y="4623752"/>
            <a:ext cx="926100" cy="279545"/>
          </a:xfrm>
          <a:prstGeom prst="rect">
            <a:avLst/>
          </a:prstGeom>
        </p:spPr>
      </p:pic>
      <p:sp>
        <p:nvSpPr>
          <p:cNvPr id="2" name="Fußzeilenplatzhalter 1"/>
          <p:cNvSpPr>
            <a:spLocks noGrp="1"/>
          </p:cNvSpPr>
          <p:nvPr>
            <p:ph type="ftr" sz="quarter" idx="16"/>
          </p:nvPr>
        </p:nvSpPr>
        <p:spPr bwMode="gray"/>
        <p:txBody>
          <a:bodyPr/>
          <a:lstStyle>
            <a:lvl1pPr>
              <a:defRPr>
                <a:solidFill>
                  <a:schemeClr val="bg1"/>
                </a:solidFill>
              </a:defRPr>
            </a:lvl1pPr>
          </a:lstStyle>
          <a:p>
            <a:r>
              <a:rPr lang="en-US"/>
              <a:t>Presentation title    |    ONLY FOR INTERNAL USE</a:t>
            </a:r>
          </a:p>
        </p:txBody>
      </p:sp>
      <p:grpSp>
        <p:nvGrpSpPr>
          <p:cNvPr id="17" name="Group 16"/>
          <p:cNvGrpSpPr/>
          <p:nvPr userDrawn="1"/>
        </p:nvGrpSpPr>
        <p:grpSpPr bwMode="gray">
          <a:xfrm>
            <a:off x="-1422666" y="0"/>
            <a:ext cx="1286309" cy="2808312"/>
            <a:chOff x="-1824880" y="2708920"/>
            <a:chExt cx="1715078" cy="3744416"/>
          </a:xfrm>
        </p:grpSpPr>
        <p:sp>
          <p:nvSpPr>
            <p:cNvPr id="18" name="TextBox 17"/>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450"/>
                </a:spcAft>
              </a:pPr>
              <a:r>
                <a:rPr lang="en-US" sz="825" b="1">
                  <a:solidFill>
                    <a:schemeClr val="tx1"/>
                  </a:solidFill>
                  <a:effectLst/>
                  <a:latin typeface="+mj-lt"/>
                </a:rPr>
                <a:t>To insert a picture:</a:t>
              </a:r>
            </a:p>
            <a:p>
              <a:pPr marL="107950" indent="-107950">
                <a:lnSpc>
                  <a:spcPct val="120000"/>
                </a:lnSpc>
                <a:spcAft>
                  <a:spcPts val="450"/>
                </a:spcAft>
                <a:buFont typeface="+mj-lt"/>
                <a:buAutoNum type="arabicPeriod"/>
              </a:pPr>
              <a:r>
                <a:rPr lang="en-US" sz="675">
                  <a:solidFill>
                    <a:schemeClr val="tx1"/>
                  </a:solidFill>
                  <a:effectLst/>
                  <a:latin typeface="+mn-lt"/>
                </a:rPr>
                <a:t>Click on the placeholder for pictures</a:t>
              </a:r>
            </a:p>
            <a:p>
              <a:pPr marL="107950" indent="-107950">
                <a:lnSpc>
                  <a:spcPct val="120000"/>
                </a:lnSpc>
                <a:spcAft>
                  <a:spcPts val="450"/>
                </a:spcAft>
                <a:buFont typeface="+mj-lt"/>
                <a:buAutoNum type="arabicPeriod"/>
              </a:pPr>
              <a:r>
                <a:rPr lang="en-US" sz="675">
                  <a:solidFill>
                    <a:schemeClr val="tx1"/>
                  </a:solidFill>
                  <a:effectLst/>
                  <a:latin typeface="+mn-lt"/>
                </a:rPr>
                <a:t>Open the menu “Insert”</a:t>
              </a:r>
            </a:p>
            <a:p>
              <a:pPr marL="107950" indent="-107950">
                <a:lnSpc>
                  <a:spcPct val="120000"/>
                </a:lnSpc>
                <a:spcAft>
                  <a:spcPts val="450"/>
                </a:spcAft>
                <a:buFont typeface="+mj-lt"/>
                <a:buAutoNum type="arabicPeriod"/>
              </a:pPr>
              <a:r>
                <a:rPr lang="en-US" sz="675">
                  <a:solidFill>
                    <a:schemeClr val="tx1"/>
                  </a:solidFill>
                  <a:effectLst/>
                  <a:latin typeface="+mn-lt"/>
                </a:rPr>
                <a:t>Choose “Pictures” and then the corresponding source where the image is located</a:t>
              </a:r>
              <a:endParaRPr lang="en-US" sz="675">
                <a:solidFill>
                  <a:schemeClr val="tx1"/>
                </a:solidFill>
                <a:latin typeface="+mn-lt"/>
              </a:endParaRPr>
            </a:p>
          </p:txBody>
        </p:sp>
        <p:pic>
          <p:nvPicPr>
            <p:cNvPr id="19" name="Picture 18"/>
            <p:cNvPicPr>
              <a:picLocks noChangeAspect="1"/>
            </p:cNvPicPr>
            <p:nvPr userDrawn="1"/>
          </p:nvPicPr>
          <p:blipFill rotWithShape="1">
            <a:blip r:embed="rId4"/>
            <a:srcRect l="8843" r="2395" b="2546"/>
            <a:stretch>
              <a:fillRect/>
            </a:stretch>
          </p:blipFill>
          <p:spPr bwMode="gray">
            <a:xfrm>
              <a:off x="-1589806" y="4475212"/>
              <a:ext cx="745332" cy="1122804"/>
            </a:xfrm>
            <a:prstGeom prst="roundRect">
              <a:avLst>
                <a:gd name="adj" fmla="val 3514"/>
              </a:avLst>
            </a:prstGeom>
          </p:spPr>
        </p:pic>
        <p:sp>
          <p:nvSpPr>
            <p:cNvPr id="20" name="TextBox 19"/>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07950" indent="-107950">
                <a:spcAft>
                  <a:spcPts val="450"/>
                </a:spcAft>
                <a:buFont typeface="+mj-lt"/>
                <a:buAutoNum type="arabicPeriod" startAt="4"/>
              </a:pPr>
              <a:r>
                <a:rPr lang="en-US" sz="675">
                  <a:solidFill>
                    <a:schemeClr val="tx1"/>
                  </a:solidFill>
                  <a:effectLst/>
                  <a:latin typeface="+mn-lt"/>
                </a:rPr>
                <a:t>Now the image has </a:t>
              </a:r>
              <a:br>
                <a:rPr lang="en-US" sz="675">
                  <a:solidFill>
                    <a:schemeClr val="tx1"/>
                  </a:solidFill>
                  <a:effectLst/>
                  <a:latin typeface="+mn-lt"/>
                </a:rPr>
              </a:br>
              <a:r>
                <a:rPr lang="en-US" sz="675">
                  <a:solidFill>
                    <a:schemeClr val="tx1"/>
                  </a:solidFill>
                  <a:effectLst/>
                  <a:latin typeface="+mn-lt"/>
                </a:rPr>
                <a:t>been loaded into the </a:t>
              </a:r>
              <a:br>
                <a:rPr lang="en-US" sz="675">
                  <a:solidFill>
                    <a:schemeClr val="tx1"/>
                  </a:solidFill>
                  <a:effectLst/>
                  <a:latin typeface="+mn-lt"/>
                </a:rPr>
              </a:br>
              <a:r>
                <a:rPr lang="en-US" sz="675">
                  <a:solidFill>
                    <a:schemeClr val="tx1"/>
                  </a:solidFill>
                  <a:effectLst/>
                  <a:latin typeface="+mn-lt"/>
                </a:rPr>
                <a:t>placeholder.</a:t>
              </a:r>
              <a:endParaRPr lang="en-US" sz="675">
                <a:solidFill>
                  <a:schemeClr val="tx1"/>
                </a:solidFill>
                <a:latin typeface="+mn-lt"/>
              </a:endParaRPr>
            </a:p>
          </p:txBody>
        </p:sp>
      </p:grpSp>
    </p:spTree>
  </p:cSld>
  <p:clrMapOvr>
    <a:masterClrMapping/>
  </p:clrMapOvr>
</p:sldLayout>
</file>

<file path=ppt/slideLayouts/slideLayout152.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3)">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1737158" y="357750"/>
            <a:ext cx="7047311" cy="54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1737158" y="1059657"/>
            <a:ext cx="7047311" cy="3294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1737587" y="4353960"/>
            <a:ext cx="7047000" cy="108000"/>
          </a:xfrm>
        </p:spPr>
        <p:txBody>
          <a:bodyPr anchor="b"/>
          <a:lstStyle>
            <a:lvl1pPr marL="0" indent="0">
              <a:lnSpc>
                <a:spcPct val="100000"/>
              </a:lnSpc>
              <a:spcBef>
                <a:spcPts val="0"/>
              </a:spcBef>
              <a:spcAft>
                <a:spcPts val="0"/>
              </a:spcAft>
              <a:buFont typeface="Arial" panose="020B0604020202020204" pitchFamily="34" charset="0"/>
              <a:buNone/>
              <a:defRPr sz="600" b="0">
                <a:solidFill>
                  <a:schemeClr val="bg1"/>
                </a:solidFill>
              </a:defRPr>
            </a:lvl1pPr>
            <a:lvl2pPr marL="0" indent="0">
              <a:lnSpc>
                <a:spcPct val="100000"/>
              </a:lnSpc>
              <a:spcBef>
                <a:spcPts val="0"/>
              </a:spcBef>
              <a:spcAft>
                <a:spcPts val="0"/>
              </a:spcAft>
              <a:buFont typeface="Arial" panose="020B0604020202020204" pitchFamily="34" charset="0"/>
              <a:buNone/>
              <a:defRPr sz="600" b="0">
                <a:solidFill>
                  <a:schemeClr val="bg1"/>
                </a:solidFill>
              </a:defRPr>
            </a:lvl2pPr>
            <a:lvl3pPr marL="0" indent="0">
              <a:lnSpc>
                <a:spcPct val="100000"/>
              </a:lnSpc>
              <a:spcBef>
                <a:spcPts val="0"/>
              </a:spcBef>
              <a:spcAft>
                <a:spcPts val="0"/>
              </a:spcAft>
              <a:buNone/>
              <a:defRPr sz="600" b="0">
                <a:solidFill>
                  <a:schemeClr val="bg1"/>
                </a:solidFill>
              </a:defRPr>
            </a:lvl3pPr>
            <a:lvl4pPr marL="0" indent="0">
              <a:lnSpc>
                <a:spcPct val="100000"/>
              </a:lnSpc>
              <a:spcBef>
                <a:spcPts val="0"/>
              </a:spcBef>
              <a:spcAft>
                <a:spcPts val="0"/>
              </a:spcAft>
              <a:buNone/>
              <a:defRPr sz="600" b="0">
                <a:solidFill>
                  <a:schemeClr val="bg1"/>
                </a:solidFill>
              </a:defRPr>
            </a:lvl4pPr>
            <a:lvl5pPr marL="0" indent="0">
              <a:lnSpc>
                <a:spcPct val="100000"/>
              </a:lnSpc>
              <a:spcBef>
                <a:spcPts val="0"/>
              </a:spcBef>
              <a:spcAft>
                <a:spcPts val="0"/>
              </a:spcAft>
              <a:buNone/>
              <a:defRPr sz="600" b="0">
                <a:solidFill>
                  <a:schemeClr val="bg1"/>
                </a:solidFill>
              </a:defRPr>
            </a:lvl5pPr>
            <a:lvl6pPr marL="0" indent="0">
              <a:lnSpc>
                <a:spcPct val="100000"/>
              </a:lnSpc>
              <a:spcBef>
                <a:spcPts val="0"/>
              </a:spcBef>
              <a:spcAft>
                <a:spcPts val="0"/>
              </a:spcAft>
              <a:buNone/>
              <a:defRPr sz="600" b="0">
                <a:solidFill>
                  <a:schemeClr val="bg1"/>
                </a:solidFill>
              </a:defRPr>
            </a:lvl6pPr>
            <a:lvl7pPr marL="0" indent="0">
              <a:lnSpc>
                <a:spcPct val="100000"/>
              </a:lnSpc>
              <a:spcBef>
                <a:spcPts val="0"/>
              </a:spcBef>
              <a:spcAft>
                <a:spcPts val="0"/>
              </a:spcAft>
              <a:buNone/>
              <a:defRPr sz="600" b="0">
                <a:solidFill>
                  <a:schemeClr val="bg1"/>
                </a:solidFill>
              </a:defRPr>
            </a:lvl7pPr>
            <a:lvl8pPr marL="0" indent="0">
              <a:lnSpc>
                <a:spcPct val="100000"/>
              </a:lnSpc>
              <a:spcBef>
                <a:spcPts val="0"/>
              </a:spcBef>
              <a:spcAft>
                <a:spcPts val="0"/>
              </a:spcAft>
              <a:buNone/>
              <a:defRPr sz="600" b="0">
                <a:solidFill>
                  <a:schemeClr val="bg1"/>
                </a:solidFill>
              </a:defRPr>
            </a:lvl8pPr>
            <a:lvl9pPr marL="0" indent="0">
              <a:lnSpc>
                <a:spcPct val="100000"/>
              </a:lnSpc>
              <a:spcBef>
                <a:spcPts val="0"/>
              </a:spcBef>
              <a:spcAft>
                <a:spcPts val="0"/>
              </a:spcAft>
              <a:buClr>
                <a:schemeClr val="tx2"/>
              </a:buClr>
              <a:buNone/>
              <a:defRPr sz="600" b="0">
                <a:solidFill>
                  <a:schemeClr val="bg1"/>
                </a:solidFill>
              </a:defRPr>
            </a:lvl9pPr>
          </a:lstStyle>
          <a:p>
            <a:pPr lvl="0"/>
            <a:r>
              <a:rPr lang="en-US"/>
              <a:t>Footnote/Source</a:t>
            </a:r>
          </a:p>
        </p:txBody>
      </p:sp>
      <p:sp>
        <p:nvSpPr>
          <p:cNvPr id="9" name="Bildplatzhalter 10"/>
          <p:cNvSpPr>
            <a:spLocks noGrp="1"/>
          </p:cNvSpPr>
          <p:nvPr>
            <p:ph type="pic" sz="quarter" idx="10" hasCustomPrompt="1"/>
          </p:nvPr>
        </p:nvSpPr>
        <p:spPr bwMode="gray">
          <a:xfrm>
            <a:off x="1" y="0"/>
            <a:ext cx="1520429" cy="5143500"/>
          </a:xfrm>
          <a:solidFill>
            <a:srgbClr val="E5E3DE"/>
          </a:solidFill>
        </p:spPr>
        <p:txBody>
          <a:bodyPr tIns="720000" anchor="ctr" anchorCtr="0"/>
          <a:lstStyle>
            <a:lvl1pPr marL="0" indent="0" algn="ctr">
              <a:spcBef>
                <a:spcPts val="0"/>
              </a:spcBef>
              <a:spcAft>
                <a:spcPts val="0"/>
              </a:spcAft>
              <a:buFontTx/>
              <a:buNone/>
              <a:defRPr sz="900" b="0">
                <a:solidFill>
                  <a:schemeClr val="tx1"/>
                </a:solidFill>
              </a:defRPr>
            </a:lvl1pPr>
            <a:lvl2pPr marL="0" indent="0" algn="ctr">
              <a:spcBef>
                <a:spcPts val="0"/>
              </a:spcBef>
              <a:spcAft>
                <a:spcPts val="0"/>
              </a:spcAft>
              <a:buFontTx/>
              <a:buNone/>
              <a:defRPr sz="900" b="0"/>
            </a:lvl2pPr>
            <a:lvl3pPr marL="0" indent="0" algn="ctr">
              <a:spcBef>
                <a:spcPts val="0"/>
              </a:spcBef>
              <a:spcAft>
                <a:spcPts val="0"/>
              </a:spcAft>
              <a:buFontTx/>
              <a:buNone/>
              <a:defRPr sz="900" b="0"/>
            </a:lvl3pPr>
            <a:lvl4pPr marL="0" indent="0" algn="ctr">
              <a:spcBef>
                <a:spcPts val="0"/>
              </a:spcBef>
              <a:spcAft>
                <a:spcPts val="0"/>
              </a:spcAft>
              <a:buFontTx/>
              <a:buNone/>
              <a:defRPr sz="900" b="0"/>
            </a:lvl4pPr>
            <a:lvl5pPr marL="0" indent="0" algn="ctr">
              <a:spcBef>
                <a:spcPts val="0"/>
              </a:spcBef>
              <a:spcAft>
                <a:spcPts val="0"/>
              </a:spcAft>
              <a:buFontTx/>
              <a:buNone/>
              <a:defRPr sz="900" b="0"/>
            </a:lvl5pPr>
            <a:lvl6pPr marL="0" indent="0" algn="ctr">
              <a:spcBef>
                <a:spcPts val="0"/>
              </a:spcBef>
              <a:spcAft>
                <a:spcPts val="0"/>
              </a:spcAft>
              <a:buFontTx/>
              <a:buNone/>
              <a:defRPr sz="900" b="0"/>
            </a:lvl6pPr>
            <a:lvl7pPr marL="0" indent="0" algn="ctr">
              <a:spcBef>
                <a:spcPts val="0"/>
              </a:spcBef>
              <a:spcAft>
                <a:spcPts val="0"/>
              </a:spcAft>
              <a:buFontTx/>
              <a:buNone/>
              <a:defRPr sz="900" b="0"/>
            </a:lvl7pPr>
            <a:lvl8pPr marL="0" indent="0" algn="ctr">
              <a:spcBef>
                <a:spcPts val="0"/>
              </a:spcBef>
              <a:spcAft>
                <a:spcPts val="0"/>
              </a:spcAft>
              <a:buFontTx/>
              <a:buNone/>
              <a:defRPr sz="900" b="0"/>
            </a:lvl8pPr>
            <a:lvl9pPr marL="0" indent="0" algn="ctr">
              <a:spcBef>
                <a:spcPts val="0"/>
              </a:spcBef>
              <a:spcAft>
                <a:spcPts val="0"/>
              </a:spcAft>
              <a:buFontTx/>
              <a:buNone/>
              <a:defRPr sz="900" b="0"/>
            </a:lvl9pPr>
          </a:lstStyle>
          <a:p>
            <a:pPr lvl="0"/>
            <a:r>
              <a:rPr lang="en-US"/>
              <a:t>Add picture</a:t>
            </a:r>
          </a:p>
        </p:txBody>
      </p:sp>
      <p:sp>
        <p:nvSpPr>
          <p:cNvPr id="13" name="Fußzeilenplatzhalter 12"/>
          <p:cNvSpPr>
            <a:spLocks noGrp="1"/>
          </p:cNvSpPr>
          <p:nvPr>
            <p:ph type="ftr" sz="quarter" idx="21"/>
          </p:nvPr>
        </p:nvSpPr>
        <p:spPr bwMode="gray"/>
        <p:txBody>
          <a:bodyPr/>
          <a:lstStyle>
            <a:lvl1pPr>
              <a:defRPr>
                <a:solidFill>
                  <a:schemeClr val="bg1"/>
                </a:solidFill>
              </a:defRPr>
            </a:lvl1pPr>
          </a:lstStyle>
          <a:p>
            <a:r>
              <a:rPr lang="en-US"/>
              <a:t>Presentation title    |    ONLY FOR INTERNAL USE</a:t>
            </a:r>
          </a:p>
        </p:txBody>
      </p:sp>
      <p:sp>
        <p:nvSpPr>
          <p:cNvPr id="14" name="Foliennummernplatzhalter 13"/>
          <p:cNvSpPr>
            <a:spLocks noGrp="1"/>
          </p:cNvSpPr>
          <p:nvPr>
            <p:ph type="sldNum" sz="quarter" idx="22"/>
          </p:nvPr>
        </p:nvSpPr>
        <p:spPr bwMode="gray"/>
        <p:txBody>
          <a:bodyPr/>
          <a:lstStyle>
            <a:lvl1pPr>
              <a:defRPr>
                <a:solidFill>
                  <a:schemeClr val="bg1"/>
                </a:solidFill>
              </a:defRPr>
            </a:lvl1pPr>
          </a:lstStyle>
          <a:p>
            <a:fld id="{DF4E8F9F-5B1F-4F5B-BE49-3245D8C18D9F}" type="slidenum">
              <a:rPr lang="en-US" smtClean="0"/>
              <a:t>‹#›</a:t>
            </a:fld>
            <a:endParaRPr lang="en-US"/>
          </a:p>
        </p:txBody>
      </p:sp>
      <p:sp>
        <p:nvSpPr>
          <p:cNvPr id="2" name="Text Placeholder 8"/>
          <p:cNvSpPr>
            <a:spLocks noGrp="1"/>
          </p:cNvSpPr>
          <p:nvPr>
            <p:ph type="body" sz="quarter" idx="31"/>
          </p:nvPr>
        </p:nvSpPr>
        <p:spPr bwMode="gray">
          <a:xfrm>
            <a:off x="359568" y="4625100"/>
            <a:ext cx="926100" cy="2808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150">
                <a:noFill/>
              </a:defRPr>
            </a:lvl1pPr>
            <a:lvl2pPr marL="0" indent="0">
              <a:lnSpc>
                <a:spcPct val="100000"/>
              </a:lnSpc>
              <a:spcAft>
                <a:spcPts val="0"/>
              </a:spcAft>
              <a:buFontTx/>
              <a:buNone/>
              <a:defRPr sz="150">
                <a:noFill/>
              </a:defRPr>
            </a:lvl2pPr>
            <a:lvl3pPr marL="0" indent="0">
              <a:lnSpc>
                <a:spcPct val="100000"/>
              </a:lnSpc>
              <a:spcAft>
                <a:spcPts val="0"/>
              </a:spcAft>
              <a:buFontTx/>
              <a:buNone/>
              <a:defRPr sz="150">
                <a:noFill/>
              </a:defRPr>
            </a:lvl3pPr>
            <a:lvl4pPr marL="0" indent="0">
              <a:lnSpc>
                <a:spcPct val="100000"/>
              </a:lnSpc>
              <a:spcAft>
                <a:spcPts val="0"/>
              </a:spcAft>
              <a:buFontTx/>
              <a:buNone/>
              <a:defRPr sz="150">
                <a:noFill/>
              </a:defRPr>
            </a:lvl4pPr>
            <a:lvl5pPr marL="0" indent="0">
              <a:lnSpc>
                <a:spcPct val="100000"/>
              </a:lnSpc>
              <a:spcAft>
                <a:spcPts val="0"/>
              </a:spcAft>
              <a:buFontTx/>
              <a:buNone/>
              <a:defRPr sz="150">
                <a:noFill/>
              </a:defRPr>
            </a:lvl5pPr>
          </a:lstStyle>
          <a:p>
            <a:pPr lvl="0"/>
            <a:r>
              <a:rPr lang="en-US"/>
              <a:t>Click to edit Master text styles</a:t>
            </a:r>
          </a:p>
        </p:txBody>
      </p:sp>
      <p:grpSp>
        <p:nvGrpSpPr>
          <p:cNvPr id="17" name="Group 16"/>
          <p:cNvGrpSpPr/>
          <p:nvPr userDrawn="1"/>
        </p:nvGrpSpPr>
        <p:grpSpPr bwMode="gray">
          <a:xfrm>
            <a:off x="-1422666" y="0"/>
            <a:ext cx="1286309" cy="2808312"/>
            <a:chOff x="-1824880" y="2708920"/>
            <a:chExt cx="1715078" cy="3744416"/>
          </a:xfrm>
        </p:grpSpPr>
        <p:sp>
          <p:nvSpPr>
            <p:cNvPr id="18" name="TextBox 17"/>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450"/>
                </a:spcAft>
              </a:pPr>
              <a:r>
                <a:rPr lang="en-US" sz="825" b="1">
                  <a:solidFill>
                    <a:schemeClr val="tx1"/>
                  </a:solidFill>
                  <a:effectLst/>
                  <a:latin typeface="+mj-lt"/>
                </a:rPr>
                <a:t>To insert a picture:</a:t>
              </a:r>
            </a:p>
            <a:p>
              <a:pPr marL="107950" indent="-107950">
                <a:lnSpc>
                  <a:spcPct val="120000"/>
                </a:lnSpc>
                <a:spcAft>
                  <a:spcPts val="450"/>
                </a:spcAft>
                <a:buFont typeface="+mj-lt"/>
                <a:buAutoNum type="arabicPeriod"/>
              </a:pPr>
              <a:r>
                <a:rPr lang="en-US" sz="675">
                  <a:solidFill>
                    <a:schemeClr val="tx1"/>
                  </a:solidFill>
                  <a:effectLst/>
                  <a:latin typeface="+mn-lt"/>
                </a:rPr>
                <a:t>Click on the placeholder for pictures</a:t>
              </a:r>
            </a:p>
            <a:p>
              <a:pPr marL="107950" indent="-107950">
                <a:lnSpc>
                  <a:spcPct val="120000"/>
                </a:lnSpc>
                <a:spcAft>
                  <a:spcPts val="450"/>
                </a:spcAft>
                <a:buFont typeface="+mj-lt"/>
                <a:buAutoNum type="arabicPeriod"/>
              </a:pPr>
              <a:r>
                <a:rPr lang="en-US" sz="675">
                  <a:solidFill>
                    <a:schemeClr val="tx1"/>
                  </a:solidFill>
                  <a:effectLst/>
                  <a:latin typeface="+mn-lt"/>
                </a:rPr>
                <a:t>Open the menu “Insert”</a:t>
              </a:r>
            </a:p>
            <a:p>
              <a:pPr marL="107950" indent="-107950">
                <a:lnSpc>
                  <a:spcPct val="120000"/>
                </a:lnSpc>
                <a:spcAft>
                  <a:spcPts val="450"/>
                </a:spcAft>
                <a:buFont typeface="+mj-lt"/>
                <a:buAutoNum type="arabicPeriod"/>
              </a:pPr>
              <a:r>
                <a:rPr lang="en-US" sz="675">
                  <a:solidFill>
                    <a:schemeClr val="tx1"/>
                  </a:solidFill>
                  <a:effectLst/>
                  <a:latin typeface="+mn-lt"/>
                </a:rPr>
                <a:t>Choose “Pictures” and then the corresponding source where the image is located</a:t>
              </a:r>
              <a:endParaRPr lang="en-US" sz="675">
                <a:solidFill>
                  <a:schemeClr val="tx1"/>
                </a:solidFill>
                <a:latin typeface="+mn-lt"/>
              </a:endParaRPr>
            </a:p>
          </p:txBody>
        </p:sp>
        <p:pic>
          <p:nvPicPr>
            <p:cNvPr id="19" name="Picture 18"/>
            <p:cNvPicPr>
              <a:picLocks noChangeAspect="1"/>
            </p:cNvPicPr>
            <p:nvPr userDrawn="1"/>
          </p:nvPicPr>
          <p:blipFill rotWithShape="1">
            <a:blip r:embed="rId4"/>
            <a:srcRect l="8843" r="2395" b="2546"/>
            <a:stretch>
              <a:fillRect/>
            </a:stretch>
          </p:blipFill>
          <p:spPr bwMode="gray">
            <a:xfrm>
              <a:off x="-1589806" y="4475212"/>
              <a:ext cx="745332" cy="1122804"/>
            </a:xfrm>
            <a:prstGeom prst="roundRect">
              <a:avLst>
                <a:gd name="adj" fmla="val 3514"/>
              </a:avLst>
            </a:prstGeom>
          </p:spPr>
        </p:pic>
        <p:sp>
          <p:nvSpPr>
            <p:cNvPr id="20" name="TextBox 19"/>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07950" indent="-107950">
                <a:spcAft>
                  <a:spcPts val="450"/>
                </a:spcAft>
                <a:buFont typeface="+mj-lt"/>
                <a:buAutoNum type="arabicPeriod" startAt="4"/>
              </a:pPr>
              <a:r>
                <a:rPr lang="en-US" sz="675">
                  <a:solidFill>
                    <a:schemeClr val="tx1"/>
                  </a:solidFill>
                  <a:effectLst/>
                  <a:latin typeface="+mn-lt"/>
                </a:rPr>
                <a:t>Now the image has </a:t>
              </a:r>
              <a:br>
                <a:rPr lang="en-US" sz="675">
                  <a:solidFill>
                    <a:schemeClr val="tx1"/>
                  </a:solidFill>
                  <a:effectLst/>
                  <a:latin typeface="+mn-lt"/>
                </a:rPr>
              </a:br>
              <a:r>
                <a:rPr lang="en-US" sz="675">
                  <a:solidFill>
                    <a:schemeClr val="tx1"/>
                  </a:solidFill>
                  <a:effectLst/>
                  <a:latin typeface="+mn-lt"/>
                </a:rPr>
                <a:t>been loaded into the </a:t>
              </a:r>
              <a:br>
                <a:rPr lang="en-US" sz="675">
                  <a:solidFill>
                    <a:schemeClr val="tx1"/>
                  </a:solidFill>
                  <a:effectLst/>
                  <a:latin typeface="+mn-lt"/>
                </a:rPr>
              </a:br>
              <a:r>
                <a:rPr lang="en-US" sz="675">
                  <a:solidFill>
                    <a:schemeClr val="tx1"/>
                  </a:solidFill>
                  <a:effectLst/>
                  <a:latin typeface="+mn-lt"/>
                </a:rPr>
                <a:t>placeholder.</a:t>
              </a:r>
              <a:endParaRPr lang="en-US" sz="675">
                <a:solidFill>
                  <a:schemeClr val="tx1"/>
                </a:solidFill>
                <a:latin typeface="+mn-lt"/>
              </a:endParaRPr>
            </a:p>
          </p:txBody>
        </p:sp>
      </p:grpSp>
    </p:spTree>
  </p:cSld>
  <p:clrMapOvr>
    <a:masterClrMapping/>
  </p:clrMapOvr>
</p:sldLayout>
</file>

<file path=ppt/slideLayouts/slideLayout153.xml><?xml version="1.0" encoding="utf-8"?>
<p:sldLayout xmlns:a="http://schemas.openxmlformats.org/drawingml/2006/main" xmlns:r="http://schemas.openxmlformats.org/officeDocument/2006/relationships" xmlns:p="http://schemas.openxmlformats.org/presentationml/2006/main" preserve="1" userDrawn="1">
  <p:cSld name="Key message and image">
    <p:spTree>
      <p:nvGrpSpPr>
        <p:cNvPr id="1" name=""/>
        <p:cNvGrpSpPr/>
        <p:nvPr/>
      </p:nvGrpSpPr>
      <p:grpSpPr>
        <a:xfrm>
          <a:off x="0" y="0"/>
          <a:ext cx="0" cy="0"/>
          <a:chOff x="0" y="0"/>
          <a:chExt cx="0" cy="0"/>
        </a:xfrm>
      </p:grpSpPr>
      <p:sp>
        <p:nvSpPr>
          <p:cNvPr id="16" name="Bildplatzhalter 10"/>
          <p:cNvSpPr>
            <a:spLocks noGrp="1"/>
          </p:cNvSpPr>
          <p:nvPr>
            <p:ph type="pic" sz="quarter" idx="10" hasCustomPrompt="1"/>
          </p:nvPr>
        </p:nvSpPr>
        <p:spPr bwMode="ltGray">
          <a:xfrm>
            <a:off x="0" y="0"/>
            <a:ext cx="9144000" cy="5143500"/>
          </a:xfrm>
          <a:solidFill>
            <a:schemeClr val="bg2"/>
          </a:solidFill>
        </p:spPr>
        <p:txBody>
          <a:bodyPr tIns="720000" anchor="ctr" anchorCtr="0"/>
          <a:lstStyle>
            <a:lvl1pPr marL="0" indent="0" algn="ctr">
              <a:spcBef>
                <a:spcPts val="0"/>
              </a:spcBef>
              <a:spcAft>
                <a:spcPts val="0"/>
              </a:spcAft>
              <a:buFontTx/>
              <a:buNone/>
              <a:defRPr sz="900" b="0">
                <a:solidFill>
                  <a:schemeClr val="bg1"/>
                </a:solidFill>
              </a:defRPr>
            </a:lvl1pPr>
            <a:lvl2pPr marL="0" indent="0" algn="ctr">
              <a:spcBef>
                <a:spcPts val="0"/>
              </a:spcBef>
              <a:spcAft>
                <a:spcPts val="0"/>
              </a:spcAft>
              <a:buFontTx/>
              <a:buNone/>
              <a:defRPr sz="900" b="0"/>
            </a:lvl2pPr>
            <a:lvl3pPr marL="0" indent="0" algn="ctr">
              <a:spcBef>
                <a:spcPts val="0"/>
              </a:spcBef>
              <a:spcAft>
                <a:spcPts val="0"/>
              </a:spcAft>
              <a:buFontTx/>
              <a:buNone/>
              <a:defRPr sz="900" b="0"/>
            </a:lvl3pPr>
            <a:lvl4pPr marL="0" indent="0" algn="ctr">
              <a:spcBef>
                <a:spcPts val="0"/>
              </a:spcBef>
              <a:spcAft>
                <a:spcPts val="0"/>
              </a:spcAft>
              <a:buFontTx/>
              <a:buNone/>
              <a:defRPr sz="900" b="0"/>
            </a:lvl4pPr>
            <a:lvl5pPr marL="0" indent="0" algn="ctr">
              <a:spcBef>
                <a:spcPts val="0"/>
              </a:spcBef>
              <a:spcAft>
                <a:spcPts val="0"/>
              </a:spcAft>
              <a:buFontTx/>
              <a:buNone/>
              <a:defRPr sz="900" b="0"/>
            </a:lvl5pPr>
            <a:lvl6pPr marL="0" indent="0" algn="ctr">
              <a:spcBef>
                <a:spcPts val="0"/>
              </a:spcBef>
              <a:spcAft>
                <a:spcPts val="0"/>
              </a:spcAft>
              <a:buFontTx/>
              <a:buNone/>
              <a:defRPr sz="900" b="0"/>
            </a:lvl6pPr>
            <a:lvl7pPr marL="0" indent="0" algn="ctr">
              <a:spcBef>
                <a:spcPts val="0"/>
              </a:spcBef>
              <a:spcAft>
                <a:spcPts val="0"/>
              </a:spcAft>
              <a:buFontTx/>
              <a:buNone/>
              <a:defRPr sz="900" b="0"/>
            </a:lvl7pPr>
            <a:lvl8pPr marL="0" indent="0" algn="ctr">
              <a:spcBef>
                <a:spcPts val="0"/>
              </a:spcBef>
              <a:spcAft>
                <a:spcPts val="0"/>
              </a:spcAft>
              <a:buFontTx/>
              <a:buNone/>
              <a:defRPr sz="900" b="0"/>
            </a:lvl8pPr>
            <a:lvl9pPr marL="0" indent="0" algn="ctr">
              <a:spcBef>
                <a:spcPts val="0"/>
              </a:spcBef>
              <a:spcAft>
                <a:spcPts val="0"/>
              </a:spcAft>
              <a:buFontTx/>
              <a:buNone/>
              <a:defRPr sz="900" b="0"/>
            </a:lvl9pPr>
          </a:lstStyle>
          <a:p>
            <a:pPr lvl="0"/>
            <a:r>
              <a:rPr lang="en-US"/>
              <a:t>Add picture</a:t>
            </a:r>
          </a:p>
        </p:txBody>
      </p:sp>
      <p:sp>
        <p:nvSpPr>
          <p:cNvPr id="7" name="Textplatzhalter 6"/>
          <p:cNvSpPr>
            <a:spLocks noGrp="1"/>
          </p:cNvSpPr>
          <p:nvPr>
            <p:ph type="body" sz="quarter" idx="18" hasCustomPrompt="1"/>
          </p:nvPr>
        </p:nvSpPr>
        <p:spPr bwMode="gray">
          <a:xfrm>
            <a:off x="359532" y="1059656"/>
            <a:ext cx="8424862" cy="3294000"/>
          </a:xfrm>
        </p:spPr>
        <p:txBody>
          <a:bodyPr/>
          <a:lstStyle>
            <a:lvl1pPr marL="0" indent="0">
              <a:lnSpc>
                <a:spcPct val="120000"/>
              </a:lnSpc>
              <a:spcAft>
                <a:spcPts val="0"/>
              </a:spcAft>
              <a:buNone/>
              <a:defRPr sz="3000" b="1">
                <a:solidFill>
                  <a:schemeClr val="bg1"/>
                </a:solidFill>
                <a:latin typeface="+mj-lt"/>
              </a:defRPr>
            </a:lvl1pPr>
            <a:lvl2pPr marL="0" indent="0">
              <a:lnSpc>
                <a:spcPct val="120000"/>
              </a:lnSpc>
              <a:spcAft>
                <a:spcPts val="0"/>
              </a:spcAft>
              <a:buNone/>
              <a:defRPr sz="3000" b="1">
                <a:solidFill>
                  <a:schemeClr val="tx2"/>
                </a:solidFill>
                <a:latin typeface="+mj-lt"/>
              </a:defRPr>
            </a:lvl2pPr>
            <a:lvl3pPr marL="0" indent="0">
              <a:lnSpc>
                <a:spcPct val="120000"/>
              </a:lnSpc>
              <a:spcAft>
                <a:spcPts val="0"/>
              </a:spcAft>
              <a:buNone/>
              <a:defRPr sz="3000" b="1">
                <a:solidFill>
                  <a:schemeClr val="tx2"/>
                </a:solidFill>
                <a:latin typeface="+mj-lt"/>
              </a:defRPr>
            </a:lvl3pPr>
            <a:lvl4pPr marL="0" indent="0">
              <a:lnSpc>
                <a:spcPct val="120000"/>
              </a:lnSpc>
              <a:spcAft>
                <a:spcPts val="0"/>
              </a:spcAft>
              <a:buNone/>
              <a:defRPr sz="3000" b="1">
                <a:solidFill>
                  <a:schemeClr val="tx2"/>
                </a:solidFill>
                <a:latin typeface="+mj-lt"/>
              </a:defRPr>
            </a:lvl4pPr>
            <a:lvl5pPr marL="0" indent="0">
              <a:lnSpc>
                <a:spcPct val="120000"/>
              </a:lnSpc>
              <a:spcAft>
                <a:spcPts val="0"/>
              </a:spcAft>
              <a:buNone/>
              <a:defRPr sz="3000" b="1">
                <a:solidFill>
                  <a:schemeClr val="tx2"/>
                </a:solidFill>
                <a:latin typeface="+mj-lt"/>
              </a:defRPr>
            </a:lvl5pPr>
            <a:lvl6pPr marL="0" indent="0">
              <a:lnSpc>
                <a:spcPct val="120000"/>
              </a:lnSpc>
              <a:spcAft>
                <a:spcPts val="0"/>
              </a:spcAft>
              <a:buNone/>
              <a:defRPr sz="3000" b="1">
                <a:solidFill>
                  <a:schemeClr val="tx2"/>
                </a:solidFill>
                <a:latin typeface="+mj-lt"/>
              </a:defRPr>
            </a:lvl6pPr>
            <a:lvl7pPr marL="0" indent="0">
              <a:lnSpc>
                <a:spcPct val="120000"/>
              </a:lnSpc>
              <a:spcAft>
                <a:spcPts val="0"/>
              </a:spcAft>
              <a:buNone/>
              <a:defRPr sz="3000" b="1">
                <a:solidFill>
                  <a:schemeClr val="tx2"/>
                </a:solidFill>
                <a:latin typeface="+mj-lt"/>
              </a:defRPr>
            </a:lvl7pPr>
            <a:lvl8pPr marL="0" indent="0">
              <a:lnSpc>
                <a:spcPct val="120000"/>
              </a:lnSpc>
              <a:spcAft>
                <a:spcPts val="0"/>
              </a:spcAft>
              <a:buNone/>
              <a:defRPr sz="3000" b="1">
                <a:solidFill>
                  <a:schemeClr val="tx2"/>
                </a:solidFill>
                <a:latin typeface="+mj-lt"/>
              </a:defRPr>
            </a:lvl8pPr>
            <a:lvl9pPr marL="0" indent="0">
              <a:lnSpc>
                <a:spcPct val="120000"/>
              </a:lnSpc>
              <a:spcAft>
                <a:spcPts val="0"/>
              </a:spcAft>
              <a:buNone/>
              <a:defRPr sz="30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19" name="Fußzeilenplatzhalter 18"/>
          <p:cNvSpPr>
            <a:spLocks noGrp="1"/>
          </p:cNvSpPr>
          <p:nvPr>
            <p:ph type="ftr" sz="quarter" idx="29"/>
          </p:nvPr>
        </p:nvSpPr>
        <p:spPr bwMode="gray"/>
        <p:txBody>
          <a:bodyPr/>
          <a:lstStyle>
            <a:lvl1pPr>
              <a:defRPr>
                <a:solidFill>
                  <a:schemeClr val="bg1"/>
                </a:solidFill>
              </a:defRPr>
            </a:lvl1pPr>
          </a:lstStyle>
          <a:p>
            <a:r>
              <a:rPr lang="en-US"/>
              <a:t>Presentation title    |    ONLY FOR INTERNAL USE</a:t>
            </a:r>
          </a:p>
        </p:txBody>
      </p:sp>
      <p:sp>
        <p:nvSpPr>
          <p:cNvPr id="20" name="Foliennummernplatzhalter 19"/>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t>‹#›</a:t>
            </a:fld>
            <a:endParaRPr lang="en-US"/>
          </a:p>
        </p:txBody>
      </p:sp>
      <p:sp>
        <p:nvSpPr>
          <p:cNvPr id="8" name="Textplatzhalter 7"/>
          <p:cNvSpPr>
            <a:spLocks noGrp="1"/>
          </p:cNvSpPr>
          <p:nvPr>
            <p:ph type="body" sz="quarter" idx="13" hasCustomPrompt="1"/>
          </p:nvPr>
        </p:nvSpPr>
        <p:spPr bwMode="gray">
          <a:xfrm>
            <a:off x="360000" y="4353948"/>
            <a:ext cx="8424000" cy="108000"/>
          </a:xfrm>
        </p:spPr>
        <p:txBody>
          <a:bodyPr anchor="b"/>
          <a:lstStyle>
            <a:lvl1pPr marL="0" indent="0">
              <a:lnSpc>
                <a:spcPct val="100000"/>
              </a:lnSpc>
              <a:spcBef>
                <a:spcPts val="0"/>
              </a:spcBef>
              <a:spcAft>
                <a:spcPts val="0"/>
              </a:spcAft>
              <a:buFont typeface="Arial" panose="020B0604020202020204" pitchFamily="34" charset="0"/>
              <a:buNone/>
              <a:defRPr sz="600" b="0">
                <a:solidFill>
                  <a:schemeClr val="bg1"/>
                </a:solidFill>
              </a:defRPr>
            </a:lvl1pPr>
            <a:lvl2pPr marL="0" indent="0">
              <a:lnSpc>
                <a:spcPct val="100000"/>
              </a:lnSpc>
              <a:spcBef>
                <a:spcPts val="0"/>
              </a:spcBef>
              <a:spcAft>
                <a:spcPts val="0"/>
              </a:spcAft>
              <a:buFont typeface="Arial" panose="020B0604020202020204" pitchFamily="34" charset="0"/>
              <a:buNone/>
              <a:defRPr sz="600" b="0">
                <a:solidFill>
                  <a:schemeClr val="bg1"/>
                </a:solidFill>
              </a:defRPr>
            </a:lvl2pPr>
            <a:lvl3pPr marL="0" indent="0">
              <a:lnSpc>
                <a:spcPct val="100000"/>
              </a:lnSpc>
              <a:spcBef>
                <a:spcPts val="0"/>
              </a:spcBef>
              <a:spcAft>
                <a:spcPts val="0"/>
              </a:spcAft>
              <a:buNone/>
              <a:defRPr sz="600" b="0">
                <a:solidFill>
                  <a:schemeClr val="bg1"/>
                </a:solidFill>
              </a:defRPr>
            </a:lvl3pPr>
            <a:lvl4pPr marL="0" indent="0">
              <a:lnSpc>
                <a:spcPct val="100000"/>
              </a:lnSpc>
              <a:spcBef>
                <a:spcPts val="0"/>
              </a:spcBef>
              <a:spcAft>
                <a:spcPts val="0"/>
              </a:spcAft>
              <a:buNone/>
              <a:defRPr sz="600" b="0">
                <a:solidFill>
                  <a:schemeClr val="bg1"/>
                </a:solidFill>
              </a:defRPr>
            </a:lvl4pPr>
            <a:lvl5pPr marL="0" indent="0">
              <a:lnSpc>
                <a:spcPct val="100000"/>
              </a:lnSpc>
              <a:spcBef>
                <a:spcPts val="0"/>
              </a:spcBef>
              <a:spcAft>
                <a:spcPts val="0"/>
              </a:spcAft>
              <a:buNone/>
              <a:defRPr sz="600" b="0">
                <a:solidFill>
                  <a:schemeClr val="bg1"/>
                </a:solidFill>
              </a:defRPr>
            </a:lvl5pPr>
            <a:lvl6pPr marL="0" indent="0">
              <a:lnSpc>
                <a:spcPct val="100000"/>
              </a:lnSpc>
              <a:spcBef>
                <a:spcPts val="0"/>
              </a:spcBef>
              <a:spcAft>
                <a:spcPts val="0"/>
              </a:spcAft>
              <a:buNone/>
              <a:defRPr sz="600" b="0">
                <a:solidFill>
                  <a:schemeClr val="bg1"/>
                </a:solidFill>
              </a:defRPr>
            </a:lvl6pPr>
            <a:lvl7pPr marL="0" indent="0">
              <a:lnSpc>
                <a:spcPct val="100000"/>
              </a:lnSpc>
              <a:spcBef>
                <a:spcPts val="0"/>
              </a:spcBef>
              <a:spcAft>
                <a:spcPts val="0"/>
              </a:spcAft>
              <a:buNone/>
              <a:defRPr sz="600" b="0">
                <a:solidFill>
                  <a:schemeClr val="bg1"/>
                </a:solidFill>
              </a:defRPr>
            </a:lvl7pPr>
            <a:lvl8pPr marL="0" indent="0">
              <a:lnSpc>
                <a:spcPct val="100000"/>
              </a:lnSpc>
              <a:spcBef>
                <a:spcPts val="0"/>
              </a:spcBef>
              <a:spcAft>
                <a:spcPts val="0"/>
              </a:spcAft>
              <a:buNone/>
              <a:defRPr sz="600" b="0">
                <a:solidFill>
                  <a:schemeClr val="bg1"/>
                </a:solidFill>
              </a:defRPr>
            </a:lvl8pPr>
            <a:lvl9pPr marL="0" indent="0">
              <a:lnSpc>
                <a:spcPct val="100000"/>
              </a:lnSpc>
              <a:spcBef>
                <a:spcPts val="0"/>
              </a:spcBef>
              <a:spcAft>
                <a:spcPts val="0"/>
              </a:spcAft>
              <a:buNone/>
              <a:defRPr sz="600" b="0">
                <a:solidFill>
                  <a:schemeClr val="bg1"/>
                </a:solidFill>
              </a:defRPr>
            </a:lvl9pPr>
          </a:lstStyle>
          <a:p>
            <a:pPr lvl="0"/>
            <a:r>
              <a:rPr lang="en-US"/>
              <a:t>Footnote/Source</a:t>
            </a:r>
          </a:p>
        </p:txBody>
      </p:sp>
      <p:sp>
        <p:nvSpPr>
          <p:cNvPr id="2" name="Text Placeholder 8"/>
          <p:cNvSpPr>
            <a:spLocks noGrp="1"/>
          </p:cNvSpPr>
          <p:nvPr>
            <p:ph type="body" sz="quarter" idx="31"/>
          </p:nvPr>
        </p:nvSpPr>
        <p:spPr bwMode="gray">
          <a:xfrm>
            <a:off x="359568" y="4625100"/>
            <a:ext cx="926100" cy="2808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150">
                <a:noFill/>
              </a:defRPr>
            </a:lvl1pPr>
            <a:lvl2pPr marL="0" indent="0">
              <a:lnSpc>
                <a:spcPct val="100000"/>
              </a:lnSpc>
              <a:spcAft>
                <a:spcPts val="0"/>
              </a:spcAft>
              <a:buFontTx/>
              <a:buNone/>
              <a:defRPr sz="150">
                <a:noFill/>
              </a:defRPr>
            </a:lvl2pPr>
            <a:lvl3pPr marL="0" indent="0">
              <a:lnSpc>
                <a:spcPct val="100000"/>
              </a:lnSpc>
              <a:spcAft>
                <a:spcPts val="0"/>
              </a:spcAft>
              <a:buFontTx/>
              <a:buNone/>
              <a:defRPr sz="150">
                <a:noFill/>
              </a:defRPr>
            </a:lvl3pPr>
            <a:lvl4pPr marL="0" indent="0">
              <a:lnSpc>
                <a:spcPct val="100000"/>
              </a:lnSpc>
              <a:spcAft>
                <a:spcPts val="0"/>
              </a:spcAft>
              <a:buFontTx/>
              <a:buNone/>
              <a:defRPr sz="150">
                <a:noFill/>
              </a:defRPr>
            </a:lvl4pPr>
            <a:lvl5pPr marL="0" indent="0">
              <a:lnSpc>
                <a:spcPct val="100000"/>
              </a:lnSpc>
              <a:spcAft>
                <a:spcPts val="0"/>
              </a:spcAft>
              <a:buFontTx/>
              <a:buNone/>
              <a:defRPr sz="150">
                <a:noFill/>
              </a:defRPr>
            </a:lvl5pPr>
          </a:lstStyle>
          <a:p>
            <a:pPr lvl="0"/>
            <a:r>
              <a:rPr lang="en-US"/>
              <a:t>Click to edit Master text styles</a:t>
            </a:r>
          </a:p>
        </p:txBody>
      </p:sp>
      <p:grpSp>
        <p:nvGrpSpPr>
          <p:cNvPr id="13" name="Group 12"/>
          <p:cNvGrpSpPr/>
          <p:nvPr userDrawn="1"/>
        </p:nvGrpSpPr>
        <p:grpSpPr bwMode="gray">
          <a:xfrm>
            <a:off x="-1422666" y="0"/>
            <a:ext cx="1286309" cy="2808312"/>
            <a:chOff x="-1824880" y="2708920"/>
            <a:chExt cx="1715078" cy="3744416"/>
          </a:xfrm>
        </p:grpSpPr>
        <p:sp>
          <p:nvSpPr>
            <p:cNvPr id="14" name="TextBox 13"/>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450"/>
                </a:spcAft>
              </a:pPr>
              <a:r>
                <a:rPr lang="en-US" sz="825" b="1">
                  <a:solidFill>
                    <a:schemeClr val="tx1"/>
                  </a:solidFill>
                  <a:effectLst/>
                  <a:latin typeface="+mj-lt"/>
                </a:rPr>
                <a:t>To insert a picture:</a:t>
              </a:r>
            </a:p>
            <a:p>
              <a:pPr marL="107950" indent="-107950">
                <a:lnSpc>
                  <a:spcPct val="120000"/>
                </a:lnSpc>
                <a:spcAft>
                  <a:spcPts val="450"/>
                </a:spcAft>
                <a:buFont typeface="+mj-lt"/>
                <a:buAutoNum type="arabicPeriod"/>
              </a:pPr>
              <a:r>
                <a:rPr lang="en-US" sz="675">
                  <a:solidFill>
                    <a:schemeClr val="tx1"/>
                  </a:solidFill>
                  <a:effectLst/>
                  <a:latin typeface="+mn-lt"/>
                </a:rPr>
                <a:t>Click on the placeholder for pictures</a:t>
              </a:r>
            </a:p>
            <a:p>
              <a:pPr marL="107950" indent="-107950">
                <a:lnSpc>
                  <a:spcPct val="120000"/>
                </a:lnSpc>
                <a:spcAft>
                  <a:spcPts val="450"/>
                </a:spcAft>
                <a:buFont typeface="+mj-lt"/>
                <a:buAutoNum type="arabicPeriod"/>
              </a:pPr>
              <a:r>
                <a:rPr lang="en-US" sz="675">
                  <a:solidFill>
                    <a:schemeClr val="tx1"/>
                  </a:solidFill>
                  <a:effectLst/>
                  <a:latin typeface="+mn-lt"/>
                </a:rPr>
                <a:t>Open the menu “Insert”</a:t>
              </a:r>
            </a:p>
            <a:p>
              <a:pPr marL="107950" indent="-107950">
                <a:lnSpc>
                  <a:spcPct val="120000"/>
                </a:lnSpc>
                <a:spcAft>
                  <a:spcPts val="450"/>
                </a:spcAft>
                <a:buFont typeface="+mj-lt"/>
                <a:buAutoNum type="arabicPeriod"/>
              </a:pPr>
              <a:r>
                <a:rPr lang="en-US" sz="675">
                  <a:solidFill>
                    <a:schemeClr val="tx1"/>
                  </a:solidFill>
                  <a:effectLst/>
                  <a:latin typeface="+mn-lt"/>
                </a:rPr>
                <a:t>Choose “Pictures” and then the corresponding source where the image is located</a:t>
              </a:r>
              <a:endParaRPr lang="en-US" sz="675">
                <a:solidFill>
                  <a:schemeClr val="tx1"/>
                </a:solidFill>
                <a:latin typeface="+mn-lt"/>
              </a:endParaRPr>
            </a:p>
          </p:txBody>
        </p:sp>
        <p:pic>
          <p:nvPicPr>
            <p:cNvPr id="15" name="Picture 14"/>
            <p:cNvPicPr>
              <a:picLocks noChangeAspect="1"/>
            </p:cNvPicPr>
            <p:nvPr userDrawn="1"/>
          </p:nvPicPr>
          <p:blipFill rotWithShape="1">
            <a:blip r:embed="rId4"/>
            <a:srcRect l="8843" r="2395" b="2546"/>
            <a:stretch>
              <a:fillRect/>
            </a:stretch>
          </p:blipFill>
          <p:spPr bwMode="gray">
            <a:xfrm>
              <a:off x="-1589806" y="4475212"/>
              <a:ext cx="745332" cy="1122804"/>
            </a:xfrm>
            <a:prstGeom prst="roundRect">
              <a:avLst>
                <a:gd name="adj" fmla="val 3514"/>
              </a:avLst>
            </a:prstGeom>
          </p:spPr>
        </p:pic>
        <p:sp>
          <p:nvSpPr>
            <p:cNvPr id="17" name="TextBox 16"/>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07950" indent="-107950">
                <a:spcAft>
                  <a:spcPts val="450"/>
                </a:spcAft>
                <a:buFont typeface="+mj-lt"/>
                <a:buAutoNum type="arabicPeriod" startAt="4"/>
              </a:pPr>
              <a:r>
                <a:rPr lang="en-US" sz="675">
                  <a:solidFill>
                    <a:schemeClr val="tx1"/>
                  </a:solidFill>
                  <a:effectLst/>
                  <a:latin typeface="+mn-lt"/>
                </a:rPr>
                <a:t>Now the image has </a:t>
              </a:r>
              <a:br>
                <a:rPr lang="en-US" sz="675">
                  <a:solidFill>
                    <a:schemeClr val="tx1"/>
                  </a:solidFill>
                  <a:effectLst/>
                  <a:latin typeface="+mn-lt"/>
                </a:rPr>
              </a:br>
              <a:r>
                <a:rPr lang="en-US" sz="675">
                  <a:solidFill>
                    <a:schemeClr val="tx1"/>
                  </a:solidFill>
                  <a:effectLst/>
                  <a:latin typeface="+mn-lt"/>
                </a:rPr>
                <a:t>been loaded into the </a:t>
              </a:r>
              <a:br>
                <a:rPr lang="en-US" sz="675">
                  <a:solidFill>
                    <a:schemeClr val="tx1"/>
                  </a:solidFill>
                  <a:effectLst/>
                  <a:latin typeface="+mn-lt"/>
                </a:rPr>
              </a:br>
              <a:r>
                <a:rPr lang="en-US" sz="675">
                  <a:solidFill>
                    <a:schemeClr val="tx1"/>
                  </a:solidFill>
                  <a:effectLst/>
                  <a:latin typeface="+mn-lt"/>
                </a:rPr>
                <a:t>placeholder.</a:t>
              </a:r>
              <a:endParaRPr lang="en-US" sz="675">
                <a:solidFill>
                  <a:schemeClr val="tx1"/>
                </a:solidFill>
                <a:latin typeface="+mn-lt"/>
              </a:endParaRPr>
            </a:p>
          </p:txBody>
        </p:sp>
      </p:grpSp>
      <p:sp>
        <p:nvSpPr>
          <p:cNvPr id="3" name="Arrow: Pentagon 6"/>
          <p:cNvSpPr/>
          <p:nvPr userDrawn="1"/>
        </p:nvSpPr>
        <p:spPr bwMode="gray">
          <a:xfrm flipH="1">
            <a:off x="9162660" y="411510"/>
            <a:ext cx="1242000" cy="324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35000" rtlCol="0" anchor="ctr"/>
          <a:lstStyle/>
          <a:p>
            <a:pPr algn="l">
              <a:lnSpc>
                <a:spcPct val="140000"/>
              </a:lnSpc>
            </a:pPr>
            <a:r>
              <a:rPr lang="en-GB" sz="600" b="1">
                <a:solidFill>
                  <a:srgbClr val="076D7E"/>
                </a:solidFill>
                <a:latin typeface="+mj-lt"/>
              </a:rPr>
              <a:t>This layout requires a picture in the background</a:t>
            </a:r>
            <a:endParaRPr lang="en-US" sz="600" b="1">
              <a:solidFill>
                <a:srgbClr val="076D7E"/>
              </a:solidFill>
              <a:latin typeface="+mj-lt"/>
            </a:endParaRPr>
          </a:p>
        </p:txBody>
      </p:sp>
    </p:spTree>
  </p:cSld>
  <p:clrMapOvr>
    <a:masterClrMapping/>
  </p:clrMapOvr>
</p:sldLayout>
</file>

<file path=ppt/slideLayouts/slideLayout154.xml><?xml version="1.0" encoding="utf-8"?>
<p:sldLayout xmlns:a="http://schemas.openxmlformats.org/drawingml/2006/main" xmlns:r="http://schemas.openxmlformats.org/officeDocument/2006/relationships" xmlns:p="http://schemas.openxmlformats.org/presentationml/2006/main" preserve="1" userDrawn="1">
  <p:cSld name="Key message and image division (1)">
    <p:spTree>
      <p:nvGrpSpPr>
        <p:cNvPr id="1" name=""/>
        <p:cNvGrpSpPr/>
        <p:nvPr/>
      </p:nvGrpSpPr>
      <p:grpSpPr>
        <a:xfrm>
          <a:off x="0" y="0"/>
          <a:ext cx="0" cy="0"/>
          <a:chOff x="0" y="0"/>
          <a:chExt cx="0" cy="0"/>
        </a:xfrm>
      </p:grpSpPr>
      <p:sp>
        <p:nvSpPr>
          <p:cNvPr id="4" name="Bildplatzhalter 10"/>
          <p:cNvSpPr>
            <a:spLocks noGrp="1"/>
          </p:cNvSpPr>
          <p:nvPr>
            <p:ph type="pic" sz="quarter" idx="10" hasCustomPrompt="1"/>
          </p:nvPr>
        </p:nvSpPr>
        <p:spPr bwMode="ltGray">
          <a:xfrm>
            <a:off x="2" y="0"/>
            <a:ext cx="4571999" cy="5143500"/>
          </a:xfrm>
          <a:solidFill>
            <a:schemeClr val="bg2"/>
          </a:solidFill>
        </p:spPr>
        <p:txBody>
          <a:bodyPr tIns="1080000" anchor="ctr" anchorCtr="0"/>
          <a:lstStyle>
            <a:lvl1pPr marL="0" indent="0" algn="ctr">
              <a:spcBef>
                <a:spcPts val="0"/>
              </a:spcBef>
              <a:spcAft>
                <a:spcPts val="0"/>
              </a:spcAft>
              <a:buFontTx/>
              <a:buNone/>
              <a:defRPr sz="900" b="0">
                <a:solidFill>
                  <a:schemeClr val="bg1"/>
                </a:solidFill>
              </a:defRPr>
            </a:lvl1pPr>
            <a:lvl2pPr marL="0" indent="0" algn="ctr">
              <a:spcBef>
                <a:spcPts val="0"/>
              </a:spcBef>
              <a:spcAft>
                <a:spcPts val="0"/>
              </a:spcAft>
              <a:buFontTx/>
              <a:buNone/>
              <a:defRPr sz="900" b="0"/>
            </a:lvl2pPr>
            <a:lvl3pPr marL="0" indent="0" algn="ctr">
              <a:spcBef>
                <a:spcPts val="0"/>
              </a:spcBef>
              <a:spcAft>
                <a:spcPts val="0"/>
              </a:spcAft>
              <a:buFontTx/>
              <a:buNone/>
              <a:defRPr sz="900" b="0"/>
            </a:lvl3pPr>
            <a:lvl4pPr marL="0" indent="0" algn="ctr">
              <a:spcBef>
                <a:spcPts val="0"/>
              </a:spcBef>
              <a:spcAft>
                <a:spcPts val="0"/>
              </a:spcAft>
              <a:buFontTx/>
              <a:buNone/>
              <a:defRPr sz="900" b="0"/>
            </a:lvl4pPr>
            <a:lvl5pPr marL="0" indent="0" algn="ctr">
              <a:spcBef>
                <a:spcPts val="0"/>
              </a:spcBef>
              <a:spcAft>
                <a:spcPts val="0"/>
              </a:spcAft>
              <a:buFontTx/>
              <a:buNone/>
              <a:defRPr sz="900" b="0"/>
            </a:lvl5pPr>
            <a:lvl6pPr marL="0" indent="0" algn="ctr">
              <a:spcBef>
                <a:spcPts val="0"/>
              </a:spcBef>
              <a:spcAft>
                <a:spcPts val="0"/>
              </a:spcAft>
              <a:buFontTx/>
              <a:buNone/>
              <a:defRPr sz="900" b="0"/>
            </a:lvl6pPr>
            <a:lvl7pPr marL="0" indent="0" algn="ctr">
              <a:spcBef>
                <a:spcPts val="0"/>
              </a:spcBef>
              <a:spcAft>
                <a:spcPts val="0"/>
              </a:spcAft>
              <a:buFontTx/>
              <a:buNone/>
              <a:defRPr sz="900" b="0"/>
            </a:lvl7pPr>
            <a:lvl8pPr marL="0" indent="0" algn="ctr">
              <a:spcBef>
                <a:spcPts val="0"/>
              </a:spcBef>
              <a:spcAft>
                <a:spcPts val="0"/>
              </a:spcAft>
              <a:buFontTx/>
              <a:buNone/>
              <a:defRPr sz="900" b="0"/>
            </a:lvl8pPr>
            <a:lvl9pPr marL="0" indent="0" algn="ctr">
              <a:spcBef>
                <a:spcPts val="0"/>
              </a:spcBef>
              <a:spcAft>
                <a:spcPts val="0"/>
              </a:spcAft>
              <a:buFontTx/>
              <a:buNone/>
              <a:defRPr sz="900" b="0"/>
            </a:lvl9pPr>
          </a:lstStyle>
          <a:p>
            <a:r>
              <a:rPr lang="en-US"/>
              <a:t>Bild hinzufügen per </a:t>
            </a:r>
            <a:br>
              <a:rPr lang="en-US"/>
            </a:br>
            <a:r>
              <a:rPr lang="en-US"/>
              <a:t>Klick auf das Symbol</a:t>
            </a:r>
          </a:p>
        </p:txBody>
      </p:sp>
      <p:sp>
        <p:nvSpPr>
          <p:cNvPr id="6" name="Bildplatzhalter 10"/>
          <p:cNvSpPr>
            <a:spLocks noGrp="1"/>
          </p:cNvSpPr>
          <p:nvPr>
            <p:ph type="pic" sz="quarter" idx="21" hasCustomPrompt="1"/>
          </p:nvPr>
        </p:nvSpPr>
        <p:spPr bwMode="ltGray">
          <a:xfrm>
            <a:off x="4572000" y="0"/>
            <a:ext cx="4572000" cy="5143500"/>
          </a:xfrm>
          <a:solidFill>
            <a:schemeClr val="bg2"/>
          </a:solidFill>
        </p:spPr>
        <p:txBody>
          <a:bodyPr tIns="720000" anchor="ctr" anchorCtr="0"/>
          <a:lstStyle>
            <a:lvl1pPr marL="0" indent="0" algn="ctr">
              <a:spcBef>
                <a:spcPts val="0"/>
              </a:spcBef>
              <a:spcAft>
                <a:spcPts val="0"/>
              </a:spcAft>
              <a:buFontTx/>
              <a:buNone/>
              <a:defRPr sz="900" b="0">
                <a:solidFill>
                  <a:schemeClr val="bg1"/>
                </a:solidFill>
              </a:defRPr>
            </a:lvl1pPr>
            <a:lvl2pPr marL="0" indent="0" algn="ctr">
              <a:spcBef>
                <a:spcPts val="0"/>
              </a:spcBef>
              <a:spcAft>
                <a:spcPts val="0"/>
              </a:spcAft>
              <a:buFontTx/>
              <a:buNone/>
              <a:defRPr sz="900" b="0">
                <a:solidFill>
                  <a:schemeClr val="bg1"/>
                </a:solidFill>
              </a:defRPr>
            </a:lvl2pPr>
            <a:lvl3pPr marL="0" indent="0" algn="ctr">
              <a:spcBef>
                <a:spcPts val="0"/>
              </a:spcBef>
              <a:spcAft>
                <a:spcPts val="0"/>
              </a:spcAft>
              <a:buFontTx/>
              <a:buNone/>
              <a:defRPr sz="900" b="0">
                <a:solidFill>
                  <a:schemeClr val="bg1"/>
                </a:solidFill>
              </a:defRPr>
            </a:lvl3pPr>
            <a:lvl4pPr marL="0" indent="0" algn="ctr">
              <a:spcBef>
                <a:spcPts val="0"/>
              </a:spcBef>
              <a:spcAft>
                <a:spcPts val="0"/>
              </a:spcAft>
              <a:buFontTx/>
              <a:buNone/>
              <a:defRPr sz="900" b="0">
                <a:solidFill>
                  <a:schemeClr val="bg1"/>
                </a:solidFill>
              </a:defRPr>
            </a:lvl4pPr>
            <a:lvl5pPr marL="0" indent="0" algn="ctr">
              <a:spcBef>
                <a:spcPts val="0"/>
              </a:spcBef>
              <a:spcAft>
                <a:spcPts val="0"/>
              </a:spcAft>
              <a:buFontTx/>
              <a:buNone/>
              <a:defRPr sz="900" b="0">
                <a:solidFill>
                  <a:schemeClr val="bg1"/>
                </a:solidFill>
              </a:defRPr>
            </a:lvl5pPr>
            <a:lvl6pPr marL="0" indent="0" algn="ctr">
              <a:spcBef>
                <a:spcPts val="0"/>
              </a:spcBef>
              <a:spcAft>
                <a:spcPts val="0"/>
              </a:spcAft>
              <a:buFontTx/>
              <a:buNone/>
              <a:defRPr sz="900" b="0">
                <a:solidFill>
                  <a:schemeClr val="bg1"/>
                </a:solidFill>
              </a:defRPr>
            </a:lvl6pPr>
            <a:lvl7pPr marL="0" indent="0" algn="ctr">
              <a:spcBef>
                <a:spcPts val="0"/>
              </a:spcBef>
              <a:spcAft>
                <a:spcPts val="0"/>
              </a:spcAft>
              <a:buFontTx/>
              <a:buNone/>
              <a:defRPr sz="900" b="0">
                <a:solidFill>
                  <a:schemeClr val="bg1"/>
                </a:solidFill>
              </a:defRPr>
            </a:lvl7pPr>
            <a:lvl8pPr marL="0" indent="0" algn="ctr">
              <a:spcBef>
                <a:spcPts val="0"/>
              </a:spcBef>
              <a:spcAft>
                <a:spcPts val="0"/>
              </a:spcAft>
              <a:buFontTx/>
              <a:buNone/>
              <a:defRPr sz="900" b="0">
                <a:solidFill>
                  <a:schemeClr val="bg1"/>
                </a:solidFill>
              </a:defRPr>
            </a:lvl8pPr>
            <a:lvl9pPr marL="0" indent="0" algn="ctr">
              <a:spcBef>
                <a:spcPts val="0"/>
              </a:spcBef>
              <a:spcAft>
                <a:spcPts val="0"/>
              </a:spcAft>
              <a:buFontTx/>
              <a:buNone/>
              <a:defRPr sz="900" b="0">
                <a:solidFill>
                  <a:schemeClr val="bg1"/>
                </a:solidFill>
              </a:defRPr>
            </a:lvl9pPr>
          </a:lstStyle>
          <a:p>
            <a:pPr lvl="0"/>
            <a:r>
              <a:rPr lang="en-US"/>
              <a:t>Add picture</a:t>
            </a:r>
          </a:p>
        </p:txBody>
      </p:sp>
      <p:sp>
        <p:nvSpPr>
          <p:cNvPr id="7" name="Textplatzhalter 6"/>
          <p:cNvSpPr>
            <a:spLocks noGrp="1"/>
          </p:cNvSpPr>
          <p:nvPr>
            <p:ph type="body" sz="quarter" idx="18" hasCustomPrompt="1"/>
          </p:nvPr>
        </p:nvSpPr>
        <p:spPr bwMode="gray">
          <a:xfrm>
            <a:off x="359570" y="1059960"/>
            <a:ext cx="4104085" cy="3294000"/>
          </a:xfrm>
        </p:spPr>
        <p:txBody>
          <a:bodyPr/>
          <a:lstStyle>
            <a:lvl1pPr marL="0" indent="0">
              <a:lnSpc>
                <a:spcPct val="120000"/>
              </a:lnSpc>
              <a:spcAft>
                <a:spcPts val="0"/>
              </a:spcAft>
              <a:buNone/>
              <a:defRPr sz="2400" b="1">
                <a:solidFill>
                  <a:schemeClr val="bg1"/>
                </a:solidFill>
                <a:latin typeface="+mj-lt"/>
              </a:defRPr>
            </a:lvl1pPr>
            <a:lvl2pPr marL="0" indent="0">
              <a:lnSpc>
                <a:spcPct val="120000"/>
              </a:lnSpc>
              <a:spcAft>
                <a:spcPts val="0"/>
              </a:spcAft>
              <a:buNone/>
              <a:defRPr sz="2400" b="1">
                <a:solidFill>
                  <a:schemeClr val="tx2"/>
                </a:solidFill>
                <a:latin typeface="+mj-lt"/>
              </a:defRPr>
            </a:lvl2pPr>
            <a:lvl3pPr marL="0" indent="0">
              <a:lnSpc>
                <a:spcPct val="120000"/>
              </a:lnSpc>
              <a:spcAft>
                <a:spcPts val="0"/>
              </a:spcAft>
              <a:buNone/>
              <a:defRPr sz="2400" b="1">
                <a:solidFill>
                  <a:schemeClr val="tx2"/>
                </a:solidFill>
                <a:latin typeface="+mj-lt"/>
              </a:defRPr>
            </a:lvl3pPr>
            <a:lvl4pPr marL="0" indent="0">
              <a:lnSpc>
                <a:spcPct val="120000"/>
              </a:lnSpc>
              <a:spcAft>
                <a:spcPts val="0"/>
              </a:spcAft>
              <a:buNone/>
              <a:defRPr sz="2400" b="1">
                <a:solidFill>
                  <a:schemeClr val="tx2"/>
                </a:solidFill>
                <a:latin typeface="+mj-lt"/>
              </a:defRPr>
            </a:lvl4pPr>
            <a:lvl5pPr marL="0" indent="0">
              <a:lnSpc>
                <a:spcPct val="120000"/>
              </a:lnSpc>
              <a:spcAft>
                <a:spcPts val="0"/>
              </a:spcAft>
              <a:buNone/>
              <a:defRPr sz="2400" b="1">
                <a:solidFill>
                  <a:schemeClr val="tx2"/>
                </a:solidFill>
                <a:latin typeface="+mj-lt"/>
              </a:defRPr>
            </a:lvl5pPr>
            <a:lvl6pPr marL="0" indent="0">
              <a:lnSpc>
                <a:spcPct val="120000"/>
              </a:lnSpc>
              <a:spcAft>
                <a:spcPts val="0"/>
              </a:spcAft>
              <a:buNone/>
              <a:defRPr sz="2400" b="1">
                <a:solidFill>
                  <a:schemeClr val="tx2"/>
                </a:solidFill>
                <a:latin typeface="+mj-lt"/>
              </a:defRPr>
            </a:lvl6pPr>
            <a:lvl7pPr marL="0" indent="0">
              <a:lnSpc>
                <a:spcPct val="120000"/>
              </a:lnSpc>
              <a:spcAft>
                <a:spcPts val="0"/>
              </a:spcAft>
              <a:buNone/>
              <a:defRPr sz="2400" b="1">
                <a:solidFill>
                  <a:schemeClr val="tx2"/>
                </a:solidFill>
                <a:latin typeface="+mj-lt"/>
              </a:defRPr>
            </a:lvl7pPr>
            <a:lvl8pPr marL="0" indent="0">
              <a:lnSpc>
                <a:spcPct val="120000"/>
              </a:lnSpc>
              <a:spcAft>
                <a:spcPts val="0"/>
              </a:spcAft>
              <a:buNone/>
              <a:defRPr sz="2400" b="1">
                <a:solidFill>
                  <a:schemeClr val="tx2"/>
                </a:solidFill>
                <a:latin typeface="+mj-lt"/>
              </a:defRPr>
            </a:lvl8pPr>
            <a:lvl9pPr marL="0" indent="0">
              <a:lnSpc>
                <a:spcPct val="120000"/>
              </a:lnSpc>
              <a:spcAft>
                <a:spcPts val="0"/>
              </a:spcAft>
              <a:buNone/>
              <a:defRPr sz="24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360000" y="4353948"/>
            <a:ext cx="4104000" cy="108000"/>
          </a:xfrm>
        </p:spPr>
        <p:txBody>
          <a:bodyPr anchor="b"/>
          <a:lstStyle>
            <a:lvl1pPr marL="0" indent="0">
              <a:lnSpc>
                <a:spcPct val="100000"/>
              </a:lnSpc>
              <a:spcBef>
                <a:spcPts val="0"/>
              </a:spcBef>
              <a:spcAft>
                <a:spcPts val="0"/>
              </a:spcAft>
              <a:buFont typeface="Arial" panose="020B0604020202020204" pitchFamily="34" charset="0"/>
              <a:buNone/>
              <a:defRPr sz="600" b="0">
                <a:solidFill>
                  <a:schemeClr val="bg1"/>
                </a:solidFill>
              </a:defRPr>
            </a:lvl1pPr>
            <a:lvl2pPr marL="0" indent="0">
              <a:lnSpc>
                <a:spcPct val="100000"/>
              </a:lnSpc>
              <a:spcBef>
                <a:spcPts val="0"/>
              </a:spcBef>
              <a:spcAft>
                <a:spcPts val="0"/>
              </a:spcAft>
              <a:buFont typeface="Arial" panose="020B0604020202020204" pitchFamily="34" charset="0"/>
              <a:buNone/>
              <a:defRPr sz="600" b="0">
                <a:solidFill>
                  <a:schemeClr val="bg1"/>
                </a:solidFill>
              </a:defRPr>
            </a:lvl2pPr>
            <a:lvl3pPr marL="0" indent="0">
              <a:lnSpc>
                <a:spcPct val="100000"/>
              </a:lnSpc>
              <a:spcBef>
                <a:spcPts val="0"/>
              </a:spcBef>
              <a:spcAft>
                <a:spcPts val="0"/>
              </a:spcAft>
              <a:buNone/>
              <a:defRPr sz="600" b="0">
                <a:solidFill>
                  <a:schemeClr val="bg1"/>
                </a:solidFill>
              </a:defRPr>
            </a:lvl3pPr>
            <a:lvl4pPr marL="0" indent="0">
              <a:lnSpc>
                <a:spcPct val="100000"/>
              </a:lnSpc>
              <a:spcBef>
                <a:spcPts val="0"/>
              </a:spcBef>
              <a:spcAft>
                <a:spcPts val="0"/>
              </a:spcAft>
              <a:buNone/>
              <a:defRPr sz="600" b="0">
                <a:solidFill>
                  <a:schemeClr val="bg1"/>
                </a:solidFill>
              </a:defRPr>
            </a:lvl4pPr>
            <a:lvl5pPr marL="0" indent="0">
              <a:lnSpc>
                <a:spcPct val="100000"/>
              </a:lnSpc>
              <a:spcBef>
                <a:spcPts val="0"/>
              </a:spcBef>
              <a:spcAft>
                <a:spcPts val="0"/>
              </a:spcAft>
              <a:buNone/>
              <a:defRPr sz="600" b="0">
                <a:solidFill>
                  <a:schemeClr val="bg1"/>
                </a:solidFill>
              </a:defRPr>
            </a:lvl5pPr>
            <a:lvl6pPr marL="0" indent="0">
              <a:lnSpc>
                <a:spcPct val="100000"/>
              </a:lnSpc>
              <a:spcBef>
                <a:spcPts val="0"/>
              </a:spcBef>
              <a:spcAft>
                <a:spcPts val="0"/>
              </a:spcAft>
              <a:buNone/>
              <a:defRPr sz="600" b="0">
                <a:solidFill>
                  <a:schemeClr val="bg1"/>
                </a:solidFill>
              </a:defRPr>
            </a:lvl6pPr>
            <a:lvl7pPr marL="0" indent="0">
              <a:lnSpc>
                <a:spcPct val="100000"/>
              </a:lnSpc>
              <a:spcBef>
                <a:spcPts val="0"/>
              </a:spcBef>
              <a:spcAft>
                <a:spcPts val="0"/>
              </a:spcAft>
              <a:buNone/>
              <a:defRPr sz="600" b="0">
                <a:solidFill>
                  <a:schemeClr val="bg1"/>
                </a:solidFill>
              </a:defRPr>
            </a:lvl7pPr>
            <a:lvl8pPr marL="0" indent="0">
              <a:lnSpc>
                <a:spcPct val="100000"/>
              </a:lnSpc>
              <a:spcBef>
                <a:spcPts val="0"/>
              </a:spcBef>
              <a:spcAft>
                <a:spcPts val="0"/>
              </a:spcAft>
              <a:buNone/>
              <a:defRPr sz="600" b="0">
                <a:solidFill>
                  <a:schemeClr val="bg1"/>
                </a:solidFill>
              </a:defRPr>
            </a:lvl8pPr>
            <a:lvl9pPr marL="0" indent="0">
              <a:lnSpc>
                <a:spcPct val="100000"/>
              </a:lnSpc>
              <a:spcBef>
                <a:spcPts val="0"/>
              </a:spcBef>
              <a:spcAft>
                <a:spcPts val="0"/>
              </a:spcAft>
              <a:buNone/>
              <a:defRPr sz="600" b="0">
                <a:solidFill>
                  <a:schemeClr val="bg1"/>
                </a:solidFill>
              </a:defRPr>
            </a:lvl9pPr>
          </a:lstStyle>
          <a:p>
            <a:pPr lvl="0"/>
            <a:r>
              <a:rPr lang="en-US"/>
              <a:t>Footnote/Source</a:t>
            </a:r>
          </a:p>
        </p:txBody>
      </p:sp>
      <p:sp>
        <p:nvSpPr>
          <p:cNvPr id="13" name="Fußzeilenplatzhalter 12"/>
          <p:cNvSpPr>
            <a:spLocks noGrp="1"/>
          </p:cNvSpPr>
          <p:nvPr>
            <p:ph type="ftr" sz="quarter" idx="29"/>
          </p:nvPr>
        </p:nvSpPr>
        <p:spPr bwMode="gray"/>
        <p:txBody>
          <a:bodyPr/>
          <a:lstStyle>
            <a:lvl1pPr>
              <a:defRPr>
                <a:solidFill>
                  <a:schemeClr val="bg1"/>
                </a:solidFill>
              </a:defRPr>
            </a:lvl1pPr>
          </a:lstStyle>
          <a:p>
            <a:r>
              <a:rPr lang="en-US"/>
              <a:t>Presentation title    |    ONLY FOR INTERNAL USE</a:t>
            </a:r>
          </a:p>
        </p:txBody>
      </p:sp>
      <p:sp>
        <p:nvSpPr>
          <p:cNvPr id="14" name="Foliennummernplatzhalter 13"/>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t>‹#›</a:t>
            </a:fld>
            <a:endParaRPr lang="en-US"/>
          </a:p>
        </p:txBody>
      </p:sp>
      <p:sp>
        <p:nvSpPr>
          <p:cNvPr id="2" name="Text Placeholder 8"/>
          <p:cNvSpPr>
            <a:spLocks noGrp="1"/>
          </p:cNvSpPr>
          <p:nvPr>
            <p:ph type="body" sz="quarter" idx="31"/>
          </p:nvPr>
        </p:nvSpPr>
        <p:spPr bwMode="gray">
          <a:xfrm>
            <a:off x="359568" y="4625100"/>
            <a:ext cx="926100" cy="2808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150">
                <a:noFill/>
              </a:defRPr>
            </a:lvl1pPr>
            <a:lvl2pPr marL="0" indent="0">
              <a:lnSpc>
                <a:spcPct val="100000"/>
              </a:lnSpc>
              <a:spcAft>
                <a:spcPts val="0"/>
              </a:spcAft>
              <a:buFontTx/>
              <a:buNone/>
              <a:defRPr sz="150">
                <a:noFill/>
              </a:defRPr>
            </a:lvl2pPr>
            <a:lvl3pPr marL="0" indent="0">
              <a:lnSpc>
                <a:spcPct val="100000"/>
              </a:lnSpc>
              <a:spcAft>
                <a:spcPts val="0"/>
              </a:spcAft>
              <a:buFontTx/>
              <a:buNone/>
              <a:defRPr sz="150">
                <a:noFill/>
              </a:defRPr>
            </a:lvl3pPr>
            <a:lvl4pPr marL="0" indent="0">
              <a:lnSpc>
                <a:spcPct val="100000"/>
              </a:lnSpc>
              <a:spcAft>
                <a:spcPts val="0"/>
              </a:spcAft>
              <a:buFontTx/>
              <a:buNone/>
              <a:defRPr sz="150">
                <a:noFill/>
              </a:defRPr>
            </a:lvl4pPr>
            <a:lvl5pPr marL="0" indent="0">
              <a:lnSpc>
                <a:spcPct val="100000"/>
              </a:lnSpc>
              <a:spcAft>
                <a:spcPts val="0"/>
              </a:spcAft>
              <a:buFontTx/>
              <a:buNone/>
              <a:defRPr sz="150">
                <a:noFill/>
              </a:defRPr>
            </a:lvl5pPr>
          </a:lstStyle>
          <a:p>
            <a:pPr lvl="0"/>
            <a:r>
              <a:rPr lang="en-US"/>
              <a:t>Click to edit Master text styles</a:t>
            </a:r>
          </a:p>
        </p:txBody>
      </p:sp>
      <p:grpSp>
        <p:nvGrpSpPr>
          <p:cNvPr id="17" name="Group 16"/>
          <p:cNvGrpSpPr/>
          <p:nvPr userDrawn="1"/>
        </p:nvGrpSpPr>
        <p:grpSpPr bwMode="gray">
          <a:xfrm>
            <a:off x="-1422666" y="0"/>
            <a:ext cx="1286309" cy="2808312"/>
            <a:chOff x="-1824880" y="2708920"/>
            <a:chExt cx="1715078" cy="3744416"/>
          </a:xfrm>
        </p:grpSpPr>
        <p:sp>
          <p:nvSpPr>
            <p:cNvPr id="18" name="TextBox 17"/>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450"/>
                </a:spcAft>
              </a:pPr>
              <a:r>
                <a:rPr lang="en-US" sz="825" b="1">
                  <a:solidFill>
                    <a:schemeClr val="tx1"/>
                  </a:solidFill>
                  <a:effectLst/>
                  <a:latin typeface="+mj-lt"/>
                </a:rPr>
                <a:t>To insert a picture:</a:t>
              </a:r>
            </a:p>
            <a:p>
              <a:pPr marL="107950" indent="-107950">
                <a:lnSpc>
                  <a:spcPct val="120000"/>
                </a:lnSpc>
                <a:spcAft>
                  <a:spcPts val="450"/>
                </a:spcAft>
                <a:buFont typeface="+mj-lt"/>
                <a:buAutoNum type="arabicPeriod"/>
              </a:pPr>
              <a:r>
                <a:rPr lang="en-US" sz="675">
                  <a:solidFill>
                    <a:schemeClr val="tx1"/>
                  </a:solidFill>
                  <a:effectLst/>
                  <a:latin typeface="+mn-lt"/>
                </a:rPr>
                <a:t>Click on the placeholder for pictures</a:t>
              </a:r>
            </a:p>
            <a:p>
              <a:pPr marL="107950" indent="-107950">
                <a:lnSpc>
                  <a:spcPct val="120000"/>
                </a:lnSpc>
                <a:spcAft>
                  <a:spcPts val="450"/>
                </a:spcAft>
                <a:buFont typeface="+mj-lt"/>
                <a:buAutoNum type="arabicPeriod"/>
              </a:pPr>
              <a:r>
                <a:rPr lang="en-US" sz="675">
                  <a:solidFill>
                    <a:schemeClr val="tx1"/>
                  </a:solidFill>
                  <a:effectLst/>
                  <a:latin typeface="+mn-lt"/>
                </a:rPr>
                <a:t>Open the menu “Insert”</a:t>
              </a:r>
            </a:p>
            <a:p>
              <a:pPr marL="107950" indent="-107950">
                <a:lnSpc>
                  <a:spcPct val="120000"/>
                </a:lnSpc>
                <a:spcAft>
                  <a:spcPts val="450"/>
                </a:spcAft>
                <a:buFont typeface="+mj-lt"/>
                <a:buAutoNum type="arabicPeriod"/>
              </a:pPr>
              <a:r>
                <a:rPr lang="en-US" sz="675">
                  <a:solidFill>
                    <a:schemeClr val="tx1"/>
                  </a:solidFill>
                  <a:effectLst/>
                  <a:latin typeface="+mn-lt"/>
                </a:rPr>
                <a:t>Choose “Pictures” and then the corresponding source where the image is located</a:t>
              </a:r>
              <a:endParaRPr lang="en-US" sz="675">
                <a:solidFill>
                  <a:schemeClr val="tx1"/>
                </a:solidFill>
                <a:latin typeface="+mn-lt"/>
              </a:endParaRPr>
            </a:p>
          </p:txBody>
        </p:sp>
        <p:pic>
          <p:nvPicPr>
            <p:cNvPr id="19" name="Picture 18"/>
            <p:cNvPicPr>
              <a:picLocks noChangeAspect="1"/>
            </p:cNvPicPr>
            <p:nvPr userDrawn="1"/>
          </p:nvPicPr>
          <p:blipFill rotWithShape="1">
            <a:blip r:embed="rId4"/>
            <a:srcRect l="8843" r="2395" b="2546"/>
            <a:stretch>
              <a:fillRect/>
            </a:stretch>
          </p:blipFill>
          <p:spPr bwMode="gray">
            <a:xfrm>
              <a:off x="-1589806" y="4475212"/>
              <a:ext cx="745332" cy="1122804"/>
            </a:xfrm>
            <a:prstGeom prst="roundRect">
              <a:avLst>
                <a:gd name="adj" fmla="val 3514"/>
              </a:avLst>
            </a:prstGeom>
          </p:spPr>
        </p:pic>
        <p:sp>
          <p:nvSpPr>
            <p:cNvPr id="20" name="TextBox 19"/>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07950" indent="-107950">
                <a:spcAft>
                  <a:spcPts val="450"/>
                </a:spcAft>
                <a:buFont typeface="+mj-lt"/>
                <a:buAutoNum type="arabicPeriod" startAt="4"/>
              </a:pPr>
              <a:r>
                <a:rPr lang="en-US" sz="675">
                  <a:solidFill>
                    <a:schemeClr val="tx1"/>
                  </a:solidFill>
                  <a:effectLst/>
                  <a:latin typeface="+mn-lt"/>
                </a:rPr>
                <a:t>Now the image has </a:t>
              </a:r>
              <a:br>
                <a:rPr lang="en-US" sz="675">
                  <a:solidFill>
                    <a:schemeClr val="tx1"/>
                  </a:solidFill>
                  <a:effectLst/>
                  <a:latin typeface="+mn-lt"/>
                </a:rPr>
              </a:br>
              <a:r>
                <a:rPr lang="en-US" sz="675">
                  <a:solidFill>
                    <a:schemeClr val="tx1"/>
                  </a:solidFill>
                  <a:effectLst/>
                  <a:latin typeface="+mn-lt"/>
                </a:rPr>
                <a:t>been loaded into the </a:t>
              </a:r>
              <a:br>
                <a:rPr lang="en-US" sz="675">
                  <a:solidFill>
                    <a:schemeClr val="tx1"/>
                  </a:solidFill>
                  <a:effectLst/>
                  <a:latin typeface="+mn-lt"/>
                </a:rPr>
              </a:br>
              <a:r>
                <a:rPr lang="en-US" sz="675">
                  <a:solidFill>
                    <a:schemeClr val="tx1"/>
                  </a:solidFill>
                  <a:effectLst/>
                  <a:latin typeface="+mn-lt"/>
                </a:rPr>
                <a:t>placeholder.</a:t>
              </a:r>
              <a:endParaRPr lang="en-US" sz="675">
                <a:solidFill>
                  <a:schemeClr val="tx1"/>
                </a:solidFill>
                <a:latin typeface="+mn-lt"/>
              </a:endParaRPr>
            </a:p>
          </p:txBody>
        </p:sp>
      </p:grpSp>
      <p:sp>
        <p:nvSpPr>
          <p:cNvPr id="3" name="Arrow: Pentagon 6"/>
          <p:cNvSpPr/>
          <p:nvPr userDrawn="1"/>
        </p:nvSpPr>
        <p:spPr bwMode="gray">
          <a:xfrm flipH="1">
            <a:off x="9162660" y="411510"/>
            <a:ext cx="1242000" cy="324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35000" rtlCol="0" anchor="ctr"/>
          <a:lstStyle/>
          <a:p>
            <a:pPr algn="l">
              <a:lnSpc>
                <a:spcPct val="140000"/>
              </a:lnSpc>
            </a:pPr>
            <a:r>
              <a:rPr lang="en-GB" sz="600" b="1">
                <a:solidFill>
                  <a:srgbClr val="076D7E"/>
                </a:solidFill>
                <a:latin typeface="+mj-lt"/>
              </a:rPr>
              <a:t>This layout requires two pictures in the background</a:t>
            </a:r>
            <a:endParaRPr lang="en-US" sz="600" b="1">
              <a:solidFill>
                <a:srgbClr val="076D7E"/>
              </a:solidFill>
              <a:latin typeface="+mj-lt"/>
            </a:endParaRPr>
          </a:p>
        </p:txBody>
      </p:sp>
    </p:spTree>
  </p:cSld>
  <p:clrMapOvr>
    <a:masterClrMapping/>
  </p:clrMapOvr>
</p:sldLayout>
</file>

<file path=ppt/slideLayouts/slideLayout155.xml><?xml version="1.0" encoding="utf-8"?>
<p:sldLayout xmlns:a="http://schemas.openxmlformats.org/drawingml/2006/main" xmlns:r="http://schemas.openxmlformats.org/officeDocument/2006/relationships" xmlns:p="http://schemas.openxmlformats.org/presentationml/2006/main" preserve="1" userDrawn="1">
  <p:cSld name="Key message and image division (2)">
    <p:spTree>
      <p:nvGrpSpPr>
        <p:cNvPr id="1" name=""/>
        <p:cNvGrpSpPr/>
        <p:nvPr/>
      </p:nvGrpSpPr>
      <p:grpSpPr>
        <a:xfrm>
          <a:off x="0" y="0"/>
          <a:ext cx="0" cy="0"/>
          <a:chOff x="0" y="0"/>
          <a:chExt cx="0" cy="0"/>
        </a:xfrm>
      </p:grpSpPr>
      <p:sp>
        <p:nvSpPr>
          <p:cNvPr id="4" name="Bildplatzhalter 10"/>
          <p:cNvSpPr>
            <a:spLocks noGrp="1"/>
          </p:cNvSpPr>
          <p:nvPr>
            <p:ph type="pic" sz="quarter" idx="10" hasCustomPrompt="1"/>
          </p:nvPr>
        </p:nvSpPr>
        <p:spPr bwMode="ltGray">
          <a:xfrm>
            <a:off x="0" y="0"/>
            <a:ext cx="6111478" cy="5143500"/>
          </a:xfrm>
          <a:solidFill>
            <a:schemeClr val="bg2"/>
          </a:solidFill>
        </p:spPr>
        <p:txBody>
          <a:bodyPr tIns="1080000" anchor="ctr" anchorCtr="0"/>
          <a:lstStyle>
            <a:lvl1pPr marL="0" indent="0" algn="ctr">
              <a:spcBef>
                <a:spcPts val="0"/>
              </a:spcBef>
              <a:spcAft>
                <a:spcPts val="0"/>
              </a:spcAft>
              <a:buFontTx/>
              <a:buNone/>
              <a:defRPr sz="900" b="0">
                <a:solidFill>
                  <a:schemeClr val="bg1"/>
                </a:solidFill>
              </a:defRPr>
            </a:lvl1pPr>
            <a:lvl2pPr marL="0" indent="0" algn="ctr">
              <a:spcBef>
                <a:spcPts val="0"/>
              </a:spcBef>
              <a:spcAft>
                <a:spcPts val="0"/>
              </a:spcAft>
              <a:buFontTx/>
              <a:buNone/>
              <a:defRPr sz="900" b="0"/>
            </a:lvl2pPr>
            <a:lvl3pPr marL="0" indent="0" algn="ctr">
              <a:spcBef>
                <a:spcPts val="0"/>
              </a:spcBef>
              <a:spcAft>
                <a:spcPts val="0"/>
              </a:spcAft>
              <a:buFontTx/>
              <a:buNone/>
              <a:defRPr sz="900" b="0"/>
            </a:lvl3pPr>
            <a:lvl4pPr marL="0" indent="0" algn="ctr">
              <a:spcBef>
                <a:spcPts val="0"/>
              </a:spcBef>
              <a:spcAft>
                <a:spcPts val="0"/>
              </a:spcAft>
              <a:buFontTx/>
              <a:buNone/>
              <a:defRPr sz="900" b="0"/>
            </a:lvl4pPr>
            <a:lvl5pPr marL="0" indent="0" algn="ctr">
              <a:spcBef>
                <a:spcPts val="0"/>
              </a:spcBef>
              <a:spcAft>
                <a:spcPts val="0"/>
              </a:spcAft>
              <a:buFontTx/>
              <a:buNone/>
              <a:defRPr sz="900" b="0"/>
            </a:lvl5pPr>
            <a:lvl6pPr marL="0" indent="0" algn="ctr">
              <a:spcBef>
                <a:spcPts val="0"/>
              </a:spcBef>
              <a:spcAft>
                <a:spcPts val="0"/>
              </a:spcAft>
              <a:buFontTx/>
              <a:buNone/>
              <a:defRPr sz="900" b="0"/>
            </a:lvl6pPr>
            <a:lvl7pPr marL="0" indent="0" algn="ctr">
              <a:spcBef>
                <a:spcPts val="0"/>
              </a:spcBef>
              <a:spcAft>
                <a:spcPts val="0"/>
              </a:spcAft>
              <a:buFontTx/>
              <a:buNone/>
              <a:defRPr sz="900" b="0"/>
            </a:lvl7pPr>
            <a:lvl8pPr marL="0" indent="0" algn="ctr">
              <a:spcBef>
                <a:spcPts val="0"/>
              </a:spcBef>
              <a:spcAft>
                <a:spcPts val="0"/>
              </a:spcAft>
              <a:buFontTx/>
              <a:buNone/>
              <a:defRPr sz="900" b="0"/>
            </a:lvl8pPr>
            <a:lvl9pPr marL="0" indent="0" algn="ctr">
              <a:spcBef>
                <a:spcPts val="0"/>
              </a:spcBef>
              <a:spcAft>
                <a:spcPts val="0"/>
              </a:spcAft>
              <a:buFontTx/>
              <a:buNone/>
              <a:defRPr sz="900" b="0"/>
            </a:lvl9pPr>
          </a:lstStyle>
          <a:p>
            <a:r>
              <a:rPr lang="en-US"/>
              <a:t>Bild hinzufügen per </a:t>
            </a:r>
            <a:br>
              <a:rPr lang="en-US"/>
            </a:br>
            <a:r>
              <a:rPr lang="en-US"/>
              <a:t>Klick auf das Symbol</a:t>
            </a:r>
          </a:p>
        </p:txBody>
      </p:sp>
      <p:sp>
        <p:nvSpPr>
          <p:cNvPr id="12" name="Bildplatzhalter 10"/>
          <p:cNvSpPr>
            <a:spLocks noGrp="1"/>
          </p:cNvSpPr>
          <p:nvPr>
            <p:ph type="pic" sz="quarter" idx="21" hasCustomPrompt="1"/>
          </p:nvPr>
        </p:nvSpPr>
        <p:spPr bwMode="ltGray">
          <a:xfrm>
            <a:off x="6111478" y="0"/>
            <a:ext cx="3032522" cy="5143500"/>
          </a:xfrm>
          <a:solidFill>
            <a:schemeClr val="bg2"/>
          </a:solidFill>
        </p:spPr>
        <p:txBody>
          <a:bodyPr tIns="720000" anchor="ctr" anchorCtr="0"/>
          <a:lstStyle>
            <a:lvl1pPr marL="0" indent="0" algn="ctr">
              <a:spcBef>
                <a:spcPts val="0"/>
              </a:spcBef>
              <a:spcAft>
                <a:spcPts val="0"/>
              </a:spcAft>
              <a:buFontTx/>
              <a:buNone/>
              <a:defRPr sz="900" b="0">
                <a:solidFill>
                  <a:schemeClr val="bg1"/>
                </a:solidFill>
              </a:defRPr>
            </a:lvl1pPr>
            <a:lvl2pPr marL="0" indent="0" algn="ctr">
              <a:spcBef>
                <a:spcPts val="0"/>
              </a:spcBef>
              <a:spcAft>
                <a:spcPts val="0"/>
              </a:spcAft>
              <a:buFontTx/>
              <a:buNone/>
              <a:defRPr sz="900" b="0">
                <a:solidFill>
                  <a:schemeClr val="bg1"/>
                </a:solidFill>
              </a:defRPr>
            </a:lvl2pPr>
            <a:lvl3pPr marL="0" indent="0" algn="ctr">
              <a:spcBef>
                <a:spcPts val="0"/>
              </a:spcBef>
              <a:spcAft>
                <a:spcPts val="0"/>
              </a:spcAft>
              <a:buFontTx/>
              <a:buNone/>
              <a:defRPr sz="900" b="0">
                <a:solidFill>
                  <a:schemeClr val="bg1"/>
                </a:solidFill>
              </a:defRPr>
            </a:lvl3pPr>
            <a:lvl4pPr marL="0" indent="0" algn="ctr">
              <a:spcBef>
                <a:spcPts val="0"/>
              </a:spcBef>
              <a:spcAft>
                <a:spcPts val="0"/>
              </a:spcAft>
              <a:buFontTx/>
              <a:buNone/>
              <a:defRPr sz="900" b="0">
                <a:solidFill>
                  <a:schemeClr val="bg1"/>
                </a:solidFill>
              </a:defRPr>
            </a:lvl4pPr>
            <a:lvl5pPr marL="0" indent="0" algn="ctr">
              <a:spcBef>
                <a:spcPts val="0"/>
              </a:spcBef>
              <a:spcAft>
                <a:spcPts val="0"/>
              </a:spcAft>
              <a:buFontTx/>
              <a:buNone/>
              <a:defRPr sz="900" b="0">
                <a:solidFill>
                  <a:schemeClr val="bg1"/>
                </a:solidFill>
              </a:defRPr>
            </a:lvl5pPr>
            <a:lvl6pPr marL="0" indent="0" algn="ctr">
              <a:spcBef>
                <a:spcPts val="0"/>
              </a:spcBef>
              <a:spcAft>
                <a:spcPts val="0"/>
              </a:spcAft>
              <a:buFontTx/>
              <a:buNone/>
              <a:defRPr sz="900" b="0">
                <a:solidFill>
                  <a:schemeClr val="bg1"/>
                </a:solidFill>
              </a:defRPr>
            </a:lvl6pPr>
            <a:lvl7pPr marL="0" indent="0" algn="ctr">
              <a:spcBef>
                <a:spcPts val="0"/>
              </a:spcBef>
              <a:spcAft>
                <a:spcPts val="0"/>
              </a:spcAft>
              <a:buFontTx/>
              <a:buNone/>
              <a:defRPr sz="900" b="0">
                <a:solidFill>
                  <a:schemeClr val="bg1"/>
                </a:solidFill>
              </a:defRPr>
            </a:lvl7pPr>
            <a:lvl8pPr marL="0" indent="0" algn="ctr">
              <a:spcBef>
                <a:spcPts val="0"/>
              </a:spcBef>
              <a:spcAft>
                <a:spcPts val="0"/>
              </a:spcAft>
              <a:buFontTx/>
              <a:buNone/>
              <a:defRPr sz="900" b="0">
                <a:solidFill>
                  <a:schemeClr val="bg1"/>
                </a:solidFill>
              </a:defRPr>
            </a:lvl8pPr>
            <a:lvl9pPr marL="0" indent="0" algn="ctr">
              <a:spcBef>
                <a:spcPts val="0"/>
              </a:spcBef>
              <a:spcAft>
                <a:spcPts val="0"/>
              </a:spcAft>
              <a:buFontTx/>
              <a:buNone/>
              <a:defRPr sz="900" b="0">
                <a:solidFill>
                  <a:schemeClr val="bg1"/>
                </a:solidFill>
              </a:defRPr>
            </a:lvl9pPr>
          </a:lstStyle>
          <a:p>
            <a:pPr lvl="0"/>
            <a:r>
              <a:rPr lang="en-US"/>
              <a:t>Add picture</a:t>
            </a:r>
          </a:p>
        </p:txBody>
      </p:sp>
      <p:sp>
        <p:nvSpPr>
          <p:cNvPr id="7" name="Textplatzhalter 6"/>
          <p:cNvSpPr>
            <a:spLocks noGrp="1"/>
          </p:cNvSpPr>
          <p:nvPr>
            <p:ph type="body" sz="quarter" idx="18" hasCustomPrompt="1"/>
          </p:nvPr>
        </p:nvSpPr>
        <p:spPr bwMode="gray">
          <a:xfrm>
            <a:off x="359569" y="1059656"/>
            <a:ext cx="5535216" cy="3294000"/>
          </a:xfrm>
        </p:spPr>
        <p:txBody>
          <a:bodyPr/>
          <a:lstStyle>
            <a:lvl1pPr marL="0" indent="0">
              <a:lnSpc>
                <a:spcPct val="120000"/>
              </a:lnSpc>
              <a:spcAft>
                <a:spcPts val="0"/>
              </a:spcAft>
              <a:buNone/>
              <a:defRPr sz="2400" b="1">
                <a:solidFill>
                  <a:schemeClr val="bg1"/>
                </a:solidFill>
                <a:latin typeface="+mj-lt"/>
              </a:defRPr>
            </a:lvl1pPr>
            <a:lvl2pPr marL="0" indent="0">
              <a:lnSpc>
                <a:spcPct val="120000"/>
              </a:lnSpc>
              <a:spcAft>
                <a:spcPts val="0"/>
              </a:spcAft>
              <a:buNone/>
              <a:defRPr sz="2400" b="1">
                <a:solidFill>
                  <a:schemeClr val="tx2"/>
                </a:solidFill>
                <a:latin typeface="+mj-lt"/>
              </a:defRPr>
            </a:lvl2pPr>
            <a:lvl3pPr marL="0" indent="0">
              <a:lnSpc>
                <a:spcPct val="120000"/>
              </a:lnSpc>
              <a:spcAft>
                <a:spcPts val="0"/>
              </a:spcAft>
              <a:buNone/>
              <a:defRPr sz="2400" b="1">
                <a:solidFill>
                  <a:schemeClr val="tx2"/>
                </a:solidFill>
                <a:latin typeface="+mj-lt"/>
              </a:defRPr>
            </a:lvl3pPr>
            <a:lvl4pPr marL="0" indent="0">
              <a:lnSpc>
                <a:spcPct val="120000"/>
              </a:lnSpc>
              <a:spcAft>
                <a:spcPts val="0"/>
              </a:spcAft>
              <a:buNone/>
              <a:defRPr sz="2400" b="1">
                <a:solidFill>
                  <a:schemeClr val="tx2"/>
                </a:solidFill>
                <a:latin typeface="+mj-lt"/>
              </a:defRPr>
            </a:lvl4pPr>
            <a:lvl5pPr marL="0" indent="0">
              <a:lnSpc>
                <a:spcPct val="120000"/>
              </a:lnSpc>
              <a:spcAft>
                <a:spcPts val="0"/>
              </a:spcAft>
              <a:buNone/>
              <a:defRPr sz="2400" b="1">
                <a:solidFill>
                  <a:schemeClr val="tx2"/>
                </a:solidFill>
                <a:latin typeface="+mj-lt"/>
              </a:defRPr>
            </a:lvl5pPr>
            <a:lvl6pPr marL="0" indent="0">
              <a:lnSpc>
                <a:spcPct val="120000"/>
              </a:lnSpc>
              <a:spcAft>
                <a:spcPts val="0"/>
              </a:spcAft>
              <a:buNone/>
              <a:defRPr sz="2400" b="1">
                <a:solidFill>
                  <a:schemeClr val="tx2"/>
                </a:solidFill>
                <a:latin typeface="+mj-lt"/>
              </a:defRPr>
            </a:lvl6pPr>
            <a:lvl7pPr marL="0" indent="0">
              <a:lnSpc>
                <a:spcPct val="120000"/>
              </a:lnSpc>
              <a:spcAft>
                <a:spcPts val="0"/>
              </a:spcAft>
              <a:buNone/>
              <a:defRPr sz="2400" b="1">
                <a:solidFill>
                  <a:schemeClr val="tx2"/>
                </a:solidFill>
                <a:latin typeface="+mj-lt"/>
              </a:defRPr>
            </a:lvl7pPr>
            <a:lvl8pPr marL="0" indent="0">
              <a:lnSpc>
                <a:spcPct val="120000"/>
              </a:lnSpc>
              <a:spcAft>
                <a:spcPts val="0"/>
              </a:spcAft>
              <a:buNone/>
              <a:defRPr sz="2400" b="1">
                <a:solidFill>
                  <a:schemeClr val="tx2"/>
                </a:solidFill>
                <a:latin typeface="+mj-lt"/>
              </a:defRPr>
            </a:lvl8pPr>
            <a:lvl9pPr marL="0" indent="0">
              <a:lnSpc>
                <a:spcPct val="120000"/>
              </a:lnSpc>
              <a:spcAft>
                <a:spcPts val="0"/>
              </a:spcAft>
              <a:buNone/>
              <a:defRPr sz="24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360000" y="4353960"/>
            <a:ext cx="5535000" cy="108000"/>
          </a:xfrm>
        </p:spPr>
        <p:txBody>
          <a:bodyPr anchor="b"/>
          <a:lstStyle>
            <a:lvl1pPr marL="0" indent="0">
              <a:lnSpc>
                <a:spcPct val="100000"/>
              </a:lnSpc>
              <a:spcBef>
                <a:spcPts val="0"/>
              </a:spcBef>
              <a:spcAft>
                <a:spcPts val="0"/>
              </a:spcAft>
              <a:buFont typeface="Arial" panose="020B0604020202020204" pitchFamily="34" charset="0"/>
              <a:buNone/>
              <a:defRPr sz="600" b="0">
                <a:solidFill>
                  <a:schemeClr val="bg1"/>
                </a:solidFill>
              </a:defRPr>
            </a:lvl1pPr>
            <a:lvl2pPr marL="0" indent="0">
              <a:lnSpc>
                <a:spcPct val="100000"/>
              </a:lnSpc>
              <a:spcBef>
                <a:spcPts val="0"/>
              </a:spcBef>
              <a:spcAft>
                <a:spcPts val="0"/>
              </a:spcAft>
              <a:buFont typeface="Arial" panose="020B0604020202020204" pitchFamily="34" charset="0"/>
              <a:buNone/>
              <a:defRPr sz="600" b="0">
                <a:solidFill>
                  <a:schemeClr val="bg1"/>
                </a:solidFill>
              </a:defRPr>
            </a:lvl2pPr>
            <a:lvl3pPr marL="0" indent="0">
              <a:lnSpc>
                <a:spcPct val="100000"/>
              </a:lnSpc>
              <a:spcBef>
                <a:spcPts val="0"/>
              </a:spcBef>
              <a:spcAft>
                <a:spcPts val="0"/>
              </a:spcAft>
              <a:buNone/>
              <a:defRPr sz="600" b="0">
                <a:solidFill>
                  <a:schemeClr val="bg1"/>
                </a:solidFill>
              </a:defRPr>
            </a:lvl3pPr>
            <a:lvl4pPr marL="0" indent="0">
              <a:lnSpc>
                <a:spcPct val="100000"/>
              </a:lnSpc>
              <a:spcBef>
                <a:spcPts val="0"/>
              </a:spcBef>
              <a:spcAft>
                <a:spcPts val="0"/>
              </a:spcAft>
              <a:buNone/>
              <a:defRPr sz="600" b="0">
                <a:solidFill>
                  <a:schemeClr val="bg1"/>
                </a:solidFill>
              </a:defRPr>
            </a:lvl4pPr>
            <a:lvl5pPr marL="0" indent="0">
              <a:lnSpc>
                <a:spcPct val="100000"/>
              </a:lnSpc>
              <a:spcBef>
                <a:spcPts val="0"/>
              </a:spcBef>
              <a:spcAft>
                <a:spcPts val="0"/>
              </a:spcAft>
              <a:buNone/>
              <a:defRPr sz="600" b="0">
                <a:solidFill>
                  <a:schemeClr val="bg1"/>
                </a:solidFill>
              </a:defRPr>
            </a:lvl5pPr>
            <a:lvl6pPr marL="0" indent="0">
              <a:lnSpc>
                <a:spcPct val="100000"/>
              </a:lnSpc>
              <a:spcBef>
                <a:spcPts val="0"/>
              </a:spcBef>
              <a:spcAft>
                <a:spcPts val="0"/>
              </a:spcAft>
              <a:buNone/>
              <a:defRPr sz="600" b="0">
                <a:solidFill>
                  <a:schemeClr val="bg1"/>
                </a:solidFill>
              </a:defRPr>
            </a:lvl6pPr>
            <a:lvl7pPr marL="0" indent="0">
              <a:lnSpc>
                <a:spcPct val="100000"/>
              </a:lnSpc>
              <a:spcBef>
                <a:spcPts val="0"/>
              </a:spcBef>
              <a:spcAft>
                <a:spcPts val="0"/>
              </a:spcAft>
              <a:buNone/>
              <a:defRPr sz="600" b="0">
                <a:solidFill>
                  <a:schemeClr val="bg1"/>
                </a:solidFill>
              </a:defRPr>
            </a:lvl7pPr>
            <a:lvl8pPr marL="0" indent="0">
              <a:lnSpc>
                <a:spcPct val="100000"/>
              </a:lnSpc>
              <a:spcBef>
                <a:spcPts val="0"/>
              </a:spcBef>
              <a:spcAft>
                <a:spcPts val="0"/>
              </a:spcAft>
              <a:buNone/>
              <a:defRPr sz="600" b="0">
                <a:solidFill>
                  <a:schemeClr val="bg1"/>
                </a:solidFill>
              </a:defRPr>
            </a:lvl8pPr>
            <a:lvl9pPr marL="0" indent="0">
              <a:lnSpc>
                <a:spcPct val="100000"/>
              </a:lnSpc>
              <a:spcBef>
                <a:spcPts val="0"/>
              </a:spcBef>
              <a:spcAft>
                <a:spcPts val="0"/>
              </a:spcAft>
              <a:buNone/>
              <a:defRPr sz="600" b="0">
                <a:solidFill>
                  <a:schemeClr val="bg1"/>
                </a:solidFill>
              </a:defRPr>
            </a:lvl9pPr>
          </a:lstStyle>
          <a:p>
            <a:pPr lvl="0"/>
            <a:r>
              <a:rPr lang="en-US"/>
              <a:t>Footnote/Source</a:t>
            </a:r>
          </a:p>
        </p:txBody>
      </p:sp>
      <p:sp>
        <p:nvSpPr>
          <p:cNvPr id="14" name="Foliennummernplatzhalter 13"/>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t>‹#›</a:t>
            </a:fld>
            <a:endParaRPr lang="en-US"/>
          </a:p>
        </p:txBody>
      </p:sp>
      <p:sp>
        <p:nvSpPr>
          <p:cNvPr id="3" name="Fußzeilenplatzhalter 2"/>
          <p:cNvSpPr>
            <a:spLocks noGrp="1"/>
          </p:cNvSpPr>
          <p:nvPr>
            <p:ph type="ftr" sz="quarter" idx="31"/>
          </p:nvPr>
        </p:nvSpPr>
        <p:spPr bwMode="gray"/>
        <p:txBody>
          <a:bodyPr/>
          <a:lstStyle>
            <a:lvl1pPr>
              <a:defRPr>
                <a:solidFill>
                  <a:schemeClr val="bg1"/>
                </a:solidFill>
              </a:defRPr>
            </a:lvl1pPr>
          </a:lstStyle>
          <a:p>
            <a:r>
              <a:rPr lang="en-US"/>
              <a:t>Presentation title    |    ONLY FOR INTERNAL USE</a:t>
            </a:r>
          </a:p>
        </p:txBody>
      </p:sp>
      <p:sp>
        <p:nvSpPr>
          <p:cNvPr id="2" name="Text Placeholder 8"/>
          <p:cNvSpPr>
            <a:spLocks noGrp="1"/>
          </p:cNvSpPr>
          <p:nvPr>
            <p:ph type="body" sz="quarter" idx="32"/>
          </p:nvPr>
        </p:nvSpPr>
        <p:spPr bwMode="gray">
          <a:xfrm>
            <a:off x="359568" y="4625100"/>
            <a:ext cx="926100" cy="2808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150">
                <a:noFill/>
              </a:defRPr>
            </a:lvl1pPr>
            <a:lvl2pPr marL="0" indent="0">
              <a:lnSpc>
                <a:spcPct val="100000"/>
              </a:lnSpc>
              <a:spcAft>
                <a:spcPts val="0"/>
              </a:spcAft>
              <a:buFontTx/>
              <a:buNone/>
              <a:defRPr sz="150">
                <a:noFill/>
              </a:defRPr>
            </a:lvl2pPr>
            <a:lvl3pPr marL="0" indent="0">
              <a:lnSpc>
                <a:spcPct val="100000"/>
              </a:lnSpc>
              <a:spcAft>
                <a:spcPts val="0"/>
              </a:spcAft>
              <a:buFontTx/>
              <a:buNone/>
              <a:defRPr sz="150">
                <a:noFill/>
              </a:defRPr>
            </a:lvl3pPr>
            <a:lvl4pPr marL="0" indent="0">
              <a:lnSpc>
                <a:spcPct val="100000"/>
              </a:lnSpc>
              <a:spcAft>
                <a:spcPts val="0"/>
              </a:spcAft>
              <a:buFontTx/>
              <a:buNone/>
              <a:defRPr sz="150">
                <a:noFill/>
              </a:defRPr>
            </a:lvl4pPr>
            <a:lvl5pPr marL="0" indent="0">
              <a:lnSpc>
                <a:spcPct val="100000"/>
              </a:lnSpc>
              <a:spcAft>
                <a:spcPts val="0"/>
              </a:spcAft>
              <a:buFontTx/>
              <a:buNone/>
              <a:defRPr sz="150">
                <a:noFill/>
              </a:defRPr>
            </a:lvl5pPr>
          </a:lstStyle>
          <a:p>
            <a:pPr lvl="0"/>
            <a:r>
              <a:rPr lang="en-US"/>
              <a:t>Click to edit Master text styles</a:t>
            </a:r>
          </a:p>
        </p:txBody>
      </p:sp>
      <p:grpSp>
        <p:nvGrpSpPr>
          <p:cNvPr id="17" name="Group 16"/>
          <p:cNvGrpSpPr/>
          <p:nvPr userDrawn="1"/>
        </p:nvGrpSpPr>
        <p:grpSpPr bwMode="gray">
          <a:xfrm>
            <a:off x="-1422666" y="0"/>
            <a:ext cx="1286309" cy="2808312"/>
            <a:chOff x="-1824880" y="2708920"/>
            <a:chExt cx="1715078" cy="3744416"/>
          </a:xfrm>
        </p:grpSpPr>
        <p:sp>
          <p:nvSpPr>
            <p:cNvPr id="18" name="TextBox 17"/>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450"/>
                </a:spcAft>
              </a:pPr>
              <a:r>
                <a:rPr lang="en-US" sz="825" b="1">
                  <a:solidFill>
                    <a:schemeClr val="tx1"/>
                  </a:solidFill>
                  <a:effectLst/>
                  <a:latin typeface="+mj-lt"/>
                </a:rPr>
                <a:t>To insert a picture:</a:t>
              </a:r>
            </a:p>
            <a:p>
              <a:pPr marL="107950" indent="-107950">
                <a:lnSpc>
                  <a:spcPct val="120000"/>
                </a:lnSpc>
                <a:spcAft>
                  <a:spcPts val="450"/>
                </a:spcAft>
                <a:buFont typeface="+mj-lt"/>
                <a:buAutoNum type="arabicPeriod"/>
              </a:pPr>
              <a:r>
                <a:rPr lang="en-US" sz="675">
                  <a:solidFill>
                    <a:schemeClr val="tx1"/>
                  </a:solidFill>
                  <a:effectLst/>
                  <a:latin typeface="+mn-lt"/>
                </a:rPr>
                <a:t>Click on the placeholder for pictures</a:t>
              </a:r>
            </a:p>
            <a:p>
              <a:pPr marL="107950" indent="-107950">
                <a:lnSpc>
                  <a:spcPct val="120000"/>
                </a:lnSpc>
                <a:spcAft>
                  <a:spcPts val="450"/>
                </a:spcAft>
                <a:buFont typeface="+mj-lt"/>
                <a:buAutoNum type="arabicPeriod"/>
              </a:pPr>
              <a:r>
                <a:rPr lang="en-US" sz="675">
                  <a:solidFill>
                    <a:schemeClr val="tx1"/>
                  </a:solidFill>
                  <a:effectLst/>
                  <a:latin typeface="+mn-lt"/>
                </a:rPr>
                <a:t>Open the menu “Insert”</a:t>
              </a:r>
            </a:p>
            <a:p>
              <a:pPr marL="107950" indent="-107950">
                <a:lnSpc>
                  <a:spcPct val="120000"/>
                </a:lnSpc>
                <a:spcAft>
                  <a:spcPts val="450"/>
                </a:spcAft>
                <a:buFont typeface="+mj-lt"/>
                <a:buAutoNum type="arabicPeriod"/>
              </a:pPr>
              <a:r>
                <a:rPr lang="en-US" sz="675">
                  <a:solidFill>
                    <a:schemeClr val="tx1"/>
                  </a:solidFill>
                  <a:effectLst/>
                  <a:latin typeface="+mn-lt"/>
                </a:rPr>
                <a:t>Choose “Pictures” and then the corresponding source where the image is located</a:t>
              </a:r>
              <a:endParaRPr lang="en-US" sz="675">
                <a:solidFill>
                  <a:schemeClr val="tx1"/>
                </a:solidFill>
                <a:latin typeface="+mn-lt"/>
              </a:endParaRPr>
            </a:p>
          </p:txBody>
        </p:sp>
        <p:pic>
          <p:nvPicPr>
            <p:cNvPr id="19" name="Picture 18"/>
            <p:cNvPicPr>
              <a:picLocks noChangeAspect="1"/>
            </p:cNvPicPr>
            <p:nvPr userDrawn="1"/>
          </p:nvPicPr>
          <p:blipFill rotWithShape="1">
            <a:blip r:embed="rId4"/>
            <a:srcRect l="8843" r="2395" b="2546"/>
            <a:stretch>
              <a:fillRect/>
            </a:stretch>
          </p:blipFill>
          <p:spPr bwMode="gray">
            <a:xfrm>
              <a:off x="-1589806" y="4475212"/>
              <a:ext cx="745332" cy="1122804"/>
            </a:xfrm>
            <a:prstGeom prst="roundRect">
              <a:avLst>
                <a:gd name="adj" fmla="val 3514"/>
              </a:avLst>
            </a:prstGeom>
          </p:spPr>
        </p:pic>
        <p:sp>
          <p:nvSpPr>
            <p:cNvPr id="20" name="TextBox 19"/>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07950" indent="-107950">
                <a:spcAft>
                  <a:spcPts val="450"/>
                </a:spcAft>
                <a:buFont typeface="+mj-lt"/>
                <a:buAutoNum type="arabicPeriod" startAt="4"/>
              </a:pPr>
              <a:r>
                <a:rPr lang="en-US" sz="675">
                  <a:solidFill>
                    <a:schemeClr val="tx1"/>
                  </a:solidFill>
                  <a:effectLst/>
                  <a:latin typeface="+mn-lt"/>
                </a:rPr>
                <a:t>Now the image has </a:t>
              </a:r>
              <a:br>
                <a:rPr lang="en-US" sz="675">
                  <a:solidFill>
                    <a:schemeClr val="tx1"/>
                  </a:solidFill>
                  <a:effectLst/>
                  <a:latin typeface="+mn-lt"/>
                </a:rPr>
              </a:br>
              <a:r>
                <a:rPr lang="en-US" sz="675">
                  <a:solidFill>
                    <a:schemeClr val="tx1"/>
                  </a:solidFill>
                  <a:effectLst/>
                  <a:latin typeface="+mn-lt"/>
                </a:rPr>
                <a:t>been loaded into the </a:t>
              </a:r>
              <a:br>
                <a:rPr lang="en-US" sz="675">
                  <a:solidFill>
                    <a:schemeClr val="tx1"/>
                  </a:solidFill>
                  <a:effectLst/>
                  <a:latin typeface="+mn-lt"/>
                </a:rPr>
              </a:br>
              <a:r>
                <a:rPr lang="en-US" sz="675">
                  <a:solidFill>
                    <a:schemeClr val="tx1"/>
                  </a:solidFill>
                  <a:effectLst/>
                  <a:latin typeface="+mn-lt"/>
                </a:rPr>
                <a:t>placeholder.</a:t>
              </a:r>
              <a:endParaRPr lang="en-US" sz="675">
                <a:solidFill>
                  <a:schemeClr val="tx1"/>
                </a:solidFill>
                <a:latin typeface="+mn-lt"/>
              </a:endParaRPr>
            </a:p>
          </p:txBody>
        </p:sp>
      </p:grpSp>
      <p:sp>
        <p:nvSpPr>
          <p:cNvPr id="5" name="Arrow: Pentagon 6"/>
          <p:cNvSpPr/>
          <p:nvPr userDrawn="1"/>
        </p:nvSpPr>
        <p:spPr bwMode="gray">
          <a:xfrm flipH="1">
            <a:off x="9162660" y="411510"/>
            <a:ext cx="1242000" cy="324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35000" rtlCol="0" anchor="ctr"/>
          <a:lstStyle/>
          <a:p>
            <a:pPr algn="l">
              <a:lnSpc>
                <a:spcPct val="140000"/>
              </a:lnSpc>
            </a:pPr>
            <a:r>
              <a:rPr lang="en-GB" sz="600" b="1">
                <a:solidFill>
                  <a:srgbClr val="076D7E"/>
                </a:solidFill>
                <a:latin typeface="+mj-lt"/>
              </a:rPr>
              <a:t>This layout requires two pictures in the background</a:t>
            </a:r>
            <a:endParaRPr lang="en-US" sz="600" b="1">
              <a:solidFill>
                <a:srgbClr val="076D7E"/>
              </a:solidFill>
              <a:latin typeface="+mj-lt"/>
            </a:endParaRPr>
          </a:p>
        </p:txBody>
      </p:sp>
    </p:spTree>
  </p:cSld>
  <p:clrMapOvr>
    <a:masterClrMapping/>
  </p:clrMapOvr>
</p:sldLayout>
</file>

<file path=ppt/slideLayouts/slideLayout156.xml><?xml version="1.0" encoding="utf-8"?>
<p:sldLayout xmlns:a="http://schemas.openxmlformats.org/drawingml/2006/main" xmlns:r="http://schemas.openxmlformats.org/officeDocument/2006/relationships" xmlns:p="http://schemas.openxmlformats.org/presentationml/2006/main" preserve="1" userDrawn="1">
  <p:cSld name="Key message and image division (3)">
    <p:spTree>
      <p:nvGrpSpPr>
        <p:cNvPr id="1" name=""/>
        <p:cNvGrpSpPr/>
        <p:nvPr/>
      </p:nvGrpSpPr>
      <p:grpSpPr>
        <a:xfrm>
          <a:off x="0" y="0"/>
          <a:ext cx="0" cy="0"/>
          <a:chOff x="0" y="0"/>
          <a:chExt cx="0" cy="0"/>
        </a:xfrm>
      </p:grpSpPr>
      <p:sp>
        <p:nvSpPr>
          <p:cNvPr id="4" name="Bildplatzhalter 10"/>
          <p:cNvSpPr>
            <a:spLocks noGrp="1"/>
          </p:cNvSpPr>
          <p:nvPr>
            <p:ph type="pic" sz="quarter" idx="10" hasCustomPrompt="1"/>
          </p:nvPr>
        </p:nvSpPr>
        <p:spPr bwMode="ltGray">
          <a:xfrm>
            <a:off x="1" y="0"/>
            <a:ext cx="7623572" cy="5143500"/>
          </a:xfrm>
          <a:solidFill>
            <a:schemeClr val="bg2"/>
          </a:solidFill>
        </p:spPr>
        <p:txBody>
          <a:bodyPr tIns="1080000" anchor="ctr" anchorCtr="0"/>
          <a:lstStyle>
            <a:lvl1pPr marL="0" indent="0" algn="ctr">
              <a:spcBef>
                <a:spcPts val="0"/>
              </a:spcBef>
              <a:spcAft>
                <a:spcPts val="0"/>
              </a:spcAft>
              <a:buFontTx/>
              <a:buNone/>
              <a:defRPr sz="900" b="0">
                <a:solidFill>
                  <a:schemeClr val="bg1"/>
                </a:solidFill>
              </a:defRPr>
            </a:lvl1pPr>
            <a:lvl2pPr marL="0" indent="0" algn="ctr">
              <a:spcBef>
                <a:spcPts val="0"/>
              </a:spcBef>
              <a:spcAft>
                <a:spcPts val="0"/>
              </a:spcAft>
              <a:buFontTx/>
              <a:buNone/>
              <a:defRPr sz="900" b="0"/>
            </a:lvl2pPr>
            <a:lvl3pPr marL="0" indent="0" algn="ctr">
              <a:spcBef>
                <a:spcPts val="0"/>
              </a:spcBef>
              <a:spcAft>
                <a:spcPts val="0"/>
              </a:spcAft>
              <a:buFontTx/>
              <a:buNone/>
              <a:defRPr sz="900" b="0"/>
            </a:lvl3pPr>
            <a:lvl4pPr marL="0" indent="0" algn="ctr">
              <a:spcBef>
                <a:spcPts val="0"/>
              </a:spcBef>
              <a:spcAft>
                <a:spcPts val="0"/>
              </a:spcAft>
              <a:buFontTx/>
              <a:buNone/>
              <a:defRPr sz="900" b="0"/>
            </a:lvl4pPr>
            <a:lvl5pPr marL="0" indent="0" algn="ctr">
              <a:spcBef>
                <a:spcPts val="0"/>
              </a:spcBef>
              <a:spcAft>
                <a:spcPts val="0"/>
              </a:spcAft>
              <a:buFontTx/>
              <a:buNone/>
              <a:defRPr sz="900" b="0"/>
            </a:lvl5pPr>
            <a:lvl6pPr marL="0" indent="0" algn="ctr">
              <a:spcBef>
                <a:spcPts val="0"/>
              </a:spcBef>
              <a:spcAft>
                <a:spcPts val="0"/>
              </a:spcAft>
              <a:buFontTx/>
              <a:buNone/>
              <a:defRPr sz="900" b="0"/>
            </a:lvl6pPr>
            <a:lvl7pPr marL="0" indent="0" algn="ctr">
              <a:spcBef>
                <a:spcPts val="0"/>
              </a:spcBef>
              <a:spcAft>
                <a:spcPts val="0"/>
              </a:spcAft>
              <a:buFontTx/>
              <a:buNone/>
              <a:defRPr sz="900" b="0"/>
            </a:lvl7pPr>
            <a:lvl8pPr marL="0" indent="0" algn="ctr">
              <a:spcBef>
                <a:spcPts val="0"/>
              </a:spcBef>
              <a:spcAft>
                <a:spcPts val="0"/>
              </a:spcAft>
              <a:buFontTx/>
              <a:buNone/>
              <a:defRPr sz="900" b="0"/>
            </a:lvl8pPr>
            <a:lvl9pPr marL="0" indent="0" algn="ctr">
              <a:spcBef>
                <a:spcPts val="0"/>
              </a:spcBef>
              <a:spcAft>
                <a:spcPts val="0"/>
              </a:spcAft>
              <a:buFontTx/>
              <a:buNone/>
              <a:defRPr sz="900" b="0"/>
            </a:lvl9pPr>
          </a:lstStyle>
          <a:p>
            <a:r>
              <a:rPr lang="en-US"/>
              <a:t>Bild hinzufügen per </a:t>
            </a:r>
            <a:br>
              <a:rPr lang="en-US"/>
            </a:br>
            <a:r>
              <a:rPr lang="en-US"/>
              <a:t>Klick auf das Symbol</a:t>
            </a:r>
          </a:p>
        </p:txBody>
      </p:sp>
      <p:sp>
        <p:nvSpPr>
          <p:cNvPr id="12" name="Bildplatzhalter 10"/>
          <p:cNvSpPr>
            <a:spLocks noGrp="1"/>
          </p:cNvSpPr>
          <p:nvPr>
            <p:ph type="pic" sz="quarter" idx="21" hasCustomPrompt="1"/>
          </p:nvPr>
        </p:nvSpPr>
        <p:spPr bwMode="ltGray">
          <a:xfrm>
            <a:off x="7623572" y="0"/>
            <a:ext cx="1520427" cy="5143500"/>
          </a:xfrm>
          <a:solidFill>
            <a:schemeClr val="bg2"/>
          </a:solidFill>
        </p:spPr>
        <p:txBody>
          <a:bodyPr tIns="720000" anchor="ctr" anchorCtr="0"/>
          <a:lstStyle>
            <a:lvl1pPr marL="0" indent="0" algn="ctr">
              <a:spcBef>
                <a:spcPts val="0"/>
              </a:spcBef>
              <a:spcAft>
                <a:spcPts val="0"/>
              </a:spcAft>
              <a:buFontTx/>
              <a:buNone/>
              <a:defRPr sz="900" b="0">
                <a:solidFill>
                  <a:schemeClr val="bg1"/>
                </a:solidFill>
              </a:defRPr>
            </a:lvl1pPr>
            <a:lvl2pPr marL="0" indent="0" algn="ctr">
              <a:spcBef>
                <a:spcPts val="0"/>
              </a:spcBef>
              <a:spcAft>
                <a:spcPts val="0"/>
              </a:spcAft>
              <a:buFontTx/>
              <a:buNone/>
              <a:defRPr sz="900" b="0">
                <a:solidFill>
                  <a:schemeClr val="bg1"/>
                </a:solidFill>
              </a:defRPr>
            </a:lvl2pPr>
            <a:lvl3pPr marL="0" indent="0" algn="ctr">
              <a:spcBef>
                <a:spcPts val="0"/>
              </a:spcBef>
              <a:spcAft>
                <a:spcPts val="0"/>
              </a:spcAft>
              <a:buFontTx/>
              <a:buNone/>
              <a:defRPr sz="900" b="0">
                <a:solidFill>
                  <a:schemeClr val="bg1"/>
                </a:solidFill>
              </a:defRPr>
            </a:lvl3pPr>
            <a:lvl4pPr marL="0" indent="0" algn="ctr">
              <a:spcBef>
                <a:spcPts val="0"/>
              </a:spcBef>
              <a:spcAft>
                <a:spcPts val="0"/>
              </a:spcAft>
              <a:buFontTx/>
              <a:buNone/>
              <a:defRPr sz="900" b="0">
                <a:solidFill>
                  <a:schemeClr val="bg1"/>
                </a:solidFill>
              </a:defRPr>
            </a:lvl4pPr>
            <a:lvl5pPr marL="0" indent="0" algn="ctr">
              <a:spcBef>
                <a:spcPts val="0"/>
              </a:spcBef>
              <a:spcAft>
                <a:spcPts val="0"/>
              </a:spcAft>
              <a:buFontTx/>
              <a:buNone/>
              <a:defRPr sz="900" b="0">
                <a:solidFill>
                  <a:schemeClr val="bg1"/>
                </a:solidFill>
              </a:defRPr>
            </a:lvl5pPr>
            <a:lvl6pPr marL="0" indent="0" algn="ctr">
              <a:spcBef>
                <a:spcPts val="0"/>
              </a:spcBef>
              <a:spcAft>
                <a:spcPts val="0"/>
              </a:spcAft>
              <a:buFontTx/>
              <a:buNone/>
              <a:defRPr sz="900" b="0">
                <a:solidFill>
                  <a:schemeClr val="bg1"/>
                </a:solidFill>
              </a:defRPr>
            </a:lvl6pPr>
            <a:lvl7pPr marL="0" indent="0" algn="ctr">
              <a:spcBef>
                <a:spcPts val="0"/>
              </a:spcBef>
              <a:spcAft>
                <a:spcPts val="0"/>
              </a:spcAft>
              <a:buFontTx/>
              <a:buNone/>
              <a:defRPr sz="900" b="0">
                <a:solidFill>
                  <a:schemeClr val="bg1"/>
                </a:solidFill>
              </a:defRPr>
            </a:lvl7pPr>
            <a:lvl8pPr marL="0" indent="0" algn="ctr">
              <a:spcBef>
                <a:spcPts val="0"/>
              </a:spcBef>
              <a:spcAft>
                <a:spcPts val="0"/>
              </a:spcAft>
              <a:buFontTx/>
              <a:buNone/>
              <a:defRPr sz="900" b="0">
                <a:solidFill>
                  <a:schemeClr val="bg1"/>
                </a:solidFill>
              </a:defRPr>
            </a:lvl8pPr>
            <a:lvl9pPr marL="0" indent="0" algn="ctr">
              <a:spcBef>
                <a:spcPts val="0"/>
              </a:spcBef>
              <a:spcAft>
                <a:spcPts val="0"/>
              </a:spcAft>
              <a:buFontTx/>
              <a:buNone/>
              <a:defRPr sz="900" b="0">
                <a:solidFill>
                  <a:schemeClr val="bg1"/>
                </a:solidFill>
              </a:defRPr>
            </a:lvl9pPr>
          </a:lstStyle>
          <a:p>
            <a:pPr lvl="0"/>
            <a:r>
              <a:rPr lang="en-US"/>
              <a:t>Add picture</a:t>
            </a:r>
          </a:p>
        </p:txBody>
      </p:sp>
      <p:sp>
        <p:nvSpPr>
          <p:cNvPr id="7" name="Textplatzhalter 6"/>
          <p:cNvSpPr>
            <a:spLocks noGrp="1"/>
          </p:cNvSpPr>
          <p:nvPr>
            <p:ph type="body" sz="quarter" idx="18" hasCustomPrompt="1"/>
          </p:nvPr>
        </p:nvSpPr>
        <p:spPr bwMode="gray">
          <a:xfrm>
            <a:off x="359568" y="1059656"/>
            <a:ext cx="7047310" cy="3294000"/>
          </a:xfrm>
        </p:spPr>
        <p:txBody>
          <a:bodyPr/>
          <a:lstStyle>
            <a:lvl1pPr marL="0" indent="0">
              <a:lnSpc>
                <a:spcPct val="120000"/>
              </a:lnSpc>
              <a:spcAft>
                <a:spcPts val="0"/>
              </a:spcAft>
              <a:buNone/>
              <a:defRPr sz="2400" b="1">
                <a:solidFill>
                  <a:schemeClr val="bg1"/>
                </a:solidFill>
                <a:latin typeface="+mj-lt"/>
              </a:defRPr>
            </a:lvl1pPr>
            <a:lvl2pPr marL="0" indent="0">
              <a:lnSpc>
                <a:spcPct val="120000"/>
              </a:lnSpc>
              <a:spcAft>
                <a:spcPts val="0"/>
              </a:spcAft>
              <a:buNone/>
              <a:defRPr sz="2400" b="1">
                <a:solidFill>
                  <a:schemeClr val="tx2"/>
                </a:solidFill>
                <a:latin typeface="+mj-lt"/>
              </a:defRPr>
            </a:lvl2pPr>
            <a:lvl3pPr marL="0" indent="0">
              <a:lnSpc>
                <a:spcPct val="120000"/>
              </a:lnSpc>
              <a:spcAft>
                <a:spcPts val="0"/>
              </a:spcAft>
              <a:buNone/>
              <a:defRPr sz="2400" b="1">
                <a:solidFill>
                  <a:schemeClr val="tx2"/>
                </a:solidFill>
                <a:latin typeface="+mj-lt"/>
              </a:defRPr>
            </a:lvl3pPr>
            <a:lvl4pPr marL="0" indent="0">
              <a:lnSpc>
                <a:spcPct val="120000"/>
              </a:lnSpc>
              <a:spcAft>
                <a:spcPts val="0"/>
              </a:spcAft>
              <a:buNone/>
              <a:defRPr sz="2400" b="1">
                <a:solidFill>
                  <a:schemeClr val="tx2"/>
                </a:solidFill>
                <a:latin typeface="+mj-lt"/>
              </a:defRPr>
            </a:lvl4pPr>
            <a:lvl5pPr marL="0" indent="0">
              <a:lnSpc>
                <a:spcPct val="120000"/>
              </a:lnSpc>
              <a:spcAft>
                <a:spcPts val="0"/>
              </a:spcAft>
              <a:buNone/>
              <a:defRPr sz="2400" b="1">
                <a:solidFill>
                  <a:schemeClr val="tx2"/>
                </a:solidFill>
                <a:latin typeface="+mj-lt"/>
              </a:defRPr>
            </a:lvl5pPr>
            <a:lvl6pPr marL="0" indent="0">
              <a:lnSpc>
                <a:spcPct val="120000"/>
              </a:lnSpc>
              <a:spcAft>
                <a:spcPts val="0"/>
              </a:spcAft>
              <a:buNone/>
              <a:defRPr sz="2400" b="1">
                <a:solidFill>
                  <a:schemeClr val="tx2"/>
                </a:solidFill>
                <a:latin typeface="+mj-lt"/>
              </a:defRPr>
            </a:lvl6pPr>
            <a:lvl7pPr marL="0" indent="0">
              <a:lnSpc>
                <a:spcPct val="120000"/>
              </a:lnSpc>
              <a:spcAft>
                <a:spcPts val="0"/>
              </a:spcAft>
              <a:buNone/>
              <a:defRPr sz="2400" b="1">
                <a:solidFill>
                  <a:schemeClr val="tx2"/>
                </a:solidFill>
                <a:latin typeface="+mj-lt"/>
              </a:defRPr>
            </a:lvl7pPr>
            <a:lvl8pPr marL="0" indent="0">
              <a:lnSpc>
                <a:spcPct val="120000"/>
              </a:lnSpc>
              <a:spcAft>
                <a:spcPts val="0"/>
              </a:spcAft>
              <a:buNone/>
              <a:defRPr sz="2400" b="1">
                <a:solidFill>
                  <a:schemeClr val="tx2"/>
                </a:solidFill>
                <a:latin typeface="+mj-lt"/>
              </a:defRPr>
            </a:lvl8pPr>
            <a:lvl9pPr marL="0" indent="0">
              <a:lnSpc>
                <a:spcPct val="120000"/>
              </a:lnSpc>
              <a:spcAft>
                <a:spcPts val="0"/>
              </a:spcAft>
              <a:buNone/>
              <a:defRPr sz="24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360000" y="4353960"/>
            <a:ext cx="7047000" cy="108000"/>
          </a:xfrm>
        </p:spPr>
        <p:txBody>
          <a:bodyPr anchor="b"/>
          <a:lstStyle>
            <a:lvl1pPr marL="0" indent="0">
              <a:lnSpc>
                <a:spcPct val="100000"/>
              </a:lnSpc>
              <a:spcBef>
                <a:spcPts val="0"/>
              </a:spcBef>
              <a:spcAft>
                <a:spcPts val="0"/>
              </a:spcAft>
              <a:buFont typeface="Arial" panose="020B0604020202020204" pitchFamily="34" charset="0"/>
              <a:buNone/>
              <a:defRPr sz="600" b="0">
                <a:solidFill>
                  <a:schemeClr val="bg1"/>
                </a:solidFill>
              </a:defRPr>
            </a:lvl1pPr>
            <a:lvl2pPr marL="0" indent="0">
              <a:lnSpc>
                <a:spcPct val="100000"/>
              </a:lnSpc>
              <a:spcBef>
                <a:spcPts val="0"/>
              </a:spcBef>
              <a:spcAft>
                <a:spcPts val="0"/>
              </a:spcAft>
              <a:buFont typeface="Arial" panose="020B0604020202020204" pitchFamily="34" charset="0"/>
              <a:buNone/>
              <a:defRPr sz="600" b="0">
                <a:solidFill>
                  <a:schemeClr val="bg1"/>
                </a:solidFill>
              </a:defRPr>
            </a:lvl2pPr>
            <a:lvl3pPr marL="0" indent="0">
              <a:lnSpc>
                <a:spcPct val="100000"/>
              </a:lnSpc>
              <a:spcBef>
                <a:spcPts val="0"/>
              </a:spcBef>
              <a:spcAft>
                <a:spcPts val="0"/>
              </a:spcAft>
              <a:buNone/>
              <a:defRPr sz="600" b="0">
                <a:solidFill>
                  <a:schemeClr val="bg1"/>
                </a:solidFill>
              </a:defRPr>
            </a:lvl3pPr>
            <a:lvl4pPr marL="0" indent="0">
              <a:lnSpc>
                <a:spcPct val="100000"/>
              </a:lnSpc>
              <a:spcBef>
                <a:spcPts val="0"/>
              </a:spcBef>
              <a:spcAft>
                <a:spcPts val="0"/>
              </a:spcAft>
              <a:buNone/>
              <a:defRPr sz="600" b="0">
                <a:solidFill>
                  <a:schemeClr val="bg1"/>
                </a:solidFill>
              </a:defRPr>
            </a:lvl4pPr>
            <a:lvl5pPr marL="0" indent="0">
              <a:lnSpc>
                <a:spcPct val="100000"/>
              </a:lnSpc>
              <a:spcBef>
                <a:spcPts val="0"/>
              </a:spcBef>
              <a:spcAft>
                <a:spcPts val="0"/>
              </a:spcAft>
              <a:buNone/>
              <a:defRPr sz="600" b="0">
                <a:solidFill>
                  <a:schemeClr val="bg1"/>
                </a:solidFill>
              </a:defRPr>
            </a:lvl5pPr>
            <a:lvl6pPr marL="0" indent="0">
              <a:lnSpc>
                <a:spcPct val="100000"/>
              </a:lnSpc>
              <a:spcBef>
                <a:spcPts val="0"/>
              </a:spcBef>
              <a:spcAft>
                <a:spcPts val="0"/>
              </a:spcAft>
              <a:buNone/>
              <a:defRPr sz="600" b="0">
                <a:solidFill>
                  <a:schemeClr val="bg1"/>
                </a:solidFill>
              </a:defRPr>
            </a:lvl6pPr>
            <a:lvl7pPr marL="0" indent="0">
              <a:lnSpc>
                <a:spcPct val="100000"/>
              </a:lnSpc>
              <a:spcBef>
                <a:spcPts val="0"/>
              </a:spcBef>
              <a:spcAft>
                <a:spcPts val="0"/>
              </a:spcAft>
              <a:buNone/>
              <a:defRPr sz="600" b="0">
                <a:solidFill>
                  <a:schemeClr val="bg1"/>
                </a:solidFill>
              </a:defRPr>
            </a:lvl7pPr>
            <a:lvl8pPr marL="0" indent="0">
              <a:lnSpc>
                <a:spcPct val="100000"/>
              </a:lnSpc>
              <a:spcBef>
                <a:spcPts val="0"/>
              </a:spcBef>
              <a:spcAft>
                <a:spcPts val="0"/>
              </a:spcAft>
              <a:buNone/>
              <a:defRPr sz="600" b="0">
                <a:solidFill>
                  <a:schemeClr val="bg1"/>
                </a:solidFill>
              </a:defRPr>
            </a:lvl8pPr>
            <a:lvl9pPr marL="0" indent="0">
              <a:lnSpc>
                <a:spcPct val="100000"/>
              </a:lnSpc>
              <a:spcBef>
                <a:spcPts val="0"/>
              </a:spcBef>
              <a:spcAft>
                <a:spcPts val="0"/>
              </a:spcAft>
              <a:buNone/>
              <a:defRPr sz="600" b="0">
                <a:solidFill>
                  <a:schemeClr val="bg1"/>
                </a:solidFill>
              </a:defRPr>
            </a:lvl9pPr>
          </a:lstStyle>
          <a:p>
            <a:pPr lvl="0"/>
            <a:r>
              <a:rPr lang="en-US"/>
              <a:t>Footnote/Source</a:t>
            </a:r>
          </a:p>
        </p:txBody>
      </p:sp>
      <p:sp>
        <p:nvSpPr>
          <p:cNvPr id="14" name="Foliennummernplatzhalter 13"/>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t>‹#›</a:t>
            </a:fld>
            <a:endParaRPr lang="en-US"/>
          </a:p>
        </p:txBody>
      </p:sp>
      <p:sp>
        <p:nvSpPr>
          <p:cNvPr id="3" name="Fußzeilenplatzhalter 2"/>
          <p:cNvSpPr>
            <a:spLocks noGrp="1"/>
          </p:cNvSpPr>
          <p:nvPr>
            <p:ph type="ftr" sz="quarter" idx="31"/>
          </p:nvPr>
        </p:nvSpPr>
        <p:spPr bwMode="gray"/>
        <p:txBody>
          <a:bodyPr/>
          <a:lstStyle>
            <a:lvl1pPr>
              <a:defRPr>
                <a:solidFill>
                  <a:schemeClr val="bg1"/>
                </a:solidFill>
              </a:defRPr>
            </a:lvl1pPr>
          </a:lstStyle>
          <a:p>
            <a:r>
              <a:rPr lang="en-US"/>
              <a:t>Presentation title    |    ONLY FOR INTERNAL USE</a:t>
            </a:r>
          </a:p>
        </p:txBody>
      </p:sp>
      <p:sp>
        <p:nvSpPr>
          <p:cNvPr id="2" name="Text Placeholder 8"/>
          <p:cNvSpPr>
            <a:spLocks noGrp="1"/>
          </p:cNvSpPr>
          <p:nvPr>
            <p:ph type="body" sz="quarter" idx="32"/>
          </p:nvPr>
        </p:nvSpPr>
        <p:spPr bwMode="gray">
          <a:xfrm>
            <a:off x="359568" y="4625100"/>
            <a:ext cx="926100" cy="2808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150">
                <a:noFill/>
              </a:defRPr>
            </a:lvl1pPr>
            <a:lvl2pPr marL="0" indent="0">
              <a:lnSpc>
                <a:spcPct val="100000"/>
              </a:lnSpc>
              <a:spcAft>
                <a:spcPts val="0"/>
              </a:spcAft>
              <a:buFontTx/>
              <a:buNone/>
              <a:defRPr sz="150">
                <a:noFill/>
              </a:defRPr>
            </a:lvl2pPr>
            <a:lvl3pPr marL="0" indent="0">
              <a:lnSpc>
                <a:spcPct val="100000"/>
              </a:lnSpc>
              <a:spcAft>
                <a:spcPts val="0"/>
              </a:spcAft>
              <a:buFontTx/>
              <a:buNone/>
              <a:defRPr sz="150">
                <a:noFill/>
              </a:defRPr>
            </a:lvl3pPr>
            <a:lvl4pPr marL="0" indent="0">
              <a:lnSpc>
                <a:spcPct val="100000"/>
              </a:lnSpc>
              <a:spcAft>
                <a:spcPts val="0"/>
              </a:spcAft>
              <a:buFontTx/>
              <a:buNone/>
              <a:defRPr sz="150">
                <a:noFill/>
              </a:defRPr>
            </a:lvl4pPr>
            <a:lvl5pPr marL="0" indent="0">
              <a:lnSpc>
                <a:spcPct val="100000"/>
              </a:lnSpc>
              <a:spcAft>
                <a:spcPts val="0"/>
              </a:spcAft>
              <a:buFontTx/>
              <a:buNone/>
              <a:defRPr sz="150">
                <a:noFill/>
              </a:defRPr>
            </a:lvl5pPr>
          </a:lstStyle>
          <a:p>
            <a:pPr lvl="0"/>
            <a:r>
              <a:rPr lang="en-US"/>
              <a:t>Click to edit Master text styles</a:t>
            </a:r>
          </a:p>
        </p:txBody>
      </p:sp>
      <p:grpSp>
        <p:nvGrpSpPr>
          <p:cNvPr id="17" name="Group 16"/>
          <p:cNvGrpSpPr/>
          <p:nvPr userDrawn="1"/>
        </p:nvGrpSpPr>
        <p:grpSpPr bwMode="gray">
          <a:xfrm>
            <a:off x="-1422666" y="0"/>
            <a:ext cx="1286309" cy="2808312"/>
            <a:chOff x="-1824880" y="2708920"/>
            <a:chExt cx="1715078" cy="3744416"/>
          </a:xfrm>
        </p:grpSpPr>
        <p:sp>
          <p:nvSpPr>
            <p:cNvPr id="18" name="TextBox 17"/>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450"/>
                </a:spcAft>
              </a:pPr>
              <a:r>
                <a:rPr lang="en-US" sz="825" b="1">
                  <a:solidFill>
                    <a:schemeClr val="tx1"/>
                  </a:solidFill>
                  <a:effectLst/>
                  <a:latin typeface="+mj-lt"/>
                </a:rPr>
                <a:t>To insert a picture:</a:t>
              </a:r>
            </a:p>
            <a:p>
              <a:pPr marL="107950" indent="-107950">
                <a:lnSpc>
                  <a:spcPct val="120000"/>
                </a:lnSpc>
                <a:spcAft>
                  <a:spcPts val="450"/>
                </a:spcAft>
                <a:buFont typeface="+mj-lt"/>
                <a:buAutoNum type="arabicPeriod"/>
              </a:pPr>
              <a:r>
                <a:rPr lang="en-US" sz="675">
                  <a:solidFill>
                    <a:schemeClr val="tx1"/>
                  </a:solidFill>
                  <a:effectLst/>
                  <a:latin typeface="+mn-lt"/>
                </a:rPr>
                <a:t>Click on the placeholder for pictures</a:t>
              </a:r>
            </a:p>
            <a:p>
              <a:pPr marL="107950" indent="-107950">
                <a:lnSpc>
                  <a:spcPct val="120000"/>
                </a:lnSpc>
                <a:spcAft>
                  <a:spcPts val="450"/>
                </a:spcAft>
                <a:buFont typeface="+mj-lt"/>
                <a:buAutoNum type="arabicPeriod"/>
              </a:pPr>
              <a:r>
                <a:rPr lang="en-US" sz="675">
                  <a:solidFill>
                    <a:schemeClr val="tx1"/>
                  </a:solidFill>
                  <a:effectLst/>
                  <a:latin typeface="+mn-lt"/>
                </a:rPr>
                <a:t>Open the menu “Insert”</a:t>
              </a:r>
            </a:p>
            <a:p>
              <a:pPr marL="107950" indent="-107950">
                <a:lnSpc>
                  <a:spcPct val="120000"/>
                </a:lnSpc>
                <a:spcAft>
                  <a:spcPts val="450"/>
                </a:spcAft>
                <a:buFont typeface="+mj-lt"/>
                <a:buAutoNum type="arabicPeriod"/>
              </a:pPr>
              <a:r>
                <a:rPr lang="en-US" sz="675">
                  <a:solidFill>
                    <a:schemeClr val="tx1"/>
                  </a:solidFill>
                  <a:effectLst/>
                  <a:latin typeface="+mn-lt"/>
                </a:rPr>
                <a:t>Choose “Pictures” and then the corresponding source where the image is located</a:t>
              </a:r>
              <a:endParaRPr lang="en-US" sz="675">
                <a:solidFill>
                  <a:schemeClr val="tx1"/>
                </a:solidFill>
                <a:latin typeface="+mn-lt"/>
              </a:endParaRPr>
            </a:p>
          </p:txBody>
        </p:sp>
        <p:pic>
          <p:nvPicPr>
            <p:cNvPr id="19" name="Picture 18"/>
            <p:cNvPicPr>
              <a:picLocks noChangeAspect="1"/>
            </p:cNvPicPr>
            <p:nvPr userDrawn="1"/>
          </p:nvPicPr>
          <p:blipFill rotWithShape="1">
            <a:blip r:embed="rId4"/>
            <a:srcRect l="8843" r="2395" b="2546"/>
            <a:stretch>
              <a:fillRect/>
            </a:stretch>
          </p:blipFill>
          <p:spPr bwMode="gray">
            <a:xfrm>
              <a:off x="-1589806" y="4475212"/>
              <a:ext cx="745332" cy="1122804"/>
            </a:xfrm>
            <a:prstGeom prst="roundRect">
              <a:avLst>
                <a:gd name="adj" fmla="val 3514"/>
              </a:avLst>
            </a:prstGeom>
          </p:spPr>
        </p:pic>
        <p:sp>
          <p:nvSpPr>
            <p:cNvPr id="20" name="TextBox 19"/>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07950" indent="-107950">
                <a:spcAft>
                  <a:spcPts val="450"/>
                </a:spcAft>
                <a:buFont typeface="+mj-lt"/>
                <a:buAutoNum type="arabicPeriod" startAt="4"/>
              </a:pPr>
              <a:r>
                <a:rPr lang="en-US" sz="675">
                  <a:solidFill>
                    <a:schemeClr val="tx1"/>
                  </a:solidFill>
                  <a:effectLst/>
                  <a:latin typeface="+mn-lt"/>
                </a:rPr>
                <a:t>Now the image has </a:t>
              </a:r>
              <a:br>
                <a:rPr lang="en-US" sz="675">
                  <a:solidFill>
                    <a:schemeClr val="tx1"/>
                  </a:solidFill>
                  <a:effectLst/>
                  <a:latin typeface="+mn-lt"/>
                </a:rPr>
              </a:br>
              <a:r>
                <a:rPr lang="en-US" sz="675">
                  <a:solidFill>
                    <a:schemeClr val="tx1"/>
                  </a:solidFill>
                  <a:effectLst/>
                  <a:latin typeface="+mn-lt"/>
                </a:rPr>
                <a:t>been loaded into the </a:t>
              </a:r>
              <a:br>
                <a:rPr lang="en-US" sz="675">
                  <a:solidFill>
                    <a:schemeClr val="tx1"/>
                  </a:solidFill>
                  <a:effectLst/>
                  <a:latin typeface="+mn-lt"/>
                </a:rPr>
              </a:br>
              <a:r>
                <a:rPr lang="en-US" sz="675">
                  <a:solidFill>
                    <a:schemeClr val="tx1"/>
                  </a:solidFill>
                  <a:effectLst/>
                  <a:latin typeface="+mn-lt"/>
                </a:rPr>
                <a:t>placeholder.</a:t>
              </a:r>
              <a:endParaRPr lang="en-US" sz="675">
                <a:solidFill>
                  <a:schemeClr val="tx1"/>
                </a:solidFill>
                <a:latin typeface="+mn-lt"/>
              </a:endParaRPr>
            </a:p>
          </p:txBody>
        </p:sp>
      </p:grpSp>
      <p:sp>
        <p:nvSpPr>
          <p:cNvPr id="5" name="Arrow: Pentagon 6"/>
          <p:cNvSpPr/>
          <p:nvPr userDrawn="1"/>
        </p:nvSpPr>
        <p:spPr bwMode="gray">
          <a:xfrm flipH="1">
            <a:off x="9162660" y="411510"/>
            <a:ext cx="1242000" cy="324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35000" rtlCol="0" anchor="ctr"/>
          <a:lstStyle/>
          <a:p>
            <a:pPr algn="l">
              <a:lnSpc>
                <a:spcPct val="140000"/>
              </a:lnSpc>
            </a:pPr>
            <a:r>
              <a:rPr lang="en-GB" sz="600" b="1">
                <a:solidFill>
                  <a:srgbClr val="076D7E"/>
                </a:solidFill>
                <a:latin typeface="+mj-lt"/>
              </a:rPr>
              <a:t>This layout requires two pictures in the background</a:t>
            </a:r>
            <a:endParaRPr lang="en-US" sz="600" b="1">
              <a:solidFill>
                <a:srgbClr val="076D7E"/>
              </a:solidFill>
              <a:latin typeface="+mj-lt"/>
            </a:endParaRPr>
          </a:p>
        </p:txBody>
      </p:sp>
    </p:spTree>
  </p:cSld>
  <p:clrMapOvr>
    <a:masterClrMapping/>
  </p:clrMapOvr>
</p:sldLayout>
</file>

<file path=ppt/slideLayouts/slideLayout157.xml><?xml version="1.0" encoding="utf-8"?>
<p:sldLayout xmlns:a="http://schemas.openxmlformats.org/drawingml/2006/main" xmlns:r="http://schemas.openxmlformats.org/officeDocument/2006/relationships" xmlns:p="http://schemas.openxmlformats.org/presentationml/2006/main" preserve="1" userDrawn="1">
  <p:cSld name="Only title">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p:txBody>
          <a:bodyPr/>
          <a:lstStyle>
            <a:lvl1pPr>
              <a:defRPr/>
            </a:lvl1pPr>
          </a:lstStyle>
          <a:p>
            <a:r>
              <a:rPr lang="en-US" err="1"/>
              <a:t>Folientitel</a:t>
            </a:r>
            <a:endParaRPr lang="en-US"/>
          </a:p>
        </p:txBody>
      </p:sp>
      <p:sp>
        <p:nvSpPr>
          <p:cNvPr id="11" name="Textplatzhalter 7"/>
          <p:cNvSpPr>
            <a:spLocks noGrp="1"/>
          </p:cNvSpPr>
          <p:nvPr>
            <p:ph type="body" sz="quarter" idx="13" hasCustomPrompt="1"/>
          </p:nvPr>
        </p:nvSpPr>
        <p:spPr bwMode="gray">
          <a:xfrm>
            <a:off x="359999" y="4353960"/>
            <a:ext cx="8424000" cy="108000"/>
          </a:xfrm>
        </p:spPr>
        <p:txBody>
          <a:bodyPr anchor="b"/>
          <a:lstStyle>
            <a:lvl1pPr marL="0" indent="0">
              <a:lnSpc>
                <a:spcPct val="100000"/>
              </a:lnSpc>
              <a:spcBef>
                <a:spcPts val="0"/>
              </a:spcBef>
              <a:spcAft>
                <a:spcPts val="0"/>
              </a:spcAft>
              <a:buFont typeface="Arial" panose="020B0604020202020204" pitchFamily="34" charset="0"/>
              <a:buNone/>
              <a:defRPr sz="600" b="0"/>
            </a:lvl1pPr>
            <a:lvl2pPr marL="0" indent="0">
              <a:lnSpc>
                <a:spcPct val="100000"/>
              </a:lnSpc>
              <a:spcBef>
                <a:spcPts val="0"/>
              </a:spcBef>
              <a:spcAft>
                <a:spcPts val="0"/>
              </a:spcAft>
              <a:buFont typeface="Arial" panose="020B0604020202020204" pitchFamily="34" charset="0"/>
              <a:buNone/>
              <a:defRPr sz="600" b="0"/>
            </a:lvl2pPr>
            <a:lvl3pPr marL="0" indent="0">
              <a:lnSpc>
                <a:spcPct val="100000"/>
              </a:lnSpc>
              <a:spcBef>
                <a:spcPts val="0"/>
              </a:spcBef>
              <a:spcAft>
                <a:spcPts val="0"/>
              </a:spcAft>
              <a:buNone/>
              <a:defRPr sz="600" b="0"/>
            </a:lvl3pPr>
            <a:lvl4pPr marL="0" indent="0">
              <a:lnSpc>
                <a:spcPct val="100000"/>
              </a:lnSpc>
              <a:spcBef>
                <a:spcPts val="0"/>
              </a:spcBef>
              <a:spcAft>
                <a:spcPts val="0"/>
              </a:spcAft>
              <a:buNone/>
              <a:defRPr sz="600" b="0"/>
            </a:lvl4pPr>
            <a:lvl5pPr marL="0" indent="0">
              <a:lnSpc>
                <a:spcPct val="100000"/>
              </a:lnSpc>
              <a:spcBef>
                <a:spcPts val="0"/>
              </a:spcBef>
              <a:spcAft>
                <a:spcPts val="0"/>
              </a:spcAft>
              <a:buNone/>
              <a:defRPr sz="600" b="0"/>
            </a:lvl5pPr>
            <a:lvl6pPr marL="0" indent="0">
              <a:lnSpc>
                <a:spcPct val="100000"/>
              </a:lnSpc>
              <a:spcBef>
                <a:spcPts val="0"/>
              </a:spcBef>
              <a:spcAft>
                <a:spcPts val="0"/>
              </a:spcAft>
              <a:buNone/>
              <a:defRPr sz="600" b="0"/>
            </a:lvl6pPr>
            <a:lvl7pPr marL="0" indent="0">
              <a:lnSpc>
                <a:spcPct val="100000"/>
              </a:lnSpc>
              <a:spcBef>
                <a:spcPts val="0"/>
              </a:spcBef>
              <a:spcAft>
                <a:spcPts val="0"/>
              </a:spcAft>
              <a:buNone/>
              <a:defRPr sz="600" b="0"/>
            </a:lvl7pPr>
            <a:lvl8pPr marL="0" indent="0">
              <a:lnSpc>
                <a:spcPct val="100000"/>
              </a:lnSpc>
              <a:spcBef>
                <a:spcPts val="0"/>
              </a:spcBef>
              <a:spcAft>
                <a:spcPts val="0"/>
              </a:spcAft>
              <a:buNone/>
              <a:defRPr sz="600" b="0"/>
            </a:lvl8pPr>
            <a:lvl9pPr marL="0" indent="0">
              <a:lnSpc>
                <a:spcPct val="100000"/>
              </a:lnSpc>
              <a:spcBef>
                <a:spcPts val="0"/>
              </a:spcBef>
              <a:spcAft>
                <a:spcPts val="0"/>
              </a:spcAft>
              <a:buNone/>
              <a:defRPr sz="600" b="0"/>
            </a:lvl9pPr>
          </a:lstStyle>
          <a:p>
            <a:pPr lvl="0"/>
            <a:r>
              <a:rPr lang="en-US"/>
              <a:t>Footnote/Source</a:t>
            </a:r>
          </a:p>
        </p:txBody>
      </p:sp>
      <p:sp>
        <p:nvSpPr>
          <p:cNvPr id="7" name="Fußzeilenplatzhalter 6"/>
          <p:cNvSpPr>
            <a:spLocks noGrp="1"/>
          </p:cNvSpPr>
          <p:nvPr>
            <p:ph type="ftr" sz="quarter" idx="10"/>
          </p:nvPr>
        </p:nvSpPr>
        <p:spPr bwMode="gray"/>
        <p:txBody>
          <a:bodyPr/>
          <a:lstStyle/>
          <a:p>
            <a:r>
              <a:rPr lang="en-US"/>
              <a:t>Presentation title    |    ONLY FOR INTERNAL USE</a:t>
            </a:r>
          </a:p>
        </p:txBody>
      </p:sp>
      <p:sp>
        <p:nvSpPr>
          <p:cNvPr id="10" name="Foliennummernplatzhalter 9"/>
          <p:cNvSpPr>
            <a:spLocks noGrp="1"/>
          </p:cNvSpPr>
          <p:nvPr>
            <p:ph type="sldNum" sz="quarter" idx="11"/>
          </p:nvPr>
        </p:nvSpPr>
        <p:spPr bwMode="gray"/>
        <p:txBody>
          <a:bodyPr/>
          <a:lstStyle/>
          <a:p>
            <a:fld id="{8FF9B0DE-3FEB-4AA0-B465-B80EF7C1333D}" type="slidenum">
              <a:rPr lang="en-US" smtClean="0"/>
              <a:t>‹#›</a:t>
            </a:fld>
            <a:endParaRPr lang="en-US"/>
          </a:p>
        </p:txBody>
      </p:sp>
    </p:spTree>
  </p:cSld>
  <p:clrMapOvr>
    <a:masterClrMapping/>
  </p:clrMapOvr>
</p:sldLayout>
</file>

<file path=ppt/slideLayouts/slideLayout158.xml><?xml version="1.0" encoding="utf-8"?>
<p:sldLayout xmlns:a="http://schemas.openxmlformats.org/drawingml/2006/main" xmlns:r="http://schemas.openxmlformats.org/officeDocument/2006/relationships" xmlns:p="http://schemas.openxmlformats.org/presentationml/2006/main" preserve="1" userDrawn="1">
  <p:cSld name="Empty">
    <p:spTree>
      <p:nvGrpSpPr>
        <p:cNvPr id="1" name=""/>
        <p:cNvGrpSpPr/>
        <p:nvPr/>
      </p:nvGrpSpPr>
      <p:grpSpPr>
        <a:xfrm>
          <a:off x="0" y="0"/>
          <a:ext cx="0" cy="0"/>
          <a:chOff x="0" y="0"/>
          <a:chExt cx="0" cy="0"/>
        </a:xfrm>
      </p:grpSpPr>
      <p:sp>
        <p:nvSpPr>
          <p:cNvPr id="9" name="Textplatzhalter 7"/>
          <p:cNvSpPr>
            <a:spLocks noGrp="1"/>
          </p:cNvSpPr>
          <p:nvPr>
            <p:ph type="body" sz="quarter" idx="13" hasCustomPrompt="1"/>
          </p:nvPr>
        </p:nvSpPr>
        <p:spPr bwMode="gray">
          <a:xfrm>
            <a:off x="359999" y="4353960"/>
            <a:ext cx="8424000" cy="108000"/>
          </a:xfrm>
        </p:spPr>
        <p:txBody>
          <a:bodyPr anchor="b"/>
          <a:lstStyle>
            <a:lvl1pPr marL="0" indent="0">
              <a:lnSpc>
                <a:spcPct val="100000"/>
              </a:lnSpc>
              <a:spcBef>
                <a:spcPts val="0"/>
              </a:spcBef>
              <a:spcAft>
                <a:spcPts val="0"/>
              </a:spcAft>
              <a:buFont typeface="Arial" panose="020B0604020202020204" pitchFamily="34" charset="0"/>
              <a:buNone/>
              <a:defRPr sz="600" b="0"/>
            </a:lvl1pPr>
            <a:lvl2pPr marL="0" indent="0">
              <a:lnSpc>
                <a:spcPct val="100000"/>
              </a:lnSpc>
              <a:spcBef>
                <a:spcPts val="0"/>
              </a:spcBef>
              <a:spcAft>
                <a:spcPts val="0"/>
              </a:spcAft>
              <a:buFont typeface="Arial" panose="020B0604020202020204" pitchFamily="34" charset="0"/>
              <a:buNone/>
              <a:defRPr sz="600" b="0"/>
            </a:lvl2pPr>
            <a:lvl3pPr marL="0" indent="0">
              <a:lnSpc>
                <a:spcPct val="100000"/>
              </a:lnSpc>
              <a:spcBef>
                <a:spcPts val="0"/>
              </a:spcBef>
              <a:spcAft>
                <a:spcPts val="0"/>
              </a:spcAft>
              <a:buNone/>
              <a:defRPr sz="600" b="0"/>
            </a:lvl3pPr>
            <a:lvl4pPr marL="0" indent="0">
              <a:lnSpc>
                <a:spcPct val="100000"/>
              </a:lnSpc>
              <a:spcBef>
                <a:spcPts val="0"/>
              </a:spcBef>
              <a:spcAft>
                <a:spcPts val="0"/>
              </a:spcAft>
              <a:buNone/>
              <a:defRPr sz="600" b="0"/>
            </a:lvl4pPr>
            <a:lvl5pPr marL="0" indent="0">
              <a:lnSpc>
                <a:spcPct val="100000"/>
              </a:lnSpc>
              <a:spcBef>
                <a:spcPts val="0"/>
              </a:spcBef>
              <a:spcAft>
                <a:spcPts val="0"/>
              </a:spcAft>
              <a:buNone/>
              <a:defRPr sz="600" b="0"/>
            </a:lvl5pPr>
            <a:lvl6pPr marL="0" indent="0">
              <a:lnSpc>
                <a:spcPct val="100000"/>
              </a:lnSpc>
              <a:spcBef>
                <a:spcPts val="0"/>
              </a:spcBef>
              <a:spcAft>
                <a:spcPts val="0"/>
              </a:spcAft>
              <a:buNone/>
              <a:defRPr sz="600" b="0"/>
            </a:lvl6pPr>
            <a:lvl7pPr marL="0" indent="0">
              <a:lnSpc>
                <a:spcPct val="100000"/>
              </a:lnSpc>
              <a:spcBef>
                <a:spcPts val="0"/>
              </a:spcBef>
              <a:spcAft>
                <a:spcPts val="0"/>
              </a:spcAft>
              <a:buNone/>
              <a:defRPr sz="600" b="0"/>
            </a:lvl7pPr>
            <a:lvl8pPr marL="0" indent="0">
              <a:lnSpc>
                <a:spcPct val="100000"/>
              </a:lnSpc>
              <a:spcBef>
                <a:spcPts val="0"/>
              </a:spcBef>
              <a:spcAft>
                <a:spcPts val="0"/>
              </a:spcAft>
              <a:buNone/>
              <a:defRPr sz="600" b="0"/>
            </a:lvl8pPr>
            <a:lvl9pPr marL="0" indent="0">
              <a:lnSpc>
                <a:spcPct val="100000"/>
              </a:lnSpc>
              <a:spcBef>
                <a:spcPts val="0"/>
              </a:spcBef>
              <a:spcAft>
                <a:spcPts val="0"/>
              </a:spcAft>
              <a:buNone/>
              <a:defRPr sz="600" b="0"/>
            </a:lvl9pPr>
          </a:lstStyle>
          <a:p>
            <a:pPr lvl="0"/>
            <a:r>
              <a:rPr lang="en-US"/>
              <a:t>Footnote/Source</a:t>
            </a:r>
          </a:p>
        </p:txBody>
      </p:sp>
      <p:sp>
        <p:nvSpPr>
          <p:cNvPr id="7" name="Fußzeilenplatzhalter 6"/>
          <p:cNvSpPr>
            <a:spLocks noGrp="1"/>
          </p:cNvSpPr>
          <p:nvPr>
            <p:ph type="ftr" sz="quarter" idx="10"/>
          </p:nvPr>
        </p:nvSpPr>
        <p:spPr bwMode="gray"/>
        <p:txBody>
          <a:bodyPr/>
          <a:lstStyle/>
          <a:p>
            <a:r>
              <a:rPr lang="en-US"/>
              <a:t>Presentation title    |    ONLY FOR INTERNAL USE</a:t>
            </a:r>
          </a:p>
        </p:txBody>
      </p:sp>
      <p:sp>
        <p:nvSpPr>
          <p:cNvPr id="8" name="Foliennummernplatzhalter 7"/>
          <p:cNvSpPr>
            <a:spLocks noGrp="1"/>
          </p:cNvSpPr>
          <p:nvPr>
            <p:ph type="sldNum" sz="quarter" idx="11"/>
          </p:nvPr>
        </p:nvSpPr>
        <p:spPr bwMode="gray"/>
        <p:txBody>
          <a:bodyPr/>
          <a:lstStyle/>
          <a:p>
            <a:fld id="{8FF9B0DE-3FEB-4AA0-B465-B80EF7C1333D}" type="slidenum">
              <a:rPr lang="en-US" smtClean="0"/>
              <a:t>‹#›</a:t>
            </a:fld>
            <a:endParaRPr lang="en-US"/>
          </a:p>
        </p:txBody>
      </p:sp>
    </p:spTree>
  </p:cSld>
  <p:clrMapOvr>
    <a:masterClrMapping/>
  </p:clrMapOvr>
</p:sldLayout>
</file>

<file path=ppt/slideLayouts/slideLayout159.xml><?xml version="1.0" encoding="utf-8"?>
<p:sldLayout xmlns:a="http://schemas.openxmlformats.org/drawingml/2006/main" xmlns:r="http://schemas.openxmlformats.org/officeDocument/2006/relationships" xmlns:p="http://schemas.openxmlformats.org/presentationml/2006/main" preserve="1" userDrawn="1">
  <p:cSld name="Contact">
    <p:bg>
      <p:bgPr>
        <a:solidFill>
          <a:schemeClr val="bg2"/>
        </a:solidFill>
        <a:effectLst/>
      </p:bgPr>
    </p:bg>
    <p:spTree>
      <p:nvGrpSpPr>
        <p:cNvPr id="1" name=""/>
        <p:cNvGrpSpPr/>
        <p:nvPr/>
      </p:nvGrpSpPr>
      <p:grpSpPr>
        <a:xfrm>
          <a:off x="0" y="0"/>
          <a:ext cx="0" cy="0"/>
          <a:chOff x="0" y="0"/>
          <a:chExt cx="0" cy="0"/>
        </a:xfrm>
      </p:grpSpPr>
      <p:sp>
        <p:nvSpPr>
          <p:cNvPr id="13" name="Titel 12"/>
          <p:cNvSpPr>
            <a:spLocks noGrp="1"/>
          </p:cNvSpPr>
          <p:nvPr>
            <p:ph type="title" hasCustomPrompt="1"/>
          </p:nvPr>
        </p:nvSpPr>
        <p:spPr bwMode="gray"/>
        <p:txBody>
          <a:bodyPr/>
          <a:lstStyle>
            <a:lvl1pPr>
              <a:defRPr>
                <a:solidFill>
                  <a:schemeClr val="bg1"/>
                </a:solidFill>
              </a:defRPr>
            </a:lvl1pPr>
          </a:lstStyle>
          <a:p>
            <a:r>
              <a:rPr lang="en-US"/>
              <a:t>Add End Message</a:t>
            </a:r>
          </a:p>
        </p:txBody>
      </p:sp>
      <p:sp>
        <p:nvSpPr>
          <p:cNvPr id="5" name="Bildplatzhalter 10"/>
          <p:cNvSpPr>
            <a:spLocks noGrp="1"/>
          </p:cNvSpPr>
          <p:nvPr>
            <p:ph type="pic" sz="quarter" idx="19" hasCustomPrompt="1"/>
          </p:nvPr>
        </p:nvSpPr>
        <p:spPr bwMode="ltGray">
          <a:xfrm>
            <a:off x="2" y="0"/>
            <a:ext cx="9143999" cy="2544366"/>
          </a:xfrm>
          <a:solidFill>
            <a:schemeClr val="bg2"/>
          </a:solidFill>
        </p:spPr>
        <p:txBody>
          <a:bodyPr tIns="720000" anchor="ctr" anchorCtr="0"/>
          <a:lstStyle>
            <a:lvl1pPr marL="0" indent="0" algn="ctr">
              <a:spcBef>
                <a:spcPts val="0"/>
              </a:spcBef>
              <a:spcAft>
                <a:spcPts val="0"/>
              </a:spcAft>
              <a:buFontTx/>
              <a:buNone/>
              <a:defRPr sz="900" b="0">
                <a:solidFill>
                  <a:schemeClr val="bg1"/>
                </a:solidFill>
              </a:defRPr>
            </a:lvl1pPr>
            <a:lvl2pPr marL="0" indent="0" algn="ctr">
              <a:spcBef>
                <a:spcPts val="0"/>
              </a:spcBef>
              <a:spcAft>
                <a:spcPts val="0"/>
              </a:spcAft>
              <a:buFontTx/>
              <a:buNone/>
              <a:defRPr sz="900" b="0">
                <a:solidFill>
                  <a:schemeClr val="bg1"/>
                </a:solidFill>
              </a:defRPr>
            </a:lvl2pPr>
            <a:lvl3pPr marL="0" indent="0" algn="ctr">
              <a:spcBef>
                <a:spcPts val="0"/>
              </a:spcBef>
              <a:spcAft>
                <a:spcPts val="0"/>
              </a:spcAft>
              <a:buFontTx/>
              <a:buNone/>
              <a:defRPr sz="900" b="0"/>
            </a:lvl3pPr>
            <a:lvl4pPr marL="0" indent="0" algn="ctr">
              <a:spcBef>
                <a:spcPts val="0"/>
              </a:spcBef>
              <a:spcAft>
                <a:spcPts val="0"/>
              </a:spcAft>
              <a:buFontTx/>
              <a:buNone/>
              <a:defRPr sz="900" b="0"/>
            </a:lvl4pPr>
            <a:lvl5pPr marL="0" indent="0" algn="ctr">
              <a:spcBef>
                <a:spcPts val="0"/>
              </a:spcBef>
              <a:spcAft>
                <a:spcPts val="0"/>
              </a:spcAft>
              <a:buFontTx/>
              <a:buNone/>
              <a:defRPr sz="900" b="0">
                <a:solidFill>
                  <a:schemeClr val="bg1"/>
                </a:solidFill>
              </a:defRPr>
            </a:lvl5pPr>
            <a:lvl6pPr marL="0" indent="0" algn="ctr">
              <a:spcBef>
                <a:spcPts val="0"/>
              </a:spcBef>
              <a:spcAft>
                <a:spcPts val="0"/>
              </a:spcAft>
              <a:buFontTx/>
              <a:buNone/>
              <a:defRPr sz="900" b="0">
                <a:solidFill>
                  <a:schemeClr val="bg1"/>
                </a:solidFill>
              </a:defRPr>
            </a:lvl6pPr>
            <a:lvl7pPr marL="0" indent="0" algn="ctr">
              <a:spcBef>
                <a:spcPts val="0"/>
              </a:spcBef>
              <a:spcAft>
                <a:spcPts val="0"/>
              </a:spcAft>
              <a:buFontTx/>
              <a:buNone/>
              <a:defRPr sz="900" b="0"/>
            </a:lvl7pPr>
            <a:lvl8pPr marL="0" indent="0" algn="ctr">
              <a:spcBef>
                <a:spcPts val="0"/>
              </a:spcBef>
              <a:spcAft>
                <a:spcPts val="0"/>
              </a:spcAft>
              <a:buFontTx/>
              <a:buNone/>
              <a:defRPr sz="900" b="0"/>
            </a:lvl8pPr>
            <a:lvl9pPr marL="0" indent="0" algn="ctr">
              <a:spcBef>
                <a:spcPts val="0"/>
              </a:spcBef>
              <a:spcAft>
                <a:spcPts val="0"/>
              </a:spcAft>
              <a:buFontTx/>
              <a:buNone/>
              <a:defRPr sz="900" b="0"/>
            </a:lvl9pPr>
          </a:lstStyle>
          <a:p>
            <a:pPr lvl="0"/>
            <a:r>
              <a:rPr lang="en-US"/>
              <a:t>Add picture</a:t>
            </a:r>
          </a:p>
        </p:txBody>
      </p:sp>
      <p:sp>
        <p:nvSpPr>
          <p:cNvPr id="8" name="Textplatzhalter 7"/>
          <p:cNvSpPr>
            <a:spLocks noGrp="1"/>
          </p:cNvSpPr>
          <p:nvPr>
            <p:ph type="body" sz="quarter" idx="10" hasCustomPrompt="1"/>
          </p:nvPr>
        </p:nvSpPr>
        <p:spPr bwMode="gray">
          <a:xfrm>
            <a:off x="359569" y="2679762"/>
            <a:ext cx="4104085" cy="1782000"/>
          </a:xfrm>
        </p:spPr>
        <p:txBody>
          <a:bodyPr anchor="t" anchorCtr="0"/>
          <a:lstStyle>
            <a:lvl1pPr marL="0" indent="0" algn="l">
              <a:spcBef>
                <a:spcPts val="0"/>
              </a:spcBef>
              <a:spcAft>
                <a:spcPts val="450"/>
              </a:spcAft>
              <a:buNone/>
              <a:defRPr sz="1500">
                <a:solidFill>
                  <a:schemeClr val="tx2"/>
                </a:solidFill>
              </a:defRPr>
            </a:lvl1pPr>
            <a:lvl2pPr marL="0" indent="0" algn="l">
              <a:spcBef>
                <a:spcPts val="0"/>
              </a:spcBef>
              <a:spcAft>
                <a:spcPts val="0"/>
              </a:spcAft>
              <a:buFont typeface="Arial" panose="020B0604020202020204" pitchFamily="34" charset="0"/>
              <a:buNone/>
              <a:tabLst>
                <a:tab pos="542290" algn="l"/>
              </a:tabLst>
              <a:defRPr b="1">
                <a:solidFill>
                  <a:schemeClr val="bg1"/>
                </a:solidFill>
              </a:defRPr>
            </a:lvl2pPr>
            <a:lvl3pPr marL="0" indent="0" algn="l">
              <a:spcBef>
                <a:spcPts val="0"/>
              </a:spcBef>
              <a:spcAft>
                <a:spcPts val="900"/>
              </a:spcAft>
              <a:buNone/>
              <a:tabLst>
                <a:tab pos="199390" algn="l"/>
              </a:tabLst>
              <a:defRPr sz="1050">
                <a:solidFill>
                  <a:schemeClr val="bg1"/>
                </a:solidFill>
              </a:defRPr>
            </a:lvl3pPr>
            <a:lvl4pPr marL="0" indent="0" algn="l">
              <a:spcBef>
                <a:spcPts val="0"/>
              </a:spcBef>
              <a:spcAft>
                <a:spcPts val="900"/>
              </a:spcAft>
              <a:buNone/>
              <a:tabLst>
                <a:tab pos="542290" algn="l"/>
              </a:tabLst>
              <a:defRPr sz="1050">
                <a:solidFill>
                  <a:schemeClr val="bg1"/>
                </a:solidFill>
              </a:defRPr>
            </a:lvl4pPr>
            <a:lvl5pPr marL="0" indent="0" algn="l">
              <a:spcBef>
                <a:spcPts val="0"/>
              </a:spcBef>
              <a:spcAft>
                <a:spcPts val="900"/>
              </a:spcAft>
              <a:buNone/>
              <a:tabLst>
                <a:tab pos="542290" algn="l"/>
              </a:tabLst>
              <a:defRPr sz="1050">
                <a:solidFill>
                  <a:schemeClr val="bg1"/>
                </a:solidFill>
              </a:defRPr>
            </a:lvl5pPr>
            <a:lvl6pPr marL="0" indent="0">
              <a:spcBef>
                <a:spcPts val="0"/>
              </a:spcBef>
              <a:spcAft>
                <a:spcPts val="900"/>
              </a:spcAft>
              <a:buNone/>
              <a:tabLst>
                <a:tab pos="542290" algn="l"/>
              </a:tabLst>
              <a:defRPr sz="1050">
                <a:solidFill>
                  <a:schemeClr val="bg1"/>
                </a:solidFill>
              </a:defRPr>
            </a:lvl6pPr>
            <a:lvl7pPr marL="0" indent="0">
              <a:spcBef>
                <a:spcPts val="0"/>
              </a:spcBef>
              <a:spcAft>
                <a:spcPts val="900"/>
              </a:spcAft>
              <a:buNone/>
              <a:tabLst>
                <a:tab pos="542290" algn="l"/>
              </a:tabLst>
              <a:defRPr sz="1050">
                <a:solidFill>
                  <a:schemeClr val="bg1"/>
                </a:solidFill>
              </a:defRPr>
            </a:lvl7pPr>
            <a:lvl8pPr marL="0" indent="0">
              <a:spcBef>
                <a:spcPts val="0"/>
              </a:spcBef>
              <a:spcAft>
                <a:spcPts val="900"/>
              </a:spcAft>
              <a:buNone/>
              <a:tabLst>
                <a:tab pos="542290" algn="l"/>
              </a:tabLst>
              <a:defRPr sz="1050">
                <a:solidFill>
                  <a:schemeClr val="bg1"/>
                </a:solidFill>
              </a:defRPr>
            </a:lvl8pPr>
            <a:lvl9pPr marL="0" indent="0">
              <a:spcBef>
                <a:spcPts val="0"/>
              </a:spcBef>
              <a:spcAft>
                <a:spcPts val="900"/>
              </a:spcAft>
              <a:buNone/>
              <a:tabLst>
                <a:tab pos="542290" algn="l"/>
              </a:tabLst>
              <a:defRPr sz="1050">
                <a:solidFill>
                  <a:schemeClr val="bg1"/>
                </a:solidFill>
              </a:defRPr>
            </a:lvl9pPr>
          </a:lstStyle>
          <a:p>
            <a:pPr lvl="0"/>
            <a:r>
              <a:rPr lang="en-US"/>
              <a:t>Add Name in the first text level, in the second text level function and in the third address. Use the "Increase/ decrease list level" buttons to switch between the set up text levels</a:t>
            </a:r>
          </a:p>
          <a:p>
            <a:pPr lvl="1"/>
            <a:r>
              <a:rPr lang="en-US"/>
              <a:t>Second level</a:t>
            </a:r>
          </a:p>
          <a:p>
            <a:pPr lvl="2"/>
            <a:r>
              <a:rPr lang="en-US"/>
              <a:t>Third level</a:t>
            </a:r>
          </a:p>
        </p:txBody>
      </p:sp>
      <p:sp>
        <p:nvSpPr>
          <p:cNvPr id="11" name="Textplatzhalter 7"/>
          <p:cNvSpPr>
            <a:spLocks noGrp="1"/>
          </p:cNvSpPr>
          <p:nvPr>
            <p:ph type="body" sz="quarter" idx="15" hasCustomPrompt="1"/>
          </p:nvPr>
        </p:nvSpPr>
        <p:spPr bwMode="gray">
          <a:xfrm>
            <a:off x="4676646" y="2679762"/>
            <a:ext cx="4104085" cy="1782000"/>
          </a:xfrm>
        </p:spPr>
        <p:txBody>
          <a:bodyPr anchor="t" anchorCtr="0"/>
          <a:lstStyle>
            <a:lvl1pPr marL="0" indent="0" algn="l">
              <a:spcBef>
                <a:spcPts val="0"/>
              </a:spcBef>
              <a:spcAft>
                <a:spcPts val="450"/>
              </a:spcAft>
              <a:buNone/>
              <a:defRPr sz="1500">
                <a:solidFill>
                  <a:schemeClr val="tx2"/>
                </a:solidFill>
              </a:defRPr>
            </a:lvl1pPr>
            <a:lvl2pPr marL="0" indent="0" algn="l">
              <a:spcBef>
                <a:spcPts val="0"/>
              </a:spcBef>
              <a:spcAft>
                <a:spcPts val="0"/>
              </a:spcAft>
              <a:buFont typeface="Arial" panose="020B0604020202020204" pitchFamily="34" charset="0"/>
              <a:buNone/>
              <a:tabLst>
                <a:tab pos="542290" algn="l"/>
              </a:tabLst>
              <a:defRPr b="1">
                <a:solidFill>
                  <a:schemeClr val="bg1"/>
                </a:solidFill>
              </a:defRPr>
            </a:lvl2pPr>
            <a:lvl3pPr marL="0" indent="0" algn="l">
              <a:spcBef>
                <a:spcPts val="0"/>
              </a:spcBef>
              <a:spcAft>
                <a:spcPts val="900"/>
              </a:spcAft>
              <a:buNone/>
              <a:tabLst>
                <a:tab pos="199390" algn="l"/>
              </a:tabLst>
              <a:defRPr sz="1050">
                <a:solidFill>
                  <a:schemeClr val="bg1"/>
                </a:solidFill>
              </a:defRPr>
            </a:lvl3pPr>
            <a:lvl4pPr marL="0" indent="0" algn="l">
              <a:spcBef>
                <a:spcPts val="0"/>
              </a:spcBef>
              <a:spcAft>
                <a:spcPts val="900"/>
              </a:spcAft>
              <a:buNone/>
              <a:tabLst>
                <a:tab pos="542290" algn="l"/>
              </a:tabLst>
              <a:defRPr sz="1050">
                <a:solidFill>
                  <a:schemeClr val="bg1"/>
                </a:solidFill>
              </a:defRPr>
            </a:lvl4pPr>
            <a:lvl5pPr marL="0" indent="0" algn="l">
              <a:spcBef>
                <a:spcPts val="0"/>
              </a:spcBef>
              <a:spcAft>
                <a:spcPts val="900"/>
              </a:spcAft>
              <a:buNone/>
              <a:tabLst>
                <a:tab pos="542290" algn="l"/>
              </a:tabLst>
              <a:defRPr sz="1050">
                <a:solidFill>
                  <a:schemeClr val="bg1"/>
                </a:solidFill>
              </a:defRPr>
            </a:lvl5pPr>
            <a:lvl6pPr marL="0" indent="0">
              <a:spcBef>
                <a:spcPts val="0"/>
              </a:spcBef>
              <a:spcAft>
                <a:spcPts val="900"/>
              </a:spcAft>
              <a:buNone/>
              <a:tabLst>
                <a:tab pos="542290" algn="l"/>
              </a:tabLst>
              <a:defRPr sz="1050">
                <a:solidFill>
                  <a:schemeClr val="bg1"/>
                </a:solidFill>
              </a:defRPr>
            </a:lvl6pPr>
            <a:lvl7pPr marL="0" indent="0">
              <a:spcBef>
                <a:spcPts val="0"/>
              </a:spcBef>
              <a:spcAft>
                <a:spcPts val="900"/>
              </a:spcAft>
              <a:buNone/>
              <a:tabLst>
                <a:tab pos="542290" algn="l"/>
              </a:tabLst>
              <a:defRPr sz="1050">
                <a:solidFill>
                  <a:schemeClr val="bg1"/>
                </a:solidFill>
              </a:defRPr>
            </a:lvl7pPr>
            <a:lvl8pPr marL="0" indent="0">
              <a:spcBef>
                <a:spcPts val="0"/>
              </a:spcBef>
              <a:spcAft>
                <a:spcPts val="900"/>
              </a:spcAft>
              <a:buNone/>
              <a:tabLst>
                <a:tab pos="542290" algn="l"/>
              </a:tabLst>
              <a:defRPr sz="1050">
                <a:solidFill>
                  <a:schemeClr val="bg1"/>
                </a:solidFill>
              </a:defRPr>
            </a:lvl8pPr>
            <a:lvl9pPr marL="0" indent="0">
              <a:spcBef>
                <a:spcPts val="0"/>
              </a:spcBef>
              <a:spcAft>
                <a:spcPts val="900"/>
              </a:spcAft>
              <a:buNone/>
              <a:tabLst>
                <a:tab pos="542290" algn="l"/>
              </a:tabLst>
              <a:defRPr sz="1050">
                <a:solidFill>
                  <a:schemeClr val="bg1"/>
                </a:solidFill>
              </a:defRPr>
            </a:lvl9pPr>
          </a:lstStyle>
          <a:p>
            <a:pPr lvl="0"/>
            <a:r>
              <a:rPr lang="en-US"/>
              <a:t>Add Name in the first text level, in the second text level function and in the third address. Use the "Increase/ decrease list level" buttons to switch between the set up text levels</a:t>
            </a:r>
          </a:p>
          <a:p>
            <a:pPr lvl="1"/>
            <a:r>
              <a:rPr lang="en-US"/>
              <a:t>Second level</a:t>
            </a:r>
          </a:p>
          <a:p>
            <a:pPr lvl="2"/>
            <a:r>
              <a:rPr lang="en-US"/>
              <a:t>Third level</a:t>
            </a:r>
          </a:p>
        </p:txBody>
      </p:sp>
      <p:sp>
        <p:nvSpPr>
          <p:cNvPr id="7" name="Fußzeilenplatzhalter 6"/>
          <p:cNvSpPr>
            <a:spLocks noGrp="1"/>
          </p:cNvSpPr>
          <p:nvPr>
            <p:ph type="ftr" sz="quarter" idx="21"/>
          </p:nvPr>
        </p:nvSpPr>
        <p:spPr bwMode="gray"/>
        <p:txBody>
          <a:bodyPr/>
          <a:lstStyle>
            <a:lvl1pPr>
              <a:defRPr>
                <a:solidFill>
                  <a:schemeClr val="bg1"/>
                </a:solidFill>
              </a:defRPr>
            </a:lvl1pPr>
          </a:lstStyle>
          <a:p>
            <a:r>
              <a:rPr lang="en-US"/>
              <a:t>Presentation title    |    ONLY FOR INTERNAL USE</a:t>
            </a:r>
          </a:p>
        </p:txBody>
      </p:sp>
      <p:sp>
        <p:nvSpPr>
          <p:cNvPr id="9" name="Foliennummernplatzhalter 8"/>
          <p:cNvSpPr>
            <a:spLocks noGrp="1"/>
          </p:cNvSpPr>
          <p:nvPr>
            <p:ph type="sldNum" sz="quarter" idx="22"/>
          </p:nvPr>
        </p:nvSpPr>
        <p:spPr bwMode="gray"/>
        <p:txBody>
          <a:bodyPr/>
          <a:lstStyle>
            <a:lvl1pPr>
              <a:defRPr>
                <a:solidFill>
                  <a:schemeClr val="bg1"/>
                </a:solidFill>
              </a:defRPr>
            </a:lvl1pPr>
          </a:lstStyle>
          <a:p>
            <a:fld id="{DF4E8F9F-5B1F-4F5B-BE49-3245D8C18D9F}" type="slidenum">
              <a:rPr lang="en-US" smtClean="0"/>
              <a:t>‹#›</a:t>
            </a:fld>
            <a:endParaRPr lang="en-US"/>
          </a:p>
        </p:txBody>
      </p:sp>
      <p:pic>
        <p:nvPicPr>
          <p:cNvPr id="12" name="Grafik 11"/>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359568" y="4623752"/>
            <a:ext cx="926100" cy="279545"/>
          </a:xfrm>
          <a:prstGeom prst="rect">
            <a:avLst/>
          </a:prstGeom>
        </p:spPr>
      </p:pic>
      <p:grpSp>
        <p:nvGrpSpPr>
          <p:cNvPr id="10" name="Group 9"/>
          <p:cNvGrpSpPr/>
          <p:nvPr userDrawn="1"/>
        </p:nvGrpSpPr>
        <p:grpSpPr bwMode="gray">
          <a:xfrm>
            <a:off x="-1422666" y="0"/>
            <a:ext cx="1286309" cy="2808312"/>
            <a:chOff x="-1824880" y="2708920"/>
            <a:chExt cx="1715078" cy="3744416"/>
          </a:xfrm>
        </p:grpSpPr>
        <p:sp>
          <p:nvSpPr>
            <p:cNvPr id="14" name="TextBox 13"/>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450"/>
                </a:spcAft>
              </a:pPr>
              <a:r>
                <a:rPr lang="en-US" sz="825" b="1">
                  <a:solidFill>
                    <a:schemeClr val="tx1"/>
                  </a:solidFill>
                  <a:effectLst/>
                  <a:latin typeface="+mj-lt"/>
                </a:rPr>
                <a:t>To insert a picture:</a:t>
              </a:r>
            </a:p>
            <a:p>
              <a:pPr marL="107950" indent="-107950">
                <a:lnSpc>
                  <a:spcPct val="120000"/>
                </a:lnSpc>
                <a:spcAft>
                  <a:spcPts val="450"/>
                </a:spcAft>
                <a:buFont typeface="+mj-lt"/>
                <a:buAutoNum type="arabicPeriod"/>
              </a:pPr>
              <a:r>
                <a:rPr lang="en-US" sz="675">
                  <a:solidFill>
                    <a:schemeClr val="tx1"/>
                  </a:solidFill>
                  <a:effectLst/>
                  <a:latin typeface="+mn-lt"/>
                </a:rPr>
                <a:t>Click on the placeholder for pictures</a:t>
              </a:r>
            </a:p>
            <a:p>
              <a:pPr marL="107950" indent="-107950">
                <a:lnSpc>
                  <a:spcPct val="120000"/>
                </a:lnSpc>
                <a:spcAft>
                  <a:spcPts val="450"/>
                </a:spcAft>
                <a:buFont typeface="+mj-lt"/>
                <a:buAutoNum type="arabicPeriod"/>
              </a:pPr>
              <a:r>
                <a:rPr lang="en-US" sz="675">
                  <a:solidFill>
                    <a:schemeClr val="tx1"/>
                  </a:solidFill>
                  <a:effectLst/>
                  <a:latin typeface="+mn-lt"/>
                </a:rPr>
                <a:t>Open the menu “Insert”</a:t>
              </a:r>
            </a:p>
            <a:p>
              <a:pPr marL="107950" indent="-107950">
                <a:lnSpc>
                  <a:spcPct val="120000"/>
                </a:lnSpc>
                <a:spcAft>
                  <a:spcPts val="450"/>
                </a:spcAft>
                <a:buFont typeface="+mj-lt"/>
                <a:buAutoNum type="arabicPeriod"/>
              </a:pPr>
              <a:r>
                <a:rPr lang="en-US" sz="675">
                  <a:solidFill>
                    <a:schemeClr val="tx1"/>
                  </a:solidFill>
                  <a:effectLst/>
                  <a:latin typeface="+mn-lt"/>
                </a:rPr>
                <a:t>Choose “Pictures” and then the corresponding source where the image is located</a:t>
              </a:r>
              <a:endParaRPr lang="en-US" sz="675">
                <a:solidFill>
                  <a:schemeClr val="tx1"/>
                </a:solidFill>
                <a:latin typeface="+mn-lt"/>
              </a:endParaRPr>
            </a:p>
          </p:txBody>
        </p:sp>
        <p:pic>
          <p:nvPicPr>
            <p:cNvPr id="15" name="Picture 14"/>
            <p:cNvPicPr>
              <a:picLocks noChangeAspect="1"/>
            </p:cNvPicPr>
            <p:nvPr userDrawn="1"/>
          </p:nvPicPr>
          <p:blipFill rotWithShape="1">
            <a:blip r:embed="rId4"/>
            <a:srcRect l="8843" r="2395" b="2546"/>
            <a:stretch>
              <a:fillRect/>
            </a:stretch>
          </p:blipFill>
          <p:spPr bwMode="gray">
            <a:xfrm>
              <a:off x="-1589806" y="4475212"/>
              <a:ext cx="745332" cy="1122804"/>
            </a:xfrm>
            <a:prstGeom prst="roundRect">
              <a:avLst>
                <a:gd name="adj" fmla="val 3514"/>
              </a:avLst>
            </a:prstGeom>
          </p:spPr>
        </p:pic>
        <p:sp>
          <p:nvSpPr>
            <p:cNvPr id="16" name="TextBox 15"/>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07950" indent="-107950">
                <a:spcAft>
                  <a:spcPts val="450"/>
                </a:spcAft>
                <a:buFont typeface="+mj-lt"/>
                <a:buAutoNum type="arabicPeriod" startAt="4"/>
              </a:pPr>
              <a:r>
                <a:rPr lang="en-US" sz="675">
                  <a:solidFill>
                    <a:schemeClr val="tx1"/>
                  </a:solidFill>
                  <a:effectLst/>
                  <a:latin typeface="+mn-lt"/>
                </a:rPr>
                <a:t>Now the image has </a:t>
              </a:r>
              <a:br>
                <a:rPr lang="en-US" sz="675">
                  <a:solidFill>
                    <a:schemeClr val="tx1"/>
                  </a:solidFill>
                  <a:effectLst/>
                  <a:latin typeface="+mn-lt"/>
                </a:rPr>
              </a:br>
              <a:r>
                <a:rPr lang="en-US" sz="675">
                  <a:solidFill>
                    <a:schemeClr val="tx1"/>
                  </a:solidFill>
                  <a:effectLst/>
                  <a:latin typeface="+mn-lt"/>
                </a:rPr>
                <a:t>been loaded into the </a:t>
              </a:r>
              <a:br>
                <a:rPr lang="en-US" sz="675">
                  <a:solidFill>
                    <a:schemeClr val="tx1"/>
                  </a:solidFill>
                  <a:effectLst/>
                  <a:latin typeface="+mn-lt"/>
                </a:rPr>
              </a:br>
              <a:r>
                <a:rPr lang="en-US" sz="675">
                  <a:solidFill>
                    <a:schemeClr val="tx1"/>
                  </a:solidFill>
                  <a:effectLst/>
                  <a:latin typeface="+mn-lt"/>
                </a:rPr>
                <a:t>placeholder.</a:t>
              </a:r>
              <a:endParaRPr lang="en-US" sz="675">
                <a:solidFill>
                  <a:schemeClr val="tx1"/>
                </a:solidFill>
                <a:latin typeface="+mn-lt"/>
              </a:endParaRPr>
            </a:p>
          </p:txBody>
        </p:sp>
      </p:grpSp>
    </p:spTree>
  </p:cSld>
  <p:clrMapOvr>
    <a:masterClrMapping/>
  </p:clrMapOvr>
</p:sldLayout>
</file>

<file path=ppt/slideLayouts/slideLayout160.xml><?xml version="1.0" encoding="utf-8"?>
<p:sldLayout xmlns:a="http://schemas.openxmlformats.org/drawingml/2006/main" xmlns:r="http://schemas.openxmlformats.org/officeDocument/2006/relationships" xmlns:p="http://schemas.openxmlformats.org/presentationml/2006/main" preserve="1" userDrawn="1">
  <p:cSld name="Disclaimer">
    <p:spTree>
      <p:nvGrpSpPr>
        <p:cNvPr id="1" name=""/>
        <p:cNvGrpSpPr/>
        <p:nvPr/>
      </p:nvGrpSpPr>
      <p:grpSpPr>
        <a:xfrm>
          <a:off x="0" y="0"/>
          <a:ext cx="0" cy="0"/>
          <a:chOff x="0" y="0"/>
          <a:chExt cx="0" cy="0"/>
        </a:xfrm>
      </p:grpSpPr>
      <p:sp>
        <p:nvSpPr>
          <p:cNvPr id="7" name="Fußzeilenplatzhalter 6"/>
          <p:cNvSpPr>
            <a:spLocks noGrp="1"/>
          </p:cNvSpPr>
          <p:nvPr>
            <p:ph type="ftr" sz="quarter" idx="10"/>
          </p:nvPr>
        </p:nvSpPr>
        <p:spPr bwMode="gray"/>
        <p:txBody>
          <a:bodyPr/>
          <a:lstStyle/>
          <a:p>
            <a:r>
              <a:rPr lang="en-US"/>
              <a:t>Presentation title    |    ONLY FOR INTERNAL USE</a:t>
            </a:r>
          </a:p>
        </p:txBody>
      </p:sp>
      <p:sp>
        <p:nvSpPr>
          <p:cNvPr id="8" name="Foliennummernplatzhalter 7"/>
          <p:cNvSpPr>
            <a:spLocks noGrp="1"/>
          </p:cNvSpPr>
          <p:nvPr>
            <p:ph type="sldNum" sz="quarter" idx="11"/>
          </p:nvPr>
        </p:nvSpPr>
        <p:spPr bwMode="gray"/>
        <p:txBody>
          <a:bodyPr/>
          <a:lstStyle/>
          <a:p>
            <a:fld id="{8FF9B0DE-3FEB-4AA0-B465-B80EF7C1333D}" type="slidenum">
              <a:rPr lang="en-US" smtClean="0"/>
              <a:t>‹#›</a:t>
            </a:fld>
            <a:endParaRPr lang="en-US"/>
          </a:p>
        </p:txBody>
      </p:sp>
      <p:sp>
        <p:nvSpPr>
          <p:cNvPr id="2" name="Rechteck 1"/>
          <p:cNvSpPr/>
          <p:nvPr userDrawn="1"/>
        </p:nvSpPr>
        <p:spPr bwMode="gray">
          <a:xfrm>
            <a:off x="359570" y="357188"/>
            <a:ext cx="8424863" cy="540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l"/>
            <a:r>
              <a:rPr lang="en-US" sz="1875" b="1">
                <a:solidFill>
                  <a:schemeClr val="bg2"/>
                </a:solidFill>
                <a:latin typeface="+mj-lt"/>
              </a:rPr>
              <a:t>Disclaimer</a:t>
            </a:r>
          </a:p>
        </p:txBody>
      </p:sp>
      <p:sp>
        <p:nvSpPr>
          <p:cNvPr id="6" name="Inhaltsplatzhalter 18"/>
          <p:cNvSpPr txBox="1"/>
          <p:nvPr userDrawn="1"/>
        </p:nvSpPr>
        <p:spPr bwMode="gray">
          <a:xfrm>
            <a:off x="359570" y="1437624"/>
            <a:ext cx="4590473" cy="2592288"/>
          </a:xfrm>
          <a:prstGeom prst="rect">
            <a:avLst/>
          </a:prstGeom>
        </p:spPr>
        <p:txBody>
          <a:bodyPr vert="horz" lIns="0" tIns="0" rIns="0" bIns="0" numCol="1" spcCol="288000" rtlCol="0">
            <a:noAutofit/>
          </a:bodyPr>
          <a:lstStyle>
            <a:lvl1pPr marL="215900" indent="-2159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1800" indent="-2159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5945" indent="-2159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1845" indent="-2159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145" indent="-14414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29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1800" indent="-14414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5945" indent="-14414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5945" indent="-14414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lgn="l">
              <a:spcAft>
                <a:spcPts val="900"/>
              </a:spcAft>
              <a:buFont typeface="Arial" panose="020B0604020202020204" pitchFamily="34" charset="0"/>
              <a:buNone/>
            </a:pPr>
            <a:r>
              <a:rPr lang="en-US" sz="1050"/>
              <a:t>This presentation and its contents are property of Boehringer Ingelheim and are, inter alia, protected by copyright law. Complete or partial passing on to third parties as well as copying, reproduction, publication or any other use by third parties is not permitted.</a:t>
            </a:r>
          </a:p>
        </p:txBody>
      </p:sp>
      <p:sp>
        <p:nvSpPr>
          <p:cNvPr id="10" name="Inhaltsplatzhalter 18"/>
          <p:cNvSpPr txBox="1"/>
          <p:nvPr userDrawn="1"/>
        </p:nvSpPr>
        <p:spPr bwMode="gray">
          <a:xfrm>
            <a:off x="356627" y="4272940"/>
            <a:ext cx="6669000" cy="189524"/>
          </a:xfrm>
          <a:prstGeom prst="rect">
            <a:avLst/>
          </a:prstGeom>
        </p:spPr>
        <p:txBody>
          <a:bodyPr vert="horz" lIns="0" tIns="0" rIns="0" bIns="0" rtlCol="0">
            <a:noAutofit/>
          </a:bodyPr>
          <a:lstStyle>
            <a:lvl1pPr marL="215900" indent="-2159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1800" indent="-2159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5945" indent="-2159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1845" indent="-2159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145" indent="-14414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29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1800" indent="-14414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5945" indent="-14414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5945" indent="-14414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buFont typeface="Arial" panose="020B0604020202020204" pitchFamily="34" charset="0"/>
              <a:buNone/>
            </a:pPr>
            <a:r>
              <a:rPr lang="en-US" sz="1050"/>
              <a:t> </a:t>
            </a:r>
          </a:p>
        </p:txBody>
      </p:sp>
      <p:sp>
        <p:nvSpPr>
          <p:cNvPr id="11" name="Inhaltsplatzhalter 18"/>
          <p:cNvSpPr txBox="1"/>
          <p:nvPr userDrawn="1"/>
        </p:nvSpPr>
        <p:spPr bwMode="gray">
          <a:xfrm>
            <a:off x="356629" y="1059656"/>
            <a:ext cx="4077416" cy="135015"/>
          </a:xfrm>
          <a:prstGeom prst="rect">
            <a:avLst/>
          </a:prstGeom>
        </p:spPr>
        <p:txBody>
          <a:bodyPr vert="horz" lIns="0" tIns="0" rIns="0" bIns="0" rtlCol="0" anchor="b" anchorCtr="0">
            <a:noAutofit/>
          </a:bodyPr>
          <a:lstStyle>
            <a:lvl1pPr marL="215900" indent="-2159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1800" indent="-2159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5945" indent="-2159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1845" indent="-2159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145" indent="-14414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29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1800" indent="-14414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5945" indent="-14414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5945" indent="-14414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lgn="l">
              <a:buFont typeface="Arial" panose="020B0604020202020204" pitchFamily="34" charset="0"/>
              <a:buNone/>
            </a:pPr>
            <a:r>
              <a:rPr lang="en-US" sz="675"/>
              <a:t>© </a:t>
            </a:r>
            <a:fld id="{2F99CDBD-C73A-474F-91D2-EC8081FF32A1}" type="datetimeyyyy">
              <a:rPr lang="en-US" sz="675" smtClean="0"/>
              <a:t>2024</a:t>
            </a:fld>
            <a:r>
              <a:rPr lang="en-US" sz="675"/>
              <a:t> Boehringer Ingelheim International GmbH. All rights reserved.</a:t>
            </a:r>
          </a:p>
        </p:txBody>
      </p:sp>
    </p:spTree>
  </p:cSld>
  <p:clrMapOvr>
    <a:masterClrMapping/>
  </p:clrMapOvr>
</p:sldLayout>
</file>

<file path=ppt/slideLayouts/slideLayout161.xml><?xml version="1.0" encoding="utf-8"?>
<p:sldLayout xmlns:a="http://schemas.openxmlformats.org/drawingml/2006/main" xmlns:r="http://schemas.openxmlformats.org/officeDocument/2006/relationships" xmlns:p="http://schemas.openxmlformats.org/presentationml/2006/main" showMasterSp="0" type="blank">
  <p:cSld name="Leer">
    <p:spTree>
      <p:nvGrpSpPr>
        <p:cNvPr id="1" name=""/>
        <p:cNvGrpSpPr/>
        <p:nvPr/>
      </p:nvGrpSpPr>
      <p:grpSpPr>
        <a:xfrm>
          <a:off x="0" y="0"/>
          <a:ext cx="0" cy="0"/>
          <a:chOff x="0" y="0"/>
          <a:chExt cx="0" cy="0"/>
        </a:xfrm>
      </p:grpSpPr>
      <p:sp>
        <p:nvSpPr>
          <p:cNvPr id="2" name="Datumsplatzhalter 1"/>
          <p:cNvSpPr>
            <a:spLocks noGrp="1"/>
          </p:cNvSpPr>
          <p:nvPr>
            <p:ph type="dt" sz="half" idx="10"/>
          </p:nvPr>
        </p:nvSpPr>
        <p:spPr/>
        <p:txBody>
          <a:bodyPr/>
          <a:lstStyle/>
          <a:p>
            <a:fld id="{0AD1C50B-E8A2-4BF1-8E49-B64B7009FA23}" type="datetime1">
              <a:rPr lang="en-GB" noProof="0" smtClean="0"/>
              <a:t>25/04/2024</a:t>
            </a:fld>
            <a:endParaRPr lang="en-GB" noProof="0"/>
          </a:p>
        </p:txBody>
      </p:sp>
      <p:sp>
        <p:nvSpPr>
          <p:cNvPr id="3" name="Fußzeilenplatzhalter 2"/>
          <p:cNvSpPr>
            <a:spLocks noGrp="1"/>
          </p:cNvSpPr>
          <p:nvPr>
            <p:ph type="ftr" sz="quarter" idx="11"/>
          </p:nvPr>
        </p:nvSpPr>
        <p:spPr/>
        <p:txBody>
          <a:bodyPr/>
          <a:lstStyle/>
          <a:p>
            <a:endParaRPr lang="en-GB" noProof="0"/>
          </a:p>
        </p:txBody>
      </p:sp>
      <p:sp>
        <p:nvSpPr>
          <p:cNvPr id="4" name="Foliennummernplatzhalter 3"/>
          <p:cNvSpPr>
            <a:spLocks noGrp="1"/>
          </p:cNvSpPr>
          <p:nvPr>
            <p:ph type="sldNum" sz="quarter" idx="12"/>
          </p:nvPr>
        </p:nvSpPr>
        <p:spPr/>
        <p:txBody>
          <a:bodyPr/>
          <a:lstStyle/>
          <a:p>
            <a:fld id="{143B55C4-4F5A-416B-997D-6CE47EB0A945}" type="slidenum">
              <a:rPr lang="en-GB" noProof="0" smtClean="0"/>
              <a:t>‹#›</a:t>
            </a:fld>
            <a:endParaRPr lang="en-GB" noProof="0"/>
          </a:p>
        </p:txBody>
      </p:sp>
      <p:pic>
        <p:nvPicPr>
          <p:cNvPr id="5" name="Grafik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64443" y="4864131"/>
            <a:ext cx="630270" cy="19051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2.xml><?xml version="1.0" encoding="utf-8"?>
<p:sldLayout xmlns:a="http://schemas.openxmlformats.org/drawingml/2006/main" xmlns:r="http://schemas.openxmlformats.org/officeDocument/2006/relationships" xmlns:p="http://schemas.openxmlformats.org/presentationml/2006/main" showMasterSp="0" type="obj">
  <p:cSld name="Title and Content - White 1 - GRA">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pic>
        <p:nvPicPr>
          <p:cNvPr id="14" name="Picture 13" descr="A picture containing text&#10;&#10;Description automatically generated"/>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8018794" y="4715336"/>
            <a:ext cx="966722" cy="288861"/>
          </a:xfrm>
          <a:prstGeom prst="rect">
            <a:avLst/>
          </a:prstGeom>
        </p:spPr>
      </p:pic>
      <p:pic>
        <p:nvPicPr>
          <p:cNvPr id="7" name="Picture 15" descr="A picture containing logo&#10;&#10;Description automatically generated"/>
          <p:cNvPicPr>
            <a:picLocks noChangeAspect="1"/>
          </p:cNvPicPr>
          <p:nvPr userDrawn="1"/>
        </p:nvPicPr>
        <p:blipFill>
          <a:blip r:embed="rId3" cstate="hqprint">
            <a:extLst>
              <a:ext uri="{28A0092B-C50C-407E-A947-70E740481C1C}">
                <a14:useLocalDpi xmlns:a14="http://schemas.microsoft.com/office/drawing/2010/main" val="0"/>
              </a:ext>
            </a:extLst>
          </a:blip>
          <a:stretch>
            <a:fillRect/>
          </a:stretch>
        </p:blipFill>
        <p:spPr>
          <a:xfrm>
            <a:off x="8112216" y="113359"/>
            <a:ext cx="639355" cy="458141"/>
          </a:xfrm>
          <a:prstGeom prst="rect">
            <a:avLst/>
          </a:prstGeom>
        </p:spPr>
      </p:pic>
      <p:pic>
        <p:nvPicPr>
          <p:cNvPr id="9" name="Grafik 8" descr="Ein Bild, das Text, ClipArt enthält.&#10;&#10;Automatisch generierte Beschreibung"/>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8076497" y="692726"/>
            <a:ext cx="933926" cy="256484"/>
          </a:xfrm>
          <a:prstGeom prst="rect">
            <a:avLst/>
          </a:prstGeom>
        </p:spPr>
      </p:pic>
      <p:pic>
        <p:nvPicPr>
          <p:cNvPr id="10" name="Picture 7"/>
          <p:cNvPicPr>
            <a:picLocks noChangeAspect="1"/>
          </p:cNvPicPr>
          <p:nvPr userDrawn="1"/>
        </p:nvPicPr>
        <p:blipFill rotWithShape="1">
          <a:blip r:embed="rId5">
            <a:extLst>
              <a:ext uri="{28A0092B-C50C-407E-A947-70E740481C1C}">
                <a14:useLocalDpi xmlns:a14="http://schemas.microsoft.com/office/drawing/2010/main" val="0"/>
              </a:ext>
            </a:extLst>
          </a:blip>
          <a:srcRect l="7020" t="41333" r="61105" b="2710"/>
          <a:stretch>
            <a:fillRect/>
          </a:stretch>
        </p:blipFill>
        <p:spPr>
          <a:xfrm>
            <a:off x="0" y="2264569"/>
            <a:ext cx="2914650" cy="2878932"/>
          </a:xfrm>
          <a:prstGeom prst="rect">
            <a:avLst/>
          </a:prstGeom>
        </p:spPr>
      </p:pic>
    </p:spTree>
  </p:cSld>
  <p:clrMapOvr>
    <a:masterClrMapping/>
  </p:clrMapOvr>
  <p:transition spd="slow">
    <p:wipe/>
  </p:transition>
</p:sldLayout>
</file>

<file path=ppt/slideLayouts/slideLayout163.xml><?xml version="1.0" encoding="utf-8"?>
<p:sldLayout xmlns:a="http://schemas.openxmlformats.org/drawingml/2006/main" xmlns:r="http://schemas.openxmlformats.org/officeDocument/2006/relationships" xmlns:p="http://schemas.openxmlformats.org/presentationml/2006/main" preserve="1" userDrawn="1">
  <p:cSld name="Title slide (bright)">
    <p:bg bwMode="gray">
      <p:bgPr>
        <a:solidFill>
          <a:schemeClr val="tx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359569" y="1977750"/>
            <a:ext cx="6210566" cy="1188000"/>
          </a:xfrm>
        </p:spPr>
        <p:txBody>
          <a:bodyPr anchor="b"/>
          <a:lstStyle>
            <a:lvl1pPr algn="l">
              <a:defRPr sz="3600" b="1" i="0">
                <a:solidFill>
                  <a:schemeClr val="bg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359570" y="3327840"/>
            <a:ext cx="6211031" cy="702000"/>
          </a:xfrm>
        </p:spPr>
        <p:txBody>
          <a:bodyPr/>
          <a:lstStyle>
            <a:lvl1pPr marL="0" indent="0" algn="l">
              <a:lnSpc>
                <a:spcPct val="100000"/>
              </a:lnSpc>
              <a:spcBef>
                <a:spcPts val="0"/>
              </a:spcBef>
              <a:spcAft>
                <a:spcPts val="1800"/>
              </a:spcAft>
              <a:buFont typeface="Arial" panose="020B0604020202020204" pitchFamily="34" charset="0"/>
              <a:buNone/>
              <a:defRPr sz="1800" b="0">
                <a:solidFill>
                  <a:schemeClr val="bg2"/>
                </a:solidFill>
                <a:latin typeface="+mj-lt"/>
              </a:defRPr>
            </a:lvl1pPr>
            <a:lvl2pPr marL="0" indent="0" algn="l">
              <a:lnSpc>
                <a:spcPct val="100000"/>
              </a:lnSpc>
              <a:spcBef>
                <a:spcPts val="0"/>
              </a:spcBef>
              <a:spcAft>
                <a:spcPts val="0"/>
              </a:spcAft>
              <a:buFont typeface="Arial" panose="020B0604020202020204" pitchFamily="34" charset="0"/>
              <a:buNone/>
              <a:defRPr sz="1200" b="0">
                <a:solidFill>
                  <a:schemeClr val="bg2"/>
                </a:solidFill>
              </a:defRPr>
            </a:lvl2pPr>
            <a:lvl3pPr marL="0" indent="0" algn="l">
              <a:lnSpc>
                <a:spcPct val="100000"/>
              </a:lnSpc>
              <a:spcBef>
                <a:spcPts val="0"/>
              </a:spcBef>
              <a:spcAft>
                <a:spcPts val="0"/>
              </a:spcAft>
              <a:buFont typeface="Arial" panose="020B0604020202020204" pitchFamily="34" charset="0"/>
              <a:buNone/>
              <a:defRPr sz="1200" b="0">
                <a:solidFill>
                  <a:schemeClr val="bg2"/>
                </a:solidFill>
              </a:defRPr>
            </a:lvl3pPr>
            <a:lvl4pPr marL="0" indent="0" algn="l">
              <a:lnSpc>
                <a:spcPct val="100000"/>
              </a:lnSpc>
              <a:spcBef>
                <a:spcPts val="0"/>
              </a:spcBef>
              <a:spcAft>
                <a:spcPts val="0"/>
              </a:spcAft>
              <a:buFont typeface="Arial" panose="020B0604020202020204" pitchFamily="34" charset="0"/>
              <a:buNone/>
              <a:defRPr sz="1200" b="0">
                <a:solidFill>
                  <a:schemeClr val="bg2"/>
                </a:solidFill>
              </a:defRPr>
            </a:lvl4pPr>
            <a:lvl5pPr marL="0" indent="0" algn="l">
              <a:lnSpc>
                <a:spcPct val="100000"/>
              </a:lnSpc>
              <a:spcBef>
                <a:spcPts val="0"/>
              </a:spcBef>
              <a:spcAft>
                <a:spcPts val="0"/>
              </a:spcAft>
              <a:buFont typeface="Arial" panose="020B0604020202020204" pitchFamily="34" charset="0"/>
              <a:buNone/>
              <a:defRPr sz="1200" b="0">
                <a:solidFill>
                  <a:schemeClr val="bg2"/>
                </a:solidFill>
              </a:defRPr>
            </a:lvl5pPr>
            <a:lvl6pPr marL="0" indent="0" algn="l">
              <a:lnSpc>
                <a:spcPct val="100000"/>
              </a:lnSpc>
              <a:spcBef>
                <a:spcPts val="0"/>
              </a:spcBef>
              <a:spcAft>
                <a:spcPts val="0"/>
              </a:spcAft>
              <a:buFont typeface="Arial" panose="020B0604020202020204" pitchFamily="34" charset="0"/>
              <a:buNone/>
              <a:defRPr sz="1200" b="0">
                <a:solidFill>
                  <a:schemeClr val="bg2"/>
                </a:solidFill>
              </a:defRPr>
            </a:lvl6pPr>
            <a:lvl7pPr marL="0" indent="0" algn="l">
              <a:lnSpc>
                <a:spcPct val="100000"/>
              </a:lnSpc>
              <a:spcBef>
                <a:spcPts val="0"/>
              </a:spcBef>
              <a:spcAft>
                <a:spcPts val="0"/>
              </a:spcAft>
              <a:buFont typeface="Arial" panose="020B0604020202020204" pitchFamily="34" charset="0"/>
              <a:buNone/>
              <a:defRPr sz="1200" b="0">
                <a:solidFill>
                  <a:schemeClr val="bg2"/>
                </a:solidFill>
              </a:defRPr>
            </a:lvl7pPr>
            <a:lvl8pPr marL="0" indent="0" algn="l">
              <a:lnSpc>
                <a:spcPct val="100000"/>
              </a:lnSpc>
              <a:spcBef>
                <a:spcPts val="0"/>
              </a:spcBef>
              <a:spcAft>
                <a:spcPts val="0"/>
              </a:spcAft>
              <a:buFont typeface="Arial" panose="020B0604020202020204" pitchFamily="34" charset="0"/>
              <a:buNone/>
              <a:defRPr sz="1200" b="0">
                <a:solidFill>
                  <a:schemeClr val="bg2"/>
                </a:solidFill>
              </a:defRPr>
            </a:lvl8pPr>
            <a:lvl9pPr marL="0" indent="0" algn="l">
              <a:lnSpc>
                <a:spcPct val="100000"/>
              </a:lnSpc>
              <a:spcBef>
                <a:spcPts val="0"/>
              </a:spcBef>
              <a:spcAft>
                <a:spcPts val="0"/>
              </a:spcAft>
              <a:buFont typeface="Arial" panose="020B0604020202020204" pitchFamily="34" charset="0"/>
              <a:buNone/>
              <a:defRPr sz="1200" b="0">
                <a:solidFill>
                  <a:schemeClr val="bg2"/>
                </a:solidFill>
              </a:defRPr>
            </a:lvl9pPr>
          </a:lstStyle>
          <a:p>
            <a:r>
              <a:rPr lang="en-US"/>
              <a:t>Subtitle of the presentation</a:t>
            </a:r>
          </a:p>
          <a:p>
            <a:pPr lvl="1"/>
            <a:r>
              <a:rPr lang="en-US"/>
              <a:t>Author | Date | Place</a:t>
            </a:r>
          </a:p>
        </p:txBody>
      </p:sp>
      <p:sp>
        <p:nvSpPr>
          <p:cNvPr id="10" name="Rechteck 9">
            <a:extLst>
              <a:ext uri="{FF2B5EF4-FFF2-40B4-BE49-F238E27FC236}">
                <a16:creationId xmlns:a16="http://schemas.microsoft.com/office/drawing/2014/main" id="{9B0B3083-709D-1FC7-BFBA-C4F2D3257FEE}"/>
              </a:ext>
              <a:ext uri="{C183D7F6-B498-43B3-948B-1728B52AA6E4}">
                <adec:decorative xmlns:adec="http://schemas.microsoft.com/office/drawing/2017/decorative" val="1"/>
              </a:ext>
            </a:extLst>
          </p:cNvPr>
          <p:cNvSpPr/>
          <p:nvPr userDrawn="1"/>
        </p:nvSpPr>
        <p:spPr bwMode="gray">
          <a:xfrm>
            <a:off x="0" y="4279500"/>
            <a:ext cx="7020000" cy="864000"/>
          </a:xfrm>
          <a:prstGeom prst="rect">
            <a:avLst/>
          </a:prstGeom>
          <a:solidFill>
            <a:schemeClr val="tx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solidFill>
                <a:schemeClr val="tx1"/>
              </a:solidFill>
            </a:endParaRPr>
          </a:p>
        </p:txBody>
      </p:sp>
      <p:pic>
        <p:nvPicPr>
          <p:cNvPr id="8" name="Grafik 7">
            <a:extLst>
              <a:ext uri="{FF2B5EF4-FFF2-40B4-BE49-F238E27FC236}">
                <a16:creationId xmlns:a16="http://schemas.microsoft.com/office/drawing/2014/main" id="{6DB32D28-99E6-CEDB-1308-E8AA86413B9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359100" y="357504"/>
            <a:ext cx="1233900" cy="372456"/>
          </a:xfrm>
          <a:prstGeom prst="rect">
            <a:avLst/>
          </a:prstGeom>
        </p:spPr>
      </p:pic>
      <p:pic>
        <p:nvPicPr>
          <p:cNvPr id="9" name="Grafik 8">
            <a:extLst>
              <a:ext uri="{FF2B5EF4-FFF2-40B4-BE49-F238E27FC236}">
                <a16:creationId xmlns:a16="http://schemas.microsoft.com/office/drawing/2014/main" id="{B239B802-036F-AAEA-0DFE-B625A130C1D2}"/>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bwMode="gray">
          <a:xfrm>
            <a:off x="7570800" y="4624780"/>
            <a:ext cx="1215000" cy="161217"/>
          </a:xfrm>
          <a:prstGeom prst="rect">
            <a:avLst/>
          </a:prstGeom>
        </p:spPr>
      </p:pic>
      <p:sp>
        <p:nvSpPr>
          <p:cNvPr id="4" name="Fußzeilenplatzhalter 3">
            <a:extLst>
              <a:ext uri="{FF2B5EF4-FFF2-40B4-BE49-F238E27FC236}">
                <a16:creationId xmlns:a16="http://schemas.microsoft.com/office/drawing/2014/main" id="{584603D0-3740-CB40-9C94-D226811D1CE4}"/>
              </a:ext>
            </a:extLst>
          </p:cNvPr>
          <p:cNvSpPr>
            <a:spLocks noGrp="1"/>
          </p:cNvSpPr>
          <p:nvPr>
            <p:ph type="ftr" sz="quarter" idx="19"/>
          </p:nvPr>
        </p:nvSpPr>
        <p:spPr bwMode="gray">
          <a:xfrm>
            <a:off x="359952" y="4623996"/>
            <a:ext cx="3780000" cy="162000"/>
          </a:xfrm>
        </p:spPr>
        <p:txBody>
          <a:bodyPr/>
          <a:lstStyle>
            <a:lvl1pPr algn="l">
              <a:defRPr/>
            </a:lvl1pPr>
          </a:lstStyle>
          <a:p>
            <a:r>
              <a:rPr lang="en-US"/>
              <a:t>ONLY FOR INTERNAL USE</a:t>
            </a:r>
          </a:p>
        </p:txBody>
      </p:sp>
    </p:spTree>
    <p:extLst>
      <p:ext uri="{BB962C8B-B14F-4D97-AF65-F5344CB8AC3E}">
        <p14:creationId xmlns:p14="http://schemas.microsoft.com/office/powerpoint/2010/main" val="300188330"/>
      </p:ext>
    </p:extLst>
  </p:cSld>
  <p:clrMapOvr>
    <a:masterClrMapping/>
  </p:clrMapOvr>
  <p:extLst>
    <p:ext uri="{DCECCB84-F9BA-43D5-87BE-67443E8EF086}">
      <p15:sldGuideLst xmlns:p15="http://schemas.microsoft.com/office/powerpoint/2012/main"/>
    </p:ext>
  </p:extLst>
</p:sldLayout>
</file>

<file path=ppt/slideLayouts/slideLayout164.xml><?xml version="1.0" encoding="utf-8"?>
<p:sldLayout xmlns:a="http://schemas.openxmlformats.org/drawingml/2006/main" xmlns:r="http://schemas.openxmlformats.org/officeDocument/2006/relationships" xmlns:p="http://schemas.openxmlformats.org/presentationml/2006/main" preserve="1" userDrawn="1">
  <p:cSld name="Title slide (dark)">
    <p:bg bwMode="gray">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359569" y="1977750"/>
            <a:ext cx="6210566" cy="1188000"/>
          </a:xfrm>
        </p:spPr>
        <p:txBody>
          <a:bodyPr anchor="b"/>
          <a:lstStyle>
            <a:lvl1pPr algn="l">
              <a:defRPr sz="3600" b="1" i="0">
                <a:solidFill>
                  <a:schemeClr val="tx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359570" y="3327840"/>
            <a:ext cx="6211031" cy="702000"/>
          </a:xfrm>
        </p:spPr>
        <p:txBody>
          <a:bodyPr/>
          <a:lstStyle>
            <a:lvl1pPr marL="0" indent="0" algn="l">
              <a:lnSpc>
                <a:spcPct val="100000"/>
              </a:lnSpc>
              <a:spcBef>
                <a:spcPts val="0"/>
              </a:spcBef>
              <a:spcAft>
                <a:spcPts val="1800"/>
              </a:spcAft>
              <a:buFont typeface="Arial" panose="020B0604020202020204" pitchFamily="34" charset="0"/>
              <a:buNone/>
              <a:defRPr sz="18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200" b="0">
                <a:solidFill>
                  <a:schemeClr val="bg1"/>
                </a:solidFill>
              </a:defRPr>
            </a:lvl2pPr>
            <a:lvl3pPr marL="0" indent="0" algn="l">
              <a:lnSpc>
                <a:spcPct val="100000"/>
              </a:lnSpc>
              <a:spcBef>
                <a:spcPts val="0"/>
              </a:spcBef>
              <a:spcAft>
                <a:spcPts val="0"/>
              </a:spcAft>
              <a:buFont typeface="Arial" panose="020B0604020202020204" pitchFamily="34" charset="0"/>
              <a:buNone/>
              <a:defRPr sz="1200" b="0">
                <a:solidFill>
                  <a:schemeClr val="bg1"/>
                </a:solidFill>
              </a:defRPr>
            </a:lvl3pPr>
            <a:lvl4pPr marL="0" indent="0" algn="l">
              <a:lnSpc>
                <a:spcPct val="100000"/>
              </a:lnSpc>
              <a:spcBef>
                <a:spcPts val="0"/>
              </a:spcBef>
              <a:spcAft>
                <a:spcPts val="0"/>
              </a:spcAft>
              <a:buFont typeface="Arial" panose="020B0604020202020204" pitchFamily="34" charset="0"/>
              <a:buNone/>
              <a:defRPr sz="1200" b="0">
                <a:solidFill>
                  <a:schemeClr val="bg1"/>
                </a:solidFill>
              </a:defRPr>
            </a:lvl4pPr>
            <a:lvl5pPr marL="0" indent="0" algn="l">
              <a:lnSpc>
                <a:spcPct val="100000"/>
              </a:lnSpc>
              <a:spcBef>
                <a:spcPts val="0"/>
              </a:spcBef>
              <a:spcAft>
                <a:spcPts val="0"/>
              </a:spcAft>
              <a:buFont typeface="Arial" panose="020B0604020202020204" pitchFamily="34" charset="0"/>
              <a:buNone/>
              <a:defRPr sz="1200" b="0">
                <a:solidFill>
                  <a:schemeClr val="bg1"/>
                </a:solidFill>
              </a:defRPr>
            </a:lvl5pPr>
            <a:lvl6pPr marL="0" indent="0" algn="l">
              <a:lnSpc>
                <a:spcPct val="100000"/>
              </a:lnSpc>
              <a:spcBef>
                <a:spcPts val="0"/>
              </a:spcBef>
              <a:spcAft>
                <a:spcPts val="0"/>
              </a:spcAft>
              <a:buFont typeface="Arial" panose="020B0604020202020204" pitchFamily="34" charset="0"/>
              <a:buNone/>
              <a:defRPr sz="1200" b="0">
                <a:solidFill>
                  <a:schemeClr val="bg1"/>
                </a:solidFill>
              </a:defRPr>
            </a:lvl6pPr>
            <a:lvl7pPr marL="0" indent="0" algn="l">
              <a:lnSpc>
                <a:spcPct val="100000"/>
              </a:lnSpc>
              <a:spcBef>
                <a:spcPts val="0"/>
              </a:spcBef>
              <a:spcAft>
                <a:spcPts val="0"/>
              </a:spcAft>
              <a:buFont typeface="Arial" panose="020B0604020202020204" pitchFamily="34" charset="0"/>
              <a:buNone/>
              <a:defRPr sz="1200" b="0">
                <a:solidFill>
                  <a:schemeClr val="bg1"/>
                </a:solidFill>
              </a:defRPr>
            </a:lvl7pPr>
            <a:lvl8pPr marL="0" indent="0" algn="l">
              <a:lnSpc>
                <a:spcPct val="100000"/>
              </a:lnSpc>
              <a:spcBef>
                <a:spcPts val="0"/>
              </a:spcBef>
              <a:spcAft>
                <a:spcPts val="0"/>
              </a:spcAft>
              <a:buFont typeface="Arial" panose="020B0604020202020204" pitchFamily="34" charset="0"/>
              <a:buNone/>
              <a:defRPr sz="1200" b="0">
                <a:solidFill>
                  <a:schemeClr val="bg1"/>
                </a:solidFill>
              </a:defRPr>
            </a:lvl8pPr>
            <a:lvl9pPr marL="0" indent="0" algn="l">
              <a:lnSpc>
                <a:spcPct val="100000"/>
              </a:lnSpc>
              <a:spcBef>
                <a:spcPts val="0"/>
              </a:spcBef>
              <a:spcAft>
                <a:spcPts val="0"/>
              </a:spcAft>
              <a:buFont typeface="Arial" panose="020B0604020202020204" pitchFamily="34" charset="0"/>
              <a:buNone/>
              <a:defRPr sz="1200" b="0">
                <a:solidFill>
                  <a:schemeClr val="bg1"/>
                </a:solidFill>
              </a:defRPr>
            </a:lvl9pPr>
          </a:lstStyle>
          <a:p>
            <a:r>
              <a:rPr lang="en-US"/>
              <a:t>Subtitle of the presentation</a:t>
            </a:r>
          </a:p>
          <a:p>
            <a:pPr lvl="1"/>
            <a:r>
              <a:rPr lang="en-US"/>
              <a:t>Author | Date | Place</a:t>
            </a:r>
          </a:p>
        </p:txBody>
      </p:sp>
      <p:sp>
        <p:nvSpPr>
          <p:cNvPr id="10" name="Rechteck 9">
            <a:extLst>
              <a:ext uri="{FF2B5EF4-FFF2-40B4-BE49-F238E27FC236}">
                <a16:creationId xmlns:a16="http://schemas.microsoft.com/office/drawing/2014/main" id="{9B0B3083-709D-1FC7-BFBA-C4F2D3257FEE}"/>
              </a:ext>
              <a:ext uri="{C183D7F6-B498-43B3-948B-1728B52AA6E4}">
                <adec:decorative xmlns:adec="http://schemas.microsoft.com/office/drawing/2017/decorative" val="1"/>
              </a:ext>
            </a:extLst>
          </p:cNvPr>
          <p:cNvSpPr/>
          <p:nvPr userDrawn="1"/>
        </p:nvSpPr>
        <p:spPr bwMode="gray">
          <a:xfrm>
            <a:off x="0" y="4279500"/>
            <a:ext cx="7020000" cy="864000"/>
          </a:xfrm>
          <a:prstGeom prst="rect">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solidFill>
                <a:schemeClr val="tx1"/>
              </a:solidFill>
            </a:endParaRPr>
          </a:p>
        </p:txBody>
      </p:sp>
      <p:pic>
        <p:nvPicPr>
          <p:cNvPr id="8" name="Grafik 7">
            <a:extLst>
              <a:ext uri="{FF2B5EF4-FFF2-40B4-BE49-F238E27FC236}">
                <a16:creationId xmlns:a16="http://schemas.microsoft.com/office/drawing/2014/main" id="{6DB32D28-99E6-CEDB-1308-E8AA86413B9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359100" y="357504"/>
            <a:ext cx="1233900" cy="372456"/>
          </a:xfrm>
          <a:prstGeom prst="rect">
            <a:avLst/>
          </a:prstGeom>
        </p:spPr>
      </p:pic>
      <p:pic>
        <p:nvPicPr>
          <p:cNvPr id="9" name="Grafik 8">
            <a:extLst>
              <a:ext uri="{FF2B5EF4-FFF2-40B4-BE49-F238E27FC236}">
                <a16:creationId xmlns:a16="http://schemas.microsoft.com/office/drawing/2014/main" id="{B239B802-036F-AAEA-0DFE-B625A130C1D2}"/>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bwMode="gray">
          <a:xfrm>
            <a:off x="7570800" y="4624780"/>
            <a:ext cx="1215000" cy="161217"/>
          </a:xfrm>
          <a:prstGeom prst="rect">
            <a:avLst/>
          </a:prstGeom>
        </p:spPr>
      </p:pic>
      <p:sp>
        <p:nvSpPr>
          <p:cNvPr id="4" name="Fußzeilenplatzhalter 3">
            <a:extLst>
              <a:ext uri="{FF2B5EF4-FFF2-40B4-BE49-F238E27FC236}">
                <a16:creationId xmlns:a16="http://schemas.microsoft.com/office/drawing/2014/main" id="{584603D0-3740-CB40-9C94-D226811D1CE4}"/>
              </a:ext>
            </a:extLst>
          </p:cNvPr>
          <p:cNvSpPr>
            <a:spLocks noGrp="1"/>
          </p:cNvSpPr>
          <p:nvPr>
            <p:ph type="ftr" sz="quarter" idx="19"/>
          </p:nvPr>
        </p:nvSpPr>
        <p:spPr bwMode="gray">
          <a:xfrm>
            <a:off x="359952" y="4623996"/>
            <a:ext cx="3780000" cy="162000"/>
          </a:xfrm>
        </p:spPr>
        <p:txBody>
          <a:bodyPr/>
          <a:lstStyle>
            <a:lvl1pPr algn="l">
              <a:defRPr>
                <a:solidFill>
                  <a:schemeClr val="bg1"/>
                </a:solidFill>
              </a:defRPr>
            </a:lvl1pPr>
          </a:lstStyle>
          <a:p>
            <a:r>
              <a:rPr lang="en-US"/>
              <a:t>ONLY FOR INTERNAL USE</a:t>
            </a:r>
          </a:p>
        </p:txBody>
      </p:sp>
    </p:spTree>
    <p:extLst>
      <p:ext uri="{BB962C8B-B14F-4D97-AF65-F5344CB8AC3E}">
        <p14:creationId xmlns:p14="http://schemas.microsoft.com/office/powerpoint/2010/main" val="3421367252"/>
      </p:ext>
    </p:extLst>
  </p:cSld>
  <p:clrMapOvr>
    <a:masterClrMapping/>
  </p:clrMapOvr>
  <p:extLst>
    <p:ext uri="{DCECCB84-F9BA-43D5-87BE-67443E8EF086}">
      <p15:sldGuideLst xmlns:p15="http://schemas.microsoft.com/office/powerpoint/2012/main"/>
    </p:ext>
  </p:extLst>
</p:sldLayout>
</file>

<file path=ppt/slideLayouts/slideLayout165.xml><?xml version="1.0" encoding="utf-8"?>
<p:sldLayout xmlns:a="http://schemas.openxmlformats.org/drawingml/2006/main" xmlns:r="http://schemas.openxmlformats.org/officeDocument/2006/relationships" xmlns:p="http://schemas.openxmlformats.org/presentationml/2006/main" preserve="1" userDrawn="1">
  <p:cSld name="Title slide image (dark)">
    <p:bg>
      <p:bgPr>
        <a:solidFill>
          <a:schemeClr val="bg2"/>
        </a:solidFill>
        <a:effectLst/>
      </p:bgPr>
    </p:bg>
    <p:spTree>
      <p:nvGrpSpPr>
        <p:cNvPr id="1" name=""/>
        <p:cNvGrpSpPr/>
        <p:nvPr/>
      </p:nvGrpSpPr>
      <p:grpSpPr>
        <a:xfrm>
          <a:off x="0" y="0"/>
          <a:ext cx="0" cy="0"/>
          <a:chOff x="0" y="0"/>
          <a:chExt cx="0" cy="0"/>
        </a:xfrm>
      </p:grpSpPr>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ltGray">
          <a:xfrm>
            <a:off x="0" y="0"/>
            <a:ext cx="9144000" cy="5143500"/>
          </a:xfrm>
          <a:solidFill>
            <a:srgbClr val="E5E3DE"/>
          </a:solidFill>
        </p:spPr>
        <p:txBody>
          <a:bodyPr tIns="720000" anchor="ctr" anchorCtr="0"/>
          <a:lstStyle>
            <a:lvl1pPr marL="0" indent="0" algn="ctr">
              <a:spcBef>
                <a:spcPts val="0"/>
              </a:spcBef>
              <a:spcAft>
                <a:spcPts val="0"/>
              </a:spcAft>
              <a:buFontTx/>
              <a:buNone/>
              <a:tabLst/>
              <a:defRPr sz="900" b="0">
                <a:solidFill>
                  <a:schemeClr val="bg1"/>
                </a:solidFill>
              </a:defRPr>
            </a:lvl1pPr>
            <a:lvl2pPr marL="0" indent="0" algn="ctr">
              <a:spcBef>
                <a:spcPts val="0"/>
              </a:spcBef>
              <a:spcAft>
                <a:spcPts val="0"/>
              </a:spcAft>
              <a:buFontTx/>
              <a:buNone/>
              <a:tabLst/>
              <a:defRPr sz="900" b="0">
                <a:solidFill>
                  <a:schemeClr val="bg1"/>
                </a:solidFill>
              </a:defRPr>
            </a:lvl2pPr>
            <a:lvl3pPr marL="0" indent="0" algn="ctr">
              <a:spcBef>
                <a:spcPts val="0"/>
              </a:spcBef>
              <a:spcAft>
                <a:spcPts val="0"/>
              </a:spcAft>
              <a:buFontTx/>
              <a:buNone/>
              <a:tabLst/>
              <a:defRPr sz="900" b="0">
                <a:solidFill>
                  <a:schemeClr val="bg1"/>
                </a:solidFill>
              </a:defRPr>
            </a:lvl3pPr>
            <a:lvl4pPr marL="0" indent="0" algn="ctr">
              <a:spcBef>
                <a:spcPts val="0"/>
              </a:spcBef>
              <a:spcAft>
                <a:spcPts val="0"/>
              </a:spcAft>
              <a:buFontTx/>
              <a:buNone/>
              <a:tabLst/>
              <a:defRPr sz="900" b="0">
                <a:solidFill>
                  <a:schemeClr val="bg1"/>
                </a:solidFill>
              </a:defRPr>
            </a:lvl4pPr>
            <a:lvl5pPr marL="0" indent="0" algn="ctr">
              <a:spcBef>
                <a:spcPts val="0"/>
              </a:spcBef>
              <a:spcAft>
                <a:spcPts val="0"/>
              </a:spcAft>
              <a:buFontTx/>
              <a:buNone/>
              <a:tabLst/>
              <a:defRPr sz="900" b="0">
                <a:solidFill>
                  <a:schemeClr val="bg1"/>
                </a:solidFill>
              </a:defRPr>
            </a:lvl5pPr>
            <a:lvl6pPr marL="0" indent="0" algn="ctr">
              <a:spcBef>
                <a:spcPts val="0"/>
              </a:spcBef>
              <a:spcAft>
                <a:spcPts val="0"/>
              </a:spcAft>
              <a:buFontTx/>
              <a:buNone/>
              <a:tabLst/>
              <a:defRPr sz="900" b="0">
                <a:solidFill>
                  <a:schemeClr val="bg1"/>
                </a:solidFill>
              </a:defRPr>
            </a:lvl6pPr>
            <a:lvl7pPr marL="0" indent="0" algn="ctr">
              <a:spcBef>
                <a:spcPts val="0"/>
              </a:spcBef>
              <a:spcAft>
                <a:spcPts val="0"/>
              </a:spcAft>
              <a:buFontTx/>
              <a:buNone/>
              <a:tabLst/>
              <a:defRPr sz="900" b="0">
                <a:solidFill>
                  <a:schemeClr val="bg1"/>
                </a:solidFill>
              </a:defRPr>
            </a:lvl7pPr>
            <a:lvl8pPr marL="0" indent="0" algn="ctr">
              <a:spcBef>
                <a:spcPts val="0"/>
              </a:spcBef>
              <a:spcAft>
                <a:spcPts val="0"/>
              </a:spcAft>
              <a:buFontTx/>
              <a:buNone/>
              <a:tabLst/>
              <a:defRPr sz="900" b="0">
                <a:solidFill>
                  <a:schemeClr val="bg1"/>
                </a:solidFill>
              </a:defRPr>
            </a:lvl8pPr>
            <a:lvl9pPr marL="0" indent="0" algn="ctr">
              <a:spcBef>
                <a:spcPts val="0"/>
              </a:spcBef>
              <a:spcAft>
                <a:spcPts val="0"/>
              </a:spcAft>
              <a:buFontTx/>
              <a:buNone/>
              <a:tabLst/>
              <a:defRPr sz="900" b="0">
                <a:solidFill>
                  <a:schemeClr val="bg1"/>
                </a:solidFill>
              </a:defRPr>
            </a:lvl9pPr>
          </a:lstStyle>
          <a:p>
            <a:r>
              <a:rPr lang="en-US"/>
              <a:t>Add picture</a:t>
            </a:r>
          </a:p>
        </p:txBody>
      </p:sp>
      <p:sp>
        <p:nvSpPr>
          <p:cNvPr id="2" name="Titel 1"/>
          <p:cNvSpPr>
            <a:spLocks noGrp="1"/>
          </p:cNvSpPr>
          <p:nvPr>
            <p:ph type="ctrTitle" hasCustomPrompt="1"/>
          </p:nvPr>
        </p:nvSpPr>
        <p:spPr bwMode="gray">
          <a:xfrm>
            <a:off x="359569" y="1977750"/>
            <a:ext cx="5454254" cy="1188000"/>
          </a:xfrm>
        </p:spPr>
        <p:txBody>
          <a:bodyPr anchor="b"/>
          <a:lstStyle>
            <a:lvl1pPr algn="l">
              <a:defRPr sz="3600" b="1" i="0">
                <a:solidFill>
                  <a:schemeClr val="bg1"/>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359570" y="3327840"/>
            <a:ext cx="5454696" cy="702000"/>
          </a:xfrm>
        </p:spPr>
        <p:txBody>
          <a:bodyPr/>
          <a:lstStyle>
            <a:lvl1pPr marL="0" indent="0" algn="l">
              <a:lnSpc>
                <a:spcPct val="100000"/>
              </a:lnSpc>
              <a:spcBef>
                <a:spcPts val="0"/>
              </a:spcBef>
              <a:spcAft>
                <a:spcPts val="1800"/>
              </a:spcAft>
              <a:buFont typeface="Arial" panose="020B0604020202020204" pitchFamily="34" charset="0"/>
              <a:buNone/>
              <a:defRPr sz="18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200" b="0">
                <a:solidFill>
                  <a:schemeClr val="bg1"/>
                </a:solidFill>
              </a:defRPr>
            </a:lvl2pPr>
            <a:lvl3pPr marL="0" indent="0" algn="l">
              <a:lnSpc>
                <a:spcPct val="100000"/>
              </a:lnSpc>
              <a:spcBef>
                <a:spcPts val="0"/>
              </a:spcBef>
              <a:spcAft>
                <a:spcPts val="0"/>
              </a:spcAft>
              <a:buFont typeface="Arial" panose="020B0604020202020204" pitchFamily="34" charset="0"/>
              <a:buNone/>
              <a:defRPr sz="1200" b="0">
                <a:solidFill>
                  <a:schemeClr val="bg1"/>
                </a:solidFill>
              </a:defRPr>
            </a:lvl3pPr>
            <a:lvl4pPr marL="0" indent="0" algn="l">
              <a:lnSpc>
                <a:spcPct val="100000"/>
              </a:lnSpc>
              <a:spcBef>
                <a:spcPts val="0"/>
              </a:spcBef>
              <a:spcAft>
                <a:spcPts val="0"/>
              </a:spcAft>
              <a:buFont typeface="Arial" panose="020B0604020202020204" pitchFamily="34" charset="0"/>
              <a:buNone/>
              <a:defRPr sz="1200" b="0">
                <a:solidFill>
                  <a:schemeClr val="bg1"/>
                </a:solidFill>
              </a:defRPr>
            </a:lvl4pPr>
            <a:lvl5pPr marL="0" indent="0" algn="l">
              <a:lnSpc>
                <a:spcPct val="100000"/>
              </a:lnSpc>
              <a:spcBef>
                <a:spcPts val="0"/>
              </a:spcBef>
              <a:spcAft>
                <a:spcPts val="0"/>
              </a:spcAft>
              <a:buFont typeface="Arial" panose="020B0604020202020204" pitchFamily="34" charset="0"/>
              <a:buNone/>
              <a:defRPr sz="1200" b="0">
                <a:solidFill>
                  <a:schemeClr val="bg1"/>
                </a:solidFill>
              </a:defRPr>
            </a:lvl5pPr>
            <a:lvl6pPr marL="0" indent="0" algn="l">
              <a:lnSpc>
                <a:spcPct val="100000"/>
              </a:lnSpc>
              <a:spcBef>
                <a:spcPts val="0"/>
              </a:spcBef>
              <a:spcAft>
                <a:spcPts val="0"/>
              </a:spcAft>
              <a:buFont typeface="Arial" panose="020B0604020202020204" pitchFamily="34" charset="0"/>
              <a:buNone/>
              <a:defRPr sz="1200" b="0">
                <a:solidFill>
                  <a:schemeClr val="bg1"/>
                </a:solidFill>
              </a:defRPr>
            </a:lvl6pPr>
            <a:lvl7pPr marL="0" indent="0" algn="l">
              <a:lnSpc>
                <a:spcPct val="100000"/>
              </a:lnSpc>
              <a:spcBef>
                <a:spcPts val="0"/>
              </a:spcBef>
              <a:spcAft>
                <a:spcPts val="0"/>
              </a:spcAft>
              <a:buFont typeface="Arial" panose="020B0604020202020204" pitchFamily="34" charset="0"/>
              <a:buNone/>
              <a:defRPr sz="1200" b="0">
                <a:solidFill>
                  <a:schemeClr val="bg1"/>
                </a:solidFill>
              </a:defRPr>
            </a:lvl7pPr>
            <a:lvl8pPr marL="0" indent="0" algn="l">
              <a:lnSpc>
                <a:spcPct val="100000"/>
              </a:lnSpc>
              <a:spcBef>
                <a:spcPts val="0"/>
              </a:spcBef>
              <a:spcAft>
                <a:spcPts val="0"/>
              </a:spcAft>
              <a:buFont typeface="Arial" panose="020B0604020202020204" pitchFamily="34" charset="0"/>
              <a:buNone/>
              <a:defRPr sz="1200" b="0">
                <a:solidFill>
                  <a:schemeClr val="bg1"/>
                </a:solidFill>
              </a:defRPr>
            </a:lvl8pPr>
            <a:lvl9pPr marL="0" indent="0" algn="l">
              <a:lnSpc>
                <a:spcPct val="100000"/>
              </a:lnSpc>
              <a:spcBef>
                <a:spcPts val="0"/>
              </a:spcBef>
              <a:spcAft>
                <a:spcPts val="0"/>
              </a:spcAft>
              <a:buFont typeface="Arial" panose="020B0604020202020204" pitchFamily="34" charset="0"/>
              <a:buNone/>
              <a:defRPr sz="1200" b="0">
                <a:solidFill>
                  <a:schemeClr val="bg1"/>
                </a:solidFill>
              </a:defRPr>
            </a:lvl9pPr>
          </a:lstStyle>
          <a:p>
            <a:r>
              <a:rPr lang="en-US"/>
              <a:t>Subtitle of the presentation</a:t>
            </a:r>
          </a:p>
          <a:p>
            <a:pPr lvl="1"/>
            <a:r>
              <a:rPr lang="en-US"/>
              <a:t>Author | Date | Place</a:t>
            </a:r>
          </a:p>
        </p:txBody>
      </p:sp>
      <p:sp>
        <p:nvSpPr>
          <p:cNvPr id="4" name="Fußzeilenplatzhalter 3">
            <a:extLst>
              <a:ext uri="{FF2B5EF4-FFF2-40B4-BE49-F238E27FC236}">
                <a16:creationId xmlns:a16="http://schemas.microsoft.com/office/drawing/2014/main" id="{65B23BDB-375D-448C-7262-11E792AC8FAE}"/>
              </a:ext>
            </a:extLst>
          </p:cNvPr>
          <p:cNvSpPr>
            <a:spLocks noGrp="1"/>
          </p:cNvSpPr>
          <p:nvPr>
            <p:ph type="ftr" sz="quarter" idx="19"/>
          </p:nvPr>
        </p:nvSpPr>
        <p:spPr bwMode="gray">
          <a:xfrm>
            <a:off x="359952" y="4623996"/>
            <a:ext cx="3780000" cy="162000"/>
          </a:xfrm>
        </p:spPr>
        <p:txBody>
          <a:bodyPr/>
          <a:lstStyle>
            <a:lvl1pPr algn="l">
              <a:defRPr>
                <a:solidFill>
                  <a:schemeClr val="bg1"/>
                </a:solidFill>
              </a:defRPr>
            </a:lvl1pPr>
          </a:lstStyle>
          <a:p>
            <a:r>
              <a:rPr lang="en-US"/>
              <a:t>ONLY FOR INTERNAL USE</a:t>
            </a:r>
          </a:p>
        </p:txBody>
      </p:sp>
      <p:sp>
        <p:nvSpPr>
          <p:cNvPr id="5" name="Text Placeholder 8">
            <a:extLst>
              <a:ext uri="{FF2B5EF4-FFF2-40B4-BE49-F238E27FC236}">
                <a16:creationId xmlns:a16="http://schemas.microsoft.com/office/drawing/2014/main" id="{A9A75F8B-7A38-F1DD-491D-3E0B998BD203}"/>
              </a:ext>
            </a:extLst>
          </p:cNvPr>
          <p:cNvSpPr>
            <a:spLocks noGrp="1"/>
          </p:cNvSpPr>
          <p:nvPr>
            <p:ph type="body" sz="quarter" idx="30"/>
          </p:nvPr>
        </p:nvSpPr>
        <p:spPr bwMode="gray">
          <a:xfrm>
            <a:off x="359100" y="357504"/>
            <a:ext cx="1233900" cy="372600"/>
          </a:xfrm>
          <a:blipFill>
            <a:blip r:embed="rId2">
              <a:extLst>
                <a:ext uri="{96DAC541-7B7A-43D3-8B79-37D633B846F1}">
                  <asvg:svgBlip xmlns:asvg="http://schemas.microsoft.com/office/drawing/2016/SVG/main" r:embed="rId3"/>
                </a:ext>
              </a:extLst>
            </a:blip>
            <a:srcRect/>
            <a:stretch>
              <a:fillRect t="20" b="20"/>
            </a:stretch>
          </a:blipFill>
        </p:spPr>
        <p:txBody>
          <a:bodyPr/>
          <a:lstStyle>
            <a:lvl1pPr marL="0" indent="0">
              <a:lnSpc>
                <a:spcPct val="100000"/>
              </a:lnSpc>
              <a:spcAft>
                <a:spcPts val="0"/>
              </a:spcAft>
              <a:buFontTx/>
              <a:buNone/>
              <a:defRPr sz="150">
                <a:noFill/>
              </a:defRPr>
            </a:lvl1pPr>
            <a:lvl2pPr marL="0" indent="0">
              <a:lnSpc>
                <a:spcPct val="100000"/>
              </a:lnSpc>
              <a:spcAft>
                <a:spcPts val="0"/>
              </a:spcAft>
              <a:buFontTx/>
              <a:buNone/>
              <a:defRPr sz="150">
                <a:noFill/>
              </a:defRPr>
            </a:lvl2pPr>
            <a:lvl3pPr marL="0" indent="0">
              <a:lnSpc>
                <a:spcPct val="100000"/>
              </a:lnSpc>
              <a:spcAft>
                <a:spcPts val="0"/>
              </a:spcAft>
              <a:buFontTx/>
              <a:buNone/>
              <a:defRPr sz="150">
                <a:noFill/>
              </a:defRPr>
            </a:lvl3pPr>
            <a:lvl4pPr marL="0" indent="0">
              <a:lnSpc>
                <a:spcPct val="100000"/>
              </a:lnSpc>
              <a:spcAft>
                <a:spcPts val="0"/>
              </a:spcAft>
              <a:buFontTx/>
              <a:buNone/>
              <a:defRPr sz="150">
                <a:noFill/>
              </a:defRPr>
            </a:lvl4pPr>
            <a:lvl5pPr marL="0" indent="0">
              <a:lnSpc>
                <a:spcPct val="100000"/>
              </a:lnSpc>
              <a:spcAft>
                <a:spcPts val="0"/>
              </a:spcAft>
              <a:buFontTx/>
              <a:buNone/>
              <a:defRPr sz="150">
                <a:noFill/>
              </a:defRPr>
            </a:lvl5pPr>
          </a:lstStyle>
          <a:p>
            <a:pPr lvl="0"/>
            <a:r>
              <a:rPr lang="en-US"/>
              <a:t>Click to edit Master text styles</a:t>
            </a:r>
          </a:p>
        </p:txBody>
      </p:sp>
      <p:sp>
        <p:nvSpPr>
          <p:cNvPr id="6" name="Text Placeholder 8">
            <a:extLst>
              <a:ext uri="{FF2B5EF4-FFF2-40B4-BE49-F238E27FC236}">
                <a16:creationId xmlns:a16="http://schemas.microsoft.com/office/drawing/2014/main" id="{0EDBEA77-ABD0-D5A8-255C-A067BF57DCC4}"/>
              </a:ext>
              <a:ext uri="{C183D7F6-B498-43B3-948B-1728B52AA6E4}">
                <adec:decorative xmlns:adec="http://schemas.microsoft.com/office/drawing/2017/decorative" val="1"/>
              </a:ext>
            </a:extLst>
          </p:cNvPr>
          <p:cNvSpPr>
            <a:spLocks noGrp="1"/>
          </p:cNvSpPr>
          <p:nvPr>
            <p:ph type="body" sz="quarter" idx="31"/>
          </p:nvPr>
        </p:nvSpPr>
        <p:spPr bwMode="gray">
          <a:xfrm>
            <a:off x="7569329" y="4625100"/>
            <a:ext cx="1215000" cy="162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150">
                <a:noFill/>
              </a:defRPr>
            </a:lvl1pPr>
            <a:lvl2pPr marL="0" indent="0">
              <a:lnSpc>
                <a:spcPct val="100000"/>
              </a:lnSpc>
              <a:spcAft>
                <a:spcPts val="0"/>
              </a:spcAft>
              <a:buFontTx/>
              <a:buNone/>
              <a:defRPr sz="150">
                <a:noFill/>
              </a:defRPr>
            </a:lvl2pPr>
            <a:lvl3pPr marL="0" indent="0">
              <a:lnSpc>
                <a:spcPct val="100000"/>
              </a:lnSpc>
              <a:spcAft>
                <a:spcPts val="0"/>
              </a:spcAft>
              <a:buFontTx/>
              <a:buNone/>
              <a:defRPr sz="150">
                <a:noFill/>
              </a:defRPr>
            </a:lvl3pPr>
            <a:lvl4pPr marL="0" indent="0">
              <a:lnSpc>
                <a:spcPct val="100000"/>
              </a:lnSpc>
              <a:spcAft>
                <a:spcPts val="0"/>
              </a:spcAft>
              <a:buFontTx/>
              <a:buNone/>
              <a:defRPr sz="150">
                <a:noFill/>
              </a:defRPr>
            </a:lvl4pPr>
            <a:lvl5pPr marL="0" indent="0">
              <a:lnSpc>
                <a:spcPct val="100000"/>
              </a:lnSpc>
              <a:spcAft>
                <a:spcPts val="0"/>
              </a:spcAft>
              <a:buFontTx/>
              <a:buNone/>
              <a:defRPr sz="150">
                <a:noFill/>
              </a:defRPr>
            </a:lvl5pPr>
          </a:lstStyle>
          <a:p>
            <a:pPr lvl="0"/>
            <a:r>
              <a:rPr lang="en-US"/>
              <a:t>Click to edit Master text styles</a:t>
            </a:r>
          </a:p>
        </p:txBody>
      </p:sp>
      <p:grpSp>
        <p:nvGrpSpPr>
          <p:cNvPr id="7" name="Group 6">
            <a:extLst>
              <a:ext uri="{FF2B5EF4-FFF2-40B4-BE49-F238E27FC236}">
                <a16:creationId xmlns:a16="http://schemas.microsoft.com/office/drawing/2014/main" id="{BA669BE9-DB05-2F9E-3096-174AF48C01E0}"/>
              </a:ext>
              <a:ext uri="{C183D7F6-B498-43B3-948B-1728B52AA6E4}">
                <adec:decorative xmlns:adec="http://schemas.microsoft.com/office/drawing/2017/decorative" val="1"/>
              </a:ext>
            </a:extLst>
          </p:cNvPr>
          <p:cNvGrpSpPr/>
          <p:nvPr userDrawn="1"/>
        </p:nvGrpSpPr>
        <p:grpSpPr bwMode="gray">
          <a:xfrm>
            <a:off x="-1422666" y="0"/>
            <a:ext cx="1286309" cy="2808312"/>
            <a:chOff x="-1824880" y="2708920"/>
            <a:chExt cx="1715078" cy="3744416"/>
          </a:xfrm>
        </p:grpSpPr>
        <p:sp>
          <p:nvSpPr>
            <p:cNvPr id="8" name="TextBox 7">
              <a:extLst>
                <a:ext uri="{FF2B5EF4-FFF2-40B4-BE49-F238E27FC236}">
                  <a16:creationId xmlns:a16="http://schemas.microsoft.com/office/drawing/2014/main" id="{F9C57377-EFE2-3B36-0F2F-944FECFDEFEC}"/>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450"/>
                </a:spcAft>
              </a:pPr>
              <a:r>
                <a:rPr lang="en-US" sz="825" b="1">
                  <a:solidFill>
                    <a:schemeClr val="tx1"/>
                  </a:solidFill>
                  <a:effectLst/>
                  <a:latin typeface="+mj-lt"/>
                </a:rPr>
                <a:t>To insert a picture:</a:t>
              </a:r>
            </a:p>
            <a:p>
              <a:pPr marL="107997" indent="-107997">
                <a:lnSpc>
                  <a:spcPct val="120000"/>
                </a:lnSpc>
                <a:spcAft>
                  <a:spcPts val="450"/>
                </a:spcAft>
                <a:buFont typeface="+mj-lt"/>
                <a:buAutoNum type="arabicPeriod"/>
              </a:pPr>
              <a:r>
                <a:rPr lang="en-US" sz="675">
                  <a:solidFill>
                    <a:schemeClr val="tx1"/>
                  </a:solidFill>
                  <a:effectLst/>
                  <a:latin typeface="+mn-lt"/>
                </a:rPr>
                <a:t>Click on the placeholder for pictures</a:t>
              </a:r>
            </a:p>
            <a:p>
              <a:pPr marL="107997" indent="-107997">
                <a:lnSpc>
                  <a:spcPct val="120000"/>
                </a:lnSpc>
                <a:spcAft>
                  <a:spcPts val="450"/>
                </a:spcAft>
                <a:buFont typeface="+mj-lt"/>
                <a:buAutoNum type="arabicPeriod"/>
              </a:pPr>
              <a:r>
                <a:rPr lang="en-US" sz="675">
                  <a:solidFill>
                    <a:schemeClr val="tx1"/>
                  </a:solidFill>
                  <a:effectLst/>
                  <a:latin typeface="+mn-lt"/>
                </a:rPr>
                <a:t>Open the menu “Insert”</a:t>
              </a:r>
            </a:p>
            <a:p>
              <a:pPr marL="107997" indent="-107997">
                <a:lnSpc>
                  <a:spcPct val="120000"/>
                </a:lnSpc>
                <a:spcAft>
                  <a:spcPts val="450"/>
                </a:spcAft>
                <a:buFont typeface="+mj-lt"/>
                <a:buAutoNum type="arabicPeriod"/>
              </a:pPr>
              <a:r>
                <a:rPr lang="en-US" sz="675">
                  <a:solidFill>
                    <a:schemeClr val="tx1"/>
                  </a:solidFill>
                  <a:effectLst/>
                  <a:latin typeface="+mn-lt"/>
                </a:rPr>
                <a:t>Choose “Pictures” and then the corresponding source where the image is located</a:t>
              </a:r>
              <a:endParaRPr lang="en-US" sz="675">
                <a:solidFill>
                  <a:schemeClr val="tx1"/>
                </a:solidFill>
                <a:latin typeface="+mn-lt"/>
              </a:endParaRPr>
            </a:p>
          </p:txBody>
        </p:sp>
        <p:pic>
          <p:nvPicPr>
            <p:cNvPr id="9" name="Picture 8">
              <a:extLst>
                <a:ext uri="{FF2B5EF4-FFF2-40B4-BE49-F238E27FC236}">
                  <a16:creationId xmlns:a16="http://schemas.microsoft.com/office/drawing/2014/main" id="{63372E67-EC64-72AB-4F31-68412C617ADF}"/>
                </a:ext>
              </a:extLst>
            </p:cNvPr>
            <p:cNvPicPr>
              <a:picLocks noChangeAspect="1"/>
            </p:cNvPicPr>
            <p:nvPr userDrawn="1"/>
          </p:nvPicPr>
          <p:blipFill rotWithShape="1">
            <a:blip r:embed="rId6"/>
            <a:srcRect l="8843" r="2395" b="2546"/>
            <a:stretch/>
          </p:blipFill>
          <p:spPr bwMode="gray">
            <a:xfrm>
              <a:off x="-1589806" y="4475212"/>
              <a:ext cx="745332" cy="1122804"/>
            </a:xfrm>
            <a:prstGeom prst="roundRect">
              <a:avLst>
                <a:gd name="adj" fmla="val 3514"/>
              </a:avLst>
            </a:prstGeom>
          </p:spPr>
        </p:pic>
        <p:sp>
          <p:nvSpPr>
            <p:cNvPr id="10" name="TextBox 9">
              <a:extLst>
                <a:ext uri="{FF2B5EF4-FFF2-40B4-BE49-F238E27FC236}">
                  <a16:creationId xmlns:a16="http://schemas.microsoft.com/office/drawing/2014/main" id="{C8EB2689-F775-778E-97D3-0EFCF23014E1}"/>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07997" indent="-107997">
                <a:spcAft>
                  <a:spcPts val="450"/>
                </a:spcAft>
                <a:buFont typeface="+mj-lt"/>
                <a:buAutoNum type="arabicPeriod" startAt="4"/>
              </a:pPr>
              <a:r>
                <a:rPr lang="en-US" sz="675">
                  <a:solidFill>
                    <a:schemeClr val="tx1"/>
                  </a:solidFill>
                  <a:effectLst/>
                  <a:latin typeface="+mn-lt"/>
                </a:rPr>
                <a:t>Now the image has </a:t>
              </a:r>
              <a:br>
                <a:rPr lang="en-US" sz="675">
                  <a:solidFill>
                    <a:schemeClr val="tx1"/>
                  </a:solidFill>
                  <a:effectLst/>
                  <a:latin typeface="+mn-lt"/>
                </a:rPr>
              </a:br>
              <a:r>
                <a:rPr lang="en-US" sz="675">
                  <a:solidFill>
                    <a:schemeClr val="tx1"/>
                  </a:solidFill>
                  <a:effectLst/>
                  <a:latin typeface="+mn-lt"/>
                </a:rPr>
                <a:t>been loaded into the </a:t>
              </a:r>
              <a:br>
                <a:rPr lang="en-US" sz="675">
                  <a:solidFill>
                    <a:schemeClr val="tx1"/>
                  </a:solidFill>
                  <a:effectLst/>
                  <a:latin typeface="+mn-lt"/>
                </a:rPr>
              </a:br>
              <a:r>
                <a:rPr lang="en-US" sz="675">
                  <a:solidFill>
                    <a:schemeClr val="tx1"/>
                  </a:solidFill>
                  <a:effectLst/>
                  <a:latin typeface="+mn-lt"/>
                </a:rPr>
                <a:t>placeholder.</a:t>
              </a:r>
              <a:endParaRPr lang="en-US" sz="675">
                <a:solidFill>
                  <a:schemeClr val="tx1"/>
                </a:solidFill>
                <a:latin typeface="+mn-lt"/>
              </a:endParaRPr>
            </a:p>
          </p:txBody>
        </p:sp>
      </p:grpSp>
    </p:spTree>
    <p:extLst>
      <p:ext uri="{BB962C8B-B14F-4D97-AF65-F5344CB8AC3E}">
        <p14:creationId xmlns:p14="http://schemas.microsoft.com/office/powerpoint/2010/main" val="3226049394"/>
      </p:ext>
    </p:extLst>
  </p:cSld>
  <p:clrMapOvr>
    <a:masterClrMapping/>
  </p:clrMapOvr>
  <p:extLst>
    <p:ext uri="{DCECCB84-F9BA-43D5-87BE-67443E8EF086}">
      <p15:sldGuideLst xmlns:p15="http://schemas.microsoft.com/office/powerpoint/2012/main"/>
    </p:ext>
  </p:extLst>
</p:sldLayout>
</file>

<file path=ppt/slideLayouts/slideLayout166.xml><?xml version="1.0" encoding="utf-8"?>
<p:sldLayout xmlns:a="http://schemas.openxmlformats.org/drawingml/2006/main" xmlns:r="http://schemas.openxmlformats.org/officeDocument/2006/relationships" xmlns:p="http://schemas.openxmlformats.org/presentationml/2006/main" preserve="1" userDrawn="1">
  <p:cSld name="Title slide image (bright)">
    <p:bg>
      <p:bgPr>
        <a:solidFill>
          <a:schemeClr val="bg1"/>
        </a:solidFill>
        <a:effectLst/>
      </p:bgPr>
    </p:bg>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82DAC9A8-F395-3F0C-869E-1EF7B1AD07A5}"/>
              </a:ext>
              <a:ext uri="{C183D7F6-B498-43B3-948B-1728B52AA6E4}">
                <adec:decorative xmlns:adec="http://schemas.microsoft.com/office/drawing/2017/decorative" val="1"/>
              </a:ext>
            </a:extLst>
          </p:cNvPr>
          <p:cNvSpPr/>
          <p:nvPr userDrawn="1"/>
        </p:nvSpPr>
        <p:spPr bwMode="gray">
          <a:xfrm>
            <a:off x="0" y="0"/>
            <a:ext cx="9147600" cy="51435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solidFill>
                <a:schemeClr val="tx1"/>
              </a:solidFill>
            </a:endParaRPr>
          </a:p>
        </p:txBody>
      </p:sp>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gray">
          <a:xfrm>
            <a:off x="0" y="0"/>
            <a:ext cx="9144000" cy="5143500"/>
          </a:xfrm>
          <a:solidFill>
            <a:srgbClr val="E5E3DE"/>
          </a:solidFill>
        </p:spPr>
        <p:txBody>
          <a:bodyPr tIns="720000" anchor="ctr" anchorCtr="0"/>
          <a:lstStyle>
            <a:lvl1pPr marL="0" indent="0" algn="ctr">
              <a:spcBef>
                <a:spcPts val="0"/>
              </a:spcBef>
              <a:spcAft>
                <a:spcPts val="0"/>
              </a:spcAft>
              <a:buFontTx/>
              <a:buNone/>
              <a:tabLst/>
              <a:defRPr sz="900" b="0">
                <a:solidFill>
                  <a:schemeClr val="tx1"/>
                </a:solidFill>
              </a:defRPr>
            </a:lvl1pPr>
            <a:lvl2pPr marL="0" indent="0" algn="ctr">
              <a:spcBef>
                <a:spcPts val="0"/>
              </a:spcBef>
              <a:spcAft>
                <a:spcPts val="0"/>
              </a:spcAft>
              <a:buFontTx/>
              <a:buNone/>
              <a:tabLst/>
              <a:defRPr sz="900" b="0"/>
            </a:lvl2pPr>
            <a:lvl3pPr marL="0" indent="0" algn="ctr">
              <a:spcBef>
                <a:spcPts val="0"/>
              </a:spcBef>
              <a:spcAft>
                <a:spcPts val="0"/>
              </a:spcAft>
              <a:buFontTx/>
              <a:buNone/>
              <a:tabLst/>
              <a:defRPr sz="900" b="0"/>
            </a:lvl3pPr>
            <a:lvl4pPr marL="0" indent="0" algn="ctr">
              <a:spcBef>
                <a:spcPts val="0"/>
              </a:spcBef>
              <a:spcAft>
                <a:spcPts val="0"/>
              </a:spcAft>
              <a:buFontTx/>
              <a:buNone/>
              <a:tabLst/>
              <a:defRPr sz="900" b="0"/>
            </a:lvl4pPr>
            <a:lvl5pPr marL="0" indent="0" algn="ctr">
              <a:spcBef>
                <a:spcPts val="0"/>
              </a:spcBef>
              <a:spcAft>
                <a:spcPts val="0"/>
              </a:spcAft>
              <a:buFontTx/>
              <a:buNone/>
              <a:tabLst/>
              <a:defRPr sz="900" b="0"/>
            </a:lvl5pPr>
            <a:lvl6pPr marL="0" indent="0" algn="ctr">
              <a:spcBef>
                <a:spcPts val="0"/>
              </a:spcBef>
              <a:spcAft>
                <a:spcPts val="0"/>
              </a:spcAft>
              <a:buFontTx/>
              <a:buNone/>
              <a:tabLst/>
              <a:defRPr sz="900" b="0"/>
            </a:lvl6pPr>
            <a:lvl7pPr marL="0" indent="0" algn="ctr">
              <a:spcBef>
                <a:spcPts val="0"/>
              </a:spcBef>
              <a:spcAft>
                <a:spcPts val="0"/>
              </a:spcAft>
              <a:buFontTx/>
              <a:buNone/>
              <a:tabLst/>
              <a:defRPr sz="900" b="0"/>
            </a:lvl7pPr>
            <a:lvl8pPr marL="0" indent="0" algn="ctr">
              <a:spcBef>
                <a:spcPts val="0"/>
              </a:spcBef>
              <a:spcAft>
                <a:spcPts val="0"/>
              </a:spcAft>
              <a:buFontTx/>
              <a:buNone/>
              <a:tabLst/>
              <a:defRPr sz="900" b="0"/>
            </a:lvl8pPr>
            <a:lvl9pPr marL="0" indent="0" algn="ctr">
              <a:spcBef>
                <a:spcPts val="0"/>
              </a:spcBef>
              <a:spcAft>
                <a:spcPts val="0"/>
              </a:spcAft>
              <a:buFontTx/>
              <a:buNone/>
              <a:tabLst/>
              <a:defRPr sz="900" b="0"/>
            </a:lvl9pPr>
          </a:lstStyle>
          <a:p>
            <a:pPr lvl="0"/>
            <a:r>
              <a:rPr lang="en-US"/>
              <a:t>Add picture</a:t>
            </a:r>
          </a:p>
        </p:txBody>
      </p:sp>
      <p:sp>
        <p:nvSpPr>
          <p:cNvPr id="2" name="Titel 1"/>
          <p:cNvSpPr>
            <a:spLocks noGrp="1"/>
          </p:cNvSpPr>
          <p:nvPr>
            <p:ph type="ctrTitle" hasCustomPrompt="1"/>
          </p:nvPr>
        </p:nvSpPr>
        <p:spPr bwMode="gray">
          <a:xfrm>
            <a:off x="359569" y="1977750"/>
            <a:ext cx="5454254" cy="1188000"/>
          </a:xfrm>
        </p:spPr>
        <p:txBody>
          <a:bodyPr anchor="b"/>
          <a:lstStyle>
            <a:lvl1pPr algn="l">
              <a:defRPr sz="3600" b="1" i="0">
                <a:solidFill>
                  <a:schemeClr val="bg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359570" y="3327840"/>
            <a:ext cx="5454696" cy="702000"/>
          </a:xfrm>
        </p:spPr>
        <p:txBody>
          <a:bodyPr/>
          <a:lstStyle>
            <a:lvl1pPr marL="0" indent="0" algn="l">
              <a:lnSpc>
                <a:spcPct val="100000"/>
              </a:lnSpc>
              <a:spcBef>
                <a:spcPts val="0"/>
              </a:spcBef>
              <a:spcAft>
                <a:spcPts val="1800"/>
              </a:spcAft>
              <a:buFont typeface="Arial" panose="020B0604020202020204" pitchFamily="34" charset="0"/>
              <a:buNone/>
              <a:defRPr sz="1800" b="0">
                <a:solidFill>
                  <a:schemeClr val="bg2"/>
                </a:solidFill>
                <a:latin typeface="+mj-lt"/>
              </a:defRPr>
            </a:lvl1pPr>
            <a:lvl2pPr marL="0" indent="0" algn="l">
              <a:lnSpc>
                <a:spcPct val="100000"/>
              </a:lnSpc>
              <a:spcBef>
                <a:spcPts val="0"/>
              </a:spcBef>
              <a:spcAft>
                <a:spcPts val="0"/>
              </a:spcAft>
              <a:buFont typeface="Arial" panose="020B0604020202020204" pitchFamily="34" charset="0"/>
              <a:buNone/>
              <a:defRPr sz="1200" b="0">
                <a:solidFill>
                  <a:schemeClr val="bg2"/>
                </a:solidFill>
              </a:defRPr>
            </a:lvl2pPr>
            <a:lvl3pPr marL="0" indent="0" algn="l">
              <a:lnSpc>
                <a:spcPct val="100000"/>
              </a:lnSpc>
              <a:spcBef>
                <a:spcPts val="0"/>
              </a:spcBef>
              <a:spcAft>
                <a:spcPts val="0"/>
              </a:spcAft>
              <a:buFont typeface="Arial" panose="020B0604020202020204" pitchFamily="34" charset="0"/>
              <a:buNone/>
              <a:defRPr sz="1200" b="0">
                <a:solidFill>
                  <a:schemeClr val="bg2"/>
                </a:solidFill>
              </a:defRPr>
            </a:lvl3pPr>
            <a:lvl4pPr marL="0" indent="0" algn="l">
              <a:lnSpc>
                <a:spcPct val="100000"/>
              </a:lnSpc>
              <a:spcBef>
                <a:spcPts val="0"/>
              </a:spcBef>
              <a:spcAft>
                <a:spcPts val="0"/>
              </a:spcAft>
              <a:buFont typeface="Arial" panose="020B0604020202020204" pitchFamily="34" charset="0"/>
              <a:buNone/>
              <a:defRPr sz="1200" b="0">
                <a:solidFill>
                  <a:schemeClr val="bg2"/>
                </a:solidFill>
              </a:defRPr>
            </a:lvl4pPr>
            <a:lvl5pPr marL="0" indent="0" algn="l">
              <a:lnSpc>
                <a:spcPct val="100000"/>
              </a:lnSpc>
              <a:spcBef>
                <a:spcPts val="0"/>
              </a:spcBef>
              <a:spcAft>
                <a:spcPts val="0"/>
              </a:spcAft>
              <a:buFont typeface="Arial" panose="020B0604020202020204" pitchFamily="34" charset="0"/>
              <a:buNone/>
              <a:defRPr sz="1200" b="0">
                <a:solidFill>
                  <a:schemeClr val="bg2"/>
                </a:solidFill>
              </a:defRPr>
            </a:lvl5pPr>
            <a:lvl6pPr marL="0" indent="0" algn="l">
              <a:lnSpc>
                <a:spcPct val="100000"/>
              </a:lnSpc>
              <a:spcBef>
                <a:spcPts val="0"/>
              </a:spcBef>
              <a:spcAft>
                <a:spcPts val="0"/>
              </a:spcAft>
              <a:buFont typeface="Arial" panose="020B0604020202020204" pitchFamily="34" charset="0"/>
              <a:buNone/>
              <a:defRPr sz="1200" b="0">
                <a:solidFill>
                  <a:schemeClr val="bg2"/>
                </a:solidFill>
              </a:defRPr>
            </a:lvl6pPr>
            <a:lvl7pPr marL="0" indent="0" algn="l">
              <a:lnSpc>
                <a:spcPct val="100000"/>
              </a:lnSpc>
              <a:spcBef>
                <a:spcPts val="0"/>
              </a:spcBef>
              <a:spcAft>
                <a:spcPts val="0"/>
              </a:spcAft>
              <a:buFont typeface="Arial" panose="020B0604020202020204" pitchFamily="34" charset="0"/>
              <a:buNone/>
              <a:defRPr sz="1200" b="0">
                <a:solidFill>
                  <a:schemeClr val="bg2"/>
                </a:solidFill>
              </a:defRPr>
            </a:lvl7pPr>
            <a:lvl8pPr marL="0" indent="0" algn="l">
              <a:lnSpc>
                <a:spcPct val="100000"/>
              </a:lnSpc>
              <a:spcBef>
                <a:spcPts val="0"/>
              </a:spcBef>
              <a:spcAft>
                <a:spcPts val="0"/>
              </a:spcAft>
              <a:buFont typeface="Arial" panose="020B0604020202020204" pitchFamily="34" charset="0"/>
              <a:buNone/>
              <a:defRPr sz="1200" b="0">
                <a:solidFill>
                  <a:schemeClr val="bg2"/>
                </a:solidFill>
              </a:defRPr>
            </a:lvl8pPr>
            <a:lvl9pPr marL="0" indent="0" algn="l">
              <a:lnSpc>
                <a:spcPct val="100000"/>
              </a:lnSpc>
              <a:spcBef>
                <a:spcPts val="0"/>
              </a:spcBef>
              <a:spcAft>
                <a:spcPts val="0"/>
              </a:spcAft>
              <a:buFont typeface="Arial" panose="020B0604020202020204" pitchFamily="34" charset="0"/>
              <a:buNone/>
              <a:defRPr sz="1200" b="0">
                <a:solidFill>
                  <a:schemeClr val="bg2"/>
                </a:solidFill>
              </a:defRPr>
            </a:lvl9pPr>
          </a:lstStyle>
          <a:p>
            <a:r>
              <a:rPr lang="en-US"/>
              <a:t>Subtitle of the presentation</a:t>
            </a:r>
          </a:p>
          <a:p>
            <a:pPr lvl="1"/>
            <a:r>
              <a:rPr lang="en-US"/>
              <a:t>Author | Date | Place</a:t>
            </a:r>
          </a:p>
        </p:txBody>
      </p:sp>
      <p:sp>
        <p:nvSpPr>
          <p:cNvPr id="5" name="Fußzeilenplatzhalter 3">
            <a:extLst>
              <a:ext uri="{FF2B5EF4-FFF2-40B4-BE49-F238E27FC236}">
                <a16:creationId xmlns:a16="http://schemas.microsoft.com/office/drawing/2014/main" id="{5D14FE30-3C4E-F754-2D41-93EF7194D6C4}"/>
              </a:ext>
            </a:extLst>
          </p:cNvPr>
          <p:cNvSpPr>
            <a:spLocks noGrp="1"/>
          </p:cNvSpPr>
          <p:nvPr>
            <p:ph type="ftr" sz="quarter" idx="19"/>
          </p:nvPr>
        </p:nvSpPr>
        <p:spPr bwMode="gray">
          <a:xfrm>
            <a:off x="359952" y="4623996"/>
            <a:ext cx="3780000" cy="162000"/>
          </a:xfrm>
        </p:spPr>
        <p:txBody>
          <a:bodyPr/>
          <a:lstStyle>
            <a:lvl1pPr algn="l">
              <a:defRPr/>
            </a:lvl1pPr>
          </a:lstStyle>
          <a:p>
            <a:r>
              <a:rPr lang="en-US"/>
              <a:t>ONLY FOR INTERNAL USE</a:t>
            </a:r>
          </a:p>
        </p:txBody>
      </p:sp>
      <p:sp>
        <p:nvSpPr>
          <p:cNvPr id="9" name="Text Placeholder 8">
            <a:extLst>
              <a:ext uri="{FF2B5EF4-FFF2-40B4-BE49-F238E27FC236}">
                <a16:creationId xmlns:a16="http://schemas.microsoft.com/office/drawing/2014/main" id="{9A611717-560C-23BF-BFA5-6461F5FD8E88}"/>
              </a:ext>
            </a:extLst>
          </p:cNvPr>
          <p:cNvSpPr>
            <a:spLocks noGrp="1"/>
          </p:cNvSpPr>
          <p:nvPr>
            <p:ph type="body" sz="quarter" idx="30"/>
          </p:nvPr>
        </p:nvSpPr>
        <p:spPr bwMode="gray">
          <a:xfrm>
            <a:off x="359100" y="357504"/>
            <a:ext cx="1233900" cy="372600"/>
          </a:xfrm>
          <a:blipFill>
            <a:blip r:embed="rId2">
              <a:extLst>
                <a:ext uri="{96DAC541-7B7A-43D3-8B79-37D633B846F1}">
                  <asvg:svgBlip xmlns:asvg="http://schemas.microsoft.com/office/drawing/2016/SVG/main" r:embed="rId3"/>
                </a:ext>
              </a:extLst>
            </a:blip>
            <a:srcRect/>
            <a:stretch>
              <a:fillRect t="20" b="20"/>
            </a:stretch>
          </a:blipFill>
        </p:spPr>
        <p:txBody>
          <a:bodyPr/>
          <a:lstStyle>
            <a:lvl1pPr marL="0" indent="0">
              <a:lnSpc>
                <a:spcPct val="100000"/>
              </a:lnSpc>
              <a:spcAft>
                <a:spcPts val="0"/>
              </a:spcAft>
              <a:buFontTx/>
              <a:buNone/>
              <a:defRPr sz="150">
                <a:noFill/>
              </a:defRPr>
            </a:lvl1pPr>
            <a:lvl2pPr marL="0" indent="0">
              <a:lnSpc>
                <a:spcPct val="100000"/>
              </a:lnSpc>
              <a:spcAft>
                <a:spcPts val="0"/>
              </a:spcAft>
              <a:buFontTx/>
              <a:buNone/>
              <a:defRPr sz="150">
                <a:noFill/>
              </a:defRPr>
            </a:lvl2pPr>
            <a:lvl3pPr marL="0" indent="0">
              <a:lnSpc>
                <a:spcPct val="100000"/>
              </a:lnSpc>
              <a:spcAft>
                <a:spcPts val="0"/>
              </a:spcAft>
              <a:buFontTx/>
              <a:buNone/>
              <a:defRPr sz="150">
                <a:noFill/>
              </a:defRPr>
            </a:lvl3pPr>
            <a:lvl4pPr marL="0" indent="0">
              <a:lnSpc>
                <a:spcPct val="100000"/>
              </a:lnSpc>
              <a:spcAft>
                <a:spcPts val="0"/>
              </a:spcAft>
              <a:buFontTx/>
              <a:buNone/>
              <a:defRPr sz="150">
                <a:noFill/>
              </a:defRPr>
            </a:lvl4pPr>
            <a:lvl5pPr marL="0" indent="0">
              <a:lnSpc>
                <a:spcPct val="100000"/>
              </a:lnSpc>
              <a:spcAft>
                <a:spcPts val="0"/>
              </a:spcAft>
              <a:buFontTx/>
              <a:buNone/>
              <a:defRPr sz="150">
                <a:noFill/>
              </a:defRPr>
            </a:lvl5pPr>
          </a:lstStyle>
          <a:p>
            <a:pPr lvl="0"/>
            <a:r>
              <a:rPr lang="en-US"/>
              <a:t>Click to edit Master text styles</a:t>
            </a:r>
          </a:p>
        </p:txBody>
      </p:sp>
      <p:sp>
        <p:nvSpPr>
          <p:cNvPr id="13" name="Text Placeholder 8">
            <a:extLst>
              <a:ext uri="{FF2B5EF4-FFF2-40B4-BE49-F238E27FC236}">
                <a16:creationId xmlns:a16="http://schemas.microsoft.com/office/drawing/2014/main" id="{93782BBF-D8A0-BA04-4568-B85013E9E548}"/>
              </a:ext>
              <a:ext uri="{C183D7F6-B498-43B3-948B-1728B52AA6E4}">
                <adec:decorative xmlns:adec="http://schemas.microsoft.com/office/drawing/2017/decorative" val="1"/>
              </a:ext>
            </a:extLst>
          </p:cNvPr>
          <p:cNvSpPr>
            <a:spLocks noGrp="1"/>
          </p:cNvSpPr>
          <p:nvPr>
            <p:ph type="body" sz="quarter" idx="31"/>
          </p:nvPr>
        </p:nvSpPr>
        <p:spPr bwMode="gray">
          <a:xfrm>
            <a:off x="7569329" y="4625100"/>
            <a:ext cx="1215000" cy="162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150">
                <a:noFill/>
              </a:defRPr>
            </a:lvl1pPr>
            <a:lvl2pPr marL="0" indent="0">
              <a:lnSpc>
                <a:spcPct val="100000"/>
              </a:lnSpc>
              <a:spcAft>
                <a:spcPts val="0"/>
              </a:spcAft>
              <a:buFontTx/>
              <a:buNone/>
              <a:defRPr sz="150">
                <a:noFill/>
              </a:defRPr>
            </a:lvl2pPr>
            <a:lvl3pPr marL="0" indent="0">
              <a:lnSpc>
                <a:spcPct val="100000"/>
              </a:lnSpc>
              <a:spcAft>
                <a:spcPts val="0"/>
              </a:spcAft>
              <a:buFontTx/>
              <a:buNone/>
              <a:defRPr sz="150">
                <a:noFill/>
              </a:defRPr>
            </a:lvl3pPr>
            <a:lvl4pPr marL="0" indent="0">
              <a:lnSpc>
                <a:spcPct val="100000"/>
              </a:lnSpc>
              <a:spcAft>
                <a:spcPts val="0"/>
              </a:spcAft>
              <a:buFontTx/>
              <a:buNone/>
              <a:defRPr sz="150">
                <a:noFill/>
              </a:defRPr>
            </a:lvl4pPr>
            <a:lvl5pPr marL="0" indent="0">
              <a:lnSpc>
                <a:spcPct val="100000"/>
              </a:lnSpc>
              <a:spcAft>
                <a:spcPts val="0"/>
              </a:spcAft>
              <a:buFontTx/>
              <a:buNone/>
              <a:defRPr sz="150">
                <a:noFill/>
              </a:defRPr>
            </a:lvl5pPr>
          </a:lstStyle>
          <a:p>
            <a:pPr lvl="0"/>
            <a:r>
              <a:rPr lang="en-US"/>
              <a:t>Click to edit Master text styles</a:t>
            </a:r>
          </a:p>
        </p:txBody>
      </p:sp>
      <p:grpSp>
        <p:nvGrpSpPr>
          <p:cNvPr id="12" name="Group 11">
            <a:extLst>
              <a:ext uri="{FF2B5EF4-FFF2-40B4-BE49-F238E27FC236}">
                <a16:creationId xmlns:a16="http://schemas.microsoft.com/office/drawing/2014/main" id="{2AD6AF06-02D9-288E-3250-06E22F2FE2FC}"/>
              </a:ext>
              <a:ext uri="{C183D7F6-B498-43B3-948B-1728B52AA6E4}">
                <adec:decorative xmlns:adec="http://schemas.microsoft.com/office/drawing/2017/decorative" val="1"/>
              </a:ext>
            </a:extLst>
          </p:cNvPr>
          <p:cNvGrpSpPr/>
          <p:nvPr userDrawn="1"/>
        </p:nvGrpSpPr>
        <p:grpSpPr bwMode="gray">
          <a:xfrm>
            <a:off x="-1422666" y="0"/>
            <a:ext cx="1286309" cy="2808312"/>
            <a:chOff x="-1824880" y="2708920"/>
            <a:chExt cx="1715078" cy="3744416"/>
          </a:xfrm>
        </p:grpSpPr>
        <p:sp>
          <p:nvSpPr>
            <p:cNvPr id="14" name="TextBox 13">
              <a:extLst>
                <a:ext uri="{FF2B5EF4-FFF2-40B4-BE49-F238E27FC236}">
                  <a16:creationId xmlns:a16="http://schemas.microsoft.com/office/drawing/2014/main" id="{2B32CD0F-9230-7E21-AAD3-A6C5516575C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450"/>
                </a:spcAft>
              </a:pPr>
              <a:r>
                <a:rPr lang="en-US" sz="825" b="1">
                  <a:solidFill>
                    <a:schemeClr val="tx1"/>
                  </a:solidFill>
                  <a:effectLst/>
                  <a:latin typeface="+mj-lt"/>
                </a:rPr>
                <a:t>To insert a picture:</a:t>
              </a:r>
            </a:p>
            <a:p>
              <a:pPr marL="107997" indent="-107997">
                <a:lnSpc>
                  <a:spcPct val="120000"/>
                </a:lnSpc>
                <a:spcAft>
                  <a:spcPts val="450"/>
                </a:spcAft>
                <a:buFont typeface="+mj-lt"/>
                <a:buAutoNum type="arabicPeriod"/>
              </a:pPr>
              <a:r>
                <a:rPr lang="en-US" sz="675">
                  <a:solidFill>
                    <a:schemeClr val="tx1"/>
                  </a:solidFill>
                  <a:effectLst/>
                  <a:latin typeface="+mn-lt"/>
                </a:rPr>
                <a:t>Click on the placeholder for pictures</a:t>
              </a:r>
            </a:p>
            <a:p>
              <a:pPr marL="107997" indent="-107997">
                <a:lnSpc>
                  <a:spcPct val="120000"/>
                </a:lnSpc>
                <a:spcAft>
                  <a:spcPts val="450"/>
                </a:spcAft>
                <a:buFont typeface="+mj-lt"/>
                <a:buAutoNum type="arabicPeriod"/>
              </a:pPr>
              <a:r>
                <a:rPr lang="en-US" sz="675">
                  <a:solidFill>
                    <a:schemeClr val="tx1"/>
                  </a:solidFill>
                  <a:effectLst/>
                  <a:latin typeface="+mn-lt"/>
                </a:rPr>
                <a:t>Open the menu “Insert”</a:t>
              </a:r>
            </a:p>
            <a:p>
              <a:pPr marL="107997" indent="-107997">
                <a:lnSpc>
                  <a:spcPct val="120000"/>
                </a:lnSpc>
                <a:spcAft>
                  <a:spcPts val="450"/>
                </a:spcAft>
                <a:buFont typeface="+mj-lt"/>
                <a:buAutoNum type="arabicPeriod"/>
              </a:pPr>
              <a:r>
                <a:rPr lang="en-US" sz="675">
                  <a:solidFill>
                    <a:schemeClr val="tx1"/>
                  </a:solidFill>
                  <a:effectLst/>
                  <a:latin typeface="+mn-lt"/>
                </a:rPr>
                <a:t>Choose “Pictures” and then the corresponding source where the image is located</a:t>
              </a:r>
              <a:endParaRPr lang="en-US" sz="675">
                <a:solidFill>
                  <a:schemeClr val="tx1"/>
                </a:solidFill>
                <a:latin typeface="+mn-lt"/>
              </a:endParaRPr>
            </a:p>
          </p:txBody>
        </p:sp>
        <p:pic>
          <p:nvPicPr>
            <p:cNvPr id="15" name="Picture 14">
              <a:extLst>
                <a:ext uri="{FF2B5EF4-FFF2-40B4-BE49-F238E27FC236}">
                  <a16:creationId xmlns:a16="http://schemas.microsoft.com/office/drawing/2014/main" id="{23E0A192-DE0E-E520-25E7-B303A079C7E3}"/>
                </a:ext>
              </a:extLst>
            </p:cNvPr>
            <p:cNvPicPr>
              <a:picLocks noChangeAspect="1"/>
            </p:cNvPicPr>
            <p:nvPr userDrawn="1"/>
          </p:nvPicPr>
          <p:blipFill rotWithShape="1">
            <a:blip r:embed="rId6"/>
            <a:srcRect l="8843" r="2395" b="2546"/>
            <a:stretch/>
          </p:blipFill>
          <p:spPr bwMode="gray">
            <a:xfrm>
              <a:off x="-1589806" y="4475212"/>
              <a:ext cx="745332" cy="1122804"/>
            </a:xfrm>
            <a:prstGeom prst="roundRect">
              <a:avLst>
                <a:gd name="adj" fmla="val 3514"/>
              </a:avLst>
            </a:prstGeom>
          </p:spPr>
        </p:pic>
        <p:sp>
          <p:nvSpPr>
            <p:cNvPr id="16" name="TextBox 15">
              <a:extLst>
                <a:ext uri="{FF2B5EF4-FFF2-40B4-BE49-F238E27FC236}">
                  <a16:creationId xmlns:a16="http://schemas.microsoft.com/office/drawing/2014/main" id="{BF14A84B-7BF0-7BFD-629D-A25AF4354A2D}"/>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07997" indent="-107997">
                <a:spcAft>
                  <a:spcPts val="450"/>
                </a:spcAft>
                <a:buFont typeface="+mj-lt"/>
                <a:buAutoNum type="arabicPeriod" startAt="4"/>
              </a:pPr>
              <a:r>
                <a:rPr lang="en-US" sz="675">
                  <a:solidFill>
                    <a:schemeClr val="tx1"/>
                  </a:solidFill>
                  <a:effectLst/>
                  <a:latin typeface="+mn-lt"/>
                </a:rPr>
                <a:t>Now the image has </a:t>
              </a:r>
              <a:br>
                <a:rPr lang="en-US" sz="675">
                  <a:solidFill>
                    <a:schemeClr val="tx1"/>
                  </a:solidFill>
                  <a:effectLst/>
                  <a:latin typeface="+mn-lt"/>
                </a:rPr>
              </a:br>
              <a:r>
                <a:rPr lang="en-US" sz="675">
                  <a:solidFill>
                    <a:schemeClr val="tx1"/>
                  </a:solidFill>
                  <a:effectLst/>
                  <a:latin typeface="+mn-lt"/>
                </a:rPr>
                <a:t>been loaded into the </a:t>
              </a:r>
              <a:br>
                <a:rPr lang="en-US" sz="675">
                  <a:solidFill>
                    <a:schemeClr val="tx1"/>
                  </a:solidFill>
                  <a:effectLst/>
                  <a:latin typeface="+mn-lt"/>
                </a:rPr>
              </a:br>
              <a:r>
                <a:rPr lang="en-US" sz="675">
                  <a:solidFill>
                    <a:schemeClr val="tx1"/>
                  </a:solidFill>
                  <a:effectLst/>
                  <a:latin typeface="+mn-lt"/>
                </a:rPr>
                <a:t>placeholder.</a:t>
              </a:r>
              <a:endParaRPr lang="en-US" sz="675">
                <a:solidFill>
                  <a:schemeClr val="tx1"/>
                </a:solidFill>
                <a:latin typeface="+mn-lt"/>
              </a:endParaRPr>
            </a:p>
          </p:txBody>
        </p:sp>
      </p:grpSp>
    </p:spTree>
    <p:extLst>
      <p:ext uri="{BB962C8B-B14F-4D97-AF65-F5344CB8AC3E}">
        <p14:creationId xmlns:p14="http://schemas.microsoft.com/office/powerpoint/2010/main" val="2767732467"/>
      </p:ext>
    </p:extLst>
  </p:cSld>
  <p:clrMapOvr>
    <a:masterClrMapping/>
  </p:clrMapOvr>
  <p:extLst>
    <p:ext uri="{DCECCB84-F9BA-43D5-87BE-67443E8EF086}">
      <p15:sldGuideLst xmlns:p15="http://schemas.microsoft.com/office/powerpoint/2012/main"/>
    </p:ext>
  </p:extLst>
</p:sldLayout>
</file>

<file path=ppt/slideLayouts/slideLayout167.xml><?xml version="1.0" encoding="utf-8"?>
<p:sldLayout xmlns:a="http://schemas.openxmlformats.org/drawingml/2006/main" xmlns:r="http://schemas.openxmlformats.org/officeDocument/2006/relationships" xmlns:p="http://schemas.openxmlformats.org/presentationml/2006/main" preserve="1" userDrawn="1">
  <p:cSld name="Title slide image (small)">
    <p:bg bwMode="ltGray">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359569" y="1977750"/>
            <a:ext cx="5454254" cy="1188000"/>
          </a:xfrm>
        </p:spPr>
        <p:txBody>
          <a:bodyPr anchor="b"/>
          <a:lstStyle>
            <a:lvl1pPr algn="l">
              <a:defRPr sz="3600" b="1" i="0">
                <a:solidFill>
                  <a:schemeClr val="tx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359570" y="3327840"/>
            <a:ext cx="5454696" cy="702000"/>
          </a:xfrm>
        </p:spPr>
        <p:txBody>
          <a:bodyPr/>
          <a:lstStyle>
            <a:lvl1pPr marL="0" indent="0" algn="l">
              <a:lnSpc>
                <a:spcPct val="100000"/>
              </a:lnSpc>
              <a:spcBef>
                <a:spcPts val="0"/>
              </a:spcBef>
              <a:spcAft>
                <a:spcPts val="1800"/>
              </a:spcAft>
              <a:buFont typeface="Arial" panose="020B0604020202020204" pitchFamily="34" charset="0"/>
              <a:buNone/>
              <a:defRPr sz="18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200" b="0">
                <a:solidFill>
                  <a:schemeClr val="bg1"/>
                </a:solidFill>
              </a:defRPr>
            </a:lvl2pPr>
            <a:lvl3pPr marL="0" indent="0" algn="l">
              <a:lnSpc>
                <a:spcPct val="100000"/>
              </a:lnSpc>
              <a:spcBef>
                <a:spcPts val="0"/>
              </a:spcBef>
              <a:spcAft>
                <a:spcPts val="0"/>
              </a:spcAft>
              <a:buFont typeface="Arial" panose="020B0604020202020204" pitchFamily="34" charset="0"/>
              <a:buNone/>
              <a:defRPr sz="1200" b="0">
                <a:solidFill>
                  <a:schemeClr val="bg1"/>
                </a:solidFill>
              </a:defRPr>
            </a:lvl3pPr>
            <a:lvl4pPr marL="0" indent="0" algn="l">
              <a:lnSpc>
                <a:spcPct val="100000"/>
              </a:lnSpc>
              <a:spcBef>
                <a:spcPts val="0"/>
              </a:spcBef>
              <a:spcAft>
                <a:spcPts val="0"/>
              </a:spcAft>
              <a:buFont typeface="Arial" panose="020B0604020202020204" pitchFamily="34" charset="0"/>
              <a:buNone/>
              <a:defRPr sz="1200" b="0">
                <a:solidFill>
                  <a:schemeClr val="bg1"/>
                </a:solidFill>
              </a:defRPr>
            </a:lvl4pPr>
            <a:lvl5pPr marL="0" indent="0" algn="l">
              <a:lnSpc>
                <a:spcPct val="100000"/>
              </a:lnSpc>
              <a:spcBef>
                <a:spcPts val="0"/>
              </a:spcBef>
              <a:spcAft>
                <a:spcPts val="0"/>
              </a:spcAft>
              <a:buFont typeface="Arial" panose="020B0604020202020204" pitchFamily="34" charset="0"/>
              <a:buNone/>
              <a:defRPr sz="1200" b="0">
                <a:solidFill>
                  <a:schemeClr val="bg1"/>
                </a:solidFill>
              </a:defRPr>
            </a:lvl5pPr>
            <a:lvl6pPr marL="0" indent="0" algn="l">
              <a:lnSpc>
                <a:spcPct val="100000"/>
              </a:lnSpc>
              <a:spcBef>
                <a:spcPts val="0"/>
              </a:spcBef>
              <a:spcAft>
                <a:spcPts val="0"/>
              </a:spcAft>
              <a:buFont typeface="Arial" panose="020B0604020202020204" pitchFamily="34" charset="0"/>
              <a:buNone/>
              <a:defRPr sz="1200" b="0">
                <a:solidFill>
                  <a:schemeClr val="bg1"/>
                </a:solidFill>
              </a:defRPr>
            </a:lvl6pPr>
            <a:lvl7pPr marL="0" indent="0" algn="l">
              <a:lnSpc>
                <a:spcPct val="100000"/>
              </a:lnSpc>
              <a:spcBef>
                <a:spcPts val="0"/>
              </a:spcBef>
              <a:spcAft>
                <a:spcPts val="0"/>
              </a:spcAft>
              <a:buFont typeface="Arial" panose="020B0604020202020204" pitchFamily="34" charset="0"/>
              <a:buNone/>
              <a:defRPr sz="1200" b="0">
                <a:solidFill>
                  <a:schemeClr val="bg1"/>
                </a:solidFill>
              </a:defRPr>
            </a:lvl7pPr>
            <a:lvl8pPr marL="0" indent="0" algn="l">
              <a:lnSpc>
                <a:spcPct val="100000"/>
              </a:lnSpc>
              <a:spcBef>
                <a:spcPts val="0"/>
              </a:spcBef>
              <a:spcAft>
                <a:spcPts val="0"/>
              </a:spcAft>
              <a:buFont typeface="Arial" panose="020B0604020202020204" pitchFamily="34" charset="0"/>
              <a:buNone/>
              <a:defRPr sz="1200" b="0">
                <a:solidFill>
                  <a:schemeClr val="bg1"/>
                </a:solidFill>
              </a:defRPr>
            </a:lvl8pPr>
            <a:lvl9pPr marL="0" indent="0" algn="l">
              <a:lnSpc>
                <a:spcPct val="100000"/>
              </a:lnSpc>
              <a:spcBef>
                <a:spcPts val="0"/>
              </a:spcBef>
              <a:spcAft>
                <a:spcPts val="0"/>
              </a:spcAft>
              <a:buFont typeface="Arial" panose="020B0604020202020204" pitchFamily="34" charset="0"/>
              <a:buNone/>
              <a:defRPr sz="1200" b="0">
                <a:solidFill>
                  <a:schemeClr val="bg1"/>
                </a:solidFill>
              </a:defRPr>
            </a:lvl9pPr>
          </a:lstStyle>
          <a:p>
            <a:r>
              <a:rPr lang="en-US"/>
              <a:t>Subtitle of the presentation</a:t>
            </a:r>
          </a:p>
          <a:p>
            <a:pPr lvl="1"/>
            <a:r>
              <a:rPr lang="en-US"/>
              <a:t>Author | Date | Place</a:t>
            </a:r>
          </a:p>
        </p:txBody>
      </p:sp>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gray">
          <a:xfrm>
            <a:off x="6084094" y="0"/>
            <a:ext cx="3059906" cy="5143500"/>
          </a:xfrm>
          <a:solidFill>
            <a:srgbClr val="E5E3DE"/>
          </a:solidFill>
        </p:spPr>
        <p:txBody>
          <a:bodyPr tIns="720000" anchor="ctr" anchorCtr="0"/>
          <a:lstStyle>
            <a:lvl1pPr marL="0" indent="0" algn="ctr">
              <a:spcBef>
                <a:spcPts val="0"/>
              </a:spcBef>
              <a:spcAft>
                <a:spcPts val="0"/>
              </a:spcAft>
              <a:buFontTx/>
              <a:buNone/>
              <a:tabLst/>
              <a:defRPr sz="900" b="0"/>
            </a:lvl1pPr>
            <a:lvl2pPr marL="0" indent="0" algn="ctr">
              <a:spcBef>
                <a:spcPts val="0"/>
              </a:spcBef>
              <a:spcAft>
                <a:spcPts val="0"/>
              </a:spcAft>
              <a:buFontTx/>
              <a:buNone/>
              <a:tabLst/>
              <a:defRPr sz="900" b="0"/>
            </a:lvl2pPr>
            <a:lvl3pPr marL="0" indent="0" algn="ctr">
              <a:spcBef>
                <a:spcPts val="0"/>
              </a:spcBef>
              <a:spcAft>
                <a:spcPts val="0"/>
              </a:spcAft>
              <a:buFontTx/>
              <a:buNone/>
              <a:tabLst/>
              <a:defRPr sz="900" b="0"/>
            </a:lvl3pPr>
            <a:lvl4pPr marL="0" indent="0" algn="ctr">
              <a:spcBef>
                <a:spcPts val="0"/>
              </a:spcBef>
              <a:spcAft>
                <a:spcPts val="0"/>
              </a:spcAft>
              <a:buFontTx/>
              <a:buNone/>
              <a:tabLst/>
              <a:defRPr sz="900" b="0"/>
            </a:lvl4pPr>
            <a:lvl5pPr marL="0" indent="0" algn="ctr">
              <a:spcBef>
                <a:spcPts val="0"/>
              </a:spcBef>
              <a:spcAft>
                <a:spcPts val="0"/>
              </a:spcAft>
              <a:buFontTx/>
              <a:buNone/>
              <a:tabLst/>
              <a:defRPr sz="900" b="0"/>
            </a:lvl5pPr>
            <a:lvl6pPr marL="0" indent="0" algn="ctr">
              <a:spcBef>
                <a:spcPts val="0"/>
              </a:spcBef>
              <a:spcAft>
                <a:spcPts val="0"/>
              </a:spcAft>
              <a:buFontTx/>
              <a:buNone/>
              <a:tabLst/>
              <a:defRPr sz="900" b="0"/>
            </a:lvl6pPr>
            <a:lvl7pPr marL="0" indent="0" algn="ctr">
              <a:spcBef>
                <a:spcPts val="0"/>
              </a:spcBef>
              <a:spcAft>
                <a:spcPts val="0"/>
              </a:spcAft>
              <a:buFontTx/>
              <a:buNone/>
              <a:tabLst/>
              <a:defRPr sz="900" b="0"/>
            </a:lvl7pPr>
            <a:lvl8pPr marL="0" indent="0" algn="ctr">
              <a:spcBef>
                <a:spcPts val="0"/>
              </a:spcBef>
              <a:spcAft>
                <a:spcPts val="0"/>
              </a:spcAft>
              <a:buFontTx/>
              <a:buNone/>
              <a:tabLst/>
              <a:defRPr sz="900" b="0"/>
            </a:lvl8pPr>
            <a:lvl9pPr marL="0" indent="0" algn="ctr">
              <a:spcBef>
                <a:spcPts val="0"/>
              </a:spcBef>
              <a:spcAft>
                <a:spcPts val="0"/>
              </a:spcAft>
              <a:buFontTx/>
              <a:buNone/>
              <a:tabLst/>
              <a:defRPr sz="900" b="0"/>
            </a:lvl9pPr>
          </a:lstStyle>
          <a:p>
            <a:r>
              <a:rPr lang="en-US"/>
              <a:t>Add picture</a:t>
            </a:r>
          </a:p>
        </p:txBody>
      </p:sp>
      <p:pic>
        <p:nvPicPr>
          <p:cNvPr id="14" name="Grafik 13">
            <a:extLst>
              <a:ext uri="{FF2B5EF4-FFF2-40B4-BE49-F238E27FC236}">
                <a16:creationId xmlns:a16="http://schemas.microsoft.com/office/drawing/2014/main" id="{AB10EE33-A0A3-2BD8-C7ED-852048EC8CE6}"/>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359100" y="356400"/>
            <a:ext cx="1233900" cy="372456"/>
          </a:xfrm>
          <a:prstGeom prst="rect">
            <a:avLst/>
          </a:prstGeom>
        </p:spPr>
      </p:pic>
      <p:sp>
        <p:nvSpPr>
          <p:cNvPr id="4" name="Fußzeilenplatzhalter 3">
            <a:extLst>
              <a:ext uri="{FF2B5EF4-FFF2-40B4-BE49-F238E27FC236}">
                <a16:creationId xmlns:a16="http://schemas.microsoft.com/office/drawing/2014/main" id="{C5F7B9D5-A641-50BA-7FC3-561DC9FE3D6A}"/>
              </a:ext>
            </a:extLst>
          </p:cNvPr>
          <p:cNvSpPr>
            <a:spLocks noGrp="1"/>
          </p:cNvSpPr>
          <p:nvPr>
            <p:ph type="ftr" sz="quarter" idx="19"/>
          </p:nvPr>
        </p:nvSpPr>
        <p:spPr bwMode="gray">
          <a:xfrm>
            <a:off x="359570" y="4623996"/>
            <a:ext cx="3780000" cy="162000"/>
          </a:xfrm>
        </p:spPr>
        <p:txBody>
          <a:bodyPr/>
          <a:lstStyle>
            <a:lvl1pPr algn="l">
              <a:defRPr>
                <a:solidFill>
                  <a:schemeClr val="bg1"/>
                </a:solidFill>
              </a:defRPr>
            </a:lvl1pPr>
          </a:lstStyle>
          <a:p>
            <a:r>
              <a:rPr lang="en-US"/>
              <a:t>ONLY FOR INTERNAL USE</a:t>
            </a:r>
          </a:p>
        </p:txBody>
      </p:sp>
      <p:sp>
        <p:nvSpPr>
          <p:cNvPr id="5" name="Text Placeholder 8">
            <a:extLst>
              <a:ext uri="{FF2B5EF4-FFF2-40B4-BE49-F238E27FC236}">
                <a16:creationId xmlns:a16="http://schemas.microsoft.com/office/drawing/2014/main" id="{D866CAA2-63E1-6F81-7EFF-FDAEDBEBDB8A}"/>
              </a:ext>
              <a:ext uri="{C183D7F6-B498-43B3-948B-1728B52AA6E4}">
                <adec:decorative xmlns:adec="http://schemas.microsoft.com/office/drawing/2017/decorative" val="1"/>
              </a:ext>
            </a:extLst>
          </p:cNvPr>
          <p:cNvSpPr>
            <a:spLocks noGrp="1"/>
          </p:cNvSpPr>
          <p:nvPr>
            <p:ph type="body" sz="quarter" idx="31"/>
          </p:nvPr>
        </p:nvSpPr>
        <p:spPr bwMode="gray">
          <a:xfrm>
            <a:off x="7569329" y="4625100"/>
            <a:ext cx="1215000" cy="162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150">
                <a:noFill/>
              </a:defRPr>
            </a:lvl1pPr>
            <a:lvl2pPr marL="0" indent="0">
              <a:lnSpc>
                <a:spcPct val="100000"/>
              </a:lnSpc>
              <a:spcAft>
                <a:spcPts val="0"/>
              </a:spcAft>
              <a:buFontTx/>
              <a:buNone/>
              <a:defRPr sz="150">
                <a:noFill/>
              </a:defRPr>
            </a:lvl2pPr>
            <a:lvl3pPr marL="0" indent="0">
              <a:lnSpc>
                <a:spcPct val="100000"/>
              </a:lnSpc>
              <a:spcAft>
                <a:spcPts val="0"/>
              </a:spcAft>
              <a:buFontTx/>
              <a:buNone/>
              <a:defRPr sz="150">
                <a:noFill/>
              </a:defRPr>
            </a:lvl3pPr>
            <a:lvl4pPr marL="0" indent="0">
              <a:lnSpc>
                <a:spcPct val="100000"/>
              </a:lnSpc>
              <a:spcAft>
                <a:spcPts val="0"/>
              </a:spcAft>
              <a:buFontTx/>
              <a:buNone/>
              <a:defRPr sz="150">
                <a:noFill/>
              </a:defRPr>
            </a:lvl4pPr>
            <a:lvl5pPr marL="0" indent="0">
              <a:lnSpc>
                <a:spcPct val="100000"/>
              </a:lnSpc>
              <a:spcAft>
                <a:spcPts val="0"/>
              </a:spcAft>
              <a:buFontTx/>
              <a:buNone/>
              <a:defRPr sz="150">
                <a:noFill/>
              </a:defRPr>
            </a:lvl5pPr>
          </a:lstStyle>
          <a:p>
            <a:pPr lvl="0"/>
            <a:r>
              <a:rPr lang="en-US"/>
              <a:t>Click to edit Master text styles</a:t>
            </a:r>
          </a:p>
        </p:txBody>
      </p:sp>
      <p:grpSp>
        <p:nvGrpSpPr>
          <p:cNvPr id="6" name="Group 5">
            <a:extLst>
              <a:ext uri="{FF2B5EF4-FFF2-40B4-BE49-F238E27FC236}">
                <a16:creationId xmlns:a16="http://schemas.microsoft.com/office/drawing/2014/main" id="{28D32FED-547E-0BF1-8567-DB33A9EEAF18}"/>
              </a:ext>
              <a:ext uri="{C183D7F6-B498-43B3-948B-1728B52AA6E4}">
                <adec:decorative xmlns:adec="http://schemas.microsoft.com/office/drawing/2017/decorative" val="1"/>
              </a:ext>
            </a:extLst>
          </p:cNvPr>
          <p:cNvGrpSpPr/>
          <p:nvPr userDrawn="1"/>
        </p:nvGrpSpPr>
        <p:grpSpPr bwMode="gray">
          <a:xfrm>
            <a:off x="-1422666" y="0"/>
            <a:ext cx="1286309" cy="2808312"/>
            <a:chOff x="-1824880" y="2708920"/>
            <a:chExt cx="1715078" cy="3744416"/>
          </a:xfrm>
        </p:grpSpPr>
        <p:sp>
          <p:nvSpPr>
            <p:cNvPr id="12" name="TextBox 11">
              <a:extLst>
                <a:ext uri="{FF2B5EF4-FFF2-40B4-BE49-F238E27FC236}">
                  <a16:creationId xmlns:a16="http://schemas.microsoft.com/office/drawing/2014/main" id="{39404507-51EC-B961-42FB-56684AE6D086}"/>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450"/>
                </a:spcAft>
              </a:pPr>
              <a:r>
                <a:rPr lang="en-US" sz="825" b="1">
                  <a:solidFill>
                    <a:schemeClr val="tx1"/>
                  </a:solidFill>
                  <a:effectLst/>
                  <a:latin typeface="+mj-lt"/>
                </a:rPr>
                <a:t>To insert a picture:</a:t>
              </a:r>
            </a:p>
            <a:p>
              <a:pPr marL="107997" indent="-107997">
                <a:lnSpc>
                  <a:spcPct val="120000"/>
                </a:lnSpc>
                <a:spcAft>
                  <a:spcPts val="450"/>
                </a:spcAft>
                <a:buFont typeface="+mj-lt"/>
                <a:buAutoNum type="arabicPeriod"/>
              </a:pPr>
              <a:r>
                <a:rPr lang="en-US" sz="675">
                  <a:solidFill>
                    <a:schemeClr val="tx1"/>
                  </a:solidFill>
                  <a:effectLst/>
                  <a:latin typeface="+mn-lt"/>
                </a:rPr>
                <a:t>Click on the placeholder for pictures</a:t>
              </a:r>
            </a:p>
            <a:p>
              <a:pPr marL="107997" indent="-107997">
                <a:lnSpc>
                  <a:spcPct val="120000"/>
                </a:lnSpc>
                <a:spcAft>
                  <a:spcPts val="450"/>
                </a:spcAft>
                <a:buFont typeface="+mj-lt"/>
                <a:buAutoNum type="arabicPeriod"/>
              </a:pPr>
              <a:r>
                <a:rPr lang="en-US" sz="675">
                  <a:solidFill>
                    <a:schemeClr val="tx1"/>
                  </a:solidFill>
                  <a:effectLst/>
                  <a:latin typeface="+mn-lt"/>
                </a:rPr>
                <a:t>Open the menu “Insert”</a:t>
              </a:r>
            </a:p>
            <a:p>
              <a:pPr marL="107997" indent="-107997">
                <a:lnSpc>
                  <a:spcPct val="120000"/>
                </a:lnSpc>
                <a:spcAft>
                  <a:spcPts val="450"/>
                </a:spcAft>
                <a:buFont typeface="+mj-lt"/>
                <a:buAutoNum type="arabicPeriod"/>
              </a:pPr>
              <a:r>
                <a:rPr lang="en-US" sz="675">
                  <a:solidFill>
                    <a:schemeClr val="tx1"/>
                  </a:solidFill>
                  <a:effectLst/>
                  <a:latin typeface="+mn-lt"/>
                </a:rPr>
                <a:t>Choose “Pictures” and then the corresponding source where the image is located</a:t>
              </a:r>
              <a:endParaRPr lang="en-US" sz="675">
                <a:solidFill>
                  <a:schemeClr val="tx1"/>
                </a:solidFill>
                <a:latin typeface="+mn-lt"/>
              </a:endParaRPr>
            </a:p>
          </p:txBody>
        </p:sp>
        <p:pic>
          <p:nvPicPr>
            <p:cNvPr id="13" name="Picture 12">
              <a:extLst>
                <a:ext uri="{FF2B5EF4-FFF2-40B4-BE49-F238E27FC236}">
                  <a16:creationId xmlns:a16="http://schemas.microsoft.com/office/drawing/2014/main" id="{D2A2DCDD-87D8-A4BF-7482-51B8E6D5DA42}"/>
                </a:ext>
              </a:extLst>
            </p:cNvPr>
            <p:cNvPicPr>
              <a:picLocks noChangeAspect="1"/>
            </p:cNvPicPr>
            <p:nvPr userDrawn="1"/>
          </p:nvPicPr>
          <p:blipFill rotWithShape="1">
            <a:blip r:embed="rId6"/>
            <a:srcRect l="8843" r="2395" b="2546"/>
            <a:stretch/>
          </p:blipFill>
          <p:spPr bwMode="gray">
            <a:xfrm>
              <a:off x="-1589806" y="4475212"/>
              <a:ext cx="745332" cy="1122804"/>
            </a:xfrm>
            <a:prstGeom prst="roundRect">
              <a:avLst>
                <a:gd name="adj" fmla="val 3514"/>
              </a:avLst>
            </a:prstGeom>
          </p:spPr>
        </p:pic>
        <p:sp>
          <p:nvSpPr>
            <p:cNvPr id="15" name="TextBox 14">
              <a:extLst>
                <a:ext uri="{FF2B5EF4-FFF2-40B4-BE49-F238E27FC236}">
                  <a16:creationId xmlns:a16="http://schemas.microsoft.com/office/drawing/2014/main" id="{065B591E-D8A0-EDFE-1511-0E54D26949F7}"/>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07997" indent="-107997">
                <a:spcAft>
                  <a:spcPts val="450"/>
                </a:spcAft>
                <a:buFont typeface="+mj-lt"/>
                <a:buAutoNum type="arabicPeriod" startAt="4"/>
              </a:pPr>
              <a:r>
                <a:rPr lang="en-US" sz="675">
                  <a:solidFill>
                    <a:schemeClr val="tx1"/>
                  </a:solidFill>
                  <a:effectLst/>
                  <a:latin typeface="+mn-lt"/>
                </a:rPr>
                <a:t>Now the image has </a:t>
              </a:r>
              <a:br>
                <a:rPr lang="en-US" sz="675">
                  <a:solidFill>
                    <a:schemeClr val="tx1"/>
                  </a:solidFill>
                  <a:effectLst/>
                  <a:latin typeface="+mn-lt"/>
                </a:rPr>
              </a:br>
              <a:r>
                <a:rPr lang="en-US" sz="675">
                  <a:solidFill>
                    <a:schemeClr val="tx1"/>
                  </a:solidFill>
                  <a:effectLst/>
                  <a:latin typeface="+mn-lt"/>
                </a:rPr>
                <a:t>been loaded into the </a:t>
              </a:r>
              <a:br>
                <a:rPr lang="en-US" sz="675">
                  <a:solidFill>
                    <a:schemeClr val="tx1"/>
                  </a:solidFill>
                  <a:effectLst/>
                  <a:latin typeface="+mn-lt"/>
                </a:rPr>
              </a:br>
              <a:r>
                <a:rPr lang="en-US" sz="675">
                  <a:solidFill>
                    <a:schemeClr val="tx1"/>
                  </a:solidFill>
                  <a:effectLst/>
                  <a:latin typeface="+mn-lt"/>
                </a:rPr>
                <a:t>placeholder.</a:t>
              </a:r>
              <a:endParaRPr lang="en-US" sz="675">
                <a:solidFill>
                  <a:schemeClr val="tx1"/>
                </a:solidFill>
                <a:latin typeface="+mn-lt"/>
              </a:endParaRPr>
            </a:p>
          </p:txBody>
        </p:sp>
      </p:grpSp>
    </p:spTree>
    <p:extLst>
      <p:ext uri="{BB962C8B-B14F-4D97-AF65-F5344CB8AC3E}">
        <p14:creationId xmlns:p14="http://schemas.microsoft.com/office/powerpoint/2010/main" val="1630944742"/>
      </p:ext>
    </p:extLst>
  </p:cSld>
  <p:clrMapOvr>
    <a:masterClrMapping/>
  </p:clrMapOvr>
  <p:extLst>
    <p:ext uri="{DCECCB84-F9BA-43D5-87BE-67443E8EF086}">
      <p15:sldGuideLst xmlns:p15="http://schemas.microsoft.com/office/powerpoint/2012/main">
        <p15:guide id="1" orient="horz" pos="2682">
          <p15:clr>
            <a:srgbClr val="FBAE40"/>
          </p15:clr>
        </p15:guide>
        <p15:guide id="7" orient="horz" pos="2795">
          <p15:clr>
            <a:srgbClr val="FBAE40"/>
          </p15:clr>
        </p15:guide>
      </p15:sldGuideLst>
    </p:ext>
  </p:extLst>
</p:sldLayout>
</file>

<file path=ppt/slideLayouts/slideLayout168.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p:txBody>
          <a:bodyPr/>
          <a:lstStyle>
            <a:lvl1pPr>
              <a:defRPr/>
            </a:lvl1pPr>
          </a:lstStyle>
          <a:p>
            <a:r>
              <a:rPr lang="en-US"/>
              <a:t>Add agenda title</a:t>
            </a:r>
          </a:p>
        </p:txBody>
      </p:sp>
      <p:sp>
        <p:nvSpPr>
          <p:cNvPr id="10" name="Textplatzhalter 9"/>
          <p:cNvSpPr>
            <a:spLocks noGrp="1"/>
          </p:cNvSpPr>
          <p:nvPr>
            <p:ph type="body" sz="quarter" idx="15" hasCustomPrompt="1"/>
          </p:nvPr>
        </p:nvSpPr>
        <p:spPr bwMode="gray">
          <a:xfrm>
            <a:off x="359570" y="1059658"/>
            <a:ext cx="8424863" cy="3402806"/>
          </a:xfrm>
        </p:spPr>
        <p:txBody>
          <a:bodyPr/>
          <a:lstStyle>
            <a:lvl1pPr marL="269993" indent="-269993">
              <a:spcBef>
                <a:spcPts val="1350"/>
              </a:spcBef>
              <a:buFont typeface="+mj-lt"/>
              <a:buAutoNum type="arabicPeriod"/>
              <a:defRPr sz="1500"/>
            </a:lvl1pPr>
            <a:lvl2pPr marL="404990" indent="-134997">
              <a:spcBef>
                <a:spcPts val="150"/>
              </a:spcBef>
              <a:spcAft>
                <a:spcPts val="150"/>
              </a:spcAft>
              <a:buFont typeface="Arial" panose="020B0604020202020204" pitchFamily="34" charset="0"/>
              <a:buChar char="•"/>
              <a:defRPr/>
            </a:lvl2pPr>
            <a:lvl3pPr marL="404990" indent="-134997">
              <a:spcBef>
                <a:spcPts val="150"/>
              </a:spcBef>
              <a:spcAft>
                <a:spcPts val="150"/>
              </a:spcAft>
              <a:buFont typeface="Arial" panose="020B0604020202020204" pitchFamily="34" charset="0"/>
              <a:buChar char="•"/>
              <a:defRPr/>
            </a:lvl3pPr>
            <a:lvl4pPr marL="404990" indent="-134997">
              <a:spcBef>
                <a:spcPts val="150"/>
              </a:spcBef>
              <a:spcAft>
                <a:spcPts val="150"/>
              </a:spcAft>
              <a:buFont typeface="Arial" panose="020B0604020202020204" pitchFamily="34" charset="0"/>
              <a:buChar char="•"/>
              <a:defRPr/>
            </a:lvl4pPr>
            <a:lvl5pPr marL="404990" indent="-134997">
              <a:spcBef>
                <a:spcPts val="150"/>
              </a:spcBef>
              <a:spcAft>
                <a:spcPts val="150"/>
              </a:spcAft>
              <a:buFont typeface="Arial" panose="020B0604020202020204" pitchFamily="34" charset="0"/>
              <a:buChar char="•"/>
              <a:defRPr sz="1200"/>
            </a:lvl5pPr>
            <a:lvl6pPr marL="404990" indent="-134997">
              <a:spcBef>
                <a:spcPts val="150"/>
              </a:spcBef>
              <a:spcAft>
                <a:spcPts val="150"/>
              </a:spcAft>
              <a:buFont typeface="Arial" panose="020B0604020202020204" pitchFamily="34" charset="0"/>
              <a:buChar char="•"/>
              <a:defRPr sz="1200"/>
            </a:lvl6pPr>
            <a:lvl7pPr marL="404990" indent="-134997">
              <a:spcBef>
                <a:spcPts val="150"/>
              </a:spcBef>
              <a:spcAft>
                <a:spcPts val="150"/>
              </a:spcAft>
              <a:buFont typeface="Arial" panose="020B0604020202020204" pitchFamily="34" charset="0"/>
              <a:buChar char="•"/>
              <a:defRPr sz="1200"/>
            </a:lvl7pPr>
            <a:lvl8pPr marL="404990" indent="-134997">
              <a:spcBef>
                <a:spcPts val="150"/>
              </a:spcBef>
              <a:spcAft>
                <a:spcPts val="150"/>
              </a:spcAft>
              <a:buFont typeface="Arial" panose="020B0604020202020204" pitchFamily="34" charset="0"/>
              <a:buChar char="•"/>
              <a:defRPr sz="1200"/>
            </a:lvl8pPr>
            <a:lvl9pPr marL="404990" indent="-134997">
              <a:spcBef>
                <a:spcPts val="150"/>
              </a:spcBef>
              <a:spcAft>
                <a:spcPts val="150"/>
              </a:spcAft>
              <a:buFont typeface="Arial" panose="020B0604020202020204" pitchFamily="34" charset="0"/>
              <a:buChar char="•"/>
              <a:defRPr sz="1200"/>
            </a:lvl9pPr>
          </a:lstStyle>
          <a:p>
            <a:pPr lvl="0"/>
            <a:r>
              <a:rPr lang="en-US"/>
              <a:t>Edit text by clicking. Use the "Increase/decrease list level" buttons on the Start tab to switch between the set up text levels.</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6" name="Fußzeilenplatzhalter 5">
            <a:extLst>
              <a:ext uri="{FF2B5EF4-FFF2-40B4-BE49-F238E27FC236}">
                <a16:creationId xmlns:a16="http://schemas.microsoft.com/office/drawing/2014/main" id="{BA817014-5BFC-469F-98F9-387F1D269363}"/>
              </a:ext>
            </a:extLst>
          </p:cNvPr>
          <p:cNvSpPr>
            <a:spLocks noGrp="1"/>
          </p:cNvSpPr>
          <p:nvPr>
            <p:ph type="ftr" sz="quarter" idx="16"/>
          </p:nvPr>
        </p:nvSpPr>
        <p:spPr bwMode="gray"/>
        <p:txBody>
          <a:bodyPr/>
          <a:lstStyle/>
          <a:p>
            <a:r>
              <a:rPr lang="en-US"/>
              <a:t>Presentation title    |    ONLY FOR INTERNAL USE</a:t>
            </a:r>
          </a:p>
        </p:txBody>
      </p:sp>
      <p:sp>
        <p:nvSpPr>
          <p:cNvPr id="7" name="Foliennummernplatzhalter 6">
            <a:extLst>
              <a:ext uri="{FF2B5EF4-FFF2-40B4-BE49-F238E27FC236}">
                <a16:creationId xmlns:a16="http://schemas.microsoft.com/office/drawing/2014/main" id="{BF4CBD4C-0F49-F57C-9B27-DEC864627EEC}"/>
              </a:ext>
            </a:extLst>
          </p:cNvPr>
          <p:cNvSpPr>
            <a:spLocks noGrp="1"/>
          </p:cNvSpPr>
          <p:nvPr>
            <p:ph type="sldNum" sz="quarter" idx="17"/>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264310787"/>
      </p:ext>
    </p:extLst>
  </p:cSld>
  <p:clrMapOvr>
    <a:masterClrMapping/>
  </p:clrMapOvr>
</p:sldLayout>
</file>

<file path=ppt/slideLayouts/slideLayout169.xml><?xml version="1.0" encoding="utf-8"?>
<p:sldLayout xmlns:a="http://schemas.openxmlformats.org/drawingml/2006/main" xmlns:r="http://schemas.openxmlformats.org/officeDocument/2006/relationships" xmlns:p="http://schemas.openxmlformats.org/presentationml/2006/main" preserve="1" userDrawn="1">
  <p:cSld name="Agenda alternative">
    <p:bg bwMode="blackWhite">
      <p:bgPr>
        <a:solidFill>
          <a:schemeClr val="bg2"/>
        </a:solidFill>
        <a:effectLst/>
      </p:bgPr>
    </p:bg>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21F75BC8-F612-2B70-B801-672E4369F889}"/>
              </a:ext>
            </a:extLst>
          </p:cNvPr>
          <p:cNvSpPr>
            <a:spLocks noGrp="1"/>
          </p:cNvSpPr>
          <p:nvPr>
            <p:ph type="title" hasCustomPrompt="1"/>
          </p:nvPr>
        </p:nvSpPr>
        <p:spPr bwMode="gray"/>
        <p:txBody>
          <a:bodyPr/>
          <a:lstStyle>
            <a:lvl1pPr>
              <a:defRPr>
                <a:solidFill>
                  <a:schemeClr val="tx2"/>
                </a:solidFill>
              </a:defRPr>
            </a:lvl1pPr>
          </a:lstStyle>
          <a:p>
            <a:r>
              <a:rPr lang="en-US"/>
              <a:t>Add agenda title</a:t>
            </a:r>
          </a:p>
        </p:txBody>
      </p:sp>
      <p:sp>
        <p:nvSpPr>
          <p:cNvPr id="6" name="Fußzeilenplatzhalter 5">
            <a:extLst>
              <a:ext uri="{FF2B5EF4-FFF2-40B4-BE49-F238E27FC236}">
                <a16:creationId xmlns:a16="http://schemas.microsoft.com/office/drawing/2014/main" id="{BA817014-5BFC-469F-98F9-387F1D269363}"/>
              </a:ext>
            </a:extLst>
          </p:cNvPr>
          <p:cNvSpPr>
            <a:spLocks noGrp="1"/>
          </p:cNvSpPr>
          <p:nvPr>
            <p:ph type="ftr" sz="quarter" idx="16"/>
          </p:nvPr>
        </p:nvSpPr>
        <p:spPr bwMode="gray"/>
        <p:txBody>
          <a:bodyPr/>
          <a:lstStyle>
            <a:lvl1pPr>
              <a:defRPr>
                <a:solidFill>
                  <a:schemeClr val="bg1"/>
                </a:solidFill>
              </a:defRPr>
            </a:lvl1pPr>
          </a:lstStyle>
          <a:p>
            <a:r>
              <a:rPr lang="en-US"/>
              <a:t>Presentation title    |    ONLY FOR INTERNAL USE</a:t>
            </a:r>
          </a:p>
        </p:txBody>
      </p:sp>
      <p:sp>
        <p:nvSpPr>
          <p:cNvPr id="7" name="Foliennummernplatzhalter 6">
            <a:extLst>
              <a:ext uri="{FF2B5EF4-FFF2-40B4-BE49-F238E27FC236}">
                <a16:creationId xmlns:a16="http://schemas.microsoft.com/office/drawing/2014/main" id="{BF4CBD4C-0F49-F57C-9B27-DEC864627EEC}"/>
              </a:ext>
            </a:extLst>
          </p:cNvPr>
          <p:cNvSpPr>
            <a:spLocks noGrp="1"/>
          </p:cNvSpPr>
          <p:nvPr>
            <p:ph type="sldNum" sz="quarter" idx="17"/>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15" name="Textplatzhalter 8">
            <a:extLst>
              <a:ext uri="{FF2B5EF4-FFF2-40B4-BE49-F238E27FC236}">
                <a16:creationId xmlns:a16="http://schemas.microsoft.com/office/drawing/2014/main" id="{4C4A6E80-CB53-4D72-1B7B-3500815C4B7B}"/>
              </a:ext>
            </a:extLst>
          </p:cNvPr>
          <p:cNvSpPr>
            <a:spLocks noGrp="1"/>
          </p:cNvSpPr>
          <p:nvPr>
            <p:ph type="body" sz="quarter" idx="48" hasCustomPrompt="1"/>
          </p:nvPr>
        </p:nvSpPr>
        <p:spPr bwMode="white">
          <a:xfrm>
            <a:off x="359610" y="1059582"/>
            <a:ext cx="594000" cy="405000"/>
          </a:xfrm>
          <a:solidFill>
            <a:schemeClr val="bg2"/>
          </a:solidFill>
          <a:effectLst/>
        </p:spPr>
        <p:txBody>
          <a:bodyPr wrap="none" rIns="0" bIns="72000" anchor="ctr" anchorCtr="0"/>
          <a:lstStyle>
            <a:lvl1pPr marL="0" indent="0" algn="l">
              <a:buFontTx/>
              <a:buNone/>
              <a:defRPr sz="3300" b="1">
                <a:solidFill>
                  <a:schemeClr val="tx2"/>
                </a:solidFill>
                <a:latin typeface="+mj-lt"/>
              </a:defRPr>
            </a:lvl1pPr>
            <a:lvl2pPr marL="0" indent="0">
              <a:buFontTx/>
              <a:buNone/>
              <a:defRPr sz="3300" b="1">
                <a:solidFill>
                  <a:schemeClr val="tx2"/>
                </a:solidFill>
                <a:latin typeface="+mj-lt"/>
              </a:defRPr>
            </a:lvl2pPr>
            <a:lvl3pPr marL="0" indent="0">
              <a:buFontTx/>
              <a:buNone/>
              <a:defRPr sz="3300" b="1">
                <a:solidFill>
                  <a:schemeClr val="tx2"/>
                </a:solidFill>
                <a:latin typeface="+mj-lt"/>
              </a:defRPr>
            </a:lvl3pPr>
            <a:lvl4pPr marL="0" indent="0">
              <a:buFontTx/>
              <a:buNone/>
              <a:defRPr sz="3300" b="1">
                <a:solidFill>
                  <a:schemeClr val="tx2"/>
                </a:solidFill>
                <a:latin typeface="+mj-lt"/>
              </a:defRPr>
            </a:lvl4pPr>
            <a:lvl5pPr marL="0" indent="0">
              <a:buFontTx/>
              <a:buNone/>
              <a:defRPr sz="3300" b="1">
                <a:solidFill>
                  <a:schemeClr val="tx2"/>
                </a:solidFill>
                <a:latin typeface="+mj-lt"/>
              </a:defRPr>
            </a:lvl5pPr>
            <a:lvl6pPr marL="0" indent="0">
              <a:buFontTx/>
              <a:buNone/>
              <a:defRPr sz="3300" b="1">
                <a:solidFill>
                  <a:schemeClr val="tx2"/>
                </a:solidFill>
                <a:latin typeface="+mj-lt"/>
              </a:defRPr>
            </a:lvl6pPr>
            <a:lvl7pPr marL="0" indent="0">
              <a:buFontTx/>
              <a:buNone/>
              <a:defRPr sz="3300" b="1">
                <a:solidFill>
                  <a:schemeClr val="tx2"/>
                </a:solidFill>
                <a:latin typeface="+mj-lt"/>
              </a:defRPr>
            </a:lvl7pPr>
            <a:lvl8pPr marL="0" indent="0">
              <a:buFontTx/>
              <a:buNone/>
              <a:defRPr sz="3300" b="1">
                <a:solidFill>
                  <a:schemeClr val="tx2"/>
                </a:solidFill>
                <a:latin typeface="+mj-lt"/>
              </a:defRPr>
            </a:lvl8pPr>
            <a:lvl9pPr marL="0" indent="0">
              <a:buFontTx/>
              <a:buNone/>
              <a:defRPr sz="3300" b="1">
                <a:solidFill>
                  <a:schemeClr val="tx2"/>
                </a:solidFill>
                <a:latin typeface="+mj-lt"/>
              </a:defRPr>
            </a:lvl9pPr>
          </a:lstStyle>
          <a:p>
            <a:pPr lvl="0"/>
            <a:r>
              <a:rPr lang="en-US"/>
              <a:t>00</a:t>
            </a:r>
          </a:p>
        </p:txBody>
      </p:sp>
      <p:sp>
        <p:nvSpPr>
          <p:cNvPr id="9" name="Textplatzhalter 8">
            <a:extLst>
              <a:ext uri="{FF2B5EF4-FFF2-40B4-BE49-F238E27FC236}">
                <a16:creationId xmlns:a16="http://schemas.microsoft.com/office/drawing/2014/main" id="{7E03331E-BAE6-FE9A-0655-4888C3038D4F}"/>
              </a:ext>
            </a:extLst>
          </p:cNvPr>
          <p:cNvSpPr>
            <a:spLocks noGrp="1"/>
          </p:cNvSpPr>
          <p:nvPr>
            <p:ph type="body" sz="quarter" idx="18" hasCustomPrompt="1"/>
          </p:nvPr>
        </p:nvSpPr>
        <p:spPr bwMode="gray">
          <a:xfrm>
            <a:off x="1114286" y="1059582"/>
            <a:ext cx="3348000" cy="648000"/>
          </a:xfrm>
        </p:spPr>
        <p:txBody>
          <a:bodyPr/>
          <a:lstStyle>
            <a:lvl1pPr marL="0" indent="0">
              <a:spcAft>
                <a:spcPts val="0"/>
              </a:spcAft>
              <a:buFontTx/>
              <a:buNone/>
              <a:defRPr sz="1200" b="1">
                <a:solidFill>
                  <a:schemeClr val="bg1"/>
                </a:solidFill>
              </a:defRPr>
            </a:lvl1pPr>
            <a:lvl2pPr marL="0" indent="0">
              <a:spcAft>
                <a:spcPts val="0"/>
              </a:spcAft>
              <a:buFontTx/>
              <a:buNone/>
              <a:defRPr sz="1200">
                <a:solidFill>
                  <a:schemeClr val="bg1"/>
                </a:solidFill>
              </a:defRPr>
            </a:lvl2pPr>
            <a:lvl3pPr marL="0" indent="0">
              <a:spcAft>
                <a:spcPts val="0"/>
              </a:spcAft>
              <a:buFontTx/>
              <a:buNone/>
              <a:defRPr sz="1200">
                <a:solidFill>
                  <a:schemeClr val="bg1"/>
                </a:solidFill>
              </a:defRPr>
            </a:lvl3pPr>
            <a:lvl4pPr marL="0" indent="0">
              <a:spcAft>
                <a:spcPts val="0"/>
              </a:spcAft>
              <a:buFontTx/>
              <a:buNone/>
              <a:defRPr sz="1200">
                <a:solidFill>
                  <a:schemeClr val="bg1"/>
                </a:solidFill>
              </a:defRPr>
            </a:lvl4pPr>
            <a:lvl5pPr marL="0" indent="0">
              <a:spcAft>
                <a:spcPts val="0"/>
              </a:spcAft>
              <a:buFontTx/>
              <a:buNone/>
              <a:defRPr sz="1200">
                <a:solidFill>
                  <a:schemeClr val="bg1"/>
                </a:solidFill>
              </a:defRPr>
            </a:lvl5pPr>
            <a:lvl6pPr marL="0" indent="0">
              <a:spcAft>
                <a:spcPts val="0"/>
              </a:spcAft>
              <a:buFontTx/>
              <a:buNone/>
              <a:defRPr sz="1200">
                <a:solidFill>
                  <a:schemeClr val="bg1"/>
                </a:solidFill>
              </a:defRPr>
            </a:lvl6pPr>
            <a:lvl7pPr marL="0" indent="0">
              <a:spcAft>
                <a:spcPts val="0"/>
              </a:spcAft>
              <a:buFontTx/>
              <a:buNone/>
              <a:defRPr sz="1200">
                <a:solidFill>
                  <a:schemeClr val="bg1"/>
                </a:solidFill>
              </a:defRPr>
            </a:lvl7pPr>
            <a:lvl8pPr marL="0" indent="0">
              <a:spcAft>
                <a:spcPts val="0"/>
              </a:spcAft>
              <a:buFontTx/>
              <a:buNone/>
              <a:defRPr sz="1200">
                <a:solidFill>
                  <a:schemeClr val="bg1"/>
                </a:solidFill>
              </a:defRPr>
            </a:lvl8pPr>
            <a:lvl9pPr marL="0" indent="0">
              <a:spcAft>
                <a:spcPts val="0"/>
              </a:spcAft>
              <a:buFontTx/>
              <a:buNone/>
              <a:defRPr sz="1200">
                <a:solidFill>
                  <a:schemeClr val="bg1"/>
                </a:solidFill>
              </a:defRPr>
            </a:lvl9pPr>
          </a:lstStyle>
          <a:p>
            <a:pPr lvl="0"/>
            <a:r>
              <a:rPr lang="en-US"/>
              <a:t>First level</a:t>
            </a:r>
          </a:p>
          <a:p>
            <a:pPr lvl="1"/>
            <a:r>
              <a:rPr lang="en-US"/>
              <a:t>Second level</a:t>
            </a:r>
          </a:p>
        </p:txBody>
      </p:sp>
      <p:sp>
        <p:nvSpPr>
          <p:cNvPr id="26" name="Textplatzhalter 8">
            <a:extLst>
              <a:ext uri="{FF2B5EF4-FFF2-40B4-BE49-F238E27FC236}">
                <a16:creationId xmlns:a16="http://schemas.microsoft.com/office/drawing/2014/main" id="{54A84130-BB18-0BA4-1EE9-823C0DB98D2B}"/>
              </a:ext>
            </a:extLst>
          </p:cNvPr>
          <p:cNvSpPr>
            <a:spLocks noGrp="1"/>
          </p:cNvSpPr>
          <p:nvPr>
            <p:ph type="body" sz="quarter" idx="30" hasCustomPrompt="1"/>
          </p:nvPr>
        </p:nvSpPr>
        <p:spPr bwMode="white">
          <a:xfrm>
            <a:off x="359610" y="1897463"/>
            <a:ext cx="594000" cy="405000"/>
          </a:xfrm>
          <a:solidFill>
            <a:schemeClr val="bg2"/>
          </a:solidFill>
          <a:effectLst/>
        </p:spPr>
        <p:txBody>
          <a:bodyPr wrap="none" rIns="0" bIns="72000" anchor="ctr" anchorCtr="0"/>
          <a:lstStyle>
            <a:lvl1pPr marL="0" indent="0" algn="l">
              <a:buFontTx/>
              <a:buNone/>
              <a:defRPr sz="3300" b="1">
                <a:solidFill>
                  <a:schemeClr val="tx2"/>
                </a:solidFill>
                <a:latin typeface="+mj-lt"/>
              </a:defRPr>
            </a:lvl1pPr>
            <a:lvl2pPr marL="0" indent="0">
              <a:buFontTx/>
              <a:buNone/>
              <a:defRPr sz="3300" b="1">
                <a:solidFill>
                  <a:schemeClr val="tx2"/>
                </a:solidFill>
                <a:latin typeface="+mj-lt"/>
              </a:defRPr>
            </a:lvl2pPr>
            <a:lvl3pPr marL="0" indent="0">
              <a:buFontTx/>
              <a:buNone/>
              <a:defRPr sz="3300" b="1">
                <a:solidFill>
                  <a:schemeClr val="tx2"/>
                </a:solidFill>
                <a:latin typeface="+mj-lt"/>
              </a:defRPr>
            </a:lvl3pPr>
            <a:lvl4pPr marL="0" indent="0">
              <a:buFontTx/>
              <a:buNone/>
              <a:defRPr sz="3300" b="1">
                <a:solidFill>
                  <a:schemeClr val="tx2"/>
                </a:solidFill>
                <a:latin typeface="+mj-lt"/>
              </a:defRPr>
            </a:lvl4pPr>
            <a:lvl5pPr marL="0" indent="0">
              <a:buFontTx/>
              <a:buNone/>
              <a:defRPr sz="3300" b="1">
                <a:solidFill>
                  <a:schemeClr val="tx2"/>
                </a:solidFill>
                <a:latin typeface="+mj-lt"/>
              </a:defRPr>
            </a:lvl5pPr>
            <a:lvl6pPr marL="0" indent="0">
              <a:buFontTx/>
              <a:buNone/>
              <a:defRPr sz="3300" b="1">
                <a:solidFill>
                  <a:schemeClr val="tx2"/>
                </a:solidFill>
                <a:latin typeface="+mj-lt"/>
              </a:defRPr>
            </a:lvl6pPr>
            <a:lvl7pPr marL="0" indent="0">
              <a:buFontTx/>
              <a:buNone/>
              <a:defRPr sz="3300" b="1">
                <a:solidFill>
                  <a:schemeClr val="tx2"/>
                </a:solidFill>
                <a:latin typeface="+mj-lt"/>
              </a:defRPr>
            </a:lvl7pPr>
            <a:lvl8pPr marL="0" indent="0">
              <a:buFontTx/>
              <a:buNone/>
              <a:defRPr sz="3300" b="1">
                <a:solidFill>
                  <a:schemeClr val="tx2"/>
                </a:solidFill>
                <a:latin typeface="+mj-lt"/>
              </a:defRPr>
            </a:lvl8pPr>
            <a:lvl9pPr marL="0" indent="0">
              <a:buFontTx/>
              <a:buNone/>
              <a:defRPr sz="3300" b="1">
                <a:solidFill>
                  <a:schemeClr val="tx2"/>
                </a:solidFill>
                <a:latin typeface="+mj-lt"/>
              </a:defRPr>
            </a:lvl9pPr>
          </a:lstStyle>
          <a:p>
            <a:pPr lvl="0"/>
            <a:r>
              <a:rPr lang="en-US"/>
              <a:t>00</a:t>
            </a:r>
          </a:p>
        </p:txBody>
      </p:sp>
      <p:sp>
        <p:nvSpPr>
          <p:cNvPr id="27" name="Textplatzhalter 8">
            <a:extLst>
              <a:ext uri="{FF2B5EF4-FFF2-40B4-BE49-F238E27FC236}">
                <a16:creationId xmlns:a16="http://schemas.microsoft.com/office/drawing/2014/main" id="{208F9C79-09A7-4EEA-9FFB-C9B3089CC82C}"/>
              </a:ext>
            </a:extLst>
          </p:cNvPr>
          <p:cNvSpPr>
            <a:spLocks noGrp="1"/>
          </p:cNvSpPr>
          <p:nvPr>
            <p:ph type="body" sz="quarter" idx="31" hasCustomPrompt="1"/>
          </p:nvPr>
        </p:nvSpPr>
        <p:spPr bwMode="white">
          <a:xfrm>
            <a:off x="359532" y="2734556"/>
            <a:ext cx="594000" cy="405000"/>
          </a:xfrm>
          <a:solidFill>
            <a:schemeClr val="bg2"/>
          </a:solidFill>
          <a:effectLst/>
        </p:spPr>
        <p:txBody>
          <a:bodyPr wrap="none" rIns="0" bIns="72000" anchor="ctr" anchorCtr="0"/>
          <a:lstStyle>
            <a:lvl1pPr marL="0" indent="0" algn="l">
              <a:buFontTx/>
              <a:buNone/>
              <a:defRPr sz="3300" b="1">
                <a:solidFill>
                  <a:schemeClr val="tx2"/>
                </a:solidFill>
                <a:latin typeface="+mj-lt"/>
              </a:defRPr>
            </a:lvl1pPr>
            <a:lvl2pPr marL="0" indent="0">
              <a:buFontTx/>
              <a:buNone/>
              <a:defRPr sz="3300" b="1">
                <a:solidFill>
                  <a:schemeClr val="tx2"/>
                </a:solidFill>
                <a:latin typeface="+mj-lt"/>
              </a:defRPr>
            </a:lvl2pPr>
            <a:lvl3pPr marL="0" indent="0">
              <a:buFontTx/>
              <a:buNone/>
              <a:defRPr sz="3300" b="1">
                <a:solidFill>
                  <a:schemeClr val="tx2"/>
                </a:solidFill>
                <a:latin typeface="+mj-lt"/>
              </a:defRPr>
            </a:lvl3pPr>
            <a:lvl4pPr marL="0" indent="0">
              <a:buFontTx/>
              <a:buNone/>
              <a:defRPr sz="3300" b="1">
                <a:solidFill>
                  <a:schemeClr val="tx2"/>
                </a:solidFill>
                <a:latin typeface="+mj-lt"/>
              </a:defRPr>
            </a:lvl4pPr>
            <a:lvl5pPr marL="0" indent="0">
              <a:buFontTx/>
              <a:buNone/>
              <a:defRPr sz="3300" b="1">
                <a:solidFill>
                  <a:schemeClr val="tx2"/>
                </a:solidFill>
                <a:latin typeface="+mj-lt"/>
              </a:defRPr>
            </a:lvl5pPr>
            <a:lvl6pPr marL="0" indent="0">
              <a:buFontTx/>
              <a:buNone/>
              <a:defRPr sz="3300" b="1">
                <a:solidFill>
                  <a:schemeClr val="tx2"/>
                </a:solidFill>
                <a:latin typeface="+mj-lt"/>
              </a:defRPr>
            </a:lvl6pPr>
            <a:lvl7pPr marL="0" indent="0">
              <a:buFontTx/>
              <a:buNone/>
              <a:defRPr sz="3300" b="1">
                <a:solidFill>
                  <a:schemeClr val="tx2"/>
                </a:solidFill>
                <a:latin typeface="+mj-lt"/>
              </a:defRPr>
            </a:lvl7pPr>
            <a:lvl8pPr marL="0" indent="0">
              <a:buFontTx/>
              <a:buNone/>
              <a:defRPr sz="3300" b="1">
                <a:solidFill>
                  <a:schemeClr val="tx2"/>
                </a:solidFill>
                <a:latin typeface="+mj-lt"/>
              </a:defRPr>
            </a:lvl8pPr>
            <a:lvl9pPr marL="0" indent="0">
              <a:buFontTx/>
              <a:buNone/>
              <a:defRPr sz="3300" b="1">
                <a:solidFill>
                  <a:schemeClr val="tx2"/>
                </a:solidFill>
                <a:latin typeface="+mj-lt"/>
              </a:defRPr>
            </a:lvl9pPr>
          </a:lstStyle>
          <a:p>
            <a:pPr lvl="0"/>
            <a:r>
              <a:rPr lang="en-US"/>
              <a:t>00</a:t>
            </a:r>
          </a:p>
        </p:txBody>
      </p:sp>
      <p:sp>
        <p:nvSpPr>
          <p:cNvPr id="28" name="Textplatzhalter 8">
            <a:extLst>
              <a:ext uri="{FF2B5EF4-FFF2-40B4-BE49-F238E27FC236}">
                <a16:creationId xmlns:a16="http://schemas.microsoft.com/office/drawing/2014/main" id="{07B81727-F8CD-3444-26FB-0954D4A41441}"/>
              </a:ext>
            </a:extLst>
          </p:cNvPr>
          <p:cNvSpPr>
            <a:spLocks noGrp="1"/>
          </p:cNvSpPr>
          <p:nvPr>
            <p:ph type="body" sz="quarter" idx="32" hasCustomPrompt="1"/>
          </p:nvPr>
        </p:nvSpPr>
        <p:spPr bwMode="white">
          <a:xfrm>
            <a:off x="359532" y="3571649"/>
            <a:ext cx="594000" cy="405000"/>
          </a:xfrm>
          <a:solidFill>
            <a:schemeClr val="bg2"/>
          </a:solidFill>
          <a:effectLst/>
        </p:spPr>
        <p:txBody>
          <a:bodyPr wrap="none" rIns="0" bIns="72000" anchor="ctr" anchorCtr="0"/>
          <a:lstStyle>
            <a:lvl1pPr marL="0" indent="0" algn="l">
              <a:buFontTx/>
              <a:buNone/>
              <a:defRPr sz="3300" b="1">
                <a:solidFill>
                  <a:schemeClr val="tx2"/>
                </a:solidFill>
                <a:latin typeface="+mj-lt"/>
              </a:defRPr>
            </a:lvl1pPr>
            <a:lvl2pPr marL="0" indent="0">
              <a:buFontTx/>
              <a:buNone/>
              <a:defRPr sz="3300" b="1">
                <a:solidFill>
                  <a:schemeClr val="tx2"/>
                </a:solidFill>
                <a:latin typeface="+mj-lt"/>
              </a:defRPr>
            </a:lvl2pPr>
            <a:lvl3pPr marL="0" indent="0">
              <a:buFontTx/>
              <a:buNone/>
              <a:defRPr sz="3300" b="1">
                <a:solidFill>
                  <a:schemeClr val="tx2"/>
                </a:solidFill>
                <a:latin typeface="+mj-lt"/>
              </a:defRPr>
            </a:lvl3pPr>
            <a:lvl4pPr marL="0" indent="0">
              <a:buFontTx/>
              <a:buNone/>
              <a:defRPr sz="3300" b="1">
                <a:solidFill>
                  <a:schemeClr val="tx2"/>
                </a:solidFill>
                <a:latin typeface="+mj-lt"/>
              </a:defRPr>
            </a:lvl4pPr>
            <a:lvl5pPr marL="0" indent="0">
              <a:buFontTx/>
              <a:buNone/>
              <a:defRPr sz="3300" b="1">
                <a:solidFill>
                  <a:schemeClr val="tx2"/>
                </a:solidFill>
                <a:latin typeface="+mj-lt"/>
              </a:defRPr>
            </a:lvl5pPr>
            <a:lvl6pPr marL="0" indent="0">
              <a:buFontTx/>
              <a:buNone/>
              <a:defRPr sz="3300" b="1">
                <a:solidFill>
                  <a:schemeClr val="tx2"/>
                </a:solidFill>
                <a:latin typeface="+mj-lt"/>
              </a:defRPr>
            </a:lvl6pPr>
            <a:lvl7pPr marL="0" indent="0">
              <a:buFontTx/>
              <a:buNone/>
              <a:defRPr sz="3300" b="1">
                <a:solidFill>
                  <a:schemeClr val="tx2"/>
                </a:solidFill>
                <a:latin typeface="+mj-lt"/>
              </a:defRPr>
            </a:lvl7pPr>
            <a:lvl8pPr marL="0" indent="0">
              <a:buFontTx/>
              <a:buNone/>
              <a:defRPr sz="3300" b="1">
                <a:solidFill>
                  <a:schemeClr val="tx2"/>
                </a:solidFill>
                <a:latin typeface="+mj-lt"/>
              </a:defRPr>
            </a:lvl8pPr>
            <a:lvl9pPr marL="0" indent="0">
              <a:buFontTx/>
              <a:buNone/>
              <a:defRPr sz="3300" b="1">
                <a:solidFill>
                  <a:schemeClr val="tx2"/>
                </a:solidFill>
                <a:latin typeface="+mj-lt"/>
              </a:defRPr>
            </a:lvl9pPr>
          </a:lstStyle>
          <a:p>
            <a:pPr lvl="0"/>
            <a:r>
              <a:rPr lang="en-US"/>
              <a:t>00</a:t>
            </a:r>
          </a:p>
        </p:txBody>
      </p:sp>
      <p:sp>
        <p:nvSpPr>
          <p:cNvPr id="30" name="Textplatzhalter 8">
            <a:extLst>
              <a:ext uri="{FF2B5EF4-FFF2-40B4-BE49-F238E27FC236}">
                <a16:creationId xmlns:a16="http://schemas.microsoft.com/office/drawing/2014/main" id="{176E8A7C-F934-3053-3346-B9C0DDCB28B0}"/>
              </a:ext>
            </a:extLst>
          </p:cNvPr>
          <p:cNvSpPr>
            <a:spLocks noGrp="1"/>
          </p:cNvSpPr>
          <p:nvPr>
            <p:ph type="body" sz="quarter" idx="34" hasCustomPrompt="1"/>
          </p:nvPr>
        </p:nvSpPr>
        <p:spPr bwMode="white">
          <a:xfrm>
            <a:off x="4689476" y="1059582"/>
            <a:ext cx="594000" cy="405000"/>
          </a:xfrm>
          <a:solidFill>
            <a:schemeClr val="bg2"/>
          </a:solidFill>
          <a:effectLst/>
        </p:spPr>
        <p:txBody>
          <a:bodyPr wrap="none" rIns="0" bIns="72000" anchor="ctr" anchorCtr="0"/>
          <a:lstStyle>
            <a:lvl1pPr marL="0" indent="0" algn="l">
              <a:buFontTx/>
              <a:buNone/>
              <a:defRPr sz="3300" b="1">
                <a:solidFill>
                  <a:schemeClr val="tx2"/>
                </a:solidFill>
                <a:latin typeface="+mj-lt"/>
              </a:defRPr>
            </a:lvl1pPr>
            <a:lvl2pPr marL="0" indent="0">
              <a:buFontTx/>
              <a:buNone/>
              <a:defRPr sz="3300" b="1">
                <a:solidFill>
                  <a:schemeClr val="tx2"/>
                </a:solidFill>
                <a:latin typeface="+mj-lt"/>
              </a:defRPr>
            </a:lvl2pPr>
            <a:lvl3pPr marL="0" indent="0">
              <a:buFontTx/>
              <a:buNone/>
              <a:defRPr sz="3300" b="1">
                <a:solidFill>
                  <a:schemeClr val="tx2"/>
                </a:solidFill>
                <a:latin typeface="+mj-lt"/>
              </a:defRPr>
            </a:lvl3pPr>
            <a:lvl4pPr marL="0" indent="0">
              <a:buFontTx/>
              <a:buNone/>
              <a:defRPr sz="3300" b="1">
                <a:solidFill>
                  <a:schemeClr val="tx2"/>
                </a:solidFill>
                <a:latin typeface="+mj-lt"/>
              </a:defRPr>
            </a:lvl4pPr>
            <a:lvl5pPr marL="0" indent="0">
              <a:buFontTx/>
              <a:buNone/>
              <a:defRPr sz="3300" b="1">
                <a:solidFill>
                  <a:schemeClr val="tx2"/>
                </a:solidFill>
                <a:latin typeface="+mj-lt"/>
              </a:defRPr>
            </a:lvl5pPr>
            <a:lvl6pPr marL="0" indent="0">
              <a:buFontTx/>
              <a:buNone/>
              <a:defRPr sz="3300" b="1">
                <a:solidFill>
                  <a:schemeClr val="tx2"/>
                </a:solidFill>
                <a:latin typeface="+mj-lt"/>
              </a:defRPr>
            </a:lvl6pPr>
            <a:lvl7pPr marL="0" indent="0">
              <a:buFontTx/>
              <a:buNone/>
              <a:defRPr sz="3300" b="1">
                <a:solidFill>
                  <a:schemeClr val="tx2"/>
                </a:solidFill>
                <a:latin typeface="+mj-lt"/>
              </a:defRPr>
            </a:lvl7pPr>
            <a:lvl8pPr marL="0" indent="0">
              <a:buFontTx/>
              <a:buNone/>
              <a:defRPr sz="3300" b="1">
                <a:solidFill>
                  <a:schemeClr val="tx2"/>
                </a:solidFill>
                <a:latin typeface="+mj-lt"/>
              </a:defRPr>
            </a:lvl8pPr>
            <a:lvl9pPr marL="0" indent="0">
              <a:buFontTx/>
              <a:buNone/>
              <a:defRPr sz="3300" b="1">
                <a:solidFill>
                  <a:schemeClr val="tx2"/>
                </a:solidFill>
                <a:latin typeface="+mj-lt"/>
              </a:defRPr>
            </a:lvl9pPr>
          </a:lstStyle>
          <a:p>
            <a:pPr lvl="0"/>
            <a:r>
              <a:rPr lang="en-US"/>
              <a:t>00</a:t>
            </a:r>
          </a:p>
        </p:txBody>
      </p:sp>
      <p:sp>
        <p:nvSpPr>
          <p:cNvPr id="34" name="Textplatzhalter 8">
            <a:extLst>
              <a:ext uri="{FF2B5EF4-FFF2-40B4-BE49-F238E27FC236}">
                <a16:creationId xmlns:a16="http://schemas.microsoft.com/office/drawing/2014/main" id="{6F35D68B-9EA2-1F5E-DBD3-B9F93C1D90B9}"/>
              </a:ext>
            </a:extLst>
          </p:cNvPr>
          <p:cNvSpPr>
            <a:spLocks noGrp="1"/>
          </p:cNvSpPr>
          <p:nvPr>
            <p:ph type="body" sz="quarter" idx="38" hasCustomPrompt="1"/>
          </p:nvPr>
        </p:nvSpPr>
        <p:spPr bwMode="white">
          <a:xfrm>
            <a:off x="4689398" y="1897463"/>
            <a:ext cx="594000" cy="405000"/>
          </a:xfrm>
          <a:solidFill>
            <a:schemeClr val="bg2"/>
          </a:solidFill>
          <a:effectLst/>
        </p:spPr>
        <p:txBody>
          <a:bodyPr wrap="none" rIns="0" bIns="72000" anchor="ctr" anchorCtr="0"/>
          <a:lstStyle>
            <a:lvl1pPr marL="0" indent="0" algn="l">
              <a:buFontTx/>
              <a:buNone/>
              <a:defRPr sz="3300" b="1">
                <a:solidFill>
                  <a:schemeClr val="tx2"/>
                </a:solidFill>
                <a:latin typeface="+mj-lt"/>
              </a:defRPr>
            </a:lvl1pPr>
            <a:lvl2pPr marL="0" indent="0">
              <a:buFontTx/>
              <a:buNone/>
              <a:defRPr sz="3300" b="1">
                <a:solidFill>
                  <a:schemeClr val="tx2"/>
                </a:solidFill>
                <a:latin typeface="+mj-lt"/>
              </a:defRPr>
            </a:lvl2pPr>
            <a:lvl3pPr marL="0" indent="0">
              <a:buFontTx/>
              <a:buNone/>
              <a:defRPr sz="3300" b="1">
                <a:solidFill>
                  <a:schemeClr val="tx2"/>
                </a:solidFill>
                <a:latin typeface="+mj-lt"/>
              </a:defRPr>
            </a:lvl3pPr>
            <a:lvl4pPr marL="0" indent="0">
              <a:buFontTx/>
              <a:buNone/>
              <a:defRPr sz="3300" b="1">
                <a:solidFill>
                  <a:schemeClr val="tx2"/>
                </a:solidFill>
                <a:latin typeface="+mj-lt"/>
              </a:defRPr>
            </a:lvl4pPr>
            <a:lvl5pPr marL="0" indent="0">
              <a:buFontTx/>
              <a:buNone/>
              <a:defRPr sz="3300" b="1">
                <a:solidFill>
                  <a:schemeClr val="tx2"/>
                </a:solidFill>
                <a:latin typeface="+mj-lt"/>
              </a:defRPr>
            </a:lvl5pPr>
            <a:lvl6pPr marL="0" indent="0">
              <a:buFontTx/>
              <a:buNone/>
              <a:defRPr sz="3300" b="1">
                <a:solidFill>
                  <a:schemeClr val="tx2"/>
                </a:solidFill>
                <a:latin typeface="+mj-lt"/>
              </a:defRPr>
            </a:lvl6pPr>
            <a:lvl7pPr marL="0" indent="0">
              <a:buFontTx/>
              <a:buNone/>
              <a:defRPr sz="3300" b="1">
                <a:solidFill>
                  <a:schemeClr val="tx2"/>
                </a:solidFill>
                <a:latin typeface="+mj-lt"/>
              </a:defRPr>
            </a:lvl7pPr>
            <a:lvl8pPr marL="0" indent="0">
              <a:buFontTx/>
              <a:buNone/>
              <a:defRPr sz="3300" b="1">
                <a:solidFill>
                  <a:schemeClr val="tx2"/>
                </a:solidFill>
                <a:latin typeface="+mj-lt"/>
              </a:defRPr>
            </a:lvl8pPr>
            <a:lvl9pPr marL="0" indent="0">
              <a:buFontTx/>
              <a:buNone/>
              <a:defRPr sz="3300" b="1">
                <a:solidFill>
                  <a:schemeClr val="tx2"/>
                </a:solidFill>
                <a:latin typeface="+mj-lt"/>
              </a:defRPr>
            </a:lvl9pPr>
          </a:lstStyle>
          <a:p>
            <a:pPr lvl="0"/>
            <a:r>
              <a:rPr lang="en-US"/>
              <a:t>00</a:t>
            </a:r>
          </a:p>
        </p:txBody>
      </p:sp>
      <p:sp>
        <p:nvSpPr>
          <p:cNvPr id="35" name="Textplatzhalter 8">
            <a:extLst>
              <a:ext uri="{FF2B5EF4-FFF2-40B4-BE49-F238E27FC236}">
                <a16:creationId xmlns:a16="http://schemas.microsoft.com/office/drawing/2014/main" id="{C0AE24B1-32EB-BCA7-7B48-261B6399A0A5}"/>
              </a:ext>
            </a:extLst>
          </p:cNvPr>
          <p:cNvSpPr>
            <a:spLocks noGrp="1"/>
          </p:cNvSpPr>
          <p:nvPr>
            <p:ph type="body" sz="quarter" idx="39" hasCustomPrompt="1"/>
          </p:nvPr>
        </p:nvSpPr>
        <p:spPr bwMode="white">
          <a:xfrm>
            <a:off x="4689320" y="2734556"/>
            <a:ext cx="594000" cy="405000"/>
          </a:xfrm>
          <a:solidFill>
            <a:schemeClr val="bg2"/>
          </a:solidFill>
          <a:effectLst/>
        </p:spPr>
        <p:txBody>
          <a:bodyPr wrap="none" rIns="0" bIns="72000" anchor="ctr" anchorCtr="0"/>
          <a:lstStyle>
            <a:lvl1pPr marL="0" indent="0" algn="l">
              <a:buFontTx/>
              <a:buNone/>
              <a:defRPr sz="3300" b="1">
                <a:solidFill>
                  <a:schemeClr val="tx2"/>
                </a:solidFill>
                <a:latin typeface="+mj-lt"/>
              </a:defRPr>
            </a:lvl1pPr>
            <a:lvl2pPr marL="0" indent="0">
              <a:buFontTx/>
              <a:buNone/>
              <a:defRPr sz="3300" b="1">
                <a:solidFill>
                  <a:schemeClr val="tx2"/>
                </a:solidFill>
                <a:latin typeface="+mj-lt"/>
              </a:defRPr>
            </a:lvl2pPr>
            <a:lvl3pPr marL="0" indent="0">
              <a:buFontTx/>
              <a:buNone/>
              <a:defRPr sz="3300" b="1">
                <a:solidFill>
                  <a:schemeClr val="tx2"/>
                </a:solidFill>
                <a:latin typeface="+mj-lt"/>
              </a:defRPr>
            </a:lvl3pPr>
            <a:lvl4pPr marL="0" indent="0">
              <a:buFontTx/>
              <a:buNone/>
              <a:defRPr sz="3300" b="1">
                <a:solidFill>
                  <a:schemeClr val="tx2"/>
                </a:solidFill>
                <a:latin typeface="+mj-lt"/>
              </a:defRPr>
            </a:lvl4pPr>
            <a:lvl5pPr marL="0" indent="0">
              <a:buFontTx/>
              <a:buNone/>
              <a:defRPr sz="3300" b="1">
                <a:solidFill>
                  <a:schemeClr val="tx2"/>
                </a:solidFill>
                <a:latin typeface="+mj-lt"/>
              </a:defRPr>
            </a:lvl5pPr>
            <a:lvl6pPr marL="0" indent="0">
              <a:buFontTx/>
              <a:buNone/>
              <a:defRPr sz="3300" b="1">
                <a:solidFill>
                  <a:schemeClr val="tx2"/>
                </a:solidFill>
                <a:latin typeface="+mj-lt"/>
              </a:defRPr>
            </a:lvl6pPr>
            <a:lvl7pPr marL="0" indent="0">
              <a:buFontTx/>
              <a:buNone/>
              <a:defRPr sz="3300" b="1">
                <a:solidFill>
                  <a:schemeClr val="tx2"/>
                </a:solidFill>
                <a:latin typeface="+mj-lt"/>
              </a:defRPr>
            </a:lvl7pPr>
            <a:lvl8pPr marL="0" indent="0">
              <a:buFontTx/>
              <a:buNone/>
              <a:defRPr sz="3300" b="1">
                <a:solidFill>
                  <a:schemeClr val="tx2"/>
                </a:solidFill>
                <a:latin typeface="+mj-lt"/>
              </a:defRPr>
            </a:lvl8pPr>
            <a:lvl9pPr marL="0" indent="0">
              <a:buFontTx/>
              <a:buNone/>
              <a:defRPr sz="3300" b="1">
                <a:solidFill>
                  <a:schemeClr val="tx2"/>
                </a:solidFill>
                <a:latin typeface="+mj-lt"/>
              </a:defRPr>
            </a:lvl9pPr>
          </a:lstStyle>
          <a:p>
            <a:pPr lvl="0"/>
            <a:r>
              <a:rPr lang="en-US"/>
              <a:t>00</a:t>
            </a:r>
          </a:p>
        </p:txBody>
      </p:sp>
      <p:sp>
        <p:nvSpPr>
          <p:cNvPr id="36" name="Textplatzhalter 8">
            <a:extLst>
              <a:ext uri="{FF2B5EF4-FFF2-40B4-BE49-F238E27FC236}">
                <a16:creationId xmlns:a16="http://schemas.microsoft.com/office/drawing/2014/main" id="{A942C4DD-370F-53DC-9980-04DA927CBB92}"/>
              </a:ext>
            </a:extLst>
          </p:cNvPr>
          <p:cNvSpPr>
            <a:spLocks noGrp="1"/>
          </p:cNvSpPr>
          <p:nvPr>
            <p:ph type="body" sz="quarter" idx="40" hasCustomPrompt="1"/>
          </p:nvPr>
        </p:nvSpPr>
        <p:spPr bwMode="white">
          <a:xfrm>
            <a:off x="4689320" y="3571649"/>
            <a:ext cx="594000" cy="405000"/>
          </a:xfrm>
          <a:solidFill>
            <a:schemeClr val="bg2"/>
          </a:solidFill>
          <a:effectLst/>
        </p:spPr>
        <p:txBody>
          <a:bodyPr wrap="none" rIns="0" bIns="72000" anchor="ctr" anchorCtr="0"/>
          <a:lstStyle>
            <a:lvl1pPr marL="0" indent="0" algn="l">
              <a:buFontTx/>
              <a:buNone/>
              <a:defRPr sz="3300" b="1">
                <a:solidFill>
                  <a:schemeClr val="tx2"/>
                </a:solidFill>
                <a:latin typeface="+mj-lt"/>
              </a:defRPr>
            </a:lvl1pPr>
            <a:lvl2pPr marL="0" indent="0">
              <a:buFontTx/>
              <a:buNone/>
              <a:defRPr sz="3300" b="1">
                <a:solidFill>
                  <a:schemeClr val="tx2"/>
                </a:solidFill>
                <a:latin typeface="+mj-lt"/>
              </a:defRPr>
            </a:lvl2pPr>
            <a:lvl3pPr marL="0" indent="0">
              <a:buFontTx/>
              <a:buNone/>
              <a:defRPr sz="3300" b="1">
                <a:solidFill>
                  <a:schemeClr val="tx2"/>
                </a:solidFill>
                <a:latin typeface="+mj-lt"/>
              </a:defRPr>
            </a:lvl3pPr>
            <a:lvl4pPr marL="0" indent="0">
              <a:buFontTx/>
              <a:buNone/>
              <a:defRPr sz="3300" b="1">
                <a:solidFill>
                  <a:schemeClr val="tx2"/>
                </a:solidFill>
                <a:latin typeface="+mj-lt"/>
              </a:defRPr>
            </a:lvl4pPr>
            <a:lvl5pPr marL="0" indent="0">
              <a:buFontTx/>
              <a:buNone/>
              <a:defRPr sz="3300" b="1">
                <a:solidFill>
                  <a:schemeClr val="tx2"/>
                </a:solidFill>
                <a:latin typeface="+mj-lt"/>
              </a:defRPr>
            </a:lvl5pPr>
            <a:lvl6pPr marL="0" indent="0">
              <a:buFontTx/>
              <a:buNone/>
              <a:defRPr sz="3300" b="1">
                <a:solidFill>
                  <a:schemeClr val="tx2"/>
                </a:solidFill>
                <a:latin typeface="+mj-lt"/>
              </a:defRPr>
            </a:lvl6pPr>
            <a:lvl7pPr marL="0" indent="0">
              <a:buFontTx/>
              <a:buNone/>
              <a:defRPr sz="3300" b="1">
                <a:solidFill>
                  <a:schemeClr val="tx2"/>
                </a:solidFill>
                <a:latin typeface="+mj-lt"/>
              </a:defRPr>
            </a:lvl7pPr>
            <a:lvl8pPr marL="0" indent="0">
              <a:buFontTx/>
              <a:buNone/>
              <a:defRPr sz="3300" b="1">
                <a:solidFill>
                  <a:schemeClr val="tx2"/>
                </a:solidFill>
                <a:latin typeface="+mj-lt"/>
              </a:defRPr>
            </a:lvl8pPr>
            <a:lvl9pPr marL="0" indent="0">
              <a:buFontTx/>
              <a:buNone/>
              <a:defRPr sz="3300" b="1">
                <a:solidFill>
                  <a:schemeClr val="tx2"/>
                </a:solidFill>
                <a:latin typeface="+mj-lt"/>
              </a:defRPr>
            </a:lvl9pPr>
          </a:lstStyle>
          <a:p>
            <a:pPr lvl="0"/>
            <a:r>
              <a:rPr lang="en-US"/>
              <a:t>00</a:t>
            </a:r>
          </a:p>
        </p:txBody>
      </p:sp>
      <p:sp>
        <p:nvSpPr>
          <p:cNvPr id="2" name="Textplatzhalter 8">
            <a:extLst>
              <a:ext uri="{FF2B5EF4-FFF2-40B4-BE49-F238E27FC236}">
                <a16:creationId xmlns:a16="http://schemas.microsoft.com/office/drawing/2014/main" id="{FE96CCAE-DEB1-05B2-23F4-80296F42DC33}"/>
              </a:ext>
            </a:extLst>
          </p:cNvPr>
          <p:cNvSpPr>
            <a:spLocks noGrp="1"/>
          </p:cNvSpPr>
          <p:nvPr>
            <p:ph type="body" sz="quarter" idx="41" hasCustomPrompt="1"/>
          </p:nvPr>
        </p:nvSpPr>
        <p:spPr bwMode="gray">
          <a:xfrm>
            <a:off x="1114286" y="1896986"/>
            <a:ext cx="3348000" cy="648000"/>
          </a:xfrm>
        </p:spPr>
        <p:txBody>
          <a:bodyPr/>
          <a:lstStyle>
            <a:lvl1pPr marL="0" indent="0">
              <a:spcAft>
                <a:spcPts val="0"/>
              </a:spcAft>
              <a:buFontTx/>
              <a:buNone/>
              <a:defRPr sz="1200" b="1">
                <a:solidFill>
                  <a:schemeClr val="bg1"/>
                </a:solidFill>
              </a:defRPr>
            </a:lvl1pPr>
            <a:lvl2pPr marL="0" indent="0">
              <a:spcAft>
                <a:spcPts val="0"/>
              </a:spcAft>
              <a:buFontTx/>
              <a:buNone/>
              <a:defRPr sz="1200">
                <a:solidFill>
                  <a:schemeClr val="bg1"/>
                </a:solidFill>
              </a:defRPr>
            </a:lvl2pPr>
            <a:lvl3pPr marL="0" indent="0">
              <a:spcAft>
                <a:spcPts val="0"/>
              </a:spcAft>
              <a:buFontTx/>
              <a:buNone/>
              <a:defRPr sz="1200">
                <a:solidFill>
                  <a:schemeClr val="bg1"/>
                </a:solidFill>
              </a:defRPr>
            </a:lvl3pPr>
            <a:lvl4pPr marL="0" indent="0">
              <a:spcAft>
                <a:spcPts val="0"/>
              </a:spcAft>
              <a:buFontTx/>
              <a:buNone/>
              <a:defRPr sz="1200">
                <a:solidFill>
                  <a:schemeClr val="bg1"/>
                </a:solidFill>
              </a:defRPr>
            </a:lvl4pPr>
            <a:lvl5pPr marL="0" indent="0">
              <a:spcAft>
                <a:spcPts val="0"/>
              </a:spcAft>
              <a:buFontTx/>
              <a:buNone/>
              <a:defRPr sz="1200">
                <a:solidFill>
                  <a:schemeClr val="bg1"/>
                </a:solidFill>
              </a:defRPr>
            </a:lvl5pPr>
            <a:lvl6pPr marL="0" indent="0">
              <a:spcAft>
                <a:spcPts val="0"/>
              </a:spcAft>
              <a:buFontTx/>
              <a:buNone/>
              <a:defRPr sz="1200">
                <a:solidFill>
                  <a:schemeClr val="bg1"/>
                </a:solidFill>
              </a:defRPr>
            </a:lvl6pPr>
            <a:lvl7pPr marL="0" indent="0">
              <a:spcAft>
                <a:spcPts val="0"/>
              </a:spcAft>
              <a:buFontTx/>
              <a:buNone/>
              <a:defRPr sz="1200">
                <a:solidFill>
                  <a:schemeClr val="bg1"/>
                </a:solidFill>
              </a:defRPr>
            </a:lvl7pPr>
            <a:lvl8pPr marL="0" indent="0">
              <a:spcAft>
                <a:spcPts val="0"/>
              </a:spcAft>
              <a:buFontTx/>
              <a:buNone/>
              <a:defRPr sz="1200">
                <a:solidFill>
                  <a:schemeClr val="bg1"/>
                </a:solidFill>
              </a:defRPr>
            </a:lvl8pPr>
            <a:lvl9pPr marL="0" indent="0">
              <a:spcAft>
                <a:spcPts val="0"/>
              </a:spcAft>
              <a:buFontTx/>
              <a:buNone/>
              <a:defRPr sz="1200">
                <a:solidFill>
                  <a:schemeClr val="bg1"/>
                </a:solidFill>
              </a:defRPr>
            </a:lvl9pPr>
          </a:lstStyle>
          <a:p>
            <a:pPr lvl="0"/>
            <a:r>
              <a:rPr lang="en-US"/>
              <a:t>First level</a:t>
            </a:r>
          </a:p>
          <a:p>
            <a:pPr lvl="1"/>
            <a:r>
              <a:rPr lang="en-US"/>
              <a:t>Second level</a:t>
            </a:r>
          </a:p>
        </p:txBody>
      </p:sp>
      <p:sp>
        <p:nvSpPr>
          <p:cNvPr id="3" name="Textplatzhalter 8">
            <a:extLst>
              <a:ext uri="{FF2B5EF4-FFF2-40B4-BE49-F238E27FC236}">
                <a16:creationId xmlns:a16="http://schemas.microsoft.com/office/drawing/2014/main" id="{A507323D-32FF-D21E-0B11-BE50DD3C09B2}"/>
              </a:ext>
            </a:extLst>
          </p:cNvPr>
          <p:cNvSpPr>
            <a:spLocks noGrp="1"/>
          </p:cNvSpPr>
          <p:nvPr>
            <p:ph type="body" sz="quarter" idx="42" hasCustomPrompt="1"/>
          </p:nvPr>
        </p:nvSpPr>
        <p:spPr bwMode="gray">
          <a:xfrm>
            <a:off x="1114286" y="2733959"/>
            <a:ext cx="3348000" cy="648000"/>
          </a:xfrm>
        </p:spPr>
        <p:txBody>
          <a:bodyPr/>
          <a:lstStyle>
            <a:lvl1pPr marL="0" indent="0">
              <a:spcAft>
                <a:spcPts val="0"/>
              </a:spcAft>
              <a:buFontTx/>
              <a:buNone/>
              <a:defRPr sz="1200" b="1">
                <a:solidFill>
                  <a:schemeClr val="bg1"/>
                </a:solidFill>
              </a:defRPr>
            </a:lvl1pPr>
            <a:lvl2pPr marL="0" indent="0">
              <a:spcAft>
                <a:spcPts val="0"/>
              </a:spcAft>
              <a:buFontTx/>
              <a:buNone/>
              <a:defRPr sz="1200">
                <a:solidFill>
                  <a:schemeClr val="bg1"/>
                </a:solidFill>
              </a:defRPr>
            </a:lvl2pPr>
            <a:lvl3pPr marL="0" indent="0">
              <a:spcAft>
                <a:spcPts val="0"/>
              </a:spcAft>
              <a:buFontTx/>
              <a:buNone/>
              <a:defRPr sz="1200">
                <a:solidFill>
                  <a:schemeClr val="bg1"/>
                </a:solidFill>
              </a:defRPr>
            </a:lvl3pPr>
            <a:lvl4pPr marL="0" indent="0">
              <a:spcAft>
                <a:spcPts val="0"/>
              </a:spcAft>
              <a:buFontTx/>
              <a:buNone/>
              <a:defRPr sz="1200">
                <a:solidFill>
                  <a:schemeClr val="bg1"/>
                </a:solidFill>
              </a:defRPr>
            </a:lvl4pPr>
            <a:lvl5pPr marL="0" indent="0">
              <a:spcAft>
                <a:spcPts val="0"/>
              </a:spcAft>
              <a:buFontTx/>
              <a:buNone/>
              <a:defRPr sz="1200">
                <a:solidFill>
                  <a:schemeClr val="bg1"/>
                </a:solidFill>
              </a:defRPr>
            </a:lvl5pPr>
            <a:lvl6pPr marL="0" indent="0">
              <a:spcAft>
                <a:spcPts val="0"/>
              </a:spcAft>
              <a:buFontTx/>
              <a:buNone/>
              <a:defRPr sz="1200">
                <a:solidFill>
                  <a:schemeClr val="bg1"/>
                </a:solidFill>
              </a:defRPr>
            </a:lvl6pPr>
            <a:lvl7pPr marL="0" indent="0">
              <a:spcAft>
                <a:spcPts val="0"/>
              </a:spcAft>
              <a:buFontTx/>
              <a:buNone/>
              <a:defRPr sz="1200">
                <a:solidFill>
                  <a:schemeClr val="bg1"/>
                </a:solidFill>
              </a:defRPr>
            </a:lvl7pPr>
            <a:lvl8pPr marL="0" indent="0">
              <a:spcAft>
                <a:spcPts val="0"/>
              </a:spcAft>
              <a:buFontTx/>
              <a:buNone/>
              <a:defRPr sz="1200">
                <a:solidFill>
                  <a:schemeClr val="bg1"/>
                </a:solidFill>
              </a:defRPr>
            </a:lvl8pPr>
            <a:lvl9pPr marL="0" indent="0">
              <a:spcAft>
                <a:spcPts val="0"/>
              </a:spcAft>
              <a:buFontTx/>
              <a:buNone/>
              <a:defRPr sz="1200">
                <a:solidFill>
                  <a:schemeClr val="bg1"/>
                </a:solidFill>
              </a:defRPr>
            </a:lvl9pPr>
          </a:lstStyle>
          <a:p>
            <a:pPr lvl="0"/>
            <a:r>
              <a:rPr lang="en-US"/>
              <a:t>First level</a:t>
            </a:r>
          </a:p>
          <a:p>
            <a:pPr lvl="1"/>
            <a:r>
              <a:rPr lang="en-US"/>
              <a:t>Second level</a:t>
            </a:r>
          </a:p>
        </p:txBody>
      </p:sp>
      <p:sp>
        <p:nvSpPr>
          <p:cNvPr id="8" name="Textplatzhalter 8">
            <a:extLst>
              <a:ext uri="{FF2B5EF4-FFF2-40B4-BE49-F238E27FC236}">
                <a16:creationId xmlns:a16="http://schemas.microsoft.com/office/drawing/2014/main" id="{7E31A785-5524-76BF-9060-B6AA5B0F30E7}"/>
              </a:ext>
            </a:extLst>
          </p:cNvPr>
          <p:cNvSpPr>
            <a:spLocks noGrp="1"/>
          </p:cNvSpPr>
          <p:nvPr>
            <p:ph type="body" sz="quarter" idx="43" hasCustomPrompt="1"/>
          </p:nvPr>
        </p:nvSpPr>
        <p:spPr bwMode="gray">
          <a:xfrm>
            <a:off x="1114286" y="3570933"/>
            <a:ext cx="3348000" cy="648000"/>
          </a:xfrm>
        </p:spPr>
        <p:txBody>
          <a:bodyPr/>
          <a:lstStyle>
            <a:lvl1pPr marL="0" indent="0">
              <a:spcAft>
                <a:spcPts val="0"/>
              </a:spcAft>
              <a:buFontTx/>
              <a:buNone/>
              <a:defRPr sz="1200" b="1">
                <a:solidFill>
                  <a:schemeClr val="bg1"/>
                </a:solidFill>
              </a:defRPr>
            </a:lvl1pPr>
            <a:lvl2pPr marL="0" indent="0">
              <a:spcAft>
                <a:spcPts val="0"/>
              </a:spcAft>
              <a:buFontTx/>
              <a:buNone/>
              <a:defRPr sz="1200">
                <a:solidFill>
                  <a:schemeClr val="bg1"/>
                </a:solidFill>
              </a:defRPr>
            </a:lvl2pPr>
            <a:lvl3pPr marL="0" indent="0">
              <a:spcAft>
                <a:spcPts val="0"/>
              </a:spcAft>
              <a:buFontTx/>
              <a:buNone/>
              <a:defRPr sz="1200">
                <a:solidFill>
                  <a:schemeClr val="bg1"/>
                </a:solidFill>
              </a:defRPr>
            </a:lvl3pPr>
            <a:lvl4pPr marL="0" indent="0">
              <a:spcAft>
                <a:spcPts val="0"/>
              </a:spcAft>
              <a:buFontTx/>
              <a:buNone/>
              <a:defRPr sz="1200">
                <a:solidFill>
                  <a:schemeClr val="bg1"/>
                </a:solidFill>
              </a:defRPr>
            </a:lvl4pPr>
            <a:lvl5pPr marL="0" indent="0">
              <a:spcAft>
                <a:spcPts val="0"/>
              </a:spcAft>
              <a:buFontTx/>
              <a:buNone/>
              <a:defRPr sz="1200">
                <a:solidFill>
                  <a:schemeClr val="bg1"/>
                </a:solidFill>
              </a:defRPr>
            </a:lvl5pPr>
            <a:lvl6pPr marL="0" indent="0">
              <a:spcAft>
                <a:spcPts val="0"/>
              </a:spcAft>
              <a:buFontTx/>
              <a:buNone/>
              <a:defRPr sz="1200">
                <a:solidFill>
                  <a:schemeClr val="bg1"/>
                </a:solidFill>
              </a:defRPr>
            </a:lvl6pPr>
            <a:lvl7pPr marL="0" indent="0">
              <a:spcAft>
                <a:spcPts val="0"/>
              </a:spcAft>
              <a:buFontTx/>
              <a:buNone/>
              <a:defRPr sz="1200">
                <a:solidFill>
                  <a:schemeClr val="bg1"/>
                </a:solidFill>
              </a:defRPr>
            </a:lvl7pPr>
            <a:lvl8pPr marL="0" indent="0">
              <a:spcAft>
                <a:spcPts val="0"/>
              </a:spcAft>
              <a:buFontTx/>
              <a:buNone/>
              <a:defRPr sz="1200">
                <a:solidFill>
                  <a:schemeClr val="bg1"/>
                </a:solidFill>
              </a:defRPr>
            </a:lvl8pPr>
            <a:lvl9pPr marL="0" indent="0">
              <a:spcAft>
                <a:spcPts val="0"/>
              </a:spcAft>
              <a:buFontTx/>
              <a:buNone/>
              <a:defRPr sz="1200">
                <a:solidFill>
                  <a:schemeClr val="bg1"/>
                </a:solidFill>
              </a:defRPr>
            </a:lvl9pPr>
          </a:lstStyle>
          <a:p>
            <a:pPr lvl="0"/>
            <a:r>
              <a:rPr lang="en-US"/>
              <a:t>First level</a:t>
            </a:r>
          </a:p>
          <a:p>
            <a:pPr lvl="1"/>
            <a:r>
              <a:rPr lang="en-US"/>
              <a:t>Second level</a:t>
            </a:r>
          </a:p>
        </p:txBody>
      </p:sp>
      <p:sp>
        <p:nvSpPr>
          <p:cNvPr id="10" name="Textplatzhalter 8">
            <a:extLst>
              <a:ext uri="{FF2B5EF4-FFF2-40B4-BE49-F238E27FC236}">
                <a16:creationId xmlns:a16="http://schemas.microsoft.com/office/drawing/2014/main" id="{EFEA4E51-2FA4-4753-1997-132CFAA3ED77}"/>
              </a:ext>
            </a:extLst>
          </p:cNvPr>
          <p:cNvSpPr>
            <a:spLocks noGrp="1"/>
          </p:cNvSpPr>
          <p:nvPr>
            <p:ph type="body" sz="quarter" idx="44" hasCustomPrompt="1"/>
          </p:nvPr>
        </p:nvSpPr>
        <p:spPr bwMode="gray">
          <a:xfrm>
            <a:off x="5436468" y="1059582"/>
            <a:ext cx="3348000" cy="648000"/>
          </a:xfrm>
        </p:spPr>
        <p:txBody>
          <a:bodyPr/>
          <a:lstStyle>
            <a:lvl1pPr marL="0" indent="0">
              <a:spcAft>
                <a:spcPts val="0"/>
              </a:spcAft>
              <a:buFontTx/>
              <a:buNone/>
              <a:defRPr sz="1200" b="1">
                <a:solidFill>
                  <a:schemeClr val="bg1"/>
                </a:solidFill>
              </a:defRPr>
            </a:lvl1pPr>
            <a:lvl2pPr marL="0" indent="0">
              <a:spcAft>
                <a:spcPts val="0"/>
              </a:spcAft>
              <a:buFontTx/>
              <a:buNone/>
              <a:defRPr sz="1200">
                <a:solidFill>
                  <a:schemeClr val="bg1"/>
                </a:solidFill>
              </a:defRPr>
            </a:lvl2pPr>
            <a:lvl3pPr marL="0" indent="0">
              <a:spcAft>
                <a:spcPts val="0"/>
              </a:spcAft>
              <a:buFontTx/>
              <a:buNone/>
              <a:defRPr sz="1200">
                <a:solidFill>
                  <a:schemeClr val="bg1"/>
                </a:solidFill>
              </a:defRPr>
            </a:lvl3pPr>
            <a:lvl4pPr marL="0" indent="0">
              <a:spcAft>
                <a:spcPts val="0"/>
              </a:spcAft>
              <a:buFontTx/>
              <a:buNone/>
              <a:defRPr sz="1200">
                <a:solidFill>
                  <a:schemeClr val="bg1"/>
                </a:solidFill>
              </a:defRPr>
            </a:lvl4pPr>
            <a:lvl5pPr marL="0" indent="0">
              <a:spcAft>
                <a:spcPts val="0"/>
              </a:spcAft>
              <a:buFontTx/>
              <a:buNone/>
              <a:defRPr sz="1200">
                <a:solidFill>
                  <a:schemeClr val="bg1"/>
                </a:solidFill>
              </a:defRPr>
            </a:lvl5pPr>
            <a:lvl6pPr marL="0" indent="0">
              <a:spcAft>
                <a:spcPts val="0"/>
              </a:spcAft>
              <a:buFontTx/>
              <a:buNone/>
              <a:defRPr sz="1200">
                <a:solidFill>
                  <a:schemeClr val="bg1"/>
                </a:solidFill>
              </a:defRPr>
            </a:lvl6pPr>
            <a:lvl7pPr marL="0" indent="0">
              <a:spcAft>
                <a:spcPts val="0"/>
              </a:spcAft>
              <a:buFontTx/>
              <a:buNone/>
              <a:defRPr sz="1200">
                <a:solidFill>
                  <a:schemeClr val="bg1"/>
                </a:solidFill>
              </a:defRPr>
            </a:lvl7pPr>
            <a:lvl8pPr marL="0" indent="0">
              <a:spcAft>
                <a:spcPts val="0"/>
              </a:spcAft>
              <a:buFontTx/>
              <a:buNone/>
              <a:defRPr sz="1200">
                <a:solidFill>
                  <a:schemeClr val="bg1"/>
                </a:solidFill>
              </a:defRPr>
            </a:lvl8pPr>
            <a:lvl9pPr marL="0" indent="0">
              <a:spcAft>
                <a:spcPts val="0"/>
              </a:spcAft>
              <a:buFontTx/>
              <a:buNone/>
              <a:defRPr sz="1200">
                <a:solidFill>
                  <a:schemeClr val="bg1"/>
                </a:solidFill>
              </a:defRPr>
            </a:lvl9pPr>
          </a:lstStyle>
          <a:p>
            <a:pPr lvl="0"/>
            <a:r>
              <a:rPr lang="en-US"/>
              <a:t>First level</a:t>
            </a:r>
          </a:p>
          <a:p>
            <a:pPr lvl="1"/>
            <a:r>
              <a:rPr lang="en-US"/>
              <a:t>Second level</a:t>
            </a:r>
          </a:p>
        </p:txBody>
      </p:sp>
      <p:sp>
        <p:nvSpPr>
          <p:cNvPr id="12" name="Textplatzhalter 8">
            <a:extLst>
              <a:ext uri="{FF2B5EF4-FFF2-40B4-BE49-F238E27FC236}">
                <a16:creationId xmlns:a16="http://schemas.microsoft.com/office/drawing/2014/main" id="{AB9A186C-679D-438B-04CB-003052B11225}"/>
              </a:ext>
            </a:extLst>
          </p:cNvPr>
          <p:cNvSpPr>
            <a:spLocks noGrp="1"/>
          </p:cNvSpPr>
          <p:nvPr>
            <p:ph type="body" sz="quarter" idx="45" hasCustomPrompt="1"/>
          </p:nvPr>
        </p:nvSpPr>
        <p:spPr bwMode="gray">
          <a:xfrm>
            <a:off x="5436468" y="1896986"/>
            <a:ext cx="3348000" cy="648000"/>
          </a:xfrm>
        </p:spPr>
        <p:txBody>
          <a:bodyPr/>
          <a:lstStyle>
            <a:lvl1pPr marL="0" indent="0">
              <a:spcAft>
                <a:spcPts val="0"/>
              </a:spcAft>
              <a:buFontTx/>
              <a:buNone/>
              <a:defRPr sz="1200" b="1">
                <a:solidFill>
                  <a:schemeClr val="bg1"/>
                </a:solidFill>
              </a:defRPr>
            </a:lvl1pPr>
            <a:lvl2pPr marL="0" indent="0">
              <a:spcAft>
                <a:spcPts val="0"/>
              </a:spcAft>
              <a:buFontTx/>
              <a:buNone/>
              <a:defRPr sz="1200">
                <a:solidFill>
                  <a:schemeClr val="bg1"/>
                </a:solidFill>
              </a:defRPr>
            </a:lvl2pPr>
            <a:lvl3pPr marL="0" indent="0">
              <a:spcAft>
                <a:spcPts val="0"/>
              </a:spcAft>
              <a:buFontTx/>
              <a:buNone/>
              <a:defRPr sz="1200">
                <a:solidFill>
                  <a:schemeClr val="bg1"/>
                </a:solidFill>
              </a:defRPr>
            </a:lvl3pPr>
            <a:lvl4pPr marL="0" indent="0">
              <a:spcAft>
                <a:spcPts val="0"/>
              </a:spcAft>
              <a:buFontTx/>
              <a:buNone/>
              <a:defRPr sz="1200">
                <a:solidFill>
                  <a:schemeClr val="bg1"/>
                </a:solidFill>
              </a:defRPr>
            </a:lvl4pPr>
            <a:lvl5pPr marL="0" indent="0">
              <a:spcAft>
                <a:spcPts val="0"/>
              </a:spcAft>
              <a:buFontTx/>
              <a:buNone/>
              <a:defRPr sz="1200">
                <a:solidFill>
                  <a:schemeClr val="bg1"/>
                </a:solidFill>
              </a:defRPr>
            </a:lvl5pPr>
            <a:lvl6pPr marL="0" indent="0">
              <a:spcAft>
                <a:spcPts val="0"/>
              </a:spcAft>
              <a:buFontTx/>
              <a:buNone/>
              <a:defRPr sz="1200">
                <a:solidFill>
                  <a:schemeClr val="bg1"/>
                </a:solidFill>
              </a:defRPr>
            </a:lvl6pPr>
            <a:lvl7pPr marL="0" indent="0">
              <a:spcAft>
                <a:spcPts val="0"/>
              </a:spcAft>
              <a:buFontTx/>
              <a:buNone/>
              <a:defRPr sz="1200">
                <a:solidFill>
                  <a:schemeClr val="bg1"/>
                </a:solidFill>
              </a:defRPr>
            </a:lvl7pPr>
            <a:lvl8pPr marL="0" indent="0">
              <a:spcAft>
                <a:spcPts val="0"/>
              </a:spcAft>
              <a:buFontTx/>
              <a:buNone/>
              <a:defRPr sz="1200">
                <a:solidFill>
                  <a:schemeClr val="bg1"/>
                </a:solidFill>
              </a:defRPr>
            </a:lvl8pPr>
            <a:lvl9pPr marL="0" indent="0">
              <a:spcAft>
                <a:spcPts val="0"/>
              </a:spcAft>
              <a:buFontTx/>
              <a:buNone/>
              <a:defRPr sz="1200">
                <a:solidFill>
                  <a:schemeClr val="bg1"/>
                </a:solidFill>
              </a:defRPr>
            </a:lvl9pPr>
          </a:lstStyle>
          <a:p>
            <a:pPr lvl="0"/>
            <a:r>
              <a:rPr lang="en-US"/>
              <a:t>First level</a:t>
            </a:r>
          </a:p>
          <a:p>
            <a:pPr lvl="1"/>
            <a:r>
              <a:rPr lang="en-US"/>
              <a:t>Second level</a:t>
            </a:r>
          </a:p>
        </p:txBody>
      </p:sp>
      <p:sp>
        <p:nvSpPr>
          <p:cNvPr id="13" name="Textplatzhalter 8">
            <a:extLst>
              <a:ext uri="{FF2B5EF4-FFF2-40B4-BE49-F238E27FC236}">
                <a16:creationId xmlns:a16="http://schemas.microsoft.com/office/drawing/2014/main" id="{5442791C-C3FF-9B10-DCFF-2C95FAD1ACA5}"/>
              </a:ext>
            </a:extLst>
          </p:cNvPr>
          <p:cNvSpPr>
            <a:spLocks noGrp="1"/>
          </p:cNvSpPr>
          <p:nvPr>
            <p:ph type="body" sz="quarter" idx="46" hasCustomPrompt="1"/>
          </p:nvPr>
        </p:nvSpPr>
        <p:spPr bwMode="gray">
          <a:xfrm>
            <a:off x="5436468" y="2733959"/>
            <a:ext cx="3348000" cy="648000"/>
          </a:xfrm>
        </p:spPr>
        <p:txBody>
          <a:bodyPr/>
          <a:lstStyle>
            <a:lvl1pPr marL="0" indent="0">
              <a:spcAft>
                <a:spcPts val="0"/>
              </a:spcAft>
              <a:buFontTx/>
              <a:buNone/>
              <a:defRPr sz="1200" b="1">
                <a:solidFill>
                  <a:schemeClr val="bg1"/>
                </a:solidFill>
              </a:defRPr>
            </a:lvl1pPr>
            <a:lvl2pPr marL="0" indent="0">
              <a:spcAft>
                <a:spcPts val="0"/>
              </a:spcAft>
              <a:buFontTx/>
              <a:buNone/>
              <a:defRPr sz="1200">
                <a:solidFill>
                  <a:schemeClr val="bg1"/>
                </a:solidFill>
              </a:defRPr>
            </a:lvl2pPr>
            <a:lvl3pPr marL="0" indent="0">
              <a:spcAft>
                <a:spcPts val="0"/>
              </a:spcAft>
              <a:buFontTx/>
              <a:buNone/>
              <a:defRPr sz="1200">
                <a:solidFill>
                  <a:schemeClr val="bg1"/>
                </a:solidFill>
              </a:defRPr>
            </a:lvl3pPr>
            <a:lvl4pPr marL="0" indent="0">
              <a:spcAft>
                <a:spcPts val="0"/>
              </a:spcAft>
              <a:buFontTx/>
              <a:buNone/>
              <a:defRPr sz="1200">
                <a:solidFill>
                  <a:schemeClr val="bg1"/>
                </a:solidFill>
              </a:defRPr>
            </a:lvl4pPr>
            <a:lvl5pPr marL="0" indent="0">
              <a:spcAft>
                <a:spcPts val="0"/>
              </a:spcAft>
              <a:buFontTx/>
              <a:buNone/>
              <a:defRPr sz="1200">
                <a:solidFill>
                  <a:schemeClr val="bg1"/>
                </a:solidFill>
              </a:defRPr>
            </a:lvl5pPr>
            <a:lvl6pPr marL="0" indent="0">
              <a:spcAft>
                <a:spcPts val="0"/>
              </a:spcAft>
              <a:buFontTx/>
              <a:buNone/>
              <a:defRPr sz="1200">
                <a:solidFill>
                  <a:schemeClr val="bg1"/>
                </a:solidFill>
              </a:defRPr>
            </a:lvl6pPr>
            <a:lvl7pPr marL="0" indent="0">
              <a:spcAft>
                <a:spcPts val="0"/>
              </a:spcAft>
              <a:buFontTx/>
              <a:buNone/>
              <a:defRPr sz="1200">
                <a:solidFill>
                  <a:schemeClr val="bg1"/>
                </a:solidFill>
              </a:defRPr>
            </a:lvl7pPr>
            <a:lvl8pPr marL="0" indent="0">
              <a:spcAft>
                <a:spcPts val="0"/>
              </a:spcAft>
              <a:buFontTx/>
              <a:buNone/>
              <a:defRPr sz="1200">
                <a:solidFill>
                  <a:schemeClr val="bg1"/>
                </a:solidFill>
              </a:defRPr>
            </a:lvl8pPr>
            <a:lvl9pPr marL="0" indent="0">
              <a:spcAft>
                <a:spcPts val="0"/>
              </a:spcAft>
              <a:buFontTx/>
              <a:buNone/>
              <a:defRPr sz="1200">
                <a:solidFill>
                  <a:schemeClr val="bg1"/>
                </a:solidFill>
              </a:defRPr>
            </a:lvl9pPr>
          </a:lstStyle>
          <a:p>
            <a:pPr lvl="0"/>
            <a:r>
              <a:rPr lang="en-US"/>
              <a:t>First level</a:t>
            </a:r>
          </a:p>
          <a:p>
            <a:pPr lvl="1"/>
            <a:r>
              <a:rPr lang="en-US"/>
              <a:t>Second level</a:t>
            </a:r>
          </a:p>
        </p:txBody>
      </p:sp>
      <p:sp>
        <p:nvSpPr>
          <p:cNvPr id="14" name="Textplatzhalter 8">
            <a:extLst>
              <a:ext uri="{FF2B5EF4-FFF2-40B4-BE49-F238E27FC236}">
                <a16:creationId xmlns:a16="http://schemas.microsoft.com/office/drawing/2014/main" id="{0EB776AE-0143-C85F-03FB-98448F3729D0}"/>
              </a:ext>
            </a:extLst>
          </p:cNvPr>
          <p:cNvSpPr>
            <a:spLocks noGrp="1"/>
          </p:cNvSpPr>
          <p:nvPr>
            <p:ph type="body" sz="quarter" idx="47" hasCustomPrompt="1"/>
          </p:nvPr>
        </p:nvSpPr>
        <p:spPr bwMode="gray">
          <a:xfrm>
            <a:off x="5436468" y="3570933"/>
            <a:ext cx="3348000" cy="648000"/>
          </a:xfrm>
        </p:spPr>
        <p:txBody>
          <a:bodyPr/>
          <a:lstStyle>
            <a:lvl1pPr marL="0" indent="0">
              <a:spcAft>
                <a:spcPts val="0"/>
              </a:spcAft>
              <a:buFontTx/>
              <a:buNone/>
              <a:defRPr sz="1200" b="1">
                <a:solidFill>
                  <a:schemeClr val="bg1"/>
                </a:solidFill>
              </a:defRPr>
            </a:lvl1pPr>
            <a:lvl2pPr marL="0" indent="0">
              <a:spcAft>
                <a:spcPts val="0"/>
              </a:spcAft>
              <a:buFontTx/>
              <a:buNone/>
              <a:defRPr sz="1200">
                <a:solidFill>
                  <a:schemeClr val="bg1"/>
                </a:solidFill>
              </a:defRPr>
            </a:lvl2pPr>
            <a:lvl3pPr marL="0" indent="0">
              <a:spcAft>
                <a:spcPts val="0"/>
              </a:spcAft>
              <a:buFontTx/>
              <a:buNone/>
              <a:defRPr sz="1200">
                <a:solidFill>
                  <a:schemeClr val="bg1"/>
                </a:solidFill>
              </a:defRPr>
            </a:lvl3pPr>
            <a:lvl4pPr marL="0" indent="0">
              <a:spcAft>
                <a:spcPts val="0"/>
              </a:spcAft>
              <a:buFontTx/>
              <a:buNone/>
              <a:defRPr sz="1200">
                <a:solidFill>
                  <a:schemeClr val="bg1"/>
                </a:solidFill>
              </a:defRPr>
            </a:lvl4pPr>
            <a:lvl5pPr marL="0" indent="0">
              <a:spcAft>
                <a:spcPts val="0"/>
              </a:spcAft>
              <a:buFontTx/>
              <a:buNone/>
              <a:defRPr sz="1200">
                <a:solidFill>
                  <a:schemeClr val="bg1"/>
                </a:solidFill>
              </a:defRPr>
            </a:lvl5pPr>
            <a:lvl6pPr marL="0" indent="0">
              <a:spcAft>
                <a:spcPts val="0"/>
              </a:spcAft>
              <a:buFontTx/>
              <a:buNone/>
              <a:defRPr sz="1200">
                <a:solidFill>
                  <a:schemeClr val="bg1"/>
                </a:solidFill>
              </a:defRPr>
            </a:lvl6pPr>
            <a:lvl7pPr marL="0" indent="0">
              <a:spcAft>
                <a:spcPts val="0"/>
              </a:spcAft>
              <a:buFontTx/>
              <a:buNone/>
              <a:defRPr sz="1200">
                <a:solidFill>
                  <a:schemeClr val="bg1"/>
                </a:solidFill>
              </a:defRPr>
            </a:lvl7pPr>
            <a:lvl8pPr marL="0" indent="0">
              <a:spcAft>
                <a:spcPts val="0"/>
              </a:spcAft>
              <a:buFontTx/>
              <a:buNone/>
              <a:defRPr sz="1200">
                <a:solidFill>
                  <a:schemeClr val="bg1"/>
                </a:solidFill>
              </a:defRPr>
            </a:lvl8pPr>
            <a:lvl9pPr marL="0" indent="0">
              <a:spcAft>
                <a:spcPts val="0"/>
              </a:spcAft>
              <a:buFontTx/>
              <a:buNone/>
              <a:defRPr sz="1200">
                <a:solidFill>
                  <a:schemeClr val="bg1"/>
                </a:solidFill>
              </a:defRPr>
            </a:lvl9pPr>
          </a:lstStyle>
          <a:p>
            <a:pPr lvl="0"/>
            <a:r>
              <a:rPr lang="en-US"/>
              <a:t>First level</a:t>
            </a:r>
          </a:p>
          <a:p>
            <a:pPr lvl="1"/>
            <a:r>
              <a:rPr lang="en-US"/>
              <a:t>Second level</a:t>
            </a:r>
          </a:p>
        </p:txBody>
      </p:sp>
      <p:pic>
        <p:nvPicPr>
          <p:cNvPr id="4" name="Grafik 3">
            <a:extLst>
              <a:ext uri="{FF2B5EF4-FFF2-40B4-BE49-F238E27FC236}">
                <a16:creationId xmlns:a16="http://schemas.microsoft.com/office/drawing/2014/main" id="{6FF19CC3-3A21-2383-F22A-797AA780005E}"/>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359568" y="4623752"/>
            <a:ext cx="926100" cy="279545"/>
          </a:xfrm>
          <a:prstGeom prst="rect">
            <a:avLst/>
          </a:prstGeom>
        </p:spPr>
      </p:pic>
    </p:spTree>
    <p:extLst>
      <p:ext uri="{BB962C8B-B14F-4D97-AF65-F5344CB8AC3E}">
        <p14:creationId xmlns:p14="http://schemas.microsoft.com/office/powerpoint/2010/main" val="2703783004"/>
      </p:ext>
    </p:extLst>
  </p:cSld>
  <p:clrMapOvr>
    <a:masterClrMapping/>
  </p:clrMapOvr>
  <p:extLst>
    <p:ext uri="{DCECCB84-F9BA-43D5-87BE-67443E8EF086}">
      <p15:sldGuideLst xmlns:p15="http://schemas.microsoft.com/office/powerpoint/2012/main">
        <p15:guide id="3" pos="3749">
          <p15:clr>
            <a:srgbClr val="FBAE40"/>
          </p15:clr>
        </p15:guide>
        <p15:guide id="5" pos="3931">
          <p15:clr>
            <a:srgbClr val="FBAE40"/>
          </p15:clr>
        </p15:guide>
      </p15:sldGuideLst>
    </p:ext>
  </p:extLst>
</p:sldLayout>
</file>

<file path=ppt/slideLayouts/slideLayout170.xml><?xml version="1.0" encoding="utf-8"?>
<p:sldLayout xmlns:a="http://schemas.openxmlformats.org/drawingml/2006/main" xmlns:r="http://schemas.openxmlformats.org/officeDocument/2006/relationships" xmlns:p="http://schemas.openxmlformats.org/presentationml/2006/main" preserve="1" userDrawn="1">
  <p:cSld name="Chapter divider (1)">
    <p:bg>
      <p:bgPr>
        <a:solidFill>
          <a:schemeClr val="tx2"/>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a:xfrm>
            <a:off x="359568" y="1059657"/>
            <a:ext cx="5724526" cy="1349896"/>
          </a:xfrm>
        </p:spPr>
        <p:txBody>
          <a:bodyPr anchor="b"/>
          <a:lstStyle>
            <a:lvl1pPr>
              <a:defRPr sz="3000">
                <a:solidFill>
                  <a:schemeClr val="bg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359568" y="2679762"/>
            <a:ext cx="5724526" cy="594066"/>
          </a:xfrm>
        </p:spPr>
        <p:txBody>
          <a:bodyPr/>
          <a:lstStyle>
            <a:lvl1pPr marL="0" indent="0" algn="l">
              <a:lnSpc>
                <a:spcPct val="140000"/>
              </a:lnSpc>
              <a:spcBef>
                <a:spcPts val="0"/>
              </a:spcBef>
              <a:spcAft>
                <a:spcPts val="0"/>
              </a:spcAft>
              <a:buFont typeface="Arial" panose="020B0604020202020204" pitchFamily="34" charset="0"/>
              <a:buNone/>
              <a:defRPr sz="1200" b="0">
                <a:solidFill>
                  <a:schemeClr val="bg2"/>
                </a:solidFill>
                <a:latin typeface="+mn-lt"/>
              </a:defRPr>
            </a:lvl1pPr>
            <a:lvl2pPr marL="0" indent="0" algn="l">
              <a:lnSpc>
                <a:spcPct val="140000"/>
              </a:lnSpc>
              <a:spcBef>
                <a:spcPts val="0"/>
              </a:spcBef>
              <a:spcAft>
                <a:spcPts val="0"/>
              </a:spcAft>
              <a:buFont typeface="Arial" panose="020B0604020202020204" pitchFamily="34" charset="0"/>
              <a:buNone/>
              <a:defRPr sz="1200" b="0">
                <a:solidFill>
                  <a:schemeClr val="bg2"/>
                </a:solidFill>
                <a:latin typeface="+mn-lt"/>
              </a:defRPr>
            </a:lvl2pPr>
            <a:lvl3pPr marL="0" indent="0" algn="l">
              <a:lnSpc>
                <a:spcPct val="140000"/>
              </a:lnSpc>
              <a:spcBef>
                <a:spcPts val="0"/>
              </a:spcBef>
              <a:spcAft>
                <a:spcPts val="0"/>
              </a:spcAft>
              <a:buFont typeface="Arial" panose="020B0604020202020204" pitchFamily="34" charset="0"/>
              <a:buNone/>
              <a:defRPr sz="1200" b="0">
                <a:solidFill>
                  <a:schemeClr val="bg2"/>
                </a:solidFill>
                <a:latin typeface="+mn-lt"/>
              </a:defRPr>
            </a:lvl3pPr>
            <a:lvl4pPr marL="0" indent="0" algn="l">
              <a:lnSpc>
                <a:spcPct val="140000"/>
              </a:lnSpc>
              <a:spcBef>
                <a:spcPts val="0"/>
              </a:spcBef>
              <a:spcAft>
                <a:spcPts val="0"/>
              </a:spcAft>
              <a:buFont typeface="Arial" panose="020B0604020202020204" pitchFamily="34" charset="0"/>
              <a:buNone/>
              <a:defRPr sz="1200" b="0">
                <a:solidFill>
                  <a:schemeClr val="bg2"/>
                </a:solidFill>
                <a:latin typeface="+mn-lt"/>
              </a:defRPr>
            </a:lvl4pPr>
            <a:lvl5pPr marL="0" indent="0" algn="l">
              <a:lnSpc>
                <a:spcPct val="140000"/>
              </a:lnSpc>
              <a:spcBef>
                <a:spcPts val="0"/>
              </a:spcBef>
              <a:spcAft>
                <a:spcPts val="0"/>
              </a:spcAft>
              <a:buFont typeface="Arial" panose="020B0604020202020204" pitchFamily="34" charset="0"/>
              <a:buNone/>
              <a:defRPr sz="1200" b="0">
                <a:solidFill>
                  <a:schemeClr val="bg2"/>
                </a:solidFill>
                <a:latin typeface="+mn-lt"/>
              </a:defRPr>
            </a:lvl5pPr>
            <a:lvl6pPr marL="0" indent="0" algn="l">
              <a:lnSpc>
                <a:spcPct val="140000"/>
              </a:lnSpc>
              <a:spcBef>
                <a:spcPts val="0"/>
              </a:spcBef>
              <a:spcAft>
                <a:spcPts val="0"/>
              </a:spcAft>
              <a:buFont typeface="Arial" panose="020B0604020202020204" pitchFamily="34" charset="0"/>
              <a:buNone/>
              <a:defRPr sz="1200" b="0">
                <a:solidFill>
                  <a:schemeClr val="bg2"/>
                </a:solidFill>
                <a:latin typeface="+mn-lt"/>
              </a:defRPr>
            </a:lvl6pPr>
            <a:lvl7pPr marL="0" indent="0" algn="l">
              <a:lnSpc>
                <a:spcPct val="140000"/>
              </a:lnSpc>
              <a:spcBef>
                <a:spcPts val="0"/>
              </a:spcBef>
              <a:spcAft>
                <a:spcPts val="0"/>
              </a:spcAft>
              <a:buFont typeface="Arial" panose="020B0604020202020204" pitchFamily="34" charset="0"/>
              <a:buNone/>
              <a:defRPr sz="1200" b="0">
                <a:solidFill>
                  <a:schemeClr val="bg2"/>
                </a:solidFill>
                <a:latin typeface="+mn-lt"/>
              </a:defRPr>
            </a:lvl7pPr>
            <a:lvl8pPr marL="0" indent="0" algn="l">
              <a:lnSpc>
                <a:spcPct val="140000"/>
              </a:lnSpc>
              <a:spcBef>
                <a:spcPts val="0"/>
              </a:spcBef>
              <a:spcAft>
                <a:spcPts val="0"/>
              </a:spcAft>
              <a:buFont typeface="Arial" panose="020B0604020202020204" pitchFamily="34" charset="0"/>
              <a:buNone/>
              <a:defRPr sz="1200" b="0">
                <a:solidFill>
                  <a:schemeClr val="bg2"/>
                </a:solidFill>
                <a:latin typeface="+mn-lt"/>
              </a:defRPr>
            </a:lvl8pPr>
            <a:lvl9pPr marL="0" indent="0" algn="l">
              <a:lnSpc>
                <a:spcPct val="140000"/>
              </a:lnSpc>
              <a:spcBef>
                <a:spcPts val="0"/>
              </a:spcBef>
              <a:spcAft>
                <a:spcPts val="0"/>
              </a:spcAft>
              <a:buFont typeface="Arial" panose="020B0604020202020204" pitchFamily="34" charset="0"/>
              <a:buNone/>
              <a:defRPr sz="1200" b="0">
                <a:solidFill>
                  <a:schemeClr val="bg2"/>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2"/>
                </a:solidFill>
              </a:defRPr>
            </a:lvl1pPr>
          </a:lstStyle>
          <a:p>
            <a:fld id="{8FF9B0DE-3FEB-4AA0-B465-B80EF7C1333D}" type="slidenum">
              <a:rPr lang="en-US" smtClean="0"/>
              <a:pPr/>
              <a:t>‹#›</a:t>
            </a:fld>
            <a:endParaRPr lang="en-US"/>
          </a:p>
        </p:txBody>
      </p:sp>
      <p:sp>
        <p:nvSpPr>
          <p:cNvPr id="6" name="Fußzeilenplatzhalter 5">
            <a:extLst>
              <a:ext uri="{FF2B5EF4-FFF2-40B4-BE49-F238E27FC236}">
                <a16:creationId xmlns:a16="http://schemas.microsoft.com/office/drawing/2014/main" id="{4769088E-E8C5-EC8B-3FB8-5430FCA3DC4B}"/>
              </a:ext>
            </a:extLst>
          </p:cNvPr>
          <p:cNvSpPr>
            <a:spLocks noGrp="1"/>
          </p:cNvSpPr>
          <p:nvPr>
            <p:ph type="ftr" sz="quarter" idx="19"/>
          </p:nvPr>
        </p:nvSpPr>
        <p:spPr bwMode="gray"/>
        <p:txBody>
          <a:bodyPr/>
          <a:lstStyle/>
          <a:p>
            <a:r>
              <a:rPr lang="en-US"/>
              <a:t>Presentation title    |    ONLY FOR INTERNAL USE</a:t>
            </a:r>
          </a:p>
        </p:txBody>
      </p:sp>
    </p:spTree>
    <p:extLst>
      <p:ext uri="{BB962C8B-B14F-4D97-AF65-F5344CB8AC3E}">
        <p14:creationId xmlns:p14="http://schemas.microsoft.com/office/powerpoint/2010/main" val="1085193419"/>
      </p:ext>
    </p:extLst>
  </p:cSld>
  <p:clrMapOvr>
    <a:masterClrMapping/>
  </p:clrMapOvr>
  <p:extLst>
    <p:ext uri="{DCECCB84-F9BA-43D5-87BE-67443E8EF086}">
      <p15:sldGuideLst xmlns:p15="http://schemas.microsoft.com/office/powerpoint/2012/main">
        <p15:guide id="1" orient="horz" pos="2024">
          <p15:clr>
            <a:srgbClr val="FBAE40"/>
          </p15:clr>
        </p15:guide>
        <p15:guide id="2" orient="horz" pos="2251">
          <p15:clr>
            <a:srgbClr val="FBAE40"/>
          </p15:clr>
        </p15:guide>
      </p15:sldGuideLst>
    </p:ext>
  </p:extLst>
</p:sldLayout>
</file>

<file path=ppt/slideLayouts/slideLayout171.xml><?xml version="1.0" encoding="utf-8"?>
<p:sldLayout xmlns:a="http://schemas.openxmlformats.org/drawingml/2006/main" xmlns:r="http://schemas.openxmlformats.org/officeDocument/2006/relationships" xmlns:p="http://schemas.openxmlformats.org/presentationml/2006/main" preserve="1" userDrawn="1">
  <p:cSld name="Chapter divider (2)">
    <p:bg>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a:xfrm>
            <a:off x="359568" y="1059657"/>
            <a:ext cx="5724526" cy="1349896"/>
          </a:xfrm>
        </p:spPr>
        <p:txBody>
          <a:bodyPr anchor="b"/>
          <a:lstStyle>
            <a:lvl1pPr>
              <a:defRPr sz="3000">
                <a:solidFill>
                  <a:schemeClr val="tx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359568" y="2679762"/>
            <a:ext cx="5724526" cy="594066"/>
          </a:xfrm>
        </p:spPr>
        <p:txBody>
          <a:bodyPr/>
          <a:lstStyle>
            <a:lvl1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1pPr>
            <a:lvl2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2pPr>
            <a:lvl3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3pPr>
            <a:lvl4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4pPr>
            <a:lvl5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5pPr>
            <a:lvl6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6pPr>
            <a:lvl7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7pPr>
            <a:lvl8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8pPr>
            <a:lvl9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4" name="Grafik 3">
            <a:extLst>
              <a:ext uri="{FF2B5EF4-FFF2-40B4-BE49-F238E27FC236}">
                <a16:creationId xmlns:a16="http://schemas.microsoft.com/office/drawing/2014/main" id="{7E3CE082-8BE8-42AC-F40F-87B704B7B141}"/>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359568" y="4623752"/>
            <a:ext cx="926100" cy="279545"/>
          </a:xfrm>
          <a:prstGeom prst="rect">
            <a:avLst/>
          </a:prstGeom>
        </p:spPr>
      </p:pic>
      <p:sp>
        <p:nvSpPr>
          <p:cNvPr id="8" name="Fußzeilenplatzhalter 7">
            <a:extLst>
              <a:ext uri="{FF2B5EF4-FFF2-40B4-BE49-F238E27FC236}">
                <a16:creationId xmlns:a16="http://schemas.microsoft.com/office/drawing/2014/main" id="{C09303A1-9EA9-72D7-63F5-E6B6F685FAE0}"/>
              </a:ext>
            </a:extLst>
          </p:cNvPr>
          <p:cNvSpPr>
            <a:spLocks noGrp="1"/>
          </p:cNvSpPr>
          <p:nvPr>
            <p:ph type="ftr" sz="quarter" idx="19"/>
          </p:nvPr>
        </p:nvSpPr>
        <p:spPr bwMode="gray"/>
        <p:txBody>
          <a:bodyPr/>
          <a:lstStyle>
            <a:lvl1pPr>
              <a:defRPr>
                <a:solidFill>
                  <a:schemeClr val="bg1"/>
                </a:solidFill>
              </a:defRPr>
            </a:lvl1pPr>
          </a:lstStyle>
          <a:p>
            <a:r>
              <a:rPr lang="en-US"/>
              <a:t>Presentation title    |    ONLY FOR INTERNAL USE</a:t>
            </a:r>
          </a:p>
        </p:txBody>
      </p:sp>
    </p:spTree>
    <p:extLst>
      <p:ext uri="{BB962C8B-B14F-4D97-AF65-F5344CB8AC3E}">
        <p14:creationId xmlns:p14="http://schemas.microsoft.com/office/powerpoint/2010/main" val="3050021909"/>
      </p:ext>
    </p:extLst>
  </p:cSld>
  <p:clrMapOvr>
    <a:masterClrMapping/>
  </p:clrMapOvr>
  <p:extLst>
    <p:ext uri="{DCECCB84-F9BA-43D5-87BE-67443E8EF086}">
      <p15:sldGuideLst xmlns:p15="http://schemas.microsoft.com/office/powerpoint/2012/main">
        <p15:guide id="3" orient="horz" pos="2024">
          <p15:clr>
            <a:srgbClr val="FBAE40"/>
          </p15:clr>
        </p15:guide>
        <p15:guide id="4" orient="horz" pos="2251">
          <p15:clr>
            <a:srgbClr val="FBAE40"/>
          </p15:clr>
        </p15:guide>
      </p15:sldGuideLst>
    </p:ext>
  </p:extLst>
</p:sldLayout>
</file>

<file path=ppt/slideLayouts/slideLayout172.xml><?xml version="1.0" encoding="utf-8"?>
<p:sldLayout xmlns:a="http://schemas.openxmlformats.org/drawingml/2006/main" xmlns:r="http://schemas.openxmlformats.org/officeDocument/2006/relationships" xmlns:p="http://schemas.openxmlformats.org/presentationml/2006/main" preserve="1" userDrawn="1">
  <p:cSld name="Chapter divider (image)">
    <p:bg>
      <p:bgPr>
        <a:solidFill>
          <a:schemeClr val="bg2"/>
        </a:solidFill>
        <a:effectLst/>
      </p:bgPr>
    </p:bg>
    <p:spTree>
      <p:nvGrpSpPr>
        <p:cNvPr id="1" name=""/>
        <p:cNvGrpSpPr/>
        <p:nvPr/>
      </p:nvGrpSpPr>
      <p:grpSpPr>
        <a:xfrm>
          <a:off x="0" y="0"/>
          <a:ext cx="0" cy="0"/>
          <a:chOff x="0" y="0"/>
          <a:chExt cx="0" cy="0"/>
        </a:xfrm>
      </p:grpSpPr>
      <p:sp>
        <p:nvSpPr>
          <p:cNvPr id="8" name="Bildplatzhalter 10">
            <a:extLst>
              <a:ext uri="{FF2B5EF4-FFF2-40B4-BE49-F238E27FC236}">
                <a16:creationId xmlns:a16="http://schemas.microsoft.com/office/drawing/2014/main" id="{47C26184-1D1B-92B8-25CF-5F2442C1A0BD}"/>
              </a:ext>
            </a:extLst>
          </p:cNvPr>
          <p:cNvSpPr>
            <a:spLocks noGrp="1"/>
          </p:cNvSpPr>
          <p:nvPr>
            <p:ph type="pic" sz="quarter" idx="10" hasCustomPrompt="1"/>
          </p:nvPr>
        </p:nvSpPr>
        <p:spPr bwMode="gray">
          <a:xfrm>
            <a:off x="4572000" y="0"/>
            <a:ext cx="4572000" cy="5143500"/>
          </a:xfrm>
          <a:solidFill>
            <a:srgbClr val="E5E3DE"/>
          </a:solidFill>
        </p:spPr>
        <p:txBody>
          <a:bodyPr tIns="720000" anchor="ctr" anchorCtr="0"/>
          <a:lstStyle>
            <a:lvl1pPr marL="0" indent="0" algn="ctr">
              <a:spcBef>
                <a:spcPts val="0"/>
              </a:spcBef>
              <a:spcAft>
                <a:spcPts val="0"/>
              </a:spcAft>
              <a:buFontTx/>
              <a:buNone/>
              <a:tabLst/>
              <a:defRPr sz="900" b="0">
                <a:solidFill>
                  <a:schemeClr val="tx1"/>
                </a:solidFill>
              </a:defRPr>
            </a:lvl1pPr>
            <a:lvl2pPr marL="0" indent="0" algn="ctr">
              <a:spcBef>
                <a:spcPts val="0"/>
              </a:spcBef>
              <a:spcAft>
                <a:spcPts val="0"/>
              </a:spcAft>
              <a:buFontTx/>
              <a:buNone/>
              <a:tabLst/>
              <a:defRPr sz="900" b="0"/>
            </a:lvl2pPr>
            <a:lvl3pPr marL="0" indent="0" algn="ctr">
              <a:spcBef>
                <a:spcPts val="0"/>
              </a:spcBef>
              <a:spcAft>
                <a:spcPts val="0"/>
              </a:spcAft>
              <a:buFontTx/>
              <a:buNone/>
              <a:tabLst/>
              <a:defRPr sz="900" b="0"/>
            </a:lvl3pPr>
            <a:lvl4pPr marL="0" indent="0" algn="ctr">
              <a:spcBef>
                <a:spcPts val="0"/>
              </a:spcBef>
              <a:spcAft>
                <a:spcPts val="0"/>
              </a:spcAft>
              <a:buFontTx/>
              <a:buNone/>
              <a:tabLst/>
              <a:defRPr sz="900" b="0"/>
            </a:lvl4pPr>
            <a:lvl5pPr marL="0" indent="0" algn="ctr">
              <a:spcBef>
                <a:spcPts val="0"/>
              </a:spcBef>
              <a:spcAft>
                <a:spcPts val="0"/>
              </a:spcAft>
              <a:buFontTx/>
              <a:buNone/>
              <a:tabLst/>
              <a:defRPr sz="900" b="0"/>
            </a:lvl5pPr>
            <a:lvl6pPr marL="0" indent="0" algn="ctr">
              <a:spcBef>
                <a:spcPts val="0"/>
              </a:spcBef>
              <a:spcAft>
                <a:spcPts val="0"/>
              </a:spcAft>
              <a:buFontTx/>
              <a:buNone/>
              <a:tabLst/>
              <a:defRPr sz="900" b="0"/>
            </a:lvl6pPr>
            <a:lvl7pPr marL="0" indent="0" algn="ctr">
              <a:spcBef>
                <a:spcPts val="0"/>
              </a:spcBef>
              <a:spcAft>
                <a:spcPts val="0"/>
              </a:spcAft>
              <a:buFontTx/>
              <a:buNone/>
              <a:tabLst/>
              <a:defRPr sz="900" b="0"/>
            </a:lvl7pPr>
            <a:lvl8pPr marL="0" indent="0" algn="ctr">
              <a:spcBef>
                <a:spcPts val="0"/>
              </a:spcBef>
              <a:spcAft>
                <a:spcPts val="0"/>
              </a:spcAft>
              <a:buFontTx/>
              <a:buNone/>
              <a:tabLst/>
              <a:defRPr sz="900" b="0"/>
            </a:lvl8pPr>
            <a:lvl9pPr marL="0" indent="0" algn="ctr">
              <a:spcBef>
                <a:spcPts val="0"/>
              </a:spcBef>
              <a:spcAft>
                <a:spcPts val="0"/>
              </a:spcAft>
              <a:buFontTx/>
              <a:buNone/>
              <a:tabLst/>
              <a:defRPr sz="900" b="0"/>
            </a:lvl9pPr>
          </a:lstStyle>
          <a:p>
            <a:pPr lvl="0"/>
            <a:r>
              <a:rPr lang="en-US"/>
              <a:t>Add picture</a:t>
            </a:r>
          </a:p>
        </p:txBody>
      </p:sp>
      <p:sp>
        <p:nvSpPr>
          <p:cNvPr id="2" name="Titel 1"/>
          <p:cNvSpPr>
            <a:spLocks noGrp="1"/>
          </p:cNvSpPr>
          <p:nvPr>
            <p:ph type="title" hasCustomPrompt="1"/>
          </p:nvPr>
        </p:nvSpPr>
        <p:spPr bwMode="gray">
          <a:xfrm>
            <a:off x="359570" y="1059657"/>
            <a:ext cx="3996929" cy="1349896"/>
          </a:xfrm>
        </p:spPr>
        <p:txBody>
          <a:bodyPr anchor="b"/>
          <a:lstStyle>
            <a:lvl1pPr>
              <a:defRPr sz="3000">
                <a:solidFill>
                  <a:schemeClr val="tx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359570" y="2679762"/>
            <a:ext cx="3996929" cy="594066"/>
          </a:xfrm>
        </p:spPr>
        <p:txBody>
          <a:bodyPr/>
          <a:lstStyle>
            <a:lvl1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1pPr>
            <a:lvl2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2pPr>
            <a:lvl3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3pPr>
            <a:lvl4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4pPr>
            <a:lvl5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5pPr>
            <a:lvl6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6pPr>
            <a:lvl7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7pPr>
            <a:lvl8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8pPr>
            <a:lvl9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5" name="Grafik 4">
            <a:extLst>
              <a:ext uri="{FF2B5EF4-FFF2-40B4-BE49-F238E27FC236}">
                <a16:creationId xmlns:a16="http://schemas.microsoft.com/office/drawing/2014/main" id="{EE7772F2-FA6E-58A9-9E00-5407C4C6D9D5}"/>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359568" y="4623752"/>
            <a:ext cx="926100" cy="279545"/>
          </a:xfrm>
          <a:prstGeom prst="rect">
            <a:avLst/>
          </a:prstGeom>
        </p:spPr>
      </p:pic>
      <p:sp>
        <p:nvSpPr>
          <p:cNvPr id="12" name="Fußzeilenplatzhalter 11">
            <a:extLst>
              <a:ext uri="{FF2B5EF4-FFF2-40B4-BE49-F238E27FC236}">
                <a16:creationId xmlns:a16="http://schemas.microsoft.com/office/drawing/2014/main" id="{0118AE22-AF85-0585-B755-09D18B404308}"/>
              </a:ext>
            </a:extLst>
          </p:cNvPr>
          <p:cNvSpPr>
            <a:spLocks noGrp="1"/>
          </p:cNvSpPr>
          <p:nvPr>
            <p:ph type="ftr" sz="quarter" idx="19"/>
          </p:nvPr>
        </p:nvSpPr>
        <p:spPr bwMode="gray"/>
        <p:txBody>
          <a:bodyPr/>
          <a:lstStyle>
            <a:lvl1pPr>
              <a:defRPr>
                <a:solidFill>
                  <a:schemeClr val="bg1"/>
                </a:solidFill>
              </a:defRPr>
            </a:lvl1pPr>
          </a:lstStyle>
          <a:p>
            <a:r>
              <a:rPr lang="en-US"/>
              <a:t>Presentation title    |    ONLY FOR INTERNAL USE</a:t>
            </a:r>
          </a:p>
        </p:txBody>
      </p:sp>
      <p:grpSp>
        <p:nvGrpSpPr>
          <p:cNvPr id="16" name="Group 15">
            <a:extLst>
              <a:ext uri="{FF2B5EF4-FFF2-40B4-BE49-F238E27FC236}">
                <a16:creationId xmlns:a16="http://schemas.microsoft.com/office/drawing/2014/main" id="{D2D34356-34F3-1E89-4AAB-FD152C5E058C}"/>
              </a:ext>
              <a:ext uri="{C183D7F6-B498-43B3-948B-1728B52AA6E4}">
                <adec:decorative xmlns:adec="http://schemas.microsoft.com/office/drawing/2017/decorative" val="1"/>
              </a:ext>
            </a:extLst>
          </p:cNvPr>
          <p:cNvGrpSpPr/>
          <p:nvPr userDrawn="1"/>
        </p:nvGrpSpPr>
        <p:grpSpPr bwMode="gray">
          <a:xfrm>
            <a:off x="-1422666" y="0"/>
            <a:ext cx="1286309" cy="2808312"/>
            <a:chOff x="-1824880" y="2708920"/>
            <a:chExt cx="1715078" cy="3744416"/>
          </a:xfrm>
        </p:grpSpPr>
        <p:sp>
          <p:nvSpPr>
            <p:cNvPr id="17" name="TextBox 16">
              <a:extLst>
                <a:ext uri="{FF2B5EF4-FFF2-40B4-BE49-F238E27FC236}">
                  <a16:creationId xmlns:a16="http://schemas.microsoft.com/office/drawing/2014/main" id="{D4B81AAF-FF1D-EDCE-0A83-D65DAC7945B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450"/>
                </a:spcAft>
              </a:pPr>
              <a:r>
                <a:rPr lang="en-US" sz="825" b="1">
                  <a:solidFill>
                    <a:schemeClr val="tx1"/>
                  </a:solidFill>
                  <a:effectLst/>
                  <a:latin typeface="+mj-lt"/>
                </a:rPr>
                <a:t>To insert a picture:</a:t>
              </a:r>
            </a:p>
            <a:p>
              <a:pPr marL="107997" indent="-107997">
                <a:lnSpc>
                  <a:spcPct val="120000"/>
                </a:lnSpc>
                <a:spcAft>
                  <a:spcPts val="450"/>
                </a:spcAft>
                <a:buFont typeface="+mj-lt"/>
                <a:buAutoNum type="arabicPeriod"/>
              </a:pPr>
              <a:r>
                <a:rPr lang="en-US" sz="675">
                  <a:solidFill>
                    <a:schemeClr val="tx1"/>
                  </a:solidFill>
                  <a:effectLst/>
                  <a:latin typeface="+mn-lt"/>
                </a:rPr>
                <a:t>Click on the placeholder for pictures</a:t>
              </a:r>
            </a:p>
            <a:p>
              <a:pPr marL="107997" indent="-107997">
                <a:lnSpc>
                  <a:spcPct val="120000"/>
                </a:lnSpc>
                <a:spcAft>
                  <a:spcPts val="450"/>
                </a:spcAft>
                <a:buFont typeface="+mj-lt"/>
                <a:buAutoNum type="arabicPeriod"/>
              </a:pPr>
              <a:r>
                <a:rPr lang="en-US" sz="675">
                  <a:solidFill>
                    <a:schemeClr val="tx1"/>
                  </a:solidFill>
                  <a:effectLst/>
                  <a:latin typeface="+mn-lt"/>
                </a:rPr>
                <a:t>Open the menu “Insert”</a:t>
              </a:r>
            </a:p>
            <a:p>
              <a:pPr marL="107997" indent="-107997">
                <a:lnSpc>
                  <a:spcPct val="120000"/>
                </a:lnSpc>
                <a:spcAft>
                  <a:spcPts val="450"/>
                </a:spcAft>
                <a:buFont typeface="+mj-lt"/>
                <a:buAutoNum type="arabicPeriod"/>
              </a:pPr>
              <a:r>
                <a:rPr lang="en-US" sz="675">
                  <a:solidFill>
                    <a:schemeClr val="tx1"/>
                  </a:solidFill>
                  <a:effectLst/>
                  <a:latin typeface="+mn-lt"/>
                </a:rPr>
                <a:t>Choose “Pictures” and then the corresponding source where the image is located</a:t>
              </a:r>
              <a:endParaRPr lang="en-US" sz="675">
                <a:solidFill>
                  <a:schemeClr val="tx1"/>
                </a:solidFill>
                <a:latin typeface="+mn-lt"/>
              </a:endParaRPr>
            </a:p>
          </p:txBody>
        </p:sp>
        <p:pic>
          <p:nvPicPr>
            <p:cNvPr id="18" name="Picture 17">
              <a:extLst>
                <a:ext uri="{FF2B5EF4-FFF2-40B4-BE49-F238E27FC236}">
                  <a16:creationId xmlns:a16="http://schemas.microsoft.com/office/drawing/2014/main" id="{B75A2EF2-D131-D1B0-F40E-2A5462A47C56}"/>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1D861B26-9995-6295-D8D1-F6113B2A85D8}"/>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07997" indent="-107997">
                <a:spcAft>
                  <a:spcPts val="450"/>
                </a:spcAft>
                <a:buFont typeface="+mj-lt"/>
                <a:buAutoNum type="arabicPeriod" startAt="4"/>
              </a:pPr>
              <a:r>
                <a:rPr lang="en-US" sz="675">
                  <a:solidFill>
                    <a:schemeClr val="tx1"/>
                  </a:solidFill>
                  <a:effectLst/>
                  <a:latin typeface="+mn-lt"/>
                </a:rPr>
                <a:t>Now the image has </a:t>
              </a:r>
              <a:br>
                <a:rPr lang="en-US" sz="675">
                  <a:solidFill>
                    <a:schemeClr val="tx1"/>
                  </a:solidFill>
                  <a:effectLst/>
                  <a:latin typeface="+mn-lt"/>
                </a:rPr>
              </a:br>
              <a:r>
                <a:rPr lang="en-US" sz="675">
                  <a:solidFill>
                    <a:schemeClr val="tx1"/>
                  </a:solidFill>
                  <a:effectLst/>
                  <a:latin typeface="+mn-lt"/>
                </a:rPr>
                <a:t>been loaded into the </a:t>
              </a:r>
              <a:br>
                <a:rPr lang="en-US" sz="675">
                  <a:solidFill>
                    <a:schemeClr val="tx1"/>
                  </a:solidFill>
                  <a:effectLst/>
                  <a:latin typeface="+mn-lt"/>
                </a:rPr>
              </a:br>
              <a:r>
                <a:rPr lang="en-US" sz="675">
                  <a:solidFill>
                    <a:schemeClr val="tx1"/>
                  </a:solidFill>
                  <a:effectLst/>
                  <a:latin typeface="+mn-lt"/>
                </a:rPr>
                <a:t>placeholder.</a:t>
              </a:r>
              <a:endParaRPr lang="en-US" sz="675">
                <a:solidFill>
                  <a:schemeClr val="tx1"/>
                </a:solidFill>
                <a:latin typeface="+mn-lt"/>
              </a:endParaRPr>
            </a:p>
          </p:txBody>
        </p:sp>
      </p:grpSp>
    </p:spTree>
    <p:extLst>
      <p:ext uri="{BB962C8B-B14F-4D97-AF65-F5344CB8AC3E}">
        <p14:creationId xmlns:p14="http://schemas.microsoft.com/office/powerpoint/2010/main" val="3995878991"/>
      </p:ext>
    </p:extLst>
  </p:cSld>
  <p:clrMapOvr>
    <a:masterClrMapping/>
  </p:clrMapOvr>
  <p:extLst>
    <p:ext uri="{DCECCB84-F9BA-43D5-87BE-67443E8EF086}">
      <p15:sldGuideLst xmlns:p15="http://schemas.microsoft.com/office/powerpoint/2012/main">
        <p15:guide id="1" pos="3840">
          <p15:clr>
            <a:srgbClr val="FBAE40"/>
          </p15:clr>
        </p15:guide>
        <p15:guide id="2" orient="horz" pos="2024">
          <p15:clr>
            <a:srgbClr val="FBAE40"/>
          </p15:clr>
        </p15:guide>
        <p15:guide id="3" orient="horz" pos="2251">
          <p15:clr>
            <a:srgbClr val="FBAE40"/>
          </p15:clr>
        </p15:guide>
      </p15:sldGuideLst>
    </p:ext>
  </p:extLst>
</p:sldLayout>
</file>

<file path=ppt/slideLayouts/slideLayout173.xml><?xml version="1.0" encoding="utf-8"?>
<p:sldLayout xmlns:a="http://schemas.openxmlformats.org/drawingml/2006/main" xmlns:r="http://schemas.openxmlformats.org/officeDocument/2006/relationships" xmlns:p="http://schemas.openxmlformats.org/presentationml/2006/main" preserve="1" userDrawn="1">
  <p:cSld name="One content">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a:t>Add  title of the slide</a:t>
            </a:r>
          </a:p>
        </p:txBody>
      </p:sp>
      <p:sp>
        <p:nvSpPr>
          <p:cNvPr id="3" name="Inhaltsplatzhalter 2"/>
          <p:cNvSpPr>
            <a:spLocks noGrp="1"/>
          </p:cNvSpPr>
          <p:nvPr>
            <p:ph idx="1" hasCustomPrompt="1"/>
          </p:nvPr>
        </p:nvSpPr>
        <p:spPr bwMode="gray">
          <a:xfrm>
            <a:off x="359570" y="1059657"/>
            <a:ext cx="8424863" cy="3294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360000" y="4353948"/>
            <a:ext cx="8424000" cy="108000"/>
          </a:xfrm>
        </p:spPr>
        <p:txBody>
          <a:bodyPr anchor="b"/>
          <a:lstStyle>
            <a:lvl1pPr marL="0" indent="0">
              <a:lnSpc>
                <a:spcPct val="100000"/>
              </a:lnSpc>
              <a:spcBef>
                <a:spcPts val="0"/>
              </a:spcBef>
              <a:spcAft>
                <a:spcPts val="0"/>
              </a:spcAft>
              <a:buFont typeface="Arial" panose="020B0604020202020204" pitchFamily="34" charset="0"/>
              <a:buNone/>
              <a:defRPr sz="600" b="0"/>
            </a:lvl1pPr>
            <a:lvl2pPr marL="0" indent="0">
              <a:lnSpc>
                <a:spcPct val="100000"/>
              </a:lnSpc>
              <a:spcBef>
                <a:spcPts val="0"/>
              </a:spcBef>
              <a:spcAft>
                <a:spcPts val="0"/>
              </a:spcAft>
              <a:buFont typeface="Arial" panose="020B0604020202020204" pitchFamily="34" charset="0"/>
              <a:buNone/>
              <a:defRPr sz="600" b="0"/>
            </a:lvl2pPr>
            <a:lvl3pPr marL="0" indent="0">
              <a:lnSpc>
                <a:spcPct val="100000"/>
              </a:lnSpc>
              <a:spcBef>
                <a:spcPts val="0"/>
              </a:spcBef>
              <a:spcAft>
                <a:spcPts val="0"/>
              </a:spcAft>
              <a:buNone/>
              <a:defRPr sz="600" b="0"/>
            </a:lvl3pPr>
            <a:lvl4pPr marL="0" indent="0">
              <a:lnSpc>
                <a:spcPct val="100000"/>
              </a:lnSpc>
              <a:spcBef>
                <a:spcPts val="0"/>
              </a:spcBef>
              <a:spcAft>
                <a:spcPts val="0"/>
              </a:spcAft>
              <a:buNone/>
              <a:defRPr sz="600" b="0"/>
            </a:lvl4pPr>
            <a:lvl5pPr marL="0" indent="0">
              <a:lnSpc>
                <a:spcPct val="100000"/>
              </a:lnSpc>
              <a:spcBef>
                <a:spcPts val="0"/>
              </a:spcBef>
              <a:spcAft>
                <a:spcPts val="0"/>
              </a:spcAft>
              <a:buNone/>
              <a:defRPr sz="600" b="0"/>
            </a:lvl5pPr>
            <a:lvl6pPr marL="0" indent="0">
              <a:lnSpc>
                <a:spcPct val="100000"/>
              </a:lnSpc>
              <a:spcBef>
                <a:spcPts val="0"/>
              </a:spcBef>
              <a:spcAft>
                <a:spcPts val="0"/>
              </a:spcAft>
              <a:buNone/>
              <a:defRPr sz="600" b="0"/>
            </a:lvl6pPr>
            <a:lvl7pPr marL="0" indent="0">
              <a:lnSpc>
                <a:spcPct val="100000"/>
              </a:lnSpc>
              <a:spcBef>
                <a:spcPts val="0"/>
              </a:spcBef>
              <a:spcAft>
                <a:spcPts val="0"/>
              </a:spcAft>
              <a:buNone/>
              <a:defRPr sz="600" b="0"/>
            </a:lvl7pPr>
            <a:lvl8pPr marL="0" indent="0">
              <a:lnSpc>
                <a:spcPct val="100000"/>
              </a:lnSpc>
              <a:spcBef>
                <a:spcPts val="0"/>
              </a:spcBef>
              <a:spcAft>
                <a:spcPts val="0"/>
              </a:spcAft>
              <a:buNone/>
              <a:defRPr sz="600" b="0"/>
            </a:lvl8pPr>
            <a:lvl9pPr marL="0" indent="0">
              <a:lnSpc>
                <a:spcPct val="100000"/>
              </a:lnSpc>
              <a:spcBef>
                <a:spcPts val="0"/>
              </a:spcBef>
              <a:spcAft>
                <a:spcPts val="0"/>
              </a:spcAft>
              <a:buNone/>
              <a:defRPr sz="600" b="0"/>
            </a:lvl9pPr>
          </a:lstStyle>
          <a:p>
            <a:pPr lvl="0"/>
            <a:r>
              <a:rPr lang="en-US"/>
              <a:t>Footnote/Source</a:t>
            </a:r>
          </a:p>
        </p:txBody>
      </p:sp>
      <p:sp>
        <p:nvSpPr>
          <p:cNvPr id="4" name="Fußzeilenplatzhalter 3">
            <a:extLst>
              <a:ext uri="{FF2B5EF4-FFF2-40B4-BE49-F238E27FC236}">
                <a16:creationId xmlns:a16="http://schemas.microsoft.com/office/drawing/2014/main" id="{D2A15767-C935-9245-AEC6-4E3D0D96A295}"/>
              </a:ext>
            </a:extLst>
          </p:cNvPr>
          <p:cNvSpPr>
            <a:spLocks noGrp="1"/>
          </p:cNvSpPr>
          <p:nvPr>
            <p:ph type="ftr" sz="quarter" idx="19"/>
          </p:nvPr>
        </p:nvSpPr>
        <p:spPr bwMode="gray"/>
        <p:txBody>
          <a:bodyPr/>
          <a:lstStyle/>
          <a:p>
            <a:r>
              <a:rPr lang="en-US"/>
              <a:t>Presentation title    |    ONLY FOR INTERNAL USE</a:t>
            </a:r>
          </a:p>
        </p:txBody>
      </p:sp>
      <p:sp>
        <p:nvSpPr>
          <p:cNvPr id="5" name="Foliennummernplatzhalter 4">
            <a:extLst>
              <a:ext uri="{FF2B5EF4-FFF2-40B4-BE49-F238E27FC236}">
                <a16:creationId xmlns:a16="http://schemas.microsoft.com/office/drawing/2014/main" id="{5CC89D3B-393F-9E87-6D42-19413F2259DA}"/>
              </a:ext>
            </a:extLst>
          </p:cNvPr>
          <p:cNvSpPr>
            <a:spLocks noGrp="1"/>
          </p:cNvSpPr>
          <p:nvPr>
            <p:ph type="sldNum" sz="quarter" idx="20"/>
          </p:nvPr>
        </p:nvSpPr>
        <p:spPr bwMode="gray"/>
        <p:txBody>
          <a:bodyPr/>
          <a:lstStyle/>
          <a:p>
            <a:fld id="{DF4E8F9F-5B1F-4F5B-BE49-3245D8C18D9F}" type="slidenum">
              <a:rPr lang="en-US" smtClean="0"/>
              <a:pPr/>
              <a:t>‹#›</a:t>
            </a:fld>
            <a:endParaRPr lang="en-US"/>
          </a:p>
        </p:txBody>
      </p:sp>
    </p:spTree>
    <p:extLst>
      <p:ext uri="{BB962C8B-B14F-4D97-AF65-F5344CB8AC3E}">
        <p14:creationId xmlns:p14="http://schemas.microsoft.com/office/powerpoint/2010/main" val="117350525"/>
      </p:ext>
    </p:extLst>
  </p:cSld>
  <p:clrMapOvr>
    <a:masterClrMapping/>
  </p:clrMapOvr>
</p:sldLayout>
</file>

<file path=ppt/slideLayouts/slideLayout174.xml><?xml version="1.0" encoding="utf-8"?>
<p:sldLayout xmlns:a="http://schemas.openxmlformats.org/drawingml/2006/main" xmlns:r="http://schemas.openxmlformats.org/officeDocument/2006/relationships" xmlns:p="http://schemas.openxmlformats.org/presentationml/2006/main" preserve="1" userDrawn="1">
  <p:cSld name="One content dark">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359570" y="1059657"/>
            <a:ext cx="8424863" cy="3294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360000" y="4353960"/>
            <a:ext cx="8424000" cy="108000"/>
          </a:xfrm>
        </p:spPr>
        <p:txBody>
          <a:bodyPr anchor="b"/>
          <a:lstStyle>
            <a:lvl1pPr marL="0" indent="0">
              <a:lnSpc>
                <a:spcPct val="100000"/>
              </a:lnSpc>
              <a:spcBef>
                <a:spcPts val="0"/>
              </a:spcBef>
              <a:spcAft>
                <a:spcPts val="0"/>
              </a:spcAft>
              <a:buFont typeface="Arial" panose="020B0604020202020204" pitchFamily="34" charset="0"/>
              <a:buNone/>
              <a:defRPr sz="600" b="0">
                <a:solidFill>
                  <a:schemeClr val="bg1"/>
                </a:solidFill>
              </a:defRPr>
            </a:lvl1pPr>
            <a:lvl2pPr marL="0" indent="0">
              <a:lnSpc>
                <a:spcPct val="100000"/>
              </a:lnSpc>
              <a:spcBef>
                <a:spcPts val="0"/>
              </a:spcBef>
              <a:spcAft>
                <a:spcPts val="0"/>
              </a:spcAft>
              <a:buFont typeface="Arial" panose="020B0604020202020204" pitchFamily="34" charset="0"/>
              <a:buNone/>
              <a:defRPr sz="600" b="0">
                <a:solidFill>
                  <a:schemeClr val="bg1"/>
                </a:solidFill>
              </a:defRPr>
            </a:lvl2pPr>
            <a:lvl3pPr marL="0" indent="0">
              <a:lnSpc>
                <a:spcPct val="100000"/>
              </a:lnSpc>
              <a:spcBef>
                <a:spcPts val="0"/>
              </a:spcBef>
              <a:spcAft>
                <a:spcPts val="0"/>
              </a:spcAft>
              <a:buNone/>
              <a:defRPr sz="600" b="0">
                <a:solidFill>
                  <a:schemeClr val="bg1"/>
                </a:solidFill>
              </a:defRPr>
            </a:lvl3pPr>
            <a:lvl4pPr marL="0" indent="0">
              <a:lnSpc>
                <a:spcPct val="100000"/>
              </a:lnSpc>
              <a:spcBef>
                <a:spcPts val="0"/>
              </a:spcBef>
              <a:spcAft>
                <a:spcPts val="0"/>
              </a:spcAft>
              <a:buNone/>
              <a:defRPr sz="600" b="0">
                <a:solidFill>
                  <a:schemeClr val="bg1"/>
                </a:solidFill>
              </a:defRPr>
            </a:lvl4pPr>
            <a:lvl5pPr marL="0" indent="0">
              <a:lnSpc>
                <a:spcPct val="100000"/>
              </a:lnSpc>
              <a:spcBef>
                <a:spcPts val="0"/>
              </a:spcBef>
              <a:spcAft>
                <a:spcPts val="0"/>
              </a:spcAft>
              <a:buNone/>
              <a:defRPr sz="600" b="0">
                <a:solidFill>
                  <a:schemeClr val="bg1"/>
                </a:solidFill>
              </a:defRPr>
            </a:lvl5pPr>
            <a:lvl6pPr marL="0" indent="0">
              <a:lnSpc>
                <a:spcPct val="100000"/>
              </a:lnSpc>
              <a:spcBef>
                <a:spcPts val="0"/>
              </a:spcBef>
              <a:spcAft>
                <a:spcPts val="0"/>
              </a:spcAft>
              <a:buNone/>
              <a:defRPr sz="600" b="0">
                <a:solidFill>
                  <a:schemeClr val="bg1"/>
                </a:solidFill>
              </a:defRPr>
            </a:lvl6pPr>
            <a:lvl7pPr marL="0" indent="0">
              <a:lnSpc>
                <a:spcPct val="100000"/>
              </a:lnSpc>
              <a:spcBef>
                <a:spcPts val="0"/>
              </a:spcBef>
              <a:spcAft>
                <a:spcPts val="0"/>
              </a:spcAft>
              <a:buNone/>
              <a:defRPr sz="600" b="0">
                <a:solidFill>
                  <a:schemeClr val="bg1"/>
                </a:solidFill>
              </a:defRPr>
            </a:lvl7pPr>
            <a:lvl8pPr marL="0" indent="0">
              <a:lnSpc>
                <a:spcPct val="100000"/>
              </a:lnSpc>
              <a:spcBef>
                <a:spcPts val="0"/>
              </a:spcBef>
              <a:spcAft>
                <a:spcPts val="0"/>
              </a:spcAft>
              <a:buNone/>
              <a:defRPr sz="600" b="0">
                <a:solidFill>
                  <a:schemeClr val="bg1"/>
                </a:solidFill>
              </a:defRPr>
            </a:lvl8pPr>
            <a:lvl9pPr marL="0" indent="0">
              <a:lnSpc>
                <a:spcPct val="100000"/>
              </a:lnSpc>
              <a:spcBef>
                <a:spcPts val="0"/>
              </a:spcBef>
              <a:spcAft>
                <a:spcPts val="0"/>
              </a:spcAft>
              <a:buNone/>
              <a:defRPr sz="600" b="0">
                <a:solidFill>
                  <a:schemeClr val="bg1"/>
                </a:solidFill>
              </a:defRPr>
            </a:lvl9pPr>
          </a:lstStyle>
          <a:p>
            <a:pPr lvl="0"/>
            <a:r>
              <a:rPr lang="en-US"/>
              <a:t>Footnote/Source</a:t>
            </a:r>
          </a:p>
        </p:txBody>
      </p:sp>
      <p:sp>
        <p:nvSpPr>
          <p:cNvPr id="9" name="Fußzeilenplatzhalter 8">
            <a:extLst>
              <a:ext uri="{FF2B5EF4-FFF2-40B4-BE49-F238E27FC236}">
                <a16:creationId xmlns:a16="http://schemas.microsoft.com/office/drawing/2014/main" id="{DD2A017B-395B-34E7-2458-B410A50C8516}"/>
              </a:ext>
            </a:extLst>
          </p:cNvPr>
          <p:cNvSpPr>
            <a:spLocks noGrp="1"/>
          </p:cNvSpPr>
          <p:nvPr>
            <p:ph type="ftr" sz="quarter" idx="14"/>
          </p:nvPr>
        </p:nvSpPr>
        <p:spPr bwMode="gray"/>
        <p:txBody>
          <a:bodyPr/>
          <a:lstStyle>
            <a:lvl1pPr>
              <a:defRPr>
                <a:solidFill>
                  <a:schemeClr val="bg1"/>
                </a:solidFill>
              </a:defRPr>
            </a:lvl1pPr>
          </a:lstStyle>
          <a:p>
            <a:r>
              <a:rPr lang="en-US"/>
              <a:t>Presentation title    |    ONLY FOR INTERNAL USE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655943AA-9582-D43E-426E-499CC57E5187}"/>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359568" y="4623752"/>
            <a:ext cx="926100" cy="279545"/>
          </a:xfrm>
          <a:prstGeom prst="rect">
            <a:avLst/>
          </a:prstGeom>
        </p:spPr>
      </p:pic>
    </p:spTree>
    <p:extLst>
      <p:ext uri="{BB962C8B-B14F-4D97-AF65-F5344CB8AC3E}">
        <p14:creationId xmlns:p14="http://schemas.microsoft.com/office/powerpoint/2010/main" val="644453889"/>
      </p:ext>
    </p:extLst>
  </p:cSld>
  <p:clrMapOvr>
    <a:masterClrMapping/>
  </p:clrMapOvr>
</p:sldLayout>
</file>

<file path=ppt/slideLayouts/slideLayout175.xml><?xml version="1.0" encoding="utf-8"?>
<p:sldLayout xmlns:a="http://schemas.openxmlformats.org/drawingml/2006/main" xmlns:r="http://schemas.openxmlformats.org/officeDocument/2006/relationships" xmlns:p="http://schemas.openxmlformats.org/presentationml/2006/main" preserve="1" userDrawn="1">
  <p:cSld name="Content and margin">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3006328" y="356566"/>
            <a:ext cx="5778432" cy="54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3006328" y="1059656"/>
            <a:ext cx="5778104" cy="3294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Textplatzhalter 7">
            <a:extLst>
              <a:ext uri="{FF2B5EF4-FFF2-40B4-BE49-F238E27FC236}">
                <a16:creationId xmlns:a16="http://schemas.microsoft.com/office/drawing/2014/main" id="{2A95F447-219A-69FD-4A7C-F3F31D1125FD}"/>
              </a:ext>
            </a:extLst>
          </p:cNvPr>
          <p:cNvSpPr>
            <a:spLocks noGrp="1"/>
          </p:cNvSpPr>
          <p:nvPr>
            <p:ph type="body" sz="quarter" idx="13" hasCustomPrompt="1"/>
          </p:nvPr>
        </p:nvSpPr>
        <p:spPr bwMode="gray">
          <a:xfrm>
            <a:off x="3006328" y="4353960"/>
            <a:ext cx="5778000" cy="108000"/>
          </a:xfrm>
        </p:spPr>
        <p:txBody>
          <a:bodyPr anchor="b"/>
          <a:lstStyle>
            <a:lvl1pPr marL="0" indent="0">
              <a:lnSpc>
                <a:spcPct val="100000"/>
              </a:lnSpc>
              <a:spcBef>
                <a:spcPts val="0"/>
              </a:spcBef>
              <a:spcAft>
                <a:spcPts val="0"/>
              </a:spcAft>
              <a:buFont typeface="Arial" panose="020B0604020202020204" pitchFamily="34" charset="0"/>
              <a:buNone/>
              <a:defRPr sz="600" b="0"/>
            </a:lvl1pPr>
            <a:lvl2pPr marL="0" indent="0">
              <a:lnSpc>
                <a:spcPct val="100000"/>
              </a:lnSpc>
              <a:spcBef>
                <a:spcPts val="0"/>
              </a:spcBef>
              <a:spcAft>
                <a:spcPts val="0"/>
              </a:spcAft>
              <a:buFont typeface="Arial" panose="020B0604020202020204" pitchFamily="34" charset="0"/>
              <a:buNone/>
              <a:defRPr sz="600" b="0"/>
            </a:lvl2pPr>
            <a:lvl3pPr marL="0" indent="0">
              <a:lnSpc>
                <a:spcPct val="100000"/>
              </a:lnSpc>
              <a:spcBef>
                <a:spcPts val="0"/>
              </a:spcBef>
              <a:spcAft>
                <a:spcPts val="0"/>
              </a:spcAft>
              <a:buNone/>
              <a:defRPr sz="600" b="0"/>
            </a:lvl3pPr>
            <a:lvl4pPr marL="0" indent="0">
              <a:lnSpc>
                <a:spcPct val="100000"/>
              </a:lnSpc>
              <a:spcBef>
                <a:spcPts val="0"/>
              </a:spcBef>
              <a:spcAft>
                <a:spcPts val="0"/>
              </a:spcAft>
              <a:buNone/>
              <a:defRPr sz="600" b="0"/>
            </a:lvl4pPr>
            <a:lvl5pPr marL="0" indent="0">
              <a:lnSpc>
                <a:spcPct val="100000"/>
              </a:lnSpc>
              <a:spcBef>
                <a:spcPts val="0"/>
              </a:spcBef>
              <a:spcAft>
                <a:spcPts val="0"/>
              </a:spcAft>
              <a:buNone/>
              <a:defRPr sz="600" b="0"/>
            </a:lvl5pPr>
            <a:lvl6pPr marL="0" indent="0">
              <a:lnSpc>
                <a:spcPct val="100000"/>
              </a:lnSpc>
              <a:spcBef>
                <a:spcPts val="0"/>
              </a:spcBef>
              <a:spcAft>
                <a:spcPts val="0"/>
              </a:spcAft>
              <a:buNone/>
              <a:defRPr sz="600" b="0"/>
            </a:lvl6pPr>
            <a:lvl7pPr marL="0" indent="0">
              <a:lnSpc>
                <a:spcPct val="100000"/>
              </a:lnSpc>
              <a:spcBef>
                <a:spcPts val="0"/>
              </a:spcBef>
              <a:spcAft>
                <a:spcPts val="0"/>
              </a:spcAft>
              <a:buNone/>
              <a:defRPr sz="600" b="0"/>
            </a:lvl7pPr>
            <a:lvl8pPr marL="0" indent="0">
              <a:lnSpc>
                <a:spcPct val="100000"/>
              </a:lnSpc>
              <a:spcBef>
                <a:spcPts val="0"/>
              </a:spcBef>
              <a:spcAft>
                <a:spcPts val="0"/>
              </a:spcAft>
              <a:buNone/>
              <a:defRPr sz="600" b="0"/>
            </a:lvl8pPr>
            <a:lvl9pPr marL="0" indent="0">
              <a:lnSpc>
                <a:spcPct val="100000"/>
              </a:lnSpc>
              <a:spcBef>
                <a:spcPts val="0"/>
              </a:spcBef>
              <a:spcAft>
                <a:spcPts val="0"/>
              </a:spcAft>
              <a:buNone/>
              <a:defRPr sz="600" b="0"/>
            </a:lvl9pPr>
          </a:lstStyle>
          <a:p>
            <a:pPr lvl="0"/>
            <a:r>
              <a:rPr lang="en-US"/>
              <a:t>Footnote/Source</a:t>
            </a:r>
          </a:p>
        </p:txBody>
      </p:sp>
      <p:sp>
        <p:nvSpPr>
          <p:cNvPr id="2" name="Rechteck 1">
            <a:extLst>
              <a:ext uri="{FF2B5EF4-FFF2-40B4-BE49-F238E27FC236}">
                <a16:creationId xmlns:a16="http://schemas.microsoft.com/office/drawing/2014/main" id="{964E6C92-F738-050B-D124-0B9B2D1A3A22}"/>
              </a:ext>
              <a:ext uri="{C183D7F6-B498-43B3-948B-1728B52AA6E4}">
                <adec:decorative xmlns:adec="http://schemas.microsoft.com/office/drawing/2017/decorative" val="1"/>
              </a:ext>
            </a:extLst>
          </p:cNvPr>
          <p:cNvSpPr/>
          <p:nvPr userDrawn="1"/>
        </p:nvSpPr>
        <p:spPr bwMode="gray">
          <a:xfrm>
            <a:off x="0" y="0"/>
            <a:ext cx="2681100" cy="5143500"/>
          </a:xfrm>
          <a:prstGeom prst="rect">
            <a:avLst/>
          </a:prstGeom>
          <a:solidFill>
            <a:srgbClr val="E5E3DE"/>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solidFill>
                <a:schemeClr val="tx1"/>
              </a:solidFill>
            </a:endParaRPr>
          </a:p>
        </p:txBody>
      </p:sp>
      <p:sp>
        <p:nvSpPr>
          <p:cNvPr id="13" name="Inhaltsplatzhalter 2">
            <a:extLst>
              <a:ext uri="{FF2B5EF4-FFF2-40B4-BE49-F238E27FC236}">
                <a16:creationId xmlns:a16="http://schemas.microsoft.com/office/drawing/2014/main" id="{57AF223A-9133-4CD7-A24F-37E750D20428}"/>
              </a:ext>
            </a:extLst>
          </p:cNvPr>
          <p:cNvSpPr>
            <a:spLocks noGrp="1"/>
          </p:cNvSpPr>
          <p:nvPr>
            <p:ph idx="16" hasCustomPrompt="1"/>
          </p:nvPr>
        </p:nvSpPr>
        <p:spPr bwMode="gray">
          <a:xfrm>
            <a:off x="359532" y="357503"/>
            <a:ext cx="2106000" cy="4104000"/>
          </a:xfrm>
          <a:noFill/>
        </p:spPr>
        <p:txBody>
          <a:bodyPr lIns="0" tIns="0" rIns="0"/>
          <a:lstStyle>
            <a:lvl1pPr>
              <a:defRPr sz="900">
                <a:solidFill>
                  <a:schemeClr val="bg2"/>
                </a:solidFill>
              </a:defRPr>
            </a:lvl1pPr>
            <a:lvl2pPr>
              <a:defRPr sz="900">
                <a:solidFill>
                  <a:schemeClr val="bg2"/>
                </a:solidFill>
              </a:defRPr>
            </a:lvl2pPr>
            <a:lvl3pPr>
              <a:defRPr sz="900">
                <a:solidFill>
                  <a:schemeClr val="bg2"/>
                </a:solidFill>
              </a:defRPr>
            </a:lvl3pPr>
            <a:lvl4pPr>
              <a:defRPr sz="900">
                <a:solidFill>
                  <a:schemeClr val="bg2"/>
                </a:solidFill>
              </a:defRPr>
            </a:lvl4pPr>
            <a:lvl5pPr marL="593985" indent="-161996">
              <a:defRPr sz="900">
                <a:solidFill>
                  <a:schemeClr val="bg2"/>
                </a:solidFill>
              </a:defRPr>
            </a:lvl5pPr>
            <a:lvl6pPr marL="593985" indent="-161996">
              <a:defRPr sz="900">
                <a:solidFill>
                  <a:schemeClr val="bg2"/>
                </a:solidFill>
              </a:defRPr>
            </a:lvl6pPr>
            <a:lvl7pPr marL="593985" indent="-161996">
              <a:defRPr sz="900">
                <a:solidFill>
                  <a:schemeClr val="bg2"/>
                </a:solidFill>
              </a:defRPr>
            </a:lvl7pPr>
            <a:lvl8pPr marL="593985" indent="-161996">
              <a:defRPr sz="900">
                <a:solidFill>
                  <a:schemeClr val="bg2"/>
                </a:solidFill>
              </a:defRPr>
            </a:lvl8pPr>
            <a:lvl9pPr marL="593985" indent="-161996">
              <a:defRPr sz="900">
                <a:solidFill>
                  <a:schemeClr val="bg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7" name="Fußzeilenplatzhalter 6">
            <a:extLst>
              <a:ext uri="{FF2B5EF4-FFF2-40B4-BE49-F238E27FC236}">
                <a16:creationId xmlns:a16="http://schemas.microsoft.com/office/drawing/2014/main" id="{03767B11-95F5-EF30-786E-85FF75E46DF7}"/>
              </a:ext>
            </a:extLst>
          </p:cNvPr>
          <p:cNvSpPr>
            <a:spLocks noGrp="1"/>
          </p:cNvSpPr>
          <p:nvPr>
            <p:ph type="ftr" sz="quarter" idx="21"/>
          </p:nvPr>
        </p:nvSpPr>
        <p:spPr bwMode="gray"/>
        <p:txBody>
          <a:bodyPr/>
          <a:lstStyle/>
          <a:p>
            <a:r>
              <a:rPr lang="en-US"/>
              <a:t>Presentation title    |    ONLY FOR INTERNAL USE</a:t>
            </a:r>
          </a:p>
        </p:txBody>
      </p:sp>
      <p:sp>
        <p:nvSpPr>
          <p:cNvPr id="8" name="Foliennummernplatzhalter 7">
            <a:extLst>
              <a:ext uri="{FF2B5EF4-FFF2-40B4-BE49-F238E27FC236}">
                <a16:creationId xmlns:a16="http://schemas.microsoft.com/office/drawing/2014/main" id="{BBC5784B-3341-229A-166C-A3CFE21498D3}"/>
              </a:ext>
            </a:extLst>
          </p:cNvPr>
          <p:cNvSpPr>
            <a:spLocks noGrp="1"/>
          </p:cNvSpPr>
          <p:nvPr>
            <p:ph type="sldNum" sz="quarter" idx="22"/>
          </p:nvPr>
        </p:nvSpPr>
        <p:spPr bwMode="gray"/>
        <p:txBody>
          <a:bodyPr/>
          <a:lstStyle/>
          <a:p>
            <a:fld id="{DF4E8F9F-5B1F-4F5B-BE49-3245D8C18D9F}" type="slidenum">
              <a:rPr lang="en-US" smtClean="0"/>
              <a:pPr/>
              <a:t>‹#›</a:t>
            </a:fld>
            <a:endParaRPr lang="en-US"/>
          </a:p>
        </p:txBody>
      </p:sp>
      <p:pic>
        <p:nvPicPr>
          <p:cNvPr id="9" name="Grafik 8">
            <a:extLst>
              <a:ext uri="{FF2B5EF4-FFF2-40B4-BE49-F238E27FC236}">
                <a16:creationId xmlns:a16="http://schemas.microsoft.com/office/drawing/2014/main" id="{93239E29-02AE-A81D-3D5A-88835FF77C42}"/>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359568" y="4623752"/>
            <a:ext cx="926100" cy="279545"/>
          </a:xfrm>
          <a:prstGeom prst="rect">
            <a:avLst/>
          </a:prstGeom>
        </p:spPr>
      </p:pic>
    </p:spTree>
    <p:extLst>
      <p:ext uri="{BB962C8B-B14F-4D97-AF65-F5344CB8AC3E}">
        <p14:creationId xmlns:p14="http://schemas.microsoft.com/office/powerpoint/2010/main" val="2292877529"/>
      </p:ext>
    </p:extLst>
  </p:cSld>
  <p:clrMapOvr>
    <a:masterClrMapping/>
  </p:clrMapOvr>
  <p:extLst>
    <p:ext uri="{DCECCB84-F9BA-43D5-87BE-67443E8EF086}">
      <p15:sldGuideLst xmlns:p15="http://schemas.microsoft.com/office/powerpoint/2012/main"/>
    </p:ext>
  </p:extLst>
</p:sldLayout>
</file>

<file path=ppt/slideLayouts/slideLayout176.xml><?xml version="1.0" encoding="utf-8"?>
<p:sldLayout xmlns:a="http://schemas.openxmlformats.org/drawingml/2006/main" xmlns:r="http://schemas.openxmlformats.org/officeDocument/2006/relationships" xmlns:p="http://schemas.openxmlformats.org/presentationml/2006/main" preserve="1" userDrawn="1">
  <p:cSld name="Content and margin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359569" y="356566"/>
            <a:ext cx="5535216" cy="54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359569" y="1059656"/>
            <a:ext cx="5535216" cy="3294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Textplatzhalter 7">
            <a:extLst>
              <a:ext uri="{FF2B5EF4-FFF2-40B4-BE49-F238E27FC236}">
                <a16:creationId xmlns:a16="http://schemas.microsoft.com/office/drawing/2014/main" id="{08582CA4-7CD5-7812-627E-FD2D9C55D890}"/>
              </a:ext>
            </a:extLst>
          </p:cNvPr>
          <p:cNvSpPr>
            <a:spLocks noGrp="1"/>
          </p:cNvSpPr>
          <p:nvPr>
            <p:ph type="body" sz="quarter" idx="13" hasCustomPrompt="1"/>
          </p:nvPr>
        </p:nvSpPr>
        <p:spPr bwMode="gray">
          <a:xfrm>
            <a:off x="360000" y="4353960"/>
            <a:ext cx="5535000" cy="108000"/>
          </a:xfrm>
        </p:spPr>
        <p:txBody>
          <a:bodyPr anchor="b"/>
          <a:lstStyle>
            <a:lvl1pPr marL="0" indent="0">
              <a:lnSpc>
                <a:spcPct val="100000"/>
              </a:lnSpc>
              <a:spcBef>
                <a:spcPts val="0"/>
              </a:spcBef>
              <a:spcAft>
                <a:spcPts val="0"/>
              </a:spcAft>
              <a:buFont typeface="Arial" panose="020B0604020202020204" pitchFamily="34" charset="0"/>
              <a:buNone/>
              <a:defRPr sz="600" b="0"/>
            </a:lvl1pPr>
            <a:lvl2pPr marL="0" indent="0">
              <a:lnSpc>
                <a:spcPct val="100000"/>
              </a:lnSpc>
              <a:spcBef>
                <a:spcPts val="0"/>
              </a:spcBef>
              <a:spcAft>
                <a:spcPts val="0"/>
              </a:spcAft>
              <a:buFont typeface="Arial" panose="020B0604020202020204" pitchFamily="34" charset="0"/>
              <a:buNone/>
              <a:defRPr sz="600" b="0"/>
            </a:lvl2pPr>
            <a:lvl3pPr marL="0" indent="0">
              <a:lnSpc>
                <a:spcPct val="100000"/>
              </a:lnSpc>
              <a:spcBef>
                <a:spcPts val="0"/>
              </a:spcBef>
              <a:spcAft>
                <a:spcPts val="0"/>
              </a:spcAft>
              <a:buNone/>
              <a:defRPr sz="600" b="0"/>
            </a:lvl3pPr>
            <a:lvl4pPr marL="0" indent="0">
              <a:lnSpc>
                <a:spcPct val="100000"/>
              </a:lnSpc>
              <a:spcBef>
                <a:spcPts val="0"/>
              </a:spcBef>
              <a:spcAft>
                <a:spcPts val="0"/>
              </a:spcAft>
              <a:buNone/>
              <a:defRPr sz="600" b="0"/>
            </a:lvl4pPr>
            <a:lvl5pPr marL="0" indent="0">
              <a:lnSpc>
                <a:spcPct val="100000"/>
              </a:lnSpc>
              <a:spcBef>
                <a:spcPts val="0"/>
              </a:spcBef>
              <a:spcAft>
                <a:spcPts val="0"/>
              </a:spcAft>
              <a:buNone/>
              <a:defRPr sz="600" b="0"/>
            </a:lvl5pPr>
            <a:lvl6pPr marL="0" indent="0">
              <a:lnSpc>
                <a:spcPct val="100000"/>
              </a:lnSpc>
              <a:spcBef>
                <a:spcPts val="0"/>
              </a:spcBef>
              <a:spcAft>
                <a:spcPts val="0"/>
              </a:spcAft>
              <a:buNone/>
              <a:defRPr sz="600" b="0"/>
            </a:lvl6pPr>
            <a:lvl7pPr marL="0" indent="0">
              <a:lnSpc>
                <a:spcPct val="100000"/>
              </a:lnSpc>
              <a:spcBef>
                <a:spcPts val="0"/>
              </a:spcBef>
              <a:spcAft>
                <a:spcPts val="0"/>
              </a:spcAft>
              <a:buNone/>
              <a:defRPr sz="600" b="0"/>
            </a:lvl7pPr>
            <a:lvl8pPr marL="0" indent="0">
              <a:lnSpc>
                <a:spcPct val="100000"/>
              </a:lnSpc>
              <a:spcBef>
                <a:spcPts val="0"/>
              </a:spcBef>
              <a:spcAft>
                <a:spcPts val="0"/>
              </a:spcAft>
              <a:buNone/>
              <a:defRPr sz="600" b="0"/>
            </a:lvl8pPr>
            <a:lvl9pPr marL="0" indent="0">
              <a:lnSpc>
                <a:spcPct val="100000"/>
              </a:lnSpc>
              <a:spcBef>
                <a:spcPts val="0"/>
              </a:spcBef>
              <a:spcAft>
                <a:spcPts val="0"/>
              </a:spcAft>
              <a:buNone/>
              <a:defRPr sz="600" b="0"/>
            </a:lvl9pPr>
          </a:lstStyle>
          <a:p>
            <a:pPr lvl="0"/>
            <a:r>
              <a:rPr lang="en-US"/>
              <a:t>Footnote/Source</a:t>
            </a:r>
          </a:p>
        </p:txBody>
      </p:sp>
      <p:sp>
        <p:nvSpPr>
          <p:cNvPr id="4" name="Rechteck 3">
            <a:extLst>
              <a:ext uri="{FF2B5EF4-FFF2-40B4-BE49-F238E27FC236}">
                <a16:creationId xmlns:a16="http://schemas.microsoft.com/office/drawing/2014/main" id="{24688781-42AD-2AB8-7E4B-B07DF616297A}"/>
              </a:ext>
              <a:ext uri="{C183D7F6-B498-43B3-948B-1728B52AA6E4}">
                <adec:decorative xmlns:adec="http://schemas.microsoft.com/office/drawing/2017/decorative" val="1"/>
              </a:ext>
            </a:extLst>
          </p:cNvPr>
          <p:cNvSpPr/>
          <p:nvPr userDrawn="1"/>
        </p:nvSpPr>
        <p:spPr bwMode="gray">
          <a:xfrm>
            <a:off x="6462900" y="0"/>
            <a:ext cx="2681100" cy="5143500"/>
          </a:xfrm>
          <a:prstGeom prst="rect">
            <a:avLst/>
          </a:prstGeom>
          <a:solidFill>
            <a:srgbClr val="E5E3DE"/>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solidFill>
                <a:schemeClr val="tx1"/>
              </a:solidFill>
            </a:endParaRPr>
          </a:p>
        </p:txBody>
      </p:sp>
      <p:sp>
        <p:nvSpPr>
          <p:cNvPr id="5" name="Inhaltsplatzhalter 2">
            <a:extLst>
              <a:ext uri="{FF2B5EF4-FFF2-40B4-BE49-F238E27FC236}">
                <a16:creationId xmlns:a16="http://schemas.microsoft.com/office/drawing/2014/main" id="{86302274-F93B-1846-038E-F2D91EC79A58}"/>
              </a:ext>
            </a:extLst>
          </p:cNvPr>
          <p:cNvSpPr>
            <a:spLocks noGrp="1"/>
          </p:cNvSpPr>
          <p:nvPr>
            <p:ph idx="16" hasCustomPrompt="1"/>
          </p:nvPr>
        </p:nvSpPr>
        <p:spPr bwMode="gray">
          <a:xfrm>
            <a:off x="6678468" y="357503"/>
            <a:ext cx="2106000" cy="4104000"/>
          </a:xfrm>
          <a:noFill/>
        </p:spPr>
        <p:txBody>
          <a:bodyPr lIns="0" tIns="0" rIns="0"/>
          <a:lstStyle>
            <a:lvl1pPr>
              <a:defRPr sz="900">
                <a:solidFill>
                  <a:schemeClr val="bg2"/>
                </a:solidFill>
              </a:defRPr>
            </a:lvl1pPr>
            <a:lvl2pPr>
              <a:defRPr sz="900">
                <a:solidFill>
                  <a:schemeClr val="bg2"/>
                </a:solidFill>
              </a:defRPr>
            </a:lvl2pPr>
            <a:lvl3pPr>
              <a:defRPr sz="900">
                <a:solidFill>
                  <a:schemeClr val="bg2"/>
                </a:solidFill>
              </a:defRPr>
            </a:lvl3pPr>
            <a:lvl4pPr>
              <a:defRPr sz="900">
                <a:solidFill>
                  <a:schemeClr val="bg2"/>
                </a:solidFill>
              </a:defRPr>
            </a:lvl4pPr>
            <a:lvl5pPr marL="593985" indent="-161996">
              <a:defRPr sz="900">
                <a:solidFill>
                  <a:schemeClr val="bg2"/>
                </a:solidFill>
              </a:defRPr>
            </a:lvl5pPr>
            <a:lvl6pPr marL="593985" indent="-161996">
              <a:defRPr sz="900">
                <a:solidFill>
                  <a:schemeClr val="bg2"/>
                </a:solidFill>
              </a:defRPr>
            </a:lvl6pPr>
            <a:lvl7pPr marL="593985" indent="-161996">
              <a:defRPr sz="900">
                <a:solidFill>
                  <a:schemeClr val="bg2"/>
                </a:solidFill>
              </a:defRPr>
            </a:lvl7pPr>
            <a:lvl8pPr marL="593985" indent="-161996">
              <a:defRPr sz="900">
                <a:solidFill>
                  <a:schemeClr val="bg2"/>
                </a:solidFill>
              </a:defRPr>
            </a:lvl8pPr>
            <a:lvl9pPr marL="593985" indent="-161996">
              <a:defRPr sz="900">
                <a:solidFill>
                  <a:schemeClr val="bg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10" name="Foliennummernplatzhalter 9">
            <a:extLst>
              <a:ext uri="{FF2B5EF4-FFF2-40B4-BE49-F238E27FC236}">
                <a16:creationId xmlns:a16="http://schemas.microsoft.com/office/drawing/2014/main" id="{72FCF5F4-CA3B-1BFB-C58A-7D430F5E452D}"/>
              </a:ext>
            </a:extLst>
          </p:cNvPr>
          <p:cNvSpPr>
            <a:spLocks noGrp="1"/>
          </p:cNvSpPr>
          <p:nvPr>
            <p:ph type="sldNum" sz="quarter" idx="18"/>
          </p:nvPr>
        </p:nvSpPr>
        <p:spPr bwMode="gray">
          <a:xfrm>
            <a:off x="8568444" y="4685127"/>
            <a:ext cx="216000" cy="216000"/>
          </a:xfrm>
        </p:spPr>
        <p:txBody>
          <a:bodyPr/>
          <a:lstStyle/>
          <a:p>
            <a:fld id="{8FF9B0DE-3FEB-4AA0-B465-B80EF7C1333D}" type="slidenum">
              <a:rPr lang="en-US" smtClean="0"/>
              <a:pPr/>
              <a:t>‹#›</a:t>
            </a:fld>
            <a:endParaRPr lang="en-US"/>
          </a:p>
        </p:txBody>
      </p:sp>
      <p:sp>
        <p:nvSpPr>
          <p:cNvPr id="7" name="Fußzeilenplatzhalter 6">
            <a:extLst>
              <a:ext uri="{FF2B5EF4-FFF2-40B4-BE49-F238E27FC236}">
                <a16:creationId xmlns:a16="http://schemas.microsoft.com/office/drawing/2014/main" id="{44FD59F4-1C7D-3239-B386-71AF16CE89A6}"/>
              </a:ext>
            </a:extLst>
          </p:cNvPr>
          <p:cNvSpPr>
            <a:spLocks noGrp="1"/>
          </p:cNvSpPr>
          <p:nvPr>
            <p:ph type="ftr" sz="quarter" idx="19"/>
          </p:nvPr>
        </p:nvSpPr>
        <p:spPr bwMode="gray">
          <a:xfrm>
            <a:off x="6678468" y="4685127"/>
            <a:ext cx="1835970" cy="216000"/>
          </a:xfrm>
        </p:spPr>
        <p:txBody>
          <a:bodyPr/>
          <a:lstStyle/>
          <a:p>
            <a:r>
              <a:rPr lang="en-US"/>
              <a:t>Presentation title    |    </a:t>
            </a:r>
          </a:p>
          <a:p>
            <a:r>
              <a:rPr lang="en-US"/>
              <a:t>ONLY FOR INTERNAL USE</a:t>
            </a:r>
          </a:p>
        </p:txBody>
      </p:sp>
      <p:sp>
        <p:nvSpPr>
          <p:cNvPr id="6" name="Arrow: Pentagon 5">
            <a:extLst>
              <a:ext uri="{FF2B5EF4-FFF2-40B4-BE49-F238E27FC236}">
                <a16:creationId xmlns:a16="http://schemas.microsoft.com/office/drawing/2014/main" id="{D538B7FC-6B3A-8F3A-BBDC-1EEFED308F78}"/>
              </a:ext>
            </a:extLst>
          </p:cNvPr>
          <p:cNvSpPr/>
          <p:nvPr userDrawn="1"/>
        </p:nvSpPr>
        <p:spPr bwMode="gray">
          <a:xfrm flipH="1">
            <a:off x="9162660" y="4624008"/>
            <a:ext cx="1242000" cy="324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35000" rtlCol="0" anchor="ctr"/>
          <a:lstStyle/>
          <a:p>
            <a:pPr algn="l">
              <a:lnSpc>
                <a:spcPct val="140000"/>
              </a:lnSpc>
            </a:pPr>
            <a:r>
              <a:rPr lang="en-GB" sz="600" b="1">
                <a:solidFill>
                  <a:srgbClr val="076D7E"/>
                </a:solidFill>
                <a:latin typeface="+mj-lt"/>
              </a:rPr>
              <a:t>This layout: title first line, classification second line</a:t>
            </a:r>
            <a:endParaRPr lang="en-US" sz="600" b="1">
              <a:solidFill>
                <a:srgbClr val="076D7E"/>
              </a:solidFill>
              <a:latin typeface="+mj-lt"/>
            </a:endParaRPr>
          </a:p>
        </p:txBody>
      </p:sp>
    </p:spTree>
    <p:extLst>
      <p:ext uri="{BB962C8B-B14F-4D97-AF65-F5344CB8AC3E}">
        <p14:creationId xmlns:p14="http://schemas.microsoft.com/office/powerpoint/2010/main" val="849847534"/>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177.xml><?xml version="1.0" encoding="utf-8"?>
<p:sldLayout xmlns:a="http://schemas.openxmlformats.org/drawingml/2006/main" xmlns:r="http://schemas.openxmlformats.org/officeDocument/2006/relationships" xmlns:p="http://schemas.openxmlformats.org/presentationml/2006/main" preserve="1" userDrawn="1">
  <p:cSld name="Content and margin dark">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3006328" y="356566"/>
            <a:ext cx="5778432" cy="54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3006328" y="1059656"/>
            <a:ext cx="5778104" cy="3294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Textplatzhalter 7">
            <a:extLst>
              <a:ext uri="{FF2B5EF4-FFF2-40B4-BE49-F238E27FC236}">
                <a16:creationId xmlns:a16="http://schemas.microsoft.com/office/drawing/2014/main" id="{2A95F447-219A-69FD-4A7C-F3F31D1125FD}"/>
              </a:ext>
            </a:extLst>
          </p:cNvPr>
          <p:cNvSpPr>
            <a:spLocks noGrp="1"/>
          </p:cNvSpPr>
          <p:nvPr>
            <p:ph type="body" sz="quarter" idx="13" hasCustomPrompt="1"/>
          </p:nvPr>
        </p:nvSpPr>
        <p:spPr bwMode="gray">
          <a:xfrm>
            <a:off x="3006328" y="4353960"/>
            <a:ext cx="5778000" cy="108000"/>
          </a:xfrm>
        </p:spPr>
        <p:txBody>
          <a:bodyPr anchor="b"/>
          <a:lstStyle>
            <a:lvl1pPr marL="0" indent="0">
              <a:lnSpc>
                <a:spcPct val="100000"/>
              </a:lnSpc>
              <a:spcBef>
                <a:spcPts val="0"/>
              </a:spcBef>
              <a:spcAft>
                <a:spcPts val="0"/>
              </a:spcAft>
              <a:buFont typeface="Arial" panose="020B0604020202020204" pitchFamily="34" charset="0"/>
              <a:buNone/>
              <a:defRPr sz="600" b="0"/>
            </a:lvl1pPr>
            <a:lvl2pPr marL="0" indent="0">
              <a:lnSpc>
                <a:spcPct val="100000"/>
              </a:lnSpc>
              <a:spcBef>
                <a:spcPts val="0"/>
              </a:spcBef>
              <a:spcAft>
                <a:spcPts val="0"/>
              </a:spcAft>
              <a:buFont typeface="Arial" panose="020B0604020202020204" pitchFamily="34" charset="0"/>
              <a:buNone/>
              <a:defRPr sz="600" b="0"/>
            </a:lvl2pPr>
            <a:lvl3pPr marL="0" indent="0">
              <a:lnSpc>
                <a:spcPct val="100000"/>
              </a:lnSpc>
              <a:spcBef>
                <a:spcPts val="0"/>
              </a:spcBef>
              <a:spcAft>
                <a:spcPts val="0"/>
              </a:spcAft>
              <a:buNone/>
              <a:defRPr sz="600" b="0"/>
            </a:lvl3pPr>
            <a:lvl4pPr marL="0" indent="0">
              <a:lnSpc>
                <a:spcPct val="100000"/>
              </a:lnSpc>
              <a:spcBef>
                <a:spcPts val="0"/>
              </a:spcBef>
              <a:spcAft>
                <a:spcPts val="0"/>
              </a:spcAft>
              <a:buNone/>
              <a:defRPr sz="600" b="0"/>
            </a:lvl4pPr>
            <a:lvl5pPr marL="0" indent="0">
              <a:lnSpc>
                <a:spcPct val="100000"/>
              </a:lnSpc>
              <a:spcBef>
                <a:spcPts val="0"/>
              </a:spcBef>
              <a:spcAft>
                <a:spcPts val="0"/>
              </a:spcAft>
              <a:buNone/>
              <a:defRPr sz="600" b="0"/>
            </a:lvl5pPr>
            <a:lvl6pPr marL="0" indent="0">
              <a:lnSpc>
                <a:spcPct val="100000"/>
              </a:lnSpc>
              <a:spcBef>
                <a:spcPts val="0"/>
              </a:spcBef>
              <a:spcAft>
                <a:spcPts val="0"/>
              </a:spcAft>
              <a:buNone/>
              <a:defRPr sz="600" b="0"/>
            </a:lvl6pPr>
            <a:lvl7pPr marL="0" indent="0">
              <a:lnSpc>
                <a:spcPct val="100000"/>
              </a:lnSpc>
              <a:spcBef>
                <a:spcPts val="0"/>
              </a:spcBef>
              <a:spcAft>
                <a:spcPts val="0"/>
              </a:spcAft>
              <a:buNone/>
              <a:defRPr sz="600" b="0"/>
            </a:lvl7pPr>
            <a:lvl8pPr marL="0" indent="0">
              <a:lnSpc>
                <a:spcPct val="100000"/>
              </a:lnSpc>
              <a:spcBef>
                <a:spcPts val="0"/>
              </a:spcBef>
              <a:spcAft>
                <a:spcPts val="0"/>
              </a:spcAft>
              <a:buNone/>
              <a:defRPr sz="600" b="0"/>
            </a:lvl8pPr>
            <a:lvl9pPr marL="0" indent="0">
              <a:lnSpc>
                <a:spcPct val="100000"/>
              </a:lnSpc>
              <a:spcBef>
                <a:spcPts val="0"/>
              </a:spcBef>
              <a:spcAft>
                <a:spcPts val="0"/>
              </a:spcAft>
              <a:buNone/>
              <a:defRPr sz="600" b="0"/>
            </a:lvl9pPr>
          </a:lstStyle>
          <a:p>
            <a:pPr lvl="0"/>
            <a:r>
              <a:rPr lang="en-US"/>
              <a:t>Footnote/Source</a:t>
            </a:r>
          </a:p>
        </p:txBody>
      </p:sp>
      <p:sp>
        <p:nvSpPr>
          <p:cNvPr id="2" name="Rechteck 1">
            <a:extLst>
              <a:ext uri="{FF2B5EF4-FFF2-40B4-BE49-F238E27FC236}">
                <a16:creationId xmlns:a16="http://schemas.microsoft.com/office/drawing/2014/main" id="{964E6C92-F738-050B-D124-0B9B2D1A3A22}"/>
              </a:ext>
              <a:ext uri="{C183D7F6-B498-43B3-948B-1728B52AA6E4}">
                <adec:decorative xmlns:adec="http://schemas.microsoft.com/office/drawing/2017/decorative" val="1"/>
              </a:ext>
            </a:extLst>
          </p:cNvPr>
          <p:cNvSpPr/>
          <p:nvPr userDrawn="1"/>
        </p:nvSpPr>
        <p:spPr bwMode="ltGray">
          <a:xfrm>
            <a:off x="0" y="0"/>
            <a:ext cx="2681100" cy="5143500"/>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solidFill>
                <a:schemeClr val="tx1"/>
              </a:solidFill>
            </a:endParaRPr>
          </a:p>
        </p:txBody>
      </p:sp>
      <p:sp>
        <p:nvSpPr>
          <p:cNvPr id="13" name="Inhaltsplatzhalter 2">
            <a:extLst>
              <a:ext uri="{FF2B5EF4-FFF2-40B4-BE49-F238E27FC236}">
                <a16:creationId xmlns:a16="http://schemas.microsoft.com/office/drawing/2014/main" id="{57AF223A-9133-4CD7-A24F-37E750D20428}"/>
              </a:ext>
            </a:extLst>
          </p:cNvPr>
          <p:cNvSpPr>
            <a:spLocks noGrp="1"/>
          </p:cNvSpPr>
          <p:nvPr>
            <p:ph idx="16" hasCustomPrompt="1"/>
          </p:nvPr>
        </p:nvSpPr>
        <p:spPr bwMode="white">
          <a:xfrm>
            <a:off x="359532" y="357503"/>
            <a:ext cx="2106000" cy="4104000"/>
          </a:xfrm>
          <a:noFill/>
        </p:spPr>
        <p:txBody>
          <a:bodyPr lIns="0" tIns="0" rIns="0"/>
          <a:lstStyle>
            <a:lvl1pPr>
              <a:defRPr sz="900">
                <a:solidFill>
                  <a:schemeClr val="tx2"/>
                </a:solidFill>
              </a:defRPr>
            </a:lvl1pPr>
            <a:lvl2pPr>
              <a:defRPr sz="900">
                <a:solidFill>
                  <a:schemeClr val="tx2"/>
                </a:solidFill>
              </a:defRPr>
            </a:lvl2pPr>
            <a:lvl3pPr>
              <a:defRPr sz="900">
                <a:solidFill>
                  <a:schemeClr val="tx2"/>
                </a:solidFill>
              </a:defRPr>
            </a:lvl3pPr>
            <a:lvl4pPr>
              <a:defRPr sz="900">
                <a:solidFill>
                  <a:schemeClr val="tx2"/>
                </a:solidFill>
              </a:defRPr>
            </a:lvl4pPr>
            <a:lvl5pPr marL="593985" indent="-161996">
              <a:defRPr sz="900">
                <a:solidFill>
                  <a:schemeClr val="tx2"/>
                </a:solidFill>
              </a:defRPr>
            </a:lvl5pPr>
            <a:lvl6pPr marL="593985" indent="-161996">
              <a:defRPr sz="900">
                <a:solidFill>
                  <a:schemeClr val="tx2"/>
                </a:solidFill>
              </a:defRPr>
            </a:lvl6pPr>
            <a:lvl7pPr marL="593985" indent="-161996">
              <a:defRPr sz="900">
                <a:solidFill>
                  <a:schemeClr val="tx2"/>
                </a:solidFill>
              </a:defRPr>
            </a:lvl7pPr>
            <a:lvl8pPr marL="593985" indent="-161996">
              <a:defRPr sz="900">
                <a:solidFill>
                  <a:schemeClr val="tx2"/>
                </a:solidFill>
              </a:defRPr>
            </a:lvl8pPr>
            <a:lvl9pPr marL="593985" indent="-161996">
              <a:defRPr sz="900">
                <a:solidFill>
                  <a:schemeClr val="tx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Fußzeilenplatzhalter 7">
            <a:extLst>
              <a:ext uri="{FF2B5EF4-FFF2-40B4-BE49-F238E27FC236}">
                <a16:creationId xmlns:a16="http://schemas.microsoft.com/office/drawing/2014/main" id="{968BB1DE-E9BE-775B-4288-1AF4F0D5B1B1}"/>
              </a:ext>
            </a:extLst>
          </p:cNvPr>
          <p:cNvSpPr>
            <a:spLocks noGrp="1"/>
          </p:cNvSpPr>
          <p:nvPr>
            <p:ph type="ftr" sz="quarter" idx="21"/>
          </p:nvPr>
        </p:nvSpPr>
        <p:spPr bwMode="gray"/>
        <p:txBody>
          <a:bodyPr/>
          <a:lstStyle/>
          <a:p>
            <a:r>
              <a:rPr lang="en-US"/>
              <a:t>Presentation title    |    ONLY FOR INTERNAL USE</a:t>
            </a:r>
          </a:p>
        </p:txBody>
      </p:sp>
      <p:sp>
        <p:nvSpPr>
          <p:cNvPr id="9" name="Foliennummernplatzhalter 8">
            <a:extLst>
              <a:ext uri="{FF2B5EF4-FFF2-40B4-BE49-F238E27FC236}">
                <a16:creationId xmlns:a16="http://schemas.microsoft.com/office/drawing/2014/main" id="{3E2B5224-32EA-94A3-115E-0FDE596416E4}"/>
              </a:ext>
            </a:extLst>
          </p:cNvPr>
          <p:cNvSpPr>
            <a:spLocks noGrp="1"/>
          </p:cNvSpPr>
          <p:nvPr>
            <p:ph type="sldNum" sz="quarter" idx="22"/>
          </p:nvPr>
        </p:nvSpPr>
        <p:spPr bwMode="gray"/>
        <p:txBody>
          <a:bodyPr/>
          <a:lstStyle/>
          <a:p>
            <a:fld id="{DF4E8F9F-5B1F-4F5B-BE49-3245D8C18D9F}" type="slidenum">
              <a:rPr lang="en-US" smtClean="0"/>
              <a:pPr/>
              <a:t>‹#›</a:t>
            </a:fld>
            <a:endParaRPr lang="en-US"/>
          </a:p>
        </p:txBody>
      </p:sp>
      <p:pic>
        <p:nvPicPr>
          <p:cNvPr id="11" name="Grafik 10">
            <a:extLst>
              <a:ext uri="{FF2B5EF4-FFF2-40B4-BE49-F238E27FC236}">
                <a16:creationId xmlns:a16="http://schemas.microsoft.com/office/drawing/2014/main" id="{0815D78F-DFF9-F83D-6050-F8F2DCF549A4}"/>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359568" y="4623752"/>
            <a:ext cx="926100" cy="279545"/>
          </a:xfrm>
          <a:prstGeom prst="rect">
            <a:avLst/>
          </a:prstGeom>
        </p:spPr>
      </p:pic>
    </p:spTree>
    <p:extLst>
      <p:ext uri="{BB962C8B-B14F-4D97-AF65-F5344CB8AC3E}">
        <p14:creationId xmlns:p14="http://schemas.microsoft.com/office/powerpoint/2010/main" val="710105361"/>
      </p:ext>
    </p:extLst>
  </p:cSld>
  <p:clrMapOvr>
    <a:masterClrMapping/>
  </p:clrMapOvr>
  <p:extLst>
    <p:ext uri="{DCECCB84-F9BA-43D5-87BE-67443E8EF086}">
      <p15:sldGuideLst xmlns:p15="http://schemas.microsoft.com/office/powerpoint/2012/main"/>
    </p:ext>
  </p:extLst>
</p:sldLayout>
</file>

<file path=ppt/slideLayouts/slideLayout178.xml><?xml version="1.0" encoding="utf-8"?>
<p:sldLayout xmlns:a="http://schemas.openxmlformats.org/drawingml/2006/main" xmlns:r="http://schemas.openxmlformats.org/officeDocument/2006/relationships" xmlns:p="http://schemas.openxmlformats.org/presentationml/2006/main" preserve="1" userDrawn="1">
  <p:cSld name="Content and margin dark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359569" y="356566"/>
            <a:ext cx="5535216" cy="54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359569" y="1059656"/>
            <a:ext cx="5535216" cy="3294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Textplatzhalter 7">
            <a:extLst>
              <a:ext uri="{FF2B5EF4-FFF2-40B4-BE49-F238E27FC236}">
                <a16:creationId xmlns:a16="http://schemas.microsoft.com/office/drawing/2014/main" id="{08582CA4-7CD5-7812-627E-FD2D9C55D890}"/>
              </a:ext>
            </a:extLst>
          </p:cNvPr>
          <p:cNvSpPr>
            <a:spLocks noGrp="1"/>
          </p:cNvSpPr>
          <p:nvPr>
            <p:ph type="body" sz="quarter" idx="13" hasCustomPrompt="1"/>
          </p:nvPr>
        </p:nvSpPr>
        <p:spPr bwMode="gray">
          <a:xfrm>
            <a:off x="360000" y="4353960"/>
            <a:ext cx="5535000" cy="108000"/>
          </a:xfrm>
        </p:spPr>
        <p:txBody>
          <a:bodyPr anchor="b"/>
          <a:lstStyle>
            <a:lvl1pPr marL="0" indent="0">
              <a:lnSpc>
                <a:spcPct val="100000"/>
              </a:lnSpc>
              <a:spcBef>
                <a:spcPts val="0"/>
              </a:spcBef>
              <a:spcAft>
                <a:spcPts val="0"/>
              </a:spcAft>
              <a:buFont typeface="Arial" panose="020B0604020202020204" pitchFamily="34" charset="0"/>
              <a:buNone/>
              <a:defRPr sz="600" b="0"/>
            </a:lvl1pPr>
            <a:lvl2pPr marL="0" indent="0">
              <a:lnSpc>
                <a:spcPct val="100000"/>
              </a:lnSpc>
              <a:spcBef>
                <a:spcPts val="0"/>
              </a:spcBef>
              <a:spcAft>
                <a:spcPts val="0"/>
              </a:spcAft>
              <a:buFont typeface="Arial" panose="020B0604020202020204" pitchFamily="34" charset="0"/>
              <a:buNone/>
              <a:defRPr sz="600" b="0"/>
            </a:lvl2pPr>
            <a:lvl3pPr marL="0" indent="0">
              <a:lnSpc>
                <a:spcPct val="100000"/>
              </a:lnSpc>
              <a:spcBef>
                <a:spcPts val="0"/>
              </a:spcBef>
              <a:spcAft>
                <a:spcPts val="0"/>
              </a:spcAft>
              <a:buNone/>
              <a:defRPr sz="600" b="0"/>
            </a:lvl3pPr>
            <a:lvl4pPr marL="0" indent="0">
              <a:lnSpc>
                <a:spcPct val="100000"/>
              </a:lnSpc>
              <a:spcBef>
                <a:spcPts val="0"/>
              </a:spcBef>
              <a:spcAft>
                <a:spcPts val="0"/>
              </a:spcAft>
              <a:buNone/>
              <a:defRPr sz="600" b="0"/>
            </a:lvl4pPr>
            <a:lvl5pPr marL="0" indent="0">
              <a:lnSpc>
                <a:spcPct val="100000"/>
              </a:lnSpc>
              <a:spcBef>
                <a:spcPts val="0"/>
              </a:spcBef>
              <a:spcAft>
                <a:spcPts val="0"/>
              </a:spcAft>
              <a:buNone/>
              <a:defRPr sz="600" b="0"/>
            </a:lvl5pPr>
            <a:lvl6pPr marL="0" indent="0">
              <a:lnSpc>
                <a:spcPct val="100000"/>
              </a:lnSpc>
              <a:spcBef>
                <a:spcPts val="0"/>
              </a:spcBef>
              <a:spcAft>
                <a:spcPts val="0"/>
              </a:spcAft>
              <a:buNone/>
              <a:defRPr sz="600" b="0"/>
            </a:lvl6pPr>
            <a:lvl7pPr marL="0" indent="0">
              <a:lnSpc>
                <a:spcPct val="100000"/>
              </a:lnSpc>
              <a:spcBef>
                <a:spcPts val="0"/>
              </a:spcBef>
              <a:spcAft>
                <a:spcPts val="0"/>
              </a:spcAft>
              <a:buNone/>
              <a:defRPr sz="600" b="0"/>
            </a:lvl7pPr>
            <a:lvl8pPr marL="0" indent="0">
              <a:lnSpc>
                <a:spcPct val="100000"/>
              </a:lnSpc>
              <a:spcBef>
                <a:spcPts val="0"/>
              </a:spcBef>
              <a:spcAft>
                <a:spcPts val="0"/>
              </a:spcAft>
              <a:buNone/>
              <a:defRPr sz="600" b="0"/>
            </a:lvl8pPr>
            <a:lvl9pPr marL="0" indent="0">
              <a:lnSpc>
                <a:spcPct val="100000"/>
              </a:lnSpc>
              <a:spcBef>
                <a:spcPts val="0"/>
              </a:spcBef>
              <a:spcAft>
                <a:spcPts val="0"/>
              </a:spcAft>
              <a:buNone/>
              <a:defRPr sz="600" b="0"/>
            </a:lvl9pPr>
          </a:lstStyle>
          <a:p>
            <a:pPr lvl="0"/>
            <a:r>
              <a:rPr lang="en-US"/>
              <a:t>Footnote/Source</a:t>
            </a:r>
          </a:p>
        </p:txBody>
      </p:sp>
      <p:sp>
        <p:nvSpPr>
          <p:cNvPr id="4" name="Rechteck 3">
            <a:extLst>
              <a:ext uri="{FF2B5EF4-FFF2-40B4-BE49-F238E27FC236}">
                <a16:creationId xmlns:a16="http://schemas.microsoft.com/office/drawing/2014/main" id="{24688781-42AD-2AB8-7E4B-B07DF616297A}"/>
              </a:ext>
              <a:ext uri="{C183D7F6-B498-43B3-948B-1728B52AA6E4}">
                <adec:decorative xmlns:adec="http://schemas.microsoft.com/office/drawing/2017/decorative" val="1"/>
              </a:ext>
            </a:extLst>
          </p:cNvPr>
          <p:cNvSpPr/>
          <p:nvPr userDrawn="1"/>
        </p:nvSpPr>
        <p:spPr bwMode="ltGray">
          <a:xfrm>
            <a:off x="6462900" y="0"/>
            <a:ext cx="2681100" cy="5143500"/>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solidFill>
                <a:schemeClr val="tx1"/>
              </a:solidFill>
            </a:endParaRPr>
          </a:p>
        </p:txBody>
      </p:sp>
      <p:sp>
        <p:nvSpPr>
          <p:cNvPr id="5" name="Inhaltsplatzhalter 2">
            <a:extLst>
              <a:ext uri="{FF2B5EF4-FFF2-40B4-BE49-F238E27FC236}">
                <a16:creationId xmlns:a16="http://schemas.microsoft.com/office/drawing/2014/main" id="{86302274-F93B-1846-038E-F2D91EC79A58}"/>
              </a:ext>
            </a:extLst>
          </p:cNvPr>
          <p:cNvSpPr>
            <a:spLocks noGrp="1"/>
          </p:cNvSpPr>
          <p:nvPr>
            <p:ph idx="16" hasCustomPrompt="1"/>
          </p:nvPr>
        </p:nvSpPr>
        <p:spPr bwMode="white">
          <a:xfrm>
            <a:off x="6678468" y="357503"/>
            <a:ext cx="2106000" cy="4104000"/>
          </a:xfrm>
          <a:noFill/>
        </p:spPr>
        <p:txBody>
          <a:bodyPr lIns="0" tIns="0" rIns="0"/>
          <a:lstStyle>
            <a:lvl1pPr>
              <a:defRPr sz="900">
                <a:solidFill>
                  <a:schemeClr val="tx2"/>
                </a:solidFill>
              </a:defRPr>
            </a:lvl1pPr>
            <a:lvl2pPr>
              <a:defRPr sz="900">
                <a:solidFill>
                  <a:schemeClr val="tx2"/>
                </a:solidFill>
              </a:defRPr>
            </a:lvl2pPr>
            <a:lvl3pPr>
              <a:defRPr sz="900">
                <a:solidFill>
                  <a:schemeClr val="tx2"/>
                </a:solidFill>
              </a:defRPr>
            </a:lvl3pPr>
            <a:lvl4pPr>
              <a:defRPr sz="900">
                <a:solidFill>
                  <a:schemeClr val="tx2"/>
                </a:solidFill>
              </a:defRPr>
            </a:lvl4pPr>
            <a:lvl5pPr marL="593985" indent="-161996">
              <a:defRPr sz="900">
                <a:solidFill>
                  <a:schemeClr val="tx2"/>
                </a:solidFill>
              </a:defRPr>
            </a:lvl5pPr>
            <a:lvl6pPr marL="593985" indent="-161996">
              <a:defRPr sz="900">
                <a:solidFill>
                  <a:schemeClr val="tx2"/>
                </a:solidFill>
              </a:defRPr>
            </a:lvl6pPr>
            <a:lvl7pPr marL="593985" indent="-161996">
              <a:defRPr sz="900">
                <a:solidFill>
                  <a:schemeClr val="tx2"/>
                </a:solidFill>
              </a:defRPr>
            </a:lvl7pPr>
            <a:lvl8pPr marL="593985" indent="-161996">
              <a:defRPr sz="900">
                <a:solidFill>
                  <a:schemeClr val="tx2"/>
                </a:solidFill>
              </a:defRPr>
            </a:lvl8pPr>
            <a:lvl9pPr marL="593985" indent="-161996">
              <a:defRPr sz="900">
                <a:solidFill>
                  <a:schemeClr val="tx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10" name="Foliennummernplatzhalter 9">
            <a:extLst>
              <a:ext uri="{FF2B5EF4-FFF2-40B4-BE49-F238E27FC236}">
                <a16:creationId xmlns:a16="http://schemas.microsoft.com/office/drawing/2014/main" id="{72FCF5F4-CA3B-1BFB-C58A-7D430F5E452D}"/>
              </a:ext>
            </a:extLst>
          </p:cNvPr>
          <p:cNvSpPr>
            <a:spLocks noGrp="1"/>
          </p:cNvSpPr>
          <p:nvPr>
            <p:ph type="sldNum" sz="quarter" idx="18"/>
          </p:nvPr>
        </p:nvSpPr>
        <p:spPr bwMode="gray">
          <a:xfrm>
            <a:off x="8568444" y="4685127"/>
            <a:ext cx="216000" cy="216000"/>
          </a:xfrm>
        </p:spPr>
        <p:txBody>
          <a:bodyPr/>
          <a:lstStyle>
            <a:lvl1pPr>
              <a:defRPr>
                <a:solidFill>
                  <a:schemeClr val="bg1"/>
                </a:solidFill>
              </a:defRPr>
            </a:lvl1pPr>
          </a:lstStyle>
          <a:p>
            <a:fld id="{8FF9B0DE-3FEB-4AA0-B465-B80EF7C1333D}" type="slidenum">
              <a:rPr lang="en-US" smtClean="0"/>
              <a:pPr/>
              <a:t>‹#›</a:t>
            </a:fld>
            <a:endParaRPr lang="en-US"/>
          </a:p>
        </p:txBody>
      </p:sp>
      <p:sp>
        <p:nvSpPr>
          <p:cNvPr id="6" name="Fußzeilenplatzhalter 5">
            <a:extLst>
              <a:ext uri="{FF2B5EF4-FFF2-40B4-BE49-F238E27FC236}">
                <a16:creationId xmlns:a16="http://schemas.microsoft.com/office/drawing/2014/main" id="{3C34E6B4-9185-474A-FF6F-DCBB3809D0C0}"/>
              </a:ext>
            </a:extLst>
          </p:cNvPr>
          <p:cNvSpPr>
            <a:spLocks noGrp="1"/>
          </p:cNvSpPr>
          <p:nvPr>
            <p:ph type="ftr" sz="quarter" idx="19"/>
          </p:nvPr>
        </p:nvSpPr>
        <p:spPr bwMode="gray">
          <a:xfrm>
            <a:off x="6678468" y="4685127"/>
            <a:ext cx="1835970" cy="216000"/>
          </a:xfrm>
        </p:spPr>
        <p:txBody>
          <a:bodyPr/>
          <a:lstStyle>
            <a:lvl1pPr>
              <a:defRPr>
                <a:solidFill>
                  <a:schemeClr val="bg1"/>
                </a:solidFill>
              </a:defRPr>
            </a:lvl1pPr>
          </a:lstStyle>
          <a:p>
            <a:r>
              <a:rPr lang="en-US"/>
              <a:t>Presentation title    |    </a:t>
            </a:r>
          </a:p>
          <a:p>
            <a:r>
              <a:rPr lang="en-US"/>
              <a:t>ONLY FOR INTERNAL USE</a:t>
            </a:r>
          </a:p>
        </p:txBody>
      </p:sp>
      <p:sp>
        <p:nvSpPr>
          <p:cNvPr id="7" name="Arrow: Pentagon 6">
            <a:extLst>
              <a:ext uri="{FF2B5EF4-FFF2-40B4-BE49-F238E27FC236}">
                <a16:creationId xmlns:a16="http://schemas.microsoft.com/office/drawing/2014/main" id="{1C2F19D9-5B8F-D889-26A0-5956F75299B0}"/>
              </a:ext>
            </a:extLst>
          </p:cNvPr>
          <p:cNvSpPr/>
          <p:nvPr userDrawn="1"/>
        </p:nvSpPr>
        <p:spPr bwMode="gray">
          <a:xfrm flipH="1">
            <a:off x="9162660" y="4624008"/>
            <a:ext cx="1242000" cy="324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35000" rtlCol="0" anchor="ctr"/>
          <a:lstStyle/>
          <a:p>
            <a:pPr algn="l">
              <a:lnSpc>
                <a:spcPct val="140000"/>
              </a:lnSpc>
            </a:pPr>
            <a:r>
              <a:rPr lang="en-GB" sz="600" b="1">
                <a:solidFill>
                  <a:srgbClr val="076D7E"/>
                </a:solidFill>
                <a:latin typeface="+mj-lt"/>
              </a:rPr>
              <a:t>This layout: title first line, classification second line</a:t>
            </a:r>
            <a:endParaRPr lang="en-US" sz="600" b="1">
              <a:solidFill>
                <a:srgbClr val="076D7E"/>
              </a:solidFill>
              <a:latin typeface="+mj-lt"/>
            </a:endParaRPr>
          </a:p>
        </p:txBody>
      </p:sp>
    </p:spTree>
    <p:extLst>
      <p:ext uri="{BB962C8B-B14F-4D97-AF65-F5344CB8AC3E}">
        <p14:creationId xmlns:p14="http://schemas.microsoft.com/office/powerpoint/2010/main" val="4270450356"/>
      </p:ext>
    </p:extLst>
  </p:cSld>
  <p:clrMapOvr>
    <a:masterClrMapping/>
  </p:clrMapOvr>
  <p:extLst>
    <p:ext uri="{DCECCB84-F9BA-43D5-87BE-67443E8EF086}">
      <p15:sldGuideLst xmlns:p15="http://schemas.microsoft.com/office/powerpoint/2012/main">
        <p15:guide id="2" pos="4951">
          <p15:clr>
            <a:srgbClr val="FBAE40"/>
          </p15:clr>
        </p15:guide>
      </p15:sldGuideLst>
    </p:ext>
  </p:extLst>
</p:sldLayout>
</file>

<file path=ppt/slideLayouts/slideLayout179.xml><?xml version="1.0" encoding="utf-8"?>
<p:sldLayout xmlns:a="http://schemas.openxmlformats.org/drawingml/2006/main" xmlns:r="http://schemas.openxmlformats.org/officeDocument/2006/relationships" xmlns:p="http://schemas.openxmlformats.org/presentationml/2006/main" preserve="1" userDrawn="1">
  <p:cSld name="Two contents">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B969D033-1776-30E3-34FB-6D433A2B3D1E}"/>
              </a:ext>
            </a:extLst>
          </p:cNvPr>
          <p:cNvSpPr>
            <a:spLocks noGrp="1"/>
          </p:cNvSpPr>
          <p:nvPr>
            <p:ph type="title" hasCustomPrompt="1"/>
          </p:nvPr>
        </p:nvSpPr>
        <p:spPr bwMode="gray"/>
        <p:txBody>
          <a:bodyPr/>
          <a:lstStyle/>
          <a:p>
            <a:r>
              <a:rPr lang="en-US"/>
              <a:t>Mastertitelformat bearbeiten</a:t>
            </a:r>
          </a:p>
        </p:txBody>
      </p:sp>
      <p:sp>
        <p:nvSpPr>
          <p:cNvPr id="3" name="Inhaltsplatzhalter 2"/>
          <p:cNvSpPr>
            <a:spLocks noGrp="1"/>
          </p:cNvSpPr>
          <p:nvPr>
            <p:ph idx="1" hasCustomPrompt="1"/>
          </p:nvPr>
        </p:nvSpPr>
        <p:spPr bwMode="gray">
          <a:xfrm>
            <a:off x="359569" y="1059657"/>
            <a:ext cx="4104086" cy="3294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Inhaltsplatzhalter 2">
            <a:extLst>
              <a:ext uri="{FF2B5EF4-FFF2-40B4-BE49-F238E27FC236}">
                <a16:creationId xmlns:a16="http://schemas.microsoft.com/office/drawing/2014/main" id="{BADB063E-26C4-805D-BAFD-D98A9ADF74B2}"/>
              </a:ext>
            </a:extLst>
          </p:cNvPr>
          <p:cNvSpPr>
            <a:spLocks noGrp="1"/>
          </p:cNvSpPr>
          <p:nvPr>
            <p:ph idx="16" hasCustomPrompt="1"/>
          </p:nvPr>
        </p:nvSpPr>
        <p:spPr bwMode="gray">
          <a:xfrm>
            <a:off x="4680346" y="1059657"/>
            <a:ext cx="4104086" cy="3294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360000" y="4353960"/>
            <a:ext cx="8424000" cy="108000"/>
          </a:xfrm>
        </p:spPr>
        <p:txBody>
          <a:bodyPr anchor="b"/>
          <a:lstStyle>
            <a:lvl1pPr marL="0" indent="0">
              <a:lnSpc>
                <a:spcPct val="100000"/>
              </a:lnSpc>
              <a:spcBef>
                <a:spcPts val="0"/>
              </a:spcBef>
              <a:spcAft>
                <a:spcPts val="0"/>
              </a:spcAft>
              <a:buFont typeface="Arial" panose="020B0604020202020204" pitchFamily="34" charset="0"/>
              <a:buNone/>
              <a:defRPr sz="600" b="0"/>
            </a:lvl1pPr>
            <a:lvl2pPr marL="0" indent="0">
              <a:lnSpc>
                <a:spcPct val="100000"/>
              </a:lnSpc>
              <a:spcBef>
                <a:spcPts val="0"/>
              </a:spcBef>
              <a:spcAft>
                <a:spcPts val="0"/>
              </a:spcAft>
              <a:buFont typeface="Arial" panose="020B0604020202020204" pitchFamily="34" charset="0"/>
              <a:buNone/>
              <a:defRPr sz="600" b="0"/>
            </a:lvl2pPr>
            <a:lvl3pPr marL="0" indent="0">
              <a:lnSpc>
                <a:spcPct val="100000"/>
              </a:lnSpc>
              <a:spcBef>
                <a:spcPts val="0"/>
              </a:spcBef>
              <a:spcAft>
                <a:spcPts val="0"/>
              </a:spcAft>
              <a:buNone/>
              <a:defRPr sz="600" b="0"/>
            </a:lvl3pPr>
            <a:lvl4pPr marL="0" indent="0">
              <a:lnSpc>
                <a:spcPct val="100000"/>
              </a:lnSpc>
              <a:spcBef>
                <a:spcPts val="0"/>
              </a:spcBef>
              <a:spcAft>
                <a:spcPts val="0"/>
              </a:spcAft>
              <a:buNone/>
              <a:defRPr sz="600" b="0"/>
            </a:lvl4pPr>
            <a:lvl5pPr marL="0" indent="0">
              <a:lnSpc>
                <a:spcPct val="100000"/>
              </a:lnSpc>
              <a:spcBef>
                <a:spcPts val="0"/>
              </a:spcBef>
              <a:spcAft>
                <a:spcPts val="0"/>
              </a:spcAft>
              <a:buNone/>
              <a:defRPr sz="600" b="0"/>
            </a:lvl5pPr>
            <a:lvl6pPr marL="0" indent="0">
              <a:lnSpc>
                <a:spcPct val="100000"/>
              </a:lnSpc>
              <a:spcBef>
                <a:spcPts val="0"/>
              </a:spcBef>
              <a:spcAft>
                <a:spcPts val="0"/>
              </a:spcAft>
              <a:buNone/>
              <a:defRPr sz="600" b="0"/>
            </a:lvl6pPr>
            <a:lvl7pPr marL="0" indent="0">
              <a:lnSpc>
                <a:spcPct val="100000"/>
              </a:lnSpc>
              <a:spcBef>
                <a:spcPts val="0"/>
              </a:spcBef>
              <a:spcAft>
                <a:spcPts val="0"/>
              </a:spcAft>
              <a:buNone/>
              <a:defRPr sz="600" b="0"/>
            </a:lvl7pPr>
            <a:lvl8pPr marL="0" indent="0">
              <a:lnSpc>
                <a:spcPct val="100000"/>
              </a:lnSpc>
              <a:spcBef>
                <a:spcPts val="0"/>
              </a:spcBef>
              <a:spcAft>
                <a:spcPts val="0"/>
              </a:spcAft>
              <a:buNone/>
              <a:defRPr sz="600" b="0"/>
            </a:lvl8pPr>
            <a:lvl9pPr marL="0" indent="0">
              <a:lnSpc>
                <a:spcPct val="100000"/>
              </a:lnSpc>
              <a:spcBef>
                <a:spcPts val="0"/>
              </a:spcBef>
              <a:spcAft>
                <a:spcPts val="0"/>
              </a:spcAft>
              <a:buNone/>
              <a:defRPr sz="600" b="0"/>
            </a:lvl9pPr>
          </a:lstStyle>
          <a:p>
            <a:pPr lvl="0"/>
            <a:r>
              <a:rPr lang="en-US"/>
              <a:t>Footnote/Source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7" name="Fußzeilenplatzhalter 6">
            <a:extLst>
              <a:ext uri="{FF2B5EF4-FFF2-40B4-BE49-F238E27FC236}">
                <a16:creationId xmlns:a16="http://schemas.microsoft.com/office/drawing/2014/main" id="{183299EF-0735-B377-A1A9-0068F4589F5F}"/>
              </a:ext>
            </a:extLst>
          </p:cNvPr>
          <p:cNvSpPr>
            <a:spLocks noGrp="1"/>
          </p:cNvSpPr>
          <p:nvPr>
            <p:ph type="ftr" sz="quarter" idx="21"/>
          </p:nvPr>
        </p:nvSpPr>
        <p:spPr bwMode="gray"/>
        <p:txBody>
          <a:bodyPr/>
          <a:lstStyle/>
          <a:p>
            <a:r>
              <a:rPr lang="en-US"/>
              <a:t>Presentation title    |    ONLY FOR INTERNAL USE</a:t>
            </a:r>
          </a:p>
        </p:txBody>
      </p:sp>
    </p:spTree>
    <p:extLst>
      <p:ext uri="{BB962C8B-B14F-4D97-AF65-F5344CB8AC3E}">
        <p14:creationId xmlns:p14="http://schemas.microsoft.com/office/powerpoint/2010/main" val="431285041"/>
      </p:ext>
    </p:extLst>
  </p:cSld>
  <p:clrMapOvr>
    <a:masterClrMapping/>
  </p:clrMapOvr>
  <p:extLst>
    <p:ext uri="{DCECCB84-F9BA-43D5-87BE-67443E8EF086}">
      <p15:sldGuideLst xmlns:p15="http://schemas.microsoft.com/office/powerpoint/2012/main">
        <p15:guide id="1" pos="3749">
          <p15:clr>
            <a:srgbClr val="FBAE40"/>
          </p15:clr>
        </p15:guide>
        <p15:guide id="2" pos="3931">
          <p15:clr>
            <a:srgbClr val="FBAE40"/>
          </p15:clr>
        </p15:guide>
      </p15:sldGuideLst>
    </p:ext>
  </p:extLst>
</p:sldLayout>
</file>

<file path=ppt/slideLayouts/slideLayout180.xml><?xml version="1.0" encoding="utf-8"?>
<p:sldLayout xmlns:a="http://schemas.openxmlformats.org/drawingml/2006/main" xmlns:r="http://schemas.openxmlformats.org/officeDocument/2006/relationships" xmlns:p="http://schemas.openxmlformats.org/presentationml/2006/main" preserve="1" userDrawn="1">
  <p:cSld name="Three contents">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359875" y="1059917"/>
            <a:ext cx="2672954" cy="3294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 name="Inhaltsplatzhalter 2">
            <a:extLst>
              <a:ext uri="{FF2B5EF4-FFF2-40B4-BE49-F238E27FC236}">
                <a16:creationId xmlns:a16="http://schemas.microsoft.com/office/drawing/2014/main" id="{BADB063E-26C4-805D-BAFD-D98A9ADF74B2}"/>
              </a:ext>
            </a:extLst>
          </p:cNvPr>
          <p:cNvSpPr>
            <a:spLocks noGrp="1"/>
          </p:cNvSpPr>
          <p:nvPr>
            <p:ph idx="16" hasCustomPrompt="1"/>
          </p:nvPr>
        </p:nvSpPr>
        <p:spPr bwMode="gray">
          <a:xfrm>
            <a:off x="3249217" y="1059657"/>
            <a:ext cx="2645569" cy="3294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4" name="Inhaltsplatzhalter 2">
            <a:extLst>
              <a:ext uri="{FF2B5EF4-FFF2-40B4-BE49-F238E27FC236}">
                <a16:creationId xmlns:a16="http://schemas.microsoft.com/office/drawing/2014/main" id="{D1B68FCE-197A-6E5E-0E54-04837565753A}"/>
              </a:ext>
            </a:extLst>
          </p:cNvPr>
          <p:cNvSpPr>
            <a:spLocks noGrp="1"/>
          </p:cNvSpPr>
          <p:nvPr>
            <p:ph idx="17" hasCustomPrompt="1"/>
          </p:nvPr>
        </p:nvSpPr>
        <p:spPr bwMode="gray">
          <a:xfrm>
            <a:off x="6111480" y="1059657"/>
            <a:ext cx="2672953" cy="3294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8" name="Textplatzhalter 7"/>
          <p:cNvSpPr>
            <a:spLocks noGrp="1"/>
          </p:cNvSpPr>
          <p:nvPr>
            <p:ph type="body" sz="quarter" idx="13" hasCustomPrompt="1"/>
          </p:nvPr>
        </p:nvSpPr>
        <p:spPr bwMode="gray">
          <a:xfrm>
            <a:off x="360000" y="4353960"/>
            <a:ext cx="8424000" cy="108000"/>
          </a:xfrm>
        </p:spPr>
        <p:txBody>
          <a:bodyPr anchor="b"/>
          <a:lstStyle>
            <a:lvl1pPr marL="0" indent="0">
              <a:lnSpc>
                <a:spcPct val="100000"/>
              </a:lnSpc>
              <a:spcBef>
                <a:spcPts val="0"/>
              </a:spcBef>
              <a:spcAft>
                <a:spcPts val="0"/>
              </a:spcAft>
              <a:buFont typeface="Arial" panose="020B0604020202020204" pitchFamily="34" charset="0"/>
              <a:buNone/>
              <a:defRPr sz="600" b="0"/>
            </a:lvl1pPr>
            <a:lvl2pPr marL="0" indent="0">
              <a:lnSpc>
                <a:spcPct val="100000"/>
              </a:lnSpc>
              <a:spcBef>
                <a:spcPts val="0"/>
              </a:spcBef>
              <a:spcAft>
                <a:spcPts val="0"/>
              </a:spcAft>
              <a:buFont typeface="Arial" panose="020B0604020202020204" pitchFamily="34" charset="0"/>
              <a:buNone/>
              <a:defRPr sz="600" b="0"/>
            </a:lvl2pPr>
            <a:lvl3pPr marL="0" indent="0">
              <a:lnSpc>
                <a:spcPct val="100000"/>
              </a:lnSpc>
              <a:spcBef>
                <a:spcPts val="0"/>
              </a:spcBef>
              <a:spcAft>
                <a:spcPts val="0"/>
              </a:spcAft>
              <a:buNone/>
              <a:defRPr sz="600" b="0"/>
            </a:lvl3pPr>
            <a:lvl4pPr marL="0" indent="0">
              <a:lnSpc>
                <a:spcPct val="100000"/>
              </a:lnSpc>
              <a:spcBef>
                <a:spcPts val="0"/>
              </a:spcBef>
              <a:spcAft>
                <a:spcPts val="0"/>
              </a:spcAft>
              <a:buNone/>
              <a:defRPr sz="600" b="0"/>
            </a:lvl4pPr>
            <a:lvl5pPr marL="0" indent="0">
              <a:lnSpc>
                <a:spcPct val="100000"/>
              </a:lnSpc>
              <a:spcBef>
                <a:spcPts val="0"/>
              </a:spcBef>
              <a:spcAft>
                <a:spcPts val="0"/>
              </a:spcAft>
              <a:buNone/>
              <a:defRPr sz="600" b="0"/>
            </a:lvl5pPr>
            <a:lvl6pPr marL="0" indent="0">
              <a:lnSpc>
                <a:spcPct val="100000"/>
              </a:lnSpc>
              <a:spcBef>
                <a:spcPts val="0"/>
              </a:spcBef>
              <a:spcAft>
                <a:spcPts val="0"/>
              </a:spcAft>
              <a:buNone/>
              <a:defRPr sz="600" b="0"/>
            </a:lvl6pPr>
            <a:lvl7pPr marL="0" indent="0">
              <a:lnSpc>
                <a:spcPct val="100000"/>
              </a:lnSpc>
              <a:spcBef>
                <a:spcPts val="0"/>
              </a:spcBef>
              <a:spcAft>
                <a:spcPts val="0"/>
              </a:spcAft>
              <a:buNone/>
              <a:defRPr sz="600" b="0"/>
            </a:lvl7pPr>
            <a:lvl8pPr marL="0" indent="0">
              <a:lnSpc>
                <a:spcPct val="100000"/>
              </a:lnSpc>
              <a:spcBef>
                <a:spcPts val="0"/>
              </a:spcBef>
              <a:spcAft>
                <a:spcPts val="0"/>
              </a:spcAft>
              <a:buNone/>
              <a:defRPr sz="600" b="0"/>
            </a:lvl8pPr>
            <a:lvl9pPr marL="0" indent="0">
              <a:lnSpc>
                <a:spcPct val="100000"/>
              </a:lnSpc>
              <a:spcBef>
                <a:spcPts val="0"/>
              </a:spcBef>
              <a:spcAft>
                <a:spcPts val="0"/>
              </a:spcAft>
              <a:buNone/>
              <a:defRPr sz="600" b="0"/>
            </a:lvl9pPr>
          </a:lstStyle>
          <a:p>
            <a:pPr lvl="0"/>
            <a:r>
              <a:rPr lang="en-US"/>
              <a:t>Footnote/Source</a:t>
            </a:r>
          </a:p>
        </p:txBody>
      </p:sp>
      <p:sp>
        <p:nvSpPr>
          <p:cNvPr id="7" name="Fußzeilenplatzhalter 6">
            <a:extLst>
              <a:ext uri="{FF2B5EF4-FFF2-40B4-BE49-F238E27FC236}">
                <a16:creationId xmlns:a16="http://schemas.microsoft.com/office/drawing/2014/main" id="{8C2E740B-CD4F-8BDC-2C1B-D377B1F6FC20}"/>
              </a:ext>
            </a:extLst>
          </p:cNvPr>
          <p:cNvSpPr>
            <a:spLocks noGrp="1"/>
          </p:cNvSpPr>
          <p:nvPr>
            <p:ph type="ftr" sz="quarter" idx="21"/>
          </p:nvPr>
        </p:nvSpPr>
        <p:spPr bwMode="gray"/>
        <p:txBody>
          <a:bodyPr/>
          <a:lstStyle/>
          <a:p>
            <a:r>
              <a:rPr lang="en-US"/>
              <a:t>Presentation title    |    ONLY FOR INTERNAL USE</a:t>
            </a:r>
          </a:p>
        </p:txBody>
      </p:sp>
    </p:spTree>
    <p:extLst>
      <p:ext uri="{BB962C8B-B14F-4D97-AF65-F5344CB8AC3E}">
        <p14:creationId xmlns:p14="http://schemas.microsoft.com/office/powerpoint/2010/main" val="2593036288"/>
      </p:ext>
    </p:extLst>
  </p:cSld>
  <p:clrMapOvr>
    <a:masterClrMapping/>
  </p:clrMapOvr>
  <p:extLst>
    <p:ext uri="{DCECCB84-F9BA-43D5-87BE-67443E8EF086}">
      <p15:sldGuideLst xmlns:p15="http://schemas.microsoft.com/office/powerpoint/2012/main">
        <p15:guide id="1" pos="2547">
          <p15:clr>
            <a:srgbClr val="FBAE40"/>
          </p15:clr>
        </p15:guide>
        <p15:guide id="2" pos="4951">
          <p15:clr>
            <a:srgbClr val="FBAE40"/>
          </p15:clr>
        </p15:guide>
        <p15:guide id="3" pos="2729">
          <p15:clr>
            <a:srgbClr val="FBAE40"/>
          </p15:clr>
        </p15:guide>
        <p15:guide id="4" pos="5133">
          <p15:clr>
            <a:srgbClr val="FBAE40"/>
          </p15:clr>
        </p15:guide>
      </p15:sldGuideLst>
    </p:ext>
  </p:extLst>
</p:sldLayout>
</file>

<file path=ppt/slideLayouts/slideLayout181.xml><?xml version="1.0" encoding="utf-8"?>
<p:sldLayout xmlns:a="http://schemas.openxmlformats.org/drawingml/2006/main" xmlns:r="http://schemas.openxmlformats.org/officeDocument/2006/relationships" xmlns:p="http://schemas.openxmlformats.org/presentationml/2006/main" preserve="1" userDrawn="1">
  <p:cSld name="Content and image">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359569" y="1059657"/>
            <a:ext cx="2672954" cy="3294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8" name="Textplatzhalter 7"/>
          <p:cNvSpPr>
            <a:spLocks noGrp="1"/>
          </p:cNvSpPr>
          <p:nvPr>
            <p:ph type="body" sz="quarter" idx="13" hasCustomPrompt="1"/>
          </p:nvPr>
        </p:nvSpPr>
        <p:spPr bwMode="gray">
          <a:xfrm>
            <a:off x="360000" y="4353960"/>
            <a:ext cx="2673000" cy="108000"/>
          </a:xfrm>
        </p:spPr>
        <p:txBody>
          <a:bodyPr anchor="b"/>
          <a:lstStyle>
            <a:lvl1pPr marL="0" indent="0">
              <a:lnSpc>
                <a:spcPct val="100000"/>
              </a:lnSpc>
              <a:spcBef>
                <a:spcPts val="0"/>
              </a:spcBef>
              <a:spcAft>
                <a:spcPts val="0"/>
              </a:spcAft>
              <a:buFont typeface="Arial" panose="020B0604020202020204" pitchFamily="34" charset="0"/>
              <a:buNone/>
              <a:defRPr sz="600" b="0"/>
            </a:lvl1pPr>
            <a:lvl2pPr marL="0" indent="0">
              <a:lnSpc>
                <a:spcPct val="100000"/>
              </a:lnSpc>
              <a:spcBef>
                <a:spcPts val="0"/>
              </a:spcBef>
              <a:spcAft>
                <a:spcPts val="0"/>
              </a:spcAft>
              <a:buFont typeface="Arial" panose="020B0604020202020204" pitchFamily="34" charset="0"/>
              <a:buNone/>
              <a:defRPr sz="600" b="0"/>
            </a:lvl2pPr>
            <a:lvl3pPr marL="0" indent="0">
              <a:lnSpc>
                <a:spcPct val="100000"/>
              </a:lnSpc>
              <a:spcBef>
                <a:spcPts val="0"/>
              </a:spcBef>
              <a:spcAft>
                <a:spcPts val="0"/>
              </a:spcAft>
              <a:buNone/>
              <a:defRPr sz="600" b="0"/>
            </a:lvl3pPr>
            <a:lvl4pPr marL="0" indent="0">
              <a:lnSpc>
                <a:spcPct val="100000"/>
              </a:lnSpc>
              <a:spcBef>
                <a:spcPts val="0"/>
              </a:spcBef>
              <a:spcAft>
                <a:spcPts val="0"/>
              </a:spcAft>
              <a:buNone/>
              <a:defRPr sz="600" b="0"/>
            </a:lvl4pPr>
            <a:lvl5pPr marL="0" indent="0">
              <a:lnSpc>
                <a:spcPct val="100000"/>
              </a:lnSpc>
              <a:spcBef>
                <a:spcPts val="0"/>
              </a:spcBef>
              <a:spcAft>
                <a:spcPts val="0"/>
              </a:spcAft>
              <a:buNone/>
              <a:defRPr sz="600" b="0"/>
            </a:lvl5pPr>
            <a:lvl6pPr marL="0" indent="0">
              <a:lnSpc>
                <a:spcPct val="100000"/>
              </a:lnSpc>
              <a:spcBef>
                <a:spcPts val="0"/>
              </a:spcBef>
              <a:spcAft>
                <a:spcPts val="0"/>
              </a:spcAft>
              <a:buNone/>
              <a:defRPr sz="600" b="0"/>
            </a:lvl6pPr>
            <a:lvl7pPr marL="0" indent="0">
              <a:lnSpc>
                <a:spcPct val="100000"/>
              </a:lnSpc>
              <a:spcBef>
                <a:spcPts val="0"/>
              </a:spcBef>
              <a:spcAft>
                <a:spcPts val="0"/>
              </a:spcAft>
              <a:buNone/>
              <a:defRPr sz="600" b="0"/>
            </a:lvl7pPr>
            <a:lvl8pPr marL="0" indent="0">
              <a:lnSpc>
                <a:spcPct val="100000"/>
              </a:lnSpc>
              <a:spcBef>
                <a:spcPts val="0"/>
              </a:spcBef>
              <a:spcAft>
                <a:spcPts val="0"/>
              </a:spcAft>
              <a:buNone/>
              <a:defRPr sz="600" b="0"/>
            </a:lvl8pPr>
            <a:lvl9pPr marL="0" indent="0">
              <a:lnSpc>
                <a:spcPct val="100000"/>
              </a:lnSpc>
              <a:spcBef>
                <a:spcPts val="0"/>
              </a:spcBef>
              <a:spcAft>
                <a:spcPts val="0"/>
              </a:spcAft>
              <a:buNone/>
              <a:defRPr sz="600" b="0"/>
            </a:lvl9pPr>
          </a:lstStyle>
          <a:p>
            <a:pPr lvl="0"/>
            <a:r>
              <a:rPr lang="en-US"/>
              <a:t>Footnote/Source</a:t>
            </a:r>
          </a:p>
        </p:txBody>
      </p:sp>
      <p:sp>
        <p:nvSpPr>
          <p:cNvPr id="6" name="Bildplatzhalter 10">
            <a:extLst>
              <a:ext uri="{FF2B5EF4-FFF2-40B4-BE49-F238E27FC236}">
                <a16:creationId xmlns:a16="http://schemas.microsoft.com/office/drawing/2014/main" id="{FB127ACA-7301-1D15-F27B-789EB417CEE5}"/>
              </a:ext>
            </a:extLst>
          </p:cNvPr>
          <p:cNvSpPr>
            <a:spLocks noGrp="1"/>
          </p:cNvSpPr>
          <p:nvPr>
            <p:ph type="pic" sz="quarter" idx="10" hasCustomPrompt="1"/>
          </p:nvPr>
        </p:nvSpPr>
        <p:spPr bwMode="gray">
          <a:xfrm>
            <a:off x="3249218" y="1059656"/>
            <a:ext cx="5535215" cy="3402807"/>
          </a:xfrm>
          <a:solidFill>
            <a:srgbClr val="E5E3DE"/>
          </a:solidFill>
        </p:spPr>
        <p:txBody>
          <a:bodyPr tIns="720000" anchor="ctr" anchorCtr="0"/>
          <a:lstStyle>
            <a:lvl1pPr marL="0" indent="0" algn="ctr">
              <a:spcBef>
                <a:spcPts val="0"/>
              </a:spcBef>
              <a:spcAft>
                <a:spcPts val="0"/>
              </a:spcAft>
              <a:buFontTx/>
              <a:buNone/>
              <a:tabLst/>
              <a:defRPr sz="900" b="0">
                <a:solidFill>
                  <a:schemeClr val="tx1"/>
                </a:solidFill>
              </a:defRPr>
            </a:lvl1pPr>
            <a:lvl2pPr marL="0" indent="0" algn="ctr">
              <a:spcBef>
                <a:spcPts val="0"/>
              </a:spcBef>
              <a:spcAft>
                <a:spcPts val="0"/>
              </a:spcAft>
              <a:buFontTx/>
              <a:buNone/>
              <a:tabLst/>
              <a:defRPr sz="900" b="0"/>
            </a:lvl2pPr>
            <a:lvl3pPr marL="0" indent="0" algn="ctr">
              <a:spcBef>
                <a:spcPts val="0"/>
              </a:spcBef>
              <a:spcAft>
                <a:spcPts val="0"/>
              </a:spcAft>
              <a:buFontTx/>
              <a:buNone/>
              <a:tabLst/>
              <a:defRPr sz="900" b="0"/>
            </a:lvl3pPr>
            <a:lvl4pPr marL="0" indent="0" algn="ctr">
              <a:spcBef>
                <a:spcPts val="0"/>
              </a:spcBef>
              <a:spcAft>
                <a:spcPts val="0"/>
              </a:spcAft>
              <a:buFontTx/>
              <a:buNone/>
              <a:tabLst/>
              <a:defRPr sz="900" b="0"/>
            </a:lvl4pPr>
            <a:lvl5pPr marL="0" indent="0" algn="ctr">
              <a:spcBef>
                <a:spcPts val="0"/>
              </a:spcBef>
              <a:spcAft>
                <a:spcPts val="0"/>
              </a:spcAft>
              <a:buFontTx/>
              <a:buNone/>
              <a:tabLst/>
              <a:defRPr sz="900" b="0"/>
            </a:lvl5pPr>
            <a:lvl6pPr marL="0" indent="0" algn="ctr">
              <a:spcBef>
                <a:spcPts val="0"/>
              </a:spcBef>
              <a:spcAft>
                <a:spcPts val="0"/>
              </a:spcAft>
              <a:buFontTx/>
              <a:buNone/>
              <a:tabLst/>
              <a:defRPr sz="900" b="0"/>
            </a:lvl6pPr>
            <a:lvl7pPr marL="0" indent="0" algn="ctr">
              <a:spcBef>
                <a:spcPts val="0"/>
              </a:spcBef>
              <a:spcAft>
                <a:spcPts val="0"/>
              </a:spcAft>
              <a:buFontTx/>
              <a:buNone/>
              <a:tabLst/>
              <a:defRPr sz="900" b="0"/>
            </a:lvl7pPr>
            <a:lvl8pPr marL="0" indent="0" algn="ctr">
              <a:spcBef>
                <a:spcPts val="0"/>
              </a:spcBef>
              <a:spcAft>
                <a:spcPts val="0"/>
              </a:spcAft>
              <a:buFontTx/>
              <a:buNone/>
              <a:tabLst/>
              <a:defRPr sz="900" b="0"/>
            </a:lvl8pPr>
            <a:lvl9pPr marL="0" indent="0" algn="ctr">
              <a:spcBef>
                <a:spcPts val="0"/>
              </a:spcBef>
              <a:spcAft>
                <a:spcPts val="0"/>
              </a:spcAft>
              <a:buFontTx/>
              <a:buNone/>
              <a:tabLst/>
              <a:defRPr sz="9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7" name="Fußzeilenplatzhalter 6">
            <a:extLst>
              <a:ext uri="{FF2B5EF4-FFF2-40B4-BE49-F238E27FC236}">
                <a16:creationId xmlns:a16="http://schemas.microsoft.com/office/drawing/2014/main" id="{75C3C559-0E44-2CF1-30DB-163A44A8E1A0}"/>
              </a:ext>
            </a:extLst>
          </p:cNvPr>
          <p:cNvSpPr>
            <a:spLocks noGrp="1"/>
          </p:cNvSpPr>
          <p:nvPr>
            <p:ph type="ftr" sz="quarter" idx="21"/>
          </p:nvPr>
        </p:nvSpPr>
        <p:spPr bwMode="gray"/>
        <p:txBody>
          <a:bodyPr/>
          <a:lstStyle/>
          <a:p>
            <a:r>
              <a:rPr lang="en-US"/>
              <a:t>Presentation title    |    ONLY FOR INTERNAL USE</a:t>
            </a:r>
          </a:p>
        </p:txBody>
      </p:sp>
      <p:grpSp>
        <p:nvGrpSpPr>
          <p:cNvPr id="16" name="Group 15">
            <a:extLst>
              <a:ext uri="{FF2B5EF4-FFF2-40B4-BE49-F238E27FC236}">
                <a16:creationId xmlns:a16="http://schemas.microsoft.com/office/drawing/2014/main" id="{5C004B49-0A09-FF20-3C02-5645DB8F5181}"/>
              </a:ext>
              <a:ext uri="{C183D7F6-B498-43B3-948B-1728B52AA6E4}">
                <adec:decorative xmlns:adec="http://schemas.microsoft.com/office/drawing/2017/decorative" val="1"/>
              </a:ext>
            </a:extLst>
          </p:cNvPr>
          <p:cNvGrpSpPr/>
          <p:nvPr userDrawn="1"/>
        </p:nvGrpSpPr>
        <p:grpSpPr bwMode="gray">
          <a:xfrm>
            <a:off x="-1422666" y="0"/>
            <a:ext cx="1286309" cy="2808312"/>
            <a:chOff x="-1824880" y="2708920"/>
            <a:chExt cx="1715078" cy="3744416"/>
          </a:xfrm>
        </p:grpSpPr>
        <p:sp>
          <p:nvSpPr>
            <p:cNvPr id="17" name="TextBox 16">
              <a:extLst>
                <a:ext uri="{FF2B5EF4-FFF2-40B4-BE49-F238E27FC236}">
                  <a16:creationId xmlns:a16="http://schemas.microsoft.com/office/drawing/2014/main" id="{5C261A63-FB73-23E5-90D9-E0CE8078F2FE}"/>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450"/>
                </a:spcAft>
              </a:pPr>
              <a:r>
                <a:rPr lang="en-US" sz="825" b="1">
                  <a:solidFill>
                    <a:schemeClr val="tx1"/>
                  </a:solidFill>
                  <a:effectLst/>
                  <a:latin typeface="+mj-lt"/>
                </a:rPr>
                <a:t>To insert a picture:</a:t>
              </a:r>
            </a:p>
            <a:p>
              <a:pPr marL="107997" indent="-107997">
                <a:lnSpc>
                  <a:spcPct val="120000"/>
                </a:lnSpc>
                <a:spcAft>
                  <a:spcPts val="450"/>
                </a:spcAft>
                <a:buFont typeface="+mj-lt"/>
                <a:buAutoNum type="arabicPeriod"/>
              </a:pPr>
              <a:r>
                <a:rPr lang="en-US" sz="675">
                  <a:solidFill>
                    <a:schemeClr val="tx1"/>
                  </a:solidFill>
                  <a:effectLst/>
                  <a:latin typeface="+mn-lt"/>
                </a:rPr>
                <a:t>Click on the placeholder for pictures</a:t>
              </a:r>
            </a:p>
            <a:p>
              <a:pPr marL="107997" indent="-107997">
                <a:lnSpc>
                  <a:spcPct val="120000"/>
                </a:lnSpc>
                <a:spcAft>
                  <a:spcPts val="450"/>
                </a:spcAft>
                <a:buFont typeface="+mj-lt"/>
                <a:buAutoNum type="arabicPeriod"/>
              </a:pPr>
              <a:r>
                <a:rPr lang="en-US" sz="675">
                  <a:solidFill>
                    <a:schemeClr val="tx1"/>
                  </a:solidFill>
                  <a:effectLst/>
                  <a:latin typeface="+mn-lt"/>
                </a:rPr>
                <a:t>Open the menu “Insert”</a:t>
              </a:r>
            </a:p>
            <a:p>
              <a:pPr marL="107997" indent="-107997">
                <a:lnSpc>
                  <a:spcPct val="120000"/>
                </a:lnSpc>
                <a:spcAft>
                  <a:spcPts val="450"/>
                </a:spcAft>
                <a:buFont typeface="+mj-lt"/>
                <a:buAutoNum type="arabicPeriod"/>
              </a:pPr>
              <a:r>
                <a:rPr lang="en-US" sz="675">
                  <a:solidFill>
                    <a:schemeClr val="tx1"/>
                  </a:solidFill>
                  <a:effectLst/>
                  <a:latin typeface="+mn-lt"/>
                </a:rPr>
                <a:t>Choose “Pictures” and then the corresponding source where the image is located</a:t>
              </a:r>
              <a:endParaRPr lang="en-US" sz="675">
                <a:solidFill>
                  <a:schemeClr val="tx1"/>
                </a:solidFill>
                <a:latin typeface="+mn-lt"/>
              </a:endParaRPr>
            </a:p>
          </p:txBody>
        </p:sp>
        <p:pic>
          <p:nvPicPr>
            <p:cNvPr id="18" name="Picture 17">
              <a:extLst>
                <a:ext uri="{FF2B5EF4-FFF2-40B4-BE49-F238E27FC236}">
                  <a16:creationId xmlns:a16="http://schemas.microsoft.com/office/drawing/2014/main" id="{913620F6-50B6-B7FA-90C6-56A1C2D600DA}"/>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BD49DFC3-B857-BDA2-9814-717235FC2029}"/>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07997" indent="-107997">
                <a:spcAft>
                  <a:spcPts val="450"/>
                </a:spcAft>
                <a:buFont typeface="+mj-lt"/>
                <a:buAutoNum type="arabicPeriod" startAt="4"/>
              </a:pPr>
              <a:r>
                <a:rPr lang="en-US" sz="675">
                  <a:solidFill>
                    <a:schemeClr val="tx1"/>
                  </a:solidFill>
                  <a:effectLst/>
                  <a:latin typeface="+mn-lt"/>
                </a:rPr>
                <a:t>Now the image has </a:t>
              </a:r>
              <a:br>
                <a:rPr lang="en-US" sz="675">
                  <a:solidFill>
                    <a:schemeClr val="tx1"/>
                  </a:solidFill>
                  <a:effectLst/>
                  <a:latin typeface="+mn-lt"/>
                </a:rPr>
              </a:br>
              <a:r>
                <a:rPr lang="en-US" sz="675">
                  <a:solidFill>
                    <a:schemeClr val="tx1"/>
                  </a:solidFill>
                  <a:effectLst/>
                  <a:latin typeface="+mn-lt"/>
                </a:rPr>
                <a:t>been loaded into the </a:t>
              </a:r>
              <a:br>
                <a:rPr lang="en-US" sz="675">
                  <a:solidFill>
                    <a:schemeClr val="tx1"/>
                  </a:solidFill>
                  <a:effectLst/>
                  <a:latin typeface="+mn-lt"/>
                </a:rPr>
              </a:br>
              <a:r>
                <a:rPr lang="en-US" sz="675">
                  <a:solidFill>
                    <a:schemeClr val="tx1"/>
                  </a:solidFill>
                  <a:effectLst/>
                  <a:latin typeface="+mn-lt"/>
                </a:rPr>
                <a:t>placeholder.</a:t>
              </a:r>
              <a:endParaRPr lang="en-US" sz="675">
                <a:solidFill>
                  <a:schemeClr val="tx1"/>
                </a:solidFill>
                <a:latin typeface="+mn-lt"/>
              </a:endParaRPr>
            </a:p>
          </p:txBody>
        </p:sp>
      </p:grpSp>
    </p:spTree>
    <p:extLst>
      <p:ext uri="{BB962C8B-B14F-4D97-AF65-F5344CB8AC3E}">
        <p14:creationId xmlns:p14="http://schemas.microsoft.com/office/powerpoint/2010/main" val="3506500732"/>
      </p:ext>
    </p:extLst>
  </p:cSld>
  <p:clrMapOvr>
    <a:masterClrMapping/>
  </p:clrMapOvr>
  <p:extLst>
    <p:ext uri="{DCECCB84-F9BA-43D5-87BE-67443E8EF086}">
      <p15:sldGuideLst xmlns:p15="http://schemas.microsoft.com/office/powerpoint/2012/main">
        <p15:guide id="1" pos="2547">
          <p15:clr>
            <a:srgbClr val="FBAE40"/>
          </p15:clr>
        </p15:guide>
        <p15:guide id="2" pos="2729">
          <p15:clr>
            <a:srgbClr val="FBAE40"/>
          </p15:clr>
        </p15:guide>
      </p15:sldGuideLst>
    </p:ext>
  </p:extLst>
</p:sldLayout>
</file>

<file path=ppt/slideLayouts/slideLayout182.xml><?xml version="1.0" encoding="utf-8"?>
<p:sldLayout xmlns:a="http://schemas.openxmlformats.org/drawingml/2006/main" xmlns:r="http://schemas.openxmlformats.org/officeDocument/2006/relationships" xmlns:p="http://schemas.openxmlformats.org/presentationml/2006/main" preserve="1" userDrawn="1">
  <p:cSld name="Content with image portrait (1)">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359569" y="357750"/>
            <a:ext cx="4104086" cy="54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359569" y="1059657"/>
            <a:ext cx="4104085" cy="3294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360000" y="4353960"/>
            <a:ext cx="4104000" cy="108000"/>
          </a:xfrm>
        </p:spPr>
        <p:txBody>
          <a:bodyPr anchor="b"/>
          <a:lstStyle>
            <a:lvl1pPr marL="0" indent="0">
              <a:lnSpc>
                <a:spcPct val="100000"/>
              </a:lnSpc>
              <a:spcBef>
                <a:spcPts val="0"/>
              </a:spcBef>
              <a:spcAft>
                <a:spcPts val="0"/>
              </a:spcAft>
              <a:buFont typeface="Arial" panose="020B0604020202020204" pitchFamily="34" charset="0"/>
              <a:buNone/>
              <a:defRPr sz="600" b="0"/>
            </a:lvl1pPr>
            <a:lvl2pPr marL="0" indent="0">
              <a:lnSpc>
                <a:spcPct val="100000"/>
              </a:lnSpc>
              <a:spcBef>
                <a:spcPts val="0"/>
              </a:spcBef>
              <a:spcAft>
                <a:spcPts val="0"/>
              </a:spcAft>
              <a:buFont typeface="Arial" panose="020B0604020202020204" pitchFamily="34" charset="0"/>
              <a:buNone/>
              <a:defRPr sz="600" b="0"/>
            </a:lvl2pPr>
            <a:lvl3pPr marL="0" indent="0">
              <a:lnSpc>
                <a:spcPct val="100000"/>
              </a:lnSpc>
              <a:spcBef>
                <a:spcPts val="0"/>
              </a:spcBef>
              <a:spcAft>
                <a:spcPts val="0"/>
              </a:spcAft>
              <a:buNone/>
              <a:defRPr sz="600" b="0"/>
            </a:lvl3pPr>
            <a:lvl4pPr marL="0" indent="0">
              <a:lnSpc>
                <a:spcPct val="100000"/>
              </a:lnSpc>
              <a:spcBef>
                <a:spcPts val="0"/>
              </a:spcBef>
              <a:spcAft>
                <a:spcPts val="0"/>
              </a:spcAft>
              <a:buNone/>
              <a:defRPr sz="600" b="0"/>
            </a:lvl4pPr>
            <a:lvl5pPr marL="0" indent="0">
              <a:lnSpc>
                <a:spcPct val="100000"/>
              </a:lnSpc>
              <a:spcBef>
                <a:spcPts val="0"/>
              </a:spcBef>
              <a:spcAft>
                <a:spcPts val="0"/>
              </a:spcAft>
              <a:buNone/>
              <a:defRPr sz="600" b="0"/>
            </a:lvl5pPr>
            <a:lvl6pPr marL="0" indent="0">
              <a:lnSpc>
                <a:spcPct val="100000"/>
              </a:lnSpc>
              <a:spcBef>
                <a:spcPts val="0"/>
              </a:spcBef>
              <a:spcAft>
                <a:spcPts val="0"/>
              </a:spcAft>
              <a:buNone/>
              <a:defRPr sz="600" b="0"/>
            </a:lvl6pPr>
            <a:lvl7pPr marL="0" indent="0">
              <a:lnSpc>
                <a:spcPct val="100000"/>
              </a:lnSpc>
              <a:spcBef>
                <a:spcPts val="0"/>
              </a:spcBef>
              <a:spcAft>
                <a:spcPts val="0"/>
              </a:spcAft>
              <a:buNone/>
              <a:defRPr sz="600" b="0"/>
            </a:lvl7pPr>
            <a:lvl8pPr marL="0" indent="0">
              <a:lnSpc>
                <a:spcPct val="100000"/>
              </a:lnSpc>
              <a:spcBef>
                <a:spcPts val="0"/>
              </a:spcBef>
              <a:spcAft>
                <a:spcPts val="0"/>
              </a:spcAft>
              <a:buNone/>
              <a:defRPr sz="600" b="0"/>
            </a:lvl8pPr>
            <a:lvl9pPr marL="0" indent="0">
              <a:lnSpc>
                <a:spcPct val="100000"/>
              </a:lnSpc>
              <a:spcBef>
                <a:spcPts val="0"/>
              </a:spcBef>
              <a:spcAft>
                <a:spcPts val="0"/>
              </a:spcAft>
              <a:buNone/>
              <a:defRPr sz="600" b="0"/>
            </a:lvl9pPr>
          </a:lstStyle>
          <a:p>
            <a:pPr lvl="0"/>
            <a:r>
              <a:rPr lang="en-US"/>
              <a:t>Footnote/Source</a:t>
            </a:r>
          </a:p>
        </p:txBody>
      </p:sp>
      <p:sp>
        <p:nvSpPr>
          <p:cNvPr id="6" name="Bildplatzhalter 10">
            <a:extLst>
              <a:ext uri="{FF2B5EF4-FFF2-40B4-BE49-F238E27FC236}">
                <a16:creationId xmlns:a16="http://schemas.microsoft.com/office/drawing/2014/main" id="{07DFFAAB-7F67-7CCB-4278-3380D6198626}"/>
              </a:ext>
            </a:extLst>
          </p:cNvPr>
          <p:cNvSpPr>
            <a:spLocks noGrp="1"/>
          </p:cNvSpPr>
          <p:nvPr>
            <p:ph type="pic" sz="quarter" idx="10" hasCustomPrompt="1"/>
          </p:nvPr>
        </p:nvSpPr>
        <p:spPr bwMode="gray">
          <a:xfrm>
            <a:off x="4680348" y="0"/>
            <a:ext cx="4463653" cy="5143500"/>
          </a:xfrm>
          <a:solidFill>
            <a:srgbClr val="E5E3DE"/>
          </a:solidFill>
        </p:spPr>
        <p:txBody>
          <a:bodyPr tIns="720000" anchor="ctr" anchorCtr="0"/>
          <a:lstStyle>
            <a:lvl1pPr marL="0" indent="0" algn="ctr">
              <a:spcBef>
                <a:spcPts val="0"/>
              </a:spcBef>
              <a:spcAft>
                <a:spcPts val="0"/>
              </a:spcAft>
              <a:buFontTx/>
              <a:buNone/>
              <a:tabLst/>
              <a:defRPr sz="900" b="0">
                <a:solidFill>
                  <a:schemeClr val="tx1"/>
                </a:solidFill>
              </a:defRPr>
            </a:lvl1pPr>
            <a:lvl2pPr marL="0" indent="0" algn="ctr">
              <a:spcBef>
                <a:spcPts val="0"/>
              </a:spcBef>
              <a:spcAft>
                <a:spcPts val="0"/>
              </a:spcAft>
              <a:buFontTx/>
              <a:buNone/>
              <a:tabLst/>
              <a:defRPr sz="900" b="0"/>
            </a:lvl2pPr>
            <a:lvl3pPr marL="0" indent="0" algn="ctr">
              <a:spcBef>
                <a:spcPts val="0"/>
              </a:spcBef>
              <a:spcAft>
                <a:spcPts val="0"/>
              </a:spcAft>
              <a:buFontTx/>
              <a:buNone/>
              <a:tabLst/>
              <a:defRPr sz="900" b="0"/>
            </a:lvl3pPr>
            <a:lvl4pPr marL="0" indent="0" algn="ctr">
              <a:spcBef>
                <a:spcPts val="0"/>
              </a:spcBef>
              <a:spcAft>
                <a:spcPts val="0"/>
              </a:spcAft>
              <a:buFontTx/>
              <a:buNone/>
              <a:tabLst/>
              <a:defRPr sz="900" b="0"/>
            </a:lvl4pPr>
            <a:lvl5pPr marL="0" indent="0" algn="ctr">
              <a:spcBef>
                <a:spcPts val="0"/>
              </a:spcBef>
              <a:spcAft>
                <a:spcPts val="0"/>
              </a:spcAft>
              <a:buFontTx/>
              <a:buNone/>
              <a:tabLst/>
              <a:defRPr sz="900" b="0"/>
            </a:lvl5pPr>
            <a:lvl6pPr marL="0" indent="0" algn="ctr">
              <a:spcBef>
                <a:spcPts val="0"/>
              </a:spcBef>
              <a:spcAft>
                <a:spcPts val="0"/>
              </a:spcAft>
              <a:buFontTx/>
              <a:buNone/>
              <a:tabLst/>
              <a:defRPr sz="900" b="0"/>
            </a:lvl6pPr>
            <a:lvl7pPr marL="0" indent="0" algn="ctr">
              <a:spcBef>
                <a:spcPts val="0"/>
              </a:spcBef>
              <a:spcAft>
                <a:spcPts val="0"/>
              </a:spcAft>
              <a:buFontTx/>
              <a:buNone/>
              <a:tabLst/>
              <a:defRPr sz="900" b="0"/>
            </a:lvl7pPr>
            <a:lvl8pPr marL="0" indent="0" algn="ctr">
              <a:spcBef>
                <a:spcPts val="0"/>
              </a:spcBef>
              <a:spcAft>
                <a:spcPts val="0"/>
              </a:spcAft>
              <a:buFontTx/>
              <a:buNone/>
              <a:tabLst/>
              <a:defRPr sz="900" b="0"/>
            </a:lvl8pPr>
            <a:lvl9pPr marL="0" indent="0" algn="ctr">
              <a:spcBef>
                <a:spcPts val="0"/>
              </a:spcBef>
              <a:spcAft>
                <a:spcPts val="0"/>
              </a:spcAft>
              <a:buFontTx/>
              <a:buNone/>
              <a:tabLst/>
              <a:defRPr sz="9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11" name="Fußzeilenplatzhalter 10">
            <a:extLst>
              <a:ext uri="{FF2B5EF4-FFF2-40B4-BE49-F238E27FC236}">
                <a16:creationId xmlns:a16="http://schemas.microsoft.com/office/drawing/2014/main" id="{F62110C8-BF5F-EA2C-EB2D-4E0C19640ECA}"/>
              </a:ext>
            </a:extLst>
          </p:cNvPr>
          <p:cNvSpPr>
            <a:spLocks noGrp="1"/>
          </p:cNvSpPr>
          <p:nvPr>
            <p:ph type="ftr" sz="quarter" idx="21"/>
          </p:nvPr>
        </p:nvSpPr>
        <p:spPr bwMode="gray"/>
        <p:txBody>
          <a:bodyPr/>
          <a:lstStyle>
            <a:lvl1pPr>
              <a:defRPr>
                <a:solidFill>
                  <a:schemeClr val="bg1"/>
                </a:solidFill>
              </a:defRPr>
            </a:lvl1pPr>
          </a:lstStyle>
          <a:p>
            <a:r>
              <a:rPr lang="en-US"/>
              <a:t>Presentation title    |    ONLY FOR INTERNAL USE</a:t>
            </a:r>
          </a:p>
        </p:txBody>
      </p:sp>
      <p:grpSp>
        <p:nvGrpSpPr>
          <p:cNvPr id="16" name="Group 15">
            <a:extLst>
              <a:ext uri="{FF2B5EF4-FFF2-40B4-BE49-F238E27FC236}">
                <a16:creationId xmlns:a16="http://schemas.microsoft.com/office/drawing/2014/main" id="{967AA79C-2B4E-4DB9-F976-62ADDFA37FFB}"/>
              </a:ext>
              <a:ext uri="{C183D7F6-B498-43B3-948B-1728B52AA6E4}">
                <adec:decorative xmlns:adec="http://schemas.microsoft.com/office/drawing/2017/decorative" val="1"/>
              </a:ext>
            </a:extLst>
          </p:cNvPr>
          <p:cNvGrpSpPr/>
          <p:nvPr userDrawn="1"/>
        </p:nvGrpSpPr>
        <p:grpSpPr bwMode="gray">
          <a:xfrm>
            <a:off x="-1422666" y="0"/>
            <a:ext cx="1286309" cy="2808312"/>
            <a:chOff x="-1824880" y="2708920"/>
            <a:chExt cx="1715078" cy="3744416"/>
          </a:xfrm>
        </p:grpSpPr>
        <p:sp>
          <p:nvSpPr>
            <p:cNvPr id="17" name="TextBox 16">
              <a:extLst>
                <a:ext uri="{FF2B5EF4-FFF2-40B4-BE49-F238E27FC236}">
                  <a16:creationId xmlns:a16="http://schemas.microsoft.com/office/drawing/2014/main" id="{5D5BFF86-A68C-0B9C-092C-6C18506FDCE9}"/>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450"/>
                </a:spcAft>
              </a:pPr>
              <a:r>
                <a:rPr lang="en-US" sz="825" b="1">
                  <a:solidFill>
                    <a:schemeClr val="tx1"/>
                  </a:solidFill>
                  <a:effectLst/>
                  <a:latin typeface="+mj-lt"/>
                </a:rPr>
                <a:t>To insert a picture:</a:t>
              </a:r>
            </a:p>
            <a:p>
              <a:pPr marL="107997" indent="-107997">
                <a:lnSpc>
                  <a:spcPct val="120000"/>
                </a:lnSpc>
                <a:spcAft>
                  <a:spcPts val="450"/>
                </a:spcAft>
                <a:buFont typeface="+mj-lt"/>
                <a:buAutoNum type="arabicPeriod"/>
              </a:pPr>
              <a:r>
                <a:rPr lang="en-US" sz="675">
                  <a:solidFill>
                    <a:schemeClr val="tx1"/>
                  </a:solidFill>
                  <a:effectLst/>
                  <a:latin typeface="+mn-lt"/>
                </a:rPr>
                <a:t>Click on the placeholder for pictures</a:t>
              </a:r>
            </a:p>
            <a:p>
              <a:pPr marL="107997" indent="-107997">
                <a:lnSpc>
                  <a:spcPct val="120000"/>
                </a:lnSpc>
                <a:spcAft>
                  <a:spcPts val="450"/>
                </a:spcAft>
                <a:buFont typeface="+mj-lt"/>
                <a:buAutoNum type="arabicPeriod"/>
              </a:pPr>
              <a:r>
                <a:rPr lang="en-US" sz="675">
                  <a:solidFill>
                    <a:schemeClr val="tx1"/>
                  </a:solidFill>
                  <a:effectLst/>
                  <a:latin typeface="+mn-lt"/>
                </a:rPr>
                <a:t>Open the menu “Insert”</a:t>
              </a:r>
            </a:p>
            <a:p>
              <a:pPr marL="107997" indent="-107997">
                <a:lnSpc>
                  <a:spcPct val="120000"/>
                </a:lnSpc>
                <a:spcAft>
                  <a:spcPts val="450"/>
                </a:spcAft>
                <a:buFont typeface="+mj-lt"/>
                <a:buAutoNum type="arabicPeriod"/>
              </a:pPr>
              <a:r>
                <a:rPr lang="en-US" sz="675">
                  <a:solidFill>
                    <a:schemeClr val="tx1"/>
                  </a:solidFill>
                  <a:effectLst/>
                  <a:latin typeface="+mn-lt"/>
                </a:rPr>
                <a:t>Choose “Pictures” and then the corresponding source where the image is located</a:t>
              </a:r>
              <a:endParaRPr lang="en-US" sz="675">
                <a:solidFill>
                  <a:schemeClr val="tx1"/>
                </a:solidFill>
                <a:latin typeface="+mn-lt"/>
              </a:endParaRPr>
            </a:p>
          </p:txBody>
        </p:sp>
        <p:pic>
          <p:nvPicPr>
            <p:cNvPr id="18" name="Picture 17">
              <a:extLst>
                <a:ext uri="{FF2B5EF4-FFF2-40B4-BE49-F238E27FC236}">
                  <a16:creationId xmlns:a16="http://schemas.microsoft.com/office/drawing/2014/main" id="{651567FA-06CC-D5C2-1547-BCEA50F0F885}"/>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6E9293D4-108C-1E0E-3148-65D756A4F4A8}"/>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07997" indent="-107997">
                <a:spcAft>
                  <a:spcPts val="450"/>
                </a:spcAft>
                <a:buFont typeface="+mj-lt"/>
                <a:buAutoNum type="arabicPeriod" startAt="4"/>
              </a:pPr>
              <a:r>
                <a:rPr lang="en-US" sz="675">
                  <a:solidFill>
                    <a:schemeClr val="tx1"/>
                  </a:solidFill>
                  <a:effectLst/>
                  <a:latin typeface="+mn-lt"/>
                </a:rPr>
                <a:t>Now the image has </a:t>
              </a:r>
              <a:br>
                <a:rPr lang="en-US" sz="675">
                  <a:solidFill>
                    <a:schemeClr val="tx1"/>
                  </a:solidFill>
                  <a:effectLst/>
                  <a:latin typeface="+mn-lt"/>
                </a:rPr>
              </a:br>
              <a:r>
                <a:rPr lang="en-US" sz="675">
                  <a:solidFill>
                    <a:schemeClr val="tx1"/>
                  </a:solidFill>
                  <a:effectLst/>
                  <a:latin typeface="+mn-lt"/>
                </a:rPr>
                <a:t>been loaded into the </a:t>
              </a:r>
              <a:br>
                <a:rPr lang="en-US" sz="675">
                  <a:solidFill>
                    <a:schemeClr val="tx1"/>
                  </a:solidFill>
                  <a:effectLst/>
                  <a:latin typeface="+mn-lt"/>
                </a:rPr>
              </a:br>
              <a:r>
                <a:rPr lang="en-US" sz="675">
                  <a:solidFill>
                    <a:schemeClr val="tx1"/>
                  </a:solidFill>
                  <a:effectLst/>
                  <a:latin typeface="+mn-lt"/>
                </a:rPr>
                <a:t>placeholder.</a:t>
              </a:r>
              <a:endParaRPr lang="en-US" sz="675">
                <a:solidFill>
                  <a:schemeClr val="tx1"/>
                </a:solidFill>
                <a:latin typeface="+mn-lt"/>
              </a:endParaRPr>
            </a:p>
          </p:txBody>
        </p:sp>
      </p:grpSp>
    </p:spTree>
    <p:extLst>
      <p:ext uri="{BB962C8B-B14F-4D97-AF65-F5344CB8AC3E}">
        <p14:creationId xmlns:p14="http://schemas.microsoft.com/office/powerpoint/2010/main" val="198076992"/>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sldGuideLst>
    </p:ext>
  </p:extLst>
</p:sldLayout>
</file>

<file path=ppt/slideLayouts/slideLayout183.xml><?xml version="1.0" encoding="utf-8"?>
<p:sldLayout xmlns:a="http://schemas.openxmlformats.org/drawingml/2006/main" xmlns:r="http://schemas.openxmlformats.org/officeDocument/2006/relationships" xmlns:p="http://schemas.openxmlformats.org/presentationml/2006/main" preserve="1" userDrawn="1">
  <p:cSld name="Content with image portrait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359569" y="357750"/>
            <a:ext cx="5535217" cy="54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359569" y="1059657"/>
            <a:ext cx="5535217" cy="3294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359999" y="4353960"/>
            <a:ext cx="5534785" cy="108000"/>
          </a:xfrm>
        </p:spPr>
        <p:txBody>
          <a:bodyPr anchor="b"/>
          <a:lstStyle>
            <a:lvl1pPr marL="0" indent="0">
              <a:lnSpc>
                <a:spcPct val="100000"/>
              </a:lnSpc>
              <a:spcBef>
                <a:spcPts val="0"/>
              </a:spcBef>
              <a:spcAft>
                <a:spcPts val="0"/>
              </a:spcAft>
              <a:buFont typeface="Arial" panose="020B0604020202020204" pitchFamily="34" charset="0"/>
              <a:buNone/>
              <a:defRPr sz="600" b="0"/>
            </a:lvl1pPr>
            <a:lvl2pPr marL="0" indent="0">
              <a:lnSpc>
                <a:spcPct val="100000"/>
              </a:lnSpc>
              <a:spcBef>
                <a:spcPts val="0"/>
              </a:spcBef>
              <a:spcAft>
                <a:spcPts val="0"/>
              </a:spcAft>
              <a:buFont typeface="Arial" panose="020B0604020202020204" pitchFamily="34" charset="0"/>
              <a:buNone/>
              <a:defRPr sz="600" b="0"/>
            </a:lvl2pPr>
            <a:lvl3pPr marL="0" indent="0">
              <a:lnSpc>
                <a:spcPct val="100000"/>
              </a:lnSpc>
              <a:spcBef>
                <a:spcPts val="0"/>
              </a:spcBef>
              <a:spcAft>
                <a:spcPts val="0"/>
              </a:spcAft>
              <a:buNone/>
              <a:defRPr sz="600" b="0"/>
            </a:lvl3pPr>
            <a:lvl4pPr marL="0" indent="0">
              <a:lnSpc>
                <a:spcPct val="100000"/>
              </a:lnSpc>
              <a:spcBef>
                <a:spcPts val="0"/>
              </a:spcBef>
              <a:spcAft>
                <a:spcPts val="0"/>
              </a:spcAft>
              <a:buNone/>
              <a:defRPr sz="600" b="0"/>
            </a:lvl4pPr>
            <a:lvl5pPr marL="0" indent="0">
              <a:lnSpc>
                <a:spcPct val="100000"/>
              </a:lnSpc>
              <a:spcBef>
                <a:spcPts val="0"/>
              </a:spcBef>
              <a:spcAft>
                <a:spcPts val="0"/>
              </a:spcAft>
              <a:buNone/>
              <a:defRPr sz="600" b="0"/>
            </a:lvl5pPr>
            <a:lvl6pPr marL="0" indent="0">
              <a:lnSpc>
                <a:spcPct val="100000"/>
              </a:lnSpc>
              <a:spcBef>
                <a:spcPts val="0"/>
              </a:spcBef>
              <a:spcAft>
                <a:spcPts val="0"/>
              </a:spcAft>
              <a:buNone/>
              <a:defRPr sz="600" b="0"/>
            </a:lvl6pPr>
            <a:lvl7pPr marL="0" indent="0">
              <a:lnSpc>
                <a:spcPct val="100000"/>
              </a:lnSpc>
              <a:spcBef>
                <a:spcPts val="0"/>
              </a:spcBef>
              <a:spcAft>
                <a:spcPts val="0"/>
              </a:spcAft>
              <a:buNone/>
              <a:defRPr sz="600" b="0"/>
            </a:lvl7pPr>
            <a:lvl8pPr marL="0" indent="0">
              <a:lnSpc>
                <a:spcPct val="100000"/>
              </a:lnSpc>
              <a:spcBef>
                <a:spcPts val="0"/>
              </a:spcBef>
              <a:spcAft>
                <a:spcPts val="0"/>
              </a:spcAft>
              <a:buNone/>
              <a:defRPr sz="600" b="0"/>
            </a:lvl8pPr>
            <a:lvl9pPr marL="0" indent="0">
              <a:lnSpc>
                <a:spcPct val="100000"/>
              </a:lnSpc>
              <a:spcBef>
                <a:spcPts val="0"/>
              </a:spcBef>
              <a:spcAft>
                <a:spcPts val="0"/>
              </a:spcAft>
              <a:buNone/>
              <a:defRPr sz="600" b="0"/>
            </a:lvl9pPr>
          </a:lstStyle>
          <a:p>
            <a:pPr lvl="0"/>
            <a:r>
              <a:rPr lang="en-US"/>
              <a:t>Footnote/Source</a:t>
            </a:r>
          </a:p>
        </p:txBody>
      </p:sp>
      <p:sp>
        <p:nvSpPr>
          <p:cNvPr id="7" name="Bildplatzhalter 10">
            <a:extLst>
              <a:ext uri="{FF2B5EF4-FFF2-40B4-BE49-F238E27FC236}">
                <a16:creationId xmlns:a16="http://schemas.microsoft.com/office/drawing/2014/main" id="{14CF255F-B2EC-2517-FAAE-EBA3F3EB53C3}"/>
              </a:ext>
            </a:extLst>
          </p:cNvPr>
          <p:cNvSpPr>
            <a:spLocks noGrp="1"/>
          </p:cNvSpPr>
          <p:nvPr>
            <p:ph type="pic" sz="quarter" idx="10" hasCustomPrompt="1"/>
          </p:nvPr>
        </p:nvSpPr>
        <p:spPr bwMode="gray">
          <a:xfrm>
            <a:off x="6111478" y="0"/>
            <a:ext cx="3032522" cy="5143500"/>
          </a:xfrm>
          <a:solidFill>
            <a:srgbClr val="E5E3DE"/>
          </a:solidFill>
        </p:spPr>
        <p:txBody>
          <a:bodyPr tIns="720000" anchor="ctr" anchorCtr="0"/>
          <a:lstStyle>
            <a:lvl1pPr marL="0" indent="0" algn="ctr">
              <a:spcBef>
                <a:spcPts val="0"/>
              </a:spcBef>
              <a:spcAft>
                <a:spcPts val="0"/>
              </a:spcAft>
              <a:buFontTx/>
              <a:buNone/>
              <a:tabLst/>
              <a:defRPr sz="900" b="0">
                <a:solidFill>
                  <a:schemeClr val="tx1"/>
                </a:solidFill>
              </a:defRPr>
            </a:lvl1pPr>
            <a:lvl2pPr marL="0" indent="0" algn="ctr">
              <a:spcBef>
                <a:spcPts val="0"/>
              </a:spcBef>
              <a:spcAft>
                <a:spcPts val="0"/>
              </a:spcAft>
              <a:buFontTx/>
              <a:buNone/>
              <a:tabLst/>
              <a:defRPr sz="900" b="0"/>
            </a:lvl2pPr>
            <a:lvl3pPr marL="0" indent="0" algn="ctr">
              <a:spcBef>
                <a:spcPts val="0"/>
              </a:spcBef>
              <a:spcAft>
                <a:spcPts val="0"/>
              </a:spcAft>
              <a:buFontTx/>
              <a:buNone/>
              <a:tabLst/>
              <a:defRPr sz="900" b="0"/>
            </a:lvl3pPr>
            <a:lvl4pPr marL="0" indent="0" algn="ctr">
              <a:spcBef>
                <a:spcPts val="0"/>
              </a:spcBef>
              <a:spcAft>
                <a:spcPts val="0"/>
              </a:spcAft>
              <a:buFontTx/>
              <a:buNone/>
              <a:tabLst/>
              <a:defRPr sz="900" b="0"/>
            </a:lvl4pPr>
            <a:lvl5pPr marL="0" indent="0" algn="ctr">
              <a:spcBef>
                <a:spcPts val="0"/>
              </a:spcBef>
              <a:spcAft>
                <a:spcPts val="0"/>
              </a:spcAft>
              <a:buFontTx/>
              <a:buNone/>
              <a:tabLst/>
              <a:defRPr sz="900" b="0"/>
            </a:lvl5pPr>
            <a:lvl6pPr marL="0" indent="0" algn="ctr">
              <a:spcBef>
                <a:spcPts val="0"/>
              </a:spcBef>
              <a:spcAft>
                <a:spcPts val="0"/>
              </a:spcAft>
              <a:buFontTx/>
              <a:buNone/>
              <a:tabLst/>
              <a:defRPr sz="900" b="0"/>
            </a:lvl6pPr>
            <a:lvl7pPr marL="0" indent="0" algn="ctr">
              <a:spcBef>
                <a:spcPts val="0"/>
              </a:spcBef>
              <a:spcAft>
                <a:spcPts val="0"/>
              </a:spcAft>
              <a:buFontTx/>
              <a:buNone/>
              <a:tabLst/>
              <a:defRPr sz="900" b="0"/>
            </a:lvl7pPr>
            <a:lvl8pPr marL="0" indent="0" algn="ctr">
              <a:spcBef>
                <a:spcPts val="0"/>
              </a:spcBef>
              <a:spcAft>
                <a:spcPts val="0"/>
              </a:spcAft>
              <a:buFontTx/>
              <a:buNone/>
              <a:tabLst/>
              <a:defRPr sz="900" b="0"/>
            </a:lvl8pPr>
            <a:lvl9pPr marL="0" indent="0" algn="ctr">
              <a:spcBef>
                <a:spcPts val="0"/>
              </a:spcBef>
              <a:spcAft>
                <a:spcPts val="0"/>
              </a:spcAft>
              <a:buFontTx/>
              <a:buNone/>
              <a:tabLst/>
              <a:defRPr sz="9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2" name="Fußzeilenplatzhalter 1">
            <a:extLst>
              <a:ext uri="{FF2B5EF4-FFF2-40B4-BE49-F238E27FC236}">
                <a16:creationId xmlns:a16="http://schemas.microsoft.com/office/drawing/2014/main" id="{8464A4AD-DF50-326A-C3CC-77A3E90EED6B}"/>
              </a:ext>
            </a:extLst>
          </p:cNvPr>
          <p:cNvSpPr>
            <a:spLocks noGrp="1"/>
          </p:cNvSpPr>
          <p:nvPr>
            <p:ph type="ftr" sz="quarter" idx="16"/>
          </p:nvPr>
        </p:nvSpPr>
        <p:spPr bwMode="gray"/>
        <p:txBody>
          <a:bodyPr/>
          <a:lstStyle>
            <a:lvl1pPr>
              <a:defRPr>
                <a:solidFill>
                  <a:schemeClr val="bg1"/>
                </a:solidFill>
              </a:defRPr>
            </a:lvl1pPr>
          </a:lstStyle>
          <a:p>
            <a:r>
              <a:rPr lang="en-US"/>
              <a:t>Presentation title    |    ONLY FOR INTERNAL USE</a:t>
            </a:r>
          </a:p>
        </p:txBody>
      </p:sp>
      <p:grpSp>
        <p:nvGrpSpPr>
          <p:cNvPr id="16" name="Group 15">
            <a:extLst>
              <a:ext uri="{FF2B5EF4-FFF2-40B4-BE49-F238E27FC236}">
                <a16:creationId xmlns:a16="http://schemas.microsoft.com/office/drawing/2014/main" id="{826E795A-4AEE-2618-1B23-937B8A4644F0}"/>
              </a:ext>
              <a:ext uri="{C183D7F6-B498-43B3-948B-1728B52AA6E4}">
                <adec:decorative xmlns:adec="http://schemas.microsoft.com/office/drawing/2017/decorative" val="1"/>
              </a:ext>
            </a:extLst>
          </p:cNvPr>
          <p:cNvGrpSpPr/>
          <p:nvPr userDrawn="1"/>
        </p:nvGrpSpPr>
        <p:grpSpPr bwMode="gray">
          <a:xfrm>
            <a:off x="-1422666" y="0"/>
            <a:ext cx="1286309" cy="2808312"/>
            <a:chOff x="-1824880" y="2708920"/>
            <a:chExt cx="1715078" cy="3744416"/>
          </a:xfrm>
        </p:grpSpPr>
        <p:sp>
          <p:nvSpPr>
            <p:cNvPr id="17" name="TextBox 16">
              <a:extLst>
                <a:ext uri="{FF2B5EF4-FFF2-40B4-BE49-F238E27FC236}">
                  <a16:creationId xmlns:a16="http://schemas.microsoft.com/office/drawing/2014/main" id="{8B0F84D0-AE67-3B0E-A7AB-6540F919DB0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450"/>
                </a:spcAft>
              </a:pPr>
              <a:r>
                <a:rPr lang="en-US" sz="825" b="1">
                  <a:solidFill>
                    <a:schemeClr val="tx1"/>
                  </a:solidFill>
                  <a:effectLst/>
                  <a:latin typeface="+mj-lt"/>
                </a:rPr>
                <a:t>To insert a picture:</a:t>
              </a:r>
            </a:p>
            <a:p>
              <a:pPr marL="107997" indent="-107997">
                <a:lnSpc>
                  <a:spcPct val="120000"/>
                </a:lnSpc>
                <a:spcAft>
                  <a:spcPts val="450"/>
                </a:spcAft>
                <a:buFont typeface="+mj-lt"/>
                <a:buAutoNum type="arabicPeriod"/>
              </a:pPr>
              <a:r>
                <a:rPr lang="en-US" sz="675">
                  <a:solidFill>
                    <a:schemeClr val="tx1"/>
                  </a:solidFill>
                  <a:effectLst/>
                  <a:latin typeface="+mn-lt"/>
                </a:rPr>
                <a:t>Click on the placeholder for pictures</a:t>
              </a:r>
            </a:p>
            <a:p>
              <a:pPr marL="107997" indent="-107997">
                <a:lnSpc>
                  <a:spcPct val="120000"/>
                </a:lnSpc>
                <a:spcAft>
                  <a:spcPts val="450"/>
                </a:spcAft>
                <a:buFont typeface="+mj-lt"/>
                <a:buAutoNum type="arabicPeriod"/>
              </a:pPr>
              <a:r>
                <a:rPr lang="en-US" sz="675">
                  <a:solidFill>
                    <a:schemeClr val="tx1"/>
                  </a:solidFill>
                  <a:effectLst/>
                  <a:latin typeface="+mn-lt"/>
                </a:rPr>
                <a:t>Open the menu “Insert”</a:t>
              </a:r>
            </a:p>
            <a:p>
              <a:pPr marL="107997" indent="-107997">
                <a:lnSpc>
                  <a:spcPct val="120000"/>
                </a:lnSpc>
                <a:spcAft>
                  <a:spcPts val="450"/>
                </a:spcAft>
                <a:buFont typeface="+mj-lt"/>
                <a:buAutoNum type="arabicPeriod"/>
              </a:pPr>
              <a:r>
                <a:rPr lang="en-US" sz="675">
                  <a:solidFill>
                    <a:schemeClr val="tx1"/>
                  </a:solidFill>
                  <a:effectLst/>
                  <a:latin typeface="+mn-lt"/>
                </a:rPr>
                <a:t>Choose “Pictures” and then the corresponding source where the image is located</a:t>
              </a:r>
              <a:endParaRPr lang="en-US" sz="675">
                <a:solidFill>
                  <a:schemeClr val="tx1"/>
                </a:solidFill>
                <a:latin typeface="+mn-lt"/>
              </a:endParaRPr>
            </a:p>
          </p:txBody>
        </p:sp>
        <p:pic>
          <p:nvPicPr>
            <p:cNvPr id="18" name="Picture 17">
              <a:extLst>
                <a:ext uri="{FF2B5EF4-FFF2-40B4-BE49-F238E27FC236}">
                  <a16:creationId xmlns:a16="http://schemas.microsoft.com/office/drawing/2014/main" id="{8A135E1A-DE75-B2CF-E3B2-F7C52478F81B}"/>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6CE8A64D-42CD-4BF1-BA15-ED10E21F96F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07997" indent="-107997">
                <a:spcAft>
                  <a:spcPts val="450"/>
                </a:spcAft>
                <a:buFont typeface="+mj-lt"/>
                <a:buAutoNum type="arabicPeriod" startAt="4"/>
              </a:pPr>
              <a:r>
                <a:rPr lang="en-US" sz="675">
                  <a:solidFill>
                    <a:schemeClr val="tx1"/>
                  </a:solidFill>
                  <a:effectLst/>
                  <a:latin typeface="+mn-lt"/>
                </a:rPr>
                <a:t>Now the image has </a:t>
              </a:r>
              <a:br>
                <a:rPr lang="en-US" sz="675">
                  <a:solidFill>
                    <a:schemeClr val="tx1"/>
                  </a:solidFill>
                  <a:effectLst/>
                  <a:latin typeface="+mn-lt"/>
                </a:rPr>
              </a:br>
              <a:r>
                <a:rPr lang="en-US" sz="675">
                  <a:solidFill>
                    <a:schemeClr val="tx1"/>
                  </a:solidFill>
                  <a:effectLst/>
                  <a:latin typeface="+mn-lt"/>
                </a:rPr>
                <a:t>been loaded into the </a:t>
              </a:r>
              <a:br>
                <a:rPr lang="en-US" sz="675">
                  <a:solidFill>
                    <a:schemeClr val="tx1"/>
                  </a:solidFill>
                  <a:effectLst/>
                  <a:latin typeface="+mn-lt"/>
                </a:rPr>
              </a:br>
              <a:r>
                <a:rPr lang="en-US" sz="675">
                  <a:solidFill>
                    <a:schemeClr val="tx1"/>
                  </a:solidFill>
                  <a:effectLst/>
                  <a:latin typeface="+mn-lt"/>
                </a:rPr>
                <a:t>placeholder.</a:t>
              </a:r>
              <a:endParaRPr lang="en-US" sz="675">
                <a:solidFill>
                  <a:schemeClr val="tx1"/>
                </a:solidFill>
                <a:latin typeface="+mn-lt"/>
              </a:endParaRPr>
            </a:p>
          </p:txBody>
        </p:sp>
      </p:grpSp>
    </p:spTree>
    <p:extLst>
      <p:ext uri="{BB962C8B-B14F-4D97-AF65-F5344CB8AC3E}">
        <p14:creationId xmlns:p14="http://schemas.microsoft.com/office/powerpoint/2010/main" val="1725043576"/>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184.xml><?xml version="1.0" encoding="utf-8"?>
<p:sldLayout xmlns:a="http://schemas.openxmlformats.org/drawingml/2006/main" xmlns:r="http://schemas.openxmlformats.org/officeDocument/2006/relationships" xmlns:p="http://schemas.openxmlformats.org/presentationml/2006/main" preserve="1" userDrawn="1">
  <p:cSld name="Content with image portrait (3)">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1737122" y="357750"/>
            <a:ext cx="7047346" cy="54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1737158" y="1059657"/>
            <a:ext cx="7047311" cy="3294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1737587" y="4353960"/>
            <a:ext cx="7047000" cy="108000"/>
          </a:xfrm>
        </p:spPr>
        <p:txBody>
          <a:bodyPr anchor="b"/>
          <a:lstStyle>
            <a:lvl1pPr marL="0" indent="0">
              <a:lnSpc>
                <a:spcPct val="100000"/>
              </a:lnSpc>
              <a:spcBef>
                <a:spcPts val="0"/>
              </a:spcBef>
              <a:spcAft>
                <a:spcPts val="0"/>
              </a:spcAft>
              <a:buFont typeface="Arial" panose="020B0604020202020204" pitchFamily="34" charset="0"/>
              <a:buNone/>
              <a:defRPr sz="600" b="0"/>
            </a:lvl1pPr>
            <a:lvl2pPr marL="0" indent="0">
              <a:lnSpc>
                <a:spcPct val="100000"/>
              </a:lnSpc>
              <a:spcBef>
                <a:spcPts val="0"/>
              </a:spcBef>
              <a:spcAft>
                <a:spcPts val="0"/>
              </a:spcAft>
              <a:buFont typeface="Arial" panose="020B0604020202020204" pitchFamily="34" charset="0"/>
              <a:buNone/>
              <a:defRPr sz="600" b="0"/>
            </a:lvl2pPr>
            <a:lvl3pPr marL="0" indent="0">
              <a:lnSpc>
                <a:spcPct val="100000"/>
              </a:lnSpc>
              <a:spcBef>
                <a:spcPts val="0"/>
              </a:spcBef>
              <a:spcAft>
                <a:spcPts val="0"/>
              </a:spcAft>
              <a:buNone/>
              <a:defRPr sz="600" b="0"/>
            </a:lvl3pPr>
            <a:lvl4pPr marL="0" indent="0">
              <a:lnSpc>
                <a:spcPct val="100000"/>
              </a:lnSpc>
              <a:spcBef>
                <a:spcPts val="0"/>
              </a:spcBef>
              <a:spcAft>
                <a:spcPts val="0"/>
              </a:spcAft>
              <a:buNone/>
              <a:defRPr sz="600" b="0"/>
            </a:lvl4pPr>
            <a:lvl5pPr marL="0" indent="0">
              <a:lnSpc>
                <a:spcPct val="100000"/>
              </a:lnSpc>
              <a:spcBef>
                <a:spcPts val="0"/>
              </a:spcBef>
              <a:spcAft>
                <a:spcPts val="0"/>
              </a:spcAft>
              <a:buNone/>
              <a:defRPr sz="600" b="0"/>
            </a:lvl5pPr>
            <a:lvl6pPr marL="0" indent="0">
              <a:lnSpc>
                <a:spcPct val="100000"/>
              </a:lnSpc>
              <a:spcBef>
                <a:spcPts val="0"/>
              </a:spcBef>
              <a:spcAft>
                <a:spcPts val="0"/>
              </a:spcAft>
              <a:buNone/>
              <a:defRPr sz="600" b="0"/>
            </a:lvl6pPr>
            <a:lvl7pPr marL="0" indent="0">
              <a:lnSpc>
                <a:spcPct val="100000"/>
              </a:lnSpc>
              <a:spcBef>
                <a:spcPts val="0"/>
              </a:spcBef>
              <a:spcAft>
                <a:spcPts val="0"/>
              </a:spcAft>
              <a:buNone/>
              <a:defRPr sz="600" b="0"/>
            </a:lvl7pPr>
            <a:lvl8pPr marL="0" indent="0">
              <a:lnSpc>
                <a:spcPct val="100000"/>
              </a:lnSpc>
              <a:spcBef>
                <a:spcPts val="0"/>
              </a:spcBef>
              <a:spcAft>
                <a:spcPts val="0"/>
              </a:spcAft>
              <a:buNone/>
              <a:defRPr sz="600" b="0"/>
            </a:lvl8pPr>
            <a:lvl9pPr marL="0" indent="0">
              <a:lnSpc>
                <a:spcPct val="100000"/>
              </a:lnSpc>
              <a:spcBef>
                <a:spcPts val="0"/>
              </a:spcBef>
              <a:spcAft>
                <a:spcPts val="0"/>
              </a:spcAft>
              <a:buNone/>
              <a:defRPr sz="600" b="0"/>
            </a:lvl9pPr>
          </a:lstStyle>
          <a:p>
            <a:pPr lvl="0"/>
            <a:r>
              <a:rPr lang="en-US"/>
              <a:t>Footnote/Source</a:t>
            </a:r>
          </a:p>
        </p:txBody>
      </p:sp>
      <p:sp>
        <p:nvSpPr>
          <p:cNvPr id="13" name="Bildplatzhalter 10">
            <a:extLst>
              <a:ext uri="{FF2B5EF4-FFF2-40B4-BE49-F238E27FC236}">
                <a16:creationId xmlns:a16="http://schemas.microsoft.com/office/drawing/2014/main" id="{4EA519C6-3621-AA78-3D48-CE2C8B305E30}"/>
              </a:ext>
            </a:extLst>
          </p:cNvPr>
          <p:cNvSpPr>
            <a:spLocks noGrp="1"/>
          </p:cNvSpPr>
          <p:nvPr>
            <p:ph type="pic" sz="quarter" idx="10" hasCustomPrompt="1"/>
          </p:nvPr>
        </p:nvSpPr>
        <p:spPr bwMode="gray">
          <a:xfrm>
            <a:off x="2" y="0"/>
            <a:ext cx="1520429" cy="5143500"/>
          </a:xfrm>
          <a:solidFill>
            <a:srgbClr val="E5E3DE"/>
          </a:solidFill>
        </p:spPr>
        <p:txBody>
          <a:bodyPr tIns="720000" anchor="ctr" anchorCtr="0"/>
          <a:lstStyle>
            <a:lvl1pPr marL="0" indent="0" algn="ctr">
              <a:spcBef>
                <a:spcPts val="0"/>
              </a:spcBef>
              <a:spcAft>
                <a:spcPts val="0"/>
              </a:spcAft>
              <a:buFontTx/>
              <a:buNone/>
              <a:tabLst/>
              <a:defRPr sz="900" b="0">
                <a:solidFill>
                  <a:schemeClr val="tx1"/>
                </a:solidFill>
              </a:defRPr>
            </a:lvl1pPr>
            <a:lvl2pPr marL="0" indent="0" algn="ctr">
              <a:spcBef>
                <a:spcPts val="0"/>
              </a:spcBef>
              <a:spcAft>
                <a:spcPts val="0"/>
              </a:spcAft>
              <a:buFontTx/>
              <a:buNone/>
              <a:tabLst/>
              <a:defRPr sz="900" b="0"/>
            </a:lvl2pPr>
            <a:lvl3pPr marL="0" indent="0" algn="ctr">
              <a:spcBef>
                <a:spcPts val="0"/>
              </a:spcBef>
              <a:spcAft>
                <a:spcPts val="0"/>
              </a:spcAft>
              <a:buFontTx/>
              <a:buNone/>
              <a:tabLst/>
              <a:defRPr sz="900" b="0"/>
            </a:lvl3pPr>
            <a:lvl4pPr marL="0" indent="0" algn="ctr">
              <a:spcBef>
                <a:spcPts val="0"/>
              </a:spcBef>
              <a:spcAft>
                <a:spcPts val="0"/>
              </a:spcAft>
              <a:buFontTx/>
              <a:buNone/>
              <a:tabLst/>
              <a:defRPr sz="900" b="0"/>
            </a:lvl4pPr>
            <a:lvl5pPr marL="0" indent="0" algn="ctr">
              <a:spcBef>
                <a:spcPts val="0"/>
              </a:spcBef>
              <a:spcAft>
                <a:spcPts val="0"/>
              </a:spcAft>
              <a:buFontTx/>
              <a:buNone/>
              <a:tabLst/>
              <a:defRPr sz="900" b="0"/>
            </a:lvl5pPr>
            <a:lvl6pPr marL="0" indent="0" algn="ctr">
              <a:spcBef>
                <a:spcPts val="0"/>
              </a:spcBef>
              <a:spcAft>
                <a:spcPts val="0"/>
              </a:spcAft>
              <a:buFontTx/>
              <a:buNone/>
              <a:tabLst/>
              <a:defRPr sz="900" b="0"/>
            </a:lvl6pPr>
            <a:lvl7pPr marL="0" indent="0" algn="ctr">
              <a:spcBef>
                <a:spcPts val="0"/>
              </a:spcBef>
              <a:spcAft>
                <a:spcPts val="0"/>
              </a:spcAft>
              <a:buFontTx/>
              <a:buNone/>
              <a:tabLst/>
              <a:defRPr sz="900" b="0"/>
            </a:lvl7pPr>
            <a:lvl8pPr marL="0" indent="0" algn="ctr">
              <a:spcBef>
                <a:spcPts val="0"/>
              </a:spcBef>
              <a:spcAft>
                <a:spcPts val="0"/>
              </a:spcAft>
              <a:buFontTx/>
              <a:buNone/>
              <a:tabLst/>
              <a:defRPr sz="900" b="0"/>
            </a:lvl8pPr>
            <a:lvl9pPr marL="0" indent="0" algn="ctr">
              <a:spcBef>
                <a:spcPts val="0"/>
              </a:spcBef>
              <a:spcAft>
                <a:spcPts val="0"/>
              </a:spcAft>
              <a:buFontTx/>
              <a:buNone/>
              <a:tabLst/>
              <a:defRPr sz="900" b="0"/>
            </a:lvl9pPr>
          </a:lstStyle>
          <a:p>
            <a:pPr lvl="0"/>
            <a:r>
              <a:rPr lang="en-US"/>
              <a:t>Add picture</a:t>
            </a:r>
          </a:p>
        </p:txBody>
      </p:sp>
      <p:sp>
        <p:nvSpPr>
          <p:cNvPr id="14" name="Fußzeilenplatzhalter 13">
            <a:extLst>
              <a:ext uri="{FF2B5EF4-FFF2-40B4-BE49-F238E27FC236}">
                <a16:creationId xmlns:a16="http://schemas.microsoft.com/office/drawing/2014/main" id="{6EEB0A4C-9CB1-5FD3-5A85-95FE106E43BA}"/>
              </a:ext>
            </a:extLst>
          </p:cNvPr>
          <p:cNvSpPr>
            <a:spLocks noGrp="1"/>
          </p:cNvSpPr>
          <p:nvPr>
            <p:ph type="ftr" sz="quarter" idx="29"/>
          </p:nvPr>
        </p:nvSpPr>
        <p:spPr bwMode="gray"/>
        <p:txBody>
          <a:bodyPr/>
          <a:lstStyle/>
          <a:p>
            <a:r>
              <a:rPr lang="en-US"/>
              <a:t>Presentation title    |    ONLY FOR INTERNAL USE</a:t>
            </a:r>
          </a:p>
        </p:txBody>
      </p:sp>
      <p:sp>
        <p:nvSpPr>
          <p:cNvPr id="15" name="Foliennummernplatzhalter 14">
            <a:extLst>
              <a:ext uri="{FF2B5EF4-FFF2-40B4-BE49-F238E27FC236}">
                <a16:creationId xmlns:a16="http://schemas.microsoft.com/office/drawing/2014/main" id="{15D18496-5D1E-5F00-2ACA-70465B9A16F2}"/>
              </a:ext>
            </a:extLst>
          </p:cNvPr>
          <p:cNvSpPr>
            <a:spLocks noGrp="1"/>
          </p:cNvSpPr>
          <p:nvPr>
            <p:ph type="sldNum" sz="quarter" idx="30"/>
          </p:nvPr>
        </p:nvSpPr>
        <p:spPr bwMode="gray"/>
        <p:txBody>
          <a:body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0581CA52-FD82-1F55-27CD-D1C50118A4C0}"/>
              </a:ext>
            </a:extLst>
          </p:cNvPr>
          <p:cNvSpPr>
            <a:spLocks noGrp="1"/>
          </p:cNvSpPr>
          <p:nvPr>
            <p:ph type="body" sz="quarter" idx="31"/>
          </p:nvPr>
        </p:nvSpPr>
        <p:spPr bwMode="gray">
          <a:xfrm>
            <a:off x="359568" y="4625100"/>
            <a:ext cx="926100" cy="2808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150">
                <a:noFill/>
              </a:defRPr>
            </a:lvl1pPr>
            <a:lvl2pPr marL="0" indent="0">
              <a:lnSpc>
                <a:spcPct val="100000"/>
              </a:lnSpc>
              <a:spcAft>
                <a:spcPts val="0"/>
              </a:spcAft>
              <a:buFontTx/>
              <a:buNone/>
              <a:defRPr sz="150">
                <a:noFill/>
              </a:defRPr>
            </a:lvl2pPr>
            <a:lvl3pPr marL="0" indent="0">
              <a:lnSpc>
                <a:spcPct val="100000"/>
              </a:lnSpc>
              <a:spcAft>
                <a:spcPts val="0"/>
              </a:spcAft>
              <a:buFontTx/>
              <a:buNone/>
              <a:defRPr sz="150">
                <a:noFill/>
              </a:defRPr>
            </a:lvl3pPr>
            <a:lvl4pPr marL="0" indent="0">
              <a:lnSpc>
                <a:spcPct val="100000"/>
              </a:lnSpc>
              <a:spcAft>
                <a:spcPts val="0"/>
              </a:spcAft>
              <a:buFontTx/>
              <a:buNone/>
              <a:defRPr sz="150">
                <a:noFill/>
              </a:defRPr>
            </a:lvl4pPr>
            <a:lvl5pPr marL="0" indent="0">
              <a:lnSpc>
                <a:spcPct val="100000"/>
              </a:lnSpc>
              <a:spcAft>
                <a:spcPts val="0"/>
              </a:spcAft>
              <a:buFontTx/>
              <a:buNone/>
              <a:defRPr sz="15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0D5B12A7-5AE8-4E1A-DA33-D80561FB9A6F}"/>
              </a:ext>
              <a:ext uri="{C183D7F6-B498-43B3-948B-1728B52AA6E4}">
                <adec:decorative xmlns:adec="http://schemas.microsoft.com/office/drawing/2017/decorative" val="1"/>
              </a:ext>
            </a:extLst>
          </p:cNvPr>
          <p:cNvGrpSpPr/>
          <p:nvPr userDrawn="1"/>
        </p:nvGrpSpPr>
        <p:grpSpPr bwMode="gray">
          <a:xfrm>
            <a:off x="-1422666" y="0"/>
            <a:ext cx="1286309" cy="2808312"/>
            <a:chOff x="-1824880" y="2708920"/>
            <a:chExt cx="1715078" cy="3744416"/>
          </a:xfrm>
        </p:grpSpPr>
        <p:sp>
          <p:nvSpPr>
            <p:cNvPr id="18" name="TextBox 17">
              <a:extLst>
                <a:ext uri="{FF2B5EF4-FFF2-40B4-BE49-F238E27FC236}">
                  <a16:creationId xmlns:a16="http://schemas.microsoft.com/office/drawing/2014/main" id="{A367C244-F025-3A15-FAA2-8B46D5E9A8A4}"/>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450"/>
                </a:spcAft>
              </a:pPr>
              <a:r>
                <a:rPr lang="en-US" sz="825" b="1">
                  <a:solidFill>
                    <a:schemeClr val="tx1"/>
                  </a:solidFill>
                  <a:effectLst/>
                  <a:latin typeface="+mj-lt"/>
                </a:rPr>
                <a:t>To insert a picture:</a:t>
              </a:r>
            </a:p>
            <a:p>
              <a:pPr marL="107997" indent="-107997">
                <a:lnSpc>
                  <a:spcPct val="120000"/>
                </a:lnSpc>
                <a:spcAft>
                  <a:spcPts val="450"/>
                </a:spcAft>
                <a:buFont typeface="+mj-lt"/>
                <a:buAutoNum type="arabicPeriod"/>
              </a:pPr>
              <a:r>
                <a:rPr lang="en-US" sz="675">
                  <a:solidFill>
                    <a:schemeClr val="tx1"/>
                  </a:solidFill>
                  <a:effectLst/>
                  <a:latin typeface="+mn-lt"/>
                </a:rPr>
                <a:t>Click on the placeholder for pictures</a:t>
              </a:r>
            </a:p>
            <a:p>
              <a:pPr marL="107997" indent="-107997">
                <a:lnSpc>
                  <a:spcPct val="120000"/>
                </a:lnSpc>
                <a:spcAft>
                  <a:spcPts val="450"/>
                </a:spcAft>
                <a:buFont typeface="+mj-lt"/>
                <a:buAutoNum type="arabicPeriod"/>
              </a:pPr>
              <a:r>
                <a:rPr lang="en-US" sz="675">
                  <a:solidFill>
                    <a:schemeClr val="tx1"/>
                  </a:solidFill>
                  <a:effectLst/>
                  <a:latin typeface="+mn-lt"/>
                </a:rPr>
                <a:t>Open the menu “Insert”</a:t>
              </a:r>
            </a:p>
            <a:p>
              <a:pPr marL="107997" indent="-107997">
                <a:lnSpc>
                  <a:spcPct val="120000"/>
                </a:lnSpc>
                <a:spcAft>
                  <a:spcPts val="450"/>
                </a:spcAft>
                <a:buFont typeface="+mj-lt"/>
                <a:buAutoNum type="arabicPeriod"/>
              </a:pPr>
              <a:r>
                <a:rPr lang="en-US" sz="675">
                  <a:solidFill>
                    <a:schemeClr val="tx1"/>
                  </a:solidFill>
                  <a:effectLst/>
                  <a:latin typeface="+mn-lt"/>
                </a:rPr>
                <a:t>Choose “Pictures” and then the corresponding source where the image is located</a:t>
              </a:r>
              <a:endParaRPr lang="en-US" sz="675">
                <a:solidFill>
                  <a:schemeClr val="tx1"/>
                </a:solidFill>
                <a:latin typeface="+mn-lt"/>
              </a:endParaRPr>
            </a:p>
          </p:txBody>
        </p:sp>
        <p:pic>
          <p:nvPicPr>
            <p:cNvPr id="19" name="Picture 18">
              <a:extLst>
                <a:ext uri="{FF2B5EF4-FFF2-40B4-BE49-F238E27FC236}">
                  <a16:creationId xmlns:a16="http://schemas.microsoft.com/office/drawing/2014/main" id="{B5B5593A-6E6C-DA64-6263-6DB67B6B34B4}"/>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EC983BE9-6EB2-3207-54B9-1904F8E3EE1D}"/>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07997" indent="-107997">
                <a:spcAft>
                  <a:spcPts val="450"/>
                </a:spcAft>
                <a:buFont typeface="+mj-lt"/>
                <a:buAutoNum type="arabicPeriod" startAt="4"/>
              </a:pPr>
              <a:r>
                <a:rPr lang="en-US" sz="675">
                  <a:solidFill>
                    <a:schemeClr val="tx1"/>
                  </a:solidFill>
                  <a:effectLst/>
                  <a:latin typeface="+mn-lt"/>
                </a:rPr>
                <a:t>Now the image has </a:t>
              </a:r>
              <a:br>
                <a:rPr lang="en-US" sz="675">
                  <a:solidFill>
                    <a:schemeClr val="tx1"/>
                  </a:solidFill>
                  <a:effectLst/>
                  <a:latin typeface="+mn-lt"/>
                </a:rPr>
              </a:br>
              <a:r>
                <a:rPr lang="en-US" sz="675">
                  <a:solidFill>
                    <a:schemeClr val="tx1"/>
                  </a:solidFill>
                  <a:effectLst/>
                  <a:latin typeface="+mn-lt"/>
                </a:rPr>
                <a:t>been loaded into the </a:t>
              </a:r>
              <a:br>
                <a:rPr lang="en-US" sz="675">
                  <a:solidFill>
                    <a:schemeClr val="tx1"/>
                  </a:solidFill>
                  <a:effectLst/>
                  <a:latin typeface="+mn-lt"/>
                </a:rPr>
              </a:br>
              <a:r>
                <a:rPr lang="en-US" sz="675">
                  <a:solidFill>
                    <a:schemeClr val="tx1"/>
                  </a:solidFill>
                  <a:effectLst/>
                  <a:latin typeface="+mn-lt"/>
                </a:rPr>
                <a:t>placeholder.</a:t>
              </a:r>
              <a:endParaRPr lang="en-US" sz="675">
                <a:solidFill>
                  <a:schemeClr val="tx1"/>
                </a:solidFill>
                <a:latin typeface="+mn-lt"/>
              </a:endParaRPr>
            </a:p>
          </p:txBody>
        </p:sp>
      </p:grpSp>
    </p:spTree>
    <p:extLst>
      <p:ext uri="{BB962C8B-B14F-4D97-AF65-F5344CB8AC3E}">
        <p14:creationId xmlns:p14="http://schemas.microsoft.com/office/powerpoint/2010/main" val="3897617476"/>
      </p:ext>
    </p:extLst>
  </p:cSld>
  <p:clrMapOvr>
    <a:masterClrMapping/>
  </p:clrMapOvr>
  <p:extLst>
    <p:ext uri="{DCECCB84-F9BA-43D5-87BE-67443E8EF086}">
      <p15:sldGuideLst xmlns:p15="http://schemas.microsoft.com/office/powerpoint/2012/main">
        <p15:guide id="1" pos="1459">
          <p15:clr>
            <a:srgbClr val="FBAE40"/>
          </p15:clr>
        </p15:guide>
        <p15:guide id="2" pos="1277">
          <p15:clr>
            <a:srgbClr val="FBAE40"/>
          </p15:clr>
        </p15:guide>
      </p15:sldGuideLst>
    </p:ext>
  </p:extLst>
</p:sldLayout>
</file>

<file path=ppt/slideLayouts/slideLayout185.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1)">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359569" y="357750"/>
            <a:ext cx="4104086" cy="54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359569" y="1059657"/>
            <a:ext cx="4104085" cy="3294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360000" y="4353960"/>
            <a:ext cx="4104000" cy="108000"/>
          </a:xfrm>
        </p:spPr>
        <p:txBody>
          <a:bodyPr anchor="b"/>
          <a:lstStyle>
            <a:lvl1pPr marL="0" indent="0">
              <a:lnSpc>
                <a:spcPct val="100000"/>
              </a:lnSpc>
              <a:spcBef>
                <a:spcPts val="0"/>
              </a:spcBef>
              <a:spcAft>
                <a:spcPts val="0"/>
              </a:spcAft>
              <a:buFont typeface="Arial" panose="020B0604020202020204" pitchFamily="34" charset="0"/>
              <a:buNone/>
              <a:defRPr sz="600" b="0">
                <a:solidFill>
                  <a:schemeClr val="bg1"/>
                </a:solidFill>
              </a:defRPr>
            </a:lvl1pPr>
            <a:lvl2pPr marL="0" indent="0">
              <a:lnSpc>
                <a:spcPct val="100000"/>
              </a:lnSpc>
              <a:spcBef>
                <a:spcPts val="0"/>
              </a:spcBef>
              <a:spcAft>
                <a:spcPts val="0"/>
              </a:spcAft>
              <a:buFont typeface="Arial" panose="020B0604020202020204" pitchFamily="34" charset="0"/>
              <a:buNone/>
              <a:defRPr sz="600" b="0">
                <a:solidFill>
                  <a:schemeClr val="bg1"/>
                </a:solidFill>
              </a:defRPr>
            </a:lvl2pPr>
            <a:lvl3pPr marL="0" indent="0">
              <a:lnSpc>
                <a:spcPct val="100000"/>
              </a:lnSpc>
              <a:spcBef>
                <a:spcPts val="0"/>
              </a:spcBef>
              <a:spcAft>
                <a:spcPts val="0"/>
              </a:spcAft>
              <a:buNone/>
              <a:defRPr sz="600" b="0">
                <a:solidFill>
                  <a:schemeClr val="bg1"/>
                </a:solidFill>
              </a:defRPr>
            </a:lvl3pPr>
            <a:lvl4pPr marL="0" indent="0">
              <a:lnSpc>
                <a:spcPct val="100000"/>
              </a:lnSpc>
              <a:spcBef>
                <a:spcPts val="0"/>
              </a:spcBef>
              <a:spcAft>
                <a:spcPts val="0"/>
              </a:spcAft>
              <a:buNone/>
              <a:defRPr sz="600" b="0">
                <a:solidFill>
                  <a:schemeClr val="bg1"/>
                </a:solidFill>
              </a:defRPr>
            </a:lvl4pPr>
            <a:lvl5pPr marL="0" indent="0">
              <a:lnSpc>
                <a:spcPct val="100000"/>
              </a:lnSpc>
              <a:spcBef>
                <a:spcPts val="0"/>
              </a:spcBef>
              <a:spcAft>
                <a:spcPts val="0"/>
              </a:spcAft>
              <a:buNone/>
              <a:defRPr sz="600" b="0">
                <a:solidFill>
                  <a:schemeClr val="bg1"/>
                </a:solidFill>
              </a:defRPr>
            </a:lvl5pPr>
            <a:lvl6pPr marL="0" indent="0">
              <a:lnSpc>
                <a:spcPct val="100000"/>
              </a:lnSpc>
              <a:spcBef>
                <a:spcPts val="0"/>
              </a:spcBef>
              <a:spcAft>
                <a:spcPts val="0"/>
              </a:spcAft>
              <a:buNone/>
              <a:defRPr sz="600" b="0">
                <a:solidFill>
                  <a:schemeClr val="bg1"/>
                </a:solidFill>
              </a:defRPr>
            </a:lvl6pPr>
            <a:lvl7pPr marL="0" indent="0">
              <a:lnSpc>
                <a:spcPct val="100000"/>
              </a:lnSpc>
              <a:spcBef>
                <a:spcPts val="0"/>
              </a:spcBef>
              <a:spcAft>
                <a:spcPts val="0"/>
              </a:spcAft>
              <a:buNone/>
              <a:defRPr sz="600" b="0">
                <a:solidFill>
                  <a:schemeClr val="bg1"/>
                </a:solidFill>
              </a:defRPr>
            </a:lvl7pPr>
            <a:lvl8pPr marL="0" indent="0">
              <a:lnSpc>
                <a:spcPct val="100000"/>
              </a:lnSpc>
              <a:spcBef>
                <a:spcPts val="0"/>
              </a:spcBef>
              <a:spcAft>
                <a:spcPts val="0"/>
              </a:spcAft>
              <a:buNone/>
              <a:defRPr sz="600" b="0">
                <a:solidFill>
                  <a:schemeClr val="bg1"/>
                </a:solidFill>
              </a:defRPr>
            </a:lvl8pPr>
            <a:lvl9pPr marL="0" indent="0">
              <a:lnSpc>
                <a:spcPct val="100000"/>
              </a:lnSpc>
              <a:spcBef>
                <a:spcPts val="0"/>
              </a:spcBef>
              <a:spcAft>
                <a:spcPts val="0"/>
              </a:spcAft>
              <a:buNone/>
              <a:defRPr sz="600" b="0">
                <a:solidFill>
                  <a:schemeClr val="bg1"/>
                </a:solidFill>
              </a:defRPr>
            </a:lvl9pPr>
          </a:lstStyle>
          <a:p>
            <a:pPr lvl="0"/>
            <a:r>
              <a:rPr lang="en-US"/>
              <a:t>Footnote/Source</a:t>
            </a:r>
          </a:p>
        </p:txBody>
      </p:sp>
      <p:sp>
        <p:nvSpPr>
          <p:cNvPr id="7" name="Bildplatzhalter 10">
            <a:extLst>
              <a:ext uri="{FF2B5EF4-FFF2-40B4-BE49-F238E27FC236}">
                <a16:creationId xmlns:a16="http://schemas.microsoft.com/office/drawing/2014/main" id="{BB620B58-DC4D-ABB4-B16A-92C43E6933B4}"/>
              </a:ext>
            </a:extLst>
          </p:cNvPr>
          <p:cNvSpPr>
            <a:spLocks noGrp="1"/>
          </p:cNvSpPr>
          <p:nvPr>
            <p:ph type="pic" sz="quarter" idx="10" hasCustomPrompt="1"/>
          </p:nvPr>
        </p:nvSpPr>
        <p:spPr bwMode="gray">
          <a:xfrm>
            <a:off x="4680347" y="0"/>
            <a:ext cx="4463652" cy="5143500"/>
          </a:xfrm>
          <a:solidFill>
            <a:srgbClr val="E5E3DE"/>
          </a:solidFill>
        </p:spPr>
        <p:txBody>
          <a:bodyPr tIns="720000" anchor="ctr" anchorCtr="0"/>
          <a:lstStyle>
            <a:lvl1pPr marL="0" indent="0" algn="ctr">
              <a:spcBef>
                <a:spcPts val="0"/>
              </a:spcBef>
              <a:spcAft>
                <a:spcPts val="0"/>
              </a:spcAft>
              <a:buFontTx/>
              <a:buNone/>
              <a:tabLst/>
              <a:defRPr sz="900" b="0">
                <a:solidFill>
                  <a:schemeClr val="tx1"/>
                </a:solidFill>
              </a:defRPr>
            </a:lvl1pPr>
            <a:lvl2pPr marL="0" indent="0" algn="ctr">
              <a:spcBef>
                <a:spcPts val="0"/>
              </a:spcBef>
              <a:spcAft>
                <a:spcPts val="0"/>
              </a:spcAft>
              <a:buFontTx/>
              <a:buNone/>
              <a:tabLst/>
              <a:defRPr sz="900" b="0"/>
            </a:lvl2pPr>
            <a:lvl3pPr marL="0" indent="0" algn="ctr">
              <a:spcBef>
                <a:spcPts val="0"/>
              </a:spcBef>
              <a:spcAft>
                <a:spcPts val="0"/>
              </a:spcAft>
              <a:buFontTx/>
              <a:buNone/>
              <a:tabLst/>
              <a:defRPr sz="900" b="0"/>
            </a:lvl3pPr>
            <a:lvl4pPr marL="0" indent="0" algn="ctr">
              <a:spcBef>
                <a:spcPts val="0"/>
              </a:spcBef>
              <a:spcAft>
                <a:spcPts val="0"/>
              </a:spcAft>
              <a:buFontTx/>
              <a:buNone/>
              <a:tabLst/>
              <a:defRPr sz="900" b="0"/>
            </a:lvl4pPr>
            <a:lvl5pPr marL="0" indent="0" algn="ctr">
              <a:spcBef>
                <a:spcPts val="0"/>
              </a:spcBef>
              <a:spcAft>
                <a:spcPts val="0"/>
              </a:spcAft>
              <a:buFontTx/>
              <a:buNone/>
              <a:tabLst/>
              <a:defRPr sz="900" b="0"/>
            </a:lvl5pPr>
            <a:lvl6pPr marL="0" indent="0" algn="ctr">
              <a:spcBef>
                <a:spcPts val="0"/>
              </a:spcBef>
              <a:spcAft>
                <a:spcPts val="0"/>
              </a:spcAft>
              <a:buFontTx/>
              <a:buNone/>
              <a:tabLst/>
              <a:defRPr sz="900" b="0"/>
            </a:lvl6pPr>
            <a:lvl7pPr marL="0" indent="0" algn="ctr">
              <a:spcBef>
                <a:spcPts val="0"/>
              </a:spcBef>
              <a:spcAft>
                <a:spcPts val="0"/>
              </a:spcAft>
              <a:buFontTx/>
              <a:buNone/>
              <a:tabLst/>
              <a:defRPr sz="900" b="0"/>
            </a:lvl7pPr>
            <a:lvl8pPr marL="0" indent="0" algn="ctr">
              <a:spcBef>
                <a:spcPts val="0"/>
              </a:spcBef>
              <a:spcAft>
                <a:spcPts val="0"/>
              </a:spcAft>
              <a:buFontTx/>
              <a:buNone/>
              <a:tabLst/>
              <a:defRPr sz="900" b="0"/>
            </a:lvl8pPr>
            <a:lvl9pPr marL="0" indent="0" algn="ctr">
              <a:spcBef>
                <a:spcPts val="0"/>
              </a:spcBef>
              <a:spcAft>
                <a:spcPts val="0"/>
              </a:spcAft>
              <a:buFontTx/>
              <a:buNone/>
              <a:tabLst/>
              <a:defRPr sz="900" b="0"/>
            </a:lvl9pPr>
          </a:lstStyle>
          <a:p>
            <a:pPr lvl="0"/>
            <a:r>
              <a:rPr lang="en-US"/>
              <a:t>Add picture</a:t>
            </a:r>
          </a:p>
        </p:txBody>
      </p:sp>
      <p:sp>
        <p:nvSpPr>
          <p:cNvPr id="9" name="Fußzeilenplatzhalter 8">
            <a:extLst>
              <a:ext uri="{FF2B5EF4-FFF2-40B4-BE49-F238E27FC236}">
                <a16:creationId xmlns:a16="http://schemas.microsoft.com/office/drawing/2014/main" id="{DD2A017B-395B-34E7-2458-B410A50C8516}"/>
              </a:ext>
            </a:extLst>
          </p:cNvPr>
          <p:cNvSpPr>
            <a:spLocks noGrp="1"/>
          </p:cNvSpPr>
          <p:nvPr>
            <p:ph type="ftr" sz="quarter" idx="14"/>
          </p:nvPr>
        </p:nvSpPr>
        <p:spPr bwMode="gray"/>
        <p:txBody>
          <a:bodyPr/>
          <a:lstStyle>
            <a:lvl1pPr>
              <a:defRPr>
                <a:solidFill>
                  <a:schemeClr val="bg1"/>
                </a:solidFill>
              </a:defRPr>
            </a:lvl1pPr>
          </a:lstStyle>
          <a:p>
            <a:r>
              <a:rPr lang="en-US"/>
              <a:t>Presentation title    |    ONLY FOR INTERNAL USE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8F1C8E5E-1DF3-5390-67F1-46733FD70093}"/>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359568" y="4623752"/>
            <a:ext cx="926100" cy="279545"/>
          </a:xfrm>
          <a:prstGeom prst="rect">
            <a:avLst/>
          </a:prstGeom>
        </p:spPr>
      </p:pic>
      <p:grpSp>
        <p:nvGrpSpPr>
          <p:cNvPr id="17" name="Group 16">
            <a:extLst>
              <a:ext uri="{FF2B5EF4-FFF2-40B4-BE49-F238E27FC236}">
                <a16:creationId xmlns:a16="http://schemas.microsoft.com/office/drawing/2014/main" id="{78C86180-AB79-4834-665E-69ECBDACDBFA}"/>
              </a:ext>
              <a:ext uri="{C183D7F6-B498-43B3-948B-1728B52AA6E4}">
                <adec:decorative xmlns:adec="http://schemas.microsoft.com/office/drawing/2017/decorative" val="1"/>
              </a:ext>
            </a:extLst>
          </p:cNvPr>
          <p:cNvGrpSpPr/>
          <p:nvPr userDrawn="1"/>
        </p:nvGrpSpPr>
        <p:grpSpPr bwMode="gray">
          <a:xfrm>
            <a:off x="-1422666" y="0"/>
            <a:ext cx="1286309" cy="2808312"/>
            <a:chOff x="-1824880" y="2708920"/>
            <a:chExt cx="1715078" cy="3744416"/>
          </a:xfrm>
        </p:grpSpPr>
        <p:sp>
          <p:nvSpPr>
            <p:cNvPr id="18" name="TextBox 17">
              <a:extLst>
                <a:ext uri="{FF2B5EF4-FFF2-40B4-BE49-F238E27FC236}">
                  <a16:creationId xmlns:a16="http://schemas.microsoft.com/office/drawing/2014/main" id="{6EE62970-DA69-216C-E19E-55BF4225BE20}"/>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450"/>
                </a:spcAft>
              </a:pPr>
              <a:r>
                <a:rPr lang="en-US" sz="825" b="1">
                  <a:solidFill>
                    <a:schemeClr val="tx1"/>
                  </a:solidFill>
                  <a:effectLst/>
                  <a:latin typeface="+mj-lt"/>
                </a:rPr>
                <a:t>To insert a picture:</a:t>
              </a:r>
            </a:p>
            <a:p>
              <a:pPr marL="107997" indent="-107997">
                <a:lnSpc>
                  <a:spcPct val="120000"/>
                </a:lnSpc>
                <a:spcAft>
                  <a:spcPts val="450"/>
                </a:spcAft>
                <a:buFont typeface="+mj-lt"/>
                <a:buAutoNum type="arabicPeriod"/>
              </a:pPr>
              <a:r>
                <a:rPr lang="en-US" sz="675">
                  <a:solidFill>
                    <a:schemeClr val="tx1"/>
                  </a:solidFill>
                  <a:effectLst/>
                  <a:latin typeface="+mn-lt"/>
                </a:rPr>
                <a:t>Click on the placeholder for pictures</a:t>
              </a:r>
            </a:p>
            <a:p>
              <a:pPr marL="107997" indent="-107997">
                <a:lnSpc>
                  <a:spcPct val="120000"/>
                </a:lnSpc>
                <a:spcAft>
                  <a:spcPts val="450"/>
                </a:spcAft>
                <a:buFont typeface="+mj-lt"/>
                <a:buAutoNum type="arabicPeriod"/>
              </a:pPr>
              <a:r>
                <a:rPr lang="en-US" sz="675">
                  <a:solidFill>
                    <a:schemeClr val="tx1"/>
                  </a:solidFill>
                  <a:effectLst/>
                  <a:latin typeface="+mn-lt"/>
                </a:rPr>
                <a:t>Open the menu “Insert”</a:t>
              </a:r>
            </a:p>
            <a:p>
              <a:pPr marL="107997" indent="-107997">
                <a:lnSpc>
                  <a:spcPct val="120000"/>
                </a:lnSpc>
                <a:spcAft>
                  <a:spcPts val="450"/>
                </a:spcAft>
                <a:buFont typeface="+mj-lt"/>
                <a:buAutoNum type="arabicPeriod"/>
              </a:pPr>
              <a:r>
                <a:rPr lang="en-US" sz="675">
                  <a:solidFill>
                    <a:schemeClr val="tx1"/>
                  </a:solidFill>
                  <a:effectLst/>
                  <a:latin typeface="+mn-lt"/>
                </a:rPr>
                <a:t>Choose “Pictures” and then the corresponding source where the image is located</a:t>
              </a:r>
              <a:endParaRPr lang="en-US" sz="675">
                <a:solidFill>
                  <a:schemeClr val="tx1"/>
                </a:solidFill>
                <a:latin typeface="+mn-lt"/>
              </a:endParaRPr>
            </a:p>
          </p:txBody>
        </p:sp>
        <p:pic>
          <p:nvPicPr>
            <p:cNvPr id="19" name="Picture 18">
              <a:extLst>
                <a:ext uri="{FF2B5EF4-FFF2-40B4-BE49-F238E27FC236}">
                  <a16:creationId xmlns:a16="http://schemas.microsoft.com/office/drawing/2014/main" id="{704E9497-F690-B6F9-BDBD-881382543791}"/>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B010D4C6-8495-8FBA-8744-C69458EFC7C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07997" indent="-107997">
                <a:spcAft>
                  <a:spcPts val="450"/>
                </a:spcAft>
                <a:buFont typeface="+mj-lt"/>
                <a:buAutoNum type="arabicPeriod" startAt="4"/>
              </a:pPr>
              <a:r>
                <a:rPr lang="en-US" sz="675">
                  <a:solidFill>
                    <a:schemeClr val="tx1"/>
                  </a:solidFill>
                  <a:effectLst/>
                  <a:latin typeface="+mn-lt"/>
                </a:rPr>
                <a:t>Now the image has </a:t>
              </a:r>
              <a:br>
                <a:rPr lang="en-US" sz="675">
                  <a:solidFill>
                    <a:schemeClr val="tx1"/>
                  </a:solidFill>
                  <a:effectLst/>
                  <a:latin typeface="+mn-lt"/>
                </a:rPr>
              </a:br>
              <a:r>
                <a:rPr lang="en-US" sz="675">
                  <a:solidFill>
                    <a:schemeClr val="tx1"/>
                  </a:solidFill>
                  <a:effectLst/>
                  <a:latin typeface="+mn-lt"/>
                </a:rPr>
                <a:t>been loaded into the </a:t>
              </a:r>
              <a:br>
                <a:rPr lang="en-US" sz="675">
                  <a:solidFill>
                    <a:schemeClr val="tx1"/>
                  </a:solidFill>
                  <a:effectLst/>
                  <a:latin typeface="+mn-lt"/>
                </a:rPr>
              </a:br>
              <a:r>
                <a:rPr lang="en-US" sz="675">
                  <a:solidFill>
                    <a:schemeClr val="tx1"/>
                  </a:solidFill>
                  <a:effectLst/>
                  <a:latin typeface="+mn-lt"/>
                </a:rPr>
                <a:t>placeholder.</a:t>
              </a:r>
              <a:endParaRPr lang="en-US" sz="675">
                <a:solidFill>
                  <a:schemeClr val="tx1"/>
                </a:solidFill>
                <a:latin typeface="+mn-lt"/>
              </a:endParaRPr>
            </a:p>
          </p:txBody>
        </p:sp>
      </p:grpSp>
    </p:spTree>
    <p:extLst>
      <p:ext uri="{BB962C8B-B14F-4D97-AF65-F5344CB8AC3E}">
        <p14:creationId xmlns:p14="http://schemas.microsoft.com/office/powerpoint/2010/main" val="2147167544"/>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sldGuideLst>
    </p:ext>
  </p:extLst>
</p:sldLayout>
</file>

<file path=ppt/slideLayouts/slideLayout186.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2)">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359569" y="357750"/>
            <a:ext cx="5535217" cy="54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359569" y="1059657"/>
            <a:ext cx="5535217" cy="3294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359999" y="4353948"/>
            <a:ext cx="5534785" cy="108000"/>
          </a:xfrm>
        </p:spPr>
        <p:txBody>
          <a:bodyPr anchor="b"/>
          <a:lstStyle>
            <a:lvl1pPr marL="0" indent="0">
              <a:lnSpc>
                <a:spcPct val="100000"/>
              </a:lnSpc>
              <a:spcBef>
                <a:spcPts val="0"/>
              </a:spcBef>
              <a:spcAft>
                <a:spcPts val="0"/>
              </a:spcAft>
              <a:buFont typeface="Arial" panose="020B0604020202020204" pitchFamily="34" charset="0"/>
              <a:buNone/>
              <a:defRPr sz="600" b="0">
                <a:solidFill>
                  <a:schemeClr val="bg1"/>
                </a:solidFill>
              </a:defRPr>
            </a:lvl1pPr>
            <a:lvl2pPr marL="0" indent="0">
              <a:lnSpc>
                <a:spcPct val="100000"/>
              </a:lnSpc>
              <a:spcBef>
                <a:spcPts val="0"/>
              </a:spcBef>
              <a:spcAft>
                <a:spcPts val="0"/>
              </a:spcAft>
              <a:buFont typeface="Arial" panose="020B0604020202020204" pitchFamily="34" charset="0"/>
              <a:buNone/>
              <a:defRPr sz="600" b="0">
                <a:solidFill>
                  <a:schemeClr val="bg1"/>
                </a:solidFill>
              </a:defRPr>
            </a:lvl2pPr>
            <a:lvl3pPr marL="0" indent="0">
              <a:lnSpc>
                <a:spcPct val="100000"/>
              </a:lnSpc>
              <a:spcBef>
                <a:spcPts val="0"/>
              </a:spcBef>
              <a:spcAft>
                <a:spcPts val="0"/>
              </a:spcAft>
              <a:buNone/>
              <a:defRPr sz="600" b="0">
                <a:solidFill>
                  <a:schemeClr val="bg1"/>
                </a:solidFill>
              </a:defRPr>
            </a:lvl3pPr>
            <a:lvl4pPr marL="0" indent="0">
              <a:lnSpc>
                <a:spcPct val="100000"/>
              </a:lnSpc>
              <a:spcBef>
                <a:spcPts val="0"/>
              </a:spcBef>
              <a:spcAft>
                <a:spcPts val="0"/>
              </a:spcAft>
              <a:buNone/>
              <a:defRPr sz="600" b="0">
                <a:solidFill>
                  <a:schemeClr val="bg1"/>
                </a:solidFill>
              </a:defRPr>
            </a:lvl4pPr>
            <a:lvl5pPr marL="0" indent="0">
              <a:lnSpc>
                <a:spcPct val="100000"/>
              </a:lnSpc>
              <a:spcBef>
                <a:spcPts val="0"/>
              </a:spcBef>
              <a:spcAft>
                <a:spcPts val="0"/>
              </a:spcAft>
              <a:buNone/>
              <a:defRPr sz="600" b="0">
                <a:solidFill>
                  <a:schemeClr val="bg1"/>
                </a:solidFill>
              </a:defRPr>
            </a:lvl5pPr>
            <a:lvl6pPr marL="0" indent="0">
              <a:lnSpc>
                <a:spcPct val="100000"/>
              </a:lnSpc>
              <a:spcBef>
                <a:spcPts val="0"/>
              </a:spcBef>
              <a:spcAft>
                <a:spcPts val="0"/>
              </a:spcAft>
              <a:buNone/>
              <a:defRPr sz="600" b="0">
                <a:solidFill>
                  <a:schemeClr val="bg1"/>
                </a:solidFill>
              </a:defRPr>
            </a:lvl6pPr>
            <a:lvl7pPr marL="0" indent="0">
              <a:lnSpc>
                <a:spcPct val="100000"/>
              </a:lnSpc>
              <a:spcBef>
                <a:spcPts val="0"/>
              </a:spcBef>
              <a:spcAft>
                <a:spcPts val="0"/>
              </a:spcAft>
              <a:buNone/>
              <a:defRPr sz="600" b="0">
                <a:solidFill>
                  <a:schemeClr val="bg1"/>
                </a:solidFill>
              </a:defRPr>
            </a:lvl7pPr>
            <a:lvl8pPr marL="0" indent="0">
              <a:lnSpc>
                <a:spcPct val="100000"/>
              </a:lnSpc>
              <a:spcBef>
                <a:spcPts val="0"/>
              </a:spcBef>
              <a:spcAft>
                <a:spcPts val="0"/>
              </a:spcAft>
              <a:buNone/>
              <a:defRPr sz="600" b="0">
                <a:solidFill>
                  <a:schemeClr val="bg1"/>
                </a:solidFill>
              </a:defRPr>
            </a:lvl8pPr>
            <a:lvl9pPr marL="0" indent="0">
              <a:lnSpc>
                <a:spcPct val="100000"/>
              </a:lnSpc>
              <a:spcBef>
                <a:spcPts val="0"/>
              </a:spcBef>
              <a:spcAft>
                <a:spcPts val="0"/>
              </a:spcAft>
              <a:buNone/>
              <a:defRPr sz="600" b="0">
                <a:solidFill>
                  <a:schemeClr val="bg1"/>
                </a:solidFill>
              </a:defRPr>
            </a:lvl9pPr>
          </a:lstStyle>
          <a:p>
            <a:pPr lvl="0"/>
            <a:r>
              <a:rPr lang="en-US"/>
              <a:t>Footnote/Source</a:t>
            </a:r>
          </a:p>
        </p:txBody>
      </p:sp>
      <p:sp>
        <p:nvSpPr>
          <p:cNvPr id="7" name="Bildplatzhalter 10">
            <a:extLst>
              <a:ext uri="{FF2B5EF4-FFF2-40B4-BE49-F238E27FC236}">
                <a16:creationId xmlns:a16="http://schemas.microsoft.com/office/drawing/2014/main" id="{CB86A524-EBBF-8AA1-B452-E3F520BD9009}"/>
              </a:ext>
            </a:extLst>
          </p:cNvPr>
          <p:cNvSpPr>
            <a:spLocks noGrp="1"/>
          </p:cNvSpPr>
          <p:nvPr>
            <p:ph type="pic" sz="quarter" idx="10" hasCustomPrompt="1"/>
          </p:nvPr>
        </p:nvSpPr>
        <p:spPr bwMode="gray">
          <a:xfrm>
            <a:off x="6111479" y="0"/>
            <a:ext cx="3032521" cy="5143500"/>
          </a:xfrm>
          <a:solidFill>
            <a:srgbClr val="E5E3DE"/>
          </a:solidFill>
        </p:spPr>
        <p:txBody>
          <a:bodyPr tIns="720000" anchor="ctr" anchorCtr="0"/>
          <a:lstStyle>
            <a:lvl1pPr marL="0" indent="0" algn="ctr">
              <a:spcBef>
                <a:spcPts val="0"/>
              </a:spcBef>
              <a:spcAft>
                <a:spcPts val="0"/>
              </a:spcAft>
              <a:buFontTx/>
              <a:buNone/>
              <a:tabLst/>
              <a:defRPr sz="900" b="0">
                <a:solidFill>
                  <a:schemeClr val="tx1"/>
                </a:solidFill>
              </a:defRPr>
            </a:lvl1pPr>
            <a:lvl2pPr marL="0" indent="0" algn="ctr">
              <a:spcBef>
                <a:spcPts val="0"/>
              </a:spcBef>
              <a:spcAft>
                <a:spcPts val="0"/>
              </a:spcAft>
              <a:buFontTx/>
              <a:buNone/>
              <a:tabLst/>
              <a:defRPr sz="900" b="0"/>
            </a:lvl2pPr>
            <a:lvl3pPr marL="0" indent="0" algn="ctr">
              <a:spcBef>
                <a:spcPts val="0"/>
              </a:spcBef>
              <a:spcAft>
                <a:spcPts val="0"/>
              </a:spcAft>
              <a:buFontTx/>
              <a:buNone/>
              <a:tabLst/>
              <a:defRPr sz="900" b="0"/>
            </a:lvl3pPr>
            <a:lvl4pPr marL="0" indent="0" algn="ctr">
              <a:spcBef>
                <a:spcPts val="0"/>
              </a:spcBef>
              <a:spcAft>
                <a:spcPts val="0"/>
              </a:spcAft>
              <a:buFontTx/>
              <a:buNone/>
              <a:tabLst/>
              <a:defRPr sz="900" b="0"/>
            </a:lvl4pPr>
            <a:lvl5pPr marL="0" indent="0" algn="ctr">
              <a:spcBef>
                <a:spcPts val="0"/>
              </a:spcBef>
              <a:spcAft>
                <a:spcPts val="0"/>
              </a:spcAft>
              <a:buFontTx/>
              <a:buNone/>
              <a:tabLst/>
              <a:defRPr sz="900" b="0"/>
            </a:lvl5pPr>
            <a:lvl6pPr marL="0" indent="0" algn="ctr">
              <a:spcBef>
                <a:spcPts val="0"/>
              </a:spcBef>
              <a:spcAft>
                <a:spcPts val="0"/>
              </a:spcAft>
              <a:buFontTx/>
              <a:buNone/>
              <a:tabLst/>
              <a:defRPr sz="900" b="0"/>
            </a:lvl6pPr>
            <a:lvl7pPr marL="0" indent="0" algn="ctr">
              <a:spcBef>
                <a:spcPts val="0"/>
              </a:spcBef>
              <a:spcAft>
                <a:spcPts val="0"/>
              </a:spcAft>
              <a:buFontTx/>
              <a:buNone/>
              <a:tabLst/>
              <a:defRPr sz="900" b="0"/>
            </a:lvl7pPr>
            <a:lvl8pPr marL="0" indent="0" algn="ctr">
              <a:spcBef>
                <a:spcPts val="0"/>
              </a:spcBef>
              <a:spcAft>
                <a:spcPts val="0"/>
              </a:spcAft>
              <a:buFontTx/>
              <a:buNone/>
              <a:tabLst/>
              <a:defRPr sz="900" b="0"/>
            </a:lvl8pPr>
            <a:lvl9pPr marL="0" indent="0" algn="ctr">
              <a:spcBef>
                <a:spcPts val="0"/>
              </a:spcBef>
              <a:spcAft>
                <a:spcPts val="0"/>
              </a:spcAft>
              <a:buFontTx/>
              <a:buNone/>
              <a:tabLst/>
              <a:defRPr sz="9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C437CFD6-8782-8672-5598-F3A97DD175F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359568" y="4623752"/>
            <a:ext cx="926100" cy="279545"/>
          </a:xfrm>
          <a:prstGeom prst="rect">
            <a:avLst/>
          </a:prstGeom>
        </p:spPr>
      </p:pic>
      <p:sp>
        <p:nvSpPr>
          <p:cNvPr id="2" name="Fußzeilenplatzhalter 1">
            <a:extLst>
              <a:ext uri="{FF2B5EF4-FFF2-40B4-BE49-F238E27FC236}">
                <a16:creationId xmlns:a16="http://schemas.microsoft.com/office/drawing/2014/main" id="{10AA6098-3F2F-0A65-3542-51CB8D539E51}"/>
              </a:ext>
            </a:extLst>
          </p:cNvPr>
          <p:cNvSpPr>
            <a:spLocks noGrp="1"/>
          </p:cNvSpPr>
          <p:nvPr>
            <p:ph type="ftr" sz="quarter" idx="16"/>
          </p:nvPr>
        </p:nvSpPr>
        <p:spPr bwMode="gray"/>
        <p:txBody>
          <a:bodyPr/>
          <a:lstStyle>
            <a:lvl1pPr>
              <a:defRPr>
                <a:solidFill>
                  <a:schemeClr val="bg1"/>
                </a:solidFill>
              </a:defRPr>
            </a:lvl1pPr>
          </a:lstStyle>
          <a:p>
            <a:r>
              <a:rPr lang="en-US"/>
              <a:t>Presentation title    |    ONLY FOR INTERNAL USE</a:t>
            </a:r>
          </a:p>
        </p:txBody>
      </p:sp>
      <p:grpSp>
        <p:nvGrpSpPr>
          <p:cNvPr id="17" name="Group 16">
            <a:extLst>
              <a:ext uri="{FF2B5EF4-FFF2-40B4-BE49-F238E27FC236}">
                <a16:creationId xmlns:a16="http://schemas.microsoft.com/office/drawing/2014/main" id="{EB3D85D0-EE44-A930-049A-7DA939F6D0F4}"/>
              </a:ext>
              <a:ext uri="{C183D7F6-B498-43B3-948B-1728B52AA6E4}">
                <adec:decorative xmlns:adec="http://schemas.microsoft.com/office/drawing/2017/decorative" val="1"/>
              </a:ext>
            </a:extLst>
          </p:cNvPr>
          <p:cNvGrpSpPr/>
          <p:nvPr userDrawn="1"/>
        </p:nvGrpSpPr>
        <p:grpSpPr bwMode="gray">
          <a:xfrm>
            <a:off x="-1422666" y="0"/>
            <a:ext cx="1286309" cy="2808312"/>
            <a:chOff x="-1824880" y="2708920"/>
            <a:chExt cx="1715078" cy="3744416"/>
          </a:xfrm>
        </p:grpSpPr>
        <p:sp>
          <p:nvSpPr>
            <p:cNvPr id="18" name="TextBox 17">
              <a:extLst>
                <a:ext uri="{FF2B5EF4-FFF2-40B4-BE49-F238E27FC236}">
                  <a16:creationId xmlns:a16="http://schemas.microsoft.com/office/drawing/2014/main" id="{AC27EF27-1B97-A569-7351-28E06EE47B6C}"/>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450"/>
                </a:spcAft>
              </a:pPr>
              <a:r>
                <a:rPr lang="en-US" sz="825" b="1">
                  <a:solidFill>
                    <a:schemeClr val="tx1"/>
                  </a:solidFill>
                  <a:effectLst/>
                  <a:latin typeface="+mj-lt"/>
                </a:rPr>
                <a:t>To insert a picture:</a:t>
              </a:r>
            </a:p>
            <a:p>
              <a:pPr marL="107997" indent="-107997">
                <a:lnSpc>
                  <a:spcPct val="120000"/>
                </a:lnSpc>
                <a:spcAft>
                  <a:spcPts val="450"/>
                </a:spcAft>
                <a:buFont typeface="+mj-lt"/>
                <a:buAutoNum type="arabicPeriod"/>
              </a:pPr>
              <a:r>
                <a:rPr lang="en-US" sz="675">
                  <a:solidFill>
                    <a:schemeClr val="tx1"/>
                  </a:solidFill>
                  <a:effectLst/>
                  <a:latin typeface="+mn-lt"/>
                </a:rPr>
                <a:t>Click on the placeholder for pictures</a:t>
              </a:r>
            </a:p>
            <a:p>
              <a:pPr marL="107997" indent="-107997">
                <a:lnSpc>
                  <a:spcPct val="120000"/>
                </a:lnSpc>
                <a:spcAft>
                  <a:spcPts val="450"/>
                </a:spcAft>
                <a:buFont typeface="+mj-lt"/>
                <a:buAutoNum type="arabicPeriod"/>
              </a:pPr>
              <a:r>
                <a:rPr lang="en-US" sz="675">
                  <a:solidFill>
                    <a:schemeClr val="tx1"/>
                  </a:solidFill>
                  <a:effectLst/>
                  <a:latin typeface="+mn-lt"/>
                </a:rPr>
                <a:t>Open the menu “Insert”</a:t>
              </a:r>
            </a:p>
            <a:p>
              <a:pPr marL="107997" indent="-107997">
                <a:lnSpc>
                  <a:spcPct val="120000"/>
                </a:lnSpc>
                <a:spcAft>
                  <a:spcPts val="450"/>
                </a:spcAft>
                <a:buFont typeface="+mj-lt"/>
                <a:buAutoNum type="arabicPeriod"/>
              </a:pPr>
              <a:r>
                <a:rPr lang="en-US" sz="675">
                  <a:solidFill>
                    <a:schemeClr val="tx1"/>
                  </a:solidFill>
                  <a:effectLst/>
                  <a:latin typeface="+mn-lt"/>
                </a:rPr>
                <a:t>Choose “Pictures” and then the corresponding source where the image is located</a:t>
              </a:r>
              <a:endParaRPr lang="en-US" sz="675">
                <a:solidFill>
                  <a:schemeClr val="tx1"/>
                </a:solidFill>
                <a:latin typeface="+mn-lt"/>
              </a:endParaRPr>
            </a:p>
          </p:txBody>
        </p:sp>
        <p:pic>
          <p:nvPicPr>
            <p:cNvPr id="19" name="Picture 18">
              <a:extLst>
                <a:ext uri="{FF2B5EF4-FFF2-40B4-BE49-F238E27FC236}">
                  <a16:creationId xmlns:a16="http://schemas.microsoft.com/office/drawing/2014/main" id="{23580758-F3F5-AE7A-4F63-F70660D4FE0A}"/>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CE778F22-457B-0501-F4D5-F037A2E66EB4}"/>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07997" indent="-107997">
                <a:spcAft>
                  <a:spcPts val="450"/>
                </a:spcAft>
                <a:buFont typeface="+mj-lt"/>
                <a:buAutoNum type="arabicPeriod" startAt="4"/>
              </a:pPr>
              <a:r>
                <a:rPr lang="en-US" sz="675">
                  <a:solidFill>
                    <a:schemeClr val="tx1"/>
                  </a:solidFill>
                  <a:effectLst/>
                  <a:latin typeface="+mn-lt"/>
                </a:rPr>
                <a:t>Now the image has </a:t>
              </a:r>
              <a:br>
                <a:rPr lang="en-US" sz="675">
                  <a:solidFill>
                    <a:schemeClr val="tx1"/>
                  </a:solidFill>
                  <a:effectLst/>
                  <a:latin typeface="+mn-lt"/>
                </a:rPr>
              </a:br>
              <a:r>
                <a:rPr lang="en-US" sz="675">
                  <a:solidFill>
                    <a:schemeClr val="tx1"/>
                  </a:solidFill>
                  <a:effectLst/>
                  <a:latin typeface="+mn-lt"/>
                </a:rPr>
                <a:t>been loaded into the </a:t>
              </a:r>
              <a:br>
                <a:rPr lang="en-US" sz="675">
                  <a:solidFill>
                    <a:schemeClr val="tx1"/>
                  </a:solidFill>
                  <a:effectLst/>
                  <a:latin typeface="+mn-lt"/>
                </a:rPr>
              </a:br>
              <a:r>
                <a:rPr lang="en-US" sz="675">
                  <a:solidFill>
                    <a:schemeClr val="tx1"/>
                  </a:solidFill>
                  <a:effectLst/>
                  <a:latin typeface="+mn-lt"/>
                </a:rPr>
                <a:t>placeholder.</a:t>
              </a:r>
              <a:endParaRPr lang="en-US" sz="675">
                <a:solidFill>
                  <a:schemeClr val="tx1"/>
                </a:solidFill>
                <a:latin typeface="+mn-lt"/>
              </a:endParaRPr>
            </a:p>
          </p:txBody>
        </p:sp>
      </p:grpSp>
    </p:spTree>
    <p:extLst>
      <p:ext uri="{BB962C8B-B14F-4D97-AF65-F5344CB8AC3E}">
        <p14:creationId xmlns:p14="http://schemas.microsoft.com/office/powerpoint/2010/main" val="423598664"/>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187.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3)">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1737158" y="357750"/>
            <a:ext cx="7047311" cy="54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1737158" y="1059657"/>
            <a:ext cx="7047311" cy="3294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1737587" y="4353960"/>
            <a:ext cx="7047000" cy="108000"/>
          </a:xfrm>
        </p:spPr>
        <p:txBody>
          <a:bodyPr anchor="b"/>
          <a:lstStyle>
            <a:lvl1pPr marL="0" indent="0">
              <a:lnSpc>
                <a:spcPct val="100000"/>
              </a:lnSpc>
              <a:spcBef>
                <a:spcPts val="0"/>
              </a:spcBef>
              <a:spcAft>
                <a:spcPts val="0"/>
              </a:spcAft>
              <a:buFont typeface="Arial" panose="020B0604020202020204" pitchFamily="34" charset="0"/>
              <a:buNone/>
              <a:defRPr sz="600" b="0">
                <a:solidFill>
                  <a:schemeClr val="bg1"/>
                </a:solidFill>
              </a:defRPr>
            </a:lvl1pPr>
            <a:lvl2pPr marL="0" indent="0">
              <a:lnSpc>
                <a:spcPct val="100000"/>
              </a:lnSpc>
              <a:spcBef>
                <a:spcPts val="0"/>
              </a:spcBef>
              <a:spcAft>
                <a:spcPts val="0"/>
              </a:spcAft>
              <a:buFont typeface="Arial" panose="020B0604020202020204" pitchFamily="34" charset="0"/>
              <a:buNone/>
              <a:defRPr sz="600" b="0">
                <a:solidFill>
                  <a:schemeClr val="bg1"/>
                </a:solidFill>
              </a:defRPr>
            </a:lvl2pPr>
            <a:lvl3pPr marL="0" indent="0">
              <a:lnSpc>
                <a:spcPct val="100000"/>
              </a:lnSpc>
              <a:spcBef>
                <a:spcPts val="0"/>
              </a:spcBef>
              <a:spcAft>
                <a:spcPts val="0"/>
              </a:spcAft>
              <a:buNone/>
              <a:defRPr sz="600" b="0">
                <a:solidFill>
                  <a:schemeClr val="bg1"/>
                </a:solidFill>
              </a:defRPr>
            </a:lvl3pPr>
            <a:lvl4pPr marL="0" indent="0">
              <a:lnSpc>
                <a:spcPct val="100000"/>
              </a:lnSpc>
              <a:spcBef>
                <a:spcPts val="0"/>
              </a:spcBef>
              <a:spcAft>
                <a:spcPts val="0"/>
              </a:spcAft>
              <a:buNone/>
              <a:defRPr sz="600" b="0">
                <a:solidFill>
                  <a:schemeClr val="bg1"/>
                </a:solidFill>
              </a:defRPr>
            </a:lvl4pPr>
            <a:lvl5pPr marL="0" indent="0">
              <a:lnSpc>
                <a:spcPct val="100000"/>
              </a:lnSpc>
              <a:spcBef>
                <a:spcPts val="0"/>
              </a:spcBef>
              <a:spcAft>
                <a:spcPts val="0"/>
              </a:spcAft>
              <a:buNone/>
              <a:defRPr sz="600" b="0">
                <a:solidFill>
                  <a:schemeClr val="bg1"/>
                </a:solidFill>
              </a:defRPr>
            </a:lvl5pPr>
            <a:lvl6pPr marL="0" indent="0">
              <a:lnSpc>
                <a:spcPct val="100000"/>
              </a:lnSpc>
              <a:spcBef>
                <a:spcPts val="0"/>
              </a:spcBef>
              <a:spcAft>
                <a:spcPts val="0"/>
              </a:spcAft>
              <a:buNone/>
              <a:defRPr sz="600" b="0">
                <a:solidFill>
                  <a:schemeClr val="bg1"/>
                </a:solidFill>
              </a:defRPr>
            </a:lvl6pPr>
            <a:lvl7pPr marL="0" indent="0">
              <a:lnSpc>
                <a:spcPct val="100000"/>
              </a:lnSpc>
              <a:spcBef>
                <a:spcPts val="0"/>
              </a:spcBef>
              <a:spcAft>
                <a:spcPts val="0"/>
              </a:spcAft>
              <a:buNone/>
              <a:defRPr sz="600" b="0">
                <a:solidFill>
                  <a:schemeClr val="bg1"/>
                </a:solidFill>
              </a:defRPr>
            </a:lvl7pPr>
            <a:lvl8pPr marL="0" indent="0">
              <a:lnSpc>
                <a:spcPct val="100000"/>
              </a:lnSpc>
              <a:spcBef>
                <a:spcPts val="0"/>
              </a:spcBef>
              <a:spcAft>
                <a:spcPts val="0"/>
              </a:spcAft>
              <a:buNone/>
              <a:defRPr sz="600" b="0">
                <a:solidFill>
                  <a:schemeClr val="bg1"/>
                </a:solidFill>
              </a:defRPr>
            </a:lvl8pPr>
            <a:lvl9pPr marL="0" indent="0">
              <a:lnSpc>
                <a:spcPct val="100000"/>
              </a:lnSpc>
              <a:spcBef>
                <a:spcPts val="0"/>
              </a:spcBef>
              <a:spcAft>
                <a:spcPts val="0"/>
              </a:spcAft>
              <a:buClr>
                <a:schemeClr val="tx2"/>
              </a:buClr>
              <a:buNone/>
              <a:defRPr sz="600" b="0">
                <a:solidFill>
                  <a:schemeClr val="bg1"/>
                </a:solidFill>
              </a:defRPr>
            </a:lvl9pPr>
          </a:lstStyle>
          <a:p>
            <a:pPr lvl="0"/>
            <a:r>
              <a:rPr lang="en-US"/>
              <a:t>Footnote/Source</a:t>
            </a:r>
          </a:p>
        </p:txBody>
      </p:sp>
      <p:sp>
        <p:nvSpPr>
          <p:cNvPr id="9" name="Bildplatzhalter 10">
            <a:extLst>
              <a:ext uri="{FF2B5EF4-FFF2-40B4-BE49-F238E27FC236}">
                <a16:creationId xmlns:a16="http://schemas.microsoft.com/office/drawing/2014/main" id="{8AC3E855-6EF4-C6F2-D585-DB31C0712702}"/>
              </a:ext>
            </a:extLst>
          </p:cNvPr>
          <p:cNvSpPr>
            <a:spLocks noGrp="1"/>
          </p:cNvSpPr>
          <p:nvPr>
            <p:ph type="pic" sz="quarter" idx="10" hasCustomPrompt="1"/>
          </p:nvPr>
        </p:nvSpPr>
        <p:spPr bwMode="gray">
          <a:xfrm>
            <a:off x="1" y="0"/>
            <a:ext cx="1520429" cy="5143500"/>
          </a:xfrm>
          <a:solidFill>
            <a:srgbClr val="E5E3DE"/>
          </a:solidFill>
        </p:spPr>
        <p:txBody>
          <a:bodyPr tIns="720000" anchor="ctr" anchorCtr="0"/>
          <a:lstStyle>
            <a:lvl1pPr marL="0" indent="0" algn="ctr">
              <a:spcBef>
                <a:spcPts val="0"/>
              </a:spcBef>
              <a:spcAft>
                <a:spcPts val="0"/>
              </a:spcAft>
              <a:buFontTx/>
              <a:buNone/>
              <a:tabLst/>
              <a:defRPr sz="900" b="0">
                <a:solidFill>
                  <a:schemeClr val="tx1"/>
                </a:solidFill>
              </a:defRPr>
            </a:lvl1pPr>
            <a:lvl2pPr marL="0" indent="0" algn="ctr">
              <a:spcBef>
                <a:spcPts val="0"/>
              </a:spcBef>
              <a:spcAft>
                <a:spcPts val="0"/>
              </a:spcAft>
              <a:buFontTx/>
              <a:buNone/>
              <a:tabLst/>
              <a:defRPr sz="900" b="0"/>
            </a:lvl2pPr>
            <a:lvl3pPr marL="0" indent="0" algn="ctr">
              <a:spcBef>
                <a:spcPts val="0"/>
              </a:spcBef>
              <a:spcAft>
                <a:spcPts val="0"/>
              </a:spcAft>
              <a:buFontTx/>
              <a:buNone/>
              <a:tabLst/>
              <a:defRPr sz="900" b="0"/>
            </a:lvl3pPr>
            <a:lvl4pPr marL="0" indent="0" algn="ctr">
              <a:spcBef>
                <a:spcPts val="0"/>
              </a:spcBef>
              <a:spcAft>
                <a:spcPts val="0"/>
              </a:spcAft>
              <a:buFontTx/>
              <a:buNone/>
              <a:tabLst/>
              <a:defRPr sz="900" b="0"/>
            </a:lvl4pPr>
            <a:lvl5pPr marL="0" indent="0" algn="ctr">
              <a:spcBef>
                <a:spcPts val="0"/>
              </a:spcBef>
              <a:spcAft>
                <a:spcPts val="0"/>
              </a:spcAft>
              <a:buFontTx/>
              <a:buNone/>
              <a:tabLst/>
              <a:defRPr sz="900" b="0"/>
            </a:lvl5pPr>
            <a:lvl6pPr marL="0" indent="0" algn="ctr">
              <a:spcBef>
                <a:spcPts val="0"/>
              </a:spcBef>
              <a:spcAft>
                <a:spcPts val="0"/>
              </a:spcAft>
              <a:buFontTx/>
              <a:buNone/>
              <a:tabLst/>
              <a:defRPr sz="900" b="0"/>
            </a:lvl6pPr>
            <a:lvl7pPr marL="0" indent="0" algn="ctr">
              <a:spcBef>
                <a:spcPts val="0"/>
              </a:spcBef>
              <a:spcAft>
                <a:spcPts val="0"/>
              </a:spcAft>
              <a:buFontTx/>
              <a:buNone/>
              <a:tabLst/>
              <a:defRPr sz="900" b="0"/>
            </a:lvl7pPr>
            <a:lvl8pPr marL="0" indent="0" algn="ctr">
              <a:spcBef>
                <a:spcPts val="0"/>
              </a:spcBef>
              <a:spcAft>
                <a:spcPts val="0"/>
              </a:spcAft>
              <a:buFontTx/>
              <a:buNone/>
              <a:tabLst/>
              <a:defRPr sz="900" b="0"/>
            </a:lvl8pPr>
            <a:lvl9pPr marL="0" indent="0" algn="ctr">
              <a:spcBef>
                <a:spcPts val="0"/>
              </a:spcBef>
              <a:spcAft>
                <a:spcPts val="0"/>
              </a:spcAft>
              <a:buFontTx/>
              <a:buNone/>
              <a:tabLst/>
              <a:defRPr sz="900" b="0"/>
            </a:lvl9pPr>
          </a:lstStyle>
          <a:p>
            <a:pPr lvl="0"/>
            <a:r>
              <a:rPr lang="en-US"/>
              <a:t>Add picture</a:t>
            </a:r>
          </a:p>
        </p:txBody>
      </p:sp>
      <p:sp>
        <p:nvSpPr>
          <p:cNvPr id="13" name="Fußzeilenplatzhalter 12">
            <a:extLst>
              <a:ext uri="{FF2B5EF4-FFF2-40B4-BE49-F238E27FC236}">
                <a16:creationId xmlns:a16="http://schemas.microsoft.com/office/drawing/2014/main" id="{D88892A0-6C24-62CD-4CFC-704F04B95F1E}"/>
              </a:ext>
            </a:extLst>
          </p:cNvPr>
          <p:cNvSpPr>
            <a:spLocks noGrp="1"/>
          </p:cNvSpPr>
          <p:nvPr>
            <p:ph type="ftr" sz="quarter" idx="21"/>
          </p:nvPr>
        </p:nvSpPr>
        <p:spPr bwMode="gray"/>
        <p:txBody>
          <a:bodyPr/>
          <a:lstStyle>
            <a:lvl1pPr>
              <a:defRPr>
                <a:solidFill>
                  <a:schemeClr val="bg1"/>
                </a:solidFill>
              </a:defRPr>
            </a:lvl1pPr>
          </a:lstStyle>
          <a:p>
            <a:r>
              <a:rPr lang="en-US"/>
              <a:t>Presentation title    |    ONLY FOR INTERNAL USE</a:t>
            </a:r>
          </a:p>
        </p:txBody>
      </p:sp>
      <p:sp>
        <p:nvSpPr>
          <p:cNvPr id="14" name="Foliennummernplatzhalter 13">
            <a:extLst>
              <a:ext uri="{FF2B5EF4-FFF2-40B4-BE49-F238E27FC236}">
                <a16:creationId xmlns:a16="http://schemas.microsoft.com/office/drawing/2014/main" id="{6C936672-C494-FE8E-9599-B67DEB310856}"/>
              </a:ext>
            </a:extLst>
          </p:cNvPr>
          <p:cNvSpPr>
            <a:spLocks noGrp="1"/>
          </p:cNvSpPr>
          <p:nvPr>
            <p:ph type="sldNum" sz="quarter" idx="22"/>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BBE11ABF-3402-C443-27C0-39F802CCA058}"/>
              </a:ext>
            </a:extLst>
          </p:cNvPr>
          <p:cNvSpPr>
            <a:spLocks noGrp="1"/>
          </p:cNvSpPr>
          <p:nvPr>
            <p:ph type="body" sz="quarter" idx="31"/>
          </p:nvPr>
        </p:nvSpPr>
        <p:spPr bwMode="gray">
          <a:xfrm>
            <a:off x="359568" y="4625100"/>
            <a:ext cx="926100" cy="2808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150">
                <a:noFill/>
              </a:defRPr>
            </a:lvl1pPr>
            <a:lvl2pPr marL="0" indent="0">
              <a:lnSpc>
                <a:spcPct val="100000"/>
              </a:lnSpc>
              <a:spcAft>
                <a:spcPts val="0"/>
              </a:spcAft>
              <a:buFontTx/>
              <a:buNone/>
              <a:defRPr sz="150">
                <a:noFill/>
              </a:defRPr>
            </a:lvl2pPr>
            <a:lvl3pPr marL="0" indent="0">
              <a:lnSpc>
                <a:spcPct val="100000"/>
              </a:lnSpc>
              <a:spcAft>
                <a:spcPts val="0"/>
              </a:spcAft>
              <a:buFontTx/>
              <a:buNone/>
              <a:defRPr sz="150">
                <a:noFill/>
              </a:defRPr>
            </a:lvl3pPr>
            <a:lvl4pPr marL="0" indent="0">
              <a:lnSpc>
                <a:spcPct val="100000"/>
              </a:lnSpc>
              <a:spcAft>
                <a:spcPts val="0"/>
              </a:spcAft>
              <a:buFontTx/>
              <a:buNone/>
              <a:defRPr sz="150">
                <a:noFill/>
              </a:defRPr>
            </a:lvl4pPr>
            <a:lvl5pPr marL="0" indent="0">
              <a:lnSpc>
                <a:spcPct val="100000"/>
              </a:lnSpc>
              <a:spcAft>
                <a:spcPts val="0"/>
              </a:spcAft>
              <a:buFontTx/>
              <a:buNone/>
              <a:defRPr sz="15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10CE41C5-B831-0917-4EF0-7E77AD98CCC1}"/>
              </a:ext>
              <a:ext uri="{C183D7F6-B498-43B3-948B-1728B52AA6E4}">
                <adec:decorative xmlns:adec="http://schemas.microsoft.com/office/drawing/2017/decorative" val="1"/>
              </a:ext>
            </a:extLst>
          </p:cNvPr>
          <p:cNvGrpSpPr/>
          <p:nvPr userDrawn="1"/>
        </p:nvGrpSpPr>
        <p:grpSpPr bwMode="gray">
          <a:xfrm>
            <a:off x="-1422666" y="0"/>
            <a:ext cx="1286309" cy="2808312"/>
            <a:chOff x="-1824880" y="2708920"/>
            <a:chExt cx="1715078" cy="3744416"/>
          </a:xfrm>
        </p:grpSpPr>
        <p:sp>
          <p:nvSpPr>
            <p:cNvPr id="18" name="TextBox 17">
              <a:extLst>
                <a:ext uri="{FF2B5EF4-FFF2-40B4-BE49-F238E27FC236}">
                  <a16:creationId xmlns:a16="http://schemas.microsoft.com/office/drawing/2014/main" id="{E7A05A8A-B1C1-AF73-2631-553BBA814E3B}"/>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450"/>
                </a:spcAft>
              </a:pPr>
              <a:r>
                <a:rPr lang="en-US" sz="825" b="1">
                  <a:solidFill>
                    <a:schemeClr val="tx1"/>
                  </a:solidFill>
                  <a:effectLst/>
                  <a:latin typeface="+mj-lt"/>
                </a:rPr>
                <a:t>To insert a picture:</a:t>
              </a:r>
            </a:p>
            <a:p>
              <a:pPr marL="107997" indent="-107997">
                <a:lnSpc>
                  <a:spcPct val="120000"/>
                </a:lnSpc>
                <a:spcAft>
                  <a:spcPts val="450"/>
                </a:spcAft>
                <a:buFont typeface="+mj-lt"/>
                <a:buAutoNum type="arabicPeriod"/>
              </a:pPr>
              <a:r>
                <a:rPr lang="en-US" sz="675">
                  <a:solidFill>
                    <a:schemeClr val="tx1"/>
                  </a:solidFill>
                  <a:effectLst/>
                  <a:latin typeface="+mn-lt"/>
                </a:rPr>
                <a:t>Click on the placeholder for pictures</a:t>
              </a:r>
            </a:p>
            <a:p>
              <a:pPr marL="107997" indent="-107997">
                <a:lnSpc>
                  <a:spcPct val="120000"/>
                </a:lnSpc>
                <a:spcAft>
                  <a:spcPts val="450"/>
                </a:spcAft>
                <a:buFont typeface="+mj-lt"/>
                <a:buAutoNum type="arabicPeriod"/>
              </a:pPr>
              <a:r>
                <a:rPr lang="en-US" sz="675">
                  <a:solidFill>
                    <a:schemeClr val="tx1"/>
                  </a:solidFill>
                  <a:effectLst/>
                  <a:latin typeface="+mn-lt"/>
                </a:rPr>
                <a:t>Open the menu “Insert”</a:t>
              </a:r>
            </a:p>
            <a:p>
              <a:pPr marL="107997" indent="-107997">
                <a:lnSpc>
                  <a:spcPct val="120000"/>
                </a:lnSpc>
                <a:spcAft>
                  <a:spcPts val="450"/>
                </a:spcAft>
                <a:buFont typeface="+mj-lt"/>
                <a:buAutoNum type="arabicPeriod"/>
              </a:pPr>
              <a:r>
                <a:rPr lang="en-US" sz="675">
                  <a:solidFill>
                    <a:schemeClr val="tx1"/>
                  </a:solidFill>
                  <a:effectLst/>
                  <a:latin typeface="+mn-lt"/>
                </a:rPr>
                <a:t>Choose “Pictures” and then the corresponding source where the image is located</a:t>
              </a:r>
              <a:endParaRPr lang="en-US" sz="675">
                <a:solidFill>
                  <a:schemeClr val="tx1"/>
                </a:solidFill>
                <a:latin typeface="+mn-lt"/>
              </a:endParaRPr>
            </a:p>
          </p:txBody>
        </p:sp>
        <p:pic>
          <p:nvPicPr>
            <p:cNvPr id="19" name="Picture 18">
              <a:extLst>
                <a:ext uri="{FF2B5EF4-FFF2-40B4-BE49-F238E27FC236}">
                  <a16:creationId xmlns:a16="http://schemas.microsoft.com/office/drawing/2014/main" id="{365F2F23-FABD-0611-744F-39A4715C4376}"/>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B37C428C-35F0-EFF6-E7EE-A9943D4C637E}"/>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07997" indent="-107997">
                <a:spcAft>
                  <a:spcPts val="450"/>
                </a:spcAft>
                <a:buFont typeface="+mj-lt"/>
                <a:buAutoNum type="arabicPeriod" startAt="4"/>
              </a:pPr>
              <a:r>
                <a:rPr lang="en-US" sz="675">
                  <a:solidFill>
                    <a:schemeClr val="tx1"/>
                  </a:solidFill>
                  <a:effectLst/>
                  <a:latin typeface="+mn-lt"/>
                </a:rPr>
                <a:t>Now the image has </a:t>
              </a:r>
              <a:br>
                <a:rPr lang="en-US" sz="675">
                  <a:solidFill>
                    <a:schemeClr val="tx1"/>
                  </a:solidFill>
                  <a:effectLst/>
                  <a:latin typeface="+mn-lt"/>
                </a:rPr>
              </a:br>
              <a:r>
                <a:rPr lang="en-US" sz="675">
                  <a:solidFill>
                    <a:schemeClr val="tx1"/>
                  </a:solidFill>
                  <a:effectLst/>
                  <a:latin typeface="+mn-lt"/>
                </a:rPr>
                <a:t>been loaded into the </a:t>
              </a:r>
              <a:br>
                <a:rPr lang="en-US" sz="675">
                  <a:solidFill>
                    <a:schemeClr val="tx1"/>
                  </a:solidFill>
                  <a:effectLst/>
                  <a:latin typeface="+mn-lt"/>
                </a:rPr>
              </a:br>
              <a:r>
                <a:rPr lang="en-US" sz="675">
                  <a:solidFill>
                    <a:schemeClr val="tx1"/>
                  </a:solidFill>
                  <a:effectLst/>
                  <a:latin typeface="+mn-lt"/>
                </a:rPr>
                <a:t>placeholder.</a:t>
              </a:r>
              <a:endParaRPr lang="en-US" sz="675">
                <a:solidFill>
                  <a:schemeClr val="tx1"/>
                </a:solidFill>
                <a:latin typeface="+mn-lt"/>
              </a:endParaRPr>
            </a:p>
          </p:txBody>
        </p:sp>
      </p:grpSp>
    </p:spTree>
    <p:extLst>
      <p:ext uri="{BB962C8B-B14F-4D97-AF65-F5344CB8AC3E}">
        <p14:creationId xmlns:p14="http://schemas.microsoft.com/office/powerpoint/2010/main" val="2451241655"/>
      </p:ext>
    </p:extLst>
  </p:cSld>
  <p:clrMapOvr>
    <a:masterClrMapping/>
  </p:clrMapOvr>
  <p:extLst>
    <p:ext uri="{DCECCB84-F9BA-43D5-87BE-67443E8EF086}">
      <p15:sldGuideLst xmlns:p15="http://schemas.microsoft.com/office/powerpoint/2012/main">
        <p15:guide id="1" pos="1459">
          <p15:clr>
            <a:srgbClr val="FBAE40"/>
          </p15:clr>
        </p15:guide>
        <p15:guide id="2" pos="1277">
          <p15:clr>
            <a:srgbClr val="FBAE40"/>
          </p15:clr>
        </p15:guide>
      </p15:sldGuideLst>
    </p:ext>
  </p:extLst>
</p:sldLayout>
</file>

<file path=ppt/slideLayouts/slideLayout188.xml><?xml version="1.0" encoding="utf-8"?>
<p:sldLayout xmlns:a="http://schemas.openxmlformats.org/drawingml/2006/main" xmlns:r="http://schemas.openxmlformats.org/officeDocument/2006/relationships" xmlns:p="http://schemas.openxmlformats.org/presentationml/2006/main" preserve="1" userDrawn="1">
  <p:cSld name="Key message and image">
    <p:spTree>
      <p:nvGrpSpPr>
        <p:cNvPr id="1" name=""/>
        <p:cNvGrpSpPr/>
        <p:nvPr/>
      </p:nvGrpSpPr>
      <p:grpSpPr>
        <a:xfrm>
          <a:off x="0" y="0"/>
          <a:ext cx="0" cy="0"/>
          <a:chOff x="0" y="0"/>
          <a:chExt cx="0" cy="0"/>
        </a:xfrm>
      </p:grpSpPr>
      <p:sp>
        <p:nvSpPr>
          <p:cNvPr id="16" name="Bildplatzhalter 10">
            <a:extLst>
              <a:ext uri="{FF2B5EF4-FFF2-40B4-BE49-F238E27FC236}">
                <a16:creationId xmlns:a16="http://schemas.microsoft.com/office/drawing/2014/main" id="{CDCE6BA9-456A-2E17-7285-6D2E904642A7}"/>
              </a:ext>
            </a:extLst>
          </p:cNvPr>
          <p:cNvSpPr>
            <a:spLocks noGrp="1"/>
          </p:cNvSpPr>
          <p:nvPr>
            <p:ph type="pic" sz="quarter" idx="10" hasCustomPrompt="1"/>
          </p:nvPr>
        </p:nvSpPr>
        <p:spPr bwMode="ltGray">
          <a:xfrm>
            <a:off x="0" y="0"/>
            <a:ext cx="9144000" cy="5143500"/>
          </a:xfrm>
          <a:solidFill>
            <a:schemeClr val="bg2"/>
          </a:solidFill>
        </p:spPr>
        <p:txBody>
          <a:bodyPr tIns="720000" anchor="ctr" anchorCtr="0"/>
          <a:lstStyle>
            <a:lvl1pPr marL="0" indent="0" algn="ctr">
              <a:spcBef>
                <a:spcPts val="0"/>
              </a:spcBef>
              <a:spcAft>
                <a:spcPts val="0"/>
              </a:spcAft>
              <a:buFontTx/>
              <a:buNone/>
              <a:tabLst/>
              <a:defRPr sz="900" b="0">
                <a:solidFill>
                  <a:schemeClr val="bg1"/>
                </a:solidFill>
              </a:defRPr>
            </a:lvl1pPr>
            <a:lvl2pPr marL="0" indent="0" algn="ctr">
              <a:spcBef>
                <a:spcPts val="0"/>
              </a:spcBef>
              <a:spcAft>
                <a:spcPts val="0"/>
              </a:spcAft>
              <a:buFontTx/>
              <a:buNone/>
              <a:tabLst/>
              <a:defRPr sz="900" b="0"/>
            </a:lvl2pPr>
            <a:lvl3pPr marL="0" indent="0" algn="ctr">
              <a:spcBef>
                <a:spcPts val="0"/>
              </a:spcBef>
              <a:spcAft>
                <a:spcPts val="0"/>
              </a:spcAft>
              <a:buFontTx/>
              <a:buNone/>
              <a:tabLst/>
              <a:defRPr sz="900" b="0"/>
            </a:lvl3pPr>
            <a:lvl4pPr marL="0" indent="0" algn="ctr">
              <a:spcBef>
                <a:spcPts val="0"/>
              </a:spcBef>
              <a:spcAft>
                <a:spcPts val="0"/>
              </a:spcAft>
              <a:buFontTx/>
              <a:buNone/>
              <a:tabLst/>
              <a:defRPr sz="900" b="0"/>
            </a:lvl4pPr>
            <a:lvl5pPr marL="0" indent="0" algn="ctr">
              <a:spcBef>
                <a:spcPts val="0"/>
              </a:spcBef>
              <a:spcAft>
                <a:spcPts val="0"/>
              </a:spcAft>
              <a:buFontTx/>
              <a:buNone/>
              <a:tabLst/>
              <a:defRPr sz="900" b="0"/>
            </a:lvl5pPr>
            <a:lvl6pPr marL="0" indent="0" algn="ctr">
              <a:spcBef>
                <a:spcPts val="0"/>
              </a:spcBef>
              <a:spcAft>
                <a:spcPts val="0"/>
              </a:spcAft>
              <a:buFontTx/>
              <a:buNone/>
              <a:tabLst/>
              <a:defRPr sz="900" b="0"/>
            </a:lvl6pPr>
            <a:lvl7pPr marL="0" indent="0" algn="ctr">
              <a:spcBef>
                <a:spcPts val="0"/>
              </a:spcBef>
              <a:spcAft>
                <a:spcPts val="0"/>
              </a:spcAft>
              <a:buFontTx/>
              <a:buNone/>
              <a:tabLst/>
              <a:defRPr sz="900" b="0"/>
            </a:lvl7pPr>
            <a:lvl8pPr marL="0" indent="0" algn="ctr">
              <a:spcBef>
                <a:spcPts val="0"/>
              </a:spcBef>
              <a:spcAft>
                <a:spcPts val="0"/>
              </a:spcAft>
              <a:buFontTx/>
              <a:buNone/>
              <a:tabLst/>
              <a:defRPr sz="900" b="0"/>
            </a:lvl8pPr>
            <a:lvl9pPr marL="0" indent="0" algn="ctr">
              <a:spcBef>
                <a:spcPts val="0"/>
              </a:spcBef>
              <a:spcAft>
                <a:spcPts val="0"/>
              </a:spcAft>
              <a:buFontTx/>
              <a:buNone/>
              <a:tabLst/>
              <a:defRPr sz="900" b="0"/>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359532" y="1059656"/>
            <a:ext cx="8424862" cy="3294000"/>
          </a:xfrm>
        </p:spPr>
        <p:txBody>
          <a:bodyPr/>
          <a:lstStyle>
            <a:lvl1pPr marL="0" indent="0">
              <a:lnSpc>
                <a:spcPct val="120000"/>
              </a:lnSpc>
              <a:spcAft>
                <a:spcPts val="0"/>
              </a:spcAft>
              <a:buNone/>
              <a:defRPr sz="3000" b="1">
                <a:solidFill>
                  <a:schemeClr val="bg1"/>
                </a:solidFill>
                <a:latin typeface="+mj-lt"/>
              </a:defRPr>
            </a:lvl1pPr>
            <a:lvl2pPr marL="0" indent="0">
              <a:lnSpc>
                <a:spcPct val="120000"/>
              </a:lnSpc>
              <a:spcAft>
                <a:spcPts val="0"/>
              </a:spcAft>
              <a:buNone/>
              <a:defRPr sz="3000" b="1">
                <a:solidFill>
                  <a:schemeClr val="tx2"/>
                </a:solidFill>
                <a:latin typeface="+mj-lt"/>
              </a:defRPr>
            </a:lvl2pPr>
            <a:lvl3pPr marL="0" indent="0">
              <a:lnSpc>
                <a:spcPct val="120000"/>
              </a:lnSpc>
              <a:spcAft>
                <a:spcPts val="0"/>
              </a:spcAft>
              <a:buNone/>
              <a:defRPr sz="3000" b="1">
                <a:solidFill>
                  <a:schemeClr val="tx2"/>
                </a:solidFill>
                <a:latin typeface="+mj-lt"/>
              </a:defRPr>
            </a:lvl3pPr>
            <a:lvl4pPr marL="0" indent="0">
              <a:lnSpc>
                <a:spcPct val="120000"/>
              </a:lnSpc>
              <a:spcAft>
                <a:spcPts val="0"/>
              </a:spcAft>
              <a:buNone/>
              <a:defRPr sz="3000" b="1">
                <a:solidFill>
                  <a:schemeClr val="tx2"/>
                </a:solidFill>
                <a:latin typeface="+mj-lt"/>
              </a:defRPr>
            </a:lvl4pPr>
            <a:lvl5pPr marL="0" indent="0">
              <a:lnSpc>
                <a:spcPct val="120000"/>
              </a:lnSpc>
              <a:spcAft>
                <a:spcPts val="0"/>
              </a:spcAft>
              <a:buNone/>
              <a:defRPr sz="3000" b="1">
                <a:solidFill>
                  <a:schemeClr val="tx2"/>
                </a:solidFill>
                <a:latin typeface="+mj-lt"/>
              </a:defRPr>
            </a:lvl5pPr>
            <a:lvl6pPr marL="0" indent="0">
              <a:lnSpc>
                <a:spcPct val="120000"/>
              </a:lnSpc>
              <a:spcAft>
                <a:spcPts val="0"/>
              </a:spcAft>
              <a:buNone/>
              <a:defRPr sz="3000" b="1">
                <a:solidFill>
                  <a:schemeClr val="tx2"/>
                </a:solidFill>
                <a:latin typeface="+mj-lt"/>
              </a:defRPr>
            </a:lvl6pPr>
            <a:lvl7pPr marL="0" indent="0">
              <a:lnSpc>
                <a:spcPct val="120000"/>
              </a:lnSpc>
              <a:spcAft>
                <a:spcPts val="0"/>
              </a:spcAft>
              <a:buNone/>
              <a:defRPr sz="3000" b="1">
                <a:solidFill>
                  <a:schemeClr val="tx2"/>
                </a:solidFill>
                <a:latin typeface="+mj-lt"/>
              </a:defRPr>
            </a:lvl7pPr>
            <a:lvl8pPr marL="0" indent="0">
              <a:lnSpc>
                <a:spcPct val="120000"/>
              </a:lnSpc>
              <a:spcAft>
                <a:spcPts val="0"/>
              </a:spcAft>
              <a:buNone/>
              <a:defRPr sz="3000" b="1">
                <a:solidFill>
                  <a:schemeClr val="tx2"/>
                </a:solidFill>
                <a:latin typeface="+mj-lt"/>
              </a:defRPr>
            </a:lvl8pPr>
            <a:lvl9pPr marL="0" indent="0">
              <a:lnSpc>
                <a:spcPct val="120000"/>
              </a:lnSpc>
              <a:spcAft>
                <a:spcPts val="0"/>
              </a:spcAft>
              <a:buNone/>
              <a:defRPr sz="30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19" name="Fußzeilenplatzhalter 18">
            <a:extLst>
              <a:ext uri="{FF2B5EF4-FFF2-40B4-BE49-F238E27FC236}">
                <a16:creationId xmlns:a16="http://schemas.microsoft.com/office/drawing/2014/main" id="{2706031C-1812-1C52-3140-EDDE3DB5703F}"/>
              </a:ext>
            </a:extLst>
          </p:cNvPr>
          <p:cNvSpPr>
            <a:spLocks noGrp="1"/>
          </p:cNvSpPr>
          <p:nvPr>
            <p:ph type="ftr" sz="quarter" idx="29"/>
          </p:nvPr>
        </p:nvSpPr>
        <p:spPr bwMode="gray"/>
        <p:txBody>
          <a:bodyPr/>
          <a:lstStyle>
            <a:lvl1pPr>
              <a:defRPr>
                <a:solidFill>
                  <a:schemeClr val="bg1"/>
                </a:solidFill>
              </a:defRPr>
            </a:lvl1pPr>
          </a:lstStyle>
          <a:p>
            <a:r>
              <a:rPr lang="en-US"/>
              <a:t>Presentation title    |    ONLY FOR INTERNAL USE</a:t>
            </a:r>
          </a:p>
        </p:txBody>
      </p:sp>
      <p:sp>
        <p:nvSpPr>
          <p:cNvPr id="20" name="Foliennummernplatzhalter 19">
            <a:extLst>
              <a:ext uri="{FF2B5EF4-FFF2-40B4-BE49-F238E27FC236}">
                <a16:creationId xmlns:a16="http://schemas.microsoft.com/office/drawing/2014/main" id="{55540A76-A2F8-66BE-84B7-CD50E20A56F1}"/>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8" name="Textplatzhalter 7"/>
          <p:cNvSpPr>
            <a:spLocks noGrp="1"/>
          </p:cNvSpPr>
          <p:nvPr>
            <p:ph type="body" sz="quarter" idx="13" hasCustomPrompt="1"/>
          </p:nvPr>
        </p:nvSpPr>
        <p:spPr bwMode="gray">
          <a:xfrm>
            <a:off x="360000" y="4353948"/>
            <a:ext cx="8424000" cy="108000"/>
          </a:xfrm>
        </p:spPr>
        <p:txBody>
          <a:bodyPr anchor="b"/>
          <a:lstStyle>
            <a:lvl1pPr marL="0" indent="0">
              <a:lnSpc>
                <a:spcPct val="100000"/>
              </a:lnSpc>
              <a:spcBef>
                <a:spcPts val="0"/>
              </a:spcBef>
              <a:spcAft>
                <a:spcPts val="0"/>
              </a:spcAft>
              <a:buFont typeface="Arial" panose="020B0604020202020204" pitchFamily="34" charset="0"/>
              <a:buNone/>
              <a:defRPr sz="600" b="0">
                <a:solidFill>
                  <a:schemeClr val="bg1"/>
                </a:solidFill>
              </a:defRPr>
            </a:lvl1pPr>
            <a:lvl2pPr marL="0" indent="0">
              <a:lnSpc>
                <a:spcPct val="100000"/>
              </a:lnSpc>
              <a:spcBef>
                <a:spcPts val="0"/>
              </a:spcBef>
              <a:spcAft>
                <a:spcPts val="0"/>
              </a:spcAft>
              <a:buFont typeface="Arial" panose="020B0604020202020204" pitchFamily="34" charset="0"/>
              <a:buNone/>
              <a:defRPr sz="600" b="0">
                <a:solidFill>
                  <a:schemeClr val="bg1"/>
                </a:solidFill>
              </a:defRPr>
            </a:lvl2pPr>
            <a:lvl3pPr marL="0" indent="0">
              <a:lnSpc>
                <a:spcPct val="100000"/>
              </a:lnSpc>
              <a:spcBef>
                <a:spcPts val="0"/>
              </a:spcBef>
              <a:spcAft>
                <a:spcPts val="0"/>
              </a:spcAft>
              <a:buNone/>
              <a:defRPr sz="600" b="0">
                <a:solidFill>
                  <a:schemeClr val="bg1"/>
                </a:solidFill>
              </a:defRPr>
            </a:lvl3pPr>
            <a:lvl4pPr marL="0" indent="0">
              <a:lnSpc>
                <a:spcPct val="100000"/>
              </a:lnSpc>
              <a:spcBef>
                <a:spcPts val="0"/>
              </a:spcBef>
              <a:spcAft>
                <a:spcPts val="0"/>
              </a:spcAft>
              <a:buNone/>
              <a:defRPr sz="600" b="0">
                <a:solidFill>
                  <a:schemeClr val="bg1"/>
                </a:solidFill>
              </a:defRPr>
            </a:lvl4pPr>
            <a:lvl5pPr marL="0" indent="0">
              <a:lnSpc>
                <a:spcPct val="100000"/>
              </a:lnSpc>
              <a:spcBef>
                <a:spcPts val="0"/>
              </a:spcBef>
              <a:spcAft>
                <a:spcPts val="0"/>
              </a:spcAft>
              <a:buNone/>
              <a:defRPr sz="600" b="0">
                <a:solidFill>
                  <a:schemeClr val="bg1"/>
                </a:solidFill>
              </a:defRPr>
            </a:lvl5pPr>
            <a:lvl6pPr marL="0" indent="0">
              <a:lnSpc>
                <a:spcPct val="100000"/>
              </a:lnSpc>
              <a:spcBef>
                <a:spcPts val="0"/>
              </a:spcBef>
              <a:spcAft>
                <a:spcPts val="0"/>
              </a:spcAft>
              <a:buNone/>
              <a:defRPr sz="600" b="0">
                <a:solidFill>
                  <a:schemeClr val="bg1"/>
                </a:solidFill>
              </a:defRPr>
            </a:lvl6pPr>
            <a:lvl7pPr marL="0" indent="0">
              <a:lnSpc>
                <a:spcPct val="100000"/>
              </a:lnSpc>
              <a:spcBef>
                <a:spcPts val="0"/>
              </a:spcBef>
              <a:spcAft>
                <a:spcPts val="0"/>
              </a:spcAft>
              <a:buNone/>
              <a:defRPr sz="600" b="0">
                <a:solidFill>
                  <a:schemeClr val="bg1"/>
                </a:solidFill>
              </a:defRPr>
            </a:lvl7pPr>
            <a:lvl8pPr marL="0" indent="0">
              <a:lnSpc>
                <a:spcPct val="100000"/>
              </a:lnSpc>
              <a:spcBef>
                <a:spcPts val="0"/>
              </a:spcBef>
              <a:spcAft>
                <a:spcPts val="0"/>
              </a:spcAft>
              <a:buNone/>
              <a:defRPr sz="600" b="0">
                <a:solidFill>
                  <a:schemeClr val="bg1"/>
                </a:solidFill>
              </a:defRPr>
            </a:lvl8pPr>
            <a:lvl9pPr marL="0" indent="0">
              <a:lnSpc>
                <a:spcPct val="100000"/>
              </a:lnSpc>
              <a:spcBef>
                <a:spcPts val="0"/>
              </a:spcBef>
              <a:spcAft>
                <a:spcPts val="0"/>
              </a:spcAft>
              <a:buNone/>
              <a:defRPr sz="600" b="0">
                <a:solidFill>
                  <a:schemeClr val="bg1"/>
                </a:solidFill>
              </a:defRPr>
            </a:lvl9pPr>
          </a:lstStyle>
          <a:p>
            <a:pPr lvl="0"/>
            <a:r>
              <a:rPr lang="en-US"/>
              <a:t>Footnote/Source</a:t>
            </a:r>
          </a:p>
        </p:txBody>
      </p:sp>
      <p:sp>
        <p:nvSpPr>
          <p:cNvPr id="2" name="Text Placeholder 8">
            <a:extLst>
              <a:ext uri="{FF2B5EF4-FFF2-40B4-BE49-F238E27FC236}">
                <a16:creationId xmlns:a16="http://schemas.microsoft.com/office/drawing/2014/main" id="{E48AB895-403D-2837-EFB7-B1EA2D95A83B}"/>
              </a:ext>
            </a:extLst>
          </p:cNvPr>
          <p:cNvSpPr>
            <a:spLocks noGrp="1"/>
          </p:cNvSpPr>
          <p:nvPr>
            <p:ph type="body" sz="quarter" idx="31"/>
          </p:nvPr>
        </p:nvSpPr>
        <p:spPr bwMode="gray">
          <a:xfrm>
            <a:off x="359568" y="4625100"/>
            <a:ext cx="926100" cy="2808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150">
                <a:noFill/>
              </a:defRPr>
            </a:lvl1pPr>
            <a:lvl2pPr marL="0" indent="0">
              <a:lnSpc>
                <a:spcPct val="100000"/>
              </a:lnSpc>
              <a:spcAft>
                <a:spcPts val="0"/>
              </a:spcAft>
              <a:buFontTx/>
              <a:buNone/>
              <a:defRPr sz="150">
                <a:noFill/>
              </a:defRPr>
            </a:lvl2pPr>
            <a:lvl3pPr marL="0" indent="0">
              <a:lnSpc>
                <a:spcPct val="100000"/>
              </a:lnSpc>
              <a:spcAft>
                <a:spcPts val="0"/>
              </a:spcAft>
              <a:buFontTx/>
              <a:buNone/>
              <a:defRPr sz="150">
                <a:noFill/>
              </a:defRPr>
            </a:lvl3pPr>
            <a:lvl4pPr marL="0" indent="0">
              <a:lnSpc>
                <a:spcPct val="100000"/>
              </a:lnSpc>
              <a:spcAft>
                <a:spcPts val="0"/>
              </a:spcAft>
              <a:buFontTx/>
              <a:buNone/>
              <a:defRPr sz="150">
                <a:noFill/>
              </a:defRPr>
            </a:lvl4pPr>
            <a:lvl5pPr marL="0" indent="0">
              <a:lnSpc>
                <a:spcPct val="100000"/>
              </a:lnSpc>
              <a:spcAft>
                <a:spcPts val="0"/>
              </a:spcAft>
              <a:buFontTx/>
              <a:buNone/>
              <a:defRPr sz="150">
                <a:noFill/>
              </a:defRPr>
            </a:lvl5pPr>
          </a:lstStyle>
          <a:p>
            <a:pPr lvl="0"/>
            <a:r>
              <a:rPr lang="en-US"/>
              <a:t>Click to edit Master text styles</a:t>
            </a:r>
          </a:p>
        </p:txBody>
      </p:sp>
      <p:grpSp>
        <p:nvGrpSpPr>
          <p:cNvPr id="13" name="Group 12">
            <a:extLst>
              <a:ext uri="{FF2B5EF4-FFF2-40B4-BE49-F238E27FC236}">
                <a16:creationId xmlns:a16="http://schemas.microsoft.com/office/drawing/2014/main" id="{CE4AEE63-02E0-6605-B2A1-120F8CA2B401}"/>
              </a:ext>
              <a:ext uri="{C183D7F6-B498-43B3-948B-1728B52AA6E4}">
                <adec:decorative xmlns:adec="http://schemas.microsoft.com/office/drawing/2017/decorative" val="1"/>
              </a:ext>
            </a:extLst>
          </p:cNvPr>
          <p:cNvGrpSpPr/>
          <p:nvPr userDrawn="1"/>
        </p:nvGrpSpPr>
        <p:grpSpPr bwMode="gray">
          <a:xfrm>
            <a:off x="-1422666" y="0"/>
            <a:ext cx="1286309" cy="2808312"/>
            <a:chOff x="-1824880" y="2708920"/>
            <a:chExt cx="1715078" cy="3744416"/>
          </a:xfrm>
        </p:grpSpPr>
        <p:sp>
          <p:nvSpPr>
            <p:cNvPr id="14" name="TextBox 13">
              <a:extLst>
                <a:ext uri="{FF2B5EF4-FFF2-40B4-BE49-F238E27FC236}">
                  <a16:creationId xmlns:a16="http://schemas.microsoft.com/office/drawing/2014/main" id="{7BFA4372-03FC-5464-BB8D-FDF16512BABE}"/>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450"/>
                </a:spcAft>
              </a:pPr>
              <a:r>
                <a:rPr lang="en-US" sz="825" b="1">
                  <a:solidFill>
                    <a:schemeClr val="tx1"/>
                  </a:solidFill>
                  <a:effectLst/>
                  <a:latin typeface="+mj-lt"/>
                </a:rPr>
                <a:t>To insert a picture:</a:t>
              </a:r>
            </a:p>
            <a:p>
              <a:pPr marL="107997" indent="-107997">
                <a:lnSpc>
                  <a:spcPct val="120000"/>
                </a:lnSpc>
                <a:spcAft>
                  <a:spcPts val="450"/>
                </a:spcAft>
                <a:buFont typeface="+mj-lt"/>
                <a:buAutoNum type="arabicPeriod"/>
              </a:pPr>
              <a:r>
                <a:rPr lang="en-US" sz="675">
                  <a:solidFill>
                    <a:schemeClr val="tx1"/>
                  </a:solidFill>
                  <a:effectLst/>
                  <a:latin typeface="+mn-lt"/>
                </a:rPr>
                <a:t>Click on the placeholder for pictures</a:t>
              </a:r>
            </a:p>
            <a:p>
              <a:pPr marL="107997" indent="-107997">
                <a:lnSpc>
                  <a:spcPct val="120000"/>
                </a:lnSpc>
                <a:spcAft>
                  <a:spcPts val="450"/>
                </a:spcAft>
                <a:buFont typeface="+mj-lt"/>
                <a:buAutoNum type="arabicPeriod"/>
              </a:pPr>
              <a:r>
                <a:rPr lang="en-US" sz="675">
                  <a:solidFill>
                    <a:schemeClr val="tx1"/>
                  </a:solidFill>
                  <a:effectLst/>
                  <a:latin typeface="+mn-lt"/>
                </a:rPr>
                <a:t>Open the menu “Insert”</a:t>
              </a:r>
            </a:p>
            <a:p>
              <a:pPr marL="107997" indent="-107997">
                <a:lnSpc>
                  <a:spcPct val="120000"/>
                </a:lnSpc>
                <a:spcAft>
                  <a:spcPts val="450"/>
                </a:spcAft>
                <a:buFont typeface="+mj-lt"/>
                <a:buAutoNum type="arabicPeriod"/>
              </a:pPr>
              <a:r>
                <a:rPr lang="en-US" sz="675">
                  <a:solidFill>
                    <a:schemeClr val="tx1"/>
                  </a:solidFill>
                  <a:effectLst/>
                  <a:latin typeface="+mn-lt"/>
                </a:rPr>
                <a:t>Choose “Pictures” and then the corresponding source where the image is located</a:t>
              </a:r>
              <a:endParaRPr lang="en-US" sz="675">
                <a:solidFill>
                  <a:schemeClr val="tx1"/>
                </a:solidFill>
                <a:latin typeface="+mn-lt"/>
              </a:endParaRPr>
            </a:p>
          </p:txBody>
        </p:sp>
        <p:pic>
          <p:nvPicPr>
            <p:cNvPr id="15" name="Picture 14">
              <a:extLst>
                <a:ext uri="{FF2B5EF4-FFF2-40B4-BE49-F238E27FC236}">
                  <a16:creationId xmlns:a16="http://schemas.microsoft.com/office/drawing/2014/main" id="{B6F7839F-DF51-6296-1393-3706F5CAFADA}"/>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7" name="TextBox 16">
              <a:extLst>
                <a:ext uri="{FF2B5EF4-FFF2-40B4-BE49-F238E27FC236}">
                  <a16:creationId xmlns:a16="http://schemas.microsoft.com/office/drawing/2014/main" id="{999A7330-3B4A-E3AB-E977-BD83267E806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07997" indent="-107997">
                <a:spcAft>
                  <a:spcPts val="450"/>
                </a:spcAft>
                <a:buFont typeface="+mj-lt"/>
                <a:buAutoNum type="arabicPeriod" startAt="4"/>
              </a:pPr>
              <a:r>
                <a:rPr lang="en-US" sz="675">
                  <a:solidFill>
                    <a:schemeClr val="tx1"/>
                  </a:solidFill>
                  <a:effectLst/>
                  <a:latin typeface="+mn-lt"/>
                </a:rPr>
                <a:t>Now the image has </a:t>
              </a:r>
              <a:br>
                <a:rPr lang="en-US" sz="675">
                  <a:solidFill>
                    <a:schemeClr val="tx1"/>
                  </a:solidFill>
                  <a:effectLst/>
                  <a:latin typeface="+mn-lt"/>
                </a:rPr>
              </a:br>
              <a:r>
                <a:rPr lang="en-US" sz="675">
                  <a:solidFill>
                    <a:schemeClr val="tx1"/>
                  </a:solidFill>
                  <a:effectLst/>
                  <a:latin typeface="+mn-lt"/>
                </a:rPr>
                <a:t>been loaded into the </a:t>
              </a:r>
              <a:br>
                <a:rPr lang="en-US" sz="675">
                  <a:solidFill>
                    <a:schemeClr val="tx1"/>
                  </a:solidFill>
                  <a:effectLst/>
                  <a:latin typeface="+mn-lt"/>
                </a:rPr>
              </a:br>
              <a:r>
                <a:rPr lang="en-US" sz="675">
                  <a:solidFill>
                    <a:schemeClr val="tx1"/>
                  </a:solidFill>
                  <a:effectLst/>
                  <a:latin typeface="+mn-lt"/>
                </a:rPr>
                <a:t>placeholder.</a:t>
              </a:r>
              <a:endParaRPr lang="en-US" sz="675">
                <a:solidFill>
                  <a:schemeClr val="tx1"/>
                </a:solidFill>
                <a:latin typeface="+mn-lt"/>
              </a:endParaRPr>
            </a:p>
          </p:txBody>
        </p:sp>
      </p:grpSp>
      <p:sp>
        <p:nvSpPr>
          <p:cNvPr id="3" name="Arrow: Pentagon 6">
            <a:extLst>
              <a:ext uri="{FF2B5EF4-FFF2-40B4-BE49-F238E27FC236}">
                <a16:creationId xmlns:a16="http://schemas.microsoft.com/office/drawing/2014/main" id="{1F1671DA-AF66-65E8-3B46-9A2A1A7C1B92}"/>
              </a:ext>
            </a:extLst>
          </p:cNvPr>
          <p:cNvSpPr/>
          <p:nvPr userDrawn="1"/>
        </p:nvSpPr>
        <p:spPr bwMode="gray">
          <a:xfrm flipH="1">
            <a:off x="9162660" y="411510"/>
            <a:ext cx="1242000" cy="324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35000" rtlCol="0" anchor="ctr"/>
          <a:lstStyle/>
          <a:p>
            <a:pPr algn="l">
              <a:lnSpc>
                <a:spcPct val="140000"/>
              </a:lnSpc>
            </a:pPr>
            <a:r>
              <a:rPr lang="en-GB" sz="600" b="1">
                <a:solidFill>
                  <a:srgbClr val="076D7E"/>
                </a:solidFill>
                <a:latin typeface="+mj-lt"/>
              </a:rPr>
              <a:t>This layout requires a picture in the background</a:t>
            </a:r>
            <a:endParaRPr lang="en-US" sz="600" b="1">
              <a:solidFill>
                <a:srgbClr val="076D7E"/>
              </a:solidFill>
              <a:latin typeface="+mj-lt"/>
            </a:endParaRPr>
          </a:p>
        </p:txBody>
      </p:sp>
    </p:spTree>
    <p:extLst>
      <p:ext uri="{BB962C8B-B14F-4D97-AF65-F5344CB8AC3E}">
        <p14:creationId xmlns:p14="http://schemas.microsoft.com/office/powerpoint/2010/main" val="4267211355"/>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guide id="3" orient="horz" pos="1298">
          <p15:clr>
            <a:srgbClr val="FBAE40"/>
          </p15:clr>
        </p15:guide>
      </p15:sldGuideLst>
    </p:ext>
  </p:extLst>
</p:sldLayout>
</file>

<file path=ppt/slideLayouts/slideLayout189.xml><?xml version="1.0" encoding="utf-8"?>
<p:sldLayout xmlns:a="http://schemas.openxmlformats.org/drawingml/2006/main" xmlns:r="http://schemas.openxmlformats.org/officeDocument/2006/relationships" xmlns:p="http://schemas.openxmlformats.org/presentationml/2006/main" preserve="1" userDrawn="1">
  <p:cSld name="Key message and image division (1)">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2" y="0"/>
            <a:ext cx="4571999" cy="5143500"/>
          </a:xfrm>
          <a:solidFill>
            <a:schemeClr val="bg2"/>
          </a:solidFill>
        </p:spPr>
        <p:txBody>
          <a:bodyPr tIns="1080000" anchor="ctr" anchorCtr="0"/>
          <a:lstStyle>
            <a:lvl1pPr marL="0" indent="0" algn="ctr">
              <a:spcBef>
                <a:spcPts val="0"/>
              </a:spcBef>
              <a:spcAft>
                <a:spcPts val="0"/>
              </a:spcAft>
              <a:buFontTx/>
              <a:buNone/>
              <a:tabLst/>
              <a:defRPr sz="900" b="0">
                <a:solidFill>
                  <a:schemeClr val="bg1"/>
                </a:solidFill>
              </a:defRPr>
            </a:lvl1pPr>
            <a:lvl2pPr marL="0" indent="0" algn="ctr">
              <a:spcBef>
                <a:spcPts val="0"/>
              </a:spcBef>
              <a:spcAft>
                <a:spcPts val="0"/>
              </a:spcAft>
              <a:buFontTx/>
              <a:buNone/>
              <a:tabLst/>
              <a:defRPr sz="900" b="0"/>
            </a:lvl2pPr>
            <a:lvl3pPr marL="0" indent="0" algn="ctr">
              <a:spcBef>
                <a:spcPts val="0"/>
              </a:spcBef>
              <a:spcAft>
                <a:spcPts val="0"/>
              </a:spcAft>
              <a:buFontTx/>
              <a:buNone/>
              <a:tabLst/>
              <a:defRPr sz="900" b="0"/>
            </a:lvl3pPr>
            <a:lvl4pPr marL="0" indent="0" algn="ctr">
              <a:spcBef>
                <a:spcPts val="0"/>
              </a:spcBef>
              <a:spcAft>
                <a:spcPts val="0"/>
              </a:spcAft>
              <a:buFontTx/>
              <a:buNone/>
              <a:tabLst/>
              <a:defRPr sz="900" b="0"/>
            </a:lvl4pPr>
            <a:lvl5pPr marL="0" indent="0" algn="ctr">
              <a:spcBef>
                <a:spcPts val="0"/>
              </a:spcBef>
              <a:spcAft>
                <a:spcPts val="0"/>
              </a:spcAft>
              <a:buFontTx/>
              <a:buNone/>
              <a:tabLst/>
              <a:defRPr sz="900" b="0"/>
            </a:lvl5pPr>
            <a:lvl6pPr marL="0" indent="0" algn="ctr">
              <a:spcBef>
                <a:spcPts val="0"/>
              </a:spcBef>
              <a:spcAft>
                <a:spcPts val="0"/>
              </a:spcAft>
              <a:buFontTx/>
              <a:buNone/>
              <a:tabLst/>
              <a:defRPr sz="900" b="0"/>
            </a:lvl6pPr>
            <a:lvl7pPr marL="0" indent="0" algn="ctr">
              <a:spcBef>
                <a:spcPts val="0"/>
              </a:spcBef>
              <a:spcAft>
                <a:spcPts val="0"/>
              </a:spcAft>
              <a:buFontTx/>
              <a:buNone/>
              <a:tabLst/>
              <a:defRPr sz="900" b="0"/>
            </a:lvl7pPr>
            <a:lvl8pPr marL="0" indent="0" algn="ctr">
              <a:spcBef>
                <a:spcPts val="0"/>
              </a:spcBef>
              <a:spcAft>
                <a:spcPts val="0"/>
              </a:spcAft>
              <a:buFontTx/>
              <a:buNone/>
              <a:tabLst/>
              <a:defRPr sz="900" b="0"/>
            </a:lvl8pPr>
            <a:lvl9pPr marL="0" indent="0" algn="ctr">
              <a:spcBef>
                <a:spcPts val="0"/>
              </a:spcBef>
              <a:spcAft>
                <a:spcPts val="0"/>
              </a:spcAft>
              <a:buFontTx/>
              <a:buNone/>
              <a:tabLst/>
              <a:defRPr sz="900" b="0"/>
            </a:lvl9pPr>
          </a:lstStyle>
          <a:p>
            <a:r>
              <a:rPr lang="en-US"/>
              <a:t>Bild hinzufügen per </a:t>
            </a:r>
            <a:br>
              <a:rPr lang="en-US"/>
            </a:br>
            <a:r>
              <a:rPr lang="en-US"/>
              <a:t>Klick auf das Symbol</a:t>
            </a:r>
          </a:p>
        </p:txBody>
      </p:sp>
      <p:sp>
        <p:nvSpPr>
          <p:cNvPr id="6" name="Bildplatzhalter 10">
            <a:extLst>
              <a:ext uri="{FF2B5EF4-FFF2-40B4-BE49-F238E27FC236}">
                <a16:creationId xmlns:a16="http://schemas.microsoft.com/office/drawing/2014/main" id="{1B5E6665-6076-758D-8F68-22FE102F4503}"/>
              </a:ext>
            </a:extLst>
          </p:cNvPr>
          <p:cNvSpPr>
            <a:spLocks noGrp="1"/>
          </p:cNvSpPr>
          <p:nvPr>
            <p:ph type="pic" sz="quarter" idx="21" hasCustomPrompt="1"/>
          </p:nvPr>
        </p:nvSpPr>
        <p:spPr bwMode="ltGray">
          <a:xfrm>
            <a:off x="4572000" y="0"/>
            <a:ext cx="4572000" cy="5143500"/>
          </a:xfrm>
          <a:solidFill>
            <a:schemeClr val="bg2"/>
          </a:solidFill>
        </p:spPr>
        <p:txBody>
          <a:bodyPr tIns="720000" anchor="ctr" anchorCtr="0"/>
          <a:lstStyle>
            <a:lvl1pPr marL="0" indent="0" algn="ctr">
              <a:spcBef>
                <a:spcPts val="0"/>
              </a:spcBef>
              <a:spcAft>
                <a:spcPts val="0"/>
              </a:spcAft>
              <a:buFontTx/>
              <a:buNone/>
              <a:tabLst/>
              <a:defRPr sz="900" b="0">
                <a:solidFill>
                  <a:schemeClr val="bg1"/>
                </a:solidFill>
              </a:defRPr>
            </a:lvl1pPr>
            <a:lvl2pPr marL="0" indent="0" algn="ctr">
              <a:spcBef>
                <a:spcPts val="0"/>
              </a:spcBef>
              <a:spcAft>
                <a:spcPts val="0"/>
              </a:spcAft>
              <a:buFontTx/>
              <a:buNone/>
              <a:tabLst/>
              <a:defRPr sz="900" b="0">
                <a:solidFill>
                  <a:schemeClr val="bg1"/>
                </a:solidFill>
              </a:defRPr>
            </a:lvl2pPr>
            <a:lvl3pPr marL="0" indent="0" algn="ctr">
              <a:spcBef>
                <a:spcPts val="0"/>
              </a:spcBef>
              <a:spcAft>
                <a:spcPts val="0"/>
              </a:spcAft>
              <a:buFontTx/>
              <a:buNone/>
              <a:tabLst/>
              <a:defRPr sz="900" b="0">
                <a:solidFill>
                  <a:schemeClr val="bg1"/>
                </a:solidFill>
              </a:defRPr>
            </a:lvl3pPr>
            <a:lvl4pPr marL="0" indent="0" algn="ctr">
              <a:spcBef>
                <a:spcPts val="0"/>
              </a:spcBef>
              <a:spcAft>
                <a:spcPts val="0"/>
              </a:spcAft>
              <a:buFontTx/>
              <a:buNone/>
              <a:tabLst/>
              <a:defRPr sz="900" b="0">
                <a:solidFill>
                  <a:schemeClr val="bg1"/>
                </a:solidFill>
              </a:defRPr>
            </a:lvl4pPr>
            <a:lvl5pPr marL="0" indent="0" algn="ctr">
              <a:spcBef>
                <a:spcPts val="0"/>
              </a:spcBef>
              <a:spcAft>
                <a:spcPts val="0"/>
              </a:spcAft>
              <a:buFontTx/>
              <a:buNone/>
              <a:tabLst/>
              <a:defRPr sz="900" b="0">
                <a:solidFill>
                  <a:schemeClr val="bg1"/>
                </a:solidFill>
              </a:defRPr>
            </a:lvl5pPr>
            <a:lvl6pPr marL="0" indent="0" algn="ctr">
              <a:spcBef>
                <a:spcPts val="0"/>
              </a:spcBef>
              <a:spcAft>
                <a:spcPts val="0"/>
              </a:spcAft>
              <a:buFontTx/>
              <a:buNone/>
              <a:tabLst/>
              <a:defRPr sz="900" b="0">
                <a:solidFill>
                  <a:schemeClr val="bg1"/>
                </a:solidFill>
              </a:defRPr>
            </a:lvl6pPr>
            <a:lvl7pPr marL="0" indent="0" algn="ctr">
              <a:spcBef>
                <a:spcPts val="0"/>
              </a:spcBef>
              <a:spcAft>
                <a:spcPts val="0"/>
              </a:spcAft>
              <a:buFontTx/>
              <a:buNone/>
              <a:tabLst/>
              <a:defRPr sz="900" b="0">
                <a:solidFill>
                  <a:schemeClr val="bg1"/>
                </a:solidFill>
              </a:defRPr>
            </a:lvl7pPr>
            <a:lvl8pPr marL="0" indent="0" algn="ctr">
              <a:spcBef>
                <a:spcPts val="0"/>
              </a:spcBef>
              <a:spcAft>
                <a:spcPts val="0"/>
              </a:spcAft>
              <a:buFontTx/>
              <a:buNone/>
              <a:tabLst/>
              <a:defRPr sz="900" b="0">
                <a:solidFill>
                  <a:schemeClr val="bg1"/>
                </a:solidFill>
              </a:defRPr>
            </a:lvl8pPr>
            <a:lvl9pPr marL="0" indent="0" algn="ctr">
              <a:spcBef>
                <a:spcPts val="0"/>
              </a:spcBef>
              <a:spcAft>
                <a:spcPts val="0"/>
              </a:spcAft>
              <a:buFontTx/>
              <a:buNone/>
              <a:tabLst/>
              <a:defRPr sz="9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359570" y="1059960"/>
            <a:ext cx="4104085" cy="3294000"/>
          </a:xfrm>
        </p:spPr>
        <p:txBody>
          <a:bodyPr/>
          <a:lstStyle>
            <a:lvl1pPr marL="0" indent="0">
              <a:lnSpc>
                <a:spcPct val="120000"/>
              </a:lnSpc>
              <a:spcAft>
                <a:spcPts val="0"/>
              </a:spcAft>
              <a:buNone/>
              <a:defRPr sz="2400" b="1">
                <a:solidFill>
                  <a:schemeClr val="bg1"/>
                </a:solidFill>
                <a:latin typeface="+mj-lt"/>
              </a:defRPr>
            </a:lvl1pPr>
            <a:lvl2pPr marL="0" indent="0">
              <a:lnSpc>
                <a:spcPct val="120000"/>
              </a:lnSpc>
              <a:spcAft>
                <a:spcPts val="0"/>
              </a:spcAft>
              <a:buNone/>
              <a:defRPr sz="2400" b="1">
                <a:solidFill>
                  <a:schemeClr val="tx2"/>
                </a:solidFill>
                <a:latin typeface="+mj-lt"/>
              </a:defRPr>
            </a:lvl2pPr>
            <a:lvl3pPr marL="0" indent="0">
              <a:lnSpc>
                <a:spcPct val="120000"/>
              </a:lnSpc>
              <a:spcAft>
                <a:spcPts val="0"/>
              </a:spcAft>
              <a:buNone/>
              <a:defRPr sz="2400" b="1">
                <a:solidFill>
                  <a:schemeClr val="tx2"/>
                </a:solidFill>
                <a:latin typeface="+mj-lt"/>
              </a:defRPr>
            </a:lvl3pPr>
            <a:lvl4pPr marL="0" indent="0">
              <a:lnSpc>
                <a:spcPct val="120000"/>
              </a:lnSpc>
              <a:spcAft>
                <a:spcPts val="0"/>
              </a:spcAft>
              <a:buNone/>
              <a:defRPr sz="2400" b="1">
                <a:solidFill>
                  <a:schemeClr val="tx2"/>
                </a:solidFill>
                <a:latin typeface="+mj-lt"/>
              </a:defRPr>
            </a:lvl4pPr>
            <a:lvl5pPr marL="0" indent="0">
              <a:lnSpc>
                <a:spcPct val="120000"/>
              </a:lnSpc>
              <a:spcAft>
                <a:spcPts val="0"/>
              </a:spcAft>
              <a:buNone/>
              <a:defRPr sz="2400" b="1">
                <a:solidFill>
                  <a:schemeClr val="tx2"/>
                </a:solidFill>
                <a:latin typeface="+mj-lt"/>
              </a:defRPr>
            </a:lvl5pPr>
            <a:lvl6pPr marL="0" indent="0">
              <a:lnSpc>
                <a:spcPct val="120000"/>
              </a:lnSpc>
              <a:spcAft>
                <a:spcPts val="0"/>
              </a:spcAft>
              <a:buNone/>
              <a:defRPr sz="2400" b="1">
                <a:solidFill>
                  <a:schemeClr val="tx2"/>
                </a:solidFill>
                <a:latin typeface="+mj-lt"/>
              </a:defRPr>
            </a:lvl6pPr>
            <a:lvl7pPr marL="0" indent="0">
              <a:lnSpc>
                <a:spcPct val="120000"/>
              </a:lnSpc>
              <a:spcAft>
                <a:spcPts val="0"/>
              </a:spcAft>
              <a:buNone/>
              <a:defRPr sz="2400" b="1">
                <a:solidFill>
                  <a:schemeClr val="tx2"/>
                </a:solidFill>
                <a:latin typeface="+mj-lt"/>
              </a:defRPr>
            </a:lvl7pPr>
            <a:lvl8pPr marL="0" indent="0">
              <a:lnSpc>
                <a:spcPct val="120000"/>
              </a:lnSpc>
              <a:spcAft>
                <a:spcPts val="0"/>
              </a:spcAft>
              <a:buNone/>
              <a:defRPr sz="2400" b="1">
                <a:solidFill>
                  <a:schemeClr val="tx2"/>
                </a:solidFill>
                <a:latin typeface="+mj-lt"/>
              </a:defRPr>
            </a:lvl8pPr>
            <a:lvl9pPr marL="0" indent="0">
              <a:lnSpc>
                <a:spcPct val="120000"/>
              </a:lnSpc>
              <a:spcAft>
                <a:spcPts val="0"/>
              </a:spcAft>
              <a:buNone/>
              <a:defRPr sz="24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360000" y="4353948"/>
            <a:ext cx="4104000" cy="108000"/>
          </a:xfrm>
        </p:spPr>
        <p:txBody>
          <a:bodyPr anchor="b"/>
          <a:lstStyle>
            <a:lvl1pPr marL="0" indent="0">
              <a:lnSpc>
                <a:spcPct val="100000"/>
              </a:lnSpc>
              <a:spcBef>
                <a:spcPts val="0"/>
              </a:spcBef>
              <a:spcAft>
                <a:spcPts val="0"/>
              </a:spcAft>
              <a:buFont typeface="Arial" panose="020B0604020202020204" pitchFamily="34" charset="0"/>
              <a:buNone/>
              <a:defRPr sz="600" b="0">
                <a:solidFill>
                  <a:schemeClr val="bg1"/>
                </a:solidFill>
              </a:defRPr>
            </a:lvl1pPr>
            <a:lvl2pPr marL="0" indent="0">
              <a:lnSpc>
                <a:spcPct val="100000"/>
              </a:lnSpc>
              <a:spcBef>
                <a:spcPts val="0"/>
              </a:spcBef>
              <a:spcAft>
                <a:spcPts val="0"/>
              </a:spcAft>
              <a:buFont typeface="Arial" panose="020B0604020202020204" pitchFamily="34" charset="0"/>
              <a:buNone/>
              <a:defRPr sz="600" b="0">
                <a:solidFill>
                  <a:schemeClr val="bg1"/>
                </a:solidFill>
              </a:defRPr>
            </a:lvl2pPr>
            <a:lvl3pPr marL="0" indent="0">
              <a:lnSpc>
                <a:spcPct val="100000"/>
              </a:lnSpc>
              <a:spcBef>
                <a:spcPts val="0"/>
              </a:spcBef>
              <a:spcAft>
                <a:spcPts val="0"/>
              </a:spcAft>
              <a:buNone/>
              <a:defRPr sz="600" b="0">
                <a:solidFill>
                  <a:schemeClr val="bg1"/>
                </a:solidFill>
              </a:defRPr>
            </a:lvl3pPr>
            <a:lvl4pPr marL="0" indent="0">
              <a:lnSpc>
                <a:spcPct val="100000"/>
              </a:lnSpc>
              <a:spcBef>
                <a:spcPts val="0"/>
              </a:spcBef>
              <a:spcAft>
                <a:spcPts val="0"/>
              </a:spcAft>
              <a:buNone/>
              <a:defRPr sz="600" b="0">
                <a:solidFill>
                  <a:schemeClr val="bg1"/>
                </a:solidFill>
              </a:defRPr>
            </a:lvl4pPr>
            <a:lvl5pPr marL="0" indent="0">
              <a:lnSpc>
                <a:spcPct val="100000"/>
              </a:lnSpc>
              <a:spcBef>
                <a:spcPts val="0"/>
              </a:spcBef>
              <a:spcAft>
                <a:spcPts val="0"/>
              </a:spcAft>
              <a:buNone/>
              <a:defRPr sz="600" b="0">
                <a:solidFill>
                  <a:schemeClr val="bg1"/>
                </a:solidFill>
              </a:defRPr>
            </a:lvl5pPr>
            <a:lvl6pPr marL="0" indent="0">
              <a:lnSpc>
                <a:spcPct val="100000"/>
              </a:lnSpc>
              <a:spcBef>
                <a:spcPts val="0"/>
              </a:spcBef>
              <a:spcAft>
                <a:spcPts val="0"/>
              </a:spcAft>
              <a:buNone/>
              <a:defRPr sz="600" b="0">
                <a:solidFill>
                  <a:schemeClr val="bg1"/>
                </a:solidFill>
              </a:defRPr>
            </a:lvl6pPr>
            <a:lvl7pPr marL="0" indent="0">
              <a:lnSpc>
                <a:spcPct val="100000"/>
              </a:lnSpc>
              <a:spcBef>
                <a:spcPts val="0"/>
              </a:spcBef>
              <a:spcAft>
                <a:spcPts val="0"/>
              </a:spcAft>
              <a:buNone/>
              <a:defRPr sz="600" b="0">
                <a:solidFill>
                  <a:schemeClr val="bg1"/>
                </a:solidFill>
              </a:defRPr>
            </a:lvl7pPr>
            <a:lvl8pPr marL="0" indent="0">
              <a:lnSpc>
                <a:spcPct val="100000"/>
              </a:lnSpc>
              <a:spcBef>
                <a:spcPts val="0"/>
              </a:spcBef>
              <a:spcAft>
                <a:spcPts val="0"/>
              </a:spcAft>
              <a:buNone/>
              <a:defRPr sz="600" b="0">
                <a:solidFill>
                  <a:schemeClr val="bg1"/>
                </a:solidFill>
              </a:defRPr>
            </a:lvl8pPr>
            <a:lvl9pPr marL="0" indent="0">
              <a:lnSpc>
                <a:spcPct val="100000"/>
              </a:lnSpc>
              <a:spcBef>
                <a:spcPts val="0"/>
              </a:spcBef>
              <a:spcAft>
                <a:spcPts val="0"/>
              </a:spcAft>
              <a:buNone/>
              <a:defRPr sz="600" b="0">
                <a:solidFill>
                  <a:schemeClr val="bg1"/>
                </a:solidFill>
              </a:defRPr>
            </a:lvl9pPr>
          </a:lstStyle>
          <a:p>
            <a:pPr lvl="0"/>
            <a:r>
              <a:rPr lang="en-US"/>
              <a:t>Footnote/Source</a:t>
            </a:r>
          </a:p>
        </p:txBody>
      </p:sp>
      <p:sp>
        <p:nvSpPr>
          <p:cNvPr id="13" name="Fußzeilenplatzhalter 12">
            <a:extLst>
              <a:ext uri="{FF2B5EF4-FFF2-40B4-BE49-F238E27FC236}">
                <a16:creationId xmlns:a16="http://schemas.microsoft.com/office/drawing/2014/main" id="{A667E39B-7540-9CEB-0374-944CA8579721}"/>
              </a:ext>
            </a:extLst>
          </p:cNvPr>
          <p:cNvSpPr>
            <a:spLocks noGrp="1"/>
          </p:cNvSpPr>
          <p:nvPr>
            <p:ph type="ftr" sz="quarter" idx="29"/>
          </p:nvPr>
        </p:nvSpPr>
        <p:spPr bwMode="gray"/>
        <p:txBody>
          <a:bodyPr/>
          <a:lstStyle>
            <a:lvl1pPr>
              <a:defRPr>
                <a:solidFill>
                  <a:schemeClr val="bg1"/>
                </a:solidFill>
              </a:defRPr>
            </a:lvl1pPr>
          </a:lstStyle>
          <a:p>
            <a:r>
              <a:rPr lang="en-US"/>
              <a:t>Presentation title    |    ONLY FOR INTERNAL USE</a:t>
            </a:r>
          </a:p>
        </p:txBody>
      </p:sp>
      <p:sp>
        <p:nvSpPr>
          <p:cNvPr id="14" name="Foliennummernplatzhalter 13">
            <a:extLst>
              <a:ext uri="{FF2B5EF4-FFF2-40B4-BE49-F238E27FC236}">
                <a16:creationId xmlns:a16="http://schemas.microsoft.com/office/drawing/2014/main" id="{8232BFC2-647B-B4B6-1EB1-6E9E32ED1994}"/>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CB4A65EB-A398-8280-6840-772AD43C343C}"/>
              </a:ext>
            </a:extLst>
          </p:cNvPr>
          <p:cNvSpPr>
            <a:spLocks noGrp="1"/>
          </p:cNvSpPr>
          <p:nvPr>
            <p:ph type="body" sz="quarter" idx="31"/>
          </p:nvPr>
        </p:nvSpPr>
        <p:spPr bwMode="gray">
          <a:xfrm>
            <a:off x="359568" y="4625100"/>
            <a:ext cx="926100" cy="2808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150">
                <a:noFill/>
              </a:defRPr>
            </a:lvl1pPr>
            <a:lvl2pPr marL="0" indent="0">
              <a:lnSpc>
                <a:spcPct val="100000"/>
              </a:lnSpc>
              <a:spcAft>
                <a:spcPts val="0"/>
              </a:spcAft>
              <a:buFontTx/>
              <a:buNone/>
              <a:defRPr sz="150">
                <a:noFill/>
              </a:defRPr>
            </a:lvl2pPr>
            <a:lvl3pPr marL="0" indent="0">
              <a:lnSpc>
                <a:spcPct val="100000"/>
              </a:lnSpc>
              <a:spcAft>
                <a:spcPts val="0"/>
              </a:spcAft>
              <a:buFontTx/>
              <a:buNone/>
              <a:defRPr sz="150">
                <a:noFill/>
              </a:defRPr>
            </a:lvl3pPr>
            <a:lvl4pPr marL="0" indent="0">
              <a:lnSpc>
                <a:spcPct val="100000"/>
              </a:lnSpc>
              <a:spcAft>
                <a:spcPts val="0"/>
              </a:spcAft>
              <a:buFontTx/>
              <a:buNone/>
              <a:defRPr sz="150">
                <a:noFill/>
              </a:defRPr>
            </a:lvl4pPr>
            <a:lvl5pPr marL="0" indent="0">
              <a:lnSpc>
                <a:spcPct val="100000"/>
              </a:lnSpc>
              <a:spcAft>
                <a:spcPts val="0"/>
              </a:spcAft>
              <a:buFontTx/>
              <a:buNone/>
              <a:defRPr sz="15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B486832A-3F59-AC80-2F13-A64607CB7775}"/>
              </a:ext>
              <a:ext uri="{C183D7F6-B498-43B3-948B-1728B52AA6E4}">
                <adec:decorative xmlns:adec="http://schemas.microsoft.com/office/drawing/2017/decorative" val="1"/>
              </a:ext>
            </a:extLst>
          </p:cNvPr>
          <p:cNvGrpSpPr/>
          <p:nvPr userDrawn="1"/>
        </p:nvGrpSpPr>
        <p:grpSpPr bwMode="gray">
          <a:xfrm>
            <a:off x="-1422666" y="0"/>
            <a:ext cx="1286309" cy="2808312"/>
            <a:chOff x="-1824880" y="2708920"/>
            <a:chExt cx="1715078" cy="3744416"/>
          </a:xfrm>
        </p:grpSpPr>
        <p:sp>
          <p:nvSpPr>
            <p:cNvPr id="18" name="TextBox 17">
              <a:extLst>
                <a:ext uri="{FF2B5EF4-FFF2-40B4-BE49-F238E27FC236}">
                  <a16:creationId xmlns:a16="http://schemas.microsoft.com/office/drawing/2014/main" id="{66E4FF04-A86E-0C54-7F24-DB0EE1782691}"/>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450"/>
                </a:spcAft>
              </a:pPr>
              <a:r>
                <a:rPr lang="en-US" sz="825" b="1">
                  <a:solidFill>
                    <a:schemeClr val="tx1"/>
                  </a:solidFill>
                  <a:effectLst/>
                  <a:latin typeface="+mj-lt"/>
                </a:rPr>
                <a:t>To insert a picture:</a:t>
              </a:r>
            </a:p>
            <a:p>
              <a:pPr marL="107997" indent="-107997">
                <a:lnSpc>
                  <a:spcPct val="120000"/>
                </a:lnSpc>
                <a:spcAft>
                  <a:spcPts val="450"/>
                </a:spcAft>
                <a:buFont typeface="+mj-lt"/>
                <a:buAutoNum type="arabicPeriod"/>
              </a:pPr>
              <a:r>
                <a:rPr lang="en-US" sz="675">
                  <a:solidFill>
                    <a:schemeClr val="tx1"/>
                  </a:solidFill>
                  <a:effectLst/>
                  <a:latin typeface="+mn-lt"/>
                </a:rPr>
                <a:t>Click on the placeholder for pictures</a:t>
              </a:r>
            </a:p>
            <a:p>
              <a:pPr marL="107997" indent="-107997">
                <a:lnSpc>
                  <a:spcPct val="120000"/>
                </a:lnSpc>
                <a:spcAft>
                  <a:spcPts val="450"/>
                </a:spcAft>
                <a:buFont typeface="+mj-lt"/>
                <a:buAutoNum type="arabicPeriod"/>
              </a:pPr>
              <a:r>
                <a:rPr lang="en-US" sz="675">
                  <a:solidFill>
                    <a:schemeClr val="tx1"/>
                  </a:solidFill>
                  <a:effectLst/>
                  <a:latin typeface="+mn-lt"/>
                </a:rPr>
                <a:t>Open the menu “Insert”</a:t>
              </a:r>
            </a:p>
            <a:p>
              <a:pPr marL="107997" indent="-107997">
                <a:lnSpc>
                  <a:spcPct val="120000"/>
                </a:lnSpc>
                <a:spcAft>
                  <a:spcPts val="450"/>
                </a:spcAft>
                <a:buFont typeface="+mj-lt"/>
                <a:buAutoNum type="arabicPeriod"/>
              </a:pPr>
              <a:r>
                <a:rPr lang="en-US" sz="675">
                  <a:solidFill>
                    <a:schemeClr val="tx1"/>
                  </a:solidFill>
                  <a:effectLst/>
                  <a:latin typeface="+mn-lt"/>
                </a:rPr>
                <a:t>Choose “Pictures” and then the corresponding source where the image is located</a:t>
              </a:r>
              <a:endParaRPr lang="en-US" sz="675">
                <a:solidFill>
                  <a:schemeClr val="tx1"/>
                </a:solidFill>
                <a:latin typeface="+mn-lt"/>
              </a:endParaRPr>
            </a:p>
          </p:txBody>
        </p:sp>
        <p:pic>
          <p:nvPicPr>
            <p:cNvPr id="19" name="Picture 18">
              <a:extLst>
                <a:ext uri="{FF2B5EF4-FFF2-40B4-BE49-F238E27FC236}">
                  <a16:creationId xmlns:a16="http://schemas.microsoft.com/office/drawing/2014/main" id="{7DFE41E4-ECEB-A2A1-A286-BCB29F691638}"/>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60BB963A-B8DB-ADCF-209D-23D0816454B4}"/>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07997" indent="-107997">
                <a:spcAft>
                  <a:spcPts val="450"/>
                </a:spcAft>
                <a:buFont typeface="+mj-lt"/>
                <a:buAutoNum type="arabicPeriod" startAt="4"/>
              </a:pPr>
              <a:r>
                <a:rPr lang="en-US" sz="675">
                  <a:solidFill>
                    <a:schemeClr val="tx1"/>
                  </a:solidFill>
                  <a:effectLst/>
                  <a:latin typeface="+mn-lt"/>
                </a:rPr>
                <a:t>Now the image has </a:t>
              </a:r>
              <a:br>
                <a:rPr lang="en-US" sz="675">
                  <a:solidFill>
                    <a:schemeClr val="tx1"/>
                  </a:solidFill>
                  <a:effectLst/>
                  <a:latin typeface="+mn-lt"/>
                </a:rPr>
              </a:br>
              <a:r>
                <a:rPr lang="en-US" sz="675">
                  <a:solidFill>
                    <a:schemeClr val="tx1"/>
                  </a:solidFill>
                  <a:effectLst/>
                  <a:latin typeface="+mn-lt"/>
                </a:rPr>
                <a:t>been loaded into the </a:t>
              </a:r>
              <a:br>
                <a:rPr lang="en-US" sz="675">
                  <a:solidFill>
                    <a:schemeClr val="tx1"/>
                  </a:solidFill>
                  <a:effectLst/>
                  <a:latin typeface="+mn-lt"/>
                </a:rPr>
              </a:br>
              <a:r>
                <a:rPr lang="en-US" sz="675">
                  <a:solidFill>
                    <a:schemeClr val="tx1"/>
                  </a:solidFill>
                  <a:effectLst/>
                  <a:latin typeface="+mn-lt"/>
                </a:rPr>
                <a:t>placeholder.</a:t>
              </a:r>
              <a:endParaRPr lang="en-US" sz="675">
                <a:solidFill>
                  <a:schemeClr val="tx1"/>
                </a:solidFill>
                <a:latin typeface="+mn-lt"/>
              </a:endParaRPr>
            </a:p>
          </p:txBody>
        </p:sp>
      </p:grpSp>
      <p:sp>
        <p:nvSpPr>
          <p:cNvPr id="3" name="Arrow: Pentagon 6">
            <a:extLst>
              <a:ext uri="{FF2B5EF4-FFF2-40B4-BE49-F238E27FC236}">
                <a16:creationId xmlns:a16="http://schemas.microsoft.com/office/drawing/2014/main" id="{10626C63-9EC1-F170-9293-A76090726AF6}"/>
              </a:ext>
            </a:extLst>
          </p:cNvPr>
          <p:cNvSpPr/>
          <p:nvPr userDrawn="1"/>
        </p:nvSpPr>
        <p:spPr bwMode="gray">
          <a:xfrm flipH="1">
            <a:off x="9162660" y="411510"/>
            <a:ext cx="1242000" cy="324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35000" rtlCol="0" anchor="ctr"/>
          <a:lstStyle/>
          <a:p>
            <a:pPr algn="l">
              <a:lnSpc>
                <a:spcPct val="140000"/>
              </a:lnSpc>
            </a:pPr>
            <a:r>
              <a:rPr lang="en-GB" sz="600" b="1">
                <a:solidFill>
                  <a:srgbClr val="076D7E"/>
                </a:solidFill>
                <a:latin typeface="+mj-lt"/>
              </a:rPr>
              <a:t>This layout requires two pictures in the background</a:t>
            </a:r>
            <a:endParaRPr lang="en-US" sz="600" b="1">
              <a:solidFill>
                <a:srgbClr val="076D7E"/>
              </a:solidFill>
              <a:latin typeface="+mj-lt"/>
            </a:endParaRPr>
          </a:p>
        </p:txBody>
      </p:sp>
    </p:spTree>
    <p:extLst>
      <p:ext uri="{BB962C8B-B14F-4D97-AF65-F5344CB8AC3E}">
        <p14:creationId xmlns:p14="http://schemas.microsoft.com/office/powerpoint/2010/main" val="3612922693"/>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guide id="3" orient="horz" pos="1298">
          <p15:clr>
            <a:srgbClr val="FBAE40"/>
          </p15:clr>
        </p15:guide>
        <p15:guide id="4" pos="3840">
          <p15:clr>
            <a:srgbClr val="FBAE40"/>
          </p15:clr>
        </p15:guide>
      </p15:sldGuideLst>
    </p:ext>
  </p:extLst>
</p:sldLayout>
</file>

<file path=ppt/slideLayouts/slideLayout190.xml><?xml version="1.0" encoding="utf-8"?>
<p:sldLayout xmlns:a="http://schemas.openxmlformats.org/drawingml/2006/main" xmlns:r="http://schemas.openxmlformats.org/officeDocument/2006/relationships" xmlns:p="http://schemas.openxmlformats.org/presentationml/2006/main" preserve="1" userDrawn="1">
  <p:cSld name="Key message and image division (2)">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0" y="0"/>
            <a:ext cx="6111478" cy="5143500"/>
          </a:xfrm>
          <a:solidFill>
            <a:schemeClr val="bg2"/>
          </a:solidFill>
        </p:spPr>
        <p:txBody>
          <a:bodyPr tIns="1080000" anchor="ctr" anchorCtr="0"/>
          <a:lstStyle>
            <a:lvl1pPr marL="0" indent="0" algn="ctr">
              <a:spcBef>
                <a:spcPts val="0"/>
              </a:spcBef>
              <a:spcAft>
                <a:spcPts val="0"/>
              </a:spcAft>
              <a:buFontTx/>
              <a:buNone/>
              <a:tabLst/>
              <a:defRPr sz="900" b="0">
                <a:solidFill>
                  <a:schemeClr val="bg1"/>
                </a:solidFill>
              </a:defRPr>
            </a:lvl1pPr>
            <a:lvl2pPr marL="0" indent="0" algn="ctr">
              <a:spcBef>
                <a:spcPts val="0"/>
              </a:spcBef>
              <a:spcAft>
                <a:spcPts val="0"/>
              </a:spcAft>
              <a:buFontTx/>
              <a:buNone/>
              <a:tabLst/>
              <a:defRPr sz="900" b="0"/>
            </a:lvl2pPr>
            <a:lvl3pPr marL="0" indent="0" algn="ctr">
              <a:spcBef>
                <a:spcPts val="0"/>
              </a:spcBef>
              <a:spcAft>
                <a:spcPts val="0"/>
              </a:spcAft>
              <a:buFontTx/>
              <a:buNone/>
              <a:tabLst/>
              <a:defRPr sz="900" b="0"/>
            </a:lvl3pPr>
            <a:lvl4pPr marL="0" indent="0" algn="ctr">
              <a:spcBef>
                <a:spcPts val="0"/>
              </a:spcBef>
              <a:spcAft>
                <a:spcPts val="0"/>
              </a:spcAft>
              <a:buFontTx/>
              <a:buNone/>
              <a:tabLst/>
              <a:defRPr sz="900" b="0"/>
            </a:lvl4pPr>
            <a:lvl5pPr marL="0" indent="0" algn="ctr">
              <a:spcBef>
                <a:spcPts val="0"/>
              </a:spcBef>
              <a:spcAft>
                <a:spcPts val="0"/>
              </a:spcAft>
              <a:buFontTx/>
              <a:buNone/>
              <a:tabLst/>
              <a:defRPr sz="900" b="0"/>
            </a:lvl5pPr>
            <a:lvl6pPr marL="0" indent="0" algn="ctr">
              <a:spcBef>
                <a:spcPts val="0"/>
              </a:spcBef>
              <a:spcAft>
                <a:spcPts val="0"/>
              </a:spcAft>
              <a:buFontTx/>
              <a:buNone/>
              <a:tabLst/>
              <a:defRPr sz="900" b="0"/>
            </a:lvl6pPr>
            <a:lvl7pPr marL="0" indent="0" algn="ctr">
              <a:spcBef>
                <a:spcPts val="0"/>
              </a:spcBef>
              <a:spcAft>
                <a:spcPts val="0"/>
              </a:spcAft>
              <a:buFontTx/>
              <a:buNone/>
              <a:tabLst/>
              <a:defRPr sz="900" b="0"/>
            </a:lvl7pPr>
            <a:lvl8pPr marL="0" indent="0" algn="ctr">
              <a:spcBef>
                <a:spcPts val="0"/>
              </a:spcBef>
              <a:spcAft>
                <a:spcPts val="0"/>
              </a:spcAft>
              <a:buFontTx/>
              <a:buNone/>
              <a:tabLst/>
              <a:defRPr sz="900" b="0"/>
            </a:lvl8pPr>
            <a:lvl9pPr marL="0" indent="0" algn="ctr">
              <a:spcBef>
                <a:spcPts val="0"/>
              </a:spcBef>
              <a:spcAft>
                <a:spcPts val="0"/>
              </a:spcAft>
              <a:buFontTx/>
              <a:buNone/>
              <a:tabLst/>
              <a:defRPr sz="900" b="0"/>
            </a:lvl9pPr>
          </a:lstStyle>
          <a:p>
            <a:r>
              <a:rPr lang="en-US"/>
              <a:t>Bild hinzufügen per </a:t>
            </a:r>
            <a:br>
              <a:rPr lang="en-US"/>
            </a:br>
            <a:r>
              <a:rPr lang="en-US"/>
              <a:t>Klick auf das Symbol</a:t>
            </a:r>
          </a:p>
        </p:txBody>
      </p:sp>
      <p:sp>
        <p:nvSpPr>
          <p:cNvPr id="12" name="Bildplatzhalter 10">
            <a:extLst>
              <a:ext uri="{FF2B5EF4-FFF2-40B4-BE49-F238E27FC236}">
                <a16:creationId xmlns:a16="http://schemas.microsoft.com/office/drawing/2014/main" id="{4FBDAE19-EEFC-C0FF-2C91-7610E4715477}"/>
              </a:ext>
            </a:extLst>
          </p:cNvPr>
          <p:cNvSpPr>
            <a:spLocks noGrp="1"/>
          </p:cNvSpPr>
          <p:nvPr>
            <p:ph type="pic" sz="quarter" idx="21" hasCustomPrompt="1"/>
          </p:nvPr>
        </p:nvSpPr>
        <p:spPr bwMode="ltGray">
          <a:xfrm>
            <a:off x="6111478" y="0"/>
            <a:ext cx="3032522" cy="5143500"/>
          </a:xfrm>
          <a:solidFill>
            <a:schemeClr val="bg2"/>
          </a:solidFill>
        </p:spPr>
        <p:txBody>
          <a:bodyPr tIns="720000" anchor="ctr" anchorCtr="0"/>
          <a:lstStyle>
            <a:lvl1pPr marL="0" indent="0" algn="ctr">
              <a:spcBef>
                <a:spcPts val="0"/>
              </a:spcBef>
              <a:spcAft>
                <a:spcPts val="0"/>
              </a:spcAft>
              <a:buFontTx/>
              <a:buNone/>
              <a:tabLst/>
              <a:defRPr sz="900" b="0">
                <a:solidFill>
                  <a:schemeClr val="bg1"/>
                </a:solidFill>
              </a:defRPr>
            </a:lvl1pPr>
            <a:lvl2pPr marL="0" indent="0" algn="ctr">
              <a:spcBef>
                <a:spcPts val="0"/>
              </a:spcBef>
              <a:spcAft>
                <a:spcPts val="0"/>
              </a:spcAft>
              <a:buFontTx/>
              <a:buNone/>
              <a:tabLst/>
              <a:defRPr sz="900" b="0">
                <a:solidFill>
                  <a:schemeClr val="bg1"/>
                </a:solidFill>
              </a:defRPr>
            </a:lvl2pPr>
            <a:lvl3pPr marL="0" indent="0" algn="ctr">
              <a:spcBef>
                <a:spcPts val="0"/>
              </a:spcBef>
              <a:spcAft>
                <a:spcPts val="0"/>
              </a:spcAft>
              <a:buFontTx/>
              <a:buNone/>
              <a:tabLst/>
              <a:defRPr sz="900" b="0">
                <a:solidFill>
                  <a:schemeClr val="bg1"/>
                </a:solidFill>
              </a:defRPr>
            </a:lvl3pPr>
            <a:lvl4pPr marL="0" indent="0" algn="ctr">
              <a:spcBef>
                <a:spcPts val="0"/>
              </a:spcBef>
              <a:spcAft>
                <a:spcPts val="0"/>
              </a:spcAft>
              <a:buFontTx/>
              <a:buNone/>
              <a:tabLst/>
              <a:defRPr sz="900" b="0">
                <a:solidFill>
                  <a:schemeClr val="bg1"/>
                </a:solidFill>
              </a:defRPr>
            </a:lvl4pPr>
            <a:lvl5pPr marL="0" indent="0" algn="ctr">
              <a:spcBef>
                <a:spcPts val="0"/>
              </a:spcBef>
              <a:spcAft>
                <a:spcPts val="0"/>
              </a:spcAft>
              <a:buFontTx/>
              <a:buNone/>
              <a:tabLst/>
              <a:defRPr sz="900" b="0">
                <a:solidFill>
                  <a:schemeClr val="bg1"/>
                </a:solidFill>
              </a:defRPr>
            </a:lvl5pPr>
            <a:lvl6pPr marL="0" indent="0" algn="ctr">
              <a:spcBef>
                <a:spcPts val="0"/>
              </a:spcBef>
              <a:spcAft>
                <a:spcPts val="0"/>
              </a:spcAft>
              <a:buFontTx/>
              <a:buNone/>
              <a:tabLst/>
              <a:defRPr sz="900" b="0">
                <a:solidFill>
                  <a:schemeClr val="bg1"/>
                </a:solidFill>
              </a:defRPr>
            </a:lvl6pPr>
            <a:lvl7pPr marL="0" indent="0" algn="ctr">
              <a:spcBef>
                <a:spcPts val="0"/>
              </a:spcBef>
              <a:spcAft>
                <a:spcPts val="0"/>
              </a:spcAft>
              <a:buFontTx/>
              <a:buNone/>
              <a:tabLst/>
              <a:defRPr sz="900" b="0">
                <a:solidFill>
                  <a:schemeClr val="bg1"/>
                </a:solidFill>
              </a:defRPr>
            </a:lvl7pPr>
            <a:lvl8pPr marL="0" indent="0" algn="ctr">
              <a:spcBef>
                <a:spcPts val="0"/>
              </a:spcBef>
              <a:spcAft>
                <a:spcPts val="0"/>
              </a:spcAft>
              <a:buFontTx/>
              <a:buNone/>
              <a:tabLst/>
              <a:defRPr sz="900" b="0">
                <a:solidFill>
                  <a:schemeClr val="bg1"/>
                </a:solidFill>
              </a:defRPr>
            </a:lvl8pPr>
            <a:lvl9pPr marL="0" indent="0" algn="ctr">
              <a:spcBef>
                <a:spcPts val="0"/>
              </a:spcBef>
              <a:spcAft>
                <a:spcPts val="0"/>
              </a:spcAft>
              <a:buFontTx/>
              <a:buNone/>
              <a:tabLst/>
              <a:defRPr sz="9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359569" y="1059656"/>
            <a:ext cx="5535216" cy="3294000"/>
          </a:xfrm>
        </p:spPr>
        <p:txBody>
          <a:bodyPr/>
          <a:lstStyle>
            <a:lvl1pPr marL="0" indent="0">
              <a:lnSpc>
                <a:spcPct val="120000"/>
              </a:lnSpc>
              <a:spcAft>
                <a:spcPts val="0"/>
              </a:spcAft>
              <a:buNone/>
              <a:defRPr sz="2400" b="1">
                <a:solidFill>
                  <a:schemeClr val="bg1"/>
                </a:solidFill>
                <a:latin typeface="+mj-lt"/>
              </a:defRPr>
            </a:lvl1pPr>
            <a:lvl2pPr marL="0" indent="0">
              <a:lnSpc>
                <a:spcPct val="120000"/>
              </a:lnSpc>
              <a:spcAft>
                <a:spcPts val="0"/>
              </a:spcAft>
              <a:buNone/>
              <a:defRPr sz="2400" b="1">
                <a:solidFill>
                  <a:schemeClr val="tx2"/>
                </a:solidFill>
                <a:latin typeface="+mj-lt"/>
              </a:defRPr>
            </a:lvl2pPr>
            <a:lvl3pPr marL="0" indent="0">
              <a:lnSpc>
                <a:spcPct val="120000"/>
              </a:lnSpc>
              <a:spcAft>
                <a:spcPts val="0"/>
              </a:spcAft>
              <a:buNone/>
              <a:defRPr sz="2400" b="1">
                <a:solidFill>
                  <a:schemeClr val="tx2"/>
                </a:solidFill>
                <a:latin typeface="+mj-lt"/>
              </a:defRPr>
            </a:lvl3pPr>
            <a:lvl4pPr marL="0" indent="0">
              <a:lnSpc>
                <a:spcPct val="120000"/>
              </a:lnSpc>
              <a:spcAft>
                <a:spcPts val="0"/>
              </a:spcAft>
              <a:buNone/>
              <a:defRPr sz="2400" b="1">
                <a:solidFill>
                  <a:schemeClr val="tx2"/>
                </a:solidFill>
                <a:latin typeface="+mj-lt"/>
              </a:defRPr>
            </a:lvl4pPr>
            <a:lvl5pPr marL="0" indent="0">
              <a:lnSpc>
                <a:spcPct val="120000"/>
              </a:lnSpc>
              <a:spcAft>
                <a:spcPts val="0"/>
              </a:spcAft>
              <a:buNone/>
              <a:defRPr sz="2400" b="1">
                <a:solidFill>
                  <a:schemeClr val="tx2"/>
                </a:solidFill>
                <a:latin typeface="+mj-lt"/>
              </a:defRPr>
            </a:lvl5pPr>
            <a:lvl6pPr marL="0" indent="0">
              <a:lnSpc>
                <a:spcPct val="120000"/>
              </a:lnSpc>
              <a:spcAft>
                <a:spcPts val="0"/>
              </a:spcAft>
              <a:buNone/>
              <a:defRPr sz="2400" b="1">
                <a:solidFill>
                  <a:schemeClr val="tx2"/>
                </a:solidFill>
                <a:latin typeface="+mj-lt"/>
              </a:defRPr>
            </a:lvl6pPr>
            <a:lvl7pPr marL="0" indent="0">
              <a:lnSpc>
                <a:spcPct val="120000"/>
              </a:lnSpc>
              <a:spcAft>
                <a:spcPts val="0"/>
              </a:spcAft>
              <a:buNone/>
              <a:defRPr sz="2400" b="1">
                <a:solidFill>
                  <a:schemeClr val="tx2"/>
                </a:solidFill>
                <a:latin typeface="+mj-lt"/>
              </a:defRPr>
            </a:lvl7pPr>
            <a:lvl8pPr marL="0" indent="0">
              <a:lnSpc>
                <a:spcPct val="120000"/>
              </a:lnSpc>
              <a:spcAft>
                <a:spcPts val="0"/>
              </a:spcAft>
              <a:buNone/>
              <a:defRPr sz="2400" b="1">
                <a:solidFill>
                  <a:schemeClr val="tx2"/>
                </a:solidFill>
                <a:latin typeface="+mj-lt"/>
              </a:defRPr>
            </a:lvl8pPr>
            <a:lvl9pPr marL="0" indent="0">
              <a:lnSpc>
                <a:spcPct val="120000"/>
              </a:lnSpc>
              <a:spcAft>
                <a:spcPts val="0"/>
              </a:spcAft>
              <a:buNone/>
              <a:defRPr sz="24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360000" y="4353960"/>
            <a:ext cx="5535000" cy="108000"/>
          </a:xfrm>
        </p:spPr>
        <p:txBody>
          <a:bodyPr anchor="b"/>
          <a:lstStyle>
            <a:lvl1pPr marL="0" indent="0">
              <a:lnSpc>
                <a:spcPct val="100000"/>
              </a:lnSpc>
              <a:spcBef>
                <a:spcPts val="0"/>
              </a:spcBef>
              <a:spcAft>
                <a:spcPts val="0"/>
              </a:spcAft>
              <a:buFont typeface="Arial" panose="020B0604020202020204" pitchFamily="34" charset="0"/>
              <a:buNone/>
              <a:defRPr sz="600" b="0">
                <a:solidFill>
                  <a:schemeClr val="bg1"/>
                </a:solidFill>
              </a:defRPr>
            </a:lvl1pPr>
            <a:lvl2pPr marL="0" indent="0">
              <a:lnSpc>
                <a:spcPct val="100000"/>
              </a:lnSpc>
              <a:spcBef>
                <a:spcPts val="0"/>
              </a:spcBef>
              <a:spcAft>
                <a:spcPts val="0"/>
              </a:spcAft>
              <a:buFont typeface="Arial" panose="020B0604020202020204" pitchFamily="34" charset="0"/>
              <a:buNone/>
              <a:defRPr sz="600" b="0">
                <a:solidFill>
                  <a:schemeClr val="bg1"/>
                </a:solidFill>
              </a:defRPr>
            </a:lvl2pPr>
            <a:lvl3pPr marL="0" indent="0">
              <a:lnSpc>
                <a:spcPct val="100000"/>
              </a:lnSpc>
              <a:spcBef>
                <a:spcPts val="0"/>
              </a:spcBef>
              <a:spcAft>
                <a:spcPts val="0"/>
              </a:spcAft>
              <a:buNone/>
              <a:defRPr sz="600" b="0">
                <a:solidFill>
                  <a:schemeClr val="bg1"/>
                </a:solidFill>
              </a:defRPr>
            </a:lvl3pPr>
            <a:lvl4pPr marL="0" indent="0">
              <a:lnSpc>
                <a:spcPct val="100000"/>
              </a:lnSpc>
              <a:spcBef>
                <a:spcPts val="0"/>
              </a:spcBef>
              <a:spcAft>
                <a:spcPts val="0"/>
              </a:spcAft>
              <a:buNone/>
              <a:defRPr sz="600" b="0">
                <a:solidFill>
                  <a:schemeClr val="bg1"/>
                </a:solidFill>
              </a:defRPr>
            </a:lvl4pPr>
            <a:lvl5pPr marL="0" indent="0">
              <a:lnSpc>
                <a:spcPct val="100000"/>
              </a:lnSpc>
              <a:spcBef>
                <a:spcPts val="0"/>
              </a:spcBef>
              <a:spcAft>
                <a:spcPts val="0"/>
              </a:spcAft>
              <a:buNone/>
              <a:defRPr sz="600" b="0">
                <a:solidFill>
                  <a:schemeClr val="bg1"/>
                </a:solidFill>
              </a:defRPr>
            </a:lvl5pPr>
            <a:lvl6pPr marL="0" indent="0">
              <a:lnSpc>
                <a:spcPct val="100000"/>
              </a:lnSpc>
              <a:spcBef>
                <a:spcPts val="0"/>
              </a:spcBef>
              <a:spcAft>
                <a:spcPts val="0"/>
              </a:spcAft>
              <a:buNone/>
              <a:defRPr sz="600" b="0">
                <a:solidFill>
                  <a:schemeClr val="bg1"/>
                </a:solidFill>
              </a:defRPr>
            </a:lvl6pPr>
            <a:lvl7pPr marL="0" indent="0">
              <a:lnSpc>
                <a:spcPct val="100000"/>
              </a:lnSpc>
              <a:spcBef>
                <a:spcPts val="0"/>
              </a:spcBef>
              <a:spcAft>
                <a:spcPts val="0"/>
              </a:spcAft>
              <a:buNone/>
              <a:defRPr sz="600" b="0">
                <a:solidFill>
                  <a:schemeClr val="bg1"/>
                </a:solidFill>
              </a:defRPr>
            </a:lvl7pPr>
            <a:lvl8pPr marL="0" indent="0">
              <a:lnSpc>
                <a:spcPct val="100000"/>
              </a:lnSpc>
              <a:spcBef>
                <a:spcPts val="0"/>
              </a:spcBef>
              <a:spcAft>
                <a:spcPts val="0"/>
              </a:spcAft>
              <a:buNone/>
              <a:defRPr sz="600" b="0">
                <a:solidFill>
                  <a:schemeClr val="bg1"/>
                </a:solidFill>
              </a:defRPr>
            </a:lvl8pPr>
            <a:lvl9pPr marL="0" indent="0">
              <a:lnSpc>
                <a:spcPct val="100000"/>
              </a:lnSpc>
              <a:spcBef>
                <a:spcPts val="0"/>
              </a:spcBef>
              <a:spcAft>
                <a:spcPts val="0"/>
              </a:spcAft>
              <a:buNone/>
              <a:defRPr sz="600" b="0">
                <a:solidFill>
                  <a:schemeClr val="bg1"/>
                </a:solidFill>
              </a:defRPr>
            </a:lvl9pPr>
          </a:lstStyle>
          <a:p>
            <a:pPr lvl="0"/>
            <a:r>
              <a:rPr lang="en-US"/>
              <a:t>Footnote/Source</a:t>
            </a:r>
          </a:p>
        </p:txBody>
      </p:sp>
      <p:sp>
        <p:nvSpPr>
          <p:cNvPr id="14" name="Foliennummernplatzhalter 13">
            <a:extLst>
              <a:ext uri="{FF2B5EF4-FFF2-40B4-BE49-F238E27FC236}">
                <a16:creationId xmlns:a16="http://schemas.microsoft.com/office/drawing/2014/main" id="{2C16D604-692B-A946-0EC8-16D8E62D24EC}"/>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3" name="Fußzeilenplatzhalter 2">
            <a:extLst>
              <a:ext uri="{FF2B5EF4-FFF2-40B4-BE49-F238E27FC236}">
                <a16:creationId xmlns:a16="http://schemas.microsoft.com/office/drawing/2014/main" id="{29E334AD-D29B-7211-26D3-B8B8A73BFA0B}"/>
              </a:ext>
            </a:extLst>
          </p:cNvPr>
          <p:cNvSpPr>
            <a:spLocks noGrp="1"/>
          </p:cNvSpPr>
          <p:nvPr>
            <p:ph type="ftr" sz="quarter" idx="31"/>
          </p:nvPr>
        </p:nvSpPr>
        <p:spPr bwMode="gray"/>
        <p:txBody>
          <a:bodyPr/>
          <a:lstStyle>
            <a:lvl1pPr>
              <a:defRPr>
                <a:solidFill>
                  <a:schemeClr val="bg1"/>
                </a:solidFill>
              </a:defRPr>
            </a:lvl1pPr>
          </a:lstStyle>
          <a:p>
            <a:r>
              <a:rPr lang="en-US"/>
              <a:t>Presentation title    |    ONLY FOR INTERNAL USE</a:t>
            </a:r>
          </a:p>
        </p:txBody>
      </p:sp>
      <p:sp>
        <p:nvSpPr>
          <p:cNvPr id="2" name="Text Placeholder 8">
            <a:extLst>
              <a:ext uri="{FF2B5EF4-FFF2-40B4-BE49-F238E27FC236}">
                <a16:creationId xmlns:a16="http://schemas.microsoft.com/office/drawing/2014/main" id="{AA49972D-F9C7-9152-B19D-7D4EB031A5D2}"/>
              </a:ext>
            </a:extLst>
          </p:cNvPr>
          <p:cNvSpPr>
            <a:spLocks noGrp="1"/>
          </p:cNvSpPr>
          <p:nvPr>
            <p:ph type="body" sz="quarter" idx="32"/>
          </p:nvPr>
        </p:nvSpPr>
        <p:spPr bwMode="gray">
          <a:xfrm>
            <a:off x="359568" y="4625100"/>
            <a:ext cx="926100" cy="2808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150">
                <a:noFill/>
              </a:defRPr>
            </a:lvl1pPr>
            <a:lvl2pPr marL="0" indent="0">
              <a:lnSpc>
                <a:spcPct val="100000"/>
              </a:lnSpc>
              <a:spcAft>
                <a:spcPts val="0"/>
              </a:spcAft>
              <a:buFontTx/>
              <a:buNone/>
              <a:defRPr sz="150">
                <a:noFill/>
              </a:defRPr>
            </a:lvl2pPr>
            <a:lvl3pPr marL="0" indent="0">
              <a:lnSpc>
                <a:spcPct val="100000"/>
              </a:lnSpc>
              <a:spcAft>
                <a:spcPts val="0"/>
              </a:spcAft>
              <a:buFontTx/>
              <a:buNone/>
              <a:defRPr sz="150">
                <a:noFill/>
              </a:defRPr>
            </a:lvl3pPr>
            <a:lvl4pPr marL="0" indent="0">
              <a:lnSpc>
                <a:spcPct val="100000"/>
              </a:lnSpc>
              <a:spcAft>
                <a:spcPts val="0"/>
              </a:spcAft>
              <a:buFontTx/>
              <a:buNone/>
              <a:defRPr sz="150">
                <a:noFill/>
              </a:defRPr>
            </a:lvl4pPr>
            <a:lvl5pPr marL="0" indent="0">
              <a:lnSpc>
                <a:spcPct val="100000"/>
              </a:lnSpc>
              <a:spcAft>
                <a:spcPts val="0"/>
              </a:spcAft>
              <a:buFontTx/>
              <a:buNone/>
              <a:defRPr sz="15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DCF59E70-0AA5-7D95-51CA-468698922E0C}"/>
              </a:ext>
              <a:ext uri="{C183D7F6-B498-43B3-948B-1728B52AA6E4}">
                <adec:decorative xmlns:adec="http://schemas.microsoft.com/office/drawing/2017/decorative" val="1"/>
              </a:ext>
            </a:extLst>
          </p:cNvPr>
          <p:cNvGrpSpPr/>
          <p:nvPr userDrawn="1"/>
        </p:nvGrpSpPr>
        <p:grpSpPr bwMode="gray">
          <a:xfrm>
            <a:off x="-1422666" y="0"/>
            <a:ext cx="1286309" cy="2808312"/>
            <a:chOff x="-1824880" y="2708920"/>
            <a:chExt cx="1715078" cy="3744416"/>
          </a:xfrm>
        </p:grpSpPr>
        <p:sp>
          <p:nvSpPr>
            <p:cNvPr id="18" name="TextBox 17">
              <a:extLst>
                <a:ext uri="{FF2B5EF4-FFF2-40B4-BE49-F238E27FC236}">
                  <a16:creationId xmlns:a16="http://schemas.microsoft.com/office/drawing/2014/main" id="{F2DB1682-7A9E-32ED-89E1-35FD5DD053E4}"/>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450"/>
                </a:spcAft>
              </a:pPr>
              <a:r>
                <a:rPr lang="en-US" sz="825" b="1">
                  <a:solidFill>
                    <a:schemeClr val="tx1"/>
                  </a:solidFill>
                  <a:effectLst/>
                  <a:latin typeface="+mj-lt"/>
                </a:rPr>
                <a:t>To insert a picture:</a:t>
              </a:r>
            </a:p>
            <a:p>
              <a:pPr marL="107997" indent="-107997">
                <a:lnSpc>
                  <a:spcPct val="120000"/>
                </a:lnSpc>
                <a:spcAft>
                  <a:spcPts val="450"/>
                </a:spcAft>
                <a:buFont typeface="+mj-lt"/>
                <a:buAutoNum type="arabicPeriod"/>
              </a:pPr>
              <a:r>
                <a:rPr lang="en-US" sz="675">
                  <a:solidFill>
                    <a:schemeClr val="tx1"/>
                  </a:solidFill>
                  <a:effectLst/>
                  <a:latin typeface="+mn-lt"/>
                </a:rPr>
                <a:t>Click on the placeholder for pictures</a:t>
              </a:r>
            </a:p>
            <a:p>
              <a:pPr marL="107997" indent="-107997">
                <a:lnSpc>
                  <a:spcPct val="120000"/>
                </a:lnSpc>
                <a:spcAft>
                  <a:spcPts val="450"/>
                </a:spcAft>
                <a:buFont typeface="+mj-lt"/>
                <a:buAutoNum type="arabicPeriod"/>
              </a:pPr>
              <a:r>
                <a:rPr lang="en-US" sz="675">
                  <a:solidFill>
                    <a:schemeClr val="tx1"/>
                  </a:solidFill>
                  <a:effectLst/>
                  <a:latin typeface="+mn-lt"/>
                </a:rPr>
                <a:t>Open the menu “Insert”</a:t>
              </a:r>
            </a:p>
            <a:p>
              <a:pPr marL="107997" indent="-107997">
                <a:lnSpc>
                  <a:spcPct val="120000"/>
                </a:lnSpc>
                <a:spcAft>
                  <a:spcPts val="450"/>
                </a:spcAft>
                <a:buFont typeface="+mj-lt"/>
                <a:buAutoNum type="arabicPeriod"/>
              </a:pPr>
              <a:r>
                <a:rPr lang="en-US" sz="675">
                  <a:solidFill>
                    <a:schemeClr val="tx1"/>
                  </a:solidFill>
                  <a:effectLst/>
                  <a:latin typeface="+mn-lt"/>
                </a:rPr>
                <a:t>Choose “Pictures” and then the corresponding source where the image is located</a:t>
              </a:r>
              <a:endParaRPr lang="en-US" sz="675">
                <a:solidFill>
                  <a:schemeClr val="tx1"/>
                </a:solidFill>
                <a:latin typeface="+mn-lt"/>
              </a:endParaRPr>
            </a:p>
          </p:txBody>
        </p:sp>
        <p:pic>
          <p:nvPicPr>
            <p:cNvPr id="19" name="Picture 18">
              <a:extLst>
                <a:ext uri="{FF2B5EF4-FFF2-40B4-BE49-F238E27FC236}">
                  <a16:creationId xmlns:a16="http://schemas.microsoft.com/office/drawing/2014/main" id="{F4CC5AE4-025E-4DA7-5C5D-88CB2C864849}"/>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C42EB3FB-8F80-C780-C13A-9D6DFF4300EC}"/>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07997" indent="-107997">
                <a:spcAft>
                  <a:spcPts val="450"/>
                </a:spcAft>
                <a:buFont typeface="+mj-lt"/>
                <a:buAutoNum type="arabicPeriod" startAt="4"/>
              </a:pPr>
              <a:r>
                <a:rPr lang="en-US" sz="675">
                  <a:solidFill>
                    <a:schemeClr val="tx1"/>
                  </a:solidFill>
                  <a:effectLst/>
                  <a:latin typeface="+mn-lt"/>
                </a:rPr>
                <a:t>Now the image has </a:t>
              </a:r>
              <a:br>
                <a:rPr lang="en-US" sz="675">
                  <a:solidFill>
                    <a:schemeClr val="tx1"/>
                  </a:solidFill>
                  <a:effectLst/>
                  <a:latin typeface="+mn-lt"/>
                </a:rPr>
              </a:br>
              <a:r>
                <a:rPr lang="en-US" sz="675">
                  <a:solidFill>
                    <a:schemeClr val="tx1"/>
                  </a:solidFill>
                  <a:effectLst/>
                  <a:latin typeface="+mn-lt"/>
                </a:rPr>
                <a:t>been loaded into the </a:t>
              </a:r>
              <a:br>
                <a:rPr lang="en-US" sz="675">
                  <a:solidFill>
                    <a:schemeClr val="tx1"/>
                  </a:solidFill>
                  <a:effectLst/>
                  <a:latin typeface="+mn-lt"/>
                </a:rPr>
              </a:br>
              <a:r>
                <a:rPr lang="en-US" sz="675">
                  <a:solidFill>
                    <a:schemeClr val="tx1"/>
                  </a:solidFill>
                  <a:effectLst/>
                  <a:latin typeface="+mn-lt"/>
                </a:rPr>
                <a:t>placeholder.</a:t>
              </a:r>
              <a:endParaRPr lang="en-US" sz="675">
                <a:solidFill>
                  <a:schemeClr val="tx1"/>
                </a:solidFill>
                <a:latin typeface="+mn-lt"/>
              </a:endParaRPr>
            </a:p>
          </p:txBody>
        </p:sp>
      </p:grpSp>
      <p:sp>
        <p:nvSpPr>
          <p:cNvPr id="5" name="Arrow: Pentagon 6">
            <a:extLst>
              <a:ext uri="{FF2B5EF4-FFF2-40B4-BE49-F238E27FC236}">
                <a16:creationId xmlns:a16="http://schemas.microsoft.com/office/drawing/2014/main" id="{0DBDA80F-0715-C37D-E631-65B9559D2BA3}"/>
              </a:ext>
            </a:extLst>
          </p:cNvPr>
          <p:cNvSpPr/>
          <p:nvPr userDrawn="1"/>
        </p:nvSpPr>
        <p:spPr bwMode="gray">
          <a:xfrm flipH="1">
            <a:off x="9162660" y="411510"/>
            <a:ext cx="1242000" cy="324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35000" rtlCol="0" anchor="ctr"/>
          <a:lstStyle/>
          <a:p>
            <a:pPr algn="l">
              <a:lnSpc>
                <a:spcPct val="140000"/>
              </a:lnSpc>
            </a:pPr>
            <a:r>
              <a:rPr lang="en-GB" sz="600" b="1">
                <a:solidFill>
                  <a:srgbClr val="076D7E"/>
                </a:solidFill>
                <a:latin typeface="+mj-lt"/>
              </a:rPr>
              <a:t>This layout requires two pictures in the background</a:t>
            </a:r>
            <a:endParaRPr lang="en-US" sz="600" b="1">
              <a:solidFill>
                <a:srgbClr val="076D7E"/>
              </a:solidFill>
              <a:latin typeface="+mj-lt"/>
            </a:endParaRPr>
          </a:p>
        </p:txBody>
      </p:sp>
    </p:spTree>
    <p:extLst>
      <p:ext uri="{BB962C8B-B14F-4D97-AF65-F5344CB8AC3E}">
        <p14:creationId xmlns:p14="http://schemas.microsoft.com/office/powerpoint/2010/main" val="46790450"/>
      </p:ext>
    </p:extLst>
  </p:cSld>
  <p:clrMapOvr>
    <a:masterClrMapping/>
  </p:clrMapOvr>
  <p:extLst>
    <p:ext uri="{DCECCB84-F9BA-43D5-87BE-67443E8EF086}">
      <p15:sldGuideLst xmlns:p15="http://schemas.microsoft.com/office/powerpoint/2012/main">
        <p15:guide id="1" pos="4951">
          <p15:clr>
            <a:srgbClr val="FBAE40"/>
          </p15:clr>
        </p15:guide>
        <p15:guide id="3" orient="horz" pos="1298">
          <p15:clr>
            <a:srgbClr val="FBAE40"/>
          </p15:clr>
        </p15:guide>
        <p15:guide id="4" pos="5133">
          <p15:clr>
            <a:srgbClr val="FBAE40"/>
          </p15:clr>
        </p15:guide>
      </p15:sldGuideLst>
    </p:ext>
  </p:extLst>
</p:sldLayout>
</file>

<file path=ppt/slideLayouts/slideLayout191.xml><?xml version="1.0" encoding="utf-8"?>
<p:sldLayout xmlns:a="http://schemas.openxmlformats.org/drawingml/2006/main" xmlns:r="http://schemas.openxmlformats.org/officeDocument/2006/relationships" xmlns:p="http://schemas.openxmlformats.org/presentationml/2006/main" preserve="1" userDrawn="1">
  <p:cSld name="Key message and image division (3)">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1" y="0"/>
            <a:ext cx="7623572" cy="5143500"/>
          </a:xfrm>
          <a:solidFill>
            <a:schemeClr val="bg2"/>
          </a:solidFill>
        </p:spPr>
        <p:txBody>
          <a:bodyPr tIns="1080000" anchor="ctr" anchorCtr="0"/>
          <a:lstStyle>
            <a:lvl1pPr marL="0" indent="0" algn="ctr">
              <a:spcBef>
                <a:spcPts val="0"/>
              </a:spcBef>
              <a:spcAft>
                <a:spcPts val="0"/>
              </a:spcAft>
              <a:buFontTx/>
              <a:buNone/>
              <a:tabLst/>
              <a:defRPr sz="900" b="0">
                <a:solidFill>
                  <a:schemeClr val="bg1"/>
                </a:solidFill>
              </a:defRPr>
            </a:lvl1pPr>
            <a:lvl2pPr marL="0" indent="0" algn="ctr">
              <a:spcBef>
                <a:spcPts val="0"/>
              </a:spcBef>
              <a:spcAft>
                <a:spcPts val="0"/>
              </a:spcAft>
              <a:buFontTx/>
              <a:buNone/>
              <a:tabLst/>
              <a:defRPr sz="900" b="0"/>
            </a:lvl2pPr>
            <a:lvl3pPr marL="0" indent="0" algn="ctr">
              <a:spcBef>
                <a:spcPts val="0"/>
              </a:spcBef>
              <a:spcAft>
                <a:spcPts val="0"/>
              </a:spcAft>
              <a:buFontTx/>
              <a:buNone/>
              <a:tabLst/>
              <a:defRPr sz="900" b="0"/>
            </a:lvl3pPr>
            <a:lvl4pPr marL="0" indent="0" algn="ctr">
              <a:spcBef>
                <a:spcPts val="0"/>
              </a:spcBef>
              <a:spcAft>
                <a:spcPts val="0"/>
              </a:spcAft>
              <a:buFontTx/>
              <a:buNone/>
              <a:tabLst/>
              <a:defRPr sz="900" b="0"/>
            </a:lvl4pPr>
            <a:lvl5pPr marL="0" indent="0" algn="ctr">
              <a:spcBef>
                <a:spcPts val="0"/>
              </a:spcBef>
              <a:spcAft>
                <a:spcPts val="0"/>
              </a:spcAft>
              <a:buFontTx/>
              <a:buNone/>
              <a:tabLst/>
              <a:defRPr sz="900" b="0"/>
            </a:lvl5pPr>
            <a:lvl6pPr marL="0" indent="0" algn="ctr">
              <a:spcBef>
                <a:spcPts val="0"/>
              </a:spcBef>
              <a:spcAft>
                <a:spcPts val="0"/>
              </a:spcAft>
              <a:buFontTx/>
              <a:buNone/>
              <a:tabLst/>
              <a:defRPr sz="900" b="0"/>
            </a:lvl6pPr>
            <a:lvl7pPr marL="0" indent="0" algn="ctr">
              <a:spcBef>
                <a:spcPts val="0"/>
              </a:spcBef>
              <a:spcAft>
                <a:spcPts val="0"/>
              </a:spcAft>
              <a:buFontTx/>
              <a:buNone/>
              <a:tabLst/>
              <a:defRPr sz="900" b="0"/>
            </a:lvl7pPr>
            <a:lvl8pPr marL="0" indent="0" algn="ctr">
              <a:spcBef>
                <a:spcPts val="0"/>
              </a:spcBef>
              <a:spcAft>
                <a:spcPts val="0"/>
              </a:spcAft>
              <a:buFontTx/>
              <a:buNone/>
              <a:tabLst/>
              <a:defRPr sz="900" b="0"/>
            </a:lvl8pPr>
            <a:lvl9pPr marL="0" indent="0" algn="ctr">
              <a:spcBef>
                <a:spcPts val="0"/>
              </a:spcBef>
              <a:spcAft>
                <a:spcPts val="0"/>
              </a:spcAft>
              <a:buFontTx/>
              <a:buNone/>
              <a:tabLst/>
              <a:defRPr sz="900" b="0"/>
            </a:lvl9pPr>
          </a:lstStyle>
          <a:p>
            <a:r>
              <a:rPr lang="en-US"/>
              <a:t>Bild hinzufügen per </a:t>
            </a:r>
            <a:br>
              <a:rPr lang="en-US"/>
            </a:br>
            <a:r>
              <a:rPr lang="en-US"/>
              <a:t>Klick auf das Symbol</a:t>
            </a:r>
          </a:p>
        </p:txBody>
      </p:sp>
      <p:sp>
        <p:nvSpPr>
          <p:cNvPr id="12" name="Bildplatzhalter 10">
            <a:extLst>
              <a:ext uri="{FF2B5EF4-FFF2-40B4-BE49-F238E27FC236}">
                <a16:creationId xmlns:a16="http://schemas.microsoft.com/office/drawing/2014/main" id="{7A533ABC-C52E-DA13-A669-D0BEA88A8E1A}"/>
              </a:ext>
            </a:extLst>
          </p:cNvPr>
          <p:cNvSpPr>
            <a:spLocks noGrp="1"/>
          </p:cNvSpPr>
          <p:nvPr>
            <p:ph type="pic" sz="quarter" idx="21" hasCustomPrompt="1"/>
          </p:nvPr>
        </p:nvSpPr>
        <p:spPr bwMode="ltGray">
          <a:xfrm>
            <a:off x="7623572" y="0"/>
            <a:ext cx="1520427" cy="5143500"/>
          </a:xfrm>
          <a:solidFill>
            <a:schemeClr val="bg2"/>
          </a:solidFill>
        </p:spPr>
        <p:txBody>
          <a:bodyPr tIns="720000" anchor="ctr" anchorCtr="0"/>
          <a:lstStyle>
            <a:lvl1pPr marL="0" indent="0" algn="ctr">
              <a:spcBef>
                <a:spcPts val="0"/>
              </a:spcBef>
              <a:spcAft>
                <a:spcPts val="0"/>
              </a:spcAft>
              <a:buFontTx/>
              <a:buNone/>
              <a:tabLst/>
              <a:defRPr sz="900" b="0">
                <a:solidFill>
                  <a:schemeClr val="bg1"/>
                </a:solidFill>
              </a:defRPr>
            </a:lvl1pPr>
            <a:lvl2pPr marL="0" indent="0" algn="ctr">
              <a:spcBef>
                <a:spcPts val="0"/>
              </a:spcBef>
              <a:spcAft>
                <a:spcPts val="0"/>
              </a:spcAft>
              <a:buFontTx/>
              <a:buNone/>
              <a:tabLst/>
              <a:defRPr sz="900" b="0">
                <a:solidFill>
                  <a:schemeClr val="bg1"/>
                </a:solidFill>
              </a:defRPr>
            </a:lvl2pPr>
            <a:lvl3pPr marL="0" indent="0" algn="ctr">
              <a:spcBef>
                <a:spcPts val="0"/>
              </a:spcBef>
              <a:spcAft>
                <a:spcPts val="0"/>
              </a:spcAft>
              <a:buFontTx/>
              <a:buNone/>
              <a:tabLst/>
              <a:defRPr sz="900" b="0">
                <a:solidFill>
                  <a:schemeClr val="bg1"/>
                </a:solidFill>
              </a:defRPr>
            </a:lvl3pPr>
            <a:lvl4pPr marL="0" indent="0" algn="ctr">
              <a:spcBef>
                <a:spcPts val="0"/>
              </a:spcBef>
              <a:spcAft>
                <a:spcPts val="0"/>
              </a:spcAft>
              <a:buFontTx/>
              <a:buNone/>
              <a:tabLst/>
              <a:defRPr sz="900" b="0">
                <a:solidFill>
                  <a:schemeClr val="bg1"/>
                </a:solidFill>
              </a:defRPr>
            </a:lvl4pPr>
            <a:lvl5pPr marL="0" indent="0" algn="ctr">
              <a:spcBef>
                <a:spcPts val="0"/>
              </a:spcBef>
              <a:spcAft>
                <a:spcPts val="0"/>
              </a:spcAft>
              <a:buFontTx/>
              <a:buNone/>
              <a:tabLst/>
              <a:defRPr sz="900" b="0">
                <a:solidFill>
                  <a:schemeClr val="bg1"/>
                </a:solidFill>
              </a:defRPr>
            </a:lvl5pPr>
            <a:lvl6pPr marL="0" indent="0" algn="ctr">
              <a:spcBef>
                <a:spcPts val="0"/>
              </a:spcBef>
              <a:spcAft>
                <a:spcPts val="0"/>
              </a:spcAft>
              <a:buFontTx/>
              <a:buNone/>
              <a:tabLst/>
              <a:defRPr sz="900" b="0">
                <a:solidFill>
                  <a:schemeClr val="bg1"/>
                </a:solidFill>
              </a:defRPr>
            </a:lvl6pPr>
            <a:lvl7pPr marL="0" indent="0" algn="ctr">
              <a:spcBef>
                <a:spcPts val="0"/>
              </a:spcBef>
              <a:spcAft>
                <a:spcPts val="0"/>
              </a:spcAft>
              <a:buFontTx/>
              <a:buNone/>
              <a:tabLst/>
              <a:defRPr sz="900" b="0">
                <a:solidFill>
                  <a:schemeClr val="bg1"/>
                </a:solidFill>
              </a:defRPr>
            </a:lvl7pPr>
            <a:lvl8pPr marL="0" indent="0" algn="ctr">
              <a:spcBef>
                <a:spcPts val="0"/>
              </a:spcBef>
              <a:spcAft>
                <a:spcPts val="0"/>
              </a:spcAft>
              <a:buFontTx/>
              <a:buNone/>
              <a:tabLst/>
              <a:defRPr sz="900" b="0">
                <a:solidFill>
                  <a:schemeClr val="bg1"/>
                </a:solidFill>
              </a:defRPr>
            </a:lvl8pPr>
            <a:lvl9pPr marL="0" indent="0" algn="ctr">
              <a:spcBef>
                <a:spcPts val="0"/>
              </a:spcBef>
              <a:spcAft>
                <a:spcPts val="0"/>
              </a:spcAft>
              <a:buFontTx/>
              <a:buNone/>
              <a:tabLst/>
              <a:defRPr sz="9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359568" y="1059656"/>
            <a:ext cx="7047310" cy="3294000"/>
          </a:xfrm>
        </p:spPr>
        <p:txBody>
          <a:bodyPr/>
          <a:lstStyle>
            <a:lvl1pPr marL="0" indent="0">
              <a:lnSpc>
                <a:spcPct val="120000"/>
              </a:lnSpc>
              <a:spcAft>
                <a:spcPts val="0"/>
              </a:spcAft>
              <a:buNone/>
              <a:defRPr sz="2400" b="1">
                <a:solidFill>
                  <a:schemeClr val="bg1"/>
                </a:solidFill>
                <a:latin typeface="+mj-lt"/>
              </a:defRPr>
            </a:lvl1pPr>
            <a:lvl2pPr marL="0" indent="0">
              <a:lnSpc>
                <a:spcPct val="120000"/>
              </a:lnSpc>
              <a:spcAft>
                <a:spcPts val="0"/>
              </a:spcAft>
              <a:buNone/>
              <a:defRPr sz="2400" b="1">
                <a:solidFill>
                  <a:schemeClr val="tx2"/>
                </a:solidFill>
                <a:latin typeface="+mj-lt"/>
              </a:defRPr>
            </a:lvl2pPr>
            <a:lvl3pPr marL="0" indent="0">
              <a:lnSpc>
                <a:spcPct val="120000"/>
              </a:lnSpc>
              <a:spcAft>
                <a:spcPts val="0"/>
              </a:spcAft>
              <a:buNone/>
              <a:defRPr sz="2400" b="1">
                <a:solidFill>
                  <a:schemeClr val="tx2"/>
                </a:solidFill>
                <a:latin typeface="+mj-lt"/>
              </a:defRPr>
            </a:lvl3pPr>
            <a:lvl4pPr marL="0" indent="0">
              <a:lnSpc>
                <a:spcPct val="120000"/>
              </a:lnSpc>
              <a:spcAft>
                <a:spcPts val="0"/>
              </a:spcAft>
              <a:buNone/>
              <a:defRPr sz="2400" b="1">
                <a:solidFill>
                  <a:schemeClr val="tx2"/>
                </a:solidFill>
                <a:latin typeface="+mj-lt"/>
              </a:defRPr>
            </a:lvl4pPr>
            <a:lvl5pPr marL="0" indent="0">
              <a:lnSpc>
                <a:spcPct val="120000"/>
              </a:lnSpc>
              <a:spcAft>
                <a:spcPts val="0"/>
              </a:spcAft>
              <a:buNone/>
              <a:defRPr sz="2400" b="1">
                <a:solidFill>
                  <a:schemeClr val="tx2"/>
                </a:solidFill>
                <a:latin typeface="+mj-lt"/>
              </a:defRPr>
            </a:lvl5pPr>
            <a:lvl6pPr marL="0" indent="0">
              <a:lnSpc>
                <a:spcPct val="120000"/>
              </a:lnSpc>
              <a:spcAft>
                <a:spcPts val="0"/>
              </a:spcAft>
              <a:buNone/>
              <a:defRPr sz="2400" b="1">
                <a:solidFill>
                  <a:schemeClr val="tx2"/>
                </a:solidFill>
                <a:latin typeface="+mj-lt"/>
              </a:defRPr>
            </a:lvl6pPr>
            <a:lvl7pPr marL="0" indent="0">
              <a:lnSpc>
                <a:spcPct val="120000"/>
              </a:lnSpc>
              <a:spcAft>
                <a:spcPts val="0"/>
              </a:spcAft>
              <a:buNone/>
              <a:defRPr sz="2400" b="1">
                <a:solidFill>
                  <a:schemeClr val="tx2"/>
                </a:solidFill>
                <a:latin typeface="+mj-lt"/>
              </a:defRPr>
            </a:lvl7pPr>
            <a:lvl8pPr marL="0" indent="0">
              <a:lnSpc>
                <a:spcPct val="120000"/>
              </a:lnSpc>
              <a:spcAft>
                <a:spcPts val="0"/>
              </a:spcAft>
              <a:buNone/>
              <a:defRPr sz="2400" b="1">
                <a:solidFill>
                  <a:schemeClr val="tx2"/>
                </a:solidFill>
                <a:latin typeface="+mj-lt"/>
              </a:defRPr>
            </a:lvl8pPr>
            <a:lvl9pPr marL="0" indent="0">
              <a:lnSpc>
                <a:spcPct val="120000"/>
              </a:lnSpc>
              <a:spcAft>
                <a:spcPts val="0"/>
              </a:spcAft>
              <a:buNone/>
              <a:defRPr sz="24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360000" y="4353960"/>
            <a:ext cx="7047000" cy="108000"/>
          </a:xfrm>
        </p:spPr>
        <p:txBody>
          <a:bodyPr anchor="b"/>
          <a:lstStyle>
            <a:lvl1pPr marL="0" indent="0">
              <a:lnSpc>
                <a:spcPct val="100000"/>
              </a:lnSpc>
              <a:spcBef>
                <a:spcPts val="0"/>
              </a:spcBef>
              <a:spcAft>
                <a:spcPts val="0"/>
              </a:spcAft>
              <a:buFont typeface="Arial" panose="020B0604020202020204" pitchFamily="34" charset="0"/>
              <a:buNone/>
              <a:defRPr sz="600" b="0">
                <a:solidFill>
                  <a:schemeClr val="bg1"/>
                </a:solidFill>
              </a:defRPr>
            </a:lvl1pPr>
            <a:lvl2pPr marL="0" indent="0">
              <a:lnSpc>
                <a:spcPct val="100000"/>
              </a:lnSpc>
              <a:spcBef>
                <a:spcPts val="0"/>
              </a:spcBef>
              <a:spcAft>
                <a:spcPts val="0"/>
              </a:spcAft>
              <a:buFont typeface="Arial" panose="020B0604020202020204" pitchFamily="34" charset="0"/>
              <a:buNone/>
              <a:defRPr sz="600" b="0">
                <a:solidFill>
                  <a:schemeClr val="bg1"/>
                </a:solidFill>
              </a:defRPr>
            </a:lvl2pPr>
            <a:lvl3pPr marL="0" indent="0">
              <a:lnSpc>
                <a:spcPct val="100000"/>
              </a:lnSpc>
              <a:spcBef>
                <a:spcPts val="0"/>
              </a:spcBef>
              <a:spcAft>
                <a:spcPts val="0"/>
              </a:spcAft>
              <a:buNone/>
              <a:defRPr sz="600" b="0">
                <a:solidFill>
                  <a:schemeClr val="bg1"/>
                </a:solidFill>
              </a:defRPr>
            </a:lvl3pPr>
            <a:lvl4pPr marL="0" indent="0">
              <a:lnSpc>
                <a:spcPct val="100000"/>
              </a:lnSpc>
              <a:spcBef>
                <a:spcPts val="0"/>
              </a:spcBef>
              <a:spcAft>
                <a:spcPts val="0"/>
              </a:spcAft>
              <a:buNone/>
              <a:defRPr sz="600" b="0">
                <a:solidFill>
                  <a:schemeClr val="bg1"/>
                </a:solidFill>
              </a:defRPr>
            </a:lvl4pPr>
            <a:lvl5pPr marL="0" indent="0">
              <a:lnSpc>
                <a:spcPct val="100000"/>
              </a:lnSpc>
              <a:spcBef>
                <a:spcPts val="0"/>
              </a:spcBef>
              <a:spcAft>
                <a:spcPts val="0"/>
              </a:spcAft>
              <a:buNone/>
              <a:defRPr sz="600" b="0">
                <a:solidFill>
                  <a:schemeClr val="bg1"/>
                </a:solidFill>
              </a:defRPr>
            </a:lvl5pPr>
            <a:lvl6pPr marL="0" indent="0">
              <a:lnSpc>
                <a:spcPct val="100000"/>
              </a:lnSpc>
              <a:spcBef>
                <a:spcPts val="0"/>
              </a:spcBef>
              <a:spcAft>
                <a:spcPts val="0"/>
              </a:spcAft>
              <a:buNone/>
              <a:defRPr sz="600" b="0">
                <a:solidFill>
                  <a:schemeClr val="bg1"/>
                </a:solidFill>
              </a:defRPr>
            </a:lvl6pPr>
            <a:lvl7pPr marL="0" indent="0">
              <a:lnSpc>
                <a:spcPct val="100000"/>
              </a:lnSpc>
              <a:spcBef>
                <a:spcPts val="0"/>
              </a:spcBef>
              <a:spcAft>
                <a:spcPts val="0"/>
              </a:spcAft>
              <a:buNone/>
              <a:defRPr sz="600" b="0">
                <a:solidFill>
                  <a:schemeClr val="bg1"/>
                </a:solidFill>
              </a:defRPr>
            </a:lvl7pPr>
            <a:lvl8pPr marL="0" indent="0">
              <a:lnSpc>
                <a:spcPct val="100000"/>
              </a:lnSpc>
              <a:spcBef>
                <a:spcPts val="0"/>
              </a:spcBef>
              <a:spcAft>
                <a:spcPts val="0"/>
              </a:spcAft>
              <a:buNone/>
              <a:defRPr sz="600" b="0">
                <a:solidFill>
                  <a:schemeClr val="bg1"/>
                </a:solidFill>
              </a:defRPr>
            </a:lvl8pPr>
            <a:lvl9pPr marL="0" indent="0">
              <a:lnSpc>
                <a:spcPct val="100000"/>
              </a:lnSpc>
              <a:spcBef>
                <a:spcPts val="0"/>
              </a:spcBef>
              <a:spcAft>
                <a:spcPts val="0"/>
              </a:spcAft>
              <a:buNone/>
              <a:defRPr sz="600" b="0">
                <a:solidFill>
                  <a:schemeClr val="bg1"/>
                </a:solidFill>
              </a:defRPr>
            </a:lvl9pPr>
          </a:lstStyle>
          <a:p>
            <a:pPr lvl="0"/>
            <a:r>
              <a:rPr lang="en-US"/>
              <a:t>Footnote/Source</a:t>
            </a:r>
          </a:p>
        </p:txBody>
      </p:sp>
      <p:sp>
        <p:nvSpPr>
          <p:cNvPr id="14" name="Foliennummernplatzhalter 13">
            <a:extLst>
              <a:ext uri="{FF2B5EF4-FFF2-40B4-BE49-F238E27FC236}">
                <a16:creationId xmlns:a16="http://schemas.microsoft.com/office/drawing/2014/main" id="{45F3464A-9797-B24C-824F-1ACC52EFDC22}"/>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3" name="Fußzeilenplatzhalter 2">
            <a:extLst>
              <a:ext uri="{FF2B5EF4-FFF2-40B4-BE49-F238E27FC236}">
                <a16:creationId xmlns:a16="http://schemas.microsoft.com/office/drawing/2014/main" id="{60A36999-AA89-78BB-997C-93DA7D5BAB15}"/>
              </a:ext>
            </a:extLst>
          </p:cNvPr>
          <p:cNvSpPr>
            <a:spLocks noGrp="1"/>
          </p:cNvSpPr>
          <p:nvPr>
            <p:ph type="ftr" sz="quarter" idx="31"/>
          </p:nvPr>
        </p:nvSpPr>
        <p:spPr bwMode="gray"/>
        <p:txBody>
          <a:bodyPr/>
          <a:lstStyle>
            <a:lvl1pPr>
              <a:defRPr>
                <a:solidFill>
                  <a:schemeClr val="bg1"/>
                </a:solidFill>
              </a:defRPr>
            </a:lvl1pPr>
          </a:lstStyle>
          <a:p>
            <a:r>
              <a:rPr lang="en-US"/>
              <a:t>Presentation title    |    ONLY FOR INTERNAL USE</a:t>
            </a:r>
          </a:p>
        </p:txBody>
      </p:sp>
      <p:sp>
        <p:nvSpPr>
          <p:cNvPr id="2" name="Text Placeholder 8">
            <a:extLst>
              <a:ext uri="{FF2B5EF4-FFF2-40B4-BE49-F238E27FC236}">
                <a16:creationId xmlns:a16="http://schemas.microsoft.com/office/drawing/2014/main" id="{65A201DE-2CBA-3A2F-BCAF-2D18E1438B20}"/>
              </a:ext>
            </a:extLst>
          </p:cNvPr>
          <p:cNvSpPr>
            <a:spLocks noGrp="1"/>
          </p:cNvSpPr>
          <p:nvPr>
            <p:ph type="body" sz="quarter" idx="32"/>
          </p:nvPr>
        </p:nvSpPr>
        <p:spPr bwMode="gray">
          <a:xfrm>
            <a:off x="359568" y="4625100"/>
            <a:ext cx="926100" cy="2808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150">
                <a:noFill/>
              </a:defRPr>
            </a:lvl1pPr>
            <a:lvl2pPr marL="0" indent="0">
              <a:lnSpc>
                <a:spcPct val="100000"/>
              </a:lnSpc>
              <a:spcAft>
                <a:spcPts val="0"/>
              </a:spcAft>
              <a:buFontTx/>
              <a:buNone/>
              <a:defRPr sz="150">
                <a:noFill/>
              </a:defRPr>
            </a:lvl2pPr>
            <a:lvl3pPr marL="0" indent="0">
              <a:lnSpc>
                <a:spcPct val="100000"/>
              </a:lnSpc>
              <a:spcAft>
                <a:spcPts val="0"/>
              </a:spcAft>
              <a:buFontTx/>
              <a:buNone/>
              <a:defRPr sz="150">
                <a:noFill/>
              </a:defRPr>
            </a:lvl3pPr>
            <a:lvl4pPr marL="0" indent="0">
              <a:lnSpc>
                <a:spcPct val="100000"/>
              </a:lnSpc>
              <a:spcAft>
                <a:spcPts val="0"/>
              </a:spcAft>
              <a:buFontTx/>
              <a:buNone/>
              <a:defRPr sz="150">
                <a:noFill/>
              </a:defRPr>
            </a:lvl4pPr>
            <a:lvl5pPr marL="0" indent="0">
              <a:lnSpc>
                <a:spcPct val="100000"/>
              </a:lnSpc>
              <a:spcAft>
                <a:spcPts val="0"/>
              </a:spcAft>
              <a:buFontTx/>
              <a:buNone/>
              <a:defRPr sz="15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4BAE589A-359B-E6DB-622E-EAE04CAF348C}"/>
              </a:ext>
              <a:ext uri="{C183D7F6-B498-43B3-948B-1728B52AA6E4}">
                <adec:decorative xmlns:adec="http://schemas.microsoft.com/office/drawing/2017/decorative" val="1"/>
              </a:ext>
            </a:extLst>
          </p:cNvPr>
          <p:cNvGrpSpPr/>
          <p:nvPr userDrawn="1"/>
        </p:nvGrpSpPr>
        <p:grpSpPr bwMode="gray">
          <a:xfrm>
            <a:off x="-1422666" y="0"/>
            <a:ext cx="1286309" cy="2808312"/>
            <a:chOff x="-1824880" y="2708920"/>
            <a:chExt cx="1715078" cy="3744416"/>
          </a:xfrm>
        </p:grpSpPr>
        <p:sp>
          <p:nvSpPr>
            <p:cNvPr id="18" name="TextBox 17">
              <a:extLst>
                <a:ext uri="{FF2B5EF4-FFF2-40B4-BE49-F238E27FC236}">
                  <a16:creationId xmlns:a16="http://schemas.microsoft.com/office/drawing/2014/main" id="{29600E54-4002-6509-4582-0EDEEBDAB63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450"/>
                </a:spcAft>
              </a:pPr>
              <a:r>
                <a:rPr lang="en-US" sz="825" b="1">
                  <a:solidFill>
                    <a:schemeClr val="tx1"/>
                  </a:solidFill>
                  <a:effectLst/>
                  <a:latin typeface="+mj-lt"/>
                </a:rPr>
                <a:t>To insert a picture:</a:t>
              </a:r>
            </a:p>
            <a:p>
              <a:pPr marL="107997" indent="-107997">
                <a:lnSpc>
                  <a:spcPct val="120000"/>
                </a:lnSpc>
                <a:spcAft>
                  <a:spcPts val="450"/>
                </a:spcAft>
                <a:buFont typeface="+mj-lt"/>
                <a:buAutoNum type="arabicPeriod"/>
              </a:pPr>
              <a:r>
                <a:rPr lang="en-US" sz="675">
                  <a:solidFill>
                    <a:schemeClr val="tx1"/>
                  </a:solidFill>
                  <a:effectLst/>
                  <a:latin typeface="+mn-lt"/>
                </a:rPr>
                <a:t>Click on the placeholder for pictures</a:t>
              </a:r>
            </a:p>
            <a:p>
              <a:pPr marL="107997" indent="-107997">
                <a:lnSpc>
                  <a:spcPct val="120000"/>
                </a:lnSpc>
                <a:spcAft>
                  <a:spcPts val="450"/>
                </a:spcAft>
                <a:buFont typeface="+mj-lt"/>
                <a:buAutoNum type="arabicPeriod"/>
              </a:pPr>
              <a:r>
                <a:rPr lang="en-US" sz="675">
                  <a:solidFill>
                    <a:schemeClr val="tx1"/>
                  </a:solidFill>
                  <a:effectLst/>
                  <a:latin typeface="+mn-lt"/>
                </a:rPr>
                <a:t>Open the menu “Insert”</a:t>
              </a:r>
            </a:p>
            <a:p>
              <a:pPr marL="107997" indent="-107997">
                <a:lnSpc>
                  <a:spcPct val="120000"/>
                </a:lnSpc>
                <a:spcAft>
                  <a:spcPts val="450"/>
                </a:spcAft>
                <a:buFont typeface="+mj-lt"/>
                <a:buAutoNum type="arabicPeriod"/>
              </a:pPr>
              <a:r>
                <a:rPr lang="en-US" sz="675">
                  <a:solidFill>
                    <a:schemeClr val="tx1"/>
                  </a:solidFill>
                  <a:effectLst/>
                  <a:latin typeface="+mn-lt"/>
                </a:rPr>
                <a:t>Choose “Pictures” and then the corresponding source where the image is located</a:t>
              </a:r>
              <a:endParaRPr lang="en-US" sz="675">
                <a:solidFill>
                  <a:schemeClr val="tx1"/>
                </a:solidFill>
                <a:latin typeface="+mn-lt"/>
              </a:endParaRPr>
            </a:p>
          </p:txBody>
        </p:sp>
        <p:pic>
          <p:nvPicPr>
            <p:cNvPr id="19" name="Picture 18">
              <a:extLst>
                <a:ext uri="{FF2B5EF4-FFF2-40B4-BE49-F238E27FC236}">
                  <a16:creationId xmlns:a16="http://schemas.microsoft.com/office/drawing/2014/main" id="{32624874-21BE-DEEA-091D-A0656CFC21F1}"/>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AC724CB1-D70D-E3FD-69B6-E6671D0AC023}"/>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07997" indent="-107997">
                <a:spcAft>
                  <a:spcPts val="450"/>
                </a:spcAft>
                <a:buFont typeface="+mj-lt"/>
                <a:buAutoNum type="arabicPeriod" startAt="4"/>
              </a:pPr>
              <a:r>
                <a:rPr lang="en-US" sz="675">
                  <a:solidFill>
                    <a:schemeClr val="tx1"/>
                  </a:solidFill>
                  <a:effectLst/>
                  <a:latin typeface="+mn-lt"/>
                </a:rPr>
                <a:t>Now the image has </a:t>
              </a:r>
              <a:br>
                <a:rPr lang="en-US" sz="675">
                  <a:solidFill>
                    <a:schemeClr val="tx1"/>
                  </a:solidFill>
                  <a:effectLst/>
                  <a:latin typeface="+mn-lt"/>
                </a:rPr>
              </a:br>
              <a:r>
                <a:rPr lang="en-US" sz="675">
                  <a:solidFill>
                    <a:schemeClr val="tx1"/>
                  </a:solidFill>
                  <a:effectLst/>
                  <a:latin typeface="+mn-lt"/>
                </a:rPr>
                <a:t>been loaded into the </a:t>
              </a:r>
              <a:br>
                <a:rPr lang="en-US" sz="675">
                  <a:solidFill>
                    <a:schemeClr val="tx1"/>
                  </a:solidFill>
                  <a:effectLst/>
                  <a:latin typeface="+mn-lt"/>
                </a:rPr>
              </a:br>
              <a:r>
                <a:rPr lang="en-US" sz="675">
                  <a:solidFill>
                    <a:schemeClr val="tx1"/>
                  </a:solidFill>
                  <a:effectLst/>
                  <a:latin typeface="+mn-lt"/>
                </a:rPr>
                <a:t>placeholder.</a:t>
              </a:r>
              <a:endParaRPr lang="en-US" sz="675">
                <a:solidFill>
                  <a:schemeClr val="tx1"/>
                </a:solidFill>
                <a:latin typeface="+mn-lt"/>
              </a:endParaRPr>
            </a:p>
          </p:txBody>
        </p:sp>
      </p:grpSp>
      <p:sp>
        <p:nvSpPr>
          <p:cNvPr id="5" name="Arrow: Pentagon 6">
            <a:extLst>
              <a:ext uri="{FF2B5EF4-FFF2-40B4-BE49-F238E27FC236}">
                <a16:creationId xmlns:a16="http://schemas.microsoft.com/office/drawing/2014/main" id="{E400A93E-ECB0-FAFD-59FC-294C05F64D5E}"/>
              </a:ext>
            </a:extLst>
          </p:cNvPr>
          <p:cNvSpPr/>
          <p:nvPr userDrawn="1"/>
        </p:nvSpPr>
        <p:spPr bwMode="gray">
          <a:xfrm flipH="1">
            <a:off x="9162660" y="411510"/>
            <a:ext cx="1242000" cy="324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35000" rtlCol="0" anchor="ctr"/>
          <a:lstStyle/>
          <a:p>
            <a:pPr algn="l">
              <a:lnSpc>
                <a:spcPct val="140000"/>
              </a:lnSpc>
            </a:pPr>
            <a:r>
              <a:rPr lang="en-GB" sz="600" b="1">
                <a:solidFill>
                  <a:srgbClr val="076D7E"/>
                </a:solidFill>
                <a:latin typeface="+mj-lt"/>
              </a:rPr>
              <a:t>This layout requires two pictures in the background</a:t>
            </a:r>
            <a:endParaRPr lang="en-US" sz="600" b="1">
              <a:solidFill>
                <a:srgbClr val="076D7E"/>
              </a:solidFill>
              <a:latin typeface="+mj-lt"/>
            </a:endParaRPr>
          </a:p>
        </p:txBody>
      </p:sp>
    </p:spTree>
    <p:extLst>
      <p:ext uri="{BB962C8B-B14F-4D97-AF65-F5344CB8AC3E}">
        <p14:creationId xmlns:p14="http://schemas.microsoft.com/office/powerpoint/2010/main" val="953052864"/>
      </p:ext>
    </p:extLst>
  </p:cSld>
  <p:clrMapOvr>
    <a:masterClrMapping/>
  </p:clrMapOvr>
  <p:extLst>
    <p:ext uri="{DCECCB84-F9BA-43D5-87BE-67443E8EF086}">
      <p15:sldGuideLst xmlns:p15="http://schemas.microsoft.com/office/powerpoint/2012/main">
        <p15:guide id="1" pos="6221">
          <p15:clr>
            <a:srgbClr val="FBAE40"/>
          </p15:clr>
        </p15:guide>
        <p15:guide id="2" pos="6403">
          <p15:clr>
            <a:srgbClr val="FBAE40"/>
          </p15:clr>
        </p15:guide>
        <p15:guide id="3" orient="horz" pos="1298">
          <p15:clr>
            <a:srgbClr val="FBAE40"/>
          </p15:clr>
        </p15:guide>
      </p15:sldGuideLst>
    </p:ext>
  </p:extLst>
</p:sldLayout>
</file>

<file path=ppt/slideLayouts/slideLayout192.xml><?xml version="1.0" encoding="utf-8"?>
<p:sldLayout xmlns:a="http://schemas.openxmlformats.org/drawingml/2006/main" xmlns:r="http://schemas.openxmlformats.org/officeDocument/2006/relationships" xmlns:p="http://schemas.openxmlformats.org/presentationml/2006/main" preserve="1" userDrawn="1">
  <p:cSld name="Only title">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p:txBody>
          <a:bodyPr/>
          <a:lstStyle>
            <a:lvl1pPr>
              <a:defRPr/>
            </a:lvl1pPr>
          </a:lstStyle>
          <a:p>
            <a:r>
              <a:rPr lang="en-US" err="1"/>
              <a:t>Folientitel</a:t>
            </a:r>
            <a:endParaRPr lang="en-US"/>
          </a:p>
        </p:txBody>
      </p:sp>
      <p:sp>
        <p:nvSpPr>
          <p:cNvPr id="11" name="Textplatzhalter 7">
            <a:extLst>
              <a:ext uri="{FF2B5EF4-FFF2-40B4-BE49-F238E27FC236}">
                <a16:creationId xmlns:a16="http://schemas.microsoft.com/office/drawing/2014/main" id="{87DC9DBC-428C-0141-1449-618275A50D20}"/>
              </a:ext>
            </a:extLst>
          </p:cNvPr>
          <p:cNvSpPr>
            <a:spLocks noGrp="1"/>
          </p:cNvSpPr>
          <p:nvPr>
            <p:ph type="body" sz="quarter" idx="13" hasCustomPrompt="1"/>
          </p:nvPr>
        </p:nvSpPr>
        <p:spPr bwMode="gray">
          <a:xfrm>
            <a:off x="359999" y="4353960"/>
            <a:ext cx="8424000" cy="108000"/>
          </a:xfrm>
        </p:spPr>
        <p:txBody>
          <a:bodyPr anchor="b"/>
          <a:lstStyle>
            <a:lvl1pPr marL="0" indent="0">
              <a:lnSpc>
                <a:spcPct val="100000"/>
              </a:lnSpc>
              <a:spcBef>
                <a:spcPts val="0"/>
              </a:spcBef>
              <a:spcAft>
                <a:spcPts val="0"/>
              </a:spcAft>
              <a:buFont typeface="Arial" panose="020B0604020202020204" pitchFamily="34" charset="0"/>
              <a:buNone/>
              <a:defRPr sz="600" b="0"/>
            </a:lvl1pPr>
            <a:lvl2pPr marL="0" indent="0">
              <a:lnSpc>
                <a:spcPct val="100000"/>
              </a:lnSpc>
              <a:spcBef>
                <a:spcPts val="0"/>
              </a:spcBef>
              <a:spcAft>
                <a:spcPts val="0"/>
              </a:spcAft>
              <a:buFont typeface="Arial" panose="020B0604020202020204" pitchFamily="34" charset="0"/>
              <a:buNone/>
              <a:defRPr sz="600" b="0"/>
            </a:lvl2pPr>
            <a:lvl3pPr marL="0" indent="0">
              <a:lnSpc>
                <a:spcPct val="100000"/>
              </a:lnSpc>
              <a:spcBef>
                <a:spcPts val="0"/>
              </a:spcBef>
              <a:spcAft>
                <a:spcPts val="0"/>
              </a:spcAft>
              <a:buNone/>
              <a:defRPr sz="600" b="0"/>
            </a:lvl3pPr>
            <a:lvl4pPr marL="0" indent="0">
              <a:lnSpc>
                <a:spcPct val="100000"/>
              </a:lnSpc>
              <a:spcBef>
                <a:spcPts val="0"/>
              </a:spcBef>
              <a:spcAft>
                <a:spcPts val="0"/>
              </a:spcAft>
              <a:buNone/>
              <a:defRPr sz="600" b="0"/>
            </a:lvl4pPr>
            <a:lvl5pPr marL="0" indent="0">
              <a:lnSpc>
                <a:spcPct val="100000"/>
              </a:lnSpc>
              <a:spcBef>
                <a:spcPts val="0"/>
              </a:spcBef>
              <a:spcAft>
                <a:spcPts val="0"/>
              </a:spcAft>
              <a:buNone/>
              <a:defRPr sz="600" b="0"/>
            </a:lvl5pPr>
            <a:lvl6pPr marL="0" indent="0">
              <a:lnSpc>
                <a:spcPct val="100000"/>
              </a:lnSpc>
              <a:spcBef>
                <a:spcPts val="0"/>
              </a:spcBef>
              <a:spcAft>
                <a:spcPts val="0"/>
              </a:spcAft>
              <a:buNone/>
              <a:defRPr sz="600" b="0"/>
            </a:lvl6pPr>
            <a:lvl7pPr marL="0" indent="0">
              <a:lnSpc>
                <a:spcPct val="100000"/>
              </a:lnSpc>
              <a:spcBef>
                <a:spcPts val="0"/>
              </a:spcBef>
              <a:spcAft>
                <a:spcPts val="0"/>
              </a:spcAft>
              <a:buNone/>
              <a:defRPr sz="600" b="0"/>
            </a:lvl7pPr>
            <a:lvl8pPr marL="0" indent="0">
              <a:lnSpc>
                <a:spcPct val="100000"/>
              </a:lnSpc>
              <a:spcBef>
                <a:spcPts val="0"/>
              </a:spcBef>
              <a:spcAft>
                <a:spcPts val="0"/>
              </a:spcAft>
              <a:buNone/>
              <a:defRPr sz="600" b="0"/>
            </a:lvl8pPr>
            <a:lvl9pPr marL="0" indent="0">
              <a:lnSpc>
                <a:spcPct val="100000"/>
              </a:lnSpc>
              <a:spcBef>
                <a:spcPts val="0"/>
              </a:spcBef>
              <a:spcAft>
                <a:spcPts val="0"/>
              </a:spcAft>
              <a:buNone/>
              <a:defRPr sz="600" b="0"/>
            </a:lvl9pPr>
          </a:lstStyle>
          <a:p>
            <a:pPr lvl="0"/>
            <a:r>
              <a:rPr lang="en-US"/>
              <a:t>Footnote/Source</a:t>
            </a:r>
          </a:p>
        </p:txBody>
      </p:sp>
      <p:sp>
        <p:nvSpPr>
          <p:cNvPr id="7" name="Fußzeilenplatzhalter 6">
            <a:extLst>
              <a:ext uri="{FF2B5EF4-FFF2-40B4-BE49-F238E27FC236}">
                <a16:creationId xmlns:a16="http://schemas.microsoft.com/office/drawing/2014/main" id="{AC322F83-D582-6CFE-50EE-9B963E9DAFF2}"/>
              </a:ext>
            </a:extLst>
          </p:cNvPr>
          <p:cNvSpPr>
            <a:spLocks noGrp="1"/>
          </p:cNvSpPr>
          <p:nvPr>
            <p:ph type="ftr" sz="quarter" idx="10"/>
          </p:nvPr>
        </p:nvSpPr>
        <p:spPr bwMode="gray"/>
        <p:txBody>
          <a:bodyPr/>
          <a:lstStyle/>
          <a:p>
            <a:r>
              <a:rPr lang="en-US"/>
              <a:t>Presentation title    |    ONLY FOR INTERNAL USE</a:t>
            </a:r>
          </a:p>
        </p:txBody>
      </p:sp>
      <p:sp>
        <p:nvSpPr>
          <p:cNvPr id="10" name="Foliennummernplatzhalter 9">
            <a:extLst>
              <a:ext uri="{FF2B5EF4-FFF2-40B4-BE49-F238E27FC236}">
                <a16:creationId xmlns:a16="http://schemas.microsoft.com/office/drawing/2014/main" id="{381724B2-BBE4-E79B-167B-326D36AACC52}"/>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1535938262"/>
      </p:ext>
    </p:extLst>
  </p:cSld>
  <p:clrMapOvr>
    <a:masterClrMapping/>
  </p:clrMapOvr>
</p:sldLayout>
</file>

<file path=ppt/slideLayouts/slideLayout193.xml><?xml version="1.0" encoding="utf-8"?>
<p:sldLayout xmlns:a="http://schemas.openxmlformats.org/drawingml/2006/main" xmlns:r="http://schemas.openxmlformats.org/officeDocument/2006/relationships" xmlns:p="http://schemas.openxmlformats.org/presentationml/2006/main" preserve="1" userDrawn="1">
  <p:cSld name="Empty">
    <p:spTree>
      <p:nvGrpSpPr>
        <p:cNvPr id="1" name=""/>
        <p:cNvGrpSpPr/>
        <p:nvPr/>
      </p:nvGrpSpPr>
      <p:grpSpPr>
        <a:xfrm>
          <a:off x="0" y="0"/>
          <a:ext cx="0" cy="0"/>
          <a:chOff x="0" y="0"/>
          <a:chExt cx="0" cy="0"/>
        </a:xfrm>
      </p:grpSpPr>
      <p:sp>
        <p:nvSpPr>
          <p:cNvPr id="9" name="Textplatzhalter 7">
            <a:extLst>
              <a:ext uri="{FF2B5EF4-FFF2-40B4-BE49-F238E27FC236}">
                <a16:creationId xmlns:a16="http://schemas.microsoft.com/office/drawing/2014/main" id="{5B4F68A4-760E-D8DD-FB9B-EEEE9A86D218}"/>
              </a:ext>
            </a:extLst>
          </p:cNvPr>
          <p:cNvSpPr>
            <a:spLocks noGrp="1"/>
          </p:cNvSpPr>
          <p:nvPr>
            <p:ph type="body" sz="quarter" idx="13" hasCustomPrompt="1"/>
          </p:nvPr>
        </p:nvSpPr>
        <p:spPr bwMode="gray">
          <a:xfrm>
            <a:off x="359999" y="4353960"/>
            <a:ext cx="8424000" cy="108000"/>
          </a:xfrm>
        </p:spPr>
        <p:txBody>
          <a:bodyPr anchor="b"/>
          <a:lstStyle>
            <a:lvl1pPr marL="0" indent="0">
              <a:lnSpc>
                <a:spcPct val="100000"/>
              </a:lnSpc>
              <a:spcBef>
                <a:spcPts val="0"/>
              </a:spcBef>
              <a:spcAft>
                <a:spcPts val="0"/>
              </a:spcAft>
              <a:buFont typeface="Arial" panose="020B0604020202020204" pitchFamily="34" charset="0"/>
              <a:buNone/>
              <a:defRPr sz="600" b="0"/>
            </a:lvl1pPr>
            <a:lvl2pPr marL="0" indent="0">
              <a:lnSpc>
                <a:spcPct val="100000"/>
              </a:lnSpc>
              <a:spcBef>
                <a:spcPts val="0"/>
              </a:spcBef>
              <a:spcAft>
                <a:spcPts val="0"/>
              </a:spcAft>
              <a:buFont typeface="Arial" panose="020B0604020202020204" pitchFamily="34" charset="0"/>
              <a:buNone/>
              <a:defRPr sz="600" b="0"/>
            </a:lvl2pPr>
            <a:lvl3pPr marL="0" indent="0">
              <a:lnSpc>
                <a:spcPct val="100000"/>
              </a:lnSpc>
              <a:spcBef>
                <a:spcPts val="0"/>
              </a:spcBef>
              <a:spcAft>
                <a:spcPts val="0"/>
              </a:spcAft>
              <a:buNone/>
              <a:defRPr sz="600" b="0"/>
            </a:lvl3pPr>
            <a:lvl4pPr marL="0" indent="0">
              <a:lnSpc>
                <a:spcPct val="100000"/>
              </a:lnSpc>
              <a:spcBef>
                <a:spcPts val="0"/>
              </a:spcBef>
              <a:spcAft>
                <a:spcPts val="0"/>
              </a:spcAft>
              <a:buNone/>
              <a:defRPr sz="600" b="0"/>
            </a:lvl4pPr>
            <a:lvl5pPr marL="0" indent="0">
              <a:lnSpc>
                <a:spcPct val="100000"/>
              </a:lnSpc>
              <a:spcBef>
                <a:spcPts val="0"/>
              </a:spcBef>
              <a:spcAft>
                <a:spcPts val="0"/>
              </a:spcAft>
              <a:buNone/>
              <a:defRPr sz="600" b="0"/>
            </a:lvl5pPr>
            <a:lvl6pPr marL="0" indent="0">
              <a:lnSpc>
                <a:spcPct val="100000"/>
              </a:lnSpc>
              <a:spcBef>
                <a:spcPts val="0"/>
              </a:spcBef>
              <a:spcAft>
                <a:spcPts val="0"/>
              </a:spcAft>
              <a:buNone/>
              <a:defRPr sz="600" b="0"/>
            </a:lvl6pPr>
            <a:lvl7pPr marL="0" indent="0">
              <a:lnSpc>
                <a:spcPct val="100000"/>
              </a:lnSpc>
              <a:spcBef>
                <a:spcPts val="0"/>
              </a:spcBef>
              <a:spcAft>
                <a:spcPts val="0"/>
              </a:spcAft>
              <a:buNone/>
              <a:defRPr sz="600" b="0"/>
            </a:lvl7pPr>
            <a:lvl8pPr marL="0" indent="0">
              <a:lnSpc>
                <a:spcPct val="100000"/>
              </a:lnSpc>
              <a:spcBef>
                <a:spcPts val="0"/>
              </a:spcBef>
              <a:spcAft>
                <a:spcPts val="0"/>
              </a:spcAft>
              <a:buNone/>
              <a:defRPr sz="600" b="0"/>
            </a:lvl8pPr>
            <a:lvl9pPr marL="0" indent="0">
              <a:lnSpc>
                <a:spcPct val="100000"/>
              </a:lnSpc>
              <a:spcBef>
                <a:spcPts val="0"/>
              </a:spcBef>
              <a:spcAft>
                <a:spcPts val="0"/>
              </a:spcAft>
              <a:buNone/>
              <a:defRPr sz="600" b="0"/>
            </a:lvl9pPr>
          </a:lstStyle>
          <a:p>
            <a:pPr lvl="0"/>
            <a:r>
              <a:rPr lang="en-US"/>
              <a:t>Footnote/Source</a:t>
            </a:r>
          </a:p>
        </p:txBody>
      </p:sp>
      <p:sp>
        <p:nvSpPr>
          <p:cNvPr id="7" name="Fußzeilenplatzhalter 6">
            <a:extLst>
              <a:ext uri="{FF2B5EF4-FFF2-40B4-BE49-F238E27FC236}">
                <a16:creationId xmlns:a16="http://schemas.microsoft.com/office/drawing/2014/main" id="{65A0CC2C-1A22-ACCD-F954-31305506A0DB}"/>
              </a:ext>
            </a:extLst>
          </p:cNvPr>
          <p:cNvSpPr>
            <a:spLocks noGrp="1"/>
          </p:cNvSpPr>
          <p:nvPr>
            <p:ph type="ftr" sz="quarter" idx="10"/>
          </p:nvPr>
        </p:nvSpPr>
        <p:spPr bwMode="gray"/>
        <p:txBody>
          <a:bodyPr/>
          <a:lstStyle/>
          <a:p>
            <a:r>
              <a:rPr lang="en-US"/>
              <a:t>Presentation title    |    ONLY FOR INTERNAL USE</a:t>
            </a:r>
          </a:p>
        </p:txBody>
      </p:sp>
      <p:sp>
        <p:nvSpPr>
          <p:cNvPr id="8" name="Foliennummernplatzhalter 7">
            <a:extLst>
              <a:ext uri="{FF2B5EF4-FFF2-40B4-BE49-F238E27FC236}">
                <a16:creationId xmlns:a16="http://schemas.microsoft.com/office/drawing/2014/main" id="{E7CA049A-FBC2-2652-22F7-C91C418B0F2E}"/>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1571893685"/>
      </p:ext>
    </p:extLst>
  </p:cSld>
  <p:clrMapOvr>
    <a:masterClrMapping/>
  </p:clrMapOvr>
</p:sldLayout>
</file>

<file path=ppt/slideLayouts/slideLayout194.xml><?xml version="1.0" encoding="utf-8"?>
<p:sldLayout xmlns:a="http://schemas.openxmlformats.org/drawingml/2006/main" xmlns:r="http://schemas.openxmlformats.org/officeDocument/2006/relationships" xmlns:p="http://schemas.openxmlformats.org/presentationml/2006/main" preserve="1" userDrawn="1">
  <p:cSld name="Contact">
    <p:bg>
      <p:bgPr>
        <a:solidFill>
          <a:schemeClr val="bg2"/>
        </a:solidFill>
        <a:effectLst/>
      </p:bgPr>
    </p:bg>
    <p:spTree>
      <p:nvGrpSpPr>
        <p:cNvPr id="1" name=""/>
        <p:cNvGrpSpPr/>
        <p:nvPr/>
      </p:nvGrpSpPr>
      <p:grpSpPr>
        <a:xfrm>
          <a:off x="0" y="0"/>
          <a:ext cx="0" cy="0"/>
          <a:chOff x="0" y="0"/>
          <a:chExt cx="0" cy="0"/>
        </a:xfrm>
      </p:grpSpPr>
      <p:sp>
        <p:nvSpPr>
          <p:cNvPr id="13" name="Titel 12">
            <a:extLst>
              <a:ext uri="{FF2B5EF4-FFF2-40B4-BE49-F238E27FC236}">
                <a16:creationId xmlns:a16="http://schemas.microsoft.com/office/drawing/2014/main" id="{DB5A7F3B-7D8D-EFD1-99CB-9BB681ACBDEE}"/>
              </a:ext>
            </a:extLst>
          </p:cNvPr>
          <p:cNvSpPr>
            <a:spLocks noGrp="1"/>
          </p:cNvSpPr>
          <p:nvPr>
            <p:ph type="title" hasCustomPrompt="1"/>
          </p:nvPr>
        </p:nvSpPr>
        <p:spPr bwMode="gray"/>
        <p:txBody>
          <a:bodyPr/>
          <a:lstStyle>
            <a:lvl1pPr>
              <a:defRPr>
                <a:solidFill>
                  <a:schemeClr val="bg1"/>
                </a:solidFill>
              </a:defRPr>
            </a:lvl1pPr>
          </a:lstStyle>
          <a:p>
            <a:r>
              <a:rPr lang="en-US"/>
              <a:t>Add End Message</a:t>
            </a:r>
          </a:p>
        </p:txBody>
      </p:sp>
      <p:sp>
        <p:nvSpPr>
          <p:cNvPr id="5" name="Bildplatzhalter 10">
            <a:extLst>
              <a:ext uri="{FF2B5EF4-FFF2-40B4-BE49-F238E27FC236}">
                <a16:creationId xmlns:a16="http://schemas.microsoft.com/office/drawing/2014/main" id="{ED8B2C2E-F2A3-10EF-4F1B-48E4651D76B7}"/>
              </a:ext>
            </a:extLst>
          </p:cNvPr>
          <p:cNvSpPr>
            <a:spLocks noGrp="1"/>
          </p:cNvSpPr>
          <p:nvPr>
            <p:ph type="pic" sz="quarter" idx="19" hasCustomPrompt="1"/>
          </p:nvPr>
        </p:nvSpPr>
        <p:spPr bwMode="ltGray">
          <a:xfrm>
            <a:off x="2" y="0"/>
            <a:ext cx="9143999" cy="2544366"/>
          </a:xfrm>
          <a:solidFill>
            <a:schemeClr val="bg2"/>
          </a:solidFill>
        </p:spPr>
        <p:txBody>
          <a:bodyPr tIns="720000" anchor="ctr" anchorCtr="0"/>
          <a:lstStyle>
            <a:lvl1pPr marL="0" indent="0" algn="ctr">
              <a:spcBef>
                <a:spcPts val="0"/>
              </a:spcBef>
              <a:spcAft>
                <a:spcPts val="0"/>
              </a:spcAft>
              <a:buFontTx/>
              <a:buNone/>
              <a:tabLst/>
              <a:defRPr sz="900" b="0">
                <a:solidFill>
                  <a:schemeClr val="bg1"/>
                </a:solidFill>
              </a:defRPr>
            </a:lvl1pPr>
            <a:lvl2pPr marL="0" indent="0" algn="ctr">
              <a:spcBef>
                <a:spcPts val="0"/>
              </a:spcBef>
              <a:spcAft>
                <a:spcPts val="0"/>
              </a:spcAft>
              <a:buFontTx/>
              <a:buNone/>
              <a:tabLst/>
              <a:defRPr sz="900" b="0">
                <a:solidFill>
                  <a:schemeClr val="bg1"/>
                </a:solidFill>
              </a:defRPr>
            </a:lvl2pPr>
            <a:lvl3pPr marL="0" indent="0" algn="ctr">
              <a:spcBef>
                <a:spcPts val="0"/>
              </a:spcBef>
              <a:spcAft>
                <a:spcPts val="0"/>
              </a:spcAft>
              <a:buFontTx/>
              <a:buNone/>
              <a:tabLst/>
              <a:defRPr sz="900" b="0"/>
            </a:lvl3pPr>
            <a:lvl4pPr marL="0" indent="0" algn="ctr">
              <a:spcBef>
                <a:spcPts val="0"/>
              </a:spcBef>
              <a:spcAft>
                <a:spcPts val="0"/>
              </a:spcAft>
              <a:buFontTx/>
              <a:buNone/>
              <a:tabLst/>
              <a:defRPr sz="900" b="0"/>
            </a:lvl4pPr>
            <a:lvl5pPr marL="0" indent="0" algn="ctr">
              <a:spcBef>
                <a:spcPts val="0"/>
              </a:spcBef>
              <a:spcAft>
                <a:spcPts val="0"/>
              </a:spcAft>
              <a:buFontTx/>
              <a:buNone/>
              <a:tabLst/>
              <a:defRPr sz="900" b="0">
                <a:solidFill>
                  <a:schemeClr val="bg1"/>
                </a:solidFill>
              </a:defRPr>
            </a:lvl5pPr>
            <a:lvl6pPr marL="0" indent="0" algn="ctr">
              <a:spcBef>
                <a:spcPts val="0"/>
              </a:spcBef>
              <a:spcAft>
                <a:spcPts val="0"/>
              </a:spcAft>
              <a:buFontTx/>
              <a:buNone/>
              <a:tabLst/>
              <a:defRPr sz="900" b="0">
                <a:solidFill>
                  <a:schemeClr val="bg1"/>
                </a:solidFill>
              </a:defRPr>
            </a:lvl6pPr>
            <a:lvl7pPr marL="0" indent="0" algn="ctr">
              <a:spcBef>
                <a:spcPts val="0"/>
              </a:spcBef>
              <a:spcAft>
                <a:spcPts val="0"/>
              </a:spcAft>
              <a:buFontTx/>
              <a:buNone/>
              <a:tabLst/>
              <a:defRPr sz="900" b="0"/>
            </a:lvl7pPr>
            <a:lvl8pPr marL="0" indent="0" algn="ctr">
              <a:spcBef>
                <a:spcPts val="0"/>
              </a:spcBef>
              <a:spcAft>
                <a:spcPts val="0"/>
              </a:spcAft>
              <a:buFontTx/>
              <a:buNone/>
              <a:tabLst/>
              <a:defRPr sz="900" b="0"/>
            </a:lvl8pPr>
            <a:lvl9pPr marL="0" indent="0" algn="ctr">
              <a:spcBef>
                <a:spcPts val="0"/>
              </a:spcBef>
              <a:spcAft>
                <a:spcPts val="0"/>
              </a:spcAft>
              <a:buFontTx/>
              <a:buNone/>
              <a:tabLst/>
              <a:defRPr sz="900" b="0"/>
            </a:lvl9pPr>
          </a:lstStyle>
          <a:p>
            <a:pPr lvl="0"/>
            <a:r>
              <a:rPr lang="en-US"/>
              <a:t>Add picture</a:t>
            </a:r>
          </a:p>
        </p:txBody>
      </p:sp>
      <p:sp>
        <p:nvSpPr>
          <p:cNvPr id="8" name="Textplatzhalter 7"/>
          <p:cNvSpPr>
            <a:spLocks noGrp="1"/>
          </p:cNvSpPr>
          <p:nvPr>
            <p:ph type="body" sz="quarter" idx="10" hasCustomPrompt="1"/>
          </p:nvPr>
        </p:nvSpPr>
        <p:spPr bwMode="gray">
          <a:xfrm>
            <a:off x="359569" y="2679762"/>
            <a:ext cx="4104085" cy="1782000"/>
          </a:xfrm>
        </p:spPr>
        <p:txBody>
          <a:bodyPr anchor="t" anchorCtr="0"/>
          <a:lstStyle>
            <a:lvl1pPr marL="0" indent="0" algn="l">
              <a:spcBef>
                <a:spcPts val="0"/>
              </a:spcBef>
              <a:spcAft>
                <a:spcPts val="450"/>
              </a:spcAft>
              <a:buNone/>
              <a:defRPr sz="1500">
                <a:solidFill>
                  <a:schemeClr val="tx2"/>
                </a:solidFill>
              </a:defRPr>
            </a:lvl1pPr>
            <a:lvl2pPr marL="0" indent="0" algn="l">
              <a:spcBef>
                <a:spcPts val="0"/>
              </a:spcBef>
              <a:spcAft>
                <a:spcPts val="0"/>
              </a:spcAft>
              <a:buFont typeface="Arial" panose="020B0604020202020204" pitchFamily="34" charset="0"/>
              <a:buNone/>
              <a:tabLst>
                <a:tab pos="542912" algn="l"/>
              </a:tabLst>
              <a:defRPr b="1">
                <a:solidFill>
                  <a:schemeClr val="bg1"/>
                </a:solidFill>
              </a:defRPr>
            </a:lvl2pPr>
            <a:lvl3pPr marL="0" indent="0" algn="l">
              <a:spcBef>
                <a:spcPts val="0"/>
              </a:spcBef>
              <a:spcAft>
                <a:spcPts val="900"/>
              </a:spcAft>
              <a:buNone/>
              <a:tabLst>
                <a:tab pos="200020" algn="l"/>
              </a:tabLst>
              <a:defRPr sz="1050">
                <a:solidFill>
                  <a:schemeClr val="bg1"/>
                </a:solidFill>
              </a:defRPr>
            </a:lvl3pPr>
            <a:lvl4pPr marL="0" indent="0" algn="l">
              <a:spcBef>
                <a:spcPts val="0"/>
              </a:spcBef>
              <a:spcAft>
                <a:spcPts val="900"/>
              </a:spcAft>
              <a:buNone/>
              <a:tabLst>
                <a:tab pos="542912" algn="l"/>
              </a:tabLst>
              <a:defRPr sz="1050">
                <a:solidFill>
                  <a:schemeClr val="bg1"/>
                </a:solidFill>
              </a:defRPr>
            </a:lvl4pPr>
            <a:lvl5pPr marL="0" indent="0" algn="l">
              <a:spcBef>
                <a:spcPts val="0"/>
              </a:spcBef>
              <a:spcAft>
                <a:spcPts val="900"/>
              </a:spcAft>
              <a:buNone/>
              <a:tabLst>
                <a:tab pos="542912" algn="l"/>
              </a:tabLst>
              <a:defRPr sz="1050">
                <a:solidFill>
                  <a:schemeClr val="bg1"/>
                </a:solidFill>
              </a:defRPr>
            </a:lvl5pPr>
            <a:lvl6pPr marL="0" indent="0">
              <a:spcBef>
                <a:spcPts val="0"/>
              </a:spcBef>
              <a:spcAft>
                <a:spcPts val="900"/>
              </a:spcAft>
              <a:buNone/>
              <a:tabLst>
                <a:tab pos="542912" algn="l"/>
              </a:tabLst>
              <a:defRPr sz="1050">
                <a:solidFill>
                  <a:schemeClr val="bg1"/>
                </a:solidFill>
              </a:defRPr>
            </a:lvl6pPr>
            <a:lvl7pPr marL="0" indent="0">
              <a:spcBef>
                <a:spcPts val="0"/>
              </a:spcBef>
              <a:spcAft>
                <a:spcPts val="900"/>
              </a:spcAft>
              <a:buNone/>
              <a:tabLst>
                <a:tab pos="542912" algn="l"/>
              </a:tabLst>
              <a:defRPr sz="1050">
                <a:solidFill>
                  <a:schemeClr val="bg1"/>
                </a:solidFill>
              </a:defRPr>
            </a:lvl7pPr>
            <a:lvl8pPr marL="0" indent="0">
              <a:spcBef>
                <a:spcPts val="0"/>
              </a:spcBef>
              <a:spcAft>
                <a:spcPts val="900"/>
              </a:spcAft>
              <a:buNone/>
              <a:tabLst>
                <a:tab pos="542912" algn="l"/>
              </a:tabLst>
              <a:defRPr sz="1050">
                <a:solidFill>
                  <a:schemeClr val="bg1"/>
                </a:solidFill>
              </a:defRPr>
            </a:lvl8pPr>
            <a:lvl9pPr marL="0" indent="0">
              <a:spcBef>
                <a:spcPts val="0"/>
              </a:spcBef>
              <a:spcAft>
                <a:spcPts val="900"/>
              </a:spcAft>
              <a:buNone/>
              <a:tabLst>
                <a:tab pos="542912" algn="l"/>
              </a:tabLst>
              <a:defRPr sz="1050">
                <a:solidFill>
                  <a:schemeClr val="bg1"/>
                </a:solidFill>
              </a:defRPr>
            </a:lvl9pPr>
          </a:lstStyle>
          <a:p>
            <a:pPr lvl="0"/>
            <a:r>
              <a:rPr lang="en-US"/>
              <a:t>Add Name in the first text level, in the second text level function and in the third address. Use the "Increase/ decrease list level" buttons to switch between the set up text levels</a:t>
            </a:r>
          </a:p>
          <a:p>
            <a:pPr lvl="1"/>
            <a:r>
              <a:rPr lang="en-US"/>
              <a:t>Second level</a:t>
            </a:r>
          </a:p>
          <a:p>
            <a:pPr lvl="2"/>
            <a:r>
              <a:rPr lang="en-US"/>
              <a:t>Third level</a:t>
            </a:r>
          </a:p>
        </p:txBody>
      </p:sp>
      <p:sp>
        <p:nvSpPr>
          <p:cNvPr id="11" name="Textplatzhalter 7">
            <a:extLst>
              <a:ext uri="{FF2B5EF4-FFF2-40B4-BE49-F238E27FC236}">
                <a16:creationId xmlns:a16="http://schemas.microsoft.com/office/drawing/2014/main" id="{63EFF41A-2249-B1BB-008D-C93DA85C3703}"/>
              </a:ext>
            </a:extLst>
          </p:cNvPr>
          <p:cNvSpPr>
            <a:spLocks noGrp="1"/>
          </p:cNvSpPr>
          <p:nvPr>
            <p:ph type="body" sz="quarter" idx="15" hasCustomPrompt="1"/>
          </p:nvPr>
        </p:nvSpPr>
        <p:spPr bwMode="gray">
          <a:xfrm>
            <a:off x="4676646" y="2679762"/>
            <a:ext cx="4104085" cy="1782000"/>
          </a:xfrm>
        </p:spPr>
        <p:txBody>
          <a:bodyPr anchor="t" anchorCtr="0"/>
          <a:lstStyle>
            <a:lvl1pPr marL="0" indent="0" algn="l">
              <a:spcBef>
                <a:spcPts val="0"/>
              </a:spcBef>
              <a:spcAft>
                <a:spcPts val="450"/>
              </a:spcAft>
              <a:buNone/>
              <a:defRPr sz="1500">
                <a:solidFill>
                  <a:schemeClr val="tx2"/>
                </a:solidFill>
              </a:defRPr>
            </a:lvl1pPr>
            <a:lvl2pPr marL="0" indent="0" algn="l">
              <a:spcBef>
                <a:spcPts val="0"/>
              </a:spcBef>
              <a:spcAft>
                <a:spcPts val="0"/>
              </a:spcAft>
              <a:buFont typeface="Arial" panose="020B0604020202020204" pitchFamily="34" charset="0"/>
              <a:buNone/>
              <a:tabLst>
                <a:tab pos="542912" algn="l"/>
              </a:tabLst>
              <a:defRPr b="1">
                <a:solidFill>
                  <a:schemeClr val="bg1"/>
                </a:solidFill>
              </a:defRPr>
            </a:lvl2pPr>
            <a:lvl3pPr marL="0" indent="0" algn="l">
              <a:spcBef>
                <a:spcPts val="0"/>
              </a:spcBef>
              <a:spcAft>
                <a:spcPts val="900"/>
              </a:spcAft>
              <a:buNone/>
              <a:tabLst>
                <a:tab pos="200020" algn="l"/>
              </a:tabLst>
              <a:defRPr sz="1050">
                <a:solidFill>
                  <a:schemeClr val="bg1"/>
                </a:solidFill>
              </a:defRPr>
            </a:lvl3pPr>
            <a:lvl4pPr marL="0" indent="0" algn="l">
              <a:spcBef>
                <a:spcPts val="0"/>
              </a:spcBef>
              <a:spcAft>
                <a:spcPts val="900"/>
              </a:spcAft>
              <a:buNone/>
              <a:tabLst>
                <a:tab pos="542912" algn="l"/>
              </a:tabLst>
              <a:defRPr sz="1050">
                <a:solidFill>
                  <a:schemeClr val="bg1"/>
                </a:solidFill>
              </a:defRPr>
            </a:lvl4pPr>
            <a:lvl5pPr marL="0" indent="0" algn="l">
              <a:spcBef>
                <a:spcPts val="0"/>
              </a:spcBef>
              <a:spcAft>
                <a:spcPts val="900"/>
              </a:spcAft>
              <a:buNone/>
              <a:tabLst>
                <a:tab pos="542912" algn="l"/>
              </a:tabLst>
              <a:defRPr sz="1050">
                <a:solidFill>
                  <a:schemeClr val="bg1"/>
                </a:solidFill>
              </a:defRPr>
            </a:lvl5pPr>
            <a:lvl6pPr marL="0" indent="0">
              <a:spcBef>
                <a:spcPts val="0"/>
              </a:spcBef>
              <a:spcAft>
                <a:spcPts val="900"/>
              </a:spcAft>
              <a:buNone/>
              <a:tabLst>
                <a:tab pos="542912" algn="l"/>
              </a:tabLst>
              <a:defRPr sz="1050">
                <a:solidFill>
                  <a:schemeClr val="bg1"/>
                </a:solidFill>
              </a:defRPr>
            </a:lvl6pPr>
            <a:lvl7pPr marL="0" indent="0">
              <a:spcBef>
                <a:spcPts val="0"/>
              </a:spcBef>
              <a:spcAft>
                <a:spcPts val="900"/>
              </a:spcAft>
              <a:buNone/>
              <a:tabLst>
                <a:tab pos="542912" algn="l"/>
              </a:tabLst>
              <a:defRPr sz="1050">
                <a:solidFill>
                  <a:schemeClr val="bg1"/>
                </a:solidFill>
              </a:defRPr>
            </a:lvl7pPr>
            <a:lvl8pPr marL="0" indent="0">
              <a:spcBef>
                <a:spcPts val="0"/>
              </a:spcBef>
              <a:spcAft>
                <a:spcPts val="900"/>
              </a:spcAft>
              <a:buNone/>
              <a:tabLst>
                <a:tab pos="542912" algn="l"/>
              </a:tabLst>
              <a:defRPr sz="1050">
                <a:solidFill>
                  <a:schemeClr val="bg1"/>
                </a:solidFill>
              </a:defRPr>
            </a:lvl8pPr>
            <a:lvl9pPr marL="0" indent="0">
              <a:spcBef>
                <a:spcPts val="0"/>
              </a:spcBef>
              <a:spcAft>
                <a:spcPts val="900"/>
              </a:spcAft>
              <a:buNone/>
              <a:tabLst>
                <a:tab pos="542912" algn="l"/>
              </a:tabLst>
              <a:defRPr sz="1050">
                <a:solidFill>
                  <a:schemeClr val="bg1"/>
                </a:solidFill>
              </a:defRPr>
            </a:lvl9pPr>
          </a:lstStyle>
          <a:p>
            <a:pPr lvl="0"/>
            <a:r>
              <a:rPr lang="en-US"/>
              <a:t>Add Name in the first text level, in the second text level function and in the third address. Use the "Increase/ decrease list level" buttons to switch between the set up text levels</a:t>
            </a:r>
          </a:p>
          <a:p>
            <a:pPr lvl="1"/>
            <a:r>
              <a:rPr lang="en-US"/>
              <a:t>Second level</a:t>
            </a:r>
          </a:p>
          <a:p>
            <a:pPr lvl="2"/>
            <a:r>
              <a:rPr lang="en-US"/>
              <a:t>Third level</a:t>
            </a:r>
          </a:p>
        </p:txBody>
      </p:sp>
      <p:sp>
        <p:nvSpPr>
          <p:cNvPr id="7" name="Fußzeilenplatzhalter 6">
            <a:extLst>
              <a:ext uri="{FF2B5EF4-FFF2-40B4-BE49-F238E27FC236}">
                <a16:creationId xmlns:a16="http://schemas.microsoft.com/office/drawing/2014/main" id="{9D23F8D4-2091-3342-FC66-194C19083D99}"/>
              </a:ext>
            </a:extLst>
          </p:cNvPr>
          <p:cNvSpPr>
            <a:spLocks noGrp="1"/>
          </p:cNvSpPr>
          <p:nvPr>
            <p:ph type="ftr" sz="quarter" idx="21"/>
          </p:nvPr>
        </p:nvSpPr>
        <p:spPr bwMode="gray"/>
        <p:txBody>
          <a:bodyPr/>
          <a:lstStyle>
            <a:lvl1pPr>
              <a:defRPr>
                <a:solidFill>
                  <a:schemeClr val="bg1"/>
                </a:solidFill>
              </a:defRPr>
            </a:lvl1pPr>
          </a:lstStyle>
          <a:p>
            <a:r>
              <a:rPr lang="en-US"/>
              <a:t>Presentation title    |    ONLY FOR INTERNAL USE</a:t>
            </a:r>
          </a:p>
        </p:txBody>
      </p:sp>
      <p:sp>
        <p:nvSpPr>
          <p:cNvPr id="9" name="Foliennummernplatzhalter 8">
            <a:extLst>
              <a:ext uri="{FF2B5EF4-FFF2-40B4-BE49-F238E27FC236}">
                <a16:creationId xmlns:a16="http://schemas.microsoft.com/office/drawing/2014/main" id="{41B27782-384F-041B-A991-2E9D5FCFE582}"/>
              </a:ext>
            </a:extLst>
          </p:cNvPr>
          <p:cNvSpPr>
            <a:spLocks noGrp="1"/>
          </p:cNvSpPr>
          <p:nvPr>
            <p:ph type="sldNum" sz="quarter" idx="22"/>
          </p:nvPr>
        </p:nvSpPr>
        <p:spPr bwMode="gray"/>
        <p:txBody>
          <a:bodyPr/>
          <a:lstStyle>
            <a:lvl1pPr>
              <a:defRPr>
                <a:solidFill>
                  <a:schemeClr val="bg1"/>
                </a:solidFill>
              </a:defRPr>
            </a:lvl1pPr>
          </a:lstStyle>
          <a:p>
            <a:fld id="{DF4E8F9F-5B1F-4F5B-BE49-3245D8C18D9F}" type="slidenum">
              <a:rPr lang="en-US" smtClean="0"/>
              <a:pPr/>
              <a:t>‹#›</a:t>
            </a:fld>
            <a:endParaRPr lang="en-US"/>
          </a:p>
        </p:txBody>
      </p:sp>
      <p:pic>
        <p:nvPicPr>
          <p:cNvPr id="12" name="Grafik 11">
            <a:extLst>
              <a:ext uri="{FF2B5EF4-FFF2-40B4-BE49-F238E27FC236}">
                <a16:creationId xmlns:a16="http://schemas.microsoft.com/office/drawing/2014/main" id="{F2874AFC-74CB-0BE3-BE94-780E6A5A13BB}"/>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359568" y="4623752"/>
            <a:ext cx="926100" cy="279545"/>
          </a:xfrm>
          <a:prstGeom prst="rect">
            <a:avLst/>
          </a:prstGeom>
        </p:spPr>
      </p:pic>
      <p:grpSp>
        <p:nvGrpSpPr>
          <p:cNvPr id="10" name="Group 9">
            <a:extLst>
              <a:ext uri="{FF2B5EF4-FFF2-40B4-BE49-F238E27FC236}">
                <a16:creationId xmlns:a16="http://schemas.microsoft.com/office/drawing/2014/main" id="{7F716648-72D7-19EE-F0D1-88CEC08CBD0B}"/>
              </a:ext>
              <a:ext uri="{C183D7F6-B498-43B3-948B-1728B52AA6E4}">
                <adec:decorative xmlns:adec="http://schemas.microsoft.com/office/drawing/2017/decorative" val="1"/>
              </a:ext>
            </a:extLst>
          </p:cNvPr>
          <p:cNvGrpSpPr/>
          <p:nvPr userDrawn="1"/>
        </p:nvGrpSpPr>
        <p:grpSpPr bwMode="gray">
          <a:xfrm>
            <a:off x="-1422666" y="0"/>
            <a:ext cx="1286309" cy="2808312"/>
            <a:chOff x="-1824880" y="2708920"/>
            <a:chExt cx="1715078" cy="3744416"/>
          </a:xfrm>
        </p:grpSpPr>
        <p:sp>
          <p:nvSpPr>
            <p:cNvPr id="14" name="TextBox 13">
              <a:extLst>
                <a:ext uri="{FF2B5EF4-FFF2-40B4-BE49-F238E27FC236}">
                  <a16:creationId xmlns:a16="http://schemas.microsoft.com/office/drawing/2014/main" id="{39292310-B8F7-FC12-65D8-0063132D7C5F}"/>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450"/>
                </a:spcAft>
              </a:pPr>
              <a:r>
                <a:rPr lang="en-US" sz="825" b="1">
                  <a:solidFill>
                    <a:schemeClr val="tx1"/>
                  </a:solidFill>
                  <a:effectLst/>
                  <a:latin typeface="+mj-lt"/>
                </a:rPr>
                <a:t>To insert a picture:</a:t>
              </a:r>
            </a:p>
            <a:p>
              <a:pPr marL="107997" indent="-107997">
                <a:lnSpc>
                  <a:spcPct val="120000"/>
                </a:lnSpc>
                <a:spcAft>
                  <a:spcPts val="450"/>
                </a:spcAft>
                <a:buFont typeface="+mj-lt"/>
                <a:buAutoNum type="arabicPeriod"/>
              </a:pPr>
              <a:r>
                <a:rPr lang="en-US" sz="675">
                  <a:solidFill>
                    <a:schemeClr val="tx1"/>
                  </a:solidFill>
                  <a:effectLst/>
                  <a:latin typeface="+mn-lt"/>
                </a:rPr>
                <a:t>Click on the placeholder for pictures</a:t>
              </a:r>
            </a:p>
            <a:p>
              <a:pPr marL="107997" indent="-107997">
                <a:lnSpc>
                  <a:spcPct val="120000"/>
                </a:lnSpc>
                <a:spcAft>
                  <a:spcPts val="450"/>
                </a:spcAft>
                <a:buFont typeface="+mj-lt"/>
                <a:buAutoNum type="arabicPeriod"/>
              </a:pPr>
              <a:r>
                <a:rPr lang="en-US" sz="675">
                  <a:solidFill>
                    <a:schemeClr val="tx1"/>
                  </a:solidFill>
                  <a:effectLst/>
                  <a:latin typeface="+mn-lt"/>
                </a:rPr>
                <a:t>Open the menu “Insert”</a:t>
              </a:r>
            </a:p>
            <a:p>
              <a:pPr marL="107997" indent="-107997">
                <a:lnSpc>
                  <a:spcPct val="120000"/>
                </a:lnSpc>
                <a:spcAft>
                  <a:spcPts val="450"/>
                </a:spcAft>
                <a:buFont typeface="+mj-lt"/>
                <a:buAutoNum type="arabicPeriod"/>
              </a:pPr>
              <a:r>
                <a:rPr lang="en-US" sz="675">
                  <a:solidFill>
                    <a:schemeClr val="tx1"/>
                  </a:solidFill>
                  <a:effectLst/>
                  <a:latin typeface="+mn-lt"/>
                </a:rPr>
                <a:t>Choose “Pictures” and then the corresponding source where the image is located</a:t>
              </a:r>
              <a:endParaRPr lang="en-US" sz="675">
                <a:solidFill>
                  <a:schemeClr val="tx1"/>
                </a:solidFill>
                <a:latin typeface="+mn-lt"/>
              </a:endParaRPr>
            </a:p>
          </p:txBody>
        </p:sp>
        <p:pic>
          <p:nvPicPr>
            <p:cNvPr id="15" name="Picture 14">
              <a:extLst>
                <a:ext uri="{FF2B5EF4-FFF2-40B4-BE49-F238E27FC236}">
                  <a16:creationId xmlns:a16="http://schemas.microsoft.com/office/drawing/2014/main" id="{35B9F273-16B6-E1DC-FCB9-01E9449EED9E}"/>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6" name="TextBox 15">
              <a:extLst>
                <a:ext uri="{FF2B5EF4-FFF2-40B4-BE49-F238E27FC236}">
                  <a16:creationId xmlns:a16="http://schemas.microsoft.com/office/drawing/2014/main" id="{3CC7B68A-834C-1601-B673-ABE09322663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07997" indent="-107997">
                <a:spcAft>
                  <a:spcPts val="450"/>
                </a:spcAft>
                <a:buFont typeface="+mj-lt"/>
                <a:buAutoNum type="arabicPeriod" startAt="4"/>
              </a:pPr>
              <a:r>
                <a:rPr lang="en-US" sz="675">
                  <a:solidFill>
                    <a:schemeClr val="tx1"/>
                  </a:solidFill>
                  <a:effectLst/>
                  <a:latin typeface="+mn-lt"/>
                </a:rPr>
                <a:t>Now the image has </a:t>
              </a:r>
              <a:br>
                <a:rPr lang="en-US" sz="675">
                  <a:solidFill>
                    <a:schemeClr val="tx1"/>
                  </a:solidFill>
                  <a:effectLst/>
                  <a:latin typeface="+mn-lt"/>
                </a:rPr>
              </a:br>
              <a:r>
                <a:rPr lang="en-US" sz="675">
                  <a:solidFill>
                    <a:schemeClr val="tx1"/>
                  </a:solidFill>
                  <a:effectLst/>
                  <a:latin typeface="+mn-lt"/>
                </a:rPr>
                <a:t>been loaded into the </a:t>
              </a:r>
              <a:br>
                <a:rPr lang="en-US" sz="675">
                  <a:solidFill>
                    <a:schemeClr val="tx1"/>
                  </a:solidFill>
                  <a:effectLst/>
                  <a:latin typeface="+mn-lt"/>
                </a:rPr>
              </a:br>
              <a:r>
                <a:rPr lang="en-US" sz="675">
                  <a:solidFill>
                    <a:schemeClr val="tx1"/>
                  </a:solidFill>
                  <a:effectLst/>
                  <a:latin typeface="+mn-lt"/>
                </a:rPr>
                <a:t>placeholder.</a:t>
              </a:r>
              <a:endParaRPr lang="en-US" sz="675">
                <a:solidFill>
                  <a:schemeClr val="tx1"/>
                </a:solidFill>
                <a:latin typeface="+mn-lt"/>
              </a:endParaRPr>
            </a:p>
          </p:txBody>
        </p:sp>
      </p:grpSp>
    </p:spTree>
    <p:extLst>
      <p:ext uri="{BB962C8B-B14F-4D97-AF65-F5344CB8AC3E}">
        <p14:creationId xmlns:p14="http://schemas.microsoft.com/office/powerpoint/2010/main" val="1761698240"/>
      </p:ext>
    </p:extLst>
  </p:cSld>
  <p:clrMapOvr>
    <a:masterClrMapping/>
  </p:clrMapOvr>
  <p:extLst>
    <p:ext uri="{DCECCB84-F9BA-43D5-87BE-67443E8EF086}">
      <p15:sldGuideLst xmlns:p15="http://schemas.microsoft.com/office/powerpoint/2012/main">
        <p15:guide id="1" pos="3931">
          <p15:clr>
            <a:srgbClr val="FBAE40"/>
          </p15:clr>
        </p15:guide>
        <p15:guide id="2" orient="horz" pos="2137">
          <p15:clr>
            <a:srgbClr val="FBAE40"/>
          </p15:clr>
        </p15:guide>
        <p15:guide id="3" orient="horz" pos="1434">
          <p15:clr>
            <a:srgbClr val="FBAE40"/>
          </p15:clr>
        </p15:guide>
        <p15:guide id="4" pos="3749">
          <p15:clr>
            <a:srgbClr val="FBAE40"/>
          </p15:clr>
        </p15:guide>
      </p15:sldGuideLst>
    </p:ext>
  </p:extLst>
</p:sldLayout>
</file>

<file path=ppt/slideLayouts/slideLayout195.xml><?xml version="1.0" encoding="utf-8"?>
<p:sldLayout xmlns:a="http://schemas.openxmlformats.org/drawingml/2006/main" xmlns:r="http://schemas.openxmlformats.org/officeDocument/2006/relationships" xmlns:p="http://schemas.openxmlformats.org/presentationml/2006/main" preserve="1" userDrawn="1">
  <p:cSld name="Disclaimer">
    <p:spTree>
      <p:nvGrpSpPr>
        <p:cNvPr id="1" name=""/>
        <p:cNvGrpSpPr/>
        <p:nvPr/>
      </p:nvGrpSpPr>
      <p:grpSpPr>
        <a:xfrm>
          <a:off x="0" y="0"/>
          <a:ext cx="0" cy="0"/>
          <a:chOff x="0" y="0"/>
          <a:chExt cx="0" cy="0"/>
        </a:xfrm>
      </p:grpSpPr>
      <p:sp>
        <p:nvSpPr>
          <p:cNvPr id="7" name="Fußzeilenplatzhalter 6">
            <a:extLst>
              <a:ext uri="{FF2B5EF4-FFF2-40B4-BE49-F238E27FC236}">
                <a16:creationId xmlns:a16="http://schemas.microsoft.com/office/drawing/2014/main" id="{65A0CC2C-1A22-ACCD-F954-31305506A0DB}"/>
              </a:ext>
            </a:extLst>
          </p:cNvPr>
          <p:cNvSpPr>
            <a:spLocks noGrp="1"/>
          </p:cNvSpPr>
          <p:nvPr>
            <p:ph type="ftr" sz="quarter" idx="10"/>
          </p:nvPr>
        </p:nvSpPr>
        <p:spPr bwMode="gray"/>
        <p:txBody>
          <a:bodyPr/>
          <a:lstStyle/>
          <a:p>
            <a:r>
              <a:rPr lang="en-US"/>
              <a:t>Presentation title    |    ONLY FOR INTERNAL USE</a:t>
            </a:r>
          </a:p>
        </p:txBody>
      </p:sp>
      <p:sp>
        <p:nvSpPr>
          <p:cNvPr id="8" name="Foliennummernplatzhalter 7">
            <a:extLst>
              <a:ext uri="{FF2B5EF4-FFF2-40B4-BE49-F238E27FC236}">
                <a16:creationId xmlns:a16="http://schemas.microsoft.com/office/drawing/2014/main" id="{E7CA049A-FBC2-2652-22F7-C91C418B0F2E}"/>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
        <p:nvSpPr>
          <p:cNvPr id="2" name="Rechteck 1">
            <a:extLst>
              <a:ext uri="{FF2B5EF4-FFF2-40B4-BE49-F238E27FC236}">
                <a16:creationId xmlns:a16="http://schemas.microsoft.com/office/drawing/2014/main" id="{3341D3C2-8E8C-C888-7E53-E3465CB0DDEB}"/>
              </a:ext>
            </a:extLst>
          </p:cNvPr>
          <p:cNvSpPr/>
          <p:nvPr userDrawn="1"/>
        </p:nvSpPr>
        <p:spPr bwMode="gray">
          <a:xfrm>
            <a:off x="359570" y="357188"/>
            <a:ext cx="8424863" cy="540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l"/>
            <a:r>
              <a:rPr lang="en-US" sz="1875" b="1">
                <a:solidFill>
                  <a:schemeClr val="bg2"/>
                </a:solidFill>
                <a:latin typeface="+mj-lt"/>
              </a:rPr>
              <a:t>Disclaimer</a:t>
            </a:r>
          </a:p>
        </p:txBody>
      </p:sp>
      <p:sp>
        <p:nvSpPr>
          <p:cNvPr id="6" name="Inhaltsplatzhalter 18">
            <a:extLst>
              <a:ext uri="{FF2B5EF4-FFF2-40B4-BE49-F238E27FC236}">
                <a16:creationId xmlns:a16="http://schemas.microsoft.com/office/drawing/2014/main" id="{DDE0E452-5F2C-BB59-8DE7-874CECE76ABE}"/>
              </a:ext>
            </a:extLst>
          </p:cNvPr>
          <p:cNvSpPr txBox="1">
            <a:spLocks/>
          </p:cNvSpPr>
          <p:nvPr userDrawn="1"/>
        </p:nvSpPr>
        <p:spPr bwMode="gray">
          <a:xfrm>
            <a:off x="359570" y="1437624"/>
            <a:ext cx="4590473" cy="2592288"/>
          </a:xfrm>
          <a:prstGeom prst="rect">
            <a:avLst/>
          </a:prstGeom>
        </p:spPr>
        <p:txBody>
          <a:bodyPr vert="horz" lIns="0" tIns="0" rIns="0" bIns="0" numCol="1" spcCol="288000" rtlCol="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lgn="l">
              <a:spcAft>
                <a:spcPts val="900"/>
              </a:spcAft>
              <a:buFont typeface="Arial" panose="020B0604020202020204" pitchFamily="34" charset="0"/>
              <a:buNone/>
            </a:pPr>
            <a:r>
              <a:rPr lang="en-US" sz="1050"/>
              <a:t>This presentation and its contents are property of Boehringer Ingelheim and are, inter alia, protected by copyright law. Complete or partial passing on to third parties as well as copying, reproduction, publication or any other use by third parties is not permitted.</a:t>
            </a:r>
          </a:p>
        </p:txBody>
      </p:sp>
      <p:sp>
        <p:nvSpPr>
          <p:cNvPr id="10" name="Inhaltsplatzhalter 18">
            <a:extLst>
              <a:ext uri="{FF2B5EF4-FFF2-40B4-BE49-F238E27FC236}">
                <a16:creationId xmlns:a16="http://schemas.microsoft.com/office/drawing/2014/main" id="{7FF0A3E9-BBDF-2079-1E3B-71A2C0AF8B14}"/>
              </a:ext>
            </a:extLst>
          </p:cNvPr>
          <p:cNvSpPr txBox="1">
            <a:spLocks/>
          </p:cNvSpPr>
          <p:nvPr userDrawn="1"/>
        </p:nvSpPr>
        <p:spPr bwMode="gray">
          <a:xfrm>
            <a:off x="356627" y="4272940"/>
            <a:ext cx="6669000" cy="189524"/>
          </a:xfrm>
          <a:prstGeom prst="rect">
            <a:avLst/>
          </a:prstGeom>
        </p:spPr>
        <p:txBody>
          <a:bodyPr vert="horz" lIns="0" tIns="0" rIns="0" bIns="0" rtlCol="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buFont typeface="Arial" panose="020B0604020202020204" pitchFamily="34" charset="0"/>
              <a:buNone/>
            </a:pPr>
            <a:r>
              <a:rPr lang="en-US" sz="1050"/>
              <a:t> </a:t>
            </a:r>
          </a:p>
        </p:txBody>
      </p:sp>
      <p:sp>
        <p:nvSpPr>
          <p:cNvPr id="11" name="Inhaltsplatzhalter 18">
            <a:extLst>
              <a:ext uri="{FF2B5EF4-FFF2-40B4-BE49-F238E27FC236}">
                <a16:creationId xmlns:a16="http://schemas.microsoft.com/office/drawing/2014/main" id="{74AA0B8D-5EC8-118E-FABE-831281106603}"/>
              </a:ext>
            </a:extLst>
          </p:cNvPr>
          <p:cNvSpPr txBox="1">
            <a:spLocks/>
          </p:cNvSpPr>
          <p:nvPr userDrawn="1"/>
        </p:nvSpPr>
        <p:spPr bwMode="gray">
          <a:xfrm>
            <a:off x="356629" y="1059656"/>
            <a:ext cx="4077416" cy="135015"/>
          </a:xfrm>
          <a:prstGeom prst="rect">
            <a:avLst/>
          </a:prstGeom>
        </p:spPr>
        <p:txBody>
          <a:bodyPr vert="horz" lIns="0" tIns="0" rIns="0" bIns="0" rtlCol="0" anchor="b" anchorCtr="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lgn="l">
              <a:buFont typeface="Arial" panose="020B0604020202020204" pitchFamily="34" charset="0"/>
              <a:buNone/>
            </a:pPr>
            <a:r>
              <a:rPr lang="en-US" sz="675"/>
              <a:t>© </a:t>
            </a:r>
            <a:fld id="{2F99CDBD-C73A-474F-91D2-EC8081FF32A1}" type="datetimeyyyy">
              <a:rPr lang="en-US" sz="675" smtClean="0"/>
              <a:pPr marL="0" indent="0" algn="l">
                <a:buFont typeface="Arial" panose="020B0604020202020204" pitchFamily="34" charset="0"/>
                <a:buNone/>
              </a:pPr>
              <a:t>2024</a:t>
            </a:fld>
            <a:r>
              <a:rPr lang="en-US" sz="675"/>
              <a:t> Boehringer Ingelheim International GmbH. All rights reserved.</a:t>
            </a:r>
          </a:p>
        </p:txBody>
      </p:sp>
    </p:spTree>
    <p:extLst>
      <p:ext uri="{BB962C8B-B14F-4D97-AF65-F5344CB8AC3E}">
        <p14:creationId xmlns:p14="http://schemas.microsoft.com/office/powerpoint/2010/main" val="908278253"/>
      </p:ext>
    </p:extLst>
  </p:cSld>
  <p:clrMapOvr>
    <a:masterClrMapping/>
  </p:clrMapOvr>
  <p:extLst>
    <p:ext uri="{DCECCB84-F9BA-43D5-87BE-67443E8EF086}">
      <p15:sldGuideLst xmlns:p15="http://schemas.microsoft.com/office/powerpoint/2012/main"/>
    </p:ext>
  </p:extLst>
</p:sldLayout>
</file>

<file path=ppt/slideLayouts/slideLayout196.xml><?xml version="1.0" encoding="utf-8"?>
<p:sldLayout xmlns:a="http://schemas.openxmlformats.org/drawingml/2006/main" xmlns:r="http://schemas.openxmlformats.org/officeDocument/2006/relationships" xmlns:p="http://schemas.openxmlformats.org/presentationml/2006/main" showMasterSp="0" type="blank">
  <p:cSld name="Leer">
    <p:spTree>
      <p:nvGrpSpPr>
        <p:cNvPr id="1" name=""/>
        <p:cNvGrpSpPr/>
        <p:nvPr/>
      </p:nvGrpSpPr>
      <p:grpSpPr>
        <a:xfrm>
          <a:off x="0" y="0"/>
          <a:ext cx="0" cy="0"/>
          <a:chOff x="0" y="0"/>
          <a:chExt cx="0" cy="0"/>
        </a:xfrm>
      </p:grpSpPr>
      <p:sp>
        <p:nvSpPr>
          <p:cNvPr id="2" name="Datumsplatzhalter 1"/>
          <p:cNvSpPr>
            <a:spLocks noGrp="1"/>
          </p:cNvSpPr>
          <p:nvPr>
            <p:ph type="dt" sz="half" idx="10"/>
          </p:nvPr>
        </p:nvSpPr>
        <p:spPr/>
        <p:txBody>
          <a:bodyPr/>
          <a:lstStyle/>
          <a:p>
            <a:fld id="{0AD1C50B-E8A2-4BF1-8E49-B64B7009FA23}" type="datetime1">
              <a:rPr lang="en-GB" noProof="0" smtClean="0"/>
              <a:t>25/04/2024</a:t>
            </a:fld>
            <a:endParaRPr lang="en-GB" noProof="0"/>
          </a:p>
        </p:txBody>
      </p:sp>
      <p:sp>
        <p:nvSpPr>
          <p:cNvPr id="3" name="Fußzeilenplatzhalter 2"/>
          <p:cNvSpPr>
            <a:spLocks noGrp="1"/>
          </p:cNvSpPr>
          <p:nvPr>
            <p:ph type="ftr" sz="quarter" idx="11"/>
          </p:nvPr>
        </p:nvSpPr>
        <p:spPr/>
        <p:txBody>
          <a:bodyPr/>
          <a:lstStyle/>
          <a:p>
            <a:endParaRPr lang="en-GB" noProof="0"/>
          </a:p>
        </p:txBody>
      </p:sp>
      <p:sp>
        <p:nvSpPr>
          <p:cNvPr id="4" name="Foliennummernplatzhalter 3"/>
          <p:cNvSpPr>
            <a:spLocks noGrp="1"/>
          </p:cNvSpPr>
          <p:nvPr>
            <p:ph type="sldNum" sz="quarter" idx="12"/>
          </p:nvPr>
        </p:nvSpPr>
        <p:spPr/>
        <p:txBody>
          <a:bodyPr/>
          <a:lstStyle/>
          <a:p>
            <a:fld id="{143B55C4-4F5A-416B-997D-6CE47EB0A945}" type="slidenum">
              <a:rPr lang="en-GB" noProof="0" smtClean="0"/>
              <a:t>‹#›</a:t>
            </a:fld>
            <a:endParaRPr lang="en-GB" noProof="0"/>
          </a:p>
        </p:txBody>
      </p:sp>
      <p:pic>
        <p:nvPicPr>
          <p:cNvPr id="5" name="Grafik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64443" y="4864131"/>
            <a:ext cx="630270" cy="190510"/>
          </a:xfrm>
          <a:prstGeom prst="rect">
            <a:avLst/>
          </a:prstGeom>
        </p:spPr>
      </p:pic>
    </p:spTree>
    <p:extLst>
      <p:ext uri="{BB962C8B-B14F-4D97-AF65-F5344CB8AC3E}">
        <p14:creationId xmlns:p14="http://schemas.microsoft.com/office/powerpoint/2010/main" val="16613094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7.xml><?xml version="1.0" encoding="utf-8"?>
<p:sldLayout xmlns:a="http://schemas.openxmlformats.org/drawingml/2006/main" xmlns:r="http://schemas.openxmlformats.org/officeDocument/2006/relationships" xmlns:p="http://schemas.openxmlformats.org/presentationml/2006/main" showMasterSp="0" type="obj">
  <p:cSld name="Title and Content - White 1 - GR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D880B6-A6A4-414D-BD67-C6EE6501F650}"/>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65CFBB3F-51AD-498F-8D23-7F41896CB88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pic>
        <p:nvPicPr>
          <p:cNvPr id="14" name="Picture 13" descr="A picture containing text&#10;&#10;Description automatically generated">
            <a:extLst>
              <a:ext uri="{FF2B5EF4-FFF2-40B4-BE49-F238E27FC236}">
                <a16:creationId xmlns:a16="http://schemas.microsoft.com/office/drawing/2014/main" id="{AFA1BE12-1684-4D4F-8F49-55074E0E567A}"/>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8018794" y="4715336"/>
            <a:ext cx="966722" cy="288861"/>
          </a:xfrm>
          <a:prstGeom prst="rect">
            <a:avLst/>
          </a:prstGeom>
        </p:spPr>
      </p:pic>
      <p:pic>
        <p:nvPicPr>
          <p:cNvPr id="7" name="Picture 15" descr="A picture containing logo&#10;&#10;Description automatically generated">
            <a:extLst>
              <a:ext uri="{FF2B5EF4-FFF2-40B4-BE49-F238E27FC236}">
                <a16:creationId xmlns:a16="http://schemas.microsoft.com/office/drawing/2014/main" id="{0D4FF9E8-9CC6-4043-81D8-BA954E615182}"/>
              </a:ext>
            </a:extLst>
          </p:cNvPr>
          <p:cNvPicPr>
            <a:picLocks noChangeAspect="1"/>
          </p:cNvPicPr>
          <p:nvPr userDrawn="1"/>
        </p:nvPicPr>
        <p:blipFill>
          <a:blip r:embed="rId3" cstate="hqprint">
            <a:extLst>
              <a:ext uri="{28A0092B-C50C-407E-A947-70E740481C1C}">
                <a14:useLocalDpi xmlns:a14="http://schemas.microsoft.com/office/drawing/2010/main" val="0"/>
              </a:ext>
            </a:extLst>
          </a:blip>
          <a:stretch>
            <a:fillRect/>
          </a:stretch>
        </p:blipFill>
        <p:spPr>
          <a:xfrm>
            <a:off x="8112216" y="113359"/>
            <a:ext cx="639355" cy="458141"/>
          </a:xfrm>
          <a:prstGeom prst="rect">
            <a:avLst/>
          </a:prstGeom>
        </p:spPr>
      </p:pic>
      <p:pic>
        <p:nvPicPr>
          <p:cNvPr id="9" name="Grafik 8" descr="Ein Bild, das Text, ClipArt enthält.&#10;&#10;Automatisch generierte Beschreibung">
            <a:extLst>
              <a:ext uri="{FF2B5EF4-FFF2-40B4-BE49-F238E27FC236}">
                <a16:creationId xmlns:a16="http://schemas.microsoft.com/office/drawing/2014/main" id="{CBC30C3E-2ABF-4DD2-A35A-BE87542E2A0B}"/>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8076497" y="692726"/>
            <a:ext cx="933926" cy="256484"/>
          </a:xfrm>
          <a:prstGeom prst="rect">
            <a:avLst/>
          </a:prstGeom>
        </p:spPr>
      </p:pic>
      <p:pic>
        <p:nvPicPr>
          <p:cNvPr id="10" name="Picture 7">
            <a:extLst>
              <a:ext uri="{FF2B5EF4-FFF2-40B4-BE49-F238E27FC236}">
                <a16:creationId xmlns:a16="http://schemas.microsoft.com/office/drawing/2014/main" id="{7C0E606B-D221-4CE3-B365-CF190A885613}"/>
              </a:ext>
            </a:extLst>
          </p:cNvPr>
          <p:cNvPicPr>
            <a:picLocks noChangeAspect="1"/>
          </p:cNvPicPr>
          <p:nvPr userDrawn="1"/>
        </p:nvPicPr>
        <p:blipFill rotWithShape="1">
          <a:blip r:embed="rId5">
            <a:extLst>
              <a:ext uri="{28A0092B-C50C-407E-A947-70E740481C1C}">
                <a14:useLocalDpi xmlns:a14="http://schemas.microsoft.com/office/drawing/2010/main" val="0"/>
              </a:ext>
            </a:extLst>
          </a:blip>
          <a:srcRect l="7020" t="41333" r="61105" b="2710"/>
          <a:stretch/>
        </p:blipFill>
        <p:spPr>
          <a:xfrm>
            <a:off x="0" y="2264569"/>
            <a:ext cx="2914650" cy="2878932"/>
          </a:xfrm>
          <a:prstGeom prst="rect">
            <a:avLst/>
          </a:prstGeom>
        </p:spPr>
      </p:pic>
    </p:spTree>
    <p:extLst>
      <p:ext uri="{BB962C8B-B14F-4D97-AF65-F5344CB8AC3E}">
        <p14:creationId xmlns:p14="http://schemas.microsoft.com/office/powerpoint/2010/main" val="2010691869"/>
      </p:ext>
    </p:extLst>
  </p:cSld>
  <p:clrMapOvr>
    <a:masterClrMapping/>
  </p:clrMapOvr>
  <p:transition spd="slow">
    <p:wipe/>
  </p:transition>
</p:sldLayout>
</file>

<file path=ppt/slideLayouts/slideLayout198.xml><?xml version="1.0" encoding="utf-8"?>
<p:sldLayout xmlns:a="http://schemas.openxmlformats.org/drawingml/2006/main" xmlns:r="http://schemas.openxmlformats.org/officeDocument/2006/relationships" xmlns:p="http://schemas.openxmlformats.org/presentationml/2006/main" showMasterSp="0" userDrawn="1">
  <p:cSld name="Standard page_05">
    <p:spTree>
      <p:nvGrpSpPr>
        <p:cNvPr id="1" name=""/>
        <p:cNvGrpSpPr/>
        <p:nvPr/>
      </p:nvGrpSpPr>
      <p:grpSpPr>
        <a:xfrm>
          <a:off x="0" y="0"/>
          <a:ext cx="0" cy="0"/>
          <a:chOff x="0" y="0"/>
          <a:chExt cx="0" cy="0"/>
        </a:xfrm>
      </p:grpSpPr>
      <p:sp>
        <p:nvSpPr>
          <p:cNvPr id="4" name="Datumsplatzhalter 3"/>
          <p:cNvSpPr>
            <a:spLocks noGrp="1"/>
          </p:cNvSpPr>
          <p:nvPr>
            <p:ph type="dt" sz="half" idx="12"/>
          </p:nvPr>
        </p:nvSpPr>
        <p:spPr/>
        <p:txBody>
          <a:bodyPr/>
          <a:lstStyle/>
          <a:p>
            <a:fld id="{9C15FEBD-85B6-4A0B-9BA4-99E119B10886}" type="datetime1">
              <a:rPr lang="en-GB" noProof="0" smtClean="0"/>
              <a:t>25/04/2024</a:t>
            </a:fld>
            <a:endParaRPr lang="en-GB" noProof="0"/>
          </a:p>
        </p:txBody>
      </p:sp>
      <p:sp>
        <p:nvSpPr>
          <p:cNvPr id="6" name="Fußzeilenplatzhalter 5"/>
          <p:cNvSpPr>
            <a:spLocks noGrp="1"/>
          </p:cNvSpPr>
          <p:nvPr>
            <p:ph type="ftr" sz="quarter" idx="13"/>
          </p:nvPr>
        </p:nvSpPr>
        <p:spPr/>
        <p:txBody>
          <a:bodyPr/>
          <a:lstStyle/>
          <a:p>
            <a:r>
              <a:rPr lang="en-GB" noProof="0"/>
              <a:t>Presentation title, date, author</a:t>
            </a:r>
          </a:p>
        </p:txBody>
      </p:sp>
      <p:sp>
        <p:nvSpPr>
          <p:cNvPr id="7" name="Foliennummernplatzhalter 6"/>
          <p:cNvSpPr>
            <a:spLocks noGrp="1"/>
          </p:cNvSpPr>
          <p:nvPr>
            <p:ph type="sldNum" sz="quarter" idx="14"/>
          </p:nvPr>
        </p:nvSpPr>
        <p:spPr/>
        <p:txBody>
          <a:bodyPr/>
          <a:lstStyle/>
          <a:p>
            <a:fld id="{143B55C4-4F5A-416B-997D-6CE47EB0A945}" type="slidenum">
              <a:rPr lang="en-GB" noProof="0" smtClean="0"/>
              <a:pPr/>
              <a:t>‹#›</a:t>
            </a:fld>
            <a:endParaRPr lang="en-GB" noProof="0"/>
          </a:p>
        </p:txBody>
      </p:sp>
      <p:cxnSp>
        <p:nvCxnSpPr>
          <p:cNvPr id="8" name="Gerade Verbindung 7"/>
          <p:cNvCxnSpPr/>
          <p:nvPr userDrawn="1"/>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9" name="Titel 7"/>
          <p:cNvSpPr>
            <a:spLocks noGrp="1"/>
          </p:cNvSpPr>
          <p:nvPr>
            <p:ph type="title" hasCustomPrompt="1"/>
          </p:nvPr>
        </p:nvSpPr>
        <p:spPr>
          <a:xfrm>
            <a:off x="367575" y="290572"/>
            <a:ext cx="8408850" cy="369332"/>
          </a:xfrm>
        </p:spPr>
        <p:txBody>
          <a:bodyPr/>
          <a:lstStyle/>
          <a:p>
            <a:r>
              <a:rPr lang="en-GB" noProof="0"/>
              <a:t>Click to add headline</a:t>
            </a:r>
          </a:p>
        </p:txBody>
      </p:sp>
      <p:pic>
        <p:nvPicPr>
          <p:cNvPr id="10" name="Grafik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64443" y="4864131"/>
            <a:ext cx="630270" cy="190510"/>
          </a:xfrm>
          <a:prstGeom prst="rect">
            <a:avLst/>
          </a:prstGeom>
        </p:spPr>
      </p:pic>
      <p:sp>
        <p:nvSpPr>
          <p:cNvPr id="11" name="Inhaltsplatzhalter 6"/>
          <p:cNvSpPr>
            <a:spLocks noGrp="1"/>
          </p:cNvSpPr>
          <p:nvPr>
            <p:ph sz="quarter" idx="15" hasCustomPrompt="1"/>
          </p:nvPr>
        </p:nvSpPr>
        <p:spPr>
          <a:xfrm>
            <a:off x="1771200" y="1198800"/>
            <a:ext cx="5616000" cy="3394800"/>
          </a:xfrm>
        </p:spPr>
        <p:txBody>
          <a:bodyPr/>
          <a:lstStyle>
            <a:lvl1pPr marL="0" indent="0">
              <a:spcBef>
                <a:spcPts val="600"/>
              </a:spcBef>
              <a:buNone/>
              <a:defRPr>
                <a:latin typeface="+mn-lt"/>
              </a:defRPr>
            </a:lvl1pPr>
            <a:lvl2pPr marL="266700" indent="0">
              <a:buNone/>
              <a:defRPr>
                <a:latin typeface="+mn-lt"/>
              </a:defRPr>
            </a:lvl2pPr>
            <a:lvl3pPr marL="450850" indent="0">
              <a:buNone/>
              <a:defRPr>
                <a:latin typeface="+mn-lt"/>
              </a:defRPr>
            </a:lvl3pPr>
            <a:lvl4pPr marL="628650" indent="0">
              <a:buNone/>
              <a:defRPr>
                <a:latin typeface="+mn-lt"/>
              </a:defRPr>
            </a:lvl4pPr>
            <a:lvl5pPr marL="806450" indent="0">
              <a:buNone/>
              <a:defRPr>
                <a:latin typeface="+mn-lt"/>
              </a:defRPr>
            </a:lvl5pPr>
          </a:lstStyle>
          <a:p>
            <a:pPr lvl="0"/>
            <a:r>
              <a:rPr lang="en-GB" noProof="0"/>
              <a:t>Click to add text</a:t>
            </a:r>
          </a:p>
        </p:txBody>
      </p:sp>
    </p:spTree>
    <p:extLst>
      <p:ext uri="{BB962C8B-B14F-4D97-AF65-F5344CB8AC3E}">
        <p14:creationId xmlns:p14="http://schemas.microsoft.com/office/powerpoint/2010/main" val="35135017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9.xml><?xml version="1.0" encoding="utf-8"?>
<p:sldLayout xmlns:a="http://schemas.openxmlformats.org/drawingml/2006/main" xmlns:r="http://schemas.openxmlformats.org/officeDocument/2006/relationships" xmlns:p="http://schemas.openxmlformats.org/presentationml/2006/main" userDrawn="1">
  <p:cSld name="3_Content A">
    <p:spTree>
      <p:nvGrpSpPr>
        <p:cNvPr id="1" name=""/>
        <p:cNvGrpSpPr/>
        <p:nvPr/>
      </p:nvGrpSpPr>
      <p:grpSpPr>
        <a:xfrm>
          <a:off x="0" y="0"/>
          <a:ext cx="0" cy="0"/>
          <a:chOff x="0" y="0"/>
          <a:chExt cx="0" cy="0"/>
        </a:xfrm>
      </p:grpSpPr>
      <p:sp>
        <p:nvSpPr>
          <p:cNvPr id="13" name="Content Placeholder 2">
            <a:extLst>
              <a:ext uri="{FF2B5EF4-FFF2-40B4-BE49-F238E27FC236}">
                <a16:creationId xmlns:a16="http://schemas.microsoft.com/office/drawing/2014/main" id="{BFD98C1E-5D1C-9247-9F3D-6A56A19C4FD1}"/>
              </a:ext>
            </a:extLst>
          </p:cNvPr>
          <p:cNvSpPr>
            <a:spLocks noGrp="1"/>
          </p:cNvSpPr>
          <p:nvPr>
            <p:ph sz="quarter" idx="13"/>
          </p:nvPr>
        </p:nvSpPr>
        <p:spPr>
          <a:xfrm>
            <a:off x="785111" y="1109858"/>
            <a:ext cx="7971540" cy="3322442"/>
          </a:xfr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Text Placeholder 18">
            <a:extLst>
              <a:ext uri="{FF2B5EF4-FFF2-40B4-BE49-F238E27FC236}">
                <a16:creationId xmlns:a16="http://schemas.microsoft.com/office/drawing/2014/main" id="{FE88D4F9-A2DB-E14C-A6F7-4201DE0BA0CC}"/>
              </a:ext>
            </a:extLst>
          </p:cNvPr>
          <p:cNvSpPr>
            <a:spLocks noGrp="1"/>
          </p:cNvSpPr>
          <p:nvPr>
            <p:ph type="body" sz="quarter" idx="11" hasCustomPrompt="1"/>
          </p:nvPr>
        </p:nvSpPr>
        <p:spPr>
          <a:xfrm>
            <a:off x="785110" y="450439"/>
            <a:ext cx="6993641" cy="434468"/>
          </a:xfrm>
        </p:spPr>
        <p:txBody>
          <a:bodyPr anchor="t">
            <a:noAutofit/>
          </a:bodyPr>
          <a:lstStyle>
            <a:lvl1pPr>
              <a:lnSpc>
                <a:spcPct val="100000"/>
              </a:lnSpc>
              <a:spcBef>
                <a:spcPts val="0"/>
              </a:spcBef>
              <a:defRPr sz="2250" b="1" spc="0">
                <a:solidFill>
                  <a:schemeClr val="tx1"/>
                </a:solidFill>
              </a:defRPr>
            </a:lvl1pPr>
            <a:lvl2pPr marL="342900" indent="0">
              <a:buNone/>
              <a:defRPr/>
            </a:lvl2pPr>
          </a:lstStyle>
          <a:p>
            <a:pPr lvl="0"/>
            <a:r>
              <a:rPr lang="en-US"/>
              <a:t>CLICK TO ADD TITLE</a:t>
            </a:r>
          </a:p>
        </p:txBody>
      </p:sp>
      <p:grpSp>
        <p:nvGrpSpPr>
          <p:cNvPr id="2" name="Group 1">
            <a:extLst>
              <a:ext uri="{FF2B5EF4-FFF2-40B4-BE49-F238E27FC236}">
                <a16:creationId xmlns:a16="http://schemas.microsoft.com/office/drawing/2014/main" id="{C489B624-AB5A-BF49-B581-5186A9A53F6A}"/>
              </a:ext>
            </a:extLst>
          </p:cNvPr>
          <p:cNvGrpSpPr/>
          <p:nvPr userDrawn="1"/>
        </p:nvGrpSpPr>
        <p:grpSpPr>
          <a:xfrm>
            <a:off x="8118610" y="172130"/>
            <a:ext cx="761435" cy="1035175"/>
            <a:chOff x="10824812" y="229506"/>
            <a:chExt cx="1015247" cy="1380233"/>
          </a:xfrm>
        </p:grpSpPr>
        <p:sp>
          <p:nvSpPr>
            <p:cNvPr id="9" name="Triangle 8">
              <a:extLst>
                <a:ext uri="{FF2B5EF4-FFF2-40B4-BE49-F238E27FC236}">
                  <a16:creationId xmlns:a16="http://schemas.microsoft.com/office/drawing/2014/main" id="{0DB58712-AA08-AC42-9145-E6E2AE34EC26}"/>
                </a:ext>
              </a:extLst>
            </p:cNvPr>
            <p:cNvSpPr/>
            <p:nvPr userDrawn="1"/>
          </p:nvSpPr>
          <p:spPr>
            <a:xfrm rot="5400000">
              <a:off x="10743591" y="449632"/>
              <a:ext cx="1177689" cy="1015247"/>
            </a:xfrm>
            <a:prstGeom prst="triangle">
              <a:avLst/>
            </a:prstGeom>
            <a:blipFill dpi="0" rotWithShape="1">
              <a:blip r:embed="rId2" cstate="screen">
                <a:extLst>
                  <a:ext uri="{28A0092B-C50C-407E-A947-70E740481C1C}">
                    <a14:useLocalDpi xmlns:a14="http://schemas.microsoft.com/office/drawing/2010/main"/>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R" sz="1350"/>
            </a:p>
          </p:txBody>
        </p:sp>
        <p:grpSp>
          <p:nvGrpSpPr>
            <p:cNvPr id="22" name="Group 21">
              <a:extLst>
                <a:ext uri="{FF2B5EF4-FFF2-40B4-BE49-F238E27FC236}">
                  <a16:creationId xmlns:a16="http://schemas.microsoft.com/office/drawing/2014/main" id="{DE9F6445-3C90-8947-B31F-0CB1EF3573BE}"/>
                </a:ext>
              </a:extLst>
            </p:cNvPr>
            <p:cNvGrpSpPr/>
            <p:nvPr userDrawn="1"/>
          </p:nvGrpSpPr>
          <p:grpSpPr>
            <a:xfrm>
              <a:off x="11182866" y="229506"/>
              <a:ext cx="544659" cy="1380233"/>
              <a:chOff x="11182866" y="229506"/>
              <a:chExt cx="544659" cy="1380233"/>
            </a:xfrm>
          </p:grpSpPr>
          <p:sp>
            <p:nvSpPr>
              <p:cNvPr id="24" name="Triangle 23">
                <a:extLst>
                  <a:ext uri="{FF2B5EF4-FFF2-40B4-BE49-F238E27FC236}">
                    <a16:creationId xmlns:a16="http://schemas.microsoft.com/office/drawing/2014/main" id="{A9C5F8F9-5FA3-3544-91C4-70C8675A0057}"/>
                  </a:ext>
                </a:extLst>
              </p:cNvPr>
              <p:cNvSpPr/>
              <p:nvPr/>
            </p:nvSpPr>
            <p:spPr>
              <a:xfrm rot="16200000">
                <a:off x="11201860" y="284910"/>
                <a:ext cx="581070" cy="470261"/>
              </a:xfrm>
              <a:prstGeom prst="triangle">
                <a:avLst/>
              </a:prstGeom>
              <a:blipFill dpi="0" rotWithShape="1">
                <a:blip r:embed="rId3" cstate="screen">
                  <a:extLst>
                    <a:ext uri="{28A0092B-C50C-407E-A947-70E740481C1C}">
                      <a14:useLocalDpi xmlns:a14="http://schemas.microsoft.com/office/drawing/2010/main"/>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R" sz="1350"/>
              </a:p>
            </p:txBody>
          </p:sp>
          <p:sp>
            <p:nvSpPr>
              <p:cNvPr id="25" name="Triangle 24">
                <a:extLst>
                  <a:ext uri="{FF2B5EF4-FFF2-40B4-BE49-F238E27FC236}">
                    <a16:creationId xmlns:a16="http://schemas.microsoft.com/office/drawing/2014/main" id="{69546E45-236E-804B-90B4-10993DE28CED}"/>
                  </a:ext>
                </a:extLst>
              </p:cNvPr>
              <p:cNvSpPr/>
              <p:nvPr/>
            </p:nvSpPr>
            <p:spPr>
              <a:xfrm rot="5400000">
                <a:off x="11145245" y="1101860"/>
                <a:ext cx="545500" cy="470258"/>
              </a:xfrm>
              <a:prstGeom prst="triangle">
                <a:avLst/>
              </a:prstGeom>
              <a:noFill/>
              <a:ln w="19050">
                <a:solidFill>
                  <a:srgbClr val="FFB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R" sz="1350"/>
              </a:p>
            </p:txBody>
          </p:sp>
          <p:sp>
            <p:nvSpPr>
              <p:cNvPr id="26" name="Triangle 25">
                <a:extLst>
                  <a:ext uri="{FF2B5EF4-FFF2-40B4-BE49-F238E27FC236}">
                    <a16:creationId xmlns:a16="http://schemas.microsoft.com/office/drawing/2014/main" id="{F8C03A60-EB58-A54F-B1BC-C4B92700185C}"/>
                  </a:ext>
                </a:extLst>
              </p:cNvPr>
              <p:cNvSpPr/>
              <p:nvPr/>
            </p:nvSpPr>
            <p:spPr>
              <a:xfrm rot="5400000">
                <a:off x="11472182" y="1168029"/>
                <a:ext cx="160421" cy="138293"/>
              </a:xfrm>
              <a:prstGeom prst="triangle">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R" sz="1350"/>
              </a:p>
            </p:txBody>
          </p:sp>
        </p:grpSp>
      </p:grpSp>
      <p:sp>
        <p:nvSpPr>
          <p:cNvPr id="16" name="Text Placeholder 18">
            <a:extLst>
              <a:ext uri="{FF2B5EF4-FFF2-40B4-BE49-F238E27FC236}">
                <a16:creationId xmlns:a16="http://schemas.microsoft.com/office/drawing/2014/main" id="{308E4774-5B76-2340-A845-C32FC9D4DF21}"/>
              </a:ext>
            </a:extLst>
          </p:cNvPr>
          <p:cNvSpPr>
            <a:spLocks noGrp="1"/>
          </p:cNvSpPr>
          <p:nvPr>
            <p:ph type="body" sz="quarter" idx="14" hasCustomPrompt="1"/>
          </p:nvPr>
        </p:nvSpPr>
        <p:spPr>
          <a:xfrm>
            <a:off x="785108" y="4553006"/>
            <a:ext cx="7971540" cy="365005"/>
          </a:xfrm>
        </p:spPr>
        <p:txBody>
          <a:bodyPr anchor="t">
            <a:noAutofit/>
          </a:bodyPr>
          <a:lstStyle>
            <a:lvl1pPr>
              <a:lnSpc>
                <a:spcPct val="100000"/>
              </a:lnSpc>
              <a:spcBef>
                <a:spcPts val="0"/>
              </a:spcBef>
              <a:defRPr sz="675" b="0" spc="0">
                <a:solidFill>
                  <a:schemeClr val="accent6"/>
                </a:solidFill>
              </a:defRPr>
            </a:lvl1pPr>
            <a:lvl2pPr marL="342900" indent="0">
              <a:buNone/>
              <a:defRPr/>
            </a:lvl2pPr>
          </a:lstStyle>
          <a:p>
            <a:pPr lvl="0"/>
            <a:r>
              <a:rPr lang="en-US"/>
              <a:t>Click to add footnote</a:t>
            </a:r>
          </a:p>
        </p:txBody>
      </p:sp>
    </p:spTree>
    <p:extLst>
      <p:ext uri="{BB962C8B-B14F-4D97-AF65-F5344CB8AC3E}">
        <p14:creationId xmlns:p14="http://schemas.microsoft.com/office/powerpoint/2010/main" val="2484980972"/>
      </p:ext>
    </p:extLst>
  </p:cSld>
  <p:clrMapOvr>
    <a:masterClrMapping/>
  </p:clrMapOvr>
</p:sldLayout>
</file>

<file path=ppt/slideLayouts/slideLayout200.xml><?xml version="1.0" encoding="utf-8"?>
<p:sldLayout xmlns:a="http://schemas.openxmlformats.org/drawingml/2006/main" xmlns:r="http://schemas.openxmlformats.org/officeDocument/2006/relationships" xmlns:p="http://schemas.openxmlformats.org/presentationml/2006/main" userDrawn="1">
  <p:cSld name="3_Content F">
    <p:spTree>
      <p:nvGrpSpPr>
        <p:cNvPr id="1" name=""/>
        <p:cNvGrpSpPr/>
        <p:nvPr/>
      </p:nvGrpSpPr>
      <p:grpSpPr>
        <a:xfrm>
          <a:off x="0" y="0"/>
          <a:ext cx="0" cy="0"/>
          <a:chOff x="0" y="0"/>
          <a:chExt cx="0" cy="0"/>
        </a:xfrm>
      </p:grpSpPr>
      <p:sp>
        <p:nvSpPr>
          <p:cNvPr id="15" name="Triangle 14">
            <a:extLst>
              <a:ext uri="{FF2B5EF4-FFF2-40B4-BE49-F238E27FC236}">
                <a16:creationId xmlns:a16="http://schemas.microsoft.com/office/drawing/2014/main" id="{A1BA14A3-C092-5D4C-A9B8-B595077625F8}"/>
              </a:ext>
            </a:extLst>
          </p:cNvPr>
          <p:cNvSpPr/>
          <p:nvPr userDrawn="1"/>
        </p:nvSpPr>
        <p:spPr>
          <a:xfrm rot="5400000">
            <a:off x="7004165" y="1722203"/>
            <a:ext cx="845433" cy="686460"/>
          </a:xfrm>
          <a:prstGeom prst="triangle">
            <a:avLst/>
          </a:prstGeom>
          <a:blipFill dpi="0" rotWithShape="1">
            <a:blip r:embed="rId2" cstate="screen">
              <a:extLst>
                <a:ext uri="{28A0092B-C50C-407E-A947-70E740481C1C}">
                  <a14:useLocalDpi xmlns:a14="http://schemas.microsoft.com/office/drawing/2010/main"/>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R" sz="1350"/>
          </a:p>
        </p:txBody>
      </p:sp>
      <p:sp>
        <p:nvSpPr>
          <p:cNvPr id="13" name="Content Placeholder 2">
            <a:extLst>
              <a:ext uri="{FF2B5EF4-FFF2-40B4-BE49-F238E27FC236}">
                <a16:creationId xmlns:a16="http://schemas.microsoft.com/office/drawing/2014/main" id="{BFD98C1E-5D1C-9247-9F3D-6A56A19C4FD1}"/>
              </a:ext>
            </a:extLst>
          </p:cNvPr>
          <p:cNvSpPr>
            <a:spLocks noGrp="1"/>
          </p:cNvSpPr>
          <p:nvPr>
            <p:ph sz="quarter" idx="13"/>
          </p:nvPr>
        </p:nvSpPr>
        <p:spPr>
          <a:xfrm>
            <a:off x="785110" y="1109857"/>
            <a:ext cx="6009071" cy="3316094"/>
          </a:xfr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Text Placeholder 18">
            <a:extLst>
              <a:ext uri="{FF2B5EF4-FFF2-40B4-BE49-F238E27FC236}">
                <a16:creationId xmlns:a16="http://schemas.microsoft.com/office/drawing/2014/main" id="{561421AC-2CBB-8343-9DE2-88924424FC86}"/>
              </a:ext>
            </a:extLst>
          </p:cNvPr>
          <p:cNvSpPr>
            <a:spLocks noGrp="1"/>
          </p:cNvSpPr>
          <p:nvPr>
            <p:ph type="body" sz="quarter" idx="11" hasCustomPrompt="1"/>
          </p:nvPr>
        </p:nvSpPr>
        <p:spPr>
          <a:xfrm>
            <a:off x="785110" y="450439"/>
            <a:ext cx="6009071" cy="434468"/>
          </a:xfrm>
        </p:spPr>
        <p:txBody>
          <a:bodyPr anchor="t">
            <a:noAutofit/>
          </a:bodyPr>
          <a:lstStyle>
            <a:lvl1pPr>
              <a:lnSpc>
                <a:spcPct val="100000"/>
              </a:lnSpc>
              <a:spcBef>
                <a:spcPts val="0"/>
              </a:spcBef>
              <a:defRPr sz="2250" b="1" spc="0">
                <a:solidFill>
                  <a:schemeClr val="tx1"/>
                </a:solidFill>
              </a:defRPr>
            </a:lvl1pPr>
            <a:lvl2pPr marL="342900" indent="0">
              <a:buNone/>
              <a:defRPr/>
            </a:lvl2pPr>
          </a:lstStyle>
          <a:p>
            <a:pPr lvl="0"/>
            <a:r>
              <a:rPr lang="en-US"/>
              <a:t>CLICK TO ADD TITLE</a:t>
            </a:r>
          </a:p>
        </p:txBody>
      </p:sp>
      <p:grpSp>
        <p:nvGrpSpPr>
          <p:cNvPr id="2" name="Group 1">
            <a:extLst>
              <a:ext uri="{FF2B5EF4-FFF2-40B4-BE49-F238E27FC236}">
                <a16:creationId xmlns:a16="http://schemas.microsoft.com/office/drawing/2014/main" id="{6779DB53-58EC-654C-9D97-D6A2CF323001}"/>
              </a:ext>
            </a:extLst>
          </p:cNvPr>
          <p:cNvGrpSpPr/>
          <p:nvPr userDrawn="1"/>
        </p:nvGrpSpPr>
        <p:grpSpPr>
          <a:xfrm>
            <a:off x="7276729" y="690199"/>
            <a:ext cx="1540700" cy="3860702"/>
            <a:chOff x="9702306" y="920264"/>
            <a:chExt cx="2054266" cy="5147603"/>
          </a:xfrm>
        </p:grpSpPr>
        <p:sp>
          <p:nvSpPr>
            <p:cNvPr id="12" name="Triangle 11">
              <a:extLst>
                <a:ext uri="{FF2B5EF4-FFF2-40B4-BE49-F238E27FC236}">
                  <a16:creationId xmlns:a16="http://schemas.microsoft.com/office/drawing/2014/main" id="{367B2E3C-6F37-624E-979C-5D5F5B51FD23}"/>
                </a:ext>
              </a:extLst>
            </p:cNvPr>
            <p:cNvSpPr/>
            <p:nvPr/>
          </p:nvSpPr>
          <p:spPr>
            <a:xfrm rot="5400000">
              <a:off x="9758507" y="4123788"/>
              <a:ext cx="2088085" cy="1800073"/>
            </a:xfrm>
            <a:prstGeom prst="triangle">
              <a:avLst/>
            </a:prstGeom>
            <a:blipFill dpi="0" rotWithShape="1">
              <a:blip r:embed="rId3" cstate="screen">
                <a:extLst>
                  <a:ext uri="{28A0092B-C50C-407E-A947-70E740481C1C}">
                    <a14:useLocalDpi xmlns:a14="http://schemas.microsoft.com/office/drawing/2010/main"/>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R" sz="1350"/>
            </a:p>
          </p:txBody>
        </p:sp>
        <p:sp>
          <p:nvSpPr>
            <p:cNvPr id="20" name="Triangle 19">
              <a:extLst>
                <a:ext uri="{FF2B5EF4-FFF2-40B4-BE49-F238E27FC236}">
                  <a16:creationId xmlns:a16="http://schemas.microsoft.com/office/drawing/2014/main" id="{2F54F3A2-E591-2748-ACBA-C5BBFC9C7EE9}"/>
                </a:ext>
              </a:extLst>
            </p:cNvPr>
            <p:cNvSpPr/>
            <p:nvPr/>
          </p:nvSpPr>
          <p:spPr>
            <a:xfrm rot="16200000">
              <a:off x="9689716" y="2890436"/>
              <a:ext cx="1302918" cy="1123205"/>
            </a:xfrm>
            <a:prstGeom prst="triangle">
              <a:avLst/>
            </a:prstGeom>
            <a:blipFill dpi="0" rotWithShape="1">
              <a:blip r:embed="rId4" cstate="screen">
                <a:extLst>
                  <a:ext uri="{28A0092B-C50C-407E-A947-70E740481C1C}">
                    <a14:useLocalDpi xmlns:a14="http://schemas.microsoft.com/office/drawing/2010/main"/>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R" sz="1350"/>
            </a:p>
          </p:txBody>
        </p:sp>
        <p:sp>
          <p:nvSpPr>
            <p:cNvPr id="22" name="Triangle 21">
              <a:extLst>
                <a:ext uri="{FF2B5EF4-FFF2-40B4-BE49-F238E27FC236}">
                  <a16:creationId xmlns:a16="http://schemas.microsoft.com/office/drawing/2014/main" id="{3B87F402-ADDE-5C4B-B16E-F27A38C7B554}"/>
                </a:ext>
              </a:extLst>
            </p:cNvPr>
            <p:cNvSpPr/>
            <p:nvPr/>
          </p:nvSpPr>
          <p:spPr>
            <a:xfrm rot="5400000">
              <a:off x="9588106" y="1213900"/>
              <a:ext cx="1655891" cy="1427491"/>
            </a:xfrm>
            <a:prstGeom prst="triangle">
              <a:avLst/>
            </a:prstGeom>
            <a:noFill/>
            <a:ln w="1905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R" sz="1350">
                <a:solidFill>
                  <a:schemeClr val="tx1"/>
                </a:solidFill>
              </a:endParaRPr>
            </a:p>
          </p:txBody>
        </p:sp>
        <p:sp>
          <p:nvSpPr>
            <p:cNvPr id="23" name="Triangle 22">
              <a:extLst>
                <a:ext uri="{FF2B5EF4-FFF2-40B4-BE49-F238E27FC236}">
                  <a16:creationId xmlns:a16="http://schemas.microsoft.com/office/drawing/2014/main" id="{90348D4E-21B9-D249-B6DC-E92B2305DF70}"/>
                </a:ext>
              </a:extLst>
            </p:cNvPr>
            <p:cNvSpPr/>
            <p:nvPr/>
          </p:nvSpPr>
          <p:spPr>
            <a:xfrm rot="5400000">
              <a:off x="10543514" y="3722328"/>
              <a:ext cx="1302914" cy="1123202"/>
            </a:xfrm>
            <a:prstGeom prst="triangle">
              <a:avLst/>
            </a:prstGeom>
            <a:noFill/>
            <a:ln w="19050">
              <a:solidFill>
                <a:srgbClr val="FFB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R" sz="1350">
                <a:solidFill>
                  <a:schemeClr val="accent1"/>
                </a:solidFill>
              </a:endParaRPr>
            </a:p>
          </p:txBody>
        </p:sp>
        <p:sp>
          <p:nvSpPr>
            <p:cNvPr id="24" name="Triangle 23">
              <a:extLst>
                <a:ext uri="{FF2B5EF4-FFF2-40B4-BE49-F238E27FC236}">
                  <a16:creationId xmlns:a16="http://schemas.microsoft.com/office/drawing/2014/main" id="{867D43BB-EB4F-C442-A0C8-8D797E805C20}"/>
                </a:ext>
              </a:extLst>
            </p:cNvPr>
            <p:cNvSpPr/>
            <p:nvPr/>
          </p:nvSpPr>
          <p:spPr>
            <a:xfrm rot="16200000">
              <a:off x="10276074" y="956334"/>
              <a:ext cx="523022" cy="450882"/>
            </a:xfrm>
            <a:prstGeom prst="triangle">
              <a:avLst/>
            </a:prstGeom>
            <a:solidFill>
              <a:schemeClr val="accent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R" sz="1350">
                <a:solidFill>
                  <a:schemeClr val="accent1"/>
                </a:solidFill>
              </a:endParaRPr>
            </a:p>
          </p:txBody>
        </p:sp>
      </p:grpSp>
      <p:sp>
        <p:nvSpPr>
          <p:cNvPr id="11" name="Text Placeholder 18">
            <a:extLst>
              <a:ext uri="{FF2B5EF4-FFF2-40B4-BE49-F238E27FC236}">
                <a16:creationId xmlns:a16="http://schemas.microsoft.com/office/drawing/2014/main" id="{94E74B46-F57C-ED48-A3DD-A783E8948904}"/>
              </a:ext>
            </a:extLst>
          </p:cNvPr>
          <p:cNvSpPr>
            <a:spLocks noGrp="1"/>
          </p:cNvSpPr>
          <p:nvPr>
            <p:ph type="body" sz="quarter" idx="14" hasCustomPrompt="1"/>
          </p:nvPr>
        </p:nvSpPr>
        <p:spPr>
          <a:xfrm>
            <a:off x="785109" y="4553006"/>
            <a:ext cx="6009071" cy="365005"/>
          </a:xfrm>
        </p:spPr>
        <p:txBody>
          <a:bodyPr anchor="t">
            <a:noAutofit/>
          </a:bodyPr>
          <a:lstStyle>
            <a:lvl1pPr>
              <a:lnSpc>
                <a:spcPct val="100000"/>
              </a:lnSpc>
              <a:spcBef>
                <a:spcPts val="0"/>
              </a:spcBef>
              <a:defRPr sz="675" b="0" spc="0">
                <a:solidFill>
                  <a:schemeClr val="accent6"/>
                </a:solidFill>
              </a:defRPr>
            </a:lvl1pPr>
            <a:lvl2pPr marL="342900" indent="0">
              <a:buNone/>
              <a:defRPr/>
            </a:lvl2pPr>
          </a:lstStyle>
          <a:p>
            <a:pPr lvl="0"/>
            <a:r>
              <a:rPr lang="en-US"/>
              <a:t>Click to add footnote</a:t>
            </a:r>
          </a:p>
        </p:txBody>
      </p:sp>
    </p:spTree>
    <p:extLst>
      <p:ext uri="{BB962C8B-B14F-4D97-AF65-F5344CB8AC3E}">
        <p14:creationId xmlns:p14="http://schemas.microsoft.com/office/powerpoint/2010/main" val="36203314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35.xml"/><Relationship Id="rId13" Type="http://schemas.openxmlformats.org/officeDocument/2006/relationships/slideLayout" Target="../slideLayouts/slideLayout40.xml"/><Relationship Id="rId18" Type="http://schemas.openxmlformats.org/officeDocument/2006/relationships/slideLayout" Target="../slideLayouts/slideLayout45.xml"/><Relationship Id="rId26" Type="http://schemas.openxmlformats.org/officeDocument/2006/relationships/slideLayout" Target="../slideLayouts/slideLayout53.xml"/><Relationship Id="rId3" Type="http://schemas.openxmlformats.org/officeDocument/2006/relationships/slideLayout" Target="../slideLayouts/slideLayout30.xml"/><Relationship Id="rId21" Type="http://schemas.openxmlformats.org/officeDocument/2006/relationships/slideLayout" Target="../slideLayouts/slideLayout48.xml"/><Relationship Id="rId7" Type="http://schemas.openxmlformats.org/officeDocument/2006/relationships/slideLayout" Target="../slideLayouts/slideLayout34.xml"/><Relationship Id="rId12" Type="http://schemas.openxmlformats.org/officeDocument/2006/relationships/slideLayout" Target="../slideLayouts/slideLayout39.xml"/><Relationship Id="rId17" Type="http://schemas.openxmlformats.org/officeDocument/2006/relationships/slideLayout" Target="../slideLayouts/slideLayout44.xml"/><Relationship Id="rId25" Type="http://schemas.openxmlformats.org/officeDocument/2006/relationships/slideLayout" Target="../slideLayouts/slideLayout52.xml"/><Relationship Id="rId2" Type="http://schemas.openxmlformats.org/officeDocument/2006/relationships/slideLayout" Target="../slideLayouts/slideLayout29.xml"/><Relationship Id="rId16" Type="http://schemas.openxmlformats.org/officeDocument/2006/relationships/slideLayout" Target="../slideLayouts/slideLayout43.xml"/><Relationship Id="rId20" Type="http://schemas.openxmlformats.org/officeDocument/2006/relationships/slideLayout" Target="../slideLayouts/slideLayout47.xml"/><Relationship Id="rId29" Type="http://schemas.openxmlformats.org/officeDocument/2006/relationships/slideLayout" Target="../slideLayouts/slideLayout56.xml"/><Relationship Id="rId1" Type="http://schemas.openxmlformats.org/officeDocument/2006/relationships/slideLayout" Target="../slideLayouts/slideLayout28.xml"/><Relationship Id="rId6" Type="http://schemas.openxmlformats.org/officeDocument/2006/relationships/slideLayout" Target="../slideLayouts/slideLayout33.xml"/><Relationship Id="rId11" Type="http://schemas.openxmlformats.org/officeDocument/2006/relationships/slideLayout" Target="../slideLayouts/slideLayout38.xml"/><Relationship Id="rId24" Type="http://schemas.openxmlformats.org/officeDocument/2006/relationships/slideLayout" Target="../slideLayouts/slideLayout51.xml"/><Relationship Id="rId32" Type="http://schemas.openxmlformats.org/officeDocument/2006/relationships/image" Target="../media/image1.png"/><Relationship Id="rId5" Type="http://schemas.openxmlformats.org/officeDocument/2006/relationships/slideLayout" Target="../slideLayouts/slideLayout32.xml"/><Relationship Id="rId15" Type="http://schemas.openxmlformats.org/officeDocument/2006/relationships/slideLayout" Target="../slideLayouts/slideLayout42.xml"/><Relationship Id="rId23" Type="http://schemas.openxmlformats.org/officeDocument/2006/relationships/slideLayout" Target="../slideLayouts/slideLayout50.xml"/><Relationship Id="rId28" Type="http://schemas.openxmlformats.org/officeDocument/2006/relationships/slideLayout" Target="../slideLayouts/slideLayout55.xml"/><Relationship Id="rId10" Type="http://schemas.openxmlformats.org/officeDocument/2006/relationships/slideLayout" Target="../slideLayouts/slideLayout37.xml"/><Relationship Id="rId19" Type="http://schemas.openxmlformats.org/officeDocument/2006/relationships/slideLayout" Target="../slideLayouts/slideLayout46.xml"/><Relationship Id="rId31" Type="http://schemas.openxmlformats.org/officeDocument/2006/relationships/theme" Target="../theme/theme2.xml"/><Relationship Id="rId4" Type="http://schemas.openxmlformats.org/officeDocument/2006/relationships/slideLayout" Target="../slideLayouts/slideLayout31.xml"/><Relationship Id="rId9" Type="http://schemas.openxmlformats.org/officeDocument/2006/relationships/slideLayout" Target="../slideLayouts/slideLayout36.xml"/><Relationship Id="rId14" Type="http://schemas.openxmlformats.org/officeDocument/2006/relationships/slideLayout" Target="../slideLayouts/slideLayout41.xml"/><Relationship Id="rId22" Type="http://schemas.openxmlformats.org/officeDocument/2006/relationships/slideLayout" Target="../slideLayouts/slideLayout49.xml"/><Relationship Id="rId27" Type="http://schemas.openxmlformats.org/officeDocument/2006/relationships/slideLayout" Target="../slideLayouts/slideLayout54.xml"/><Relationship Id="rId30" Type="http://schemas.openxmlformats.org/officeDocument/2006/relationships/slideLayout" Target="../slideLayouts/slideLayout57.xml"/></Relationships>
</file>

<file path=ppt/slideMasters/_rels/slideMaster3.xml.rels><?xml version="1.0" encoding="UTF-8" standalone="yes"?>
<Relationships xmlns="http://schemas.openxmlformats.org/package/2006/relationships"><Relationship Id="rId13" Type="http://schemas.openxmlformats.org/officeDocument/2006/relationships/slideLayout" Target="../slideLayouts/slideLayout70.xml"/><Relationship Id="rId18" Type="http://schemas.openxmlformats.org/officeDocument/2006/relationships/slideLayout" Target="../slideLayouts/slideLayout75.xml"/><Relationship Id="rId26" Type="http://schemas.openxmlformats.org/officeDocument/2006/relationships/slideLayout" Target="../slideLayouts/slideLayout83.xml"/><Relationship Id="rId21" Type="http://schemas.openxmlformats.org/officeDocument/2006/relationships/slideLayout" Target="../slideLayouts/slideLayout78.xml"/><Relationship Id="rId34" Type="http://schemas.openxmlformats.org/officeDocument/2006/relationships/slideLayout" Target="../slideLayouts/slideLayout91.xml"/><Relationship Id="rId7" Type="http://schemas.openxmlformats.org/officeDocument/2006/relationships/slideLayout" Target="../slideLayouts/slideLayout64.xml"/><Relationship Id="rId12" Type="http://schemas.openxmlformats.org/officeDocument/2006/relationships/slideLayout" Target="../slideLayouts/slideLayout69.xml"/><Relationship Id="rId17" Type="http://schemas.openxmlformats.org/officeDocument/2006/relationships/slideLayout" Target="../slideLayouts/slideLayout74.xml"/><Relationship Id="rId25" Type="http://schemas.openxmlformats.org/officeDocument/2006/relationships/slideLayout" Target="../slideLayouts/slideLayout82.xml"/><Relationship Id="rId33" Type="http://schemas.openxmlformats.org/officeDocument/2006/relationships/slideLayout" Target="../slideLayouts/slideLayout90.xml"/><Relationship Id="rId38" Type="http://schemas.openxmlformats.org/officeDocument/2006/relationships/image" Target="../media/image10.svg"/><Relationship Id="rId2" Type="http://schemas.openxmlformats.org/officeDocument/2006/relationships/slideLayout" Target="../slideLayouts/slideLayout59.xml"/><Relationship Id="rId16" Type="http://schemas.openxmlformats.org/officeDocument/2006/relationships/slideLayout" Target="../slideLayouts/slideLayout73.xml"/><Relationship Id="rId20" Type="http://schemas.openxmlformats.org/officeDocument/2006/relationships/slideLayout" Target="../slideLayouts/slideLayout77.xml"/><Relationship Id="rId29" Type="http://schemas.openxmlformats.org/officeDocument/2006/relationships/slideLayout" Target="../slideLayouts/slideLayout86.xml"/><Relationship Id="rId1" Type="http://schemas.openxmlformats.org/officeDocument/2006/relationships/slideLayout" Target="../slideLayouts/slideLayout58.xml"/><Relationship Id="rId6" Type="http://schemas.openxmlformats.org/officeDocument/2006/relationships/slideLayout" Target="../slideLayouts/slideLayout63.xml"/><Relationship Id="rId11" Type="http://schemas.openxmlformats.org/officeDocument/2006/relationships/slideLayout" Target="../slideLayouts/slideLayout68.xml"/><Relationship Id="rId24" Type="http://schemas.openxmlformats.org/officeDocument/2006/relationships/slideLayout" Target="../slideLayouts/slideLayout81.xml"/><Relationship Id="rId32" Type="http://schemas.openxmlformats.org/officeDocument/2006/relationships/slideLayout" Target="../slideLayouts/slideLayout89.xml"/><Relationship Id="rId37" Type="http://schemas.openxmlformats.org/officeDocument/2006/relationships/image" Target="../media/image9.png"/><Relationship Id="rId5" Type="http://schemas.openxmlformats.org/officeDocument/2006/relationships/slideLayout" Target="../slideLayouts/slideLayout62.xml"/><Relationship Id="rId15" Type="http://schemas.openxmlformats.org/officeDocument/2006/relationships/slideLayout" Target="../slideLayouts/slideLayout72.xml"/><Relationship Id="rId23" Type="http://schemas.openxmlformats.org/officeDocument/2006/relationships/slideLayout" Target="../slideLayouts/slideLayout80.xml"/><Relationship Id="rId28" Type="http://schemas.openxmlformats.org/officeDocument/2006/relationships/slideLayout" Target="../slideLayouts/slideLayout85.xml"/><Relationship Id="rId36" Type="http://schemas.openxmlformats.org/officeDocument/2006/relationships/theme" Target="../theme/theme3.xml"/><Relationship Id="rId10" Type="http://schemas.openxmlformats.org/officeDocument/2006/relationships/slideLayout" Target="../slideLayouts/slideLayout67.xml"/><Relationship Id="rId19" Type="http://schemas.openxmlformats.org/officeDocument/2006/relationships/slideLayout" Target="../slideLayouts/slideLayout76.xml"/><Relationship Id="rId31" Type="http://schemas.openxmlformats.org/officeDocument/2006/relationships/slideLayout" Target="../slideLayouts/slideLayout88.xml"/><Relationship Id="rId4" Type="http://schemas.openxmlformats.org/officeDocument/2006/relationships/slideLayout" Target="../slideLayouts/slideLayout61.xml"/><Relationship Id="rId9" Type="http://schemas.openxmlformats.org/officeDocument/2006/relationships/slideLayout" Target="../slideLayouts/slideLayout66.xml"/><Relationship Id="rId14" Type="http://schemas.openxmlformats.org/officeDocument/2006/relationships/slideLayout" Target="../slideLayouts/slideLayout71.xml"/><Relationship Id="rId22" Type="http://schemas.openxmlformats.org/officeDocument/2006/relationships/slideLayout" Target="../slideLayouts/slideLayout79.xml"/><Relationship Id="rId27" Type="http://schemas.openxmlformats.org/officeDocument/2006/relationships/slideLayout" Target="../slideLayouts/slideLayout84.xml"/><Relationship Id="rId30" Type="http://schemas.openxmlformats.org/officeDocument/2006/relationships/slideLayout" Target="../slideLayouts/slideLayout87.xml"/><Relationship Id="rId35" Type="http://schemas.openxmlformats.org/officeDocument/2006/relationships/slideLayout" Target="../slideLayouts/slideLayout92.xml"/><Relationship Id="rId8" Type="http://schemas.openxmlformats.org/officeDocument/2006/relationships/slideLayout" Target="../slideLayouts/slideLayout65.xml"/><Relationship Id="rId3" Type="http://schemas.openxmlformats.org/officeDocument/2006/relationships/slideLayout" Target="../slideLayouts/slideLayout60.xml"/></Relationships>
</file>

<file path=ppt/slideMasters/_rels/slideMaster4.xml.rels><?xml version="1.0" encoding="UTF-8" standalone="yes"?>
<Relationships xmlns="http://schemas.openxmlformats.org/package/2006/relationships"><Relationship Id="rId13" Type="http://schemas.openxmlformats.org/officeDocument/2006/relationships/slideLayout" Target="../slideLayouts/slideLayout105.xml"/><Relationship Id="rId18" Type="http://schemas.openxmlformats.org/officeDocument/2006/relationships/slideLayout" Target="../slideLayouts/slideLayout110.xml"/><Relationship Id="rId26" Type="http://schemas.openxmlformats.org/officeDocument/2006/relationships/slideLayout" Target="../slideLayouts/slideLayout118.xml"/><Relationship Id="rId21" Type="http://schemas.openxmlformats.org/officeDocument/2006/relationships/slideLayout" Target="../slideLayouts/slideLayout113.xml"/><Relationship Id="rId34" Type="http://schemas.openxmlformats.org/officeDocument/2006/relationships/slideLayout" Target="../slideLayouts/slideLayout126.xml"/><Relationship Id="rId7" Type="http://schemas.openxmlformats.org/officeDocument/2006/relationships/slideLayout" Target="../slideLayouts/slideLayout99.xml"/><Relationship Id="rId12" Type="http://schemas.openxmlformats.org/officeDocument/2006/relationships/slideLayout" Target="../slideLayouts/slideLayout104.xml"/><Relationship Id="rId17" Type="http://schemas.openxmlformats.org/officeDocument/2006/relationships/slideLayout" Target="../slideLayouts/slideLayout109.xml"/><Relationship Id="rId25" Type="http://schemas.openxmlformats.org/officeDocument/2006/relationships/slideLayout" Target="../slideLayouts/slideLayout117.xml"/><Relationship Id="rId33" Type="http://schemas.openxmlformats.org/officeDocument/2006/relationships/slideLayout" Target="../slideLayouts/slideLayout125.xml"/><Relationship Id="rId38" Type="http://schemas.openxmlformats.org/officeDocument/2006/relationships/image" Target="../media/image10.svg"/><Relationship Id="rId2" Type="http://schemas.openxmlformats.org/officeDocument/2006/relationships/slideLayout" Target="../slideLayouts/slideLayout94.xml"/><Relationship Id="rId16" Type="http://schemas.openxmlformats.org/officeDocument/2006/relationships/slideLayout" Target="../slideLayouts/slideLayout108.xml"/><Relationship Id="rId20" Type="http://schemas.openxmlformats.org/officeDocument/2006/relationships/slideLayout" Target="../slideLayouts/slideLayout112.xml"/><Relationship Id="rId29" Type="http://schemas.openxmlformats.org/officeDocument/2006/relationships/slideLayout" Target="../slideLayouts/slideLayout121.xml"/><Relationship Id="rId1" Type="http://schemas.openxmlformats.org/officeDocument/2006/relationships/slideLayout" Target="../slideLayouts/slideLayout93.xml"/><Relationship Id="rId6" Type="http://schemas.openxmlformats.org/officeDocument/2006/relationships/slideLayout" Target="../slideLayouts/slideLayout98.xml"/><Relationship Id="rId11" Type="http://schemas.openxmlformats.org/officeDocument/2006/relationships/slideLayout" Target="../slideLayouts/slideLayout103.xml"/><Relationship Id="rId24" Type="http://schemas.openxmlformats.org/officeDocument/2006/relationships/slideLayout" Target="../slideLayouts/slideLayout116.xml"/><Relationship Id="rId32" Type="http://schemas.openxmlformats.org/officeDocument/2006/relationships/slideLayout" Target="../slideLayouts/slideLayout124.xml"/><Relationship Id="rId37" Type="http://schemas.openxmlformats.org/officeDocument/2006/relationships/image" Target="../media/image9.png"/><Relationship Id="rId5" Type="http://schemas.openxmlformats.org/officeDocument/2006/relationships/slideLayout" Target="../slideLayouts/slideLayout97.xml"/><Relationship Id="rId15" Type="http://schemas.openxmlformats.org/officeDocument/2006/relationships/slideLayout" Target="../slideLayouts/slideLayout107.xml"/><Relationship Id="rId23" Type="http://schemas.openxmlformats.org/officeDocument/2006/relationships/slideLayout" Target="../slideLayouts/slideLayout115.xml"/><Relationship Id="rId28" Type="http://schemas.openxmlformats.org/officeDocument/2006/relationships/slideLayout" Target="../slideLayouts/slideLayout120.xml"/><Relationship Id="rId36" Type="http://schemas.openxmlformats.org/officeDocument/2006/relationships/theme" Target="../theme/theme4.xml"/><Relationship Id="rId10" Type="http://schemas.openxmlformats.org/officeDocument/2006/relationships/slideLayout" Target="../slideLayouts/slideLayout102.xml"/><Relationship Id="rId19" Type="http://schemas.openxmlformats.org/officeDocument/2006/relationships/slideLayout" Target="../slideLayouts/slideLayout111.xml"/><Relationship Id="rId31" Type="http://schemas.openxmlformats.org/officeDocument/2006/relationships/slideLayout" Target="../slideLayouts/slideLayout123.xml"/><Relationship Id="rId4" Type="http://schemas.openxmlformats.org/officeDocument/2006/relationships/slideLayout" Target="../slideLayouts/slideLayout96.xml"/><Relationship Id="rId9" Type="http://schemas.openxmlformats.org/officeDocument/2006/relationships/slideLayout" Target="../slideLayouts/slideLayout101.xml"/><Relationship Id="rId14" Type="http://schemas.openxmlformats.org/officeDocument/2006/relationships/slideLayout" Target="../slideLayouts/slideLayout106.xml"/><Relationship Id="rId22" Type="http://schemas.openxmlformats.org/officeDocument/2006/relationships/slideLayout" Target="../slideLayouts/slideLayout114.xml"/><Relationship Id="rId27" Type="http://schemas.openxmlformats.org/officeDocument/2006/relationships/slideLayout" Target="../slideLayouts/slideLayout119.xml"/><Relationship Id="rId30" Type="http://schemas.openxmlformats.org/officeDocument/2006/relationships/slideLayout" Target="../slideLayouts/slideLayout122.xml"/><Relationship Id="rId35" Type="http://schemas.openxmlformats.org/officeDocument/2006/relationships/slideLayout" Target="../slideLayouts/slideLayout127.xml"/><Relationship Id="rId8" Type="http://schemas.openxmlformats.org/officeDocument/2006/relationships/slideLayout" Target="../slideLayouts/slideLayout100.xml"/><Relationship Id="rId3" Type="http://schemas.openxmlformats.org/officeDocument/2006/relationships/slideLayout" Target="../slideLayouts/slideLayout95.xml"/></Relationships>
</file>

<file path=ppt/slideMasters/_rels/slideMaster5.xml.rels><?xml version="1.0" encoding="UTF-8" standalone="yes"?>
<Relationships xmlns="http://schemas.openxmlformats.org/package/2006/relationships"><Relationship Id="rId13" Type="http://schemas.openxmlformats.org/officeDocument/2006/relationships/slideLayout" Target="../slideLayouts/slideLayout140.xml"/><Relationship Id="rId18" Type="http://schemas.openxmlformats.org/officeDocument/2006/relationships/slideLayout" Target="../slideLayouts/slideLayout145.xml"/><Relationship Id="rId26" Type="http://schemas.openxmlformats.org/officeDocument/2006/relationships/slideLayout" Target="../slideLayouts/slideLayout153.xml"/><Relationship Id="rId21" Type="http://schemas.openxmlformats.org/officeDocument/2006/relationships/slideLayout" Target="../slideLayouts/slideLayout148.xml"/><Relationship Id="rId34" Type="http://schemas.openxmlformats.org/officeDocument/2006/relationships/slideLayout" Target="../slideLayouts/slideLayout161.xml"/><Relationship Id="rId7" Type="http://schemas.openxmlformats.org/officeDocument/2006/relationships/slideLayout" Target="../slideLayouts/slideLayout134.xml"/><Relationship Id="rId12" Type="http://schemas.openxmlformats.org/officeDocument/2006/relationships/slideLayout" Target="../slideLayouts/slideLayout139.xml"/><Relationship Id="rId17" Type="http://schemas.openxmlformats.org/officeDocument/2006/relationships/slideLayout" Target="../slideLayouts/slideLayout144.xml"/><Relationship Id="rId25" Type="http://schemas.openxmlformats.org/officeDocument/2006/relationships/slideLayout" Target="../slideLayouts/slideLayout152.xml"/><Relationship Id="rId33" Type="http://schemas.openxmlformats.org/officeDocument/2006/relationships/slideLayout" Target="../slideLayouts/slideLayout160.xml"/><Relationship Id="rId38" Type="http://schemas.openxmlformats.org/officeDocument/2006/relationships/image" Target="../media/image10.svg"/><Relationship Id="rId2" Type="http://schemas.openxmlformats.org/officeDocument/2006/relationships/slideLayout" Target="../slideLayouts/slideLayout129.xml"/><Relationship Id="rId16" Type="http://schemas.openxmlformats.org/officeDocument/2006/relationships/slideLayout" Target="../slideLayouts/slideLayout143.xml"/><Relationship Id="rId20" Type="http://schemas.openxmlformats.org/officeDocument/2006/relationships/slideLayout" Target="../slideLayouts/slideLayout147.xml"/><Relationship Id="rId29" Type="http://schemas.openxmlformats.org/officeDocument/2006/relationships/slideLayout" Target="../slideLayouts/slideLayout156.xml"/><Relationship Id="rId1" Type="http://schemas.openxmlformats.org/officeDocument/2006/relationships/slideLayout" Target="../slideLayouts/slideLayout128.xml"/><Relationship Id="rId6" Type="http://schemas.openxmlformats.org/officeDocument/2006/relationships/slideLayout" Target="../slideLayouts/slideLayout133.xml"/><Relationship Id="rId11" Type="http://schemas.openxmlformats.org/officeDocument/2006/relationships/slideLayout" Target="../slideLayouts/slideLayout138.xml"/><Relationship Id="rId24" Type="http://schemas.openxmlformats.org/officeDocument/2006/relationships/slideLayout" Target="../slideLayouts/slideLayout151.xml"/><Relationship Id="rId32" Type="http://schemas.openxmlformats.org/officeDocument/2006/relationships/slideLayout" Target="../slideLayouts/slideLayout159.xml"/><Relationship Id="rId37" Type="http://schemas.openxmlformats.org/officeDocument/2006/relationships/image" Target="../media/image9.png"/><Relationship Id="rId5" Type="http://schemas.openxmlformats.org/officeDocument/2006/relationships/slideLayout" Target="../slideLayouts/slideLayout132.xml"/><Relationship Id="rId15" Type="http://schemas.openxmlformats.org/officeDocument/2006/relationships/slideLayout" Target="../slideLayouts/slideLayout142.xml"/><Relationship Id="rId23" Type="http://schemas.openxmlformats.org/officeDocument/2006/relationships/slideLayout" Target="../slideLayouts/slideLayout150.xml"/><Relationship Id="rId28" Type="http://schemas.openxmlformats.org/officeDocument/2006/relationships/slideLayout" Target="../slideLayouts/slideLayout155.xml"/><Relationship Id="rId36" Type="http://schemas.openxmlformats.org/officeDocument/2006/relationships/theme" Target="../theme/theme5.xml"/><Relationship Id="rId10" Type="http://schemas.openxmlformats.org/officeDocument/2006/relationships/slideLayout" Target="../slideLayouts/slideLayout137.xml"/><Relationship Id="rId19" Type="http://schemas.openxmlformats.org/officeDocument/2006/relationships/slideLayout" Target="../slideLayouts/slideLayout146.xml"/><Relationship Id="rId31" Type="http://schemas.openxmlformats.org/officeDocument/2006/relationships/slideLayout" Target="../slideLayouts/slideLayout158.xml"/><Relationship Id="rId4" Type="http://schemas.openxmlformats.org/officeDocument/2006/relationships/slideLayout" Target="../slideLayouts/slideLayout131.xml"/><Relationship Id="rId9" Type="http://schemas.openxmlformats.org/officeDocument/2006/relationships/slideLayout" Target="../slideLayouts/slideLayout136.xml"/><Relationship Id="rId14" Type="http://schemas.openxmlformats.org/officeDocument/2006/relationships/slideLayout" Target="../slideLayouts/slideLayout141.xml"/><Relationship Id="rId22" Type="http://schemas.openxmlformats.org/officeDocument/2006/relationships/slideLayout" Target="../slideLayouts/slideLayout149.xml"/><Relationship Id="rId27" Type="http://schemas.openxmlformats.org/officeDocument/2006/relationships/slideLayout" Target="../slideLayouts/slideLayout154.xml"/><Relationship Id="rId30" Type="http://schemas.openxmlformats.org/officeDocument/2006/relationships/slideLayout" Target="../slideLayouts/slideLayout157.xml"/><Relationship Id="rId35" Type="http://schemas.openxmlformats.org/officeDocument/2006/relationships/slideLayout" Target="../slideLayouts/slideLayout162.xml"/><Relationship Id="rId8" Type="http://schemas.openxmlformats.org/officeDocument/2006/relationships/slideLayout" Target="../slideLayouts/slideLayout135.xml"/><Relationship Id="rId3" Type="http://schemas.openxmlformats.org/officeDocument/2006/relationships/slideLayout" Target="../slideLayouts/slideLayout130.xml"/></Relationships>
</file>

<file path=ppt/slideMasters/_rels/slideMaster6.xml.rels><?xml version="1.0" encoding="UTF-8" standalone="yes"?>
<Relationships xmlns="http://schemas.openxmlformats.org/package/2006/relationships"><Relationship Id="rId13" Type="http://schemas.openxmlformats.org/officeDocument/2006/relationships/slideLayout" Target="../slideLayouts/slideLayout175.xml"/><Relationship Id="rId18" Type="http://schemas.openxmlformats.org/officeDocument/2006/relationships/slideLayout" Target="../slideLayouts/slideLayout180.xml"/><Relationship Id="rId26" Type="http://schemas.openxmlformats.org/officeDocument/2006/relationships/slideLayout" Target="../slideLayouts/slideLayout188.xml"/><Relationship Id="rId39" Type="http://schemas.openxmlformats.org/officeDocument/2006/relationships/theme" Target="../theme/theme6.xml"/><Relationship Id="rId21" Type="http://schemas.openxmlformats.org/officeDocument/2006/relationships/slideLayout" Target="../slideLayouts/slideLayout183.xml"/><Relationship Id="rId34" Type="http://schemas.openxmlformats.org/officeDocument/2006/relationships/slideLayout" Target="../slideLayouts/slideLayout196.xml"/><Relationship Id="rId7" Type="http://schemas.openxmlformats.org/officeDocument/2006/relationships/slideLayout" Target="../slideLayouts/slideLayout169.xml"/><Relationship Id="rId2" Type="http://schemas.openxmlformats.org/officeDocument/2006/relationships/slideLayout" Target="../slideLayouts/slideLayout164.xml"/><Relationship Id="rId16" Type="http://schemas.openxmlformats.org/officeDocument/2006/relationships/slideLayout" Target="../slideLayouts/slideLayout178.xml"/><Relationship Id="rId20" Type="http://schemas.openxmlformats.org/officeDocument/2006/relationships/slideLayout" Target="../slideLayouts/slideLayout182.xml"/><Relationship Id="rId29" Type="http://schemas.openxmlformats.org/officeDocument/2006/relationships/slideLayout" Target="../slideLayouts/slideLayout191.xml"/><Relationship Id="rId41" Type="http://schemas.openxmlformats.org/officeDocument/2006/relationships/image" Target="../media/image10.svg"/><Relationship Id="rId1" Type="http://schemas.openxmlformats.org/officeDocument/2006/relationships/slideLayout" Target="../slideLayouts/slideLayout163.xml"/><Relationship Id="rId6" Type="http://schemas.openxmlformats.org/officeDocument/2006/relationships/slideLayout" Target="../slideLayouts/slideLayout168.xml"/><Relationship Id="rId11" Type="http://schemas.openxmlformats.org/officeDocument/2006/relationships/slideLayout" Target="../slideLayouts/slideLayout173.xml"/><Relationship Id="rId24" Type="http://schemas.openxmlformats.org/officeDocument/2006/relationships/slideLayout" Target="../slideLayouts/slideLayout186.xml"/><Relationship Id="rId32" Type="http://schemas.openxmlformats.org/officeDocument/2006/relationships/slideLayout" Target="../slideLayouts/slideLayout194.xml"/><Relationship Id="rId37" Type="http://schemas.openxmlformats.org/officeDocument/2006/relationships/slideLayout" Target="../slideLayouts/slideLayout199.xml"/><Relationship Id="rId40" Type="http://schemas.openxmlformats.org/officeDocument/2006/relationships/image" Target="../media/image9.png"/><Relationship Id="rId5" Type="http://schemas.openxmlformats.org/officeDocument/2006/relationships/slideLayout" Target="../slideLayouts/slideLayout167.xml"/><Relationship Id="rId15" Type="http://schemas.openxmlformats.org/officeDocument/2006/relationships/slideLayout" Target="../slideLayouts/slideLayout177.xml"/><Relationship Id="rId23" Type="http://schemas.openxmlformats.org/officeDocument/2006/relationships/slideLayout" Target="../slideLayouts/slideLayout185.xml"/><Relationship Id="rId28" Type="http://schemas.openxmlformats.org/officeDocument/2006/relationships/slideLayout" Target="../slideLayouts/slideLayout190.xml"/><Relationship Id="rId36" Type="http://schemas.openxmlformats.org/officeDocument/2006/relationships/slideLayout" Target="../slideLayouts/slideLayout198.xml"/><Relationship Id="rId10" Type="http://schemas.openxmlformats.org/officeDocument/2006/relationships/slideLayout" Target="../slideLayouts/slideLayout172.xml"/><Relationship Id="rId19" Type="http://schemas.openxmlformats.org/officeDocument/2006/relationships/slideLayout" Target="../slideLayouts/slideLayout181.xml"/><Relationship Id="rId31" Type="http://schemas.openxmlformats.org/officeDocument/2006/relationships/slideLayout" Target="../slideLayouts/slideLayout193.xml"/><Relationship Id="rId4" Type="http://schemas.openxmlformats.org/officeDocument/2006/relationships/slideLayout" Target="../slideLayouts/slideLayout166.xml"/><Relationship Id="rId9" Type="http://schemas.openxmlformats.org/officeDocument/2006/relationships/slideLayout" Target="../slideLayouts/slideLayout171.xml"/><Relationship Id="rId14" Type="http://schemas.openxmlformats.org/officeDocument/2006/relationships/slideLayout" Target="../slideLayouts/slideLayout176.xml"/><Relationship Id="rId22" Type="http://schemas.openxmlformats.org/officeDocument/2006/relationships/slideLayout" Target="../slideLayouts/slideLayout184.xml"/><Relationship Id="rId27" Type="http://schemas.openxmlformats.org/officeDocument/2006/relationships/slideLayout" Target="../slideLayouts/slideLayout189.xml"/><Relationship Id="rId30" Type="http://schemas.openxmlformats.org/officeDocument/2006/relationships/slideLayout" Target="../slideLayouts/slideLayout192.xml"/><Relationship Id="rId35" Type="http://schemas.openxmlformats.org/officeDocument/2006/relationships/slideLayout" Target="../slideLayouts/slideLayout197.xml"/><Relationship Id="rId8" Type="http://schemas.openxmlformats.org/officeDocument/2006/relationships/slideLayout" Target="../slideLayouts/slideLayout170.xml"/><Relationship Id="rId3" Type="http://schemas.openxmlformats.org/officeDocument/2006/relationships/slideLayout" Target="../slideLayouts/slideLayout165.xml"/><Relationship Id="rId12" Type="http://schemas.openxmlformats.org/officeDocument/2006/relationships/slideLayout" Target="../slideLayouts/slideLayout174.xml"/><Relationship Id="rId17" Type="http://schemas.openxmlformats.org/officeDocument/2006/relationships/slideLayout" Target="../slideLayouts/slideLayout179.xml"/><Relationship Id="rId25" Type="http://schemas.openxmlformats.org/officeDocument/2006/relationships/slideLayout" Target="../slideLayouts/slideLayout187.xml"/><Relationship Id="rId33" Type="http://schemas.openxmlformats.org/officeDocument/2006/relationships/slideLayout" Target="../slideLayouts/slideLayout195.xml"/><Relationship Id="rId38" Type="http://schemas.openxmlformats.org/officeDocument/2006/relationships/slideLayout" Target="../slideLayouts/slideLayout20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pSp>
        <p:nvGrpSpPr>
          <p:cNvPr id="23" name="Gruppieren 22"/>
          <p:cNvGrpSpPr/>
          <p:nvPr/>
        </p:nvGrpSpPr>
        <p:grpSpPr>
          <a:xfrm>
            <a:off x="182826" y="36709"/>
            <a:ext cx="8782685" cy="5106791"/>
            <a:chOff x="182826" y="36709"/>
            <a:chExt cx="8782685" cy="5106791"/>
          </a:xfrm>
        </p:grpSpPr>
        <p:cxnSp>
          <p:nvCxnSpPr>
            <p:cNvPr id="9" name="Gerade Verbindung 8"/>
            <p:cNvCxnSpPr/>
            <p:nvPr/>
          </p:nvCxnSpPr>
          <p:spPr>
            <a:xfrm>
              <a:off x="367575" y="36709"/>
              <a:ext cx="0" cy="510679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11" name="Gerade Verbindung 10"/>
            <p:cNvCxnSpPr/>
            <p:nvPr/>
          </p:nvCxnSpPr>
          <p:spPr>
            <a:xfrm flipV="1">
              <a:off x="182826" y="4783577"/>
              <a:ext cx="8782685" cy="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13" name="Gerade Verbindung 12"/>
            <p:cNvCxnSpPr/>
            <p:nvPr/>
          </p:nvCxnSpPr>
          <p:spPr>
            <a:xfrm>
              <a:off x="8776425" y="36709"/>
              <a:ext cx="0" cy="510679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14" name="Gerade Verbindung 13"/>
            <p:cNvCxnSpPr/>
            <p:nvPr/>
          </p:nvCxnSpPr>
          <p:spPr>
            <a:xfrm flipV="1">
              <a:off x="812055" y="5039714"/>
              <a:ext cx="7258417" cy="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16" name="Gerade Verbindung 15"/>
            <p:cNvCxnSpPr/>
            <p:nvPr/>
          </p:nvCxnSpPr>
          <p:spPr>
            <a:xfrm>
              <a:off x="1351328" y="4715849"/>
              <a:ext cx="0" cy="371785"/>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19" name="Gerade Verbindung 18"/>
            <p:cNvCxnSpPr/>
            <p:nvPr/>
          </p:nvCxnSpPr>
          <p:spPr>
            <a:xfrm flipV="1">
              <a:off x="182826" y="188161"/>
              <a:ext cx="8782685" cy="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20" name="Gerade Verbindung 19"/>
            <p:cNvCxnSpPr/>
            <p:nvPr/>
          </p:nvCxnSpPr>
          <p:spPr>
            <a:xfrm>
              <a:off x="991288" y="4715849"/>
              <a:ext cx="0" cy="371785"/>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grpSp>
      <p:sp>
        <p:nvSpPr>
          <p:cNvPr id="2" name="Titelplatzhalter 1"/>
          <p:cNvSpPr>
            <a:spLocks noGrp="1"/>
          </p:cNvSpPr>
          <p:nvPr>
            <p:ph type="title"/>
          </p:nvPr>
        </p:nvSpPr>
        <p:spPr>
          <a:xfrm>
            <a:off x="367575" y="290572"/>
            <a:ext cx="8408850" cy="369332"/>
          </a:xfrm>
          <a:prstGeom prst="rect">
            <a:avLst/>
          </a:prstGeom>
        </p:spPr>
        <p:txBody>
          <a:bodyPr vert="horz" wrap="square" lIns="0" tIns="0" rIns="0" bIns="0" rtlCol="0" anchor="t" anchorCtr="0">
            <a:spAutoFit/>
          </a:bodyPr>
          <a:lstStyle/>
          <a:p>
            <a:r>
              <a:rPr lang="en-GB" noProof="0"/>
              <a:t>Click to add title</a:t>
            </a:r>
          </a:p>
        </p:txBody>
      </p:sp>
      <p:sp>
        <p:nvSpPr>
          <p:cNvPr id="3" name="Textplatzhalter 2"/>
          <p:cNvSpPr>
            <a:spLocks noGrp="1"/>
          </p:cNvSpPr>
          <p:nvPr>
            <p:ph type="body" idx="1"/>
          </p:nvPr>
        </p:nvSpPr>
        <p:spPr>
          <a:xfrm>
            <a:off x="367575" y="1200151"/>
            <a:ext cx="8408850" cy="3394472"/>
          </a:xfrm>
          <a:prstGeom prst="rect">
            <a:avLst/>
          </a:prstGeom>
        </p:spPr>
        <p:txBody>
          <a:bodyPr vert="horz" lIns="0" tIns="0" rIns="0" bIns="0" rtlCol="0">
            <a:noAutofit/>
          </a:bodyPr>
          <a:lstStyle/>
          <a:p>
            <a:pPr lvl="0"/>
            <a:r>
              <a:rPr lang="en-GB" noProof="0"/>
              <a:t>Click to add text</a:t>
            </a:r>
          </a:p>
        </p:txBody>
      </p:sp>
      <p:sp>
        <p:nvSpPr>
          <p:cNvPr id="4" name="Datumsplatzhalter 3"/>
          <p:cNvSpPr>
            <a:spLocks noGrp="1"/>
          </p:cNvSpPr>
          <p:nvPr>
            <p:ph type="dt" sz="half" idx="2"/>
          </p:nvPr>
        </p:nvSpPr>
        <p:spPr>
          <a:xfrm>
            <a:off x="7729622" y="4910708"/>
            <a:ext cx="474489" cy="153888"/>
          </a:xfrm>
          <a:prstGeom prst="rect">
            <a:avLst/>
          </a:prstGeom>
        </p:spPr>
        <p:txBody>
          <a:bodyPr vert="horz" wrap="none" lIns="0" tIns="0" rIns="0" bIns="0" rtlCol="0" anchor="ctr">
            <a:spAutoFit/>
          </a:bodyPr>
          <a:lstStyle>
            <a:lvl1pPr algn="r">
              <a:defRPr sz="1000" b="0" i="0">
                <a:solidFill>
                  <a:schemeClr val="bg1">
                    <a:lumMod val="50000"/>
                  </a:schemeClr>
                </a:solidFill>
                <a:latin typeface="BISansOptiCond"/>
                <a:cs typeface="BISansOptiCond"/>
              </a:defRPr>
            </a:lvl1pPr>
          </a:lstStyle>
          <a:p>
            <a:fld id="{9FC3183C-1A43-43C0-8392-1DBE7E166C5E}" type="datetime1">
              <a:rPr lang="en-GB" noProof="0" smtClean="0"/>
              <a:t>25/04/2024</a:t>
            </a:fld>
            <a:endParaRPr lang="en-GB" noProof="0"/>
          </a:p>
        </p:txBody>
      </p:sp>
      <p:sp>
        <p:nvSpPr>
          <p:cNvPr id="5" name="Fußzeilenplatzhalter 4"/>
          <p:cNvSpPr>
            <a:spLocks noGrp="1"/>
          </p:cNvSpPr>
          <p:nvPr>
            <p:ph type="ftr" sz="quarter" idx="3"/>
          </p:nvPr>
        </p:nvSpPr>
        <p:spPr>
          <a:xfrm>
            <a:off x="1351328" y="4910708"/>
            <a:ext cx="6139718" cy="153888"/>
          </a:xfrm>
          <a:prstGeom prst="rect">
            <a:avLst/>
          </a:prstGeom>
        </p:spPr>
        <p:txBody>
          <a:bodyPr vert="horz" wrap="square" lIns="0" tIns="0" rIns="0" bIns="0" rtlCol="0" anchor="ctr">
            <a:spAutoFit/>
          </a:bodyPr>
          <a:lstStyle>
            <a:lvl1pPr algn="l">
              <a:defRPr sz="1000" b="0" i="0">
                <a:solidFill>
                  <a:schemeClr val="bg1">
                    <a:lumMod val="50000"/>
                  </a:schemeClr>
                </a:solidFill>
                <a:latin typeface="BISansOptiCond"/>
                <a:cs typeface="BISansOptiCond"/>
              </a:defRPr>
            </a:lvl1pPr>
          </a:lstStyle>
          <a:p>
            <a:r>
              <a:rPr lang="en-GB" noProof="0"/>
              <a:t>Presentation title, date, author</a:t>
            </a:r>
          </a:p>
        </p:txBody>
      </p:sp>
      <p:sp>
        <p:nvSpPr>
          <p:cNvPr id="6" name="Foliennummernplatzhalter 5"/>
          <p:cNvSpPr>
            <a:spLocks noGrp="1"/>
          </p:cNvSpPr>
          <p:nvPr>
            <p:ph type="sldNum" sz="quarter" idx="4"/>
          </p:nvPr>
        </p:nvSpPr>
        <p:spPr>
          <a:xfrm>
            <a:off x="8571241" y="4910708"/>
            <a:ext cx="205184" cy="153888"/>
          </a:xfrm>
          <a:prstGeom prst="rect">
            <a:avLst/>
          </a:prstGeom>
        </p:spPr>
        <p:txBody>
          <a:bodyPr vert="horz" wrap="none" lIns="0" tIns="0" rIns="0" bIns="0" rtlCol="0" anchor="ctr">
            <a:spAutoFit/>
          </a:bodyPr>
          <a:lstStyle>
            <a:lvl1pPr algn="r">
              <a:defRPr sz="1000" b="0" i="0">
                <a:solidFill>
                  <a:schemeClr val="bg1">
                    <a:lumMod val="50000"/>
                  </a:schemeClr>
                </a:solidFill>
                <a:latin typeface="BISansOptiCond"/>
                <a:cs typeface="BISansOptiCond"/>
              </a:defRPr>
            </a:lvl1pPr>
          </a:lstStyle>
          <a:p>
            <a:fld id="{143B55C4-4F5A-416B-997D-6CE47EB0A945}" type="slidenum">
              <a:rPr lang="en-GB" noProof="0" smtClean="0"/>
              <a:t>‹#›</a:t>
            </a:fld>
            <a:endParaRPr lang="en-GB" noProof="0"/>
          </a:p>
        </p:txBody>
      </p:sp>
      <p:grpSp>
        <p:nvGrpSpPr>
          <p:cNvPr id="17" name="Gruppieren 16"/>
          <p:cNvGrpSpPr/>
          <p:nvPr/>
        </p:nvGrpSpPr>
        <p:grpSpPr>
          <a:xfrm>
            <a:off x="182826" y="36709"/>
            <a:ext cx="8782685" cy="5106791"/>
            <a:chOff x="182826" y="36709"/>
            <a:chExt cx="8782685" cy="5106791"/>
          </a:xfrm>
        </p:grpSpPr>
        <p:cxnSp>
          <p:nvCxnSpPr>
            <p:cNvPr id="18" name="Gerade Verbindung 17"/>
            <p:cNvCxnSpPr/>
            <p:nvPr/>
          </p:nvCxnSpPr>
          <p:spPr>
            <a:xfrm>
              <a:off x="367575" y="36709"/>
              <a:ext cx="0" cy="510679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21" name="Gerade Verbindung 20"/>
            <p:cNvCxnSpPr/>
            <p:nvPr/>
          </p:nvCxnSpPr>
          <p:spPr>
            <a:xfrm flipV="1">
              <a:off x="182826" y="4783577"/>
              <a:ext cx="8782685" cy="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22" name="Gerade Verbindung 21"/>
            <p:cNvCxnSpPr/>
            <p:nvPr/>
          </p:nvCxnSpPr>
          <p:spPr>
            <a:xfrm>
              <a:off x="8776425" y="36709"/>
              <a:ext cx="0" cy="510679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24" name="Gerade Verbindung 23"/>
            <p:cNvCxnSpPr/>
            <p:nvPr/>
          </p:nvCxnSpPr>
          <p:spPr>
            <a:xfrm flipV="1">
              <a:off x="812055" y="5039714"/>
              <a:ext cx="7258417" cy="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25" name="Gerade Verbindung 24"/>
            <p:cNvCxnSpPr/>
            <p:nvPr/>
          </p:nvCxnSpPr>
          <p:spPr>
            <a:xfrm>
              <a:off x="1351328" y="4715849"/>
              <a:ext cx="0" cy="371785"/>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26" name="Gerade Verbindung 25"/>
            <p:cNvCxnSpPr/>
            <p:nvPr/>
          </p:nvCxnSpPr>
          <p:spPr>
            <a:xfrm flipV="1">
              <a:off x="182826" y="188161"/>
              <a:ext cx="8782685" cy="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27" name="Gerade Verbindung 26"/>
            <p:cNvCxnSpPr/>
            <p:nvPr/>
          </p:nvCxnSpPr>
          <p:spPr>
            <a:xfrm>
              <a:off x="991288" y="4715849"/>
              <a:ext cx="0" cy="371785"/>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grpSp>
      <p:pic>
        <p:nvPicPr>
          <p:cNvPr id="29" name="Grafik 28"/>
          <p:cNvPicPr>
            <a:picLocks noChangeAspect="1"/>
          </p:cNvPicPr>
          <p:nvPr/>
        </p:nvPicPr>
        <p:blipFill>
          <a:blip r:embed="rId29" cstate="email"/>
          <a:stretch>
            <a:fillRect/>
          </a:stretch>
        </p:blipFill>
        <p:spPr>
          <a:xfrm>
            <a:off x="364443" y="4864131"/>
            <a:ext cx="630270" cy="190510"/>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txStyles>
    <p:titleStyle>
      <a:lvl1pPr algn="l" defTabSz="914400" rtl="0" eaLnBrk="1" latinLnBrk="0" hangingPunct="1">
        <a:spcBef>
          <a:spcPct val="0"/>
        </a:spcBef>
        <a:buNone/>
        <a:defRPr sz="2400" b="0" i="0" kern="1200">
          <a:solidFill>
            <a:srgbClr val="003366"/>
          </a:solidFill>
          <a:latin typeface="BISansOptiCond"/>
          <a:ea typeface="+mj-ea"/>
          <a:cs typeface="BISansOptiCond"/>
        </a:defRPr>
      </a:lvl1pPr>
    </p:titleStyle>
    <p:bodyStyle>
      <a:lvl1pPr marL="266700" indent="-266700" algn="l" defTabSz="914400" rtl="0" eaLnBrk="1" latinLnBrk="0" hangingPunct="1">
        <a:spcBef>
          <a:spcPts val="400"/>
        </a:spcBef>
        <a:buFont typeface="Arial" panose="020B0604020202020204" pitchFamily="34" charset="0"/>
        <a:buChar char="•"/>
        <a:defRPr sz="2000" kern="1200">
          <a:solidFill>
            <a:schemeClr val="tx1"/>
          </a:solidFill>
          <a:latin typeface="BISansOpti"/>
          <a:ea typeface="+mn-ea"/>
          <a:cs typeface="BISansOpti"/>
        </a:defRPr>
      </a:lvl1pPr>
      <a:lvl2pPr marL="450850" indent="-184150" algn="l" defTabSz="914400" rtl="0" eaLnBrk="1" latinLnBrk="0" hangingPunct="1">
        <a:spcBef>
          <a:spcPts val="0"/>
        </a:spcBef>
        <a:buFont typeface="Arial" panose="020B0604020202020204" pitchFamily="34" charset="0"/>
        <a:buChar char="–"/>
        <a:defRPr sz="1600" kern="1200">
          <a:solidFill>
            <a:schemeClr val="tx1"/>
          </a:solidFill>
          <a:latin typeface="BISansOpti"/>
          <a:ea typeface="+mn-ea"/>
          <a:cs typeface="BISansOpti"/>
        </a:defRPr>
      </a:lvl2pPr>
      <a:lvl3pPr marL="628650" indent="-177800" algn="l" defTabSz="914400" rtl="0" eaLnBrk="1" latinLnBrk="0" hangingPunct="1">
        <a:spcBef>
          <a:spcPts val="0"/>
        </a:spcBef>
        <a:buFont typeface="Arial" panose="020B0604020202020204" pitchFamily="34" charset="0"/>
        <a:buChar char="•"/>
        <a:defRPr sz="1600" kern="1200">
          <a:solidFill>
            <a:schemeClr val="tx1"/>
          </a:solidFill>
          <a:latin typeface="BISansOpti"/>
          <a:ea typeface="+mn-ea"/>
          <a:cs typeface="BISansOpti"/>
        </a:defRPr>
      </a:lvl3pPr>
      <a:lvl4pPr marL="806450" indent="-177800" algn="l" defTabSz="914400" rtl="0" eaLnBrk="1" latinLnBrk="0" hangingPunct="1">
        <a:spcBef>
          <a:spcPts val="0"/>
        </a:spcBef>
        <a:buFont typeface="Arial" panose="020B0604020202020204" pitchFamily="34" charset="0"/>
        <a:buChar char="–"/>
        <a:defRPr sz="1600" kern="1200">
          <a:solidFill>
            <a:schemeClr val="tx1"/>
          </a:solidFill>
          <a:latin typeface="BISansOpti"/>
          <a:ea typeface="+mn-ea"/>
          <a:cs typeface="BISansOpti"/>
        </a:defRPr>
      </a:lvl4pPr>
      <a:lvl5pPr marL="984250" indent="-177800" algn="l" defTabSz="914400" rtl="0" eaLnBrk="1" latinLnBrk="0" hangingPunct="1">
        <a:spcBef>
          <a:spcPts val="0"/>
        </a:spcBef>
        <a:buFont typeface="Wingdings" panose="05000000000000000000" pitchFamily="2" charset="2"/>
        <a:buChar char="§"/>
        <a:defRPr sz="1600" kern="1200">
          <a:solidFill>
            <a:schemeClr val="tx1"/>
          </a:solidFill>
          <a:latin typeface="BISansOpti"/>
          <a:ea typeface="+mn-ea"/>
          <a:cs typeface="BISansOpti"/>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pSp>
        <p:nvGrpSpPr>
          <p:cNvPr id="23" name="Gruppieren 22"/>
          <p:cNvGrpSpPr/>
          <p:nvPr/>
        </p:nvGrpSpPr>
        <p:grpSpPr>
          <a:xfrm>
            <a:off x="182827" y="36710"/>
            <a:ext cx="8782685" cy="5106791"/>
            <a:chOff x="182826" y="36709"/>
            <a:chExt cx="8782685" cy="5106791"/>
          </a:xfrm>
        </p:grpSpPr>
        <p:cxnSp>
          <p:nvCxnSpPr>
            <p:cNvPr id="9" name="Gerade Verbindung 8"/>
            <p:cNvCxnSpPr/>
            <p:nvPr/>
          </p:nvCxnSpPr>
          <p:spPr>
            <a:xfrm>
              <a:off x="367575" y="36709"/>
              <a:ext cx="0" cy="510679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11" name="Gerade Verbindung 10"/>
            <p:cNvCxnSpPr/>
            <p:nvPr/>
          </p:nvCxnSpPr>
          <p:spPr>
            <a:xfrm flipV="1">
              <a:off x="182826" y="4783577"/>
              <a:ext cx="8782685" cy="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13" name="Gerade Verbindung 12"/>
            <p:cNvCxnSpPr/>
            <p:nvPr/>
          </p:nvCxnSpPr>
          <p:spPr>
            <a:xfrm>
              <a:off x="8776425" y="36709"/>
              <a:ext cx="0" cy="510679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14" name="Gerade Verbindung 13"/>
            <p:cNvCxnSpPr/>
            <p:nvPr/>
          </p:nvCxnSpPr>
          <p:spPr>
            <a:xfrm flipV="1">
              <a:off x="812055" y="5039714"/>
              <a:ext cx="7258417" cy="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16" name="Gerade Verbindung 15"/>
            <p:cNvCxnSpPr/>
            <p:nvPr/>
          </p:nvCxnSpPr>
          <p:spPr>
            <a:xfrm>
              <a:off x="1351328" y="4715849"/>
              <a:ext cx="0" cy="371785"/>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19" name="Gerade Verbindung 18"/>
            <p:cNvCxnSpPr/>
            <p:nvPr/>
          </p:nvCxnSpPr>
          <p:spPr>
            <a:xfrm flipV="1">
              <a:off x="182826" y="188161"/>
              <a:ext cx="8782685" cy="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20" name="Gerade Verbindung 19"/>
            <p:cNvCxnSpPr/>
            <p:nvPr/>
          </p:nvCxnSpPr>
          <p:spPr>
            <a:xfrm>
              <a:off x="991288" y="4715849"/>
              <a:ext cx="0" cy="371785"/>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grpSp>
      <p:sp>
        <p:nvSpPr>
          <p:cNvPr id="2" name="Titelplatzhalter 1"/>
          <p:cNvSpPr>
            <a:spLocks noGrp="1"/>
          </p:cNvSpPr>
          <p:nvPr>
            <p:ph type="title"/>
          </p:nvPr>
        </p:nvSpPr>
        <p:spPr>
          <a:xfrm>
            <a:off x="367575" y="290572"/>
            <a:ext cx="8408850" cy="415499"/>
          </a:xfrm>
          <a:prstGeom prst="rect">
            <a:avLst/>
          </a:prstGeom>
        </p:spPr>
        <p:txBody>
          <a:bodyPr vert="horz" wrap="square" lIns="0" tIns="0" rIns="0" bIns="0" rtlCol="0" anchor="t" anchorCtr="0">
            <a:spAutoFit/>
          </a:bodyPr>
          <a:lstStyle/>
          <a:p>
            <a:r>
              <a:rPr lang="en-GB" noProof="0"/>
              <a:t>Click to add title</a:t>
            </a:r>
          </a:p>
        </p:txBody>
      </p:sp>
      <p:sp>
        <p:nvSpPr>
          <p:cNvPr id="3" name="Textplatzhalter 2"/>
          <p:cNvSpPr>
            <a:spLocks noGrp="1"/>
          </p:cNvSpPr>
          <p:nvPr>
            <p:ph type="body" idx="1"/>
          </p:nvPr>
        </p:nvSpPr>
        <p:spPr>
          <a:xfrm>
            <a:off x="367575" y="1200151"/>
            <a:ext cx="8408850" cy="3394472"/>
          </a:xfrm>
          <a:prstGeom prst="rect">
            <a:avLst/>
          </a:prstGeom>
        </p:spPr>
        <p:txBody>
          <a:bodyPr vert="horz" lIns="0" tIns="0" rIns="0" bIns="0" rtlCol="0">
            <a:noAutofit/>
          </a:bodyPr>
          <a:lstStyle/>
          <a:p>
            <a:pPr lvl="0"/>
            <a:r>
              <a:rPr lang="en-GB" noProof="0"/>
              <a:t>Click to add text</a:t>
            </a:r>
          </a:p>
        </p:txBody>
      </p:sp>
      <p:sp>
        <p:nvSpPr>
          <p:cNvPr id="4" name="Datumsplatzhalter 3"/>
          <p:cNvSpPr>
            <a:spLocks noGrp="1"/>
          </p:cNvSpPr>
          <p:nvPr>
            <p:ph type="dt" sz="half" idx="2"/>
          </p:nvPr>
        </p:nvSpPr>
        <p:spPr>
          <a:xfrm>
            <a:off x="7602986" y="4910732"/>
            <a:ext cx="601126" cy="153841"/>
          </a:xfrm>
          <a:prstGeom prst="rect">
            <a:avLst/>
          </a:prstGeom>
        </p:spPr>
        <p:txBody>
          <a:bodyPr vert="horz" wrap="none" lIns="0" tIns="0" rIns="0" bIns="0" rtlCol="0" anchor="ctr">
            <a:spAutoFit/>
          </a:bodyPr>
          <a:lstStyle>
            <a:lvl1pPr algn="r">
              <a:defRPr sz="1000" b="0" i="0">
                <a:solidFill>
                  <a:schemeClr val="bg1">
                    <a:lumMod val="50000"/>
                  </a:schemeClr>
                </a:solidFill>
                <a:latin typeface="BISansOptiCond"/>
                <a:cs typeface="BISansOptiCond"/>
              </a:defRPr>
            </a:lvl1pPr>
          </a:lstStyle>
          <a:p>
            <a:fld id="{9FC3183C-1A43-43C0-8392-1DBE7E166C5E}" type="datetime1">
              <a:rPr lang="en-GB" noProof="0" smtClean="0"/>
              <a:t>25/04/2024</a:t>
            </a:fld>
            <a:endParaRPr lang="en-GB" noProof="0"/>
          </a:p>
        </p:txBody>
      </p:sp>
      <p:sp>
        <p:nvSpPr>
          <p:cNvPr id="5" name="Fußzeilenplatzhalter 4"/>
          <p:cNvSpPr>
            <a:spLocks noGrp="1"/>
          </p:cNvSpPr>
          <p:nvPr>
            <p:ph type="ftr" sz="quarter" idx="3"/>
          </p:nvPr>
        </p:nvSpPr>
        <p:spPr>
          <a:xfrm>
            <a:off x="1351329" y="4910708"/>
            <a:ext cx="6139718" cy="153888"/>
          </a:xfrm>
          <a:prstGeom prst="rect">
            <a:avLst/>
          </a:prstGeom>
        </p:spPr>
        <p:txBody>
          <a:bodyPr vert="horz" wrap="square" lIns="0" tIns="0" rIns="0" bIns="0" rtlCol="0" anchor="ctr">
            <a:spAutoFit/>
          </a:bodyPr>
          <a:lstStyle>
            <a:lvl1pPr algn="l">
              <a:defRPr sz="1000" b="0" i="0">
                <a:solidFill>
                  <a:schemeClr val="bg1">
                    <a:lumMod val="50000"/>
                  </a:schemeClr>
                </a:solidFill>
                <a:latin typeface="BISansOptiCond"/>
                <a:cs typeface="BISansOptiCond"/>
              </a:defRPr>
            </a:lvl1pPr>
          </a:lstStyle>
          <a:p>
            <a:r>
              <a:rPr lang="en-GB" noProof="0"/>
              <a:t>Presentation title, date, author</a:t>
            </a:r>
          </a:p>
        </p:txBody>
      </p:sp>
      <p:sp>
        <p:nvSpPr>
          <p:cNvPr id="6" name="Foliennummernplatzhalter 5"/>
          <p:cNvSpPr>
            <a:spLocks noGrp="1"/>
          </p:cNvSpPr>
          <p:nvPr>
            <p:ph type="sldNum" sz="quarter" idx="4"/>
          </p:nvPr>
        </p:nvSpPr>
        <p:spPr>
          <a:xfrm>
            <a:off x="8625743" y="4910644"/>
            <a:ext cx="150683" cy="154017"/>
          </a:xfrm>
          <a:prstGeom prst="rect">
            <a:avLst/>
          </a:prstGeom>
        </p:spPr>
        <p:txBody>
          <a:bodyPr vert="horz" wrap="none" lIns="0" tIns="0" rIns="0" bIns="0" rtlCol="0" anchor="ctr">
            <a:spAutoFit/>
          </a:bodyPr>
          <a:lstStyle>
            <a:lvl1pPr algn="r">
              <a:defRPr sz="1000" b="0" i="0">
                <a:solidFill>
                  <a:schemeClr val="bg1">
                    <a:lumMod val="50000"/>
                  </a:schemeClr>
                </a:solidFill>
                <a:latin typeface="BISansOptiCond"/>
                <a:cs typeface="BISansOptiCond"/>
              </a:defRPr>
            </a:lvl1pPr>
          </a:lstStyle>
          <a:p>
            <a:fld id="{143B55C4-4F5A-416B-997D-6CE47EB0A945}" type="slidenum">
              <a:rPr lang="en-GB" noProof="0" smtClean="0"/>
              <a:t>‹#›</a:t>
            </a:fld>
            <a:endParaRPr lang="en-GB" noProof="0"/>
          </a:p>
        </p:txBody>
      </p:sp>
      <p:grpSp>
        <p:nvGrpSpPr>
          <p:cNvPr id="17" name="Gruppieren 16"/>
          <p:cNvGrpSpPr/>
          <p:nvPr/>
        </p:nvGrpSpPr>
        <p:grpSpPr>
          <a:xfrm>
            <a:off x="182827" y="36710"/>
            <a:ext cx="8782685" cy="5106791"/>
            <a:chOff x="182826" y="36709"/>
            <a:chExt cx="8782685" cy="5106791"/>
          </a:xfrm>
        </p:grpSpPr>
        <p:cxnSp>
          <p:nvCxnSpPr>
            <p:cNvPr id="18" name="Gerade Verbindung 17"/>
            <p:cNvCxnSpPr/>
            <p:nvPr/>
          </p:nvCxnSpPr>
          <p:spPr>
            <a:xfrm>
              <a:off x="367575" y="36709"/>
              <a:ext cx="0" cy="510679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21" name="Gerade Verbindung 20"/>
            <p:cNvCxnSpPr/>
            <p:nvPr/>
          </p:nvCxnSpPr>
          <p:spPr>
            <a:xfrm flipV="1">
              <a:off x="182826" y="4783577"/>
              <a:ext cx="8782685" cy="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22" name="Gerade Verbindung 21"/>
            <p:cNvCxnSpPr/>
            <p:nvPr/>
          </p:nvCxnSpPr>
          <p:spPr>
            <a:xfrm>
              <a:off x="8776425" y="36709"/>
              <a:ext cx="0" cy="510679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24" name="Gerade Verbindung 23"/>
            <p:cNvCxnSpPr/>
            <p:nvPr/>
          </p:nvCxnSpPr>
          <p:spPr>
            <a:xfrm flipV="1">
              <a:off x="812055" y="5039714"/>
              <a:ext cx="7258417" cy="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25" name="Gerade Verbindung 24"/>
            <p:cNvCxnSpPr/>
            <p:nvPr/>
          </p:nvCxnSpPr>
          <p:spPr>
            <a:xfrm>
              <a:off x="1351328" y="4715849"/>
              <a:ext cx="0" cy="371785"/>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26" name="Gerade Verbindung 25"/>
            <p:cNvCxnSpPr/>
            <p:nvPr/>
          </p:nvCxnSpPr>
          <p:spPr>
            <a:xfrm flipV="1">
              <a:off x="182826" y="188161"/>
              <a:ext cx="8782685" cy="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27" name="Gerade Verbindung 26"/>
            <p:cNvCxnSpPr/>
            <p:nvPr/>
          </p:nvCxnSpPr>
          <p:spPr>
            <a:xfrm>
              <a:off x="991288" y="4715849"/>
              <a:ext cx="0" cy="371785"/>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grpSp>
      <p:pic>
        <p:nvPicPr>
          <p:cNvPr id="29" name="Grafik 28"/>
          <p:cNvPicPr>
            <a:picLocks noChangeAspect="1"/>
          </p:cNvPicPr>
          <p:nvPr/>
        </p:nvPicPr>
        <p:blipFill>
          <a:blip r:embed="rId32" cstate="email"/>
          <a:stretch>
            <a:fillRect/>
          </a:stretch>
        </p:blipFill>
        <p:spPr>
          <a:xfrm>
            <a:off x="364443" y="4864131"/>
            <a:ext cx="630270" cy="190510"/>
          </a:xfrm>
          <a:prstGeom prst="rect">
            <a:avLst/>
          </a:prstGeom>
        </p:spPr>
      </p:pic>
    </p:spTree>
  </p:cSld>
  <p:clrMap bg1="lt1" tx1="dk1" bg2="lt2" tx2="dk2" accent1="accent1" accent2="accent2" accent3="accent3" accent4="accent4" accent5="accent5" accent6="accent6" hlink="hlink" folHlink="folHlink"/>
  <p:sldLayoutIdLst>
    <p:sldLayoutId id="2147483677" r:id="rId1"/>
    <p:sldLayoutId id="2147483678" r:id="rId2"/>
    <p:sldLayoutId id="2147483679" r:id="rId3"/>
    <p:sldLayoutId id="2147483680" r:id="rId4"/>
    <p:sldLayoutId id="2147483681" r:id="rId5"/>
    <p:sldLayoutId id="2147483682" r:id="rId6"/>
    <p:sldLayoutId id="2147483683" r:id="rId7"/>
    <p:sldLayoutId id="2147483684" r:id="rId8"/>
    <p:sldLayoutId id="2147483685" r:id="rId9"/>
    <p:sldLayoutId id="2147483686" r:id="rId10"/>
    <p:sldLayoutId id="2147483687" r:id="rId11"/>
    <p:sldLayoutId id="2147483688" r:id="rId12"/>
    <p:sldLayoutId id="2147483689" r:id="rId13"/>
    <p:sldLayoutId id="2147483690" r:id="rId14"/>
    <p:sldLayoutId id="2147483691" r:id="rId15"/>
    <p:sldLayoutId id="2147483692" r:id="rId16"/>
    <p:sldLayoutId id="2147483693" r:id="rId17"/>
    <p:sldLayoutId id="2147483694" r:id="rId18"/>
    <p:sldLayoutId id="2147483695" r:id="rId19"/>
    <p:sldLayoutId id="2147483696" r:id="rId20"/>
    <p:sldLayoutId id="2147483697" r:id="rId21"/>
    <p:sldLayoutId id="2147483698" r:id="rId22"/>
    <p:sldLayoutId id="2147483699" r:id="rId23"/>
    <p:sldLayoutId id="2147483700" r:id="rId24"/>
    <p:sldLayoutId id="2147483701" r:id="rId25"/>
    <p:sldLayoutId id="2147483702" r:id="rId26"/>
    <p:sldLayoutId id="2147483703" r:id="rId27"/>
    <p:sldLayoutId id="2147483704" r:id="rId28"/>
    <p:sldLayoutId id="2147483705" r:id="rId29"/>
    <p:sldLayoutId id="2147483706" r:id="rId30"/>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txStyles>
    <p:titleStyle>
      <a:lvl1pPr algn="l" defTabSz="914400" rtl="0" eaLnBrk="1" latinLnBrk="0" hangingPunct="1">
        <a:spcBef>
          <a:spcPct val="0"/>
        </a:spcBef>
        <a:buNone/>
        <a:defRPr sz="2700" b="1" i="0" kern="1200">
          <a:solidFill>
            <a:srgbClr val="003366"/>
          </a:solidFill>
          <a:latin typeface="BISansOptiCond"/>
          <a:ea typeface="+mj-ea"/>
          <a:cs typeface="BISansOptiCond"/>
        </a:defRPr>
      </a:lvl1pPr>
    </p:titleStyle>
    <p:bodyStyle>
      <a:lvl1pPr marL="266700" indent="-266700" algn="l" defTabSz="914400" rtl="0" eaLnBrk="1" latinLnBrk="0" hangingPunct="1">
        <a:spcBef>
          <a:spcPts val="400"/>
        </a:spcBef>
        <a:buFont typeface="Arial" panose="020B0604020202020204" pitchFamily="34" charset="0"/>
        <a:buChar char="•"/>
        <a:defRPr sz="2000" kern="1200">
          <a:solidFill>
            <a:schemeClr val="tx1"/>
          </a:solidFill>
          <a:latin typeface="BISansOpti"/>
          <a:ea typeface="+mn-ea"/>
          <a:cs typeface="BISansOpti"/>
        </a:defRPr>
      </a:lvl1pPr>
      <a:lvl2pPr marL="450850" indent="-184150" algn="l" defTabSz="914400" rtl="0" eaLnBrk="1" latinLnBrk="0" hangingPunct="1">
        <a:spcBef>
          <a:spcPts val="0"/>
        </a:spcBef>
        <a:buFont typeface="Arial" panose="020B0604020202020204" pitchFamily="34" charset="0"/>
        <a:buChar char="–"/>
        <a:defRPr sz="1600" kern="1200">
          <a:solidFill>
            <a:schemeClr val="tx1"/>
          </a:solidFill>
          <a:latin typeface="BISansOpti"/>
          <a:ea typeface="+mn-ea"/>
          <a:cs typeface="BISansOpti"/>
        </a:defRPr>
      </a:lvl2pPr>
      <a:lvl3pPr marL="628650" indent="-177800" algn="l" defTabSz="914400" rtl="0" eaLnBrk="1" latinLnBrk="0" hangingPunct="1">
        <a:spcBef>
          <a:spcPts val="0"/>
        </a:spcBef>
        <a:buFont typeface="Arial" panose="020B0604020202020204" pitchFamily="34" charset="0"/>
        <a:buChar char="•"/>
        <a:defRPr sz="1600" kern="1200">
          <a:solidFill>
            <a:schemeClr val="tx1"/>
          </a:solidFill>
          <a:latin typeface="BISansOpti"/>
          <a:ea typeface="+mn-ea"/>
          <a:cs typeface="BISansOpti"/>
        </a:defRPr>
      </a:lvl3pPr>
      <a:lvl4pPr marL="806450" indent="-177800" algn="l" defTabSz="914400" rtl="0" eaLnBrk="1" latinLnBrk="0" hangingPunct="1">
        <a:spcBef>
          <a:spcPts val="0"/>
        </a:spcBef>
        <a:buFont typeface="Arial" panose="020B0604020202020204" pitchFamily="34" charset="0"/>
        <a:buChar char="–"/>
        <a:defRPr sz="1600" kern="1200">
          <a:solidFill>
            <a:schemeClr val="tx1"/>
          </a:solidFill>
          <a:latin typeface="BISansOpti"/>
          <a:ea typeface="+mn-ea"/>
          <a:cs typeface="BISansOpti"/>
        </a:defRPr>
      </a:lvl4pPr>
      <a:lvl5pPr marL="984250" indent="-177800" algn="l" defTabSz="914400" rtl="0" eaLnBrk="1" latinLnBrk="0" hangingPunct="1">
        <a:spcBef>
          <a:spcPts val="0"/>
        </a:spcBef>
        <a:buFont typeface="Wingdings" panose="05000000000000000000" pitchFamily="2" charset="2"/>
        <a:buChar char="§"/>
        <a:defRPr sz="1600" kern="1200">
          <a:solidFill>
            <a:schemeClr val="tx1"/>
          </a:solidFill>
          <a:latin typeface="BISansOpti"/>
          <a:ea typeface="+mn-ea"/>
          <a:cs typeface="BISansOpti"/>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p:cNvSpPr>
            <a:spLocks noGrp="1"/>
          </p:cNvSpPr>
          <p:nvPr>
            <p:ph type="title"/>
          </p:nvPr>
        </p:nvSpPr>
        <p:spPr bwMode="gray">
          <a:xfrm>
            <a:off x="359570" y="357750"/>
            <a:ext cx="8424863" cy="540000"/>
          </a:xfrm>
          <a:prstGeom prst="rect">
            <a:avLst/>
          </a:prstGeom>
        </p:spPr>
        <p:txBody>
          <a:bodyPr vert="horz" lIns="0" tIns="0" rIns="0" bIns="0" rtlCol="0" anchor="t">
            <a:noAutofit/>
          </a:bodyPr>
          <a:lstStyle/>
          <a:p>
            <a:r>
              <a:rPr lang="en-US"/>
              <a:t>Add Title</a:t>
            </a:r>
          </a:p>
        </p:txBody>
      </p:sp>
      <p:sp>
        <p:nvSpPr>
          <p:cNvPr id="3" name="Textplatzhalter 2"/>
          <p:cNvSpPr>
            <a:spLocks noGrp="1"/>
          </p:cNvSpPr>
          <p:nvPr>
            <p:ph type="body" idx="1"/>
          </p:nvPr>
        </p:nvSpPr>
        <p:spPr bwMode="gray">
          <a:xfrm>
            <a:off x="359606" y="1059960"/>
            <a:ext cx="8424863" cy="3402000"/>
          </a:xfrm>
          <a:prstGeom prst="rect">
            <a:avLst/>
          </a:prstGeom>
        </p:spPr>
        <p:txBody>
          <a:bodyPr vert="horz" lIns="0" tIns="0" rIns="0" bIns="0" rtlCol="0">
            <a:noAutofit/>
          </a:body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Fußzeilenplatzhalter 4"/>
          <p:cNvSpPr>
            <a:spLocks noGrp="1"/>
          </p:cNvSpPr>
          <p:nvPr>
            <p:ph type="ftr" sz="quarter" idx="3"/>
          </p:nvPr>
        </p:nvSpPr>
        <p:spPr bwMode="gray">
          <a:xfrm>
            <a:off x="4734018" y="4685127"/>
            <a:ext cx="3780420" cy="216000"/>
          </a:xfrm>
          <a:prstGeom prst="rect">
            <a:avLst/>
          </a:prstGeom>
        </p:spPr>
        <p:txBody>
          <a:bodyPr vert="horz" lIns="0" tIns="0" rIns="0" bIns="0" rtlCol="0" anchor="b">
            <a:noAutofit/>
          </a:bodyPr>
          <a:lstStyle>
            <a:lvl1pPr marL="0" indent="0" algn="r">
              <a:spcAft>
                <a:spcPts val="225"/>
              </a:spcAft>
              <a:defRPr sz="600">
                <a:solidFill>
                  <a:schemeClr val="bg2"/>
                </a:solidFill>
              </a:defRPr>
            </a:lvl1pPr>
            <a:lvl2pPr marL="0" indent="0" algn="l">
              <a:defRPr sz="600"/>
            </a:lvl2pPr>
            <a:lvl3pPr marL="0" indent="0" algn="l">
              <a:defRPr sz="600"/>
            </a:lvl3pPr>
            <a:lvl4pPr marL="0" indent="0" algn="l">
              <a:defRPr sz="600"/>
            </a:lvl4pPr>
            <a:lvl5pPr marL="0" indent="0" algn="l">
              <a:defRPr sz="600"/>
            </a:lvl5pPr>
            <a:lvl6pPr marL="0" indent="0" algn="l">
              <a:defRPr sz="600"/>
            </a:lvl6pPr>
            <a:lvl7pPr marL="0" indent="0" algn="l">
              <a:defRPr sz="600"/>
            </a:lvl7pPr>
            <a:lvl8pPr marL="0" indent="0" algn="l">
              <a:defRPr sz="600"/>
            </a:lvl8pPr>
            <a:lvl9pPr marL="0" indent="0" algn="l">
              <a:defRPr sz="600"/>
            </a:lvl9pPr>
          </a:lstStyle>
          <a:p>
            <a:r>
              <a:rPr lang="en-US"/>
              <a:t>Presentation title    |    ONLY FOR INTERNAL USE</a:t>
            </a:r>
          </a:p>
        </p:txBody>
      </p:sp>
      <p:sp>
        <p:nvSpPr>
          <p:cNvPr id="6" name="Foliennummernplatzhalter 5"/>
          <p:cNvSpPr>
            <a:spLocks noGrp="1"/>
          </p:cNvSpPr>
          <p:nvPr>
            <p:ph type="sldNum" sz="quarter" idx="4"/>
          </p:nvPr>
        </p:nvSpPr>
        <p:spPr bwMode="gray">
          <a:xfrm>
            <a:off x="8568444" y="4685127"/>
            <a:ext cx="216000" cy="216000"/>
          </a:xfrm>
          <a:prstGeom prst="rect">
            <a:avLst/>
          </a:prstGeom>
        </p:spPr>
        <p:txBody>
          <a:bodyPr vert="horz" lIns="0" tIns="0" rIns="0" bIns="0" rtlCol="0" anchor="b">
            <a:noAutofit/>
          </a:bodyPr>
          <a:lstStyle>
            <a:lvl1pPr algn="r">
              <a:defRPr sz="600">
                <a:solidFill>
                  <a:schemeClr val="bg2"/>
                </a:solidFill>
              </a:defRPr>
            </a:lvl1pPr>
          </a:lstStyle>
          <a:p>
            <a:fld id="{DF4E8F9F-5B1F-4F5B-BE49-3245D8C18D9F}" type="slidenum">
              <a:rPr lang="en-US" smtClean="0"/>
              <a:t>‹#›</a:t>
            </a:fld>
            <a:endParaRPr lang="en-US"/>
          </a:p>
        </p:txBody>
      </p:sp>
      <p:grpSp>
        <p:nvGrpSpPr>
          <p:cNvPr id="2082" name="Gruppieren 2081"/>
          <p:cNvGrpSpPr/>
          <p:nvPr userDrawn="1"/>
        </p:nvGrpSpPr>
        <p:grpSpPr bwMode="gray">
          <a:xfrm>
            <a:off x="360000" y="-128550"/>
            <a:ext cx="8424468" cy="54000"/>
            <a:chOff x="480000" y="-171400"/>
            <a:chExt cx="11232624" cy="72000"/>
          </a:xfrm>
        </p:grpSpPr>
        <p:cxnSp>
          <p:nvCxnSpPr>
            <p:cNvPr id="13" name="Gerader Verbinder 12"/>
            <p:cNvCxnSpPr/>
            <p:nvPr userDrawn="1"/>
          </p:nvCxnSpPr>
          <p:spPr bwMode="gray">
            <a:xfrm>
              <a:off x="480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Gerader Verbinder 13"/>
            <p:cNvCxnSpPr/>
            <p:nvPr userDrawn="1"/>
          </p:nvCxnSpPr>
          <p:spPr bwMode="gray">
            <a:xfrm>
              <a:off x="4043376"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Gerader Verbinder 14"/>
            <p:cNvCxnSpPr/>
            <p:nvPr userDrawn="1"/>
          </p:nvCxnSpPr>
          <p:spPr bwMode="gray">
            <a:xfrm>
              <a:off x="4331688"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Gerader Verbinder 15"/>
            <p:cNvCxnSpPr/>
            <p:nvPr userDrawn="1"/>
          </p:nvCxnSpPr>
          <p:spPr bwMode="gray">
            <a:xfrm>
              <a:off x="5952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Gerader Verbinder 16"/>
            <p:cNvCxnSpPr/>
            <p:nvPr userDrawn="1"/>
          </p:nvCxnSpPr>
          <p:spPr bwMode="gray">
            <a:xfrm>
              <a:off x="6240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Gerader Verbinder 17"/>
            <p:cNvCxnSpPr/>
            <p:nvPr userDrawn="1"/>
          </p:nvCxnSpPr>
          <p:spPr bwMode="gray">
            <a:xfrm>
              <a:off x="7859688"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Gerader Verbinder 18"/>
            <p:cNvCxnSpPr/>
            <p:nvPr userDrawn="1"/>
          </p:nvCxnSpPr>
          <p:spPr bwMode="gray">
            <a:xfrm>
              <a:off x="8148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Gerader Verbinder 19"/>
            <p:cNvCxnSpPr/>
            <p:nvPr userDrawn="1"/>
          </p:nvCxnSpPr>
          <p:spPr bwMode="gray">
            <a:xfrm>
              <a:off x="11712624"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5" name="Gruppieren 24"/>
          <p:cNvGrpSpPr/>
          <p:nvPr userDrawn="1"/>
        </p:nvGrpSpPr>
        <p:grpSpPr bwMode="gray">
          <a:xfrm>
            <a:off x="-126516" y="1059750"/>
            <a:ext cx="54000" cy="3402000"/>
            <a:chOff x="-456728" y="1628800"/>
            <a:chExt cx="216000" cy="4536504"/>
          </a:xfrm>
        </p:grpSpPr>
        <p:cxnSp>
          <p:nvCxnSpPr>
            <p:cNvPr id="23" name="Gerader Verbinder 22"/>
            <p:cNvCxnSpPr/>
            <p:nvPr userDrawn="1"/>
          </p:nvCxnSpPr>
          <p:spPr bwMode="gray">
            <a:xfrm>
              <a:off x="-456728" y="1628800"/>
              <a:ext cx="216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Gerader Verbinder 23"/>
            <p:cNvCxnSpPr/>
            <p:nvPr userDrawn="1"/>
          </p:nvCxnSpPr>
          <p:spPr bwMode="gray">
            <a:xfrm>
              <a:off x="-456728" y="6165304"/>
              <a:ext cx="216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pic>
        <p:nvPicPr>
          <p:cNvPr id="2069" name="Grafik 2068"/>
          <p:cNvPicPr>
            <a:picLocks noChangeAspect="1"/>
          </p:cNvPicPr>
          <p:nvPr userDrawn="1"/>
        </p:nvPicPr>
        <p:blipFill>
          <a:blip r:embed="rId37">
            <a:extLst>
              <a:ext uri="{96DAC541-7B7A-43D3-8B79-37D633B846F1}">
                <asvg:svgBlip xmlns:asvg="http://schemas.microsoft.com/office/drawing/2016/SVG/main" r:embed="rId38"/>
              </a:ext>
            </a:extLst>
          </a:blip>
          <a:stretch>
            <a:fillRect/>
          </a:stretch>
        </p:blipFill>
        <p:spPr bwMode="gray">
          <a:xfrm>
            <a:off x="359568" y="4623752"/>
            <a:ext cx="926100" cy="279545"/>
          </a:xfrm>
          <a:prstGeom prst="rect">
            <a:avLst/>
          </a:prstGeom>
        </p:spPr>
      </p:pic>
    </p:spTree>
  </p:cSld>
  <p:clrMap bg1="lt1" tx1="dk1" bg2="lt2" tx2="dk2" accent1="accent1" accent2="accent2" accent3="accent3" accent4="accent4" accent5="accent5" accent6="accent6" hlink="hlink" folHlink="folHlink"/>
  <p:sldLayoutIdLst>
    <p:sldLayoutId id="2147483708" r:id="rId1"/>
    <p:sldLayoutId id="2147483709" r:id="rId2"/>
    <p:sldLayoutId id="2147483710" r:id="rId3"/>
    <p:sldLayoutId id="2147483711" r:id="rId4"/>
    <p:sldLayoutId id="2147483712" r:id="rId5"/>
    <p:sldLayoutId id="2147483713" r:id="rId6"/>
    <p:sldLayoutId id="2147483714" r:id="rId7"/>
    <p:sldLayoutId id="2147483715" r:id="rId8"/>
    <p:sldLayoutId id="2147483716" r:id="rId9"/>
    <p:sldLayoutId id="2147483717" r:id="rId10"/>
    <p:sldLayoutId id="2147483718" r:id="rId11"/>
    <p:sldLayoutId id="2147483719" r:id="rId12"/>
    <p:sldLayoutId id="2147483720" r:id="rId13"/>
    <p:sldLayoutId id="2147483721" r:id="rId14"/>
    <p:sldLayoutId id="2147483722" r:id="rId15"/>
    <p:sldLayoutId id="2147483723" r:id="rId16"/>
    <p:sldLayoutId id="2147483724" r:id="rId17"/>
    <p:sldLayoutId id="2147483725" r:id="rId18"/>
    <p:sldLayoutId id="2147483726" r:id="rId19"/>
    <p:sldLayoutId id="2147483727" r:id="rId20"/>
    <p:sldLayoutId id="2147483728" r:id="rId21"/>
    <p:sldLayoutId id="2147483729" r:id="rId22"/>
    <p:sldLayoutId id="2147483730" r:id="rId23"/>
    <p:sldLayoutId id="2147483731" r:id="rId24"/>
    <p:sldLayoutId id="2147483732" r:id="rId25"/>
    <p:sldLayoutId id="2147483733" r:id="rId26"/>
    <p:sldLayoutId id="2147483734" r:id="rId27"/>
    <p:sldLayoutId id="2147483735" r:id="rId28"/>
    <p:sldLayoutId id="2147483736" r:id="rId29"/>
    <p:sldLayoutId id="2147483737" r:id="rId30"/>
    <p:sldLayoutId id="2147483738" r:id="rId31"/>
    <p:sldLayoutId id="2147483739" r:id="rId32"/>
    <p:sldLayoutId id="2147483740" r:id="rId33"/>
    <p:sldLayoutId id="2147483741" r:id="rId34"/>
    <p:sldLayoutId id="2147483742" r:id="rId35"/>
  </p:sldLayoutIdLst>
  <p:hf hdr="0" dt="0"/>
  <p:txStyles>
    <p:titleStyle>
      <a:lvl1pPr algn="l" defTabSz="685800" rtl="0" eaLnBrk="1" latinLnBrk="0" hangingPunct="1">
        <a:lnSpc>
          <a:spcPct val="100000"/>
        </a:lnSpc>
        <a:spcBef>
          <a:spcPct val="0"/>
        </a:spcBef>
        <a:buNone/>
        <a:defRPr sz="1875" b="1" kern="1200">
          <a:solidFill>
            <a:schemeClr val="bg2"/>
          </a:solidFill>
          <a:latin typeface="+mj-lt"/>
          <a:ea typeface="+mj-ea"/>
          <a:cs typeface="+mj-cs"/>
        </a:defRPr>
      </a:lvl1pPr>
    </p:titleStyle>
    <p:bodyStyle>
      <a:lvl1pPr marL="161925" indent="-161925" algn="l" defTabSz="685800" rtl="0" eaLnBrk="1" latinLnBrk="0" hangingPunct="1">
        <a:lnSpc>
          <a:spcPct val="140000"/>
        </a:lnSpc>
        <a:spcBef>
          <a:spcPts val="0"/>
        </a:spcBef>
        <a:spcAft>
          <a:spcPts val="450"/>
        </a:spcAft>
        <a:buFont typeface="Arial" panose="020B0604020202020204" pitchFamily="34" charset="0"/>
        <a:buChar char="•"/>
        <a:defRPr sz="1200" b="0" kern="1200">
          <a:solidFill>
            <a:schemeClr val="tx1"/>
          </a:solidFill>
          <a:latin typeface="+mn-lt"/>
          <a:ea typeface="+mn-ea"/>
          <a:cs typeface="+mn-cs"/>
        </a:defRPr>
      </a:lvl1pPr>
      <a:lvl2pPr marL="323850" indent="-161925" algn="l" defTabSz="685800" rtl="0" eaLnBrk="1" latinLnBrk="0" hangingPunct="1">
        <a:lnSpc>
          <a:spcPct val="140000"/>
        </a:lnSpc>
        <a:spcBef>
          <a:spcPts val="0"/>
        </a:spcBef>
        <a:spcAft>
          <a:spcPts val="450"/>
        </a:spcAft>
        <a:buFont typeface="Arial" panose="020B0604020202020204" pitchFamily="34" charset="0"/>
        <a:buChar char="•"/>
        <a:defRPr sz="1200" kern="1200">
          <a:solidFill>
            <a:schemeClr val="tx1"/>
          </a:solidFill>
          <a:latin typeface="+mn-lt"/>
          <a:ea typeface="+mn-ea"/>
          <a:cs typeface="+mn-cs"/>
        </a:defRPr>
      </a:lvl2pPr>
      <a:lvl3pPr marL="431800" indent="-161925" algn="l" defTabSz="685800" rtl="0" eaLnBrk="1" latinLnBrk="0" hangingPunct="1">
        <a:lnSpc>
          <a:spcPct val="140000"/>
        </a:lnSpc>
        <a:spcBef>
          <a:spcPts val="0"/>
        </a:spcBef>
        <a:spcAft>
          <a:spcPts val="450"/>
        </a:spcAft>
        <a:buFont typeface="Arial" panose="020B0604020202020204" pitchFamily="34" charset="0"/>
        <a:buChar char="•"/>
        <a:defRPr sz="1200" kern="1200">
          <a:solidFill>
            <a:schemeClr val="tx1"/>
          </a:solidFill>
          <a:latin typeface="+mn-lt"/>
          <a:ea typeface="+mn-ea"/>
          <a:cs typeface="+mn-cs"/>
        </a:defRPr>
      </a:lvl3pPr>
      <a:lvl4pPr marL="593725" indent="-161925" algn="l" defTabSz="685800" rtl="0" eaLnBrk="1" latinLnBrk="0" hangingPunct="1">
        <a:lnSpc>
          <a:spcPct val="140000"/>
        </a:lnSpc>
        <a:spcBef>
          <a:spcPts val="0"/>
        </a:spcBef>
        <a:spcAft>
          <a:spcPts val="450"/>
        </a:spcAft>
        <a:buFont typeface="Arial" panose="020B0604020202020204" pitchFamily="34" charset="0"/>
        <a:buChar char="•"/>
        <a:defRPr sz="1200" kern="1200">
          <a:solidFill>
            <a:schemeClr val="tx1"/>
          </a:solidFill>
          <a:latin typeface="+mn-lt"/>
          <a:ea typeface="+mn-ea"/>
          <a:cs typeface="+mn-cs"/>
        </a:defRPr>
      </a:lvl4pPr>
      <a:lvl5pPr marL="107950" indent="-107950" algn="l" defTabSz="685800" rtl="0" eaLnBrk="1" latinLnBrk="0" hangingPunct="1">
        <a:lnSpc>
          <a:spcPct val="140000"/>
        </a:lnSpc>
        <a:spcBef>
          <a:spcPts val="0"/>
        </a:spcBef>
        <a:spcAft>
          <a:spcPts val="450"/>
        </a:spcAft>
        <a:buFont typeface="Arial" panose="020B0604020202020204" pitchFamily="34" charset="0"/>
        <a:buChar char="•"/>
        <a:defRPr sz="900" kern="1200">
          <a:solidFill>
            <a:schemeClr val="tx1"/>
          </a:solidFill>
          <a:latin typeface="+mn-lt"/>
          <a:ea typeface="+mn-ea"/>
          <a:cs typeface="+mn-cs"/>
        </a:defRPr>
      </a:lvl5pPr>
      <a:lvl6pPr marL="215900" indent="-107315" algn="l" defTabSz="685800" rtl="0" eaLnBrk="1" latinLnBrk="0" hangingPunct="1">
        <a:lnSpc>
          <a:spcPct val="140000"/>
        </a:lnSpc>
        <a:spcBef>
          <a:spcPts val="0"/>
        </a:spcBef>
        <a:spcAft>
          <a:spcPts val="450"/>
        </a:spcAft>
        <a:buFont typeface="Arial" panose="020B0604020202020204" pitchFamily="34" charset="0"/>
        <a:buChar char="•"/>
        <a:defRPr sz="900" kern="1200">
          <a:solidFill>
            <a:schemeClr val="tx1"/>
          </a:solidFill>
          <a:latin typeface="+mn-lt"/>
          <a:ea typeface="+mn-ea"/>
          <a:cs typeface="+mn-cs"/>
        </a:defRPr>
      </a:lvl6pPr>
      <a:lvl7pPr marL="323850" indent="-107950" algn="l" defTabSz="685800" rtl="0" eaLnBrk="1" latinLnBrk="0" hangingPunct="1">
        <a:lnSpc>
          <a:spcPct val="140000"/>
        </a:lnSpc>
        <a:spcBef>
          <a:spcPts val="0"/>
        </a:spcBef>
        <a:spcAft>
          <a:spcPts val="450"/>
        </a:spcAft>
        <a:buFont typeface="Arial" panose="020B0604020202020204" pitchFamily="34" charset="0"/>
        <a:buChar char="•"/>
        <a:defRPr sz="900" kern="1200">
          <a:solidFill>
            <a:schemeClr val="tx1"/>
          </a:solidFill>
          <a:latin typeface="+mn-lt"/>
          <a:ea typeface="+mn-ea"/>
          <a:cs typeface="+mn-cs"/>
        </a:defRPr>
      </a:lvl7pPr>
      <a:lvl8pPr marL="431800" indent="-107950" algn="l" defTabSz="685800" rtl="0" eaLnBrk="1" latinLnBrk="0" hangingPunct="1">
        <a:lnSpc>
          <a:spcPct val="140000"/>
        </a:lnSpc>
        <a:spcBef>
          <a:spcPts val="0"/>
        </a:spcBef>
        <a:spcAft>
          <a:spcPts val="450"/>
        </a:spcAft>
        <a:buFont typeface="Arial" panose="020B0604020202020204" pitchFamily="34" charset="0"/>
        <a:buChar char="•"/>
        <a:defRPr sz="900" kern="1200">
          <a:solidFill>
            <a:schemeClr val="tx1"/>
          </a:solidFill>
          <a:latin typeface="+mn-lt"/>
          <a:ea typeface="+mn-ea"/>
          <a:cs typeface="+mn-cs"/>
        </a:defRPr>
      </a:lvl8pPr>
      <a:lvl9pPr marL="431800" indent="-107950" algn="l" defTabSz="685800" rtl="0" eaLnBrk="1" latinLnBrk="0" hangingPunct="1">
        <a:lnSpc>
          <a:spcPct val="140000"/>
        </a:lnSpc>
        <a:spcBef>
          <a:spcPts val="0"/>
        </a:spcBef>
        <a:spcAft>
          <a:spcPts val="450"/>
        </a:spcAft>
        <a:buFont typeface="Arial" panose="020B0604020202020204" pitchFamily="34" charset="0"/>
        <a:buChar char="•"/>
        <a:defRPr sz="900" kern="1200">
          <a:solidFill>
            <a:schemeClr val="tx1"/>
          </a:solidFill>
          <a:latin typeface="+mn-lt"/>
          <a:ea typeface="+mn-ea"/>
          <a:cs typeface="+mn-cs"/>
        </a:defRPr>
      </a:lvl9pPr>
    </p:bodyStyle>
    <p:otherStyle>
      <a:defPPr>
        <a:defRPr lang="de-DE"/>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p:cNvSpPr>
            <a:spLocks noGrp="1"/>
          </p:cNvSpPr>
          <p:nvPr>
            <p:ph type="title"/>
          </p:nvPr>
        </p:nvSpPr>
        <p:spPr bwMode="gray">
          <a:xfrm>
            <a:off x="359570" y="357750"/>
            <a:ext cx="8424863" cy="540000"/>
          </a:xfrm>
          <a:prstGeom prst="rect">
            <a:avLst/>
          </a:prstGeom>
        </p:spPr>
        <p:txBody>
          <a:bodyPr vert="horz" lIns="0" tIns="0" rIns="0" bIns="0" rtlCol="0" anchor="t">
            <a:noAutofit/>
          </a:bodyPr>
          <a:lstStyle/>
          <a:p>
            <a:r>
              <a:rPr lang="en-US"/>
              <a:t>Add Title</a:t>
            </a:r>
          </a:p>
        </p:txBody>
      </p:sp>
      <p:sp>
        <p:nvSpPr>
          <p:cNvPr id="3" name="Textplatzhalter 2"/>
          <p:cNvSpPr>
            <a:spLocks noGrp="1"/>
          </p:cNvSpPr>
          <p:nvPr>
            <p:ph type="body" idx="1"/>
          </p:nvPr>
        </p:nvSpPr>
        <p:spPr bwMode="gray">
          <a:xfrm>
            <a:off x="359606" y="1059960"/>
            <a:ext cx="8424863" cy="3402000"/>
          </a:xfrm>
          <a:prstGeom prst="rect">
            <a:avLst/>
          </a:prstGeom>
        </p:spPr>
        <p:txBody>
          <a:bodyPr vert="horz" lIns="0" tIns="0" rIns="0" bIns="0" rtlCol="0">
            <a:noAutofit/>
          </a:body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Fußzeilenplatzhalter 4"/>
          <p:cNvSpPr>
            <a:spLocks noGrp="1"/>
          </p:cNvSpPr>
          <p:nvPr>
            <p:ph type="ftr" sz="quarter" idx="3"/>
          </p:nvPr>
        </p:nvSpPr>
        <p:spPr bwMode="gray">
          <a:xfrm>
            <a:off x="4734018" y="4685127"/>
            <a:ext cx="3780420" cy="216000"/>
          </a:xfrm>
          <a:prstGeom prst="rect">
            <a:avLst/>
          </a:prstGeom>
        </p:spPr>
        <p:txBody>
          <a:bodyPr vert="horz" lIns="0" tIns="0" rIns="0" bIns="0" rtlCol="0" anchor="b">
            <a:noAutofit/>
          </a:bodyPr>
          <a:lstStyle>
            <a:lvl1pPr marL="0" indent="0" algn="r">
              <a:spcAft>
                <a:spcPts val="225"/>
              </a:spcAft>
              <a:defRPr sz="600">
                <a:solidFill>
                  <a:schemeClr val="bg2"/>
                </a:solidFill>
              </a:defRPr>
            </a:lvl1pPr>
            <a:lvl2pPr marL="0" indent="0" algn="l">
              <a:defRPr sz="600"/>
            </a:lvl2pPr>
            <a:lvl3pPr marL="0" indent="0" algn="l">
              <a:defRPr sz="600"/>
            </a:lvl3pPr>
            <a:lvl4pPr marL="0" indent="0" algn="l">
              <a:defRPr sz="600"/>
            </a:lvl4pPr>
            <a:lvl5pPr marL="0" indent="0" algn="l">
              <a:defRPr sz="600"/>
            </a:lvl5pPr>
            <a:lvl6pPr marL="0" indent="0" algn="l">
              <a:defRPr sz="600"/>
            </a:lvl6pPr>
            <a:lvl7pPr marL="0" indent="0" algn="l">
              <a:defRPr sz="600"/>
            </a:lvl7pPr>
            <a:lvl8pPr marL="0" indent="0" algn="l">
              <a:defRPr sz="600"/>
            </a:lvl8pPr>
            <a:lvl9pPr marL="0" indent="0" algn="l">
              <a:defRPr sz="600"/>
            </a:lvl9pPr>
          </a:lstStyle>
          <a:p>
            <a:r>
              <a:rPr lang="en-US"/>
              <a:t>Presentation title    |    ONLY FOR INTERNAL USE</a:t>
            </a:r>
          </a:p>
        </p:txBody>
      </p:sp>
      <p:sp>
        <p:nvSpPr>
          <p:cNvPr id="6" name="Foliennummernplatzhalter 5"/>
          <p:cNvSpPr>
            <a:spLocks noGrp="1"/>
          </p:cNvSpPr>
          <p:nvPr>
            <p:ph type="sldNum" sz="quarter" idx="4"/>
          </p:nvPr>
        </p:nvSpPr>
        <p:spPr bwMode="gray">
          <a:xfrm>
            <a:off x="8568444" y="4685127"/>
            <a:ext cx="216000" cy="216000"/>
          </a:xfrm>
          <a:prstGeom prst="rect">
            <a:avLst/>
          </a:prstGeom>
        </p:spPr>
        <p:txBody>
          <a:bodyPr vert="horz" lIns="0" tIns="0" rIns="0" bIns="0" rtlCol="0" anchor="b">
            <a:noAutofit/>
          </a:bodyPr>
          <a:lstStyle>
            <a:lvl1pPr algn="r">
              <a:defRPr sz="600">
                <a:solidFill>
                  <a:schemeClr val="bg2"/>
                </a:solidFill>
              </a:defRPr>
            </a:lvl1pPr>
          </a:lstStyle>
          <a:p>
            <a:fld id="{DF4E8F9F-5B1F-4F5B-BE49-3245D8C18D9F}" type="slidenum">
              <a:rPr lang="en-US" smtClean="0"/>
              <a:t>‹#›</a:t>
            </a:fld>
            <a:endParaRPr lang="en-US"/>
          </a:p>
        </p:txBody>
      </p:sp>
      <p:grpSp>
        <p:nvGrpSpPr>
          <p:cNvPr id="2082" name="Gruppieren 2081"/>
          <p:cNvGrpSpPr/>
          <p:nvPr userDrawn="1"/>
        </p:nvGrpSpPr>
        <p:grpSpPr bwMode="gray">
          <a:xfrm>
            <a:off x="360000" y="-128550"/>
            <a:ext cx="8424468" cy="54000"/>
            <a:chOff x="480000" y="-171400"/>
            <a:chExt cx="11232624" cy="72000"/>
          </a:xfrm>
        </p:grpSpPr>
        <p:cxnSp>
          <p:nvCxnSpPr>
            <p:cNvPr id="13" name="Gerader Verbinder 12"/>
            <p:cNvCxnSpPr/>
            <p:nvPr userDrawn="1"/>
          </p:nvCxnSpPr>
          <p:spPr bwMode="gray">
            <a:xfrm>
              <a:off x="480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Gerader Verbinder 13"/>
            <p:cNvCxnSpPr/>
            <p:nvPr userDrawn="1"/>
          </p:nvCxnSpPr>
          <p:spPr bwMode="gray">
            <a:xfrm>
              <a:off x="4043376"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Gerader Verbinder 14"/>
            <p:cNvCxnSpPr/>
            <p:nvPr userDrawn="1"/>
          </p:nvCxnSpPr>
          <p:spPr bwMode="gray">
            <a:xfrm>
              <a:off x="4331688"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Gerader Verbinder 15"/>
            <p:cNvCxnSpPr/>
            <p:nvPr userDrawn="1"/>
          </p:nvCxnSpPr>
          <p:spPr bwMode="gray">
            <a:xfrm>
              <a:off x="5952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Gerader Verbinder 16"/>
            <p:cNvCxnSpPr/>
            <p:nvPr userDrawn="1"/>
          </p:nvCxnSpPr>
          <p:spPr bwMode="gray">
            <a:xfrm>
              <a:off x="6240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Gerader Verbinder 17"/>
            <p:cNvCxnSpPr/>
            <p:nvPr userDrawn="1"/>
          </p:nvCxnSpPr>
          <p:spPr bwMode="gray">
            <a:xfrm>
              <a:off x="7859688"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Gerader Verbinder 18"/>
            <p:cNvCxnSpPr/>
            <p:nvPr userDrawn="1"/>
          </p:nvCxnSpPr>
          <p:spPr bwMode="gray">
            <a:xfrm>
              <a:off x="8148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Gerader Verbinder 19"/>
            <p:cNvCxnSpPr/>
            <p:nvPr userDrawn="1"/>
          </p:nvCxnSpPr>
          <p:spPr bwMode="gray">
            <a:xfrm>
              <a:off x="11712624"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5" name="Gruppieren 24"/>
          <p:cNvGrpSpPr/>
          <p:nvPr userDrawn="1"/>
        </p:nvGrpSpPr>
        <p:grpSpPr bwMode="gray">
          <a:xfrm>
            <a:off x="-126516" y="1059750"/>
            <a:ext cx="54000" cy="3402000"/>
            <a:chOff x="-456728" y="1628800"/>
            <a:chExt cx="216000" cy="4536504"/>
          </a:xfrm>
        </p:grpSpPr>
        <p:cxnSp>
          <p:nvCxnSpPr>
            <p:cNvPr id="23" name="Gerader Verbinder 22"/>
            <p:cNvCxnSpPr/>
            <p:nvPr userDrawn="1"/>
          </p:nvCxnSpPr>
          <p:spPr bwMode="gray">
            <a:xfrm>
              <a:off x="-456728" y="1628800"/>
              <a:ext cx="216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Gerader Verbinder 23"/>
            <p:cNvCxnSpPr/>
            <p:nvPr userDrawn="1"/>
          </p:nvCxnSpPr>
          <p:spPr bwMode="gray">
            <a:xfrm>
              <a:off x="-456728" y="6165304"/>
              <a:ext cx="216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pic>
        <p:nvPicPr>
          <p:cNvPr id="2069" name="Grafik 2068"/>
          <p:cNvPicPr>
            <a:picLocks noChangeAspect="1"/>
          </p:cNvPicPr>
          <p:nvPr userDrawn="1"/>
        </p:nvPicPr>
        <p:blipFill>
          <a:blip r:embed="rId37">
            <a:extLst>
              <a:ext uri="{96DAC541-7B7A-43D3-8B79-37D633B846F1}">
                <asvg:svgBlip xmlns:asvg="http://schemas.microsoft.com/office/drawing/2016/SVG/main" r:embed="rId38"/>
              </a:ext>
            </a:extLst>
          </a:blip>
          <a:stretch>
            <a:fillRect/>
          </a:stretch>
        </p:blipFill>
        <p:spPr bwMode="gray">
          <a:xfrm>
            <a:off x="359568" y="4623752"/>
            <a:ext cx="926100" cy="279545"/>
          </a:xfrm>
          <a:prstGeom prst="rect">
            <a:avLst/>
          </a:prstGeom>
        </p:spPr>
      </p:pic>
    </p:spTree>
  </p:cSld>
  <p:clrMap bg1="lt1" tx1="dk1" bg2="lt2" tx2="dk2" accent1="accent1" accent2="accent2" accent3="accent3" accent4="accent4" accent5="accent5" accent6="accent6" hlink="hlink" folHlink="folHlink"/>
  <p:sldLayoutIdLst>
    <p:sldLayoutId id="2147483744" r:id="rId1"/>
    <p:sldLayoutId id="2147483745" r:id="rId2"/>
    <p:sldLayoutId id="2147483746" r:id="rId3"/>
    <p:sldLayoutId id="2147483747" r:id="rId4"/>
    <p:sldLayoutId id="2147483748" r:id="rId5"/>
    <p:sldLayoutId id="2147483749" r:id="rId6"/>
    <p:sldLayoutId id="2147483750" r:id="rId7"/>
    <p:sldLayoutId id="2147483751" r:id="rId8"/>
    <p:sldLayoutId id="2147483752" r:id="rId9"/>
    <p:sldLayoutId id="2147483753" r:id="rId10"/>
    <p:sldLayoutId id="2147483754" r:id="rId11"/>
    <p:sldLayoutId id="2147483755" r:id="rId12"/>
    <p:sldLayoutId id="2147483756" r:id="rId13"/>
    <p:sldLayoutId id="2147483757" r:id="rId14"/>
    <p:sldLayoutId id="2147483758" r:id="rId15"/>
    <p:sldLayoutId id="2147483759" r:id="rId16"/>
    <p:sldLayoutId id="2147483760" r:id="rId17"/>
    <p:sldLayoutId id="2147483761" r:id="rId18"/>
    <p:sldLayoutId id="2147483762" r:id="rId19"/>
    <p:sldLayoutId id="2147483763" r:id="rId20"/>
    <p:sldLayoutId id="2147483764" r:id="rId21"/>
    <p:sldLayoutId id="2147483765" r:id="rId22"/>
    <p:sldLayoutId id="2147483766" r:id="rId23"/>
    <p:sldLayoutId id="2147483767" r:id="rId24"/>
    <p:sldLayoutId id="2147483768" r:id="rId25"/>
    <p:sldLayoutId id="2147483769" r:id="rId26"/>
    <p:sldLayoutId id="2147483770" r:id="rId27"/>
    <p:sldLayoutId id="2147483771" r:id="rId28"/>
    <p:sldLayoutId id="2147483772" r:id="rId29"/>
    <p:sldLayoutId id="2147483773" r:id="rId30"/>
    <p:sldLayoutId id="2147483774" r:id="rId31"/>
    <p:sldLayoutId id="2147483775" r:id="rId32"/>
    <p:sldLayoutId id="2147483776" r:id="rId33"/>
    <p:sldLayoutId id="2147483777" r:id="rId34"/>
    <p:sldLayoutId id="2147483778" r:id="rId35"/>
  </p:sldLayoutIdLst>
  <p:hf hdr="0" dt="0"/>
  <p:txStyles>
    <p:titleStyle>
      <a:lvl1pPr algn="l" defTabSz="685800" rtl="0" eaLnBrk="1" latinLnBrk="0" hangingPunct="1">
        <a:lnSpc>
          <a:spcPct val="100000"/>
        </a:lnSpc>
        <a:spcBef>
          <a:spcPct val="0"/>
        </a:spcBef>
        <a:buNone/>
        <a:defRPr sz="1875" b="1" kern="1200">
          <a:solidFill>
            <a:schemeClr val="bg2"/>
          </a:solidFill>
          <a:latin typeface="+mj-lt"/>
          <a:ea typeface="+mj-ea"/>
          <a:cs typeface="+mj-cs"/>
        </a:defRPr>
      </a:lvl1pPr>
    </p:titleStyle>
    <p:bodyStyle>
      <a:lvl1pPr marL="161925" indent="-161925" algn="l" defTabSz="685800" rtl="0" eaLnBrk="1" latinLnBrk="0" hangingPunct="1">
        <a:lnSpc>
          <a:spcPct val="140000"/>
        </a:lnSpc>
        <a:spcBef>
          <a:spcPts val="0"/>
        </a:spcBef>
        <a:spcAft>
          <a:spcPts val="450"/>
        </a:spcAft>
        <a:buFont typeface="Arial" panose="020B0604020202020204" pitchFamily="34" charset="0"/>
        <a:buChar char="•"/>
        <a:defRPr sz="1200" b="0" kern="1200">
          <a:solidFill>
            <a:schemeClr val="tx1"/>
          </a:solidFill>
          <a:latin typeface="+mn-lt"/>
          <a:ea typeface="+mn-ea"/>
          <a:cs typeface="+mn-cs"/>
        </a:defRPr>
      </a:lvl1pPr>
      <a:lvl2pPr marL="323850" indent="-161925" algn="l" defTabSz="685800" rtl="0" eaLnBrk="1" latinLnBrk="0" hangingPunct="1">
        <a:lnSpc>
          <a:spcPct val="140000"/>
        </a:lnSpc>
        <a:spcBef>
          <a:spcPts val="0"/>
        </a:spcBef>
        <a:spcAft>
          <a:spcPts val="450"/>
        </a:spcAft>
        <a:buFont typeface="Arial" panose="020B0604020202020204" pitchFamily="34" charset="0"/>
        <a:buChar char="•"/>
        <a:defRPr sz="1200" kern="1200">
          <a:solidFill>
            <a:schemeClr val="tx1"/>
          </a:solidFill>
          <a:latin typeface="+mn-lt"/>
          <a:ea typeface="+mn-ea"/>
          <a:cs typeface="+mn-cs"/>
        </a:defRPr>
      </a:lvl2pPr>
      <a:lvl3pPr marL="431800" indent="-161925" algn="l" defTabSz="685800" rtl="0" eaLnBrk="1" latinLnBrk="0" hangingPunct="1">
        <a:lnSpc>
          <a:spcPct val="140000"/>
        </a:lnSpc>
        <a:spcBef>
          <a:spcPts val="0"/>
        </a:spcBef>
        <a:spcAft>
          <a:spcPts val="450"/>
        </a:spcAft>
        <a:buFont typeface="Arial" panose="020B0604020202020204" pitchFamily="34" charset="0"/>
        <a:buChar char="•"/>
        <a:defRPr sz="1200" kern="1200">
          <a:solidFill>
            <a:schemeClr val="tx1"/>
          </a:solidFill>
          <a:latin typeface="+mn-lt"/>
          <a:ea typeface="+mn-ea"/>
          <a:cs typeface="+mn-cs"/>
        </a:defRPr>
      </a:lvl3pPr>
      <a:lvl4pPr marL="593725" indent="-161925" algn="l" defTabSz="685800" rtl="0" eaLnBrk="1" latinLnBrk="0" hangingPunct="1">
        <a:lnSpc>
          <a:spcPct val="140000"/>
        </a:lnSpc>
        <a:spcBef>
          <a:spcPts val="0"/>
        </a:spcBef>
        <a:spcAft>
          <a:spcPts val="450"/>
        </a:spcAft>
        <a:buFont typeface="Arial" panose="020B0604020202020204" pitchFamily="34" charset="0"/>
        <a:buChar char="•"/>
        <a:defRPr sz="1200" kern="1200">
          <a:solidFill>
            <a:schemeClr val="tx1"/>
          </a:solidFill>
          <a:latin typeface="+mn-lt"/>
          <a:ea typeface="+mn-ea"/>
          <a:cs typeface="+mn-cs"/>
        </a:defRPr>
      </a:lvl4pPr>
      <a:lvl5pPr marL="107950" indent="-107950" algn="l" defTabSz="685800" rtl="0" eaLnBrk="1" latinLnBrk="0" hangingPunct="1">
        <a:lnSpc>
          <a:spcPct val="140000"/>
        </a:lnSpc>
        <a:spcBef>
          <a:spcPts val="0"/>
        </a:spcBef>
        <a:spcAft>
          <a:spcPts val="450"/>
        </a:spcAft>
        <a:buFont typeface="Arial" panose="020B0604020202020204" pitchFamily="34" charset="0"/>
        <a:buChar char="•"/>
        <a:defRPr sz="900" kern="1200">
          <a:solidFill>
            <a:schemeClr val="tx1"/>
          </a:solidFill>
          <a:latin typeface="+mn-lt"/>
          <a:ea typeface="+mn-ea"/>
          <a:cs typeface="+mn-cs"/>
        </a:defRPr>
      </a:lvl5pPr>
      <a:lvl6pPr marL="215900" indent="-107315" algn="l" defTabSz="685800" rtl="0" eaLnBrk="1" latinLnBrk="0" hangingPunct="1">
        <a:lnSpc>
          <a:spcPct val="140000"/>
        </a:lnSpc>
        <a:spcBef>
          <a:spcPts val="0"/>
        </a:spcBef>
        <a:spcAft>
          <a:spcPts val="450"/>
        </a:spcAft>
        <a:buFont typeface="Arial" panose="020B0604020202020204" pitchFamily="34" charset="0"/>
        <a:buChar char="•"/>
        <a:defRPr sz="900" kern="1200">
          <a:solidFill>
            <a:schemeClr val="tx1"/>
          </a:solidFill>
          <a:latin typeface="+mn-lt"/>
          <a:ea typeface="+mn-ea"/>
          <a:cs typeface="+mn-cs"/>
        </a:defRPr>
      </a:lvl6pPr>
      <a:lvl7pPr marL="323850" indent="-107950" algn="l" defTabSz="685800" rtl="0" eaLnBrk="1" latinLnBrk="0" hangingPunct="1">
        <a:lnSpc>
          <a:spcPct val="140000"/>
        </a:lnSpc>
        <a:spcBef>
          <a:spcPts val="0"/>
        </a:spcBef>
        <a:spcAft>
          <a:spcPts val="450"/>
        </a:spcAft>
        <a:buFont typeface="Arial" panose="020B0604020202020204" pitchFamily="34" charset="0"/>
        <a:buChar char="•"/>
        <a:defRPr sz="900" kern="1200">
          <a:solidFill>
            <a:schemeClr val="tx1"/>
          </a:solidFill>
          <a:latin typeface="+mn-lt"/>
          <a:ea typeface="+mn-ea"/>
          <a:cs typeface="+mn-cs"/>
        </a:defRPr>
      </a:lvl7pPr>
      <a:lvl8pPr marL="431800" indent="-107950" algn="l" defTabSz="685800" rtl="0" eaLnBrk="1" latinLnBrk="0" hangingPunct="1">
        <a:lnSpc>
          <a:spcPct val="140000"/>
        </a:lnSpc>
        <a:spcBef>
          <a:spcPts val="0"/>
        </a:spcBef>
        <a:spcAft>
          <a:spcPts val="450"/>
        </a:spcAft>
        <a:buFont typeface="Arial" panose="020B0604020202020204" pitchFamily="34" charset="0"/>
        <a:buChar char="•"/>
        <a:defRPr sz="900" kern="1200">
          <a:solidFill>
            <a:schemeClr val="tx1"/>
          </a:solidFill>
          <a:latin typeface="+mn-lt"/>
          <a:ea typeface="+mn-ea"/>
          <a:cs typeface="+mn-cs"/>
        </a:defRPr>
      </a:lvl8pPr>
      <a:lvl9pPr marL="431800" indent="-107950" algn="l" defTabSz="685800" rtl="0" eaLnBrk="1" latinLnBrk="0" hangingPunct="1">
        <a:lnSpc>
          <a:spcPct val="140000"/>
        </a:lnSpc>
        <a:spcBef>
          <a:spcPts val="0"/>
        </a:spcBef>
        <a:spcAft>
          <a:spcPts val="450"/>
        </a:spcAft>
        <a:buFont typeface="Arial" panose="020B0604020202020204" pitchFamily="34" charset="0"/>
        <a:buChar char="•"/>
        <a:defRPr sz="900" kern="1200">
          <a:solidFill>
            <a:schemeClr val="tx1"/>
          </a:solidFill>
          <a:latin typeface="+mn-lt"/>
          <a:ea typeface="+mn-ea"/>
          <a:cs typeface="+mn-cs"/>
        </a:defRPr>
      </a:lvl9pPr>
    </p:bodyStyle>
    <p:otherStyle>
      <a:defPPr>
        <a:defRPr lang="de-DE"/>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p:cNvSpPr>
            <a:spLocks noGrp="1"/>
          </p:cNvSpPr>
          <p:nvPr>
            <p:ph type="title"/>
          </p:nvPr>
        </p:nvSpPr>
        <p:spPr bwMode="gray">
          <a:xfrm>
            <a:off x="359570" y="357750"/>
            <a:ext cx="8424863" cy="540000"/>
          </a:xfrm>
          <a:prstGeom prst="rect">
            <a:avLst/>
          </a:prstGeom>
        </p:spPr>
        <p:txBody>
          <a:bodyPr vert="horz" lIns="0" tIns="0" rIns="0" bIns="0" rtlCol="0" anchor="t">
            <a:noAutofit/>
          </a:bodyPr>
          <a:lstStyle/>
          <a:p>
            <a:r>
              <a:rPr lang="en-US"/>
              <a:t>Add Title</a:t>
            </a:r>
          </a:p>
        </p:txBody>
      </p:sp>
      <p:sp>
        <p:nvSpPr>
          <p:cNvPr id="3" name="Textplatzhalter 2"/>
          <p:cNvSpPr>
            <a:spLocks noGrp="1"/>
          </p:cNvSpPr>
          <p:nvPr>
            <p:ph type="body" idx="1"/>
          </p:nvPr>
        </p:nvSpPr>
        <p:spPr bwMode="gray">
          <a:xfrm>
            <a:off x="359606" y="1059960"/>
            <a:ext cx="8424863" cy="3402000"/>
          </a:xfrm>
          <a:prstGeom prst="rect">
            <a:avLst/>
          </a:prstGeom>
        </p:spPr>
        <p:txBody>
          <a:bodyPr vert="horz" lIns="0" tIns="0" rIns="0" bIns="0" rtlCol="0">
            <a:noAutofit/>
          </a:body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Fußzeilenplatzhalter 4"/>
          <p:cNvSpPr>
            <a:spLocks noGrp="1"/>
          </p:cNvSpPr>
          <p:nvPr>
            <p:ph type="ftr" sz="quarter" idx="3"/>
          </p:nvPr>
        </p:nvSpPr>
        <p:spPr bwMode="gray">
          <a:xfrm>
            <a:off x="4734018" y="4685127"/>
            <a:ext cx="3780420" cy="216000"/>
          </a:xfrm>
          <a:prstGeom prst="rect">
            <a:avLst/>
          </a:prstGeom>
        </p:spPr>
        <p:txBody>
          <a:bodyPr vert="horz" lIns="0" tIns="0" rIns="0" bIns="0" rtlCol="0" anchor="b">
            <a:noAutofit/>
          </a:bodyPr>
          <a:lstStyle>
            <a:lvl1pPr marL="0" indent="0" algn="r">
              <a:spcAft>
                <a:spcPts val="225"/>
              </a:spcAft>
              <a:defRPr sz="600">
                <a:solidFill>
                  <a:schemeClr val="bg2"/>
                </a:solidFill>
              </a:defRPr>
            </a:lvl1pPr>
            <a:lvl2pPr marL="0" indent="0" algn="l">
              <a:defRPr sz="600"/>
            </a:lvl2pPr>
            <a:lvl3pPr marL="0" indent="0" algn="l">
              <a:defRPr sz="600"/>
            </a:lvl3pPr>
            <a:lvl4pPr marL="0" indent="0" algn="l">
              <a:defRPr sz="600"/>
            </a:lvl4pPr>
            <a:lvl5pPr marL="0" indent="0" algn="l">
              <a:defRPr sz="600"/>
            </a:lvl5pPr>
            <a:lvl6pPr marL="0" indent="0" algn="l">
              <a:defRPr sz="600"/>
            </a:lvl6pPr>
            <a:lvl7pPr marL="0" indent="0" algn="l">
              <a:defRPr sz="600"/>
            </a:lvl7pPr>
            <a:lvl8pPr marL="0" indent="0" algn="l">
              <a:defRPr sz="600"/>
            </a:lvl8pPr>
            <a:lvl9pPr marL="0" indent="0" algn="l">
              <a:defRPr sz="600"/>
            </a:lvl9pPr>
          </a:lstStyle>
          <a:p>
            <a:r>
              <a:rPr lang="en-US"/>
              <a:t>Presentation title    |    ONLY FOR INTERNAL USE</a:t>
            </a:r>
          </a:p>
        </p:txBody>
      </p:sp>
      <p:sp>
        <p:nvSpPr>
          <p:cNvPr id="6" name="Foliennummernplatzhalter 5"/>
          <p:cNvSpPr>
            <a:spLocks noGrp="1"/>
          </p:cNvSpPr>
          <p:nvPr>
            <p:ph type="sldNum" sz="quarter" idx="4"/>
          </p:nvPr>
        </p:nvSpPr>
        <p:spPr bwMode="gray">
          <a:xfrm>
            <a:off x="8568444" y="4685127"/>
            <a:ext cx="216000" cy="216000"/>
          </a:xfrm>
          <a:prstGeom prst="rect">
            <a:avLst/>
          </a:prstGeom>
        </p:spPr>
        <p:txBody>
          <a:bodyPr vert="horz" lIns="0" tIns="0" rIns="0" bIns="0" rtlCol="0" anchor="b">
            <a:noAutofit/>
          </a:bodyPr>
          <a:lstStyle>
            <a:lvl1pPr algn="r">
              <a:defRPr sz="600">
                <a:solidFill>
                  <a:schemeClr val="bg2"/>
                </a:solidFill>
              </a:defRPr>
            </a:lvl1pPr>
          </a:lstStyle>
          <a:p>
            <a:fld id="{DF4E8F9F-5B1F-4F5B-BE49-3245D8C18D9F}" type="slidenum">
              <a:rPr lang="en-US" smtClean="0"/>
              <a:t>‹#›</a:t>
            </a:fld>
            <a:endParaRPr lang="en-US"/>
          </a:p>
        </p:txBody>
      </p:sp>
      <p:grpSp>
        <p:nvGrpSpPr>
          <p:cNvPr id="2082" name="Gruppieren 2081"/>
          <p:cNvGrpSpPr/>
          <p:nvPr userDrawn="1"/>
        </p:nvGrpSpPr>
        <p:grpSpPr bwMode="gray">
          <a:xfrm>
            <a:off x="360000" y="-128550"/>
            <a:ext cx="8424468" cy="54000"/>
            <a:chOff x="480000" y="-171400"/>
            <a:chExt cx="11232624" cy="72000"/>
          </a:xfrm>
        </p:grpSpPr>
        <p:cxnSp>
          <p:nvCxnSpPr>
            <p:cNvPr id="13" name="Gerader Verbinder 12"/>
            <p:cNvCxnSpPr/>
            <p:nvPr userDrawn="1"/>
          </p:nvCxnSpPr>
          <p:spPr bwMode="gray">
            <a:xfrm>
              <a:off x="480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Gerader Verbinder 13"/>
            <p:cNvCxnSpPr/>
            <p:nvPr userDrawn="1"/>
          </p:nvCxnSpPr>
          <p:spPr bwMode="gray">
            <a:xfrm>
              <a:off x="4043376"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Gerader Verbinder 14"/>
            <p:cNvCxnSpPr/>
            <p:nvPr userDrawn="1"/>
          </p:nvCxnSpPr>
          <p:spPr bwMode="gray">
            <a:xfrm>
              <a:off x="4331688"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Gerader Verbinder 15"/>
            <p:cNvCxnSpPr/>
            <p:nvPr userDrawn="1"/>
          </p:nvCxnSpPr>
          <p:spPr bwMode="gray">
            <a:xfrm>
              <a:off x="5952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Gerader Verbinder 16"/>
            <p:cNvCxnSpPr/>
            <p:nvPr userDrawn="1"/>
          </p:nvCxnSpPr>
          <p:spPr bwMode="gray">
            <a:xfrm>
              <a:off x="6240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Gerader Verbinder 17"/>
            <p:cNvCxnSpPr/>
            <p:nvPr userDrawn="1"/>
          </p:nvCxnSpPr>
          <p:spPr bwMode="gray">
            <a:xfrm>
              <a:off x="7859688"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Gerader Verbinder 18"/>
            <p:cNvCxnSpPr/>
            <p:nvPr userDrawn="1"/>
          </p:nvCxnSpPr>
          <p:spPr bwMode="gray">
            <a:xfrm>
              <a:off x="8148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Gerader Verbinder 19"/>
            <p:cNvCxnSpPr/>
            <p:nvPr userDrawn="1"/>
          </p:nvCxnSpPr>
          <p:spPr bwMode="gray">
            <a:xfrm>
              <a:off x="11712624"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5" name="Gruppieren 24"/>
          <p:cNvGrpSpPr/>
          <p:nvPr userDrawn="1"/>
        </p:nvGrpSpPr>
        <p:grpSpPr bwMode="gray">
          <a:xfrm>
            <a:off x="-126516" y="1059750"/>
            <a:ext cx="54000" cy="3402000"/>
            <a:chOff x="-456728" y="1628800"/>
            <a:chExt cx="216000" cy="4536504"/>
          </a:xfrm>
        </p:grpSpPr>
        <p:cxnSp>
          <p:nvCxnSpPr>
            <p:cNvPr id="23" name="Gerader Verbinder 22"/>
            <p:cNvCxnSpPr/>
            <p:nvPr userDrawn="1"/>
          </p:nvCxnSpPr>
          <p:spPr bwMode="gray">
            <a:xfrm>
              <a:off x="-456728" y="1628800"/>
              <a:ext cx="216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Gerader Verbinder 23"/>
            <p:cNvCxnSpPr/>
            <p:nvPr userDrawn="1"/>
          </p:nvCxnSpPr>
          <p:spPr bwMode="gray">
            <a:xfrm>
              <a:off x="-456728" y="6165304"/>
              <a:ext cx="216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pic>
        <p:nvPicPr>
          <p:cNvPr id="2069" name="Grafik 2068"/>
          <p:cNvPicPr>
            <a:picLocks noChangeAspect="1"/>
          </p:cNvPicPr>
          <p:nvPr userDrawn="1"/>
        </p:nvPicPr>
        <p:blipFill>
          <a:blip r:embed="rId37">
            <a:extLst>
              <a:ext uri="{96DAC541-7B7A-43D3-8B79-37D633B846F1}">
                <asvg:svgBlip xmlns:asvg="http://schemas.microsoft.com/office/drawing/2016/SVG/main" r:embed="rId38"/>
              </a:ext>
            </a:extLst>
          </a:blip>
          <a:stretch>
            <a:fillRect/>
          </a:stretch>
        </p:blipFill>
        <p:spPr bwMode="gray">
          <a:xfrm>
            <a:off x="359568" y="4623752"/>
            <a:ext cx="926100" cy="279545"/>
          </a:xfrm>
          <a:prstGeom prst="rect">
            <a:avLst/>
          </a:prstGeom>
        </p:spPr>
      </p:pic>
    </p:spTree>
  </p:cSld>
  <p:clrMap bg1="lt1" tx1="dk1" bg2="lt2" tx2="dk2" accent1="accent1" accent2="accent2" accent3="accent3" accent4="accent4" accent5="accent5" accent6="accent6" hlink="hlink" folHlink="folHlink"/>
  <p:sldLayoutIdLst>
    <p:sldLayoutId id="2147483780" r:id="rId1"/>
    <p:sldLayoutId id="2147483781" r:id="rId2"/>
    <p:sldLayoutId id="2147483782" r:id="rId3"/>
    <p:sldLayoutId id="2147483783" r:id="rId4"/>
    <p:sldLayoutId id="2147483784" r:id="rId5"/>
    <p:sldLayoutId id="2147483785" r:id="rId6"/>
    <p:sldLayoutId id="2147483786" r:id="rId7"/>
    <p:sldLayoutId id="2147483787" r:id="rId8"/>
    <p:sldLayoutId id="2147483788" r:id="rId9"/>
    <p:sldLayoutId id="2147483789" r:id="rId10"/>
    <p:sldLayoutId id="2147483790" r:id="rId11"/>
    <p:sldLayoutId id="2147483791" r:id="rId12"/>
    <p:sldLayoutId id="2147483792" r:id="rId13"/>
    <p:sldLayoutId id="2147483793" r:id="rId14"/>
    <p:sldLayoutId id="2147483794" r:id="rId15"/>
    <p:sldLayoutId id="2147483795" r:id="rId16"/>
    <p:sldLayoutId id="2147483796" r:id="rId17"/>
    <p:sldLayoutId id="2147483797" r:id="rId18"/>
    <p:sldLayoutId id="2147483798" r:id="rId19"/>
    <p:sldLayoutId id="2147483799" r:id="rId20"/>
    <p:sldLayoutId id="2147483800" r:id="rId21"/>
    <p:sldLayoutId id="2147483801" r:id="rId22"/>
    <p:sldLayoutId id="2147483802" r:id="rId23"/>
    <p:sldLayoutId id="2147483803" r:id="rId24"/>
    <p:sldLayoutId id="2147483804" r:id="rId25"/>
    <p:sldLayoutId id="2147483805" r:id="rId26"/>
    <p:sldLayoutId id="2147483806" r:id="rId27"/>
    <p:sldLayoutId id="2147483807" r:id="rId28"/>
    <p:sldLayoutId id="2147483808" r:id="rId29"/>
    <p:sldLayoutId id="2147483809" r:id="rId30"/>
    <p:sldLayoutId id="2147483810" r:id="rId31"/>
    <p:sldLayoutId id="2147483811" r:id="rId32"/>
    <p:sldLayoutId id="2147483812" r:id="rId33"/>
    <p:sldLayoutId id="2147483813" r:id="rId34"/>
    <p:sldLayoutId id="2147483814" r:id="rId35"/>
  </p:sldLayoutIdLst>
  <p:hf hdr="0" dt="0"/>
  <p:txStyles>
    <p:titleStyle>
      <a:lvl1pPr algn="l" defTabSz="685800" rtl="0" eaLnBrk="1" latinLnBrk="0" hangingPunct="1">
        <a:lnSpc>
          <a:spcPct val="100000"/>
        </a:lnSpc>
        <a:spcBef>
          <a:spcPct val="0"/>
        </a:spcBef>
        <a:buNone/>
        <a:defRPr sz="1875" b="1" kern="1200">
          <a:solidFill>
            <a:schemeClr val="bg2"/>
          </a:solidFill>
          <a:latin typeface="+mj-lt"/>
          <a:ea typeface="+mj-ea"/>
          <a:cs typeface="+mj-cs"/>
        </a:defRPr>
      </a:lvl1pPr>
    </p:titleStyle>
    <p:bodyStyle>
      <a:lvl1pPr marL="161925" indent="-161925" algn="l" defTabSz="685800" rtl="0" eaLnBrk="1" latinLnBrk="0" hangingPunct="1">
        <a:lnSpc>
          <a:spcPct val="140000"/>
        </a:lnSpc>
        <a:spcBef>
          <a:spcPts val="0"/>
        </a:spcBef>
        <a:spcAft>
          <a:spcPts val="450"/>
        </a:spcAft>
        <a:buFont typeface="Arial" panose="020B0604020202020204" pitchFamily="34" charset="0"/>
        <a:buChar char="•"/>
        <a:defRPr sz="1200" b="0" kern="1200">
          <a:solidFill>
            <a:schemeClr val="tx1"/>
          </a:solidFill>
          <a:latin typeface="+mn-lt"/>
          <a:ea typeface="+mn-ea"/>
          <a:cs typeface="+mn-cs"/>
        </a:defRPr>
      </a:lvl1pPr>
      <a:lvl2pPr marL="323850" indent="-161925" algn="l" defTabSz="685800" rtl="0" eaLnBrk="1" latinLnBrk="0" hangingPunct="1">
        <a:lnSpc>
          <a:spcPct val="140000"/>
        </a:lnSpc>
        <a:spcBef>
          <a:spcPts val="0"/>
        </a:spcBef>
        <a:spcAft>
          <a:spcPts val="450"/>
        </a:spcAft>
        <a:buFont typeface="Arial" panose="020B0604020202020204" pitchFamily="34" charset="0"/>
        <a:buChar char="•"/>
        <a:defRPr sz="1200" kern="1200">
          <a:solidFill>
            <a:schemeClr val="tx1"/>
          </a:solidFill>
          <a:latin typeface="+mn-lt"/>
          <a:ea typeface="+mn-ea"/>
          <a:cs typeface="+mn-cs"/>
        </a:defRPr>
      </a:lvl2pPr>
      <a:lvl3pPr marL="431800" indent="-161925" algn="l" defTabSz="685800" rtl="0" eaLnBrk="1" latinLnBrk="0" hangingPunct="1">
        <a:lnSpc>
          <a:spcPct val="140000"/>
        </a:lnSpc>
        <a:spcBef>
          <a:spcPts val="0"/>
        </a:spcBef>
        <a:spcAft>
          <a:spcPts val="450"/>
        </a:spcAft>
        <a:buFont typeface="Arial" panose="020B0604020202020204" pitchFamily="34" charset="0"/>
        <a:buChar char="•"/>
        <a:defRPr sz="1200" kern="1200">
          <a:solidFill>
            <a:schemeClr val="tx1"/>
          </a:solidFill>
          <a:latin typeface="+mn-lt"/>
          <a:ea typeface="+mn-ea"/>
          <a:cs typeface="+mn-cs"/>
        </a:defRPr>
      </a:lvl3pPr>
      <a:lvl4pPr marL="593725" indent="-161925" algn="l" defTabSz="685800" rtl="0" eaLnBrk="1" latinLnBrk="0" hangingPunct="1">
        <a:lnSpc>
          <a:spcPct val="140000"/>
        </a:lnSpc>
        <a:spcBef>
          <a:spcPts val="0"/>
        </a:spcBef>
        <a:spcAft>
          <a:spcPts val="450"/>
        </a:spcAft>
        <a:buFont typeface="Arial" panose="020B0604020202020204" pitchFamily="34" charset="0"/>
        <a:buChar char="•"/>
        <a:defRPr sz="1200" kern="1200">
          <a:solidFill>
            <a:schemeClr val="tx1"/>
          </a:solidFill>
          <a:latin typeface="+mn-lt"/>
          <a:ea typeface="+mn-ea"/>
          <a:cs typeface="+mn-cs"/>
        </a:defRPr>
      </a:lvl4pPr>
      <a:lvl5pPr marL="107950" indent="-107950" algn="l" defTabSz="685800" rtl="0" eaLnBrk="1" latinLnBrk="0" hangingPunct="1">
        <a:lnSpc>
          <a:spcPct val="140000"/>
        </a:lnSpc>
        <a:spcBef>
          <a:spcPts val="0"/>
        </a:spcBef>
        <a:spcAft>
          <a:spcPts val="450"/>
        </a:spcAft>
        <a:buFont typeface="Arial" panose="020B0604020202020204" pitchFamily="34" charset="0"/>
        <a:buChar char="•"/>
        <a:defRPr sz="900" kern="1200">
          <a:solidFill>
            <a:schemeClr val="tx1"/>
          </a:solidFill>
          <a:latin typeface="+mn-lt"/>
          <a:ea typeface="+mn-ea"/>
          <a:cs typeface="+mn-cs"/>
        </a:defRPr>
      </a:lvl5pPr>
      <a:lvl6pPr marL="215900" indent="-107315" algn="l" defTabSz="685800" rtl="0" eaLnBrk="1" latinLnBrk="0" hangingPunct="1">
        <a:lnSpc>
          <a:spcPct val="140000"/>
        </a:lnSpc>
        <a:spcBef>
          <a:spcPts val="0"/>
        </a:spcBef>
        <a:spcAft>
          <a:spcPts val="450"/>
        </a:spcAft>
        <a:buFont typeface="Arial" panose="020B0604020202020204" pitchFamily="34" charset="0"/>
        <a:buChar char="•"/>
        <a:defRPr sz="900" kern="1200">
          <a:solidFill>
            <a:schemeClr val="tx1"/>
          </a:solidFill>
          <a:latin typeface="+mn-lt"/>
          <a:ea typeface="+mn-ea"/>
          <a:cs typeface="+mn-cs"/>
        </a:defRPr>
      </a:lvl6pPr>
      <a:lvl7pPr marL="323850" indent="-107950" algn="l" defTabSz="685800" rtl="0" eaLnBrk="1" latinLnBrk="0" hangingPunct="1">
        <a:lnSpc>
          <a:spcPct val="140000"/>
        </a:lnSpc>
        <a:spcBef>
          <a:spcPts val="0"/>
        </a:spcBef>
        <a:spcAft>
          <a:spcPts val="450"/>
        </a:spcAft>
        <a:buFont typeface="Arial" panose="020B0604020202020204" pitchFamily="34" charset="0"/>
        <a:buChar char="•"/>
        <a:defRPr sz="900" kern="1200">
          <a:solidFill>
            <a:schemeClr val="tx1"/>
          </a:solidFill>
          <a:latin typeface="+mn-lt"/>
          <a:ea typeface="+mn-ea"/>
          <a:cs typeface="+mn-cs"/>
        </a:defRPr>
      </a:lvl7pPr>
      <a:lvl8pPr marL="431800" indent="-107950" algn="l" defTabSz="685800" rtl="0" eaLnBrk="1" latinLnBrk="0" hangingPunct="1">
        <a:lnSpc>
          <a:spcPct val="140000"/>
        </a:lnSpc>
        <a:spcBef>
          <a:spcPts val="0"/>
        </a:spcBef>
        <a:spcAft>
          <a:spcPts val="450"/>
        </a:spcAft>
        <a:buFont typeface="Arial" panose="020B0604020202020204" pitchFamily="34" charset="0"/>
        <a:buChar char="•"/>
        <a:defRPr sz="900" kern="1200">
          <a:solidFill>
            <a:schemeClr val="tx1"/>
          </a:solidFill>
          <a:latin typeface="+mn-lt"/>
          <a:ea typeface="+mn-ea"/>
          <a:cs typeface="+mn-cs"/>
        </a:defRPr>
      </a:lvl8pPr>
      <a:lvl9pPr marL="431800" indent="-107950" algn="l" defTabSz="685800" rtl="0" eaLnBrk="1" latinLnBrk="0" hangingPunct="1">
        <a:lnSpc>
          <a:spcPct val="140000"/>
        </a:lnSpc>
        <a:spcBef>
          <a:spcPts val="0"/>
        </a:spcBef>
        <a:spcAft>
          <a:spcPts val="450"/>
        </a:spcAft>
        <a:buFont typeface="Arial" panose="020B0604020202020204" pitchFamily="34" charset="0"/>
        <a:buChar char="•"/>
        <a:defRPr sz="900" kern="1200">
          <a:solidFill>
            <a:schemeClr val="tx1"/>
          </a:solidFill>
          <a:latin typeface="+mn-lt"/>
          <a:ea typeface="+mn-ea"/>
          <a:cs typeface="+mn-cs"/>
        </a:defRPr>
      </a:lvl9pPr>
    </p:bodyStyle>
    <p:otherStyle>
      <a:defPPr>
        <a:defRPr lang="de-DE"/>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p:cNvSpPr>
            <a:spLocks noGrp="1"/>
          </p:cNvSpPr>
          <p:nvPr>
            <p:ph type="title"/>
          </p:nvPr>
        </p:nvSpPr>
        <p:spPr bwMode="gray">
          <a:xfrm>
            <a:off x="359570" y="357750"/>
            <a:ext cx="8424863" cy="540000"/>
          </a:xfrm>
          <a:prstGeom prst="rect">
            <a:avLst/>
          </a:prstGeom>
        </p:spPr>
        <p:txBody>
          <a:bodyPr vert="horz" lIns="0" tIns="0" rIns="0" bIns="0" rtlCol="0" anchor="t">
            <a:noAutofit/>
          </a:bodyPr>
          <a:lstStyle/>
          <a:p>
            <a:r>
              <a:rPr lang="en-US"/>
              <a:t>Add Title</a:t>
            </a:r>
          </a:p>
        </p:txBody>
      </p:sp>
      <p:sp>
        <p:nvSpPr>
          <p:cNvPr id="3" name="Textplatzhalter 2"/>
          <p:cNvSpPr>
            <a:spLocks noGrp="1"/>
          </p:cNvSpPr>
          <p:nvPr>
            <p:ph type="body" idx="1"/>
          </p:nvPr>
        </p:nvSpPr>
        <p:spPr bwMode="gray">
          <a:xfrm>
            <a:off x="359606" y="1059960"/>
            <a:ext cx="8424863" cy="3402000"/>
          </a:xfrm>
          <a:prstGeom prst="rect">
            <a:avLst/>
          </a:prstGeom>
        </p:spPr>
        <p:txBody>
          <a:bodyPr vert="horz" lIns="0" tIns="0" rIns="0" bIns="0" rtlCol="0">
            <a:noAutofit/>
          </a:body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Fußzeilenplatzhalter 4"/>
          <p:cNvSpPr>
            <a:spLocks noGrp="1"/>
          </p:cNvSpPr>
          <p:nvPr>
            <p:ph type="ftr" sz="quarter" idx="3"/>
          </p:nvPr>
        </p:nvSpPr>
        <p:spPr bwMode="gray">
          <a:xfrm>
            <a:off x="4734018" y="4685127"/>
            <a:ext cx="3780420" cy="216000"/>
          </a:xfrm>
          <a:prstGeom prst="rect">
            <a:avLst/>
          </a:prstGeom>
        </p:spPr>
        <p:txBody>
          <a:bodyPr vert="horz" lIns="0" tIns="0" rIns="0" bIns="0" rtlCol="0" anchor="b">
            <a:noAutofit/>
          </a:bodyPr>
          <a:lstStyle>
            <a:lvl1pPr marL="0" indent="0" algn="r">
              <a:spcAft>
                <a:spcPts val="225"/>
              </a:spcAft>
              <a:defRPr sz="600">
                <a:solidFill>
                  <a:schemeClr val="bg2"/>
                </a:solidFill>
              </a:defRPr>
            </a:lvl1pPr>
            <a:lvl2pPr marL="0" indent="0" algn="l">
              <a:defRPr sz="600"/>
            </a:lvl2pPr>
            <a:lvl3pPr marL="0" indent="0" algn="l">
              <a:defRPr sz="600"/>
            </a:lvl3pPr>
            <a:lvl4pPr marL="0" indent="0" algn="l">
              <a:defRPr sz="600"/>
            </a:lvl4pPr>
            <a:lvl5pPr marL="0" indent="0" algn="l">
              <a:defRPr sz="600"/>
            </a:lvl5pPr>
            <a:lvl6pPr marL="0" indent="0" algn="l">
              <a:defRPr sz="600"/>
            </a:lvl6pPr>
            <a:lvl7pPr marL="0" indent="0" algn="l">
              <a:defRPr sz="600"/>
            </a:lvl7pPr>
            <a:lvl8pPr marL="0" indent="0" algn="l">
              <a:defRPr sz="600"/>
            </a:lvl8pPr>
            <a:lvl9pPr marL="0" indent="0" algn="l">
              <a:defRPr sz="600"/>
            </a:lvl9pPr>
          </a:lstStyle>
          <a:p>
            <a:r>
              <a:rPr lang="en-US"/>
              <a:t>Presentation title    |    ONLY FOR INTERNAL USE</a:t>
            </a:r>
          </a:p>
        </p:txBody>
      </p:sp>
      <p:sp>
        <p:nvSpPr>
          <p:cNvPr id="6" name="Foliennummernplatzhalter 5"/>
          <p:cNvSpPr>
            <a:spLocks noGrp="1"/>
          </p:cNvSpPr>
          <p:nvPr>
            <p:ph type="sldNum" sz="quarter" idx="4"/>
          </p:nvPr>
        </p:nvSpPr>
        <p:spPr bwMode="gray">
          <a:xfrm>
            <a:off x="8568444" y="4685127"/>
            <a:ext cx="216000" cy="216000"/>
          </a:xfrm>
          <a:prstGeom prst="rect">
            <a:avLst/>
          </a:prstGeom>
        </p:spPr>
        <p:txBody>
          <a:bodyPr vert="horz" lIns="0" tIns="0" rIns="0" bIns="0" rtlCol="0" anchor="b">
            <a:noAutofit/>
          </a:bodyPr>
          <a:lstStyle>
            <a:lvl1pPr algn="r">
              <a:defRPr sz="600">
                <a:solidFill>
                  <a:schemeClr val="bg2"/>
                </a:solidFill>
              </a:defRPr>
            </a:lvl1pPr>
          </a:lstStyle>
          <a:p>
            <a:fld id="{DF4E8F9F-5B1F-4F5B-BE49-3245D8C18D9F}" type="slidenum">
              <a:rPr lang="en-US" smtClean="0"/>
              <a:pPr/>
              <a:t>‹#›</a:t>
            </a:fld>
            <a:endParaRPr lang="en-US"/>
          </a:p>
        </p:txBody>
      </p:sp>
      <p:grpSp>
        <p:nvGrpSpPr>
          <p:cNvPr id="2082" name="Gruppieren 2081">
            <a:extLst>
              <a:ext uri="{FF2B5EF4-FFF2-40B4-BE49-F238E27FC236}">
                <a16:creationId xmlns:a16="http://schemas.microsoft.com/office/drawing/2014/main" id="{541D1760-5727-61F0-8478-5E672791C3A5}"/>
              </a:ext>
            </a:extLst>
          </p:cNvPr>
          <p:cNvGrpSpPr/>
          <p:nvPr userDrawn="1"/>
        </p:nvGrpSpPr>
        <p:grpSpPr bwMode="gray">
          <a:xfrm>
            <a:off x="360000" y="-128550"/>
            <a:ext cx="8424468" cy="54000"/>
            <a:chOff x="480000" y="-171400"/>
            <a:chExt cx="11232624" cy="72000"/>
          </a:xfrm>
        </p:grpSpPr>
        <p:cxnSp>
          <p:nvCxnSpPr>
            <p:cNvPr id="13" name="Gerader Verbinder 12"/>
            <p:cNvCxnSpPr/>
            <p:nvPr userDrawn="1"/>
          </p:nvCxnSpPr>
          <p:spPr bwMode="gray">
            <a:xfrm>
              <a:off x="480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Gerader Verbinder 13"/>
            <p:cNvCxnSpPr>
              <a:cxnSpLocks/>
            </p:cNvCxnSpPr>
            <p:nvPr userDrawn="1"/>
          </p:nvCxnSpPr>
          <p:spPr bwMode="gray">
            <a:xfrm>
              <a:off x="4043376"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Gerader Verbinder 14"/>
            <p:cNvCxnSpPr>
              <a:cxnSpLocks/>
            </p:cNvCxnSpPr>
            <p:nvPr userDrawn="1"/>
          </p:nvCxnSpPr>
          <p:spPr bwMode="gray">
            <a:xfrm>
              <a:off x="4331688"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Gerader Verbinder 15"/>
            <p:cNvCxnSpPr/>
            <p:nvPr userDrawn="1"/>
          </p:nvCxnSpPr>
          <p:spPr bwMode="gray">
            <a:xfrm>
              <a:off x="5952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Gerader Verbinder 16"/>
            <p:cNvCxnSpPr/>
            <p:nvPr userDrawn="1"/>
          </p:nvCxnSpPr>
          <p:spPr bwMode="gray">
            <a:xfrm>
              <a:off x="6240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Gerader Verbinder 17"/>
            <p:cNvCxnSpPr>
              <a:cxnSpLocks/>
            </p:cNvCxnSpPr>
            <p:nvPr userDrawn="1"/>
          </p:nvCxnSpPr>
          <p:spPr bwMode="gray">
            <a:xfrm>
              <a:off x="7859688"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Gerader Verbinder 18"/>
            <p:cNvCxnSpPr>
              <a:cxnSpLocks/>
            </p:cNvCxnSpPr>
            <p:nvPr userDrawn="1"/>
          </p:nvCxnSpPr>
          <p:spPr bwMode="gray">
            <a:xfrm>
              <a:off x="8148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Gerader Verbinder 19"/>
            <p:cNvCxnSpPr/>
            <p:nvPr userDrawn="1"/>
          </p:nvCxnSpPr>
          <p:spPr bwMode="gray">
            <a:xfrm>
              <a:off x="11712624"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5" name="Gruppieren 24"/>
          <p:cNvGrpSpPr/>
          <p:nvPr userDrawn="1"/>
        </p:nvGrpSpPr>
        <p:grpSpPr bwMode="gray">
          <a:xfrm>
            <a:off x="-126516" y="1059750"/>
            <a:ext cx="54000" cy="3402000"/>
            <a:chOff x="-456728" y="1628800"/>
            <a:chExt cx="216000" cy="4536504"/>
          </a:xfrm>
        </p:grpSpPr>
        <p:cxnSp>
          <p:nvCxnSpPr>
            <p:cNvPr id="23" name="Gerader Verbinder 22"/>
            <p:cNvCxnSpPr/>
            <p:nvPr userDrawn="1"/>
          </p:nvCxnSpPr>
          <p:spPr bwMode="gray">
            <a:xfrm>
              <a:off x="-456728" y="1628800"/>
              <a:ext cx="216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Gerader Verbinder 23"/>
            <p:cNvCxnSpPr/>
            <p:nvPr userDrawn="1"/>
          </p:nvCxnSpPr>
          <p:spPr bwMode="gray">
            <a:xfrm>
              <a:off x="-456728" y="6165304"/>
              <a:ext cx="216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pic>
        <p:nvPicPr>
          <p:cNvPr id="2069" name="Grafik 2068">
            <a:extLst>
              <a:ext uri="{FF2B5EF4-FFF2-40B4-BE49-F238E27FC236}">
                <a16:creationId xmlns:a16="http://schemas.microsoft.com/office/drawing/2014/main" id="{F9F7D00D-6B99-C8F0-6093-D3BE62E56953}"/>
              </a:ext>
              <a:ext uri="{C183D7F6-B498-43B3-948B-1728B52AA6E4}">
                <adec:decorative xmlns:adec="http://schemas.microsoft.com/office/drawing/2017/decorative" val="1"/>
              </a:ext>
            </a:extLst>
          </p:cNvPr>
          <p:cNvPicPr>
            <a:picLocks noChangeAspect="1"/>
          </p:cNvPicPr>
          <p:nvPr userDrawn="1"/>
        </p:nvPicPr>
        <p:blipFill>
          <a:blip r:embed="rId40">
            <a:extLst>
              <a:ext uri="{96DAC541-7B7A-43D3-8B79-37D633B846F1}">
                <asvg:svgBlip xmlns:asvg="http://schemas.microsoft.com/office/drawing/2016/SVG/main" r:embed="rId41"/>
              </a:ext>
            </a:extLst>
          </a:blip>
          <a:stretch>
            <a:fillRect/>
          </a:stretch>
        </p:blipFill>
        <p:spPr bwMode="gray">
          <a:xfrm>
            <a:off x="359568" y="4623752"/>
            <a:ext cx="926100" cy="279545"/>
          </a:xfrm>
          <a:prstGeom prst="rect">
            <a:avLst/>
          </a:prstGeom>
        </p:spPr>
      </p:pic>
    </p:spTree>
    <p:extLst>
      <p:ext uri="{BB962C8B-B14F-4D97-AF65-F5344CB8AC3E}">
        <p14:creationId xmlns:p14="http://schemas.microsoft.com/office/powerpoint/2010/main" val="434845659"/>
      </p:ext>
    </p:extLst>
  </p:cSld>
  <p:clrMap bg1="lt1" tx1="dk1" bg2="lt2" tx2="dk2" accent1="accent1" accent2="accent2" accent3="accent3" accent4="accent4" accent5="accent5" accent6="accent6" hlink="hlink" folHlink="folHlink"/>
  <p:sldLayoutIdLst>
    <p:sldLayoutId id="2147483816" r:id="rId1"/>
    <p:sldLayoutId id="2147483817" r:id="rId2"/>
    <p:sldLayoutId id="2147483818" r:id="rId3"/>
    <p:sldLayoutId id="2147483819" r:id="rId4"/>
    <p:sldLayoutId id="2147483820" r:id="rId5"/>
    <p:sldLayoutId id="2147483821" r:id="rId6"/>
    <p:sldLayoutId id="2147483822" r:id="rId7"/>
    <p:sldLayoutId id="2147483823" r:id="rId8"/>
    <p:sldLayoutId id="2147483824" r:id="rId9"/>
    <p:sldLayoutId id="2147483825" r:id="rId10"/>
    <p:sldLayoutId id="2147483826" r:id="rId11"/>
    <p:sldLayoutId id="2147483827" r:id="rId12"/>
    <p:sldLayoutId id="2147483828" r:id="rId13"/>
    <p:sldLayoutId id="2147483829" r:id="rId14"/>
    <p:sldLayoutId id="2147483830" r:id="rId15"/>
    <p:sldLayoutId id="2147483831" r:id="rId16"/>
    <p:sldLayoutId id="2147483832" r:id="rId17"/>
    <p:sldLayoutId id="2147483833" r:id="rId18"/>
    <p:sldLayoutId id="2147483834" r:id="rId19"/>
    <p:sldLayoutId id="2147483835" r:id="rId20"/>
    <p:sldLayoutId id="2147483836" r:id="rId21"/>
    <p:sldLayoutId id="2147483837" r:id="rId22"/>
    <p:sldLayoutId id="2147483838" r:id="rId23"/>
    <p:sldLayoutId id="2147483839" r:id="rId24"/>
    <p:sldLayoutId id="2147483840" r:id="rId25"/>
    <p:sldLayoutId id="2147483841" r:id="rId26"/>
    <p:sldLayoutId id="2147483842" r:id="rId27"/>
    <p:sldLayoutId id="2147483843" r:id="rId28"/>
    <p:sldLayoutId id="2147483844" r:id="rId29"/>
    <p:sldLayoutId id="2147483845" r:id="rId30"/>
    <p:sldLayoutId id="2147483846" r:id="rId31"/>
    <p:sldLayoutId id="2147483847" r:id="rId32"/>
    <p:sldLayoutId id="2147483848" r:id="rId33"/>
    <p:sldLayoutId id="2147483849" r:id="rId34"/>
    <p:sldLayoutId id="2147483850" r:id="rId35"/>
    <p:sldLayoutId id="2147483851" r:id="rId36"/>
    <p:sldLayoutId id="2147483852" r:id="rId37"/>
    <p:sldLayoutId id="2147483853" r:id="rId38"/>
  </p:sldLayoutIdLst>
  <p:hf hdr="0" dt="0"/>
  <p:txStyles>
    <p:titleStyle>
      <a:lvl1pPr algn="l" defTabSz="685783" rtl="0" eaLnBrk="1" latinLnBrk="0" hangingPunct="1">
        <a:lnSpc>
          <a:spcPct val="100000"/>
        </a:lnSpc>
        <a:spcBef>
          <a:spcPct val="0"/>
        </a:spcBef>
        <a:buNone/>
        <a:defRPr sz="1875" b="1" kern="1200">
          <a:solidFill>
            <a:schemeClr val="bg2"/>
          </a:solidFill>
          <a:latin typeface="+mj-lt"/>
          <a:ea typeface="+mj-ea"/>
          <a:cs typeface="+mj-cs"/>
        </a:defRPr>
      </a:lvl1pPr>
    </p:titleStyle>
    <p:bodyStyle>
      <a:lvl1pPr marL="161996" indent="-161996" algn="l" defTabSz="685783" rtl="0" eaLnBrk="1" latinLnBrk="0" hangingPunct="1">
        <a:lnSpc>
          <a:spcPct val="140000"/>
        </a:lnSpc>
        <a:spcBef>
          <a:spcPts val="0"/>
        </a:spcBef>
        <a:spcAft>
          <a:spcPts val="450"/>
        </a:spcAft>
        <a:buFont typeface="Arial" panose="020B0604020202020204" pitchFamily="34" charset="0"/>
        <a:buChar char="•"/>
        <a:defRPr sz="1200" b="0" kern="1200">
          <a:solidFill>
            <a:schemeClr val="tx1"/>
          </a:solidFill>
          <a:latin typeface="+mn-lt"/>
          <a:ea typeface="+mn-ea"/>
          <a:cs typeface="+mn-cs"/>
        </a:defRPr>
      </a:lvl1pPr>
      <a:lvl2pPr marL="323992" indent="-161996" algn="l" defTabSz="685783" rtl="0" eaLnBrk="1" latinLnBrk="0" hangingPunct="1">
        <a:lnSpc>
          <a:spcPct val="140000"/>
        </a:lnSpc>
        <a:spcBef>
          <a:spcPts val="0"/>
        </a:spcBef>
        <a:spcAft>
          <a:spcPts val="450"/>
        </a:spcAft>
        <a:buFont typeface="Arial" panose="020B0604020202020204" pitchFamily="34" charset="0"/>
        <a:buChar char="•"/>
        <a:defRPr sz="1200" kern="1200">
          <a:solidFill>
            <a:schemeClr val="tx1"/>
          </a:solidFill>
          <a:latin typeface="+mn-lt"/>
          <a:ea typeface="+mn-ea"/>
          <a:cs typeface="+mn-cs"/>
        </a:defRPr>
      </a:lvl2pPr>
      <a:lvl3pPr marL="431990" indent="-161996" algn="l" defTabSz="685783" rtl="0" eaLnBrk="1" latinLnBrk="0" hangingPunct="1">
        <a:lnSpc>
          <a:spcPct val="140000"/>
        </a:lnSpc>
        <a:spcBef>
          <a:spcPts val="0"/>
        </a:spcBef>
        <a:spcAft>
          <a:spcPts val="450"/>
        </a:spcAft>
        <a:buFont typeface="Arial" panose="020B0604020202020204" pitchFamily="34" charset="0"/>
        <a:buChar char="•"/>
        <a:defRPr sz="1200" kern="1200">
          <a:solidFill>
            <a:schemeClr val="tx1"/>
          </a:solidFill>
          <a:latin typeface="+mn-lt"/>
          <a:ea typeface="+mn-ea"/>
          <a:cs typeface="+mn-cs"/>
        </a:defRPr>
      </a:lvl3pPr>
      <a:lvl4pPr marL="593985" indent="-161996" algn="l" defTabSz="685783" rtl="0" eaLnBrk="1" latinLnBrk="0" hangingPunct="1">
        <a:lnSpc>
          <a:spcPct val="140000"/>
        </a:lnSpc>
        <a:spcBef>
          <a:spcPts val="0"/>
        </a:spcBef>
        <a:spcAft>
          <a:spcPts val="450"/>
        </a:spcAft>
        <a:buFont typeface="Arial" panose="020B0604020202020204" pitchFamily="34" charset="0"/>
        <a:buChar char="•"/>
        <a:defRPr sz="1200" kern="1200">
          <a:solidFill>
            <a:schemeClr val="tx1"/>
          </a:solidFill>
          <a:latin typeface="+mn-lt"/>
          <a:ea typeface="+mn-ea"/>
          <a:cs typeface="+mn-cs"/>
        </a:defRPr>
      </a:lvl4pPr>
      <a:lvl5pPr marL="107997" indent="-107997" algn="l" defTabSz="685783" rtl="0" eaLnBrk="1" latinLnBrk="0" hangingPunct="1">
        <a:lnSpc>
          <a:spcPct val="140000"/>
        </a:lnSpc>
        <a:spcBef>
          <a:spcPts val="0"/>
        </a:spcBef>
        <a:spcAft>
          <a:spcPts val="450"/>
        </a:spcAft>
        <a:buFont typeface="Arial" panose="020B0604020202020204" pitchFamily="34" charset="0"/>
        <a:buChar char="•"/>
        <a:defRPr sz="900" kern="1200">
          <a:solidFill>
            <a:schemeClr val="tx1"/>
          </a:solidFill>
          <a:latin typeface="+mn-lt"/>
          <a:ea typeface="+mn-ea"/>
          <a:cs typeface="+mn-cs"/>
        </a:defRPr>
      </a:lvl5pPr>
      <a:lvl6pPr marL="215995" indent="-107153" algn="l" defTabSz="685783" rtl="0" eaLnBrk="1" latinLnBrk="0" hangingPunct="1">
        <a:lnSpc>
          <a:spcPct val="140000"/>
        </a:lnSpc>
        <a:spcBef>
          <a:spcPts val="0"/>
        </a:spcBef>
        <a:spcAft>
          <a:spcPts val="450"/>
        </a:spcAft>
        <a:buFont typeface="Arial" panose="020B0604020202020204" pitchFamily="34" charset="0"/>
        <a:buChar char="•"/>
        <a:defRPr sz="900" kern="1200">
          <a:solidFill>
            <a:schemeClr val="tx1"/>
          </a:solidFill>
          <a:latin typeface="+mn-lt"/>
          <a:ea typeface="+mn-ea"/>
          <a:cs typeface="+mn-cs"/>
        </a:defRPr>
      </a:lvl6pPr>
      <a:lvl7pPr marL="323992" indent="-107997" algn="l" defTabSz="685783" rtl="0" eaLnBrk="1" latinLnBrk="0" hangingPunct="1">
        <a:lnSpc>
          <a:spcPct val="140000"/>
        </a:lnSpc>
        <a:spcBef>
          <a:spcPts val="0"/>
        </a:spcBef>
        <a:spcAft>
          <a:spcPts val="450"/>
        </a:spcAft>
        <a:buFont typeface="Arial" panose="020B0604020202020204" pitchFamily="34" charset="0"/>
        <a:buChar char="•"/>
        <a:defRPr sz="900" kern="1200">
          <a:solidFill>
            <a:schemeClr val="tx1"/>
          </a:solidFill>
          <a:latin typeface="+mn-lt"/>
          <a:ea typeface="+mn-ea"/>
          <a:cs typeface="+mn-cs"/>
        </a:defRPr>
      </a:lvl7pPr>
      <a:lvl8pPr marL="431990" indent="-107997" algn="l" defTabSz="685783" rtl="0" eaLnBrk="1" latinLnBrk="0" hangingPunct="1">
        <a:lnSpc>
          <a:spcPct val="140000"/>
        </a:lnSpc>
        <a:spcBef>
          <a:spcPts val="0"/>
        </a:spcBef>
        <a:spcAft>
          <a:spcPts val="450"/>
        </a:spcAft>
        <a:buFont typeface="Arial" panose="020B0604020202020204" pitchFamily="34" charset="0"/>
        <a:buChar char="•"/>
        <a:defRPr sz="900" kern="1200">
          <a:solidFill>
            <a:schemeClr val="tx1"/>
          </a:solidFill>
          <a:latin typeface="+mn-lt"/>
          <a:ea typeface="+mn-ea"/>
          <a:cs typeface="+mn-cs"/>
        </a:defRPr>
      </a:lvl8pPr>
      <a:lvl9pPr marL="431990" indent="-107997" algn="l" defTabSz="685783" rtl="0" eaLnBrk="1" latinLnBrk="0" hangingPunct="1">
        <a:lnSpc>
          <a:spcPct val="140000"/>
        </a:lnSpc>
        <a:spcBef>
          <a:spcPts val="0"/>
        </a:spcBef>
        <a:spcAft>
          <a:spcPts val="450"/>
        </a:spcAft>
        <a:buFont typeface="Arial" panose="020B0604020202020204" pitchFamily="34" charset="0"/>
        <a:buChar char="•"/>
        <a:defRPr sz="900" kern="1200">
          <a:solidFill>
            <a:schemeClr val="tx1"/>
          </a:solidFill>
          <a:latin typeface="+mn-lt"/>
          <a:ea typeface="+mn-ea"/>
          <a:cs typeface="+mn-cs"/>
        </a:defRPr>
      </a:lvl9pPr>
    </p:bodyStyle>
    <p:otherStyle>
      <a:defPPr>
        <a:defRPr lang="de-DE"/>
      </a:defPPr>
      <a:lvl1pPr marL="0" algn="l" defTabSz="685783" rtl="0" eaLnBrk="1" latinLnBrk="0" hangingPunct="1">
        <a:defRPr sz="1350" kern="1200">
          <a:solidFill>
            <a:schemeClr val="tx1"/>
          </a:solidFill>
          <a:latin typeface="+mn-lt"/>
          <a:ea typeface="+mn-ea"/>
          <a:cs typeface="+mn-cs"/>
        </a:defRPr>
      </a:lvl1pPr>
      <a:lvl2pPr marL="342892" algn="l" defTabSz="685783" rtl="0" eaLnBrk="1" latinLnBrk="0" hangingPunct="1">
        <a:defRPr sz="1350" kern="1200">
          <a:solidFill>
            <a:schemeClr val="tx1"/>
          </a:solidFill>
          <a:latin typeface="+mn-lt"/>
          <a:ea typeface="+mn-ea"/>
          <a:cs typeface="+mn-cs"/>
        </a:defRPr>
      </a:lvl2pPr>
      <a:lvl3pPr marL="685783" algn="l" defTabSz="685783" rtl="0" eaLnBrk="1" latinLnBrk="0" hangingPunct="1">
        <a:defRPr sz="1350" kern="1200">
          <a:solidFill>
            <a:schemeClr val="tx1"/>
          </a:solidFill>
          <a:latin typeface="+mn-lt"/>
          <a:ea typeface="+mn-ea"/>
          <a:cs typeface="+mn-cs"/>
        </a:defRPr>
      </a:lvl3pPr>
      <a:lvl4pPr marL="1028675" algn="l" defTabSz="685783" rtl="0" eaLnBrk="1" latinLnBrk="0" hangingPunct="1">
        <a:defRPr sz="1350" kern="1200">
          <a:solidFill>
            <a:schemeClr val="tx1"/>
          </a:solidFill>
          <a:latin typeface="+mn-lt"/>
          <a:ea typeface="+mn-ea"/>
          <a:cs typeface="+mn-cs"/>
        </a:defRPr>
      </a:lvl4pPr>
      <a:lvl5pPr marL="1371566" algn="l" defTabSz="685783" rtl="0" eaLnBrk="1" latinLnBrk="0" hangingPunct="1">
        <a:defRPr sz="1350" kern="1200">
          <a:solidFill>
            <a:schemeClr val="tx1"/>
          </a:solidFill>
          <a:latin typeface="+mn-lt"/>
          <a:ea typeface="+mn-ea"/>
          <a:cs typeface="+mn-cs"/>
        </a:defRPr>
      </a:lvl5pPr>
      <a:lvl6pPr marL="1714457" algn="l" defTabSz="685783" rtl="0" eaLnBrk="1" latinLnBrk="0" hangingPunct="1">
        <a:defRPr sz="1350" kern="1200">
          <a:solidFill>
            <a:schemeClr val="tx1"/>
          </a:solidFill>
          <a:latin typeface="+mn-lt"/>
          <a:ea typeface="+mn-ea"/>
          <a:cs typeface="+mn-cs"/>
        </a:defRPr>
      </a:lvl6pPr>
      <a:lvl7pPr marL="2057348" algn="l" defTabSz="685783" rtl="0" eaLnBrk="1" latinLnBrk="0" hangingPunct="1">
        <a:defRPr sz="1350" kern="1200">
          <a:solidFill>
            <a:schemeClr val="tx1"/>
          </a:solidFill>
          <a:latin typeface="+mn-lt"/>
          <a:ea typeface="+mn-ea"/>
          <a:cs typeface="+mn-cs"/>
        </a:defRPr>
      </a:lvl7pPr>
      <a:lvl8pPr marL="2400240" algn="l" defTabSz="685783" rtl="0" eaLnBrk="1" latinLnBrk="0" hangingPunct="1">
        <a:defRPr sz="1350" kern="1200">
          <a:solidFill>
            <a:schemeClr val="tx1"/>
          </a:solidFill>
          <a:latin typeface="+mn-lt"/>
          <a:ea typeface="+mn-ea"/>
          <a:cs typeface="+mn-cs"/>
        </a:defRPr>
      </a:lvl8pPr>
      <a:lvl9pPr marL="2743132" algn="l" defTabSz="685783"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02">
          <p15:clr>
            <a:srgbClr val="F26B43"/>
          </p15:clr>
        </p15:guide>
        <p15:guide id="2" pos="7378">
          <p15:clr>
            <a:srgbClr val="F26B43"/>
          </p15:clr>
        </p15:guide>
        <p15:guide id="3" orient="horz" pos="890">
          <p15:clr>
            <a:srgbClr val="F26B43"/>
          </p15:clr>
        </p15:guide>
        <p15:guide id="5" orient="horz" pos="300">
          <p15:clr>
            <a:srgbClr val="F26B43"/>
          </p15:clr>
        </p15:guide>
        <p15:guide id="6" orient="horz" pos="3748">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9.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8.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8.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3.xml"/><Relationship Id="rId1" Type="http://schemas.openxmlformats.org/officeDocument/2006/relationships/slideLayout" Target="../slideLayouts/slideLayout68.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8.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03.xml"/><Relationship Id="rId1" Type="http://schemas.openxmlformats.org/officeDocument/2006/relationships/tags" Target="../tags/tag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0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0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0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0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03.xml"/></Relationships>
</file>

<file path=ppt/slides/_rels/slide13.xml.rels><?xml version="1.0" encoding="UTF-8" standalone="yes"?>
<Relationships xmlns="http://schemas.openxmlformats.org/package/2006/relationships"><Relationship Id="rId3" Type="http://schemas.openxmlformats.org/officeDocument/2006/relationships/tags" Target="../tags/tag5.xml"/><Relationship Id="rId2" Type="http://schemas.openxmlformats.org/officeDocument/2006/relationships/tags" Target="../tags/tag4.xml"/><Relationship Id="rId1" Type="http://schemas.openxmlformats.org/officeDocument/2006/relationships/tags" Target="../tags/tag3.xml"/><Relationship Id="rId5" Type="http://schemas.openxmlformats.org/officeDocument/2006/relationships/notesSlide" Target="../notesSlides/notesSlide12.xml"/><Relationship Id="rId4" Type="http://schemas.openxmlformats.org/officeDocument/2006/relationships/slideLayout" Target="../slideLayouts/slideLayout10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7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6.xml"/></Relationships>
</file>

<file path=ppt/slides/_rels/slide19.xml.rels><?xml version="1.0" encoding="UTF-8" standalone="yes"?>
<Relationships xmlns="http://schemas.openxmlformats.org/package/2006/relationships"><Relationship Id="rId3" Type="http://schemas.openxmlformats.org/officeDocument/2006/relationships/comments" Target="../comments/comment1.xml"/><Relationship Id="rId2" Type="http://schemas.openxmlformats.org/officeDocument/2006/relationships/image" Target="../media/image41.jpeg"/><Relationship Id="rId1" Type="http://schemas.openxmlformats.org/officeDocument/2006/relationships/slideLayout" Target="../slideLayouts/slideLayout6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8.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8.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8.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8.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8.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8.xml"/></Relationships>
</file>

<file path=ppt/slides/_rels/slide27.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73.xml"/></Relationships>
</file>

<file path=ppt/slides/_rels/slide28.xml.rels><?xml version="1.0" encoding="UTF-8" standalone="yes"?>
<Relationships xmlns="http://schemas.openxmlformats.org/package/2006/relationships"><Relationship Id="rId2" Type="http://schemas.openxmlformats.org/officeDocument/2006/relationships/image" Target="../media/image43.emf"/><Relationship Id="rId1" Type="http://schemas.openxmlformats.org/officeDocument/2006/relationships/slideLayout" Target="../slideLayouts/slideLayout74.xml"/></Relationships>
</file>

<file path=ppt/slides/_rels/slide29.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68.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30.xml.rels><?xml version="1.0" encoding="UTF-8" standalone="yes"?>
<Relationships xmlns="http://schemas.openxmlformats.org/package/2006/relationships"><Relationship Id="rId2" Type="http://schemas.openxmlformats.org/officeDocument/2006/relationships/image" Target="../media/image54.emf"/><Relationship Id="rId1" Type="http://schemas.openxmlformats.org/officeDocument/2006/relationships/slideLayout" Target="../slideLayouts/slideLayout68.xml"/></Relationships>
</file>

<file path=ppt/slides/_rels/slide31.xml.rels><?xml version="1.0" encoding="UTF-8" standalone="yes"?>
<Relationships xmlns="http://schemas.openxmlformats.org/package/2006/relationships"><Relationship Id="rId2" Type="http://schemas.openxmlformats.org/officeDocument/2006/relationships/image" Target="../media/image55.emf"/><Relationship Id="rId1" Type="http://schemas.openxmlformats.org/officeDocument/2006/relationships/slideLayout" Target="../slideLayouts/slideLayout68.xml"/></Relationships>
</file>

<file path=ppt/slides/_rels/slide32.xml.rels><?xml version="1.0" encoding="UTF-8" standalone="yes"?>
<Relationships xmlns="http://schemas.openxmlformats.org/package/2006/relationships"><Relationship Id="rId2" Type="http://schemas.openxmlformats.org/officeDocument/2006/relationships/image" Target="../media/image56.emf"/><Relationship Id="rId1" Type="http://schemas.openxmlformats.org/officeDocument/2006/relationships/slideLayout" Target="../slideLayouts/slideLayout7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8.xml"/></Relationships>
</file>

<file path=ppt/slides/_rels/slide34.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68.xml"/></Relationships>
</file>

<file path=ppt/slides/_rels/slide35.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58.png"/><Relationship Id="rId1" Type="http://schemas.openxmlformats.org/officeDocument/2006/relationships/slideLayout" Target="../slideLayouts/slideLayout6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359568" y="1977750"/>
            <a:ext cx="7409173" cy="1188000"/>
          </a:xfrm>
        </p:spPr>
        <p:txBody>
          <a:bodyPr anchor="b">
            <a:normAutofit fontScale="90000"/>
          </a:bodyPr>
          <a:lstStyle/>
          <a:p>
            <a:r>
              <a:rPr lang="en-GB" altLang="zh-CN" dirty="0"/>
              <a:t>Prevalence/ </a:t>
            </a:r>
            <a:r>
              <a:rPr lang="en-US" altLang="zh-CN" dirty="0"/>
              <a:t>incidence </a:t>
            </a:r>
            <a:r>
              <a:rPr lang="en-GB" altLang="zh-CN" sz="3600" b="1" dirty="0"/>
              <a:t>and burden of </a:t>
            </a:r>
            <a:br>
              <a:rPr lang="en-GB" altLang="zh-CN" sz="3600" b="1" dirty="0"/>
            </a:br>
            <a:r>
              <a:rPr lang="en-GB" altLang="zh-CN" sz="3600" b="1" dirty="0"/>
              <a:t>pyoderma gangrenosum </a:t>
            </a:r>
            <a:r>
              <a:rPr lang="en-US" altLang="zh-CN" sz="3600" b="1" dirty="0"/>
              <a:t>(PG) and hidradenitis suppurativa (HS)</a:t>
            </a:r>
            <a:endParaRPr lang="en-US" altLang="zh-CN" dirty="0"/>
          </a:p>
        </p:txBody>
      </p:sp>
      <p:sp>
        <p:nvSpPr>
          <p:cNvPr id="6" name="副标题 5"/>
          <p:cNvSpPr>
            <a:spLocks noGrp="1"/>
          </p:cNvSpPr>
          <p:nvPr>
            <p:ph type="subTitle" idx="1"/>
          </p:nvPr>
        </p:nvSpPr>
        <p:spPr>
          <a:xfrm>
            <a:off x="359102" y="3543944"/>
            <a:ext cx="6211031" cy="1357287"/>
          </a:xfrm>
        </p:spPr>
        <p:txBody>
          <a:bodyPr>
            <a:normAutofit/>
          </a:bodyPr>
          <a:lstStyle/>
          <a:p>
            <a:pPr>
              <a:spcAft>
                <a:spcPts val="600"/>
              </a:spcAft>
            </a:pPr>
            <a:r>
              <a:rPr lang="en-US" altLang="zh-CN" dirty="0"/>
              <a:t>Yijun Zhou</a:t>
            </a:r>
          </a:p>
          <a:p>
            <a:pPr>
              <a:spcAft>
                <a:spcPts val="600"/>
              </a:spcAft>
            </a:pPr>
            <a:r>
              <a:rPr lang="en-US" altLang="zh-CN" dirty="0"/>
              <a:t>TA INFL </a:t>
            </a:r>
          </a:p>
          <a:p>
            <a:pPr>
              <a:spcAft>
                <a:spcPts val="600"/>
              </a:spcAft>
            </a:pPr>
            <a:r>
              <a:rPr lang="en-US" altLang="zh-CN" dirty="0"/>
              <a:t>23-Apr.-2024</a:t>
            </a:r>
            <a:endParaRPr lang="zh-CN" altLang="en-US" dirty="0"/>
          </a:p>
        </p:txBody>
      </p:sp>
      <p:sp>
        <p:nvSpPr>
          <p:cNvPr id="5" name="灯片编号占位符 4" hidden="1"/>
          <p:cNvSpPr>
            <a:spLocks noGrp="1"/>
          </p:cNvSpPr>
          <p:nvPr>
            <p:ph type="sldNum" sz="quarter" idx="4294967295"/>
          </p:nvPr>
        </p:nvSpPr>
        <p:spPr>
          <a:xfrm>
            <a:off x="8568444" y="4685127"/>
            <a:ext cx="216000" cy="216000"/>
          </a:xfrm>
        </p:spPr>
        <p:txBody>
          <a:bodyPr anchor="b">
            <a:normAutofit/>
          </a:bodyPr>
          <a:lstStyle/>
          <a:p>
            <a:pPr defTabSz="914400">
              <a:spcAft>
                <a:spcPts val="600"/>
              </a:spcAft>
              <a:buClr>
                <a:srgbClr val="000000"/>
              </a:buClr>
              <a:defRPr/>
            </a:pPr>
            <a:fld id="{8FF9B0DE-3FEB-4AA0-B465-B80EF7C1333D}" type="slidenum">
              <a:rPr lang="en-US" kern="0">
                <a:solidFill>
                  <a:srgbClr val="08312A"/>
                </a:solidFill>
                <a:latin typeface="Arial" panose="020B0604020202020204"/>
                <a:cs typeface="Arial" panose="020B0604020202020204"/>
                <a:sym typeface="Arial" panose="020B0604020202020204"/>
              </a:rPr>
              <a:t>1</a:t>
            </a:fld>
            <a:endParaRPr lang="en-US" kern="0">
              <a:solidFill>
                <a:srgbClr val="08312A"/>
              </a:solidFill>
              <a:latin typeface="Arial" panose="020B0604020202020204"/>
              <a:cs typeface="Arial" panose="020B0604020202020204"/>
              <a:sym typeface="Arial" panose="020B0604020202020204"/>
            </a:endParaRPr>
          </a:p>
        </p:txBody>
      </p:sp>
      <p:sp>
        <p:nvSpPr>
          <p:cNvPr id="3" name="文本框 2">
            <a:extLst>
              <a:ext uri="{FF2B5EF4-FFF2-40B4-BE49-F238E27FC236}">
                <a16:creationId xmlns:a16="http://schemas.microsoft.com/office/drawing/2014/main" id="{F34AE492-A2C0-9A41-8890-DEDE837A49F2}"/>
              </a:ext>
            </a:extLst>
          </p:cNvPr>
          <p:cNvSpPr txBox="1"/>
          <p:nvPr/>
        </p:nvSpPr>
        <p:spPr bwMode="gray">
          <a:xfrm>
            <a:off x="274277" y="1074809"/>
            <a:ext cx="6380683" cy="646331"/>
          </a:xfrm>
          <a:prstGeom prst="rect">
            <a:avLst/>
          </a:prstGeom>
          <a:noFill/>
        </p:spPr>
        <p:txBody>
          <a:bodyPr wrap="square">
            <a:spAutoFit/>
          </a:bodyPr>
          <a:lstStyle/>
          <a:p>
            <a:r>
              <a:rPr lang="en-US" altLang="zh-CN" b="1" dirty="0">
                <a:solidFill>
                  <a:schemeClr val="bg1"/>
                </a:solidFill>
              </a:rPr>
              <a:t>For PEC endorsement </a:t>
            </a:r>
            <a:br>
              <a:rPr lang="en-US" altLang="zh-CN" dirty="0">
                <a:solidFill>
                  <a:schemeClr val="bg1"/>
                </a:solidFill>
              </a:rPr>
            </a:br>
            <a:endParaRPr lang="en-US" altLang="zh-CN" dirty="0">
              <a:solidFill>
                <a:schemeClr val="bg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a:xfrm>
            <a:off x="359570" y="357750"/>
            <a:ext cx="8424863" cy="540000"/>
          </a:xfrm>
        </p:spPr>
        <p:txBody>
          <a:bodyPr vert="horz" lIns="0" tIns="0" rIns="0" bIns="0" rtlCol="0" anchor="t">
            <a:normAutofit/>
          </a:bodyPr>
          <a:lstStyle/>
          <a:p>
            <a:r>
              <a:rPr lang="en-US" altLang="zh-CN" b="1" kern="1200">
                <a:latin typeface="+mj-lt"/>
                <a:ea typeface="+mj-ea"/>
                <a:cs typeface="+mj-cs"/>
              </a:rPr>
              <a:t>ECR Summary</a:t>
            </a:r>
          </a:p>
        </p:txBody>
      </p:sp>
      <p:sp>
        <p:nvSpPr>
          <p:cNvPr id="5" name="Rectangle 7"/>
          <p:cNvSpPr/>
          <p:nvPr/>
        </p:nvSpPr>
        <p:spPr bwMode="gray">
          <a:xfrm>
            <a:off x="359567" y="795717"/>
            <a:ext cx="8424863" cy="3888000"/>
          </a:xfrm>
          <a:prstGeom prst="rect">
            <a:avLst/>
          </a:prstGeom>
        </p:spPr>
        <p:txBody>
          <a:bodyPr vert="horz" lIns="0" tIns="0" rIns="0" bIns="0" rtlCol="0" anchorCtr="0">
            <a:normAutofit fontScale="70000" lnSpcReduction="20000"/>
          </a:bodyPr>
          <a:lstStyle/>
          <a:p>
            <a:pPr marL="161925" indent="-161925" defTabSz="685800">
              <a:lnSpc>
                <a:spcPct val="130000"/>
              </a:lnSpc>
              <a:spcAft>
                <a:spcPts val="450"/>
              </a:spcAft>
              <a:buSzPct val="70000"/>
              <a:buFont typeface="Arial" panose="020B0604020202020204" pitchFamily="34" charset="0"/>
              <a:buChar char="•"/>
            </a:pPr>
            <a:r>
              <a:rPr lang="en-US" b="1" dirty="0"/>
              <a:t>S</a:t>
            </a:r>
            <a:r>
              <a:rPr lang="en-US" altLang="zh-CN" b="1" dirty="0"/>
              <a:t>tudy Name</a:t>
            </a:r>
            <a:r>
              <a:rPr lang="en-US" b="1" dirty="0"/>
              <a:t>: </a:t>
            </a:r>
            <a:br>
              <a:rPr lang="en-US" b="0" dirty="0"/>
            </a:br>
            <a:r>
              <a:rPr lang="en-US" b="0" dirty="0"/>
              <a:t>Prevalence/ incidence and burden of pyoderma gangrenosum (PG) and hidradenitis suppurativa (HS)</a:t>
            </a:r>
          </a:p>
          <a:p>
            <a:pPr marL="161925" indent="-161925" defTabSz="685800">
              <a:lnSpc>
                <a:spcPct val="130000"/>
              </a:lnSpc>
              <a:spcAft>
                <a:spcPts val="450"/>
              </a:spcAft>
              <a:buSzPct val="70000"/>
              <a:buFont typeface="Arial" panose="020B0604020202020204" pitchFamily="34" charset="0"/>
              <a:buChar char="•"/>
            </a:pPr>
            <a:endParaRPr lang="en-US" b="0" dirty="0"/>
          </a:p>
          <a:p>
            <a:pPr marL="161925" indent="-161925" defTabSz="685800">
              <a:lnSpc>
                <a:spcPct val="130000"/>
              </a:lnSpc>
              <a:spcAft>
                <a:spcPts val="450"/>
              </a:spcAft>
              <a:buSzPct val="70000"/>
              <a:buFont typeface="Arial" panose="020B0604020202020204" pitchFamily="34" charset="0"/>
              <a:buChar char="•"/>
            </a:pPr>
            <a:r>
              <a:rPr lang="en-US" altLang="zh-CN" b="1" dirty="0"/>
              <a:t>Study PI</a:t>
            </a:r>
            <a:r>
              <a:rPr lang="en-US" b="1" dirty="0"/>
              <a:t>:  </a:t>
            </a:r>
            <a:br>
              <a:rPr lang="en-US" b="0" dirty="0"/>
            </a:br>
            <a:r>
              <a:rPr lang="en-US" altLang="zh-CN" b="0" dirty="0"/>
              <a:t>Prof. Wen-Hui Wang, Peking University Third Hospital &amp;</a:t>
            </a:r>
            <a:br>
              <a:rPr lang="en-US" altLang="zh-CN" b="0" dirty="0"/>
            </a:br>
            <a:r>
              <a:rPr lang="en-US" altLang="zh-CN" b="0" dirty="0"/>
              <a:t>Prof. Sheng-Feng Wang, Peking University</a:t>
            </a:r>
          </a:p>
          <a:p>
            <a:pPr marL="161925" indent="-161925" defTabSz="685800">
              <a:lnSpc>
                <a:spcPct val="130000"/>
              </a:lnSpc>
              <a:spcAft>
                <a:spcPts val="450"/>
              </a:spcAft>
              <a:buSzPct val="70000"/>
              <a:buFont typeface="Arial" panose="020B0604020202020204" pitchFamily="34" charset="0"/>
              <a:buChar char="•"/>
            </a:pPr>
            <a:endParaRPr lang="en-US" altLang="zh-CN" b="0" dirty="0"/>
          </a:p>
          <a:p>
            <a:pPr marL="161925" indent="-161925" defTabSz="685800">
              <a:lnSpc>
                <a:spcPct val="130000"/>
              </a:lnSpc>
              <a:spcAft>
                <a:spcPts val="450"/>
              </a:spcAft>
              <a:buSzPct val="70000"/>
              <a:buFont typeface="Arial" panose="020B0604020202020204" pitchFamily="34" charset="0"/>
              <a:buChar char="•"/>
            </a:pPr>
            <a:r>
              <a:rPr lang="en-US" altLang="zh-CN" b="1" dirty="0"/>
              <a:t>Study Objective</a:t>
            </a:r>
            <a:r>
              <a:rPr lang="en-US" b="1" dirty="0"/>
              <a:t>: </a:t>
            </a:r>
            <a:br>
              <a:rPr lang="en-US" b="0" dirty="0"/>
            </a:br>
            <a:r>
              <a:rPr lang="en-US" b="0" dirty="0"/>
              <a:t>1)P</a:t>
            </a:r>
            <a:r>
              <a:rPr lang="en-US" altLang="zh-CN" dirty="0"/>
              <a:t>revalence/Incidence rates of PG/HS (</a:t>
            </a:r>
            <a:r>
              <a:rPr lang="en-US" altLang="zh-CN" u="sng" dirty="0"/>
              <a:t>including Draining Tunnel</a:t>
            </a:r>
            <a:r>
              <a:rPr lang="en-US" altLang="zh-CN" dirty="0"/>
              <a:t>).</a:t>
            </a:r>
            <a:br>
              <a:rPr lang="en-US" altLang="zh-CN" dirty="0"/>
            </a:br>
            <a:r>
              <a:rPr lang="en-US" altLang="zh-CN" dirty="0"/>
              <a:t>2)Demographic characteristics, comorbidity ,management and treatment pattern, disease burden including hospitalization, medical expense in patients with PG/HS(</a:t>
            </a:r>
            <a:r>
              <a:rPr lang="en-US" altLang="zh-CN" u="sng" dirty="0"/>
              <a:t>include Draining Tunnel</a:t>
            </a:r>
            <a:r>
              <a:rPr lang="en-US" altLang="zh-CN" dirty="0"/>
              <a:t>).</a:t>
            </a:r>
            <a:br>
              <a:rPr lang="en-US" altLang="zh-CN" dirty="0"/>
            </a:br>
            <a:endParaRPr lang="en-US" altLang="zh-CN" dirty="0"/>
          </a:p>
          <a:p>
            <a:pPr marL="161925" indent="-161925" defTabSz="685800">
              <a:lnSpc>
                <a:spcPct val="130000"/>
              </a:lnSpc>
              <a:spcAft>
                <a:spcPts val="450"/>
              </a:spcAft>
              <a:buSzPct val="70000"/>
              <a:buFont typeface="Arial" panose="020B0604020202020204" pitchFamily="34" charset="0"/>
              <a:buChar char="•"/>
            </a:pPr>
            <a:r>
              <a:rPr lang="en-US" altLang="zh-CN" b="1" dirty="0"/>
              <a:t>Database</a:t>
            </a:r>
            <a:r>
              <a:rPr lang="en-US" b="1" dirty="0"/>
              <a:t>: </a:t>
            </a:r>
            <a:br>
              <a:rPr lang="en-US" b="0" dirty="0"/>
            </a:br>
            <a:r>
              <a:rPr lang="en-US" altLang="zh-CN" dirty="0"/>
              <a:t>Database of </a:t>
            </a:r>
            <a:r>
              <a:rPr lang="en-US" dirty="0"/>
              <a:t>Beijing Municipal Health Commission(</a:t>
            </a:r>
            <a:r>
              <a:rPr lang="zh-CN" altLang="en-US" dirty="0"/>
              <a:t>北京卫健委数据库</a:t>
            </a:r>
            <a:r>
              <a:rPr lang="en-US" dirty="0"/>
              <a:t>)</a:t>
            </a:r>
            <a:br>
              <a:rPr lang="en-US" sz="1200" b="0" dirty="0"/>
            </a:br>
            <a:endParaRPr lang="en-US" sz="1200" b="0" dirty="0"/>
          </a:p>
        </p:txBody>
      </p:sp>
      <p:sp>
        <p:nvSpPr>
          <p:cNvPr id="12" name="Footer Placeholder 4"/>
          <p:cNvSpPr>
            <a:spLocks noGrp="1"/>
          </p:cNvSpPr>
          <p:nvPr>
            <p:ph type="ftr" sz="quarter" idx="19"/>
          </p:nvPr>
        </p:nvSpPr>
        <p:spPr>
          <a:xfrm>
            <a:off x="4734018" y="4685127"/>
            <a:ext cx="3780420" cy="216000"/>
          </a:xfrm>
        </p:spPr>
        <p:txBody>
          <a:bodyPr/>
          <a:lstStyle/>
          <a:p>
            <a:r>
              <a:rPr lang="en-US"/>
              <a:t>ONLY FOR INTERNAL USE</a:t>
            </a:r>
          </a:p>
        </p:txBody>
      </p:sp>
      <p:sp>
        <p:nvSpPr>
          <p:cNvPr id="3" name="灯片编号占位符 2"/>
          <p:cNvSpPr>
            <a:spLocks noGrp="1"/>
          </p:cNvSpPr>
          <p:nvPr>
            <p:ph type="sldNum" sz="quarter" idx="20"/>
          </p:nvPr>
        </p:nvSpPr>
        <p:spPr>
          <a:xfrm>
            <a:off x="8568444" y="4685127"/>
            <a:ext cx="216000" cy="216000"/>
          </a:xfrm>
        </p:spPr>
        <p:txBody>
          <a:bodyPr vert="horz" lIns="0" tIns="0" rIns="0" bIns="0" rtlCol="0" anchor="b">
            <a:normAutofit/>
          </a:bodyPr>
          <a:lstStyle/>
          <a:p>
            <a:pPr>
              <a:spcAft>
                <a:spcPts val="600"/>
              </a:spcAft>
            </a:pPr>
            <a:fld id="{143B55C4-4F5A-416B-997D-6CE47EB0A945}" type="slidenum">
              <a:rPr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el 1"/>
          <p:cNvSpPr>
            <a:spLocks noGrp="1"/>
          </p:cNvSpPr>
          <p:nvPr>
            <p:ph type="title"/>
          </p:nvPr>
        </p:nvSpPr>
        <p:spPr>
          <a:xfrm>
            <a:off x="359570" y="357750"/>
            <a:ext cx="8424863" cy="540000"/>
          </a:xfrm>
        </p:spPr>
        <p:txBody>
          <a:bodyPr anchor="t">
            <a:normAutofit/>
          </a:bodyPr>
          <a:lstStyle/>
          <a:p>
            <a:r>
              <a:rPr lang="en-GB" dirty="0"/>
              <a:t>Local data gaps in NS/HS/PG</a:t>
            </a:r>
          </a:p>
        </p:txBody>
      </p:sp>
      <p:sp>
        <p:nvSpPr>
          <p:cNvPr id="4" name="Fußzeilenplatzhalter 3"/>
          <p:cNvSpPr>
            <a:spLocks noGrp="1"/>
          </p:cNvSpPr>
          <p:nvPr>
            <p:ph type="ftr" sz="quarter" idx="19"/>
          </p:nvPr>
        </p:nvSpPr>
        <p:spPr>
          <a:xfrm>
            <a:off x="4734018" y="4685127"/>
            <a:ext cx="3780420" cy="216000"/>
          </a:xfrm>
        </p:spPr>
        <p:txBody>
          <a:bodyPr anchor="b">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r>
              <a:rPr kumimoji="0" lang="en-GB" sz="600" b="0" i="0" u="none" strike="noStrike" kern="1200" cap="none" spc="0" normalizeH="0" baseline="0" noProof="0">
                <a:ln>
                  <a:noFill/>
                </a:ln>
                <a:solidFill>
                  <a:srgbClr val="08312A"/>
                </a:solidFill>
                <a:effectLst/>
                <a:uLnTx/>
                <a:uFillTx/>
                <a:latin typeface="Boehringer Forward Text"/>
                <a:ea typeface="+mn-ea"/>
                <a:cs typeface="+mn-cs"/>
              </a:rPr>
              <a:t>Presentation title, date, author</a:t>
            </a:r>
          </a:p>
        </p:txBody>
      </p:sp>
      <p:sp>
        <p:nvSpPr>
          <p:cNvPr id="5" name="Foliennummernplatzhalter 4"/>
          <p:cNvSpPr>
            <a:spLocks noGrp="1"/>
          </p:cNvSpPr>
          <p:nvPr>
            <p:ph type="sldNum" sz="quarter" idx="20"/>
          </p:nvPr>
        </p:nvSpPr>
        <p:spPr>
          <a:xfrm>
            <a:off x="8568444" y="4685127"/>
            <a:ext cx="216000" cy="216000"/>
          </a:xfrm>
        </p:spPr>
        <p:txBody>
          <a:bodyPr anchor="b">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143B55C4-4F5A-416B-997D-6CE47EB0A945}" type="slidenum">
              <a:rPr kumimoji="0" lang="en-GB" sz="600" b="0" i="0" u="none" strike="noStrike" kern="1200" cap="none" spc="0" normalizeH="0" baseline="0" noProof="0" smtClean="0">
                <a:ln>
                  <a:noFill/>
                </a:ln>
                <a:solidFill>
                  <a:srgbClr val="08312A"/>
                </a:solidFill>
                <a:effectLst/>
                <a:uLnTx/>
                <a:uFillTx/>
                <a:latin typeface="Boehringer Forward Text"/>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3</a:t>
            </a:fld>
            <a:endParaRPr kumimoji="0" lang="en-GB" sz="600" b="0" i="0" u="none" strike="noStrike" kern="1200" cap="none" spc="0" normalizeH="0" baseline="0" noProof="0">
              <a:ln>
                <a:noFill/>
              </a:ln>
              <a:solidFill>
                <a:srgbClr val="08312A"/>
              </a:solidFill>
              <a:effectLst/>
              <a:uLnTx/>
              <a:uFillTx/>
              <a:latin typeface="Boehringer Forward Text"/>
              <a:ea typeface="+mn-ea"/>
              <a:cs typeface="+mn-cs"/>
            </a:endParaRPr>
          </a:p>
        </p:txBody>
      </p:sp>
      <p:sp>
        <p:nvSpPr>
          <p:cNvPr id="11" name="矩形: 圆角 4">
            <a:extLst>
              <a:ext uri="{FF2B5EF4-FFF2-40B4-BE49-F238E27FC236}">
                <a16:creationId xmlns:a16="http://schemas.microsoft.com/office/drawing/2014/main" id="{4AC62B34-0235-4DEB-650B-A81056CAAF32}"/>
              </a:ext>
            </a:extLst>
          </p:cNvPr>
          <p:cNvSpPr txBox="1"/>
          <p:nvPr/>
        </p:nvSpPr>
        <p:spPr>
          <a:xfrm>
            <a:off x="511915" y="1606140"/>
            <a:ext cx="7923370" cy="2199959"/>
          </a:xfrm>
          <a:prstGeom prst="rect">
            <a:avLst/>
          </a:prstGeom>
          <a:ln/>
        </p:spPr>
        <p:style>
          <a:lnRef idx="1">
            <a:schemeClr val="accent2"/>
          </a:lnRef>
          <a:fillRef idx="3">
            <a:schemeClr val="accent2"/>
          </a:fillRef>
          <a:effectRef idx="2">
            <a:schemeClr val="accent2"/>
          </a:effectRef>
          <a:fontRef idx="minor">
            <a:schemeClr val="lt1"/>
          </a:fontRef>
        </p:style>
        <p:txBody>
          <a:bodyPr spcFirstLastPara="0" vert="horz" wrap="square" lIns="55880" tIns="55880" rIns="55880" bIns="55880" numCol="1" spcCol="1270" anchor="ctr" anchorCtr="0">
            <a:noAutofit/>
          </a:bodyPr>
          <a:lstStyle/>
          <a:p>
            <a:pPr marL="285750" marR="0" lvl="0" indent="-285750" algn="l" defTabSz="592652" rtl="0" eaLnBrk="1" fontAlgn="auto" latinLnBrk="0" hangingPunct="1">
              <a:lnSpc>
                <a:spcPct val="90000"/>
              </a:lnSpc>
              <a:spcBef>
                <a:spcPct val="0"/>
              </a:spcBef>
              <a:spcAft>
                <a:spcPct val="35000"/>
              </a:spcAft>
              <a:buClrTx/>
              <a:buSzTx/>
              <a:buFont typeface="Arial" panose="020B0604020202020204" pitchFamily="34" charset="0"/>
              <a:buChar char="•"/>
              <a:tabLst/>
              <a:defRPr/>
            </a:pPr>
            <a:r>
              <a:rPr kumimoji="0" lang="en-US" altLang="zh-CN" sz="1400" b="0" i="0" u="none" strike="noStrike" kern="1200" cap="none" spc="0" normalizeH="0" baseline="0" noProof="0" dirty="0">
                <a:ln>
                  <a:noFill/>
                </a:ln>
                <a:solidFill>
                  <a:schemeClr val="accent1"/>
                </a:solidFill>
                <a:effectLst/>
                <a:uLnTx/>
                <a:uFillTx/>
                <a:latin typeface="Boehringer Forward Text"/>
                <a:ea typeface="+mn-ea"/>
                <a:cs typeface="+mn-cs"/>
              </a:rPr>
              <a:t>Prevalence and incidence: China specific data of prevalence and incidence of NS</a:t>
            </a:r>
            <a:r>
              <a:rPr lang="en-US" altLang="zh-CN" sz="1400" dirty="0">
                <a:solidFill>
                  <a:schemeClr val="accent1"/>
                </a:solidFill>
                <a:latin typeface="Boehringer Forward Text"/>
              </a:rPr>
              <a:t>/</a:t>
            </a:r>
            <a:r>
              <a:rPr kumimoji="0" lang="en-US" altLang="zh-CN" sz="1400" b="0" i="0" u="none" strike="noStrike" kern="1200" cap="none" spc="0" normalizeH="0" baseline="0" noProof="0" dirty="0">
                <a:ln>
                  <a:noFill/>
                </a:ln>
                <a:solidFill>
                  <a:schemeClr val="accent1"/>
                </a:solidFill>
                <a:effectLst/>
                <a:uLnTx/>
                <a:uFillTx/>
                <a:latin typeface="Boehringer Forward Text"/>
                <a:ea typeface="+mn-ea"/>
                <a:cs typeface="+mn-cs"/>
              </a:rPr>
              <a:t>HS/PG, HS with draining tunnels, et al.</a:t>
            </a:r>
          </a:p>
          <a:p>
            <a:pPr marL="285750" marR="0" lvl="0" indent="-285750" algn="l" defTabSz="592652" rtl="0" eaLnBrk="1" fontAlgn="auto" latinLnBrk="0" hangingPunct="1">
              <a:lnSpc>
                <a:spcPct val="90000"/>
              </a:lnSpc>
              <a:spcBef>
                <a:spcPct val="0"/>
              </a:spcBef>
              <a:spcAft>
                <a:spcPct val="35000"/>
              </a:spcAft>
              <a:buClrTx/>
              <a:buSzTx/>
              <a:buFont typeface="Arial" panose="020B0604020202020204" pitchFamily="34" charset="0"/>
              <a:buChar char="•"/>
              <a:tabLst/>
              <a:defRPr/>
            </a:pPr>
            <a:r>
              <a:rPr kumimoji="0" lang="en-US" altLang="zh-CN" sz="1400" b="0" i="0" u="none" strike="noStrike" kern="1200" cap="none" spc="0" normalizeH="0" baseline="0" noProof="0" dirty="0">
                <a:ln>
                  <a:noFill/>
                </a:ln>
                <a:solidFill>
                  <a:schemeClr val="accent1"/>
                </a:solidFill>
                <a:effectLst/>
                <a:uLnTx/>
                <a:uFillTx/>
                <a:latin typeface="Boehringer Forward Text"/>
                <a:ea typeface="+mn-ea"/>
                <a:cs typeface="+mn-cs"/>
              </a:rPr>
              <a:t>Natural history and burden of disease: Natural history, clinical burden, comorbidities</a:t>
            </a:r>
            <a:r>
              <a:rPr lang="en-US" altLang="zh-CN" sz="1400" dirty="0">
                <a:solidFill>
                  <a:schemeClr val="accent1"/>
                </a:solidFill>
                <a:latin typeface="Boehringer Forward Text"/>
              </a:rPr>
              <a:t> </a:t>
            </a:r>
            <a:r>
              <a:rPr kumimoji="0" lang="en-US" altLang="zh-CN" sz="1400" b="0" i="0" u="none" strike="noStrike" kern="1200" cap="none" spc="0" normalizeH="0" baseline="0" noProof="0" dirty="0">
                <a:ln>
                  <a:noFill/>
                </a:ln>
                <a:solidFill>
                  <a:schemeClr val="accent1"/>
                </a:solidFill>
                <a:effectLst/>
                <a:uLnTx/>
                <a:uFillTx/>
                <a:latin typeface="Boehringer Forward Text"/>
                <a:ea typeface="+mn-ea"/>
                <a:cs typeface="+mn-cs"/>
              </a:rPr>
              <a:t>of NS</a:t>
            </a:r>
            <a:r>
              <a:rPr lang="en-US" altLang="zh-CN" sz="1400" dirty="0">
                <a:solidFill>
                  <a:schemeClr val="accent1"/>
                </a:solidFill>
                <a:latin typeface="Boehringer Forward Text"/>
              </a:rPr>
              <a:t>/</a:t>
            </a:r>
            <a:r>
              <a:rPr kumimoji="0" lang="en-US" altLang="zh-CN" sz="1400" b="0" i="0" u="none" strike="noStrike" kern="1200" cap="none" spc="0" normalizeH="0" baseline="0" noProof="0" dirty="0">
                <a:ln>
                  <a:noFill/>
                </a:ln>
                <a:solidFill>
                  <a:schemeClr val="accent1"/>
                </a:solidFill>
                <a:effectLst/>
                <a:uLnTx/>
                <a:uFillTx/>
                <a:latin typeface="Boehringer Forward Text"/>
                <a:ea typeface="+mn-ea"/>
                <a:cs typeface="+mn-cs"/>
              </a:rPr>
              <a:t>PG/HS (HS with draining tunnels, et al.) ,et al. in China.</a:t>
            </a:r>
          </a:p>
          <a:p>
            <a:pPr marL="285750" marR="0" lvl="0" indent="-285750" algn="l" defTabSz="592652" rtl="0" eaLnBrk="1" fontAlgn="auto" latinLnBrk="0" hangingPunct="1">
              <a:lnSpc>
                <a:spcPct val="90000"/>
              </a:lnSpc>
              <a:spcBef>
                <a:spcPct val="0"/>
              </a:spcBef>
              <a:spcAft>
                <a:spcPct val="35000"/>
              </a:spcAft>
              <a:buClrTx/>
              <a:buSzTx/>
              <a:buFont typeface="Arial" panose="020B0604020202020204" pitchFamily="34" charset="0"/>
              <a:buChar char="•"/>
              <a:tabLst/>
              <a:defRPr/>
            </a:pPr>
            <a:r>
              <a:rPr kumimoji="0" lang="en-US" altLang="zh-CN" sz="1400" b="0" i="0" u="none" strike="noStrike" kern="1200" cap="none" spc="0" normalizeH="0" baseline="0" noProof="0" dirty="0">
                <a:ln>
                  <a:noFill/>
                </a:ln>
                <a:solidFill>
                  <a:schemeClr val="accent1"/>
                </a:solidFill>
                <a:effectLst/>
                <a:uLnTx/>
                <a:uFillTx/>
                <a:latin typeface="Boehringer Forward Text"/>
                <a:ea typeface="+mn-ea"/>
                <a:cs typeface="+mn-cs"/>
              </a:rPr>
              <a:t>Disease management:</a:t>
            </a:r>
            <a:r>
              <a:rPr kumimoji="0" lang="en-GB" altLang="zh-CN" sz="1400" b="0" i="0" u="none" strike="noStrike" kern="1200" cap="none" spc="0" normalizeH="0" baseline="0" noProof="0" dirty="0">
                <a:ln>
                  <a:noFill/>
                </a:ln>
                <a:solidFill>
                  <a:schemeClr val="accent1"/>
                </a:solidFill>
                <a:effectLst/>
                <a:uLnTx/>
                <a:uFillTx/>
                <a:latin typeface="Boehringer Forward Text"/>
                <a:ea typeface="+mn-ea"/>
                <a:cs typeface="+mn-cs"/>
              </a:rPr>
              <a:t> Hospitalisations, Treatment pattern, et al.</a:t>
            </a:r>
          </a:p>
          <a:p>
            <a:pPr marL="285750" marR="0" lvl="0" indent="-285750" algn="l" defTabSz="592652" rtl="0" eaLnBrk="1" fontAlgn="auto" latinLnBrk="0" hangingPunct="1">
              <a:lnSpc>
                <a:spcPct val="90000"/>
              </a:lnSpc>
              <a:spcBef>
                <a:spcPct val="0"/>
              </a:spcBef>
              <a:spcAft>
                <a:spcPct val="35000"/>
              </a:spcAft>
              <a:buClrTx/>
              <a:buSzTx/>
              <a:buFont typeface="Arial" panose="020B0604020202020204" pitchFamily="34" charset="0"/>
              <a:buChar char="•"/>
              <a:tabLst/>
              <a:defRPr/>
            </a:pPr>
            <a:r>
              <a:rPr kumimoji="0" lang="en-GB" altLang="zh-CN" sz="1400" b="0" i="0" u="none" strike="noStrike" kern="1200" cap="none" spc="0" normalizeH="0" baseline="0" noProof="0" dirty="0">
                <a:ln>
                  <a:noFill/>
                </a:ln>
                <a:solidFill>
                  <a:schemeClr val="accent1"/>
                </a:solidFill>
                <a:effectLst/>
                <a:uLnTx/>
                <a:uFillTx/>
                <a:latin typeface="Boehringer Forward Text"/>
                <a:ea typeface="+mn-ea"/>
                <a:cs typeface="+mn-cs"/>
              </a:rPr>
              <a:t>HCRU: costs of NS</a:t>
            </a:r>
            <a:r>
              <a:rPr lang="en-US" altLang="zh-CN" sz="1400" dirty="0">
                <a:solidFill>
                  <a:schemeClr val="accent1"/>
                </a:solidFill>
                <a:latin typeface="Boehringer Forward Text"/>
              </a:rPr>
              <a:t>/</a:t>
            </a:r>
            <a:r>
              <a:rPr kumimoji="0" lang="en-US" altLang="zh-CN" sz="1400" b="0" i="0" u="none" strike="noStrike" kern="1200" cap="none" spc="0" normalizeH="0" baseline="0" noProof="0" dirty="0">
                <a:ln>
                  <a:noFill/>
                </a:ln>
                <a:solidFill>
                  <a:schemeClr val="accent1"/>
                </a:solidFill>
                <a:effectLst/>
                <a:uLnTx/>
                <a:uFillTx/>
                <a:latin typeface="Boehringer Forward Text"/>
                <a:ea typeface="+mn-ea"/>
                <a:cs typeface="+mn-cs"/>
              </a:rPr>
              <a:t>PG/HS </a:t>
            </a:r>
            <a:endParaRPr kumimoji="0" lang="en-GB" altLang="zh-CN" sz="1400" b="0" i="0" u="none" strike="noStrike" kern="1200" cap="none" spc="0" normalizeH="0" baseline="0" noProof="0" dirty="0">
              <a:ln>
                <a:noFill/>
              </a:ln>
              <a:solidFill>
                <a:schemeClr val="accent1"/>
              </a:solidFill>
              <a:effectLst/>
              <a:uLnTx/>
              <a:uFillTx/>
              <a:latin typeface="Boehringer Forward Text"/>
              <a:ea typeface="+mn-ea"/>
              <a:cs typeface="+mn-cs"/>
            </a:endParaRPr>
          </a:p>
        </p:txBody>
      </p:sp>
      <p:sp>
        <p:nvSpPr>
          <p:cNvPr id="13" name="文本框 12">
            <a:extLst>
              <a:ext uri="{FF2B5EF4-FFF2-40B4-BE49-F238E27FC236}">
                <a16:creationId xmlns:a16="http://schemas.microsoft.com/office/drawing/2014/main" id="{FC36ED88-43D5-683D-49DA-A49F0F91DA96}"/>
              </a:ext>
            </a:extLst>
          </p:cNvPr>
          <p:cNvSpPr txBox="1"/>
          <p:nvPr/>
        </p:nvSpPr>
        <p:spPr>
          <a:xfrm>
            <a:off x="359567" y="1116995"/>
            <a:ext cx="4114033" cy="286232"/>
          </a:xfrm>
          <a:prstGeom prst="rect">
            <a:avLst/>
          </a:prstGeom>
          <a:noFill/>
        </p:spPr>
        <p:txBody>
          <a:bodyPr wrap="square">
            <a:spAutoFit/>
          </a:bodyPr>
          <a:lstStyle/>
          <a:p>
            <a:pPr marL="0" marR="0" lvl="0" indent="0" algn="l" defTabSz="592652" rtl="0" eaLnBrk="1" fontAlgn="auto" latinLnBrk="0" hangingPunct="1">
              <a:lnSpc>
                <a:spcPct val="90000"/>
              </a:lnSpc>
              <a:spcBef>
                <a:spcPct val="0"/>
              </a:spcBef>
              <a:spcAft>
                <a:spcPct val="35000"/>
              </a:spcAft>
              <a:buClrTx/>
              <a:buSzTx/>
              <a:buFontTx/>
              <a:buNone/>
              <a:tabLst/>
              <a:defRPr/>
            </a:pPr>
            <a:r>
              <a:rPr kumimoji="0" lang="en-GB" altLang="zh-CN" sz="1400" b="1" i="0" u="none" strike="noStrike" kern="0" cap="none" spc="0" normalizeH="0" baseline="0" noProof="0" dirty="0">
                <a:ln>
                  <a:noFill/>
                </a:ln>
                <a:solidFill>
                  <a:srgbClr val="08312A"/>
                </a:solidFill>
                <a:effectLst/>
                <a:uLnTx/>
                <a:uFillTx/>
                <a:latin typeface="Arial" panose="020B0604020202020204" pitchFamily="34" charset="0"/>
                <a:ea typeface="Microsoft YaHei" panose="020B0503020204020204" pitchFamily="34" charset="-122"/>
                <a:cs typeface="+mn-cs"/>
              </a:rPr>
              <a:t>Data Gaps </a:t>
            </a:r>
            <a:r>
              <a:rPr kumimoji="0" lang="zh-CN" altLang="en-US" sz="1400" b="1" i="0" u="none" strike="noStrike" kern="0" cap="none" spc="0" normalizeH="0" baseline="0" noProof="0" dirty="0">
                <a:ln>
                  <a:noFill/>
                </a:ln>
                <a:solidFill>
                  <a:srgbClr val="08312A"/>
                </a:solidFill>
                <a:effectLst/>
                <a:uLnTx/>
                <a:uFillTx/>
                <a:latin typeface="Arial" panose="020B0604020202020204" pitchFamily="34" charset="0"/>
                <a:ea typeface="Microsoft YaHei" panose="020B0503020204020204" pitchFamily="34" charset="-122"/>
                <a:cs typeface="+mn-cs"/>
              </a:rPr>
              <a:t>in China</a:t>
            </a:r>
            <a:r>
              <a:rPr kumimoji="0" lang="en-US" altLang="zh-CN" sz="1400" b="1" i="0" u="none" strike="noStrike" kern="0" cap="none" spc="0" normalizeH="0" baseline="0" noProof="0" dirty="0">
                <a:ln>
                  <a:noFill/>
                </a:ln>
                <a:solidFill>
                  <a:srgbClr val="08312A"/>
                </a:solidFill>
                <a:effectLst/>
                <a:uLnTx/>
                <a:uFillTx/>
                <a:latin typeface="Arial" panose="020B0604020202020204" pitchFamily="34" charset="0"/>
                <a:ea typeface="Microsoft YaHei" panose="020B0503020204020204" pitchFamily="34" charset="-122"/>
                <a:cs typeface="+mn-cs"/>
              </a:rPr>
              <a:t>:</a:t>
            </a:r>
            <a:r>
              <a:rPr kumimoji="0" lang="en-US" altLang="zh-CN" sz="1400" b="0" i="0" u="none" strike="noStrike" kern="1200" cap="none" spc="0" normalizeH="0" baseline="0" noProof="0" dirty="0">
                <a:ln>
                  <a:noFill/>
                </a:ln>
                <a:solidFill>
                  <a:srgbClr val="08312A"/>
                </a:solidFill>
                <a:effectLst/>
                <a:uLnTx/>
                <a:uFillTx/>
                <a:latin typeface="Boehringer Forward Text"/>
                <a:ea typeface="+mn-ea"/>
                <a:cs typeface="+mn-cs"/>
              </a:rPr>
              <a:t> </a:t>
            </a:r>
          </a:p>
        </p:txBody>
      </p:sp>
      <p:sp>
        <p:nvSpPr>
          <p:cNvPr id="16" name="文本框 15">
            <a:extLst>
              <a:ext uri="{FF2B5EF4-FFF2-40B4-BE49-F238E27FC236}">
                <a16:creationId xmlns:a16="http://schemas.microsoft.com/office/drawing/2014/main" id="{02F9EF8D-FCB8-6550-AB69-1271633817C0}"/>
              </a:ext>
            </a:extLst>
          </p:cNvPr>
          <p:cNvSpPr txBox="1"/>
          <p:nvPr/>
        </p:nvSpPr>
        <p:spPr bwMode="gray">
          <a:xfrm>
            <a:off x="359567" y="4311576"/>
            <a:ext cx="4636770" cy="2308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900" b="0" i="0" u="none" strike="noStrike" kern="1200" cap="none" spc="0" normalizeH="0" baseline="0" noProof="0">
                <a:ln>
                  <a:noFill/>
                </a:ln>
                <a:solidFill>
                  <a:prstClr val="black"/>
                </a:solidFill>
                <a:effectLst/>
                <a:uLnTx/>
                <a:uFillTx/>
                <a:latin typeface="Boehringer Forward Text"/>
                <a:ea typeface="+mn-ea"/>
                <a:cs typeface="+mn-cs"/>
              </a:rPr>
              <a:t>HCRU: Healthcare Resource utilization</a:t>
            </a:r>
          </a:p>
        </p:txBody>
      </p:sp>
    </p:spTree>
    <p:extLst>
      <p:ext uri="{BB962C8B-B14F-4D97-AF65-F5344CB8AC3E}">
        <p14:creationId xmlns:p14="http://schemas.microsoft.com/office/powerpoint/2010/main" val="26195313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359570" y="357750"/>
            <a:ext cx="8424863" cy="540000"/>
          </a:xfrm>
        </p:spPr>
        <p:txBody>
          <a:bodyPr anchor="t">
            <a:normAutofit/>
          </a:bodyPr>
          <a:lstStyle/>
          <a:p>
            <a:r>
              <a:rPr lang="en-GB"/>
              <a:t>Introduction of Database</a:t>
            </a:r>
          </a:p>
        </p:txBody>
      </p:sp>
      <p:sp>
        <p:nvSpPr>
          <p:cNvPr id="4" name="Fußzeilenplatzhalter 3"/>
          <p:cNvSpPr>
            <a:spLocks noGrp="1"/>
          </p:cNvSpPr>
          <p:nvPr>
            <p:ph type="ftr" sz="quarter" idx="19"/>
          </p:nvPr>
        </p:nvSpPr>
        <p:spPr>
          <a:xfrm>
            <a:off x="4734018" y="4685127"/>
            <a:ext cx="3780420" cy="216000"/>
          </a:xfrm>
        </p:spPr>
        <p:txBody>
          <a:bodyPr anchor="b">
            <a:normAutofit/>
          </a:bodyPr>
          <a:lstStyle/>
          <a:p>
            <a:pPr marL="0" marR="0" lvl="0" indent="0" defTabSz="914400" rtl="0" eaLnBrk="1" fontAlgn="auto" latinLnBrk="0" hangingPunct="1">
              <a:spcBef>
                <a:spcPts val="0"/>
              </a:spcBef>
              <a:spcAft>
                <a:spcPts val="600"/>
              </a:spcAft>
              <a:buClrTx/>
              <a:buSzTx/>
              <a:buFontTx/>
              <a:buNone/>
              <a:defRPr/>
            </a:pPr>
            <a:r>
              <a:rPr kumimoji="0" lang="en-GB" b="0" i="0" u="none" strike="noStrike" kern="1200" cap="none" spc="0" normalizeH="0" baseline="0" noProof="0">
                <a:ln>
                  <a:noFill/>
                </a:ln>
                <a:effectLst/>
                <a:uLnTx/>
                <a:uFillTx/>
              </a:rPr>
              <a:t>Presentation title, date, author</a:t>
            </a:r>
          </a:p>
        </p:txBody>
      </p:sp>
      <p:sp>
        <p:nvSpPr>
          <p:cNvPr id="5" name="Foliennummernplatzhalter 4"/>
          <p:cNvSpPr>
            <a:spLocks noGrp="1"/>
          </p:cNvSpPr>
          <p:nvPr>
            <p:ph type="sldNum" sz="quarter" idx="20"/>
          </p:nvPr>
        </p:nvSpPr>
        <p:spPr>
          <a:xfrm>
            <a:off x="8568444" y="4685127"/>
            <a:ext cx="216000" cy="216000"/>
          </a:xfrm>
        </p:spPr>
        <p:txBody>
          <a:bodyPr anchor="b">
            <a:normAutofit/>
          </a:bodyPr>
          <a:lstStyle/>
          <a:p>
            <a:pPr marL="0" marR="0" lvl="0" indent="0" defTabSz="914400" rtl="0" eaLnBrk="1" fontAlgn="auto" latinLnBrk="0" hangingPunct="1">
              <a:spcBef>
                <a:spcPts val="0"/>
              </a:spcBef>
              <a:spcAft>
                <a:spcPts val="600"/>
              </a:spcAft>
              <a:buClrTx/>
              <a:buSzTx/>
              <a:buFontTx/>
              <a:buNone/>
              <a:defRPr/>
            </a:pPr>
            <a:fld id="{143B55C4-4F5A-416B-997D-6CE47EB0A945}" type="slidenum">
              <a:rPr kumimoji="0" lang="en-GB" b="0" i="0" u="none" strike="noStrike" kern="1200" cap="none" spc="0" normalizeH="0" baseline="0" noProof="0" smtClean="0">
                <a:ln>
                  <a:noFill/>
                </a:ln>
                <a:effectLst/>
                <a:uLnTx/>
                <a:uFillTx/>
              </a:rPr>
              <a:t>4</a:t>
            </a:fld>
            <a:endParaRPr kumimoji="0" lang="en-GB" b="0" i="0" u="none" strike="noStrike" kern="1200" cap="none" spc="0" normalizeH="0" baseline="0" noProof="0">
              <a:ln>
                <a:noFill/>
              </a:ln>
              <a:effectLst/>
              <a:uLnTx/>
              <a:uFillTx/>
            </a:endParaRPr>
          </a:p>
        </p:txBody>
      </p:sp>
      <p:graphicFrame>
        <p:nvGraphicFramePr>
          <p:cNvPr id="9" name="内容占位符 6"/>
          <p:cNvGraphicFramePr>
            <a:graphicFrameLocks noGrp="1"/>
          </p:cNvGraphicFramePr>
          <p:nvPr>
            <p:ph idx="1"/>
            <p:extLst>
              <p:ext uri="{D42A27DB-BD31-4B8C-83A1-F6EECF244321}">
                <p14:modId xmlns:p14="http://schemas.microsoft.com/office/powerpoint/2010/main" val="944876502"/>
              </p:ext>
            </p:extLst>
          </p:nvPr>
        </p:nvGraphicFramePr>
        <p:xfrm>
          <a:off x="359581" y="1268333"/>
          <a:ext cx="8424863" cy="286932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359570" y="357750"/>
            <a:ext cx="8424863" cy="540000"/>
          </a:xfrm>
        </p:spPr>
        <p:txBody>
          <a:bodyPr anchor="t">
            <a:normAutofit/>
          </a:bodyPr>
          <a:lstStyle/>
          <a:p>
            <a:r>
              <a:rPr lang="en-GB"/>
              <a:t>Introduction of Database</a:t>
            </a:r>
          </a:p>
        </p:txBody>
      </p:sp>
      <p:sp>
        <p:nvSpPr>
          <p:cNvPr id="5" name="Foliennummernplatzhalter 4"/>
          <p:cNvSpPr>
            <a:spLocks noGrp="1"/>
          </p:cNvSpPr>
          <p:nvPr>
            <p:ph type="sldNum" sz="quarter" idx="20"/>
          </p:nvPr>
        </p:nvSpPr>
        <p:spPr>
          <a:xfrm>
            <a:off x="8568444" y="4685127"/>
            <a:ext cx="216000" cy="216000"/>
          </a:xfrm>
        </p:spPr>
        <p:txBody>
          <a:bodyPr anchor="b">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143B55C4-4F5A-416B-997D-6CE47EB0A945}" type="slidenum">
              <a:rPr kumimoji="0" lang="en-GB" sz="600" b="0" i="0" u="none" strike="noStrike" kern="1200" cap="none" spc="0" normalizeH="0" baseline="0" noProof="0" smtClean="0">
                <a:ln>
                  <a:noFill/>
                </a:ln>
                <a:solidFill>
                  <a:srgbClr val="08312A"/>
                </a:solidFill>
                <a:effectLst/>
                <a:uLnTx/>
                <a:uFillTx/>
                <a:latin typeface="Boehringer Forward Text"/>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5</a:t>
            </a:fld>
            <a:endParaRPr kumimoji="0" lang="en-GB" sz="600" b="0" i="0" u="none" strike="noStrike" kern="1200" cap="none" spc="0" normalizeH="0" baseline="0" noProof="0">
              <a:ln>
                <a:noFill/>
              </a:ln>
              <a:solidFill>
                <a:srgbClr val="08312A"/>
              </a:solidFill>
              <a:effectLst/>
              <a:uLnTx/>
              <a:uFillTx/>
              <a:latin typeface="Boehringer Forward Text"/>
              <a:ea typeface="+mn-ea"/>
              <a:cs typeface="+mn-cs"/>
            </a:endParaRPr>
          </a:p>
        </p:txBody>
      </p:sp>
      <p:graphicFrame>
        <p:nvGraphicFramePr>
          <p:cNvPr id="8" name="表格 9">
            <a:extLst>
              <a:ext uri="{FF2B5EF4-FFF2-40B4-BE49-F238E27FC236}">
                <a16:creationId xmlns:a16="http://schemas.microsoft.com/office/drawing/2014/main" id="{60F87898-7E60-0562-28B8-4634FAB7B10F}"/>
              </a:ext>
            </a:extLst>
          </p:cNvPr>
          <p:cNvGraphicFramePr>
            <a:graphicFrameLocks noGrp="1"/>
          </p:cNvGraphicFramePr>
          <p:nvPr>
            <p:ph idx="1"/>
            <p:extLst>
              <p:ext uri="{D42A27DB-BD31-4B8C-83A1-F6EECF244321}">
                <p14:modId xmlns:p14="http://schemas.microsoft.com/office/powerpoint/2010/main" val="2342490429"/>
              </p:ext>
            </p:extLst>
          </p:nvPr>
        </p:nvGraphicFramePr>
        <p:xfrm>
          <a:off x="360363" y="1060450"/>
          <a:ext cx="7832066" cy="2352040"/>
        </p:xfrm>
        <a:graphic>
          <a:graphicData uri="http://schemas.openxmlformats.org/drawingml/2006/table">
            <a:tbl>
              <a:tblPr firstRow="1" bandRow="1">
                <a:tableStyleId>{5C22544A-7EE6-4342-B048-85BDC9FD1C3A}</a:tableStyleId>
              </a:tblPr>
              <a:tblGrid>
                <a:gridCol w="3177256">
                  <a:extLst>
                    <a:ext uri="{9D8B030D-6E8A-4147-A177-3AD203B41FA5}">
                      <a16:colId xmlns:a16="http://schemas.microsoft.com/office/drawing/2014/main" val="1058826584"/>
                    </a:ext>
                  </a:extLst>
                </a:gridCol>
                <a:gridCol w="1663077">
                  <a:extLst>
                    <a:ext uri="{9D8B030D-6E8A-4147-A177-3AD203B41FA5}">
                      <a16:colId xmlns:a16="http://schemas.microsoft.com/office/drawing/2014/main" val="3413208429"/>
                    </a:ext>
                  </a:extLst>
                </a:gridCol>
                <a:gridCol w="2991733">
                  <a:extLst>
                    <a:ext uri="{9D8B030D-6E8A-4147-A177-3AD203B41FA5}">
                      <a16:colId xmlns:a16="http://schemas.microsoft.com/office/drawing/2014/main" val="1946922630"/>
                    </a:ext>
                  </a:extLst>
                </a:gridCol>
              </a:tblGrid>
              <a:tr h="370840">
                <a:tc>
                  <a:txBody>
                    <a:bodyPr/>
                    <a:lstStyle/>
                    <a:p>
                      <a:r>
                        <a:rPr lang="en-US" altLang="zh-CN"/>
                        <a:t>Data type</a:t>
                      </a:r>
                      <a:endParaRPr lang="zh-CN" altLang="en-US"/>
                    </a:p>
                  </a:txBody>
                  <a:tcPr/>
                </a:tc>
                <a:tc>
                  <a:txBody>
                    <a:bodyPr/>
                    <a:lstStyle/>
                    <a:p>
                      <a:r>
                        <a:rPr lang="en-US" altLang="zh-CN"/>
                        <a:t>Available time</a:t>
                      </a:r>
                      <a:endParaRPr lang="zh-CN" altLang="en-US"/>
                    </a:p>
                  </a:txBody>
                  <a:tcPr/>
                </a:tc>
                <a:tc>
                  <a:txBody>
                    <a:bodyPr/>
                    <a:lstStyle/>
                    <a:p>
                      <a:r>
                        <a:rPr lang="en-US" altLang="zh-CN"/>
                        <a:t>Covered hospital</a:t>
                      </a:r>
                      <a:endParaRPr lang="zh-CN" altLang="en-US"/>
                    </a:p>
                  </a:txBody>
                  <a:tcPr/>
                </a:tc>
                <a:extLst>
                  <a:ext uri="{0D108BD9-81ED-4DB2-BD59-A6C34878D82A}">
                    <a16:rowId xmlns:a16="http://schemas.microsoft.com/office/drawing/2014/main" val="2642851458"/>
                  </a:ext>
                </a:extLst>
              </a:tr>
              <a:tr h="370840">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altLang="zh-CN" sz="1400" dirty="0"/>
                        <a:t>Out-hospital/ER data</a:t>
                      </a:r>
                    </a:p>
                    <a:p>
                      <a:pPr marL="0" marR="0" lvl="0" indent="0" algn="l" defTabSz="685800" rtl="0" eaLnBrk="1" fontAlgn="auto" latinLnBrk="0" hangingPunct="1">
                        <a:lnSpc>
                          <a:spcPct val="100000"/>
                        </a:lnSpc>
                        <a:spcBef>
                          <a:spcPts val="0"/>
                        </a:spcBef>
                        <a:spcAft>
                          <a:spcPts val="0"/>
                        </a:spcAft>
                        <a:buClrTx/>
                        <a:buSzTx/>
                        <a:buFontTx/>
                        <a:buNone/>
                        <a:tabLst/>
                        <a:defRPr/>
                      </a:pPr>
                      <a:r>
                        <a:rPr lang="en-US" altLang="zh-CN" sz="1400" dirty="0"/>
                        <a:t>(</a:t>
                      </a:r>
                      <a:r>
                        <a:rPr lang="zh-CN" altLang="en-US" sz="1400" dirty="0"/>
                        <a:t>门</a:t>
                      </a:r>
                      <a:r>
                        <a:rPr lang="en-US" altLang="zh-CN" sz="1400" dirty="0"/>
                        <a:t>/</a:t>
                      </a:r>
                      <a:r>
                        <a:rPr lang="zh-CN" altLang="en-US" sz="1400" dirty="0"/>
                        <a:t>急诊病例数据</a:t>
                      </a:r>
                      <a:r>
                        <a:rPr lang="en-US" altLang="zh-CN" sz="1400" dirty="0"/>
                        <a:t>) </a:t>
                      </a:r>
                      <a:endParaRPr lang="zh-CN" altLang="en-US" sz="1400" dirty="0"/>
                    </a:p>
                    <a:p>
                      <a:endParaRPr lang="zh-CN" altLang="en-US" sz="1400" dirty="0"/>
                    </a:p>
                  </a:txBody>
                  <a:tcPr/>
                </a:tc>
                <a:tc>
                  <a:txBody>
                    <a:bodyPr/>
                    <a:lstStyle/>
                    <a:p>
                      <a:r>
                        <a:rPr lang="en-US" altLang="zh-CN"/>
                        <a:t>2017-now</a:t>
                      </a:r>
                      <a:endParaRPr lang="zh-CN" altLang="en-US"/>
                    </a:p>
                  </a:txBody>
                  <a:tcPr/>
                </a:tc>
                <a:tc>
                  <a:txBody>
                    <a:bodyPr/>
                    <a:lstStyle/>
                    <a:p>
                      <a:r>
                        <a:rPr lang="en-US" altLang="zh-CN" dirty="0"/>
                        <a:t>30 hospital in Beijing</a:t>
                      </a:r>
                      <a:endParaRPr lang="zh-CN" altLang="en-US" dirty="0"/>
                    </a:p>
                  </a:txBody>
                  <a:tcPr/>
                </a:tc>
                <a:extLst>
                  <a:ext uri="{0D108BD9-81ED-4DB2-BD59-A6C34878D82A}">
                    <a16:rowId xmlns:a16="http://schemas.microsoft.com/office/drawing/2014/main" val="33205891"/>
                  </a:ext>
                </a:extLst>
              </a:tr>
              <a:tr h="370840">
                <a:tc>
                  <a:txBody>
                    <a:bodyPr/>
                    <a:lstStyle/>
                    <a:p>
                      <a:r>
                        <a:rPr lang="en-US" altLang="zh-CN" sz="1400" b="0" i="0" kern="1200" dirty="0">
                          <a:solidFill>
                            <a:schemeClr val="accent5">
                              <a:lumMod val="75000"/>
                            </a:schemeClr>
                          </a:solidFill>
                          <a:effectLst/>
                          <a:latin typeface="+mn-lt"/>
                          <a:ea typeface="+mn-ea"/>
                          <a:cs typeface="+mn-cs"/>
                        </a:rPr>
                        <a:t>Electronic medical records of </a:t>
                      </a:r>
                      <a:r>
                        <a:rPr lang="en-US" altLang="zh-CN" sz="1400" dirty="0">
                          <a:solidFill>
                            <a:schemeClr val="accent5">
                              <a:lumMod val="75000"/>
                            </a:schemeClr>
                          </a:solidFill>
                        </a:rPr>
                        <a:t>In-hospital patients</a:t>
                      </a:r>
                      <a:endParaRPr lang="en-US" altLang="zh-CN" sz="1400" b="0" i="0" kern="1200" dirty="0">
                        <a:solidFill>
                          <a:schemeClr val="accent5">
                            <a:lumMod val="75000"/>
                          </a:schemeClr>
                        </a:solidFill>
                        <a:effectLst/>
                        <a:latin typeface="+mn-lt"/>
                        <a:ea typeface="+mn-ea"/>
                        <a:cs typeface="+mn-cs"/>
                      </a:endParaRPr>
                    </a:p>
                    <a:p>
                      <a:r>
                        <a:rPr lang="en-US" altLang="zh-CN" sz="1400" b="0" i="0" kern="1200" dirty="0">
                          <a:solidFill>
                            <a:schemeClr val="accent5">
                              <a:lumMod val="75000"/>
                            </a:schemeClr>
                          </a:solidFill>
                          <a:effectLst/>
                          <a:latin typeface="+mn-lt"/>
                          <a:ea typeface="+mn-ea"/>
                          <a:cs typeface="+mn-cs"/>
                        </a:rPr>
                        <a:t>(</a:t>
                      </a:r>
                      <a:r>
                        <a:rPr lang="zh-CN" altLang="en-US" sz="1400" b="0" i="0" kern="1200" dirty="0">
                          <a:solidFill>
                            <a:schemeClr val="accent5">
                              <a:lumMod val="75000"/>
                            </a:schemeClr>
                          </a:solidFill>
                          <a:effectLst/>
                          <a:latin typeface="+mn-lt"/>
                          <a:ea typeface="+mn-ea"/>
                          <a:cs typeface="+mn-cs"/>
                        </a:rPr>
                        <a:t>住院电子病历数据</a:t>
                      </a:r>
                      <a:r>
                        <a:rPr lang="en-US" altLang="zh-CN" sz="1400" b="0" i="0" kern="1200" dirty="0">
                          <a:solidFill>
                            <a:schemeClr val="accent5">
                              <a:lumMod val="75000"/>
                            </a:schemeClr>
                          </a:solidFill>
                          <a:effectLst/>
                          <a:latin typeface="+mn-lt"/>
                          <a:ea typeface="+mn-ea"/>
                          <a:cs typeface="+mn-cs"/>
                        </a:rPr>
                        <a:t>)</a:t>
                      </a:r>
                      <a:endParaRPr lang="zh-CN" altLang="en-US" sz="1400" dirty="0">
                        <a:solidFill>
                          <a:schemeClr val="accent5">
                            <a:lumMod val="75000"/>
                          </a:schemeClr>
                        </a:solidFill>
                      </a:endParaRPr>
                    </a:p>
                  </a:txBody>
                  <a:tcPr/>
                </a:tc>
                <a:tc>
                  <a:txBody>
                    <a:bodyPr/>
                    <a:lstStyle/>
                    <a:p>
                      <a:r>
                        <a:rPr lang="en-US" altLang="zh-CN" dirty="0">
                          <a:solidFill>
                            <a:schemeClr val="accent5">
                              <a:lumMod val="75000"/>
                            </a:schemeClr>
                          </a:solidFill>
                        </a:rPr>
                        <a:t>2017-now</a:t>
                      </a:r>
                      <a:endParaRPr lang="zh-CN" altLang="en-US" dirty="0">
                        <a:solidFill>
                          <a:schemeClr val="accent5">
                            <a:lumMod val="75000"/>
                          </a:schemeClr>
                        </a:solidFill>
                      </a:endParaRPr>
                    </a:p>
                  </a:txBody>
                  <a:tcPr/>
                </a:tc>
                <a:tc>
                  <a:txBody>
                    <a:bodyPr/>
                    <a:lstStyle/>
                    <a:p>
                      <a:r>
                        <a:rPr lang="en-US" altLang="zh-CN" dirty="0">
                          <a:solidFill>
                            <a:schemeClr val="accent5">
                              <a:lumMod val="75000"/>
                            </a:schemeClr>
                          </a:solidFill>
                        </a:rPr>
                        <a:t>30 hospitals in Beijing</a:t>
                      </a:r>
                      <a:endParaRPr lang="zh-CN" altLang="en-US" dirty="0">
                        <a:solidFill>
                          <a:schemeClr val="accent5">
                            <a:lumMod val="75000"/>
                          </a:schemeClr>
                        </a:solidFill>
                      </a:endParaRPr>
                    </a:p>
                  </a:txBody>
                  <a:tcPr/>
                </a:tc>
                <a:extLst>
                  <a:ext uri="{0D108BD9-81ED-4DB2-BD59-A6C34878D82A}">
                    <a16:rowId xmlns:a16="http://schemas.microsoft.com/office/drawing/2014/main" val="1337684487"/>
                  </a:ext>
                </a:extLst>
              </a:tr>
              <a:tr h="370840">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altLang="zh-CN" sz="1400" b="0" i="0" kern="1200" dirty="0">
                          <a:solidFill>
                            <a:schemeClr val="dk1"/>
                          </a:solidFill>
                          <a:effectLst/>
                          <a:latin typeface="+mn-lt"/>
                          <a:ea typeface="+mn-ea"/>
                          <a:cs typeface="+mn-cs"/>
                        </a:rPr>
                        <a:t>Front sheet of in-hospital medical records(</a:t>
                      </a:r>
                      <a:r>
                        <a:rPr lang="zh-CN" altLang="en-US" sz="1400" b="0" i="0" kern="1200" dirty="0">
                          <a:solidFill>
                            <a:schemeClr val="dk1"/>
                          </a:solidFill>
                          <a:effectLst/>
                          <a:latin typeface="+mn-lt"/>
                          <a:ea typeface="+mn-ea"/>
                          <a:cs typeface="+mn-cs"/>
                        </a:rPr>
                        <a:t>住院病案首页数据</a:t>
                      </a:r>
                      <a:r>
                        <a:rPr lang="en-US" altLang="zh-CN" sz="1400" b="0" i="0" kern="1200" dirty="0">
                          <a:solidFill>
                            <a:schemeClr val="dk1"/>
                          </a:solidFill>
                          <a:effectLst/>
                          <a:latin typeface="+mn-lt"/>
                          <a:ea typeface="+mn-ea"/>
                          <a:cs typeface="+mn-cs"/>
                        </a:rPr>
                        <a:t>)</a:t>
                      </a:r>
                      <a:endParaRPr lang="zh-CN" altLang="en-US" sz="1400" dirty="0"/>
                    </a:p>
                  </a:txBody>
                  <a:tcPr/>
                </a:tc>
                <a:tc>
                  <a:txBody>
                    <a:bodyPr/>
                    <a:lstStyle/>
                    <a:p>
                      <a:r>
                        <a:rPr lang="en-US" altLang="zh-CN"/>
                        <a:t>2008-now</a:t>
                      </a:r>
                      <a:endParaRPr lang="zh-CN" altLang="en-US"/>
                    </a:p>
                  </a:txBody>
                  <a:tcPr/>
                </a:tc>
                <a:tc>
                  <a:txBody>
                    <a:bodyPr/>
                    <a:lstStyle/>
                    <a:p>
                      <a:r>
                        <a:rPr lang="en-US" altLang="zh-CN" dirty="0"/>
                        <a:t>Covered all the hospitals in Beijing(nearly 300 hospitals)</a:t>
                      </a:r>
                      <a:endParaRPr lang="zh-CN" altLang="en-US" dirty="0"/>
                    </a:p>
                  </a:txBody>
                  <a:tcPr/>
                </a:tc>
                <a:extLst>
                  <a:ext uri="{0D108BD9-81ED-4DB2-BD59-A6C34878D82A}">
                    <a16:rowId xmlns:a16="http://schemas.microsoft.com/office/drawing/2014/main" val="2695609668"/>
                  </a:ext>
                </a:extLst>
              </a:tr>
            </a:tbl>
          </a:graphicData>
        </a:graphic>
      </p:graphicFrame>
    </p:spTree>
    <p:extLst>
      <p:ext uri="{BB962C8B-B14F-4D97-AF65-F5344CB8AC3E}">
        <p14:creationId xmlns:p14="http://schemas.microsoft.com/office/powerpoint/2010/main" val="10078328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a:t>Study feasibility</a:t>
            </a:r>
            <a:endParaRPr lang="en-GB"/>
          </a:p>
        </p:txBody>
      </p:sp>
      <p:graphicFrame>
        <p:nvGraphicFramePr>
          <p:cNvPr id="7" name="表格 7"/>
          <p:cNvGraphicFramePr>
            <a:graphicFrameLocks noGrp="1"/>
          </p:cNvGraphicFramePr>
          <p:nvPr>
            <p:ph idx="1"/>
            <p:custDataLst>
              <p:tags r:id="rId1"/>
            </p:custDataLst>
            <p:extLst>
              <p:ext uri="{D42A27DB-BD31-4B8C-83A1-F6EECF244321}">
                <p14:modId xmlns:p14="http://schemas.microsoft.com/office/powerpoint/2010/main" val="774545768"/>
              </p:ext>
            </p:extLst>
          </p:nvPr>
        </p:nvGraphicFramePr>
        <p:xfrm>
          <a:off x="359410" y="703580"/>
          <a:ext cx="8011160" cy="1991453"/>
        </p:xfrm>
        <a:graphic>
          <a:graphicData uri="http://schemas.openxmlformats.org/drawingml/2006/table">
            <a:tbl>
              <a:tblPr firstRow="1" bandRow="1">
                <a:tableStyleId>{5C22544A-7EE6-4342-B048-85BDC9FD1C3A}</a:tableStyleId>
              </a:tblPr>
              <a:tblGrid>
                <a:gridCol w="2057400">
                  <a:extLst>
                    <a:ext uri="{9D8B030D-6E8A-4147-A177-3AD203B41FA5}">
                      <a16:colId xmlns:a16="http://schemas.microsoft.com/office/drawing/2014/main" val="20000"/>
                    </a:ext>
                  </a:extLst>
                </a:gridCol>
                <a:gridCol w="2426335">
                  <a:extLst>
                    <a:ext uri="{9D8B030D-6E8A-4147-A177-3AD203B41FA5}">
                      <a16:colId xmlns:a16="http://schemas.microsoft.com/office/drawing/2014/main" val="20001"/>
                    </a:ext>
                  </a:extLst>
                </a:gridCol>
                <a:gridCol w="1933575">
                  <a:extLst>
                    <a:ext uri="{9D8B030D-6E8A-4147-A177-3AD203B41FA5}">
                      <a16:colId xmlns:a16="http://schemas.microsoft.com/office/drawing/2014/main" val="20002"/>
                    </a:ext>
                  </a:extLst>
                </a:gridCol>
                <a:gridCol w="1593850">
                  <a:extLst>
                    <a:ext uri="{9D8B030D-6E8A-4147-A177-3AD203B41FA5}">
                      <a16:colId xmlns:a16="http://schemas.microsoft.com/office/drawing/2014/main" val="20003"/>
                    </a:ext>
                  </a:extLst>
                </a:gridCol>
              </a:tblGrid>
              <a:tr h="741773">
                <a:tc>
                  <a:txBody>
                    <a:bodyPr/>
                    <a:lstStyle/>
                    <a:p>
                      <a:r>
                        <a:rPr lang="en-US" altLang="zh-CN" sz="1600">
                          <a:latin typeface="+mn-lt"/>
                          <a:cs typeface="Times New Roman" panose="02020603050405020304" pitchFamily="18" charset="0"/>
                        </a:rPr>
                        <a:t>Disease</a:t>
                      </a:r>
                    </a:p>
                  </a:txBody>
                  <a:tcPr/>
                </a:tc>
                <a:tc>
                  <a:txBody>
                    <a:bodyPr/>
                    <a:lstStyle/>
                    <a:p>
                      <a:r>
                        <a:rPr lang="zh-CN" altLang="en-US" sz="1600">
                          <a:latin typeface="+mn-lt"/>
                          <a:ea typeface="宋体" panose="02010600030101010101" pitchFamily="2" charset="-122"/>
                          <a:cs typeface="Times New Roman" panose="02020603050405020304" pitchFamily="18" charset="0"/>
                        </a:rPr>
                        <a:t>Number of outpatient and emergency cases</a:t>
                      </a:r>
                    </a:p>
                  </a:txBody>
                  <a:tcPr/>
                </a:tc>
                <a:tc>
                  <a:txBody>
                    <a:bodyPr/>
                    <a:lstStyle/>
                    <a:p>
                      <a:pPr>
                        <a:buNone/>
                      </a:pPr>
                      <a:r>
                        <a:rPr lang="zh-CN" altLang="en-US" sz="1600">
                          <a:latin typeface="+mn-lt"/>
                          <a:cs typeface="Times New Roman" panose="02020603050405020304" pitchFamily="18" charset="0"/>
                        </a:rPr>
                        <a:t>Number of hospitalized cases</a:t>
                      </a:r>
                    </a:p>
                  </a:txBody>
                  <a:tcPr/>
                </a:tc>
                <a:tc>
                  <a:txBody>
                    <a:bodyPr/>
                    <a:lstStyle/>
                    <a:p>
                      <a:pPr>
                        <a:buNone/>
                      </a:pPr>
                      <a:r>
                        <a:rPr lang="en-US" altLang="zh-CN" sz="1600">
                          <a:latin typeface="+mn-lt"/>
                          <a:cs typeface="Times New Roman" panose="02020603050405020304" pitchFamily="18" charset="0"/>
                        </a:rPr>
                        <a:t>Total</a:t>
                      </a:r>
                    </a:p>
                  </a:txBody>
                  <a:tcPr/>
                </a:tc>
                <a:extLst>
                  <a:ext uri="{0D108BD9-81ED-4DB2-BD59-A6C34878D82A}">
                    <a16:rowId xmlns:a16="http://schemas.microsoft.com/office/drawing/2014/main" val="10000"/>
                  </a:ext>
                </a:extLst>
              </a:tr>
              <a:tr h="302204">
                <a:tc>
                  <a:txBody>
                    <a:bodyPr/>
                    <a:lstStyle/>
                    <a:p>
                      <a:r>
                        <a:rPr lang="en-US" altLang="zh-CN" sz="1600">
                          <a:latin typeface="+mn-lt"/>
                          <a:cs typeface="Times New Roman" panose="02020603050405020304" pitchFamily="18" charset="0"/>
                        </a:rPr>
                        <a:t>PG</a:t>
                      </a:r>
                    </a:p>
                  </a:txBody>
                  <a:tcPr/>
                </a:tc>
                <a:tc>
                  <a:txBody>
                    <a:bodyPr/>
                    <a:lstStyle/>
                    <a:p>
                      <a:r>
                        <a:rPr lang="en-US" altLang="zh-CN" sz="1600">
                          <a:latin typeface="+mn-lt"/>
                          <a:cs typeface="Times New Roman" panose="02020603050405020304" pitchFamily="18" charset="0"/>
                        </a:rPr>
                        <a:t>1689</a:t>
                      </a:r>
                    </a:p>
                  </a:txBody>
                  <a:tcPr/>
                </a:tc>
                <a:tc>
                  <a:txBody>
                    <a:bodyPr/>
                    <a:lstStyle/>
                    <a:p>
                      <a:pPr>
                        <a:buNone/>
                      </a:pPr>
                      <a:r>
                        <a:rPr lang="en-US" altLang="zh-CN" sz="1600">
                          <a:latin typeface="+mn-lt"/>
                          <a:cs typeface="Times New Roman" panose="02020603050405020304" pitchFamily="18" charset="0"/>
                        </a:rPr>
                        <a:t>723</a:t>
                      </a:r>
                    </a:p>
                  </a:txBody>
                  <a:tcPr/>
                </a:tc>
                <a:tc>
                  <a:txBody>
                    <a:bodyPr/>
                    <a:lstStyle/>
                    <a:p>
                      <a:pPr>
                        <a:buNone/>
                      </a:pPr>
                      <a:r>
                        <a:rPr lang="en-US" altLang="zh-CN" sz="1600">
                          <a:latin typeface="+mn-lt"/>
                          <a:cs typeface="Times New Roman" panose="02020603050405020304" pitchFamily="18" charset="0"/>
                        </a:rPr>
                        <a:t>2412</a:t>
                      </a:r>
                    </a:p>
                  </a:txBody>
                  <a:tcPr/>
                </a:tc>
                <a:extLst>
                  <a:ext uri="{0D108BD9-81ED-4DB2-BD59-A6C34878D82A}">
                    <a16:rowId xmlns:a16="http://schemas.microsoft.com/office/drawing/2014/main" val="10001"/>
                  </a:ext>
                </a:extLst>
              </a:tr>
              <a:tr h="302204">
                <a:tc>
                  <a:txBody>
                    <a:bodyPr/>
                    <a:lstStyle/>
                    <a:p>
                      <a:r>
                        <a:rPr lang="en-US" altLang="zh-CN" sz="1600">
                          <a:latin typeface="+mn-lt"/>
                          <a:cs typeface="Times New Roman" panose="02020603050405020304" pitchFamily="18" charset="0"/>
                        </a:rPr>
                        <a:t>HS</a:t>
                      </a:r>
                    </a:p>
                  </a:txBody>
                  <a:tcPr/>
                </a:tc>
                <a:tc>
                  <a:txBody>
                    <a:bodyPr/>
                    <a:lstStyle/>
                    <a:p>
                      <a:r>
                        <a:rPr lang="en-US" altLang="zh-CN" sz="1600">
                          <a:latin typeface="+mn-lt"/>
                          <a:cs typeface="Times New Roman" panose="02020603050405020304" pitchFamily="18" charset="0"/>
                        </a:rPr>
                        <a:t>6963</a:t>
                      </a:r>
                    </a:p>
                  </a:txBody>
                  <a:tcPr/>
                </a:tc>
                <a:tc>
                  <a:txBody>
                    <a:bodyPr/>
                    <a:lstStyle/>
                    <a:p>
                      <a:pPr>
                        <a:buNone/>
                      </a:pPr>
                      <a:r>
                        <a:rPr lang="en-US" altLang="zh-CN" sz="1600">
                          <a:latin typeface="+mn-lt"/>
                          <a:cs typeface="Times New Roman" panose="02020603050405020304" pitchFamily="18" charset="0"/>
                        </a:rPr>
                        <a:t>852</a:t>
                      </a:r>
                    </a:p>
                  </a:txBody>
                  <a:tcPr/>
                </a:tc>
                <a:tc>
                  <a:txBody>
                    <a:bodyPr/>
                    <a:lstStyle/>
                    <a:p>
                      <a:pPr>
                        <a:buNone/>
                      </a:pPr>
                      <a:r>
                        <a:rPr lang="en-US" altLang="zh-CN" sz="1600">
                          <a:latin typeface="+mn-lt"/>
                          <a:cs typeface="Times New Roman" panose="02020603050405020304" pitchFamily="18" charset="0"/>
                        </a:rPr>
                        <a:t>7815</a:t>
                      </a:r>
                    </a:p>
                  </a:txBody>
                  <a:tcPr/>
                </a:tc>
                <a:extLst>
                  <a:ext uri="{0D108BD9-81ED-4DB2-BD59-A6C34878D82A}">
                    <a16:rowId xmlns:a16="http://schemas.microsoft.com/office/drawing/2014/main" val="10002"/>
                  </a:ext>
                </a:extLst>
              </a:tr>
              <a:tr h="521989">
                <a:tc>
                  <a:txBody>
                    <a:bodyPr/>
                    <a:lstStyle/>
                    <a:p>
                      <a:r>
                        <a:rPr lang="zh-CN" altLang="en-US" sz="1600">
                          <a:latin typeface="+mn-lt"/>
                          <a:cs typeface="Times New Roman" panose="02020603050405020304" pitchFamily="18" charset="0"/>
                        </a:rPr>
                        <a:t>Netherton Syndrome</a:t>
                      </a:r>
                      <a:r>
                        <a:rPr lang="en-US" altLang="zh-CN" sz="1600">
                          <a:latin typeface="+mn-lt"/>
                          <a:cs typeface="Times New Roman" panose="02020603050405020304" pitchFamily="18" charset="0"/>
                          <a:sym typeface="+mn-ea"/>
                        </a:rPr>
                        <a:t>*</a:t>
                      </a:r>
                    </a:p>
                  </a:txBody>
                  <a:tcPr/>
                </a:tc>
                <a:tc>
                  <a:txBody>
                    <a:bodyPr/>
                    <a:lstStyle/>
                    <a:p>
                      <a:r>
                        <a:rPr lang="en-US" altLang="zh-CN" sz="1600">
                          <a:latin typeface="+mn-lt"/>
                          <a:cs typeface="Times New Roman" panose="02020603050405020304" pitchFamily="18" charset="0"/>
                        </a:rPr>
                        <a:t>1</a:t>
                      </a:r>
                    </a:p>
                  </a:txBody>
                  <a:tcPr/>
                </a:tc>
                <a:tc>
                  <a:txBody>
                    <a:bodyPr/>
                    <a:lstStyle/>
                    <a:p>
                      <a:pPr>
                        <a:buNone/>
                      </a:pPr>
                      <a:r>
                        <a:rPr lang="en-US" altLang="zh-CN" sz="1600">
                          <a:latin typeface="+mn-lt"/>
                          <a:cs typeface="Times New Roman" panose="02020603050405020304" pitchFamily="18" charset="0"/>
                        </a:rPr>
                        <a:t>0</a:t>
                      </a:r>
                    </a:p>
                  </a:txBody>
                  <a:tcPr/>
                </a:tc>
                <a:tc>
                  <a:txBody>
                    <a:bodyPr/>
                    <a:lstStyle/>
                    <a:p>
                      <a:pPr>
                        <a:buNone/>
                      </a:pPr>
                      <a:r>
                        <a:rPr lang="en-US" altLang="zh-CN" sz="1600">
                          <a:latin typeface="+mn-lt"/>
                          <a:cs typeface="Times New Roman" panose="02020603050405020304" pitchFamily="18" charset="0"/>
                        </a:rPr>
                        <a:t>1</a:t>
                      </a:r>
                    </a:p>
                  </a:txBody>
                  <a:tcPr/>
                </a:tc>
                <a:extLst>
                  <a:ext uri="{0D108BD9-81ED-4DB2-BD59-A6C34878D82A}">
                    <a16:rowId xmlns:a16="http://schemas.microsoft.com/office/drawing/2014/main" val="10003"/>
                  </a:ext>
                </a:extLst>
              </a:tr>
            </a:tbl>
          </a:graphicData>
        </a:graphic>
      </p:graphicFrame>
      <p:sp>
        <p:nvSpPr>
          <p:cNvPr id="4" name="Fußzeilenplatzhalter 3"/>
          <p:cNvSpPr>
            <a:spLocks noGrp="1"/>
          </p:cNvSpPr>
          <p:nvPr>
            <p:ph type="ftr" sz="quarter" idx="19"/>
          </p:nvPr>
        </p:nvSpPr>
        <p:spPr/>
        <p:txBody>
          <a:bodyPr/>
          <a:lstStyle/>
          <a:p>
            <a:r>
              <a:rPr lang="en-GB" noProof="0"/>
              <a:t>Presentation title, date, author</a:t>
            </a:r>
          </a:p>
        </p:txBody>
      </p:sp>
      <p:sp>
        <p:nvSpPr>
          <p:cNvPr id="5" name="Foliennummernplatzhalter 4"/>
          <p:cNvSpPr>
            <a:spLocks noGrp="1"/>
          </p:cNvSpPr>
          <p:nvPr>
            <p:ph type="sldNum" sz="quarter" idx="20"/>
          </p:nvPr>
        </p:nvSpPr>
        <p:spPr/>
        <p:txBody>
          <a:bodyPr/>
          <a:lstStyle/>
          <a:p>
            <a:fld id="{143B55C4-4F5A-416B-997D-6CE47EB0A945}" type="slidenum">
              <a:rPr lang="en-GB" noProof="0" smtClean="0"/>
              <a:t>6</a:t>
            </a:fld>
            <a:endParaRPr lang="en-GB" noProof="0"/>
          </a:p>
        </p:txBody>
      </p:sp>
      <p:sp>
        <p:nvSpPr>
          <p:cNvPr id="6" name="文本框 5"/>
          <p:cNvSpPr txBox="1"/>
          <p:nvPr/>
        </p:nvSpPr>
        <p:spPr>
          <a:xfrm>
            <a:off x="359410" y="2775902"/>
            <a:ext cx="8154035" cy="765175"/>
          </a:xfrm>
          <a:prstGeom prst="rect">
            <a:avLst/>
          </a:prstGeom>
          <a:noFill/>
        </p:spPr>
        <p:txBody>
          <a:bodyPr wrap="square" lIns="0" tIns="0" rIns="0" bIns="0" rtlCol="0">
            <a:noAutofit/>
          </a:bodyPr>
          <a:lstStyle/>
          <a:p>
            <a:pPr indent="0" algn="l">
              <a:lnSpc>
                <a:spcPct val="140000"/>
              </a:lnSpc>
              <a:buFont typeface="Arial" panose="020B0604020202020204" pitchFamily="34" charset="0"/>
              <a:buNone/>
            </a:pPr>
            <a:r>
              <a:rPr lang="en-US" altLang="zh-CN" sz="1200" dirty="0">
                <a:cs typeface="Times New Roman" panose="02020603050405020304" pitchFamily="18" charset="0"/>
                <a:sym typeface="+mn-ea"/>
              </a:rPr>
              <a:t>*</a:t>
            </a:r>
            <a:r>
              <a:rPr lang="zh-CN" altLang="en-US" sz="1200" dirty="0">
                <a:cs typeface="Times New Roman" panose="02020603050405020304" pitchFamily="18" charset="0"/>
                <a:sym typeface="+mn-ea"/>
              </a:rPr>
              <a:t>In the inpatient data, there are no diagnoses containing the name "Netherton." However, for outpatient and emergency department patients, since annotations can be added to the coding, three instances of diagnoses mentioning "Netherton" were identified in the data from 2017 onwards. All these records were uploaded by Beijing Children's Hospital affiliated with Capital Medical University and pertain to the same individual.</a:t>
            </a:r>
            <a:endParaRPr lang="zh-CN" altLang="en-US" sz="1200" dirty="0">
              <a:cs typeface="Times New Roman" panose="02020603050405020304" pitchFamily="18" charset="0"/>
            </a:endParaRPr>
          </a:p>
          <a:p>
            <a:pPr marL="179705" indent="0" algn="dist">
              <a:lnSpc>
                <a:spcPct val="140000"/>
              </a:lnSpc>
              <a:buFont typeface="Arial" panose="020B0604020202020204" pitchFamily="34" charset="0"/>
              <a:buNone/>
            </a:pPr>
            <a:endParaRPr lang="zh-CN" altLang="en-US" sz="1200" dirty="0">
              <a:latin typeface="Times New Roman" panose="02020603050405020304" pitchFamily="18" charset="0"/>
              <a:cs typeface="Times New Roman" panose="02020603050405020304" pitchFamily="18" charset="0"/>
            </a:endParaRPr>
          </a:p>
        </p:txBody>
      </p:sp>
      <p:sp>
        <p:nvSpPr>
          <p:cNvPr id="8" name="Titel 1">
            <a:extLst>
              <a:ext uri="{FF2B5EF4-FFF2-40B4-BE49-F238E27FC236}">
                <a16:creationId xmlns:a16="http://schemas.microsoft.com/office/drawing/2014/main" id="{39CBD15C-23E1-1F60-FBE8-A4216D4730AB}"/>
              </a:ext>
            </a:extLst>
          </p:cNvPr>
          <p:cNvSpPr txBox="1">
            <a:spLocks/>
          </p:cNvSpPr>
          <p:nvPr/>
        </p:nvSpPr>
        <p:spPr bwMode="gray">
          <a:xfrm>
            <a:off x="431645" y="3921859"/>
            <a:ext cx="8082793" cy="540000"/>
          </a:xfrm>
          <a:prstGeom prst="rect">
            <a:avLst/>
          </a:prstGeom>
        </p:spPr>
        <p:style>
          <a:lnRef idx="1">
            <a:schemeClr val="accent2"/>
          </a:lnRef>
          <a:fillRef idx="3">
            <a:schemeClr val="accent2"/>
          </a:fillRef>
          <a:effectRef idx="2">
            <a:schemeClr val="accent2"/>
          </a:effectRef>
          <a:fontRef idx="minor">
            <a:schemeClr val="lt1"/>
          </a:fontRef>
        </p:style>
        <p:txBody>
          <a:bodyPr vert="horz" lIns="0" tIns="0" rIns="0" bIns="0" rtlCol="0" anchor="ctr">
            <a:noAutofit/>
          </a:bodyPr>
          <a:lstStyle>
            <a:lvl1pPr algn="l" defTabSz="685800" rtl="0" eaLnBrk="1" latinLnBrk="0" hangingPunct="1">
              <a:lnSpc>
                <a:spcPct val="100000"/>
              </a:lnSpc>
              <a:spcBef>
                <a:spcPct val="0"/>
              </a:spcBef>
              <a:buNone/>
              <a:defRPr sz="1875" b="1" kern="1200">
                <a:solidFill>
                  <a:schemeClr val="bg2"/>
                </a:solidFill>
                <a:latin typeface="+mj-lt"/>
                <a:ea typeface="+mj-ea"/>
                <a:cs typeface="+mj-cs"/>
              </a:defRPr>
            </a:lvl1pPr>
          </a:lstStyle>
          <a:p>
            <a:pPr algn="ctr"/>
            <a:r>
              <a:rPr lang="en-US" altLang="zh-CN" sz="1600" dirty="0">
                <a:solidFill>
                  <a:schemeClr val="accent1"/>
                </a:solidFill>
                <a:latin typeface="+mn-lt"/>
                <a:ea typeface="Microsoft YaHei UI" panose="020B0503020204020204" pitchFamily="34" charset="-122"/>
              </a:rPr>
              <a:t>F</a:t>
            </a:r>
            <a:r>
              <a:rPr lang="en-US" altLang="zh-CN" sz="1600" dirty="0">
                <a:solidFill>
                  <a:schemeClr val="accent1"/>
                </a:solidFill>
                <a:effectLst/>
                <a:latin typeface="+mn-lt"/>
                <a:ea typeface="Microsoft YaHei UI" panose="020B0503020204020204" pitchFamily="34" charset="-122"/>
              </a:rPr>
              <a:t>easibility check results support key </a:t>
            </a:r>
            <a:r>
              <a:rPr lang="en-US" altLang="zh-CN" sz="1600" dirty="0">
                <a:solidFill>
                  <a:schemeClr val="accent1"/>
                </a:solidFill>
                <a:latin typeface="+mn-lt"/>
                <a:ea typeface="Microsoft YaHei UI" panose="020B0503020204020204" pitchFamily="34" charset="-122"/>
              </a:rPr>
              <a:t>outcome: </a:t>
            </a:r>
            <a:r>
              <a:rPr lang="en-US" altLang="zh-CN" sz="1600" dirty="0">
                <a:solidFill>
                  <a:schemeClr val="accent1"/>
                </a:solidFill>
                <a:effectLst/>
                <a:latin typeface="+mn-lt"/>
                <a:ea typeface="Microsoft YaHei UI" panose="020B0503020204020204" pitchFamily="34" charset="-122"/>
              </a:rPr>
              <a:t>t</a:t>
            </a:r>
            <a:r>
              <a:rPr lang="en-US" altLang="zh-CN" sz="1600" dirty="0"/>
              <a:t>he prevalence and incidence rate of </a:t>
            </a:r>
            <a:r>
              <a:rPr lang="en-US" altLang="zh-CN" sz="1600" dirty="0">
                <a:solidFill>
                  <a:schemeClr val="accent1"/>
                </a:solidFill>
                <a:effectLst/>
                <a:latin typeface="+mn-lt"/>
                <a:ea typeface="Microsoft YaHei UI" panose="020B0503020204020204" pitchFamily="34" charset="-122"/>
              </a:rPr>
              <a:t>HS and PG, but not NS</a:t>
            </a:r>
            <a:endParaRPr lang="en-US" altLang="zh-CN" sz="1600" dirty="0">
              <a:solidFill>
                <a:schemeClr val="accent1"/>
              </a:solidFill>
              <a:effectLst/>
              <a:latin typeface="+mn-lt"/>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a:t>Study feasibility</a:t>
            </a:r>
            <a:endParaRPr lang="en-GB"/>
          </a:p>
        </p:txBody>
      </p:sp>
      <p:sp>
        <p:nvSpPr>
          <p:cNvPr id="4" name="Fußzeilenplatzhalter 3"/>
          <p:cNvSpPr>
            <a:spLocks noGrp="1"/>
          </p:cNvSpPr>
          <p:nvPr>
            <p:ph type="ftr" sz="quarter" idx="19"/>
          </p:nvPr>
        </p:nvSpPr>
        <p:spPr/>
        <p:txBody>
          <a:bodyPr/>
          <a:lstStyle/>
          <a:p>
            <a:r>
              <a:rPr lang="en-GB" noProof="0"/>
              <a:t>Presentation title, date, author</a:t>
            </a:r>
          </a:p>
        </p:txBody>
      </p:sp>
      <p:sp>
        <p:nvSpPr>
          <p:cNvPr id="5" name="Foliennummernplatzhalter 4"/>
          <p:cNvSpPr>
            <a:spLocks noGrp="1"/>
          </p:cNvSpPr>
          <p:nvPr>
            <p:ph type="sldNum" sz="quarter" idx="20"/>
          </p:nvPr>
        </p:nvSpPr>
        <p:spPr/>
        <p:txBody>
          <a:bodyPr/>
          <a:lstStyle/>
          <a:p>
            <a:fld id="{143B55C4-4F5A-416B-997D-6CE47EB0A945}" type="slidenum">
              <a:rPr lang="en-GB" noProof="0" smtClean="0"/>
              <a:t>7</a:t>
            </a:fld>
            <a:endParaRPr lang="en-GB" noProof="0"/>
          </a:p>
        </p:txBody>
      </p:sp>
      <p:sp>
        <p:nvSpPr>
          <p:cNvPr id="9" name="文本框 8"/>
          <p:cNvSpPr txBox="1"/>
          <p:nvPr/>
        </p:nvSpPr>
        <p:spPr>
          <a:xfrm>
            <a:off x="359410" y="667385"/>
            <a:ext cx="8051165" cy="3274695"/>
          </a:xfrm>
          <a:prstGeom prst="rect">
            <a:avLst/>
          </a:prstGeom>
          <a:noFill/>
        </p:spPr>
        <p:txBody>
          <a:bodyPr wrap="square" lIns="0" tIns="0" rIns="0" bIns="0" rtlCol="0">
            <a:noAutofit/>
          </a:bodyPr>
          <a:lstStyle/>
          <a:p>
            <a:pPr indent="0" algn="l">
              <a:lnSpc>
                <a:spcPct val="140000"/>
              </a:lnSpc>
              <a:buFont typeface="Arial" panose="020B0604020202020204" pitchFamily="34" charset="0"/>
              <a:buNone/>
            </a:pPr>
            <a:r>
              <a:rPr sz="1200" b="1">
                <a:ea typeface="宋体" panose="02010600030101010101" pitchFamily="2" charset="-122"/>
                <a:cs typeface="Times New Roman" panose="02020603050405020304" pitchFamily="18" charset="0"/>
              </a:rPr>
              <a:t>1. Data Scope</a:t>
            </a:r>
          </a:p>
          <a:p>
            <a:pPr marL="171450" indent="-171450" algn="l">
              <a:lnSpc>
                <a:spcPct val="140000"/>
              </a:lnSpc>
              <a:buFont typeface="Arial" panose="020B0604020202020204" pitchFamily="34" charset="0"/>
              <a:buChar char="•"/>
            </a:pPr>
            <a:r>
              <a:rPr sz="1200">
                <a:ea typeface="宋体" panose="02010600030101010101" pitchFamily="2" charset="-122"/>
                <a:cs typeface="Times New Roman" panose="02020603050405020304" pitchFamily="18" charset="0"/>
              </a:rPr>
              <a:t>Covers outpatient, emergency, and inpatient case information, sourced from outpatient and emergency data of 30 hospitals in Beijing, as well as inpatient data from across the city.</a:t>
            </a:r>
          </a:p>
          <a:p>
            <a:pPr indent="0" algn="l">
              <a:lnSpc>
                <a:spcPct val="140000"/>
              </a:lnSpc>
              <a:buFont typeface="Arial" panose="020B0604020202020204" pitchFamily="34" charset="0"/>
              <a:buNone/>
            </a:pPr>
            <a:r>
              <a:rPr sz="1200" b="1">
                <a:ea typeface="宋体" panose="02010600030101010101" pitchFamily="2" charset="-122"/>
                <a:cs typeface="Times New Roman" panose="02020603050405020304" pitchFamily="18" charset="0"/>
              </a:rPr>
              <a:t>2. Data Structure</a:t>
            </a:r>
          </a:p>
          <a:p>
            <a:pPr marL="171450" indent="-171450" algn="l">
              <a:lnSpc>
                <a:spcPct val="140000"/>
              </a:lnSpc>
              <a:buFont typeface="Arial" panose="020B0604020202020204" pitchFamily="34" charset="0"/>
              <a:buChar char="•"/>
            </a:pPr>
            <a:r>
              <a:rPr sz="1200">
                <a:ea typeface="宋体" panose="02010600030101010101" pitchFamily="2" charset="-122"/>
                <a:cs typeface="Times New Roman" panose="02020603050405020304" pitchFamily="18" charset="0"/>
              </a:rPr>
              <a:t>Patient Information: Gender, date of birth, ethnicity, etc.</a:t>
            </a:r>
          </a:p>
          <a:p>
            <a:pPr marL="171450" indent="-171450" algn="l">
              <a:lnSpc>
                <a:spcPct val="140000"/>
              </a:lnSpc>
              <a:buFont typeface="Arial" panose="020B0604020202020204" pitchFamily="34" charset="0"/>
              <a:buChar char="•"/>
            </a:pPr>
            <a:r>
              <a:rPr sz="1200">
                <a:ea typeface="宋体" panose="02010600030101010101" pitchFamily="2" charset="-122"/>
                <a:cs typeface="Times New Roman" panose="02020603050405020304" pitchFamily="18" charset="0"/>
              </a:rPr>
              <a:t>Visit and Diagnosis Information: Visit date, outpatient and emergency diagnoses, admission and discharge diagnoses, etc.</a:t>
            </a:r>
          </a:p>
          <a:p>
            <a:pPr marL="171450" indent="-171450" algn="l">
              <a:lnSpc>
                <a:spcPct val="140000"/>
              </a:lnSpc>
              <a:buFont typeface="Arial" panose="020B0604020202020204" pitchFamily="34" charset="0"/>
              <a:buChar char="•"/>
            </a:pPr>
            <a:r>
              <a:rPr sz="1200">
                <a:ea typeface="宋体" panose="02010600030101010101" pitchFamily="2" charset="-122"/>
                <a:cs typeface="Times New Roman" panose="02020603050405020304" pitchFamily="18" charset="0"/>
              </a:rPr>
              <a:t> Medical Orders Information: Order items, medication dosage, frequency of use, etc.</a:t>
            </a:r>
          </a:p>
          <a:p>
            <a:pPr marL="171450" indent="-171450" algn="l">
              <a:lnSpc>
                <a:spcPct val="140000"/>
              </a:lnSpc>
              <a:buFont typeface="Arial" panose="020B0604020202020204" pitchFamily="34" charset="0"/>
              <a:buChar char="•"/>
            </a:pPr>
            <a:r>
              <a:rPr sz="1200">
                <a:ea typeface="宋体" panose="02010600030101010101" pitchFamily="2" charset="-122"/>
                <a:cs typeface="Times New Roman" panose="02020603050405020304" pitchFamily="18" charset="0"/>
              </a:rPr>
              <a:t>Cost Information: Total costs, etc.</a:t>
            </a:r>
          </a:p>
          <a:p>
            <a:pPr indent="0" algn="l">
              <a:lnSpc>
                <a:spcPct val="140000"/>
              </a:lnSpc>
              <a:buFont typeface="Arial" panose="020B0604020202020204" pitchFamily="34" charset="0"/>
              <a:buNone/>
            </a:pPr>
            <a:r>
              <a:rPr sz="1200" b="1">
                <a:ea typeface="宋体" panose="02010600030101010101" pitchFamily="2" charset="-122"/>
                <a:cs typeface="Times New Roman" panose="02020603050405020304" pitchFamily="18" charset="0"/>
              </a:rPr>
              <a:t>3. Data Understandability</a:t>
            </a:r>
          </a:p>
          <a:p>
            <a:pPr marL="171450" indent="-171450" algn="l">
              <a:lnSpc>
                <a:spcPct val="140000"/>
              </a:lnSpc>
              <a:buFont typeface="Arial" panose="020B0604020202020204" pitchFamily="34" charset="0"/>
              <a:buChar char="•"/>
            </a:pPr>
            <a:r>
              <a:rPr sz="1200">
                <a:ea typeface="宋体" panose="02010600030101010101" pitchFamily="2" charset="-122"/>
                <a:cs typeface="Times New Roman" panose="02020603050405020304" pitchFamily="18" charset="0"/>
              </a:rPr>
              <a:t>Documentation and Guides: Includes a data dictionary explaining the data structure and meaning.</a:t>
            </a:r>
          </a:p>
          <a:p>
            <a:pPr marL="171450" indent="-171450" algn="l">
              <a:lnSpc>
                <a:spcPct val="140000"/>
              </a:lnSpc>
              <a:buFont typeface="Arial" panose="020B0604020202020204" pitchFamily="34" charset="0"/>
              <a:buChar char="•"/>
            </a:pPr>
            <a:r>
              <a:rPr sz="1200">
                <a:ea typeface="宋体" panose="02010600030101010101" pitchFamily="2" charset="-122"/>
                <a:cs typeface="Times New Roman" panose="02020603050405020304" pitchFamily="18" charset="0"/>
              </a:rPr>
              <a:t>Data Standards and Coding: Adopts international standards such as ICD-10.</a:t>
            </a:r>
          </a:p>
          <a:p>
            <a:pPr indent="0" algn="l">
              <a:lnSpc>
                <a:spcPct val="140000"/>
              </a:lnSpc>
              <a:buFont typeface="Arial" panose="020B0604020202020204" pitchFamily="34" charset="0"/>
              <a:buNone/>
            </a:pPr>
            <a:r>
              <a:rPr sz="1200" b="1">
                <a:ea typeface="宋体" panose="02010600030101010101" pitchFamily="2" charset="-122"/>
                <a:cs typeface="Times New Roman" panose="02020603050405020304" pitchFamily="18" charset="0"/>
              </a:rPr>
              <a:t>4. Standardized Data Interface</a:t>
            </a:r>
          </a:p>
          <a:p>
            <a:pPr marL="171450" indent="-171450" algn="l">
              <a:lnSpc>
                <a:spcPct val="140000"/>
              </a:lnSpc>
              <a:buFont typeface="Arial" panose="020B0604020202020204" pitchFamily="34" charset="0"/>
              <a:buChar char="•"/>
            </a:pPr>
            <a:r>
              <a:rPr sz="1200">
                <a:ea typeface="宋体" panose="02010600030101010101" pitchFamily="2" charset="-122"/>
                <a:cs typeface="Times New Roman" panose="02020603050405020304" pitchFamily="18" charset="0"/>
              </a:rPr>
              <a:t>Provides standardized data conversion formats and interfaces, facilitating data export and integration.</a:t>
            </a:r>
          </a:p>
          <a:p>
            <a:pPr indent="0" algn="l">
              <a:lnSpc>
                <a:spcPct val="140000"/>
              </a:lnSpc>
              <a:buFont typeface="Arial" panose="020B0604020202020204" pitchFamily="34" charset="0"/>
              <a:buNone/>
            </a:pPr>
            <a:r>
              <a:rPr sz="1200" b="1">
                <a:ea typeface="宋体" panose="02010600030101010101" pitchFamily="2" charset="-122"/>
                <a:cs typeface="Times New Roman" panose="02020603050405020304" pitchFamily="18" charset="0"/>
              </a:rPr>
              <a:t>5. Database Technical Support</a:t>
            </a:r>
          </a:p>
          <a:p>
            <a:pPr marL="171450" indent="-171450" algn="l">
              <a:lnSpc>
                <a:spcPct val="140000"/>
              </a:lnSpc>
              <a:buFont typeface="Arial" panose="020B0604020202020204" pitchFamily="34" charset="0"/>
              <a:buChar char="•"/>
            </a:pPr>
            <a:r>
              <a:rPr sz="1200">
                <a:ea typeface="宋体" panose="02010600030101010101" pitchFamily="2" charset="-122"/>
                <a:cs typeface="Times New Roman" panose="02020603050405020304" pitchFamily="18" charset="0"/>
              </a:rPr>
              <a:t>Provided by the professional technical team of the Beijing Municipal Health Commission Data Center.</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en-US" altLang="zh-CN" b="1" dirty="0">
                <a:solidFill>
                  <a:schemeClr val="tx1"/>
                </a:solidFill>
              </a:rPr>
              <a:t>For </a:t>
            </a:r>
            <a:r>
              <a:rPr lang="en-US" altLang="zh-CN" dirty="0">
                <a:solidFill>
                  <a:schemeClr val="tx1"/>
                </a:solidFill>
              </a:rPr>
              <a:t>PEC</a:t>
            </a:r>
            <a:r>
              <a:rPr lang="en-US" altLang="zh-CN" b="1" dirty="0">
                <a:solidFill>
                  <a:schemeClr val="tx1"/>
                </a:solidFill>
              </a:rPr>
              <a:t> endorsement:</a:t>
            </a:r>
            <a:br>
              <a:rPr lang="en-US" altLang="zh-CN" b="1" dirty="0">
                <a:solidFill>
                  <a:schemeClr val="tx1"/>
                </a:solidFill>
              </a:rPr>
            </a:br>
            <a:r>
              <a:rPr lang="en-US" altLang="zh-CN" b="1" dirty="0">
                <a:solidFill>
                  <a:schemeClr val="tx1"/>
                </a:solidFill>
              </a:rPr>
              <a:t>1. NOT to </a:t>
            </a:r>
            <a:r>
              <a:rPr lang="en-US" altLang="zh-CN" dirty="0">
                <a:solidFill>
                  <a:schemeClr val="tx1"/>
                </a:solidFill>
              </a:rPr>
              <a:t>add </a:t>
            </a:r>
            <a:r>
              <a:rPr lang="en-US" altLang="zh-CN" b="1" dirty="0">
                <a:solidFill>
                  <a:schemeClr val="tx1"/>
                </a:solidFill>
              </a:rPr>
              <a:t>NS in this study</a:t>
            </a:r>
            <a:endParaRPr lang="en-US" altLang="zh-CN" dirty="0">
              <a:solidFill>
                <a:schemeClr val="tx1"/>
              </a:solidFill>
            </a:endParaRPr>
          </a:p>
        </p:txBody>
      </p:sp>
      <p:sp>
        <p:nvSpPr>
          <p:cNvPr id="2" name="内容占位符 1"/>
          <p:cNvSpPr>
            <a:spLocks noGrp="1"/>
          </p:cNvSpPr>
          <p:nvPr>
            <p:ph idx="1"/>
          </p:nvPr>
        </p:nvSpPr>
        <p:spPr>
          <a:xfrm>
            <a:off x="359568" y="1108602"/>
            <a:ext cx="8424863" cy="2353689"/>
          </a:xfrm>
        </p:spPr>
        <p:txBody>
          <a:bodyPr/>
          <a:lstStyle/>
          <a:p>
            <a:r>
              <a:rPr lang="en-US" altLang="zh-CN" dirty="0"/>
              <a:t>Based on the database feasibility results—Only 1 NS patient was identified. </a:t>
            </a:r>
          </a:p>
          <a:p>
            <a:r>
              <a:rPr lang="en-US" altLang="zh-CN" u="sng" dirty="0">
                <a:effectLst/>
                <a:latin typeface="Microsoft YaHei UI" panose="020B0503020204020204" pitchFamily="34" charset="-122"/>
                <a:ea typeface="Microsoft YaHei UI" panose="020B0503020204020204" pitchFamily="34" charset="-122"/>
              </a:rPr>
              <a:t>One case from this database is not sufficient to generate a robust estimation of incidence/prevalence</a:t>
            </a:r>
            <a:endParaRPr lang="en-US" altLang="zh-CN" u="sng" dirty="0">
              <a:latin typeface="Arial" panose="020B0604020202020204" pitchFamily="34" charset="0"/>
            </a:endParaRPr>
          </a:p>
          <a:p>
            <a:r>
              <a:rPr lang="en-US" altLang="zh-CN" u="sng" dirty="0">
                <a:effectLst/>
                <a:latin typeface="Microsoft YaHei UI" panose="020B0503020204020204" pitchFamily="34" charset="-122"/>
                <a:ea typeface="Microsoft YaHei UI" panose="020B0503020204020204" pitchFamily="34" charset="-122"/>
              </a:rPr>
              <a:t>NS is an ultra-rare disease that may be underdiagnosed in clinical practice</a:t>
            </a:r>
            <a:r>
              <a:rPr lang="en-US" altLang="zh-CN" u="sng" dirty="0">
                <a:effectLst/>
                <a:latin typeface="Arial" panose="020B0604020202020204" pitchFamily="34" charset="0"/>
              </a:rPr>
              <a:t>, </a:t>
            </a:r>
            <a:r>
              <a:rPr lang="en-US" altLang="zh-CN" u="sng" dirty="0">
                <a:latin typeface="Arial" panose="020B0604020202020204" pitchFamily="34" charset="0"/>
              </a:rPr>
              <a:t>and </a:t>
            </a:r>
            <a:r>
              <a:rPr lang="en-US" altLang="zh-CN" u="sng" dirty="0">
                <a:latin typeface="Microsoft YaHei UI" panose="020B0503020204020204" pitchFamily="34" charset="-122"/>
                <a:ea typeface="Microsoft YaHei UI" panose="020B0503020204020204" pitchFamily="34" charset="-122"/>
              </a:rPr>
              <a:t>1 NS patient as t</a:t>
            </a:r>
            <a:r>
              <a:rPr lang="en-US" altLang="zh-CN" u="sng" dirty="0">
                <a:effectLst/>
                <a:latin typeface="Microsoft YaHei UI" panose="020B0503020204020204" pitchFamily="34" charset="-122"/>
                <a:ea typeface="Microsoft YaHei UI" panose="020B0503020204020204" pitchFamily="34" charset="-122"/>
              </a:rPr>
              <a:t>he numerator may lead to large bias </a:t>
            </a:r>
          </a:p>
          <a:p>
            <a:pPr marL="269875" lvl="2" indent="0">
              <a:buNone/>
            </a:pPr>
            <a:r>
              <a:rPr lang="en-US" altLang="zh-CN" dirty="0">
                <a:effectLst/>
                <a:latin typeface="Microsoft YaHei UI" panose="020B0503020204020204" pitchFamily="34" charset="-122"/>
                <a:ea typeface="Microsoft YaHei UI" panose="020B0503020204020204" pitchFamily="34" charset="-122"/>
              </a:rPr>
              <a:t>- The current database does not cover all hospitals in Beijing, cases from other hospitals may be missed</a:t>
            </a:r>
            <a:endParaRPr lang="en-US" altLang="zh-CN" dirty="0">
              <a:latin typeface="Arial" panose="020B0604020202020204" pitchFamily="34" charset="0"/>
            </a:endParaRPr>
          </a:p>
          <a:p>
            <a:pPr marL="269875" lvl="2" indent="0">
              <a:buNone/>
            </a:pPr>
            <a:r>
              <a:rPr lang="en-US" altLang="zh-CN" dirty="0">
                <a:effectLst/>
                <a:latin typeface="Microsoft YaHei UI" panose="020B0503020204020204" pitchFamily="34" charset="-122"/>
                <a:ea typeface="Microsoft YaHei UI" panose="020B0503020204020204" pitchFamily="34" charset="-122"/>
              </a:rPr>
              <a:t>- The </a:t>
            </a:r>
            <a:r>
              <a:rPr lang="en-US" altLang="zh-CN" dirty="0">
                <a:latin typeface="Microsoft YaHei UI" panose="020B0503020204020204" pitchFamily="34" charset="-122"/>
                <a:ea typeface="Microsoft YaHei UI" panose="020B0503020204020204" pitchFamily="34" charset="-122"/>
              </a:rPr>
              <a:t>patients may not be from Beijing, so the denominator of incidence/prevalence cannot be determined</a:t>
            </a:r>
          </a:p>
          <a:p>
            <a:r>
              <a:rPr lang="en-US" altLang="zh-CN" dirty="0">
                <a:latin typeface="Microsoft YaHei UI" panose="020B0503020204020204" pitchFamily="34" charset="-122"/>
                <a:ea typeface="Microsoft YaHei UI" panose="020B0503020204020204" pitchFamily="34" charset="-122"/>
              </a:rPr>
              <a:t> </a:t>
            </a:r>
            <a:r>
              <a:rPr lang="en-US" altLang="zh-CN" u="sng" dirty="0">
                <a:latin typeface="Microsoft YaHei UI" panose="020B0503020204020204" pitchFamily="34" charset="-122"/>
                <a:ea typeface="Microsoft YaHei UI" panose="020B0503020204020204" pitchFamily="34" charset="-122"/>
              </a:rPr>
              <a:t>Next step: New study using other potential database will be explored</a:t>
            </a:r>
          </a:p>
          <a:p>
            <a:endParaRPr lang="en-US" altLang="zh-CN" dirty="0"/>
          </a:p>
          <a:p>
            <a:endParaRPr lang="zh-CN" altLang="en-US" dirty="0"/>
          </a:p>
        </p:txBody>
      </p:sp>
      <p:sp>
        <p:nvSpPr>
          <p:cNvPr id="3" name="页脚占位符 2"/>
          <p:cNvSpPr>
            <a:spLocks noGrp="1"/>
          </p:cNvSpPr>
          <p:nvPr>
            <p:ph type="ftr" sz="quarter" idx="19"/>
          </p:nvPr>
        </p:nvSpPr>
        <p:spPr/>
        <p:txBody>
          <a:bodyPr/>
          <a:lstStyle/>
          <a:p>
            <a:pPr marL="0" marR="0" lvl="0" indent="0" algn="r" defTabSz="914400" rtl="0" eaLnBrk="1" fontAlgn="auto" latinLnBrk="0" hangingPunct="1">
              <a:lnSpc>
                <a:spcPct val="100000"/>
              </a:lnSpc>
              <a:spcBef>
                <a:spcPts val="0"/>
              </a:spcBef>
              <a:spcAft>
                <a:spcPts val="225"/>
              </a:spcAft>
              <a:buClrTx/>
              <a:buSzTx/>
              <a:buFontTx/>
              <a:buNone/>
              <a:tabLst/>
              <a:defRPr/>
            </a:pPr>
            <a:r>
              <a:rPr kumimoji="0" lang="en-GB" sz="600" b="0" i="0" u="none" strike="noStrike" kern="1200" cap="none" spc="0" normalizeH="0" baseline="0" noProof="0">
                <a:ln>
                  <a:noFill/>
                </a:ln>
                <a:solidFill>
                  <a:srgbClr val="08312A"/>
                </a:solidFill>
                <a:effectLst/>
                <a:uLnTx/>
                <a:uFillTx/>
                <a:latin typeface="Boehringer Forward Text"/>
                <a:ea typeface="+mn-ea"/>
                <a:cs typeface="+mn-cs"/>
              </a:rPr>
              <a:t>Presentation title, date, author</a:t>
            </a:r>
          </a:p>
        </p:txBody>
      </p:sp>
      <p:sp>
        <p:nvSpPr>
          <p:cNvPr id="4" name="灯片编号占位符 3"/>
          <p:cNvSpPr>
            <a:spLocks noGrp="1"/>
          </p:cNvSpPr>
          <p:nvPr>
            <p:ph type="sldNum" sz="quarter" idx="2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43B55C4-4F5A-416B-997D-6CE47EB0A945}" type="slidenum">
              <a:rPr kumimoji="0" lang="en-GB" sz="600" b="0" i="0" u="none" strike="noStrike" kern="1200" cap="none" spc="0" normalizeH="0" baseline="0" noProof="0" smtClean="0">
                <a:ln>
                  <a:noFill/>
                </a:ln>
                <a:solidFill>
                  <a:srgbClr val="08312A"/>
                </a:solidFill>
                <a:effectLst/>
                <a:uLnTx/>
                <a:uFillTx/>
                <a:latin typeface="Boehringer Forward Tex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GB" sz="600" b="0" i="0" u="none" strike="noStrike" kern="1200" cap="none" spc="0" normalizeH="0" baseline="0" noProof="0">
              <a:ln>
                <a:noFill/>
              </a:ln>
              <a:solidFill>
                <a:srgbClr val="08312A"/>
              </a:solidFill>
              <a:effectLst/>
              <a:uLnTx/>
              <a:uFillTx/>
              <a:latin typeface="Boehringer Forward Text"/>
              <a:ea typeface="+mn-ea"/>
              <a:cs typeface="+mn-cs"/>
            </a:endParaRPr>
          </a:p>
        </p:txBody>
      </p:sp>
      <p:sp>
        <p:nvSpPr>
          <p:cNvPr id="9" name="Titel 1">
            <a:extLst>
              <a:ext uri="{FF2B5EF4-FFF2-40B4-BE49-F238E27FC236}">
                <a16:creationId xmlns:a16="http://schemas.microsoft.com/office/drawing/2014/main" id="{DA23C392-DA04-85C6-6743-CE7707886DAD}"/>
              </a:ext>
            </a:extLst>
          </p:cNvPr>
          <p:cNvSpPr txBox="1">
            <a:spLocks/>
          </p:cNvSpPr>
          <p:nvPr/>
        </p:nvSpPr>
        <p:spPr bwMode="gray">
          <a:xfrm>
            <a:off x="530602" y="3256317"/>
            <a:ext cx="8082793" cy="729148"/>
          </a:xfrm>
          <a:prstGeom prst="rect">
            <a:avLst/>
          </a:prstGeom>
        </p:spPr>
        <p:style>
          <a:lnRef idx="0">
            <a:schemeClr val="accent2"/>
          </a:lnRef>
          <a:fillRef idx="3">
            <a:schemeClr val="accent2"/>
          </a:fillRef>
          <a:effectRef idx="3">
            <a:schemeClr val="accent2"/>
          </a:effectRef>
          <a:fontRef idx="minor">
            <a:schemeClr val="lt1"/>
          </a:fontRef>
        </p:style>
        <p:txBody>
          <a:bodyPr vert="horz" lIns="0" tIns="0" rIns="0" bIns="0" rtlCol="0" anchor="ctr">
            <a:noAutofit/>
          </a:bodyPr>
          <a:lstStyle>
            <a:lvl1pPr algn="l" defTabSz="685800" rtl="0" eaLnBrk="1" latinLnBrk="0" hangingPunct="1">
              <a:lnSpc>
                <a:spcPct val="100000"/>
              </a:lnSpc>
              <a:spcBef>
                <a:spcPct val="0"/>
              </a:spcBef>
              <a:buNone/>
              <a:defRPr sz="1875" b="1" kern="1200">
                <a:solidFill>
                  <a:schemeClr val="bg2"/>
                </a:solidFill>
                <a:latin typeface="+mj-lt"/>
                <a:ea typeface="+mj-ea"/>
                <a:cs typeface="+mj-cs"/>
              </a:defRPr>
            </a:lvl1pPr>
          </a:lstStyle>
          <a:p>
            <a:pPr marL="0" marR="0" lvl="0" indent="0" algn="ctr" defTabSz="685800" rtl="0" eaLnBrk="1" fontAlgn="auto" latinLnBrk="0" hangingPunct="1">
              <a:lnSpc>
                <a:spcPct val="100000"/>
              </a:lnSpc>
              <a:spcBef>
                <a:spcPct val="0"/>
              </a:spcBef>
              <a:spcAft>
                <a:spcPts val="0"/>
              </a:spcAft>
              <a:buClrTx/>
              <a:buSzTx/>
              <a:buFontTx/>
              <a:buNone/>
              <a:tabLst/>
              <a:defRPr/>
            </a:pPr>
            <a:r>
              <a:rPr lang="en-US" altLang="zh-CN" sz="1400" b="1" dirty="0">
                <a:solidFill>
                  <a:schemeClr val="tx1"/>
                </a:solidFill>
              </a:rPr>
              <a:t>NOT to </a:t>
            </a:r>
            <a:r>
              <a:rPr lang="en-US" altLang="zh-CN" sz="1400" dirty="0">
                <a:solidFill>
                  <a:schemeClr val="tx1"/>
                </a:solidFill>
              </a:rPr>
              <a:t>add </a:t>
            </a:r>
            <a:r>
              <a:rPr lang="en-US" altLang="zh-CN" sz="1400" b="1" dirty="0">
                <a:solidFill>
                  <a:schemeClr val="tx1"/>
                </a:solidFill>
              </a:rPr>
              <a:t>NS in this study</a:t>
            </a:r>
            <a:endParaRPr kumimoji="0" lang="en-US" altLang="zh-CN" sz="1400" b="1" i="0" u="none" strike="noStrike" kern="1200" cap="none" spc="0" normalizeH="0" baseline="0" noProof="0" dirty="0">
              <a:ln>
                <a:noFill/>
              </a:ln>
              <a:solidFill>
                <a:srgbClr val="08312A"/>
              </a:solidFill>
              <a:effectLst/>
              <a:uLnTx/>
              <a:uFillTx/>
              <a:latin typeface="Boehringer Forward Text"/>
              <a:ea typeface="+mj-ea"/>
              <a:cs typeface="+mj-cs"/>
            </a:endParaRPr>
          </a:p>
        </p:txBody>
      </p:sp>
    </p:spTree>
    <p:extLst>
      <p:ext uri="{BB962C8B-B14F-4D97-AF65-F5344CB8AC3E}">
        <p14:creationId xmlns:p14="http://schemas.microsoft.com/office/powerpoint/2010/main" val="19206725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en-US" altLang="zh-CN" b="1" dirty="0">
                <a:solidFill>
                  <a:schemeClr val="tx1"/>
                </a:solidFill>
              </a:rPr>
              <a:t>For </a:t>
            </a:r>
            <a:r>
              <a:rPr lang="en-US" altLang="zh-CN" dirty="0">
                <a:solidFill>
                  <a:schemeClr val="tx1"/>
                </a:solidFill>
              </a:rPr>
              <a:t>PEC</a:t>
            </a:r>
            <a:r>
              <a:rPr lang="en-US" altLang="zh-CN" b="1" dirty="0">
                <a:solidFill>
                  <a:schemeClr val="tx1"/>
                </a:solidFill>
              </a:rPr>
              <a:t> endorsement:</a:t>
            </a:r>
            <a:br>
              <a:rPr lang="en-US" altLang="zh-CN" b="1" dirty="0">
                <a:solidFill>
                  <a:schemeClr val="tx1"/>
                </a:solidFill>
              </a:rPr>
            </a:br>
            <a:r>
              <a:rPr lang="en-US" altLang="zh-CN" b="1" dirty="0">
                <a:solidFill>
                  <a:schemeClr val="tx1"/>
                </a:solidFill>
              </a:rPr>
              <a:t>1. NOT to </a:t>
            </a:r>
            <a:r>
              <a:rPr lang="en-US" altLang="zh-CN" dirty="0">
                <a:solidFill>
                  <a:schemeClr val="tx1"/>
                </a:solidFill>
              </a:rPr>
              <a:t>add </a:t>
            </a:r>
            <a:r>
              <a:rPr lang="en-US" altLang="zh-CN" b="1" dirty="0">
                <a:solidFill>
                  <a:schemeClr val="tx1"/>
                </a:solidFill>
              </a:rPr>
              <a:t>NS in this study</a:t>
            </a:r>
            <a:endParaRPr lang="en-US" altLang="zh-CN" dirty="0">
              <a:solidFill>
                <a:schemeClr val="tx1"/>
              </a:solidFill>
            </a:endParaRPr>
          </a:p>
        </p:txBody>
      </p:sp>
      <p:sp>
        <p:nvSpPr>
          <p:cNvPr id="2" name="内容占位符 1"/>
          <p:cNvSpPr>
            <a:spLocks noGrp="1"/>
          </p:cNvSpPr>
          <p:nvPr>
            <p:ph idx="1"/>
          </p:nvPr>
        </p:nvSpPr>
        <p:spPr>
          <a:xfrm>
            <a:off x="359570" y="928109"/>
            <a:ext cx="8424863" cy="1169238"/>
          </a:xfrm>
        </p:spPr>
        <p:txBody>
          <a:bodyPr/>
          <a:lstStyle/>
          <a:p>
            <a:r>
              <a:rPr lang="en-US" altLang="zh-CN" dirty="0"/>
              <a:t>Although prevalence and incidence rate of NS will not be calculated, given the rarity of NS, and local data gaps, add a descriptive conclusions to describe the results of NS results in this database is proposed.</a:t>
            </a:r>
            <a:endParaRPr lang="en-US" altLang="zh-CN" b="1" dirty="0">
              <a:highlight>
                <a:srgbClr val="FFFF00"/>
              </a:highlight>
            </a:endParaRPr>
          </a:p>
          <a:p>
            <a:r>
              <a:rPr lang="en-US" altLang="zh-CN" b="1" dirty="0">
                <a:highlight>
                  <a:srgbClr val="FFFF00"/>
                </a:highlight>
              </a:rPr>
              <a:t>As a result, two scenarios were proposed</a:t>
            </a:r>
          </a:p>
          <a:p>
            <a:endParaRPr lang="zh-CN" altLang="en-US" dirty="0"/>
          </a:p>
        </p:txBody>
      </p:sp>
      <p:sp>
        <p:nvSpPr>
          <p:cNvPr id="3" name="页脚占位符 2"/>
          <p:cNvSpPr>
            <a:spLocks noGrp="1"/>
          </p:cNvSpPr>
          <p:nvPr>
            <p:ph type="ftr" sz="quarter" idx="19"/>
          </p:nvPr>
        </p:nvSpPr>
        <p:spPr/>
        <p:txBody>
          <a:bodyPr/>
          <a:lstStyle/>
          <a:p>
            <a:pPr marL="0" marR="0" lvl="0" indent="0" algn="r" defTabSz="914400" rtl="0" eaLnBrk="1" fontAlgn="auto" latinLnBrk="0" hangingPunct="1">
              <a:lnSpc>
                <a:spcPct val="100000"/>
              </a:lnSpc>
              <a:spcBef>
                <a:spcPts val="0"/>
              </a:spcBef>
              <a:spcAft>
                <a:spcPts val="225"/>
              </a:spcAft>
              <a:buClrTx/>
              <a:buSzTx/>
              <a:buFontTx/>
              <a:buNone/>
              <a:tabLst/>
              <a:defRPr/>
            </a:pPr>
            <a:r>
              <a:rPr kumimoji="0" lang="en-GB" sz="600" b="0" i="0" u="none" strike="noStrike" kern="1200" cap="none" spc="0" normalizeH="0" baseline="0" noProof="0">
                <a:ln>
                  <a:noFill/>
                </a:ln>
                <a:solidFill>
                  <a:srgbClr val="08312A"/>
                </a:solidFill>
                <a:effectLst/>
                <a:uLnTx/>
                <a:uFillTx/>
                <a:latin typeface="Boehringer Forward Text"/>
                <a:ea typeface="+mn-ea"/>
                <a:cs typeface="+mn-cs"/>
              </a:rPr>
              <a:t>Presentation title, date, author</a:t>
            </a:r>
          </a:p>
        </p:txBody>
      </p:sp>
      <p:sp>
        <p:nvSpPr>
          <p:cNvPr id="4" name="灯片编号占位符 3"/>
          <p:cNvSpPr>
            <a:spLocks noGrp="1"/>
          </p:cNvSpPr>
          <p:nvPr>
            <p:ph type="sldNum" sz="quarter" idx="2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43B55C4-4F5A-416B-997D-6CE47EB0A945}" type="slidenum">
              <a:rPr kumimoji="0" lang="en-GB" sz="600" b="0" i="0" u="none" strike="noStrike" kern="1200" cap="none" spc="0" normalizeH="0" baseline="0" noProof="0" smtClean="0">
                <a:ln>
                  <a:noFill/>
                </a:ln>
                <a:solidFill>
                  <a:srgbClr val="08312A"/>
                </a:solidFill>
                <a:effectLst/>
                <a:uLnTx/>
                <a:uFillTx/>
                <a:latin typeface="Boehringer Forward Tex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GB" sz="600" b="0" i="0" u="none" strike="noStrike" kern="1200" cap="none" spc="0" normalizeH="0" baseline="0" noProof="0">
              <a:ln>
                <a:noFill/>
              </a:ln>
              <a:solidFill>
                <a:srgbClr val="08312A"/>
              </a:solidFill>
              <a:effectLst/>
              <a:uLnTx/>
              <a:uFillTx/>
              <a:latin typeface="Boehringer Forward Text"/>
              <a:ea typeface="+mn-ea"/>
              <a:cs typeface="+mn-cs"/>
            </a:endParaRPr>
          </a:p>
        </p:txBody>
      </p:sp>
      <p:graphicFrame>
        <p:nvGraphicFramePr>
          <p:cNvPr id="6" name="表格 6">
            <a:extLst>
              <a:ext uri="{FF2B5EF4-FFF2-40B4-BE49-F238E27FC236}">
                <a16:creationId xmlns:a16="http://schemas.microsoft.com/office/drawing/2014/main" id="{D61AFFF5-D942-F597-443B-4878DEF7F715}"/>
              </a:ext>
            </a:extLst>
          </p:cNvPr>
          <p:cNvGraphicFramePr>
            <a:graphicFrameLocks noGrp="1"/>
          </p:cNvGraphicFramePr>
          <p:nvPr>
            <p:extLst>
              <p:ext uri="{D42A27DB-BD31-4B8C-83A1-F6EECF244321}">
                <p14:modId xmlns:p14="http://schemas.microsoft.com/office/powerpoint/2010/main" val="3720469726"/>
              </p:ext>
            </p:extLst>
          </p:nvPr>
        </p:nvGraphicFramePr>
        <p:xfrm>
          <a:off x="264115" y="1823440"/>
          <a:ext cx="8615769" cy="3223260"/>
        </p:xfrm>
        <a:graphic>
          <a:graphicData uri="http://schemas.openxmlformats.org/drawingml/2006/table">
            <a:tbl>
              <a:tblPr firstRow="1" bandRow="1">
                <a:tableStyleId>{5C22544A-7EE6-4342-B048-85BDC9FD1C3A}</a:tableStyleId>
              </a:tblPr>
              <a:tblGrid>
                <a:gridCol w="1387132">
                  <a:extLst>
                    <a:ext uri="{9D8B030D-6E8A-4147-A177-3AD203B41FA5}">
                      <a16:colId xmlns:a16="http://schemas.microsoft.com/office/drawing/2014/main" val="2473375446"/>
                    </a:ext>
                  </a:extLst>
                </a:gridCol>
                <a:gridCol w="3169328">
                  <a:extLst>
                    <a:ext uri="{9D8B030D-6E8A-4147-A177-3AD203B41FA5}">
                      <a16:colId xmlns:a16="http://schemas.microsoft.com/office/drawing/2014/main" val="415983963"/>
                    </a:ext>
                  </a:extLst>
                </a:gridCol>
                <a:gridCol w="4059309">
                  <a:extLst>
                    <a:ext uri="{9D8B030D-6E8A-4147-A177-3AD203B41FA5}">
                      <a16:colId xmlns:a16="http://schemas.microsoft.com/office/drawing/2014/main" val="448470870"/>
                    </a:ext>
                  </a:extLst>
                </a:gridCol>
              </a:tblGrid>
              <a:tr h="273121">
                <a:tc>
                  <a:txBody>
                    <a:bodyPr/>
                    <a:lstStyle/>
                    <a:p>
                      <a:endParaRPr lang="zh-CN" altLang="en-US"/>
                    </a:p>
                  </a:txBody>
                  <a:tcPr/>
                </a:tc>
                <a:tc>
                  <a:txBody>
                    <a:bodyPr/>
                    <a:lstStyle/>
                    <a:p>
                      <a:r>
                        <a:rPr lang="en-US" altLang="zh-CN" dirty="0"/>
                        <a:t>Cons</a:t>
                      </a:r>
                      <a:endParaRPr lang="zh-CN" altLang="en-US" dirty="0"/>
                    </a:p>
                  </a:txBody>
                  <a:tcPr/>
                </a:tc>
                <a:tc>
                  <a:txBody>
                    <a:bodyPr/>
                    <a:lstStyle/>
                    <a:p>
                      <a:r>
                        <a:rPr lang="en-US" altLang="zh-CN" dirty="0"/>
                        <a:t>Pros</a:t>
                      </a:r>
                      <a:endParaRPr lang="zh-CN" altLang="en-US" dirty="0"/>
                    </a:p>
                  </a:txBody>
                  <a:tcPr/>
                </a:tc>
                <a:extLst>
                  <a:ext uri="{0D108BD9-81ED-4DB2-BD59-A6C34878D82A}">
                    <a16:rowId xmlns:a16="http://schemas.microsoft.com/office/drawing/2014/main" val="2890138664"/>
                  </a:ext>
                </a:extLst>
              </a:tr>
              <a:tr h="1484657">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altLang="zh-CN" sz="1400" kern="1200" dirty="0">
                          <a:solidFill>
                            <a:schemeClr val="dk1"/>
                          </a:solidFill>
                          <a:latin typeface="+mn-lt"/>
                          <a:ea typeface="+mn-ea"/>
                          <a:cs typeface="+mn-cs"/>
                        </a:rPr>
                        <a:t>(1) add NS in this study</a:t>
                      </a:r>
                      <a:endParaRPr lang="zh-CN" altLang="en-US" sz="1400" kern="1200" dirty="0">
                        <a:solidFill>
                          <a:schemeClr val="dk1"/>
                        </a:solidFill>
                        <a:latin typeface="+mn-lt"/>
                        <a:ea typeface="+mn-ea"/>
                        <a:cs typeface="+mn-cs"/>
                      </a:endParaRPr>
                    </a:p>
                  </a:txBody>
                  <a:tcPr/>
                </a:tc>
                <a:tc>
                  <a:txBody>
                    <a:bodyPr/>
                    <a:lstStyle/>
                    <a:p>
                      <a:pPr marL="171450" marR="0" lvl="0" indent="-171450" algn="l" defTabSz="6858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ltLang="zh-CN" sz="1100" kern="1200" dirty="0">
                          <a:solidFill>
                            <a:schemeClr val="dk1"/>
                          </a:solidFill>
                          <a:latin typeface="+mn-lt"/>
                          <a:ea typeface="+mn-ea"/>
                          <a:cs typeface="+mn-cs"/>
                        </a:rPr>
                        <a:t>May have </a:t>
                      </a:r>
                      <a:r>
                        <a:rPr lang="en-US" altLang="zh-CN" sz="1100" u="sng" kern="1200" dirty="0">
                          <a:solidFill>
                            <a:schemeClr val="dk1"/>
                          </a:solidFill>
                          <a:latin typeface="+mn-lt"/>
                          <a:ea typeface="+mn-ea"/>
                          <a:cs typeface="+mn-cs"/>
                        </a:rPr>
                        <a:t>extra budget/time cost, (</a:t>
                      </a:r>
                      <a:r>
                        <a:rPr lang="en-US" altLang="zh-CN" sz="1100" u="none" kern="1200" dirty="0">
                          <a:solidFill>
                            <a:schemeClr val="dk1"/>
                          </a:solidFill>
                          <a:latin typeface="+mn-lt"/>
                          <a:ea typeface="+mn-ea"/>
                          <a:cs typeface="+mn-cs"/>
                        </a:rPr>
                        <a:t>considering the case number, the extra cost is limited.)</a:t>
                      </a:r>
                      <a:endParaRPr lang="en-US" altLang="zh-CN" sz="1100" kern="1200" dirty="0">
                        <a:solidFill>
                          <a:schemeClr val="dk1"/>
                        </a:solidFill>
                        <a:latin typeface="+mn-lt"/>
                        <a:ea typeface="+mn-ea"/>
                        <a:cs typeface="+mn-cs"/>
                      </a:endParaRPr>
                    </a:p>
                    <a:p>
                      <a:pPr marL="171450" marR="0" lvl="0" indent="-171450" algn="l" defTabSz="6858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ltLang="zh-CN" sz="1100" kern="1200" dirty="0">
                          <a:solidFill>
                            <a:schemeClr val="dk1"/>
                          </a:solidFill>
                          <a:latin typeface="+mn-lt"/>
                          <a:ea typeface="+mn-ea"/>
                          <a:cs typeface="+mn-cs"/>
                        </a:rPr>
                        <a:t>High risk that </a:t>
                      </a:r>
                      <a:r>
                        <a:rPr lang="en-US" altLang="zh-CN" sz="1100" u="sng" kern="1200" dirty="0">
                          <a:solidFill>
                            <a:schemeClr val="dk1"/>
                          </a:solidFill>
                          <a:latin typeface="+mn-lt"/>
                          <a:ea typeface="+mn-ea"/>
                          <a:cs typeface="+mn-cs"/>
                        </a:rPr>
                        <a:t>no prevalence/incidence rate can be calculated</a:t>
                      </a:r>
                      <a:r>
                        <a:rPr lang="en-US" altLang="zh-CN" sz="1100" kern="1200" dirty="0">
                          <a:solidFill>
                            <a:schemeClr val="dk1"/>
                          </a:solidFill>
                          <a:latin typeface="+mn-lt"/>
                          <a:ea typeface="+mn-ea"/>
                          <a:cs typeface="+mn-cs"/>
                        </a:rPr>
                        <a:t>.</a:t>
                      </a:r>
                    </a:p>
                    <a:p>
                      <a:pPr marL="171450" marR="0" lvl="0" indent="-171450" algn="l" defTabSz="6858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ltLang="zh-CN" sz="1100" u="none" kern="1200" dirty="0">
                          <a:solidFill>
                            <a:schemeClr val="dk1"/>
                          </a:solidFill>
                          <a:latin typeface="+mn-lt"/>
                          <a:ea typeface="+mn-ea"/>
                          <a:cs typeface="+mn-cs"/>
                        </a:rPr>
                        <a:t>This is not a efficient way to enrich rare disease patients to describe its characteristics, these data could rely on the chart review study.</a:t>
                      </a:r>
                      <a:endParaRPr lang="en-US" altLang="zh-CN" sz="1100" kern="1200" dirty="0">
                        <a:solidFill>
                          <a:schemeClr val="dk1"/>
                        </a:solidFill>
                        <a:latin typeface="+mn-lt"/>
                        <a:ea typeface="+mn-ea"/>
                        <a:cs typeface="+mn-cs"/>
                      </a:endParaRPr>
                    </a:p>
                  </a:txBody>
                  <a:tcPr/>
                </a:tc>
                <a:tc>
                  <a:txBody>
                    <a:bodyPr/>
                    <a:lstStyle/>
                    <a:p>
                      <a:pPr marL="171450" marR="0" lvl="0" indent="-171450" algn="l" defTabSz="6858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ltLang="zh-CN" sz="1000" dirty="0"/>
                        <a:t>the </a:t>
                      </a:r>
                      <a:r>
                        <a:rPr lang="en-US" altLang="zh-CN" sz="1000" u="sng" dirty="0"/>
                        <a:t>descriptive data can be produced for NS case</a:t>
                      </a:r>
                      <a:r>
                        <a:rPr lang="en-US" altLang="zh-CN" sz="1000" dirty="0"/>
                        <a:t>: disease characteristics, comorbidity, management etc., (this information can also be covered by ongoing NIS study(1368-0121) )</a:t>
                      </a:r>
                    </a:p>
                    <a:p>
                      <a:pPr marL="171450" marR="0" lvl="0" indent="-171450" algn="l" defTabSz="6858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altLang="zh-CN" sz="1000" dirty="0"/>
                    </a:p>
                    <a:p>
                      <a:pPr marL="171450" marR="0" lvl="0" indent="-171450" algn="l" defTabSz="6858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ltLang="zh-CN" sz="1000" dirty="0"/>
                        <a:t>a more broader searching strategy can be used to re-access the NS patients number in this database after study set-up(add more keywords</a:t>
                      </a:r>
                      <a:r>
                        <a:rPr lang="zh-CN" altLang="en-US" sz="1000" dirty="0"/>
                        <a:t>：竹节样发，套叠性脆发，</a:t>
                      </a:r>
                      <a:r>
                        <a:rPr lang="en-US" altLang="zh-CN" sz="1000" dirty="0"/>
                        <a:t>SPINK5</a:t>
                      </a:r>
                      <a:r>
                        <a:rPr lang="zh-CN" altLang="en-US" sz="1000" dirty="0"/>
                        <a:t>，</a:t>
                      </a:r>
                      <a:r>
                        <a:rPr lang="en-US" altLang="zh-CN" sz="1000" dirty="0"/>
                        <a:t>LEKTI,</a:t>
                      </a:r>
                      <a:r>
                        <a:rPr lang="zh-CN" altLang="en-US" sz="1000" dirty="0"/>
                        <a:t> </a:t>
                      </a:r>
                      <a:r>
                        <a:rPr lang="en-US" altLang="zh-CN" sz="1000" dirty="0"/>
                        <a:t>et</a:t>
                      </a:r>
                      <a:r>
                        <a:rPr lang="zh-CN" altLang="en-US" sz="1000" dirty="0"/>
                        <a:t> </a:t>
                      </a:r>
                      <a:r>
                        <a:rPr lang="en-US" altLang="zh-CN" sz="1000" dirty="0"/>
                        <a:t>al.), to </a:t>
                      </a:r>
                      <a:r>
                        <a:rPr lang="en-US" altLang="zh-CN" sz="1000" u="sng" dirty="0"/>
                        <a:t>find out if there is any potential unidentified NS patients which can support to further generate the EPI rate.</a:t>
                      </a:r>
                    </a:p>
                  </a:txBody>
                  <a:tcPr/>
                </a:tc>
                <a:extLst>
                  <a:ext uri="{0D108BD9-81ED-4DB2-BD59-A6C34878D82A}">
                    <a16:rowId xmlns:a16="http://schemas.microsoft.com/office/drawing/2014/main" val="2547938763"/>
                  </a:ext>
                </a:extLst>
              </a:tr>
              <a:tr h="1204533">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altLang="zh-CN" sz="1400" dirty="0">
                          <a:solidFill>
                            <a:prstClr val="black"/>
                          </a:solidFill>
                          <a:latin typeface="+mn-lt"/>
                        </a:rPr>
                        <a:t>(2)do not include NS in this study </a:t>
                      </a:r>
                      <a:r>
                        <a:rPr lang="en-US" altLang="zh-CN" sz="1200" kern="1200" dirty="0">
                          <a:solidFill>
                            <a:schemeClr val="dk1"/>
                          </a:solidFill>
                          <a:latin typeface="+mn-lt"/>
                          <a:ea typeface="+mn-ea"/>
                          <a:cs typeface="+mn-cs"/>
                        </a:rPr>
                        <a:t>(team’s proposal)</a:t>
                      </a:r>
                    </a:p>
                    <a:p>
                      <a:endParaRPr lang="zh-CN" altLang="en-US" dirty="0"/>
                    </a:p>
                  </a:txBody>
                  <a:tcPr/>
                </a:tc>
                <a:tc>
                  <a:txBody>
                    <a:bodyPr/>
                    <a:lstStyle/>
                    <a:p>
                      <a:pPr marL="171450" marR="0" lvl="0" indent="-171450" algn="l" defTabSz="6858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ltLang="zh-CN" sz="1000" dirty="0"/>
                        <a:t>Since NS </a:t>
                      </a:r>
                      <a:r>
                        <a:rPr lang="en-US" altLang="zh-CN" sz="1000" u="none" dirty="0"/>
                        <a:t>prevalence and incidence rate is local NS data gap </a:t>
                      </a:r>
                      <a:r>
                        <a:rPr lang="en-US" altLang="zh-CN" sz="1000" dirty="0"/>
                        <a:t>to support NS indication application and future rare disease designation, </a:t>
                      </a:r>
                    </a:p>
                    <a:p>
                      <a:pPr marL="171450" marR="0" lvl="0" indent="-171450" algn="l" defTabSz="6858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altLang="zh-CN" sz="1000" dirty="0"/>
                    </a:p>
                    <a:p>
                      <a:pPr marL="171450" marR="0" lvl="0" indent="-171450" algn="l" defTabSz="6858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ltLang="zh-CN" sz="1000" u="sng" dirty="0"/>
                        <a:t>New study using other potential database need to be explored, and there is risk that the results may not timely enough to support. Additional cost for new study is needed.</a:t>
                      </a:r>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altLang="zh-CN" sz="1100" dirty="0"/>
                        <a:t>No extra budget/time cost in this study</a:t>
                      </a:r>
                    </a:p>
                    <a:p>
                      <a:endParaRPr lang="zh-CN" altLang="en-US" sz="1000" dirty="0"/>
                    </a:p>
                  </a:txBody>
                  <a:tcPr/>
                </a:tc>
                <a:extLst>
                  <a:ext uri="{0D108BD9-81ED-4DB2-BD59-A6C34878D82A}">
                    <a16:rowId xmlns:a16="http://schemas.microsoft.com/office/drawing/2014/main" val="2341780233"/>
                  </a:ext>
                </a:extLst>
              </a:tr>
            </a:tbl>
          </a:graphicData>
        </a:graphic>
      </p:graphicFrame>
    </p:spTree>
    <p:extLst>
      <p:ext uri="{BB962C8B-B14F-4D97-AF65-F5344CB8AC3E}">
        <p14:creationId xmlns:p14="http://schemas.microsoft.com/office/powerpoint/2010/main" val="3825750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en-US" altLang="zh-CN" b="1" dirty="0">
                <a:solidFill>
                  <a:schemeClr val="tx1"/>
                </a:solidFill>
              </a:rPr>
              <a:t>For </a:t>
            </a:r>
            <a:r>
              <a:rPr lang="en-US" altLang="zh-CN" dirty="0">
                <a:solidFill>
                  <a:schemeClr val="tx1"/>
                </a:solidFill>
              </a:rPr>
              <a:t>PEC</a:t>
            </a:r>
            <a:r>
              <a:rPr lang="en-US" altLang="zh-CN" b="1" dirty="0">
                <a:solidFill>
                  <a:schemeClr val="tx1"/>
                </a:solidFill>
              </a:rPr>
              <a:t> endorsement:</a:t>
            </a:r>
            <a:br>
              <a:rPr lang="en-US" altLang="zh-CN" b="1" dirty="0">
                <a:solidFill>
                  <a:schemeClr val="tx1"/>
                </a:solidFill>
              </a:rPr>
            </a:br>
            <a:r>
              <a:rPr lang="en-US" altLang="zh-CN" b="1" dirty="0">
                <a:solidFill>
                  <a:schemeClr val="tx1"/>
                </a:solidFill>
              </a:rPr>
              <a:t>1. NOT to add NS in this study</a:t>
            </a:r>
            <a:endParaRPr lang="en-US" altLang="zh-CN" dirty="0">
              <a:solidFill>
                <a:schemeClr val="tx1"/>
              </a:solidFill>
            </a:endParaRPr>
          </a:p>
        </p:txBody>
      </p:sp>
      <p:sp>
        <p:nvSpPr>
          <p:cNvPr id="2" name="内容占位符 1"/>
          <p:cNvSpPr>
            <a:spLocks noGrp="1"/>
          </p:cNvSpPr>
          <p:nvPr>
            <p:ph idx="1"/>
          </p:nvPr>
        </p:nvSpPr>
        <p:spPr>
          <a:xfrm>
            <a:off x="467568" y="997354"/>
            <a:ext cx="8208863" cy="3148792"/>
          </a:xfrm>
        </p:spPr>
        <p:txBody>
          <a:bodyPr/>
          <a:lstStyle/>
          <a:p>
            <a:r>
              <a:rPr lang="en-US" altLang="zh-CN" sz="1100" dirty="0">
                <a:effectLst/>
                <a:ea typeface="DengXian" panose="02010600030101010101" pitchFamily="2" charset="-122"/>
                <a:cs typeface="SimSun" panose="02010600030101010101" pitchFamily="2" charset="-122"/>
              </a:rPr>
              <a:t>1.</a:t>
            </a:r>
            <a:r>
              <a:rPr lang="zh-CN" altLang="en-US" sz="1100" dirty="0">
                <a:effectLst/>
                <a:ea typeface="DengXian" panose="02010600030101010101" pitchFamily="2" charset="-122"/>
                <a:cs typeface="SimSun" panose="02010600030101010101" pitchFamily="2" charset="-122"/>
              </a:rPr>
              <a:t>使用</a:t>
            </a:r>
            <a:r>
              <a:rPr lang="en-US" altLang="zh-CN" sz="1100" dirty="0">
                <a:effectLst/>
                <a:ea typeface="DengXian" panose="02010600030101010101" pitchFamily="2" charset="-122"/>
                <a:cs typeface="SimSun" panose="02010600030101010101" pitchFamily="2" charset="-122"/>
              </a:rPr>
              <a:t>Netherton</a:t>
            </a:r>
            <a:r>
              <a:rPr lang="zh-CN" altLang="en-US" sz="1100" dirty="0">
                <a:effectLst/>
                <a:ea typeface="DengXian" panose="02010600030101010101" pitchFamily="2" charset="-122"/>
                <a:cs typeface="SimSun" panose="02010600030101010101" pitchFamily="2" charset="-122"/>
              </a:rPr>
              <a:t>进行检索，结果</a:t>
            </a:r>
            <a:r>
              <a:rPr lang="zh-CN" altLang="en-US" sz="1100" dirty="0">
                <a:ea typeface="DengXian" panose="02010600030101010101" pitchFamily="2" charset="-122"/>
                <a:cs typeface="SimSun" panose="02010600030101010101" pitchFamily="2" charset="-122"/>
              </a:rPr>
              <a:t>仅包含</a:t>
            </a:r>
            <a:r>
              <a:rPr lang="en-US" altLang="zh-CN" sz="1100" dirty="0">
                <a:ea typeface="DengXian" panose="02010600030101010101" pitchFamily="2" charset="-122"/>
                <a:cs typeface="SimSun" panose="02010600030101010101" pitchFamily="2" charset="-122"/>
              </a:rPr>
              <a:t>1</a:t>
            </a:r>
            <a:r>
              <a:rPr lang="zh-CN" altLang="en-US" sz="1100" dirty="0">
                <a:ea typeface="DengXian" panose="02010600030101010101" pitchFamily="2" charset="-122"/>
                <a:cs typeface="SimSun" panose="02010600030101010101" pitchFamily="2" charset="-122"/>
              </a:rPr>
              <a:t>例患者</a:t>
            </a:r>
            <a:endParaRPr lang="en-US" altLang="zh-CN" sz="1100" dirty="0">
              <a:ea typeface="DengXian" panose="02010600030101010101" pitchFamily="2" charset="-122"/>
              <a:cs typeface="SimSun" panose="02010600030101010101" pitchFamily="2" charset="-122"/>
            </a:endParaRPr>
          </a:p>
          <a:p>
            <a:r>
              <a:rPr lang="en-US" altLang="zh-CN" sz="1100" dirty="0">
                <a:effectLst/>
                <a:ea typeface="DengXian" panose="02010600030101010101" pitchFamily="2" charset="-122"/>
                <a:cs typeface="SimSun" panose="02010600030101010101" pitchFamily="2" charset="-122"/>
              </a:rPr>
              <a:t>2.</a:t>
            </a:r>
            <a:r>
              <a:rPr lang="zh-CN" altLang="en-US" sz="1100" dirty="0">
                <a:effectLst/>
                <a:ea typeface="DengXian" panose="02010600030101010101" pitchFamily="2" charset="-122"/>
                <a:cs typeface="SimSun" panose="02010600030101010101" pitchFamily="2" charset="-122"/>
              </a:rPr>
              <a:t>扩大检索范围：</a:t>
            </a:r>
            <a:endParaRPr lang="en-US" altLang="zh-CN" sz="1100" dirty="0">
              <a:effectLst/>
              <a:ea typeface="DengXian" panose="02010600030101010101" pitchFamily="2" charset="-122"/>
              <a:cs typeface="SimSun" panose="02010600030101010101" pitchFamily="2" charset="-122"/>
            </a:endParaRPr>
          </a:p>
          <a:p>
            <a:r>
              <a:rPr lang="zh-CN" altLang="zh-CN" sz="1100" dirty="0">
                <a:effectLst/>
                <a:ea typeface="DengXian" panose="02010600030101010101" pitchFamily="2" charset="-122"/>
                <a:cs typeface="SimSun" panose="02010600030101010101" pitchFamily="2" charset="-122"/>
              </a:rPr>
              <a:t>目标：综合使用</a:t>
            </a:r>
            <a:r>
              <a:rPr lang="en-US" altLang="zh-CN" sz="1100" dirty="0">
                <a:effectLst/>
                <a:ea typeface="DengXian" panose="02010600030101010101" pitchFamily="2" charset="-122"/>
                <a:cs typeface="SimSun" panose="02010600030101010101" pitchFamily="2" charset="-122"/>
              </a:rPr>
              <a:t>ICD</a:t>
            </a:r>
            <a:r>
              <a:rPr lang="zh-CN" altLang="zh-CN" sz="1100" dirty="0">
                <a:effectLst/>
                <a:ea typeface="DengXian" panose="02010600030101010101" pitchFamily="2" charset="-122"/>
                <a:cs typeface="SimSun" panose="02010600030101010101" pitchFamily="2" charset="-122"/>
              </a:rPr>
              <a:t>编码和文本搜索识别可能的</a:t>
            </a:r>
            <a:r>
              <a:rPr lang="en-US" altLang="zh-CN" sz="1100" dirty="0">
                <a:effectLst/>
                <a:ea typeface="DengXian" panose="02010600030101010101" pitchFamily="2" charset="-122"/>
                <a:cs typeface="SimSun" panose="02010600030101010101" pitchFamily="2" charset="-122"/>
              </a:rPr>
              <a:t>Netherton</a:t>
            </a:r>
            <a:r>
              <a:rPr lang="zh-CN" altLang="zh-CN" sz="1100" dirty="0">
                <a:effectLst/>
                <a:ea typeface="DengXian" panose="02010600030101010101" pitchFamily="2" charset="-122"/>
                <a:cs typeface="SimSun" panose="02010600030101010101" pitchFamily="2" charset="-122"/>
              </a:rPr>
              <a:t>综合征患者。</a:t>
            </a:r>
            <a:br>
              <a:rPr lang="en-US" altLang="zh-CN" sz="1100" dirty="0">
                <a:effectLst/>
                <a:ea typeface="DengXian" panose="02010600030101010101" pitchFamily="2" charset="-122"/>
                <a:cs typeface="SimSun" panose="02010600030101010101" pitchFamily="2" charset="-122"/>
              </a:rPr>
            </a:br>
            <a:r>
              <a:rPr lang="zh-CN" altLang="zh-CN" sz="1100" dirty="0">
                <a:effectLst/>
                <a:ea typeface="DengXian" panose="02010600030101010101" pitchFamily="2" charset="-122"/>
                <a:cs typeface="SimSun" panose="02010600030101010101" pitchFamily="2" charset="-122"/>
              </a:rPr>
              <a:t>步骤：</a:t>
            </a:r>
            <a:br>
              <a:rPr lang="en-US" altLang="zh-CN" sz="1100" dirty="0">
                <a:effectLst/>
                <a:ea typeface="DengXian" panose="02010600030101010101" pitchFamily="2" charset="-122"/>
                <a:cs typeface="SimSun" panose="02010600030101010101" pitchFamily="2" charset="-122"/>
              </a:rPr>
            </a:br>
            <a:r>
              <a:rPr lang="zh-CN" altLang="zh-CN" sz="1100" dirty="0">
                <a:effectLst/>
                <a:ea typeface="DengXian" panose="02010600030101010101" pitchFamily="2" charset="-122"/>
                <a:cs typeface="SimSun" panose="02010600030101010101" pitchFamily="2" charset="-122"/>
              </a:rPr>
              <a:t>● 鱼鳞病和特应性皮炎的检索：使用相关的</a:t>
            </a:r>
            <a:r>
              <a:rPr lang="en-US" altLang="zh-CN" sz="1100" dirty="0">
                <a:effectLst/>
                <a:ea typeface="DengXian" panose="02010600030101010101" pitchFamily="2" charset="-122"/>
                <a:cs typeface="SimSun" panose="02010600030101010101" pitchFamily="2" charset="-122"/>
              </a:rPr>
              <a:t>ICD-10</a:t>
            </a:r>
            <a:r>
              <a:rPr lang="zh-CN" altLang="zh-CN" sz="1100" dirty="0">
                <a:effectLst/>
                <a:ea typeface="DengXian" panose="02010600030101010101" pitchFamily="2" charset="-122"/>
                <a:cs typeface="SimSun" panose="02010600030101010101" pitchFamily="2" charset="-122"/>
              </a:rPr>
              <a:t>代码——后天性鱼鳞癣（</a:t>
            </a:r>
            <a:r>
              <a:rPr lang="en-US" altLang="zh-CN" sz="1100" dirty="0">
                <a:effectLst/>
                <a:ea typeface="DengXian" panose="02010600030101010101" pitchFamily="2" charset="-122"/>
                <a:cs typeface="SimSun" panose="02010600030101010101" pitchFamily="2" charset="-122"/>
              </a:rPr>
              <a:t>L85.001</a:t>
            </a:r>
            <a:r>
              <a:rPr lang="zh-CN" altLang="zh-CN" sz="1100" dirty="0">
                <a:effectLst/>
                <a:ea typeface="DengXian" panose="02010600030101010101" pitchFamily="2" charset="-122"/>
                <a:cs typeface="SimSun" panose="02010600030101010101" pitchFamily="2" charset="-122"/>
              </a:rPr>
              <a:t>）寻常型鱼鳞病（</a:t>
            </a:r>
            <a:r>
              <a:rPr lang="en-US" altLang="zh-CN" sz="1100" dirty="0">
                <a:effectLst/>
                <a:ea typeface="DengXian" panose="02010600030101010101" pitchFamily="2" charset="-122"/>
                <a:cs typeface="SimSun" panose="02010600030101010101" pitchFamily="2" charset="-122"/>
              </a:rPr>
              <a:t>Q80.001</a:t>
            </a:r>
            <a:r>
              <a:rPr lang="zh-CN" altLang="zh-CN" sz="1100" dirty="0">
                <a:effectLst/>
                <a:ea typeface="DengXian" panose="02010600030101010101" pitchFamily="2" charset="-122"/>
                <a:cs typeface="SimSun" panose="02010600030101010101" pitchFamily="2" charset="-122"/>
              </a:rPr>
              <a:t>）性联鱼鳞病（</a:t>
            </a:r>
            <a:r>
              <a:rPr lang="en-US" altLang="zh-CN" sz="1100" dirty="0">
                <a:effectLst/>
                <a:ea typeface="DengXian" panose="02010600030101010101" pitchFamily="2" charset="-122"/>
                <a:cs typeface="SimSun" panose="02010600030101010101" pitchFamily="2" charset="-122"/>
              </a:rPr>
              <a:t>Q80.101</a:t>
            </a:r>
            <a:r>
              <a:rPr lang="zh-CN" altLang="zh-CN" sz="1100" dirty="0">
                <a:effectLst/>
                <a:ea typeface="DengXian" panose="02010600030101010101" pitchFamily="2" charset="-122"/>
                <a:cs typeface="SimSun" panose="02010600030101010101" pitchFamily="2" charset="-122"/>
              </a:rPr>
              <a:t>）板层状鱼鳞病（</a:t>
            </a:r>
            <a:r>
              <a:rPr lang="en-US" altLang="zh-CN" sz="1100" dirty="0">
                <a:effectLst/>
                <a:ea typeface="DengXian" panose="02010600030101010101" pitchFamily="2" charset="-122"/>
                <a:cs typeface="SimSun" panose="02010600030101010101" pitchFamily="2" charset="-122"/>
              </a:rPr>
              <a:t>Q80.201</a:t>
            </a:r>
            <a:r>
              <a:rPr lang="zh-CN" altLang="zh-CN" sz="1100" dirty="0">
                <a:effectLst/>
                <a:ea typeface="DengXian" panose="02010600030101010101" pitchFamily="2" charset="-122"/>
                <a:cs typeface="SimSun" panose="02010600030101010101" pitchFamily="2" charset="-122"/>
              </a:rPr>
              <a:t>）大疱型红皮病型鱼鳞病（</a:t>
            </a:r>
            <a:r>
              <a:rPr lang="en-US" altLang="zh-CN" sz="1100" dirty="0">
                <a:effectLst/>
                <a:ea typeface="DengXian" panose="02010600030101010101" pitchFamily="2" charset="-122"/>
                <a:cs typeface="SimSun" panose="02010600030101010101" pitchFamily="2" charset="-122"/>
              </a:rPr>
              <a:t>Q80.301</a:t>
            </a:r>
            <a:r>
              <a:rPr lang="zh-CN" altLang="zh-CN" sz="1100" dirty="0">
                <a:effectLst/>
                <a:ea typeface="DengXian" panose="02010600030101010101" pitchFamily="2" charset="-122"/>
                <a:cs typeface="SimSun" panose="02010600030101010101" pitchFamily="2" charset="-122"/>
              </a:rPr>
              <a:t>）非大疱型红皮病型鱼鳞病（</a:t>
            </a:r>
            <a:r>
              <a:rPr lang="en-US" altLang="zh-CN" sz="1100" dirty="0">
                <a:effectLst/>
                <a:ea typeface="DengXian" panose="02010600030101010101" pitchFamily="2" charset="-122"/>
                <a:cs typeface="SimSun" panose="02010600030101010101" pitchFamily="2" charset="-122"/>
              </a:rPr>
              <a:t>Q80.801</a:t>
            </a:r>
            <a:r>
              <a:rPr lang="zh-CN" altLang="zh-CN" sz="1100" dirty="0">
                <a:effectLst/>
                <a:ea typeface="DengXian" panose="02010600030101010101" pitchFamily="2" charset="-122"/>
                <a:cs typeface="SimSun" panose="02010600030101010101" pitchFamily="2" charset="-122"/>
              </a:rPr>
              <a:t>）先天性鱼鳞病（</a:t>
            </a:r>
            <a:r>
              <a:rPr lang="en-US" altLang="zh-CN" sz="1100" dirty="0">
                <a:effectLst/>
                <a:ea typeface="DengXian" panose="02010600030101010101" pitchFamily="2" charset="-122"/>
                <a:cs typeface="SimSun" panose="02010600030101010101" pitchFamily="2" charset="-122"/>
              </a:rPr>
              <a:t>Q80.902</a:t>
            </a:r>
            <a:r>
              <a:rPr lang="zh-CN" altLang="zh-CN" sz="1100" dirty="0">
                <a:effectLst/>
                <a:ea typeface="DengXian" panose="02010600030101010101" pitchFamily="2" charset="-122"/>
                <a:cs typeface="SimSun" panose="02010600030101010101" pitchFamily="2" charset="-122"/>
              </a:rPr>
              <a:t>）特应性皮炎（</a:t>
            </a:r>
            <a:r>
              <a:rPr lang="en-US" altLang="zh-CN" sz="1100" dirty="0">
                <a:effectLst/>
                <a:ea typeface="DengXian" panose="02010600030101010101" pitchFamily="2" charset="-122"/>
                <a:cs typeface="SimSun" panose="02010600030101010101" pitchFamily="2" charset="-122"/>
              </a:rPr>
              <a:t>L20.901</a:t>
            </a:r>
            <a:r>
              <a:rPr lang="zh-CN" altLang="zh-CN" sz="1100" dirty="0">
                <a:effectLst/>
                <a:ea typeface="DengXian" panose="02010600030101010101" pitchFamily="2" charset="-122"/>
                <a:cs typeface="SimSun" panose="02010600030101010101" pitchFamily="2" charset="-122"/>
              </a:rPr>
              <a:t>）特应性皮炎（轻度）（</a:t>
            </a:r>
            <a:r>
              <a:rPr lang="en-US" altLang="zh-CN" sz="1100" dirty="0">
                <a:effectLst/>
                <a:ea typeface="DengXian" panose="02010600030101010101" pitchFamily="2" charset="-122"/>
                <a:cs typeface="SimSun" panose="02010600030101010101" pitchFamily="2" charset="-122"/>
              </a:rPr>
              <a:t>L20.902</a:t>
            </a:r>
            <a:r>
              <a:rPr lang="zh-CN" altLang="zh-CN" sz="1100" dirty="0">
                <a:effectLst/>
                <a:ea typeface="DengXian" panose="02010600030101010101" pitchFamily="2" charset="-122"/>
                <a:cs typeface="SimSun" panose="02010600030101010101" pitchFamily="2" charset="-122"/>
              </a:rPr>
              <a:t>）特应性皮炎（中重度）（</a:t>
            </a:r>
            <a:r>
              <a:rPr lang="en-US" altLang="zh-CN" sz="1100" dirty="0">
                <a:effectLst/>
                <a:ea typeface="DengXian" panose="02010600030101010101" pitchFamily="2" charset="-122"/>
                <a:cs typeface="SimSun" panose="02010600030101010101" pitchFamily="2" charset="-122"/>
              </a:rPr>
              <a:t>L20.903</a:t>
            </a:r>
            <a:r>
              <a:rPr lang="zh-CN" altLang="zh-CN" sz="1100" dirty="0">
                <a:effectLst/>
                <a:ea typeface="DengXian" panose="02010600030101010101" pitchFamily="2" charset="-122"/>
                <a:cs typeface="SimSun" panose="02010600030101010101" pitchFamily="2" charset="-122"/>
              </a:rPr>
              <a:t>）——进行初步检索。</a:t>
            </a:r>
            <a:br>
              <a:rPr lang="en-US" altLang="zh-CN" sz="1100" dirty="0">
                <a:effectLst/>
                <a:ea typeface="DengXian" panose="02010600030101010101" pitchFamily="2" charset="-122"/>
                <a:cs typeface="SimSun" panose="02010600030101010101" pitchFamily="2" charset="-122"/>
              </a:rPr>
            </a:br>
            <a:r>
              <a:rPr lang="zh-CN" altLang="zh-CN" sz="1100" dirty="0">
                <a:effectLst/>
                <a:ea typeface="DengXian" panose="02010600030101010101" pitchFamily="2" charset="-122"/>
                <a:cs typeface="SimSun" panose="02010600030101010101" pitchFamily="2" charset="-122"/>
              </a:rPr>
              <a:t>● 文本搜索：“竹节发”作为关键词进行文本搜索，筛选出提及该描述的病例。</a:t>
            </a:r>
            <a:br>
              <a:rPr lang="en-US" altLang="zh-CN" sz="1100" dirty="0">
                <a:effectLst/>
                <a:ea typeface="DengXian" panose="02010600030101010101" pitchFamily="2" charset="-122"/>
                <a:cs typeface="SimSun" panose="02010600030101010101" pitchFamily="2" charset="-122"/>
              </a:rPr>
            </a:br>
            <a:r>
              <a:rPr lang="zh-CN" altLang="zh-CN" sz="1100" dirty="0">
                <a:effectLst/>
                <a:ea typeface="DengXian" panose="02010600030101010101" pitchFamily="2" charset="-122"/>
                <a:cs typeface="SimSun" panose="02010600030101010101" pitchFamily="2" charset="-122"/>
              </a:rPr>
              <a:t>● 组合搜索：对于已经根据</a:t>
            </a:r>
            <a:r>
              <a:rPr lang="en-US" altLang="zh-CN" sz="1100" dirty="0">
                <a:effectLst/>
                <a:ea typeface="DengXian" panose="02010600030101010101" pitchFamily="2" charset="-122"/>
                <a:cs typeface="SimSun" panose="02010600030101010101" pitchFamily="2" charset="-122"/>
              </a:rPr>
              <a:t>ICD</a:t>
            </a:r>
            <a:r>
              <a:rPr lang="zh-CN" altLang="zh-CN" sz="1100" dirty="0">
                <a:effectLst/>
                <a:ea typeface="DengXian" panose="02010600030101010101" pitchFamily="2" charset="-122"/>
                <a:cs typeface="SimSun" panose="02010600030101010101" pitchFamily="2" charset="-122"/>
              </a:rPr>
              <a:t>编码识别的病例，进一步检查它们是否也有提及“竹节发”的文本描述。这可能涉及手动审核电子病历。</a:t>
            </a:r>
            <a:br>
              <a:rPr lang="en-US" altLang="zh-CN" sz="1100" dirty="0">
                <a:effectLst/>
                <a:ea typeface="DengXian" panose="02010600030101010101" pitchFamily="2" charset="-122"/>
                <a:cs typeface="SimSun" panose="02010600030101010101" pitchFamily="2" charset="-122"/>
              </a:rPr>
            </a:br>
            <a:r>
              <a:rPr lang="zh-CN" altLang="zh-CN" sz="1100" dirty="0">
                <a:effectLst/>
                <a:ea typeface="DengXian" panose="02010600030101010101" pitchFamily="2" charset="-122"/>
                <a:cs typeface="SimSun" panose="02010600030101010101" pitchFamily="2" charset="-122"/>
              </a:rPr>
              <a:t>● 综合分析：将同时满足鱼鳞病或特应性皮炎诊断代码，且文本中有“竹节发”描述的病例，视为可能的</a:t>
            </a:r>
            <a:r>
              <a:rPr lang="en-US" altLang="zh-CN" sz="1100" dirty="0">
                <a:effectLst/>
                <a:ea typeface="DengXian" panose="02010600030101010101" pitchFamily="2" charset="-122"/>
                <a:cs typeface="SimSun" panose="02010600030101010101" pitchFamily="2" charset="-122"/>
              </a:rPr>
              <a:t>Netherton</a:t>
            </a:r>
            <a:r>
              <a:rPr lang="zh-CN" altLang="zh-CN" sz="1100" dirty="0">
                <a:effectLst/>
                <a:ea typeface="DengXian" panose="02010600030101010101" pitchFamily="2" charset="-122"/>
                <a:cs typeface="SimSun" panose="02010600030101010101" pitchFamily="2" charset="-122"/>
              </a:rPr>
              <a:t>综合征患者。</a:t>
            </a:r>
            <a:br>
              <a:rPr lang="en-US" altLang="zh-CN" sz="1100" dirty="0">
                <a:effectLst/>
                <a:ea typeface="DengXian" panose="02010600030101010101" pitchFamily="2" charset="-122"/>
                <a:cs typeface="SimSun" panose="02010600030101010101" pitchFamily="2" charset="-122"/>
              </a:rPr>
            </a:br>
            <a:r>
              <a:rPr lang="zh-CN" altLang="zh-CN" sz="1100" dirty="0">
                <a:effectLst/>
                <a:ea typeface="DengXian" panose="02010600030101010101" pitchFamily="2" charset="-122"/>
                <a:cs typeface="SimSun" panose="02010600030101010101" pitchFamily="2" charset="-122"/>
              </a:rPr>
              <a:t>综合建议</a:t>
            </a:r>
            <a:br>
              <a:rPr lang="en-US" altLang="zh-CN" sz="1100" dirty="0">
                <a:effectLst/>
                <a:ea typeface="DengXian" panose="02010600030101010101" pitchFamily="2" charset="-122"/>
                <a:cs typeface="SimSun" panose="02010600030101010101" pitchFamily="2" charset="-122"/>
              </a:rPr>
            </a:br>
            <a:r>
              <a:rPr lang="zh-CN" altLang="zh-CN" sz="1100" dirty="0">
                <a:effectLst/>
                <a:ea typeface="DengXian" panose="02010600030101010101" pitchFamily="2" charset="-122"/>
                <a:cs typeface="SimSun" panose="02010600030101010101" pitchFamily="2" charset="-122"/>
              </a:rPr>
              <a:t>在识别出特定疾病的某一条患者记录后，进一步提取该患者的所有就诊记录，包括门诊和住院信息。之后，对这些信息进行合并和分析，以剔除重复数据。这种方法不仅有助于提高数据质量，还能确保检索出的疾病记录更为准确和全面。</a:t>
            </a:r>
          </a:p>
          <a:p>
            <a:r>
              <a:rPr lang="en-US" altLang="zh-CN" sz="1100" dirty="0">
                <a:effectLst/>
                <a:ea typeface="DengXian" panose="02010600030101010101" pitchFamily="2" charset="-122"/>
                <a:cs typeface="SimSun" panose="02010600030101010101" pitchFamily="2" charset="-122"/>
              </a:rPr>
              <a:t>Netherton</a:t>
            </a:r>
            <a:r>
              <a:rPr lang="zh-CN" altLang="zh-CN" sz="1100" dirty="0">
                <a:effectLst/>
                <a:ea typeface="DengXian" panose="02010600030101010101" pitchFamily="2" charset="-122"/>
                <a:cs typeface="SimSun" panose="02010600030101010101" pitchFamily="2" charset="-122"/>
              </a:rPr>
              <a:t>这个病是没有</a:t>
            </a:r>
            <a:r>
              <a:rPr lang="en-US" altLang="zh-CN" sz="1100" dirty="0">
                <a:effectLst/>
                <a:ea typeface="DengXian" panose="02010600030101010101" pitchFamily="2" charset="-122"/>
                <a:cs typeface="SimSun" panose="02010600030101010101" pitchFamily="2" charset="-122"/>
              </a:rPr>
              <a:t>ICD-10</a:t>
            </a:r>
            <a:r>
              <a:rPr lang="zh-CN" altLang="zh-CN" sz="1100" dirty="0">
                <a:effectLst/>
                <a:ea typeface="DengXian" panose="02010600030101010101" pitchFamily="2" charset="-122"/>
                <a:cs typeface="SimSun" panose="02010600030101010101" pitchFamily="2" charset="-122"/>
              </a:rPr>
              <a:t>编码的，只能通过诊断名称检索</a:t>
            </a:r>
            <a:r>
              <a:rPr lang="en-US" altLang="zh-CN" sz="1100" dirty="0">
                <a:effectLst/>
                <a:ea typeface="DengXian" panose="02010600030101010101" pitchFamily="2" charset="-122"/>
                <a:cs typeface="SimSun" panose="02010600030101010101" pitchFamily="2" charset="-122"/>
              </a:rPr>
              <a:t>Netherton</a:t>
            </a:r>
            <a:r>
              <a:rPr lang="zh-CN" altLang="zh-CN" sz="1100" dirty="0">
                <a:effectLst/>
                <a:ea typeface="DengXian" panose="02010600030101010101" pitchFamily="2" charset="-122"/>
                <a:cs typeface="SimSun" panose="02010600030101010101" pitchFamily="2" charset="-122"/>
              </a:rPr>
              <a:t>。根据上述检索策略，得到的综合结果仅有</a:t>
            </a:r>
            <a:r>
              <a:rPr lang="en-US" altLang="zh-CN" sz="1100" dirty="0">
                <a:effectLst/>
                <a:ea typeface="DengXian" panose="02010600030101010101" pitchFamily="2" charset="-122"/>
                <a:cs typeface="SimSun" panose="02010600030101010101" pitchFamily="2" charset="-122"/>
              </a:rPr>
              <a:t>1</a:t>
            </a:r>
            <a:r>
              <a:rPr lang="zh-CN" altLang="zh-CN" sz="1100" dirty="0">
                <a:effectLst/>
                <a:ea typeface="DengXian" panose="02010600030101010101" pitchFamily="2" charset="-122"/>
                <a:cs typeface="SimSun" panose="02010600030101010101" pitchFamily="2" charset="-122"/>
              </a:rPr>
              <a:t>例。</a:t>
            </a:r>
          </a:p>
          <a:p>
            <a:endParaRPr lang="zh-CN" altLang="en-US" sz="1400" dirty="0"/>
          </a:p>
        </p:txBody>
      </p:sp>
      <p:sp>
        <p:nvSpPr>
          <p:cNvPr id="3" name="页脚占位符 2"/>
          <p:cNvSpPr>
            <a:spLocks noGrp="1"/>
          </p:cNvSpPr>
          <p:nvPr>
            <p:ph type="ftr" sz="quarter" idx="19"/>
          </p:nvPr>
        </p:nvSpPr>
        <p:spPr/>
        <p:txBody>
          <a:bodyPr/>
          <a:lstStyle/>
          <a:p>
            <a:pPr marL="0" marR="0" lvl="0" indent="0" algn="r" defTabSz="914400" rtl="0" eaLnBrk="1" fontAlgn="auto" latinLnBrk="0" hangingPunct="1">
              <a:lnSpc>
                <a:spcPct val="100000"/>
              </a:lnSpc>
              <a:spcBef>
                <a:spcPts val="0"/>
              </a:spcBef>
              <a:spcAft>
                <a:spcPts val="225"/>
              </a:spcAft>
              <a:buClrTx/>
              <a:buSzTx/>
              <a:buFontTx/>
              <a:buNone/>
              <a:tabLst/>
              <a:defRPr/>
            </a:pPr>
            <a:r>
              <a:rPr kumimoji="0" lang="en-GB" sz="600" b="0" i="0" u="none" strike="noStrike" kern="1200" cap="none" spc="0" normalizeH="0" baseline="0" noProof="0">
                <a:ln>
                  <a:noFill/>
                </a:ln>
                <a:solidFill>
                  <a:srgbClr val="08312A"/>
                </a:solidFill>
                <a:effectLst/>
                <a:uLnTx/>
                <a:uFillTx/>
                <a:latin typeface="Boehringer Forward Text"/>
                <a:ea typeface="+mn-ea"/>
                <a:cs typeface="+mn-cs"/>
              </a:rPr>
              <a:t>Presentation title, date, author</a:t>
            </a:r>
          </a:p>
        </p:txBody>
      </p:sp>
      <p:sp>
        <p:nvSpPr>
          <p:cNvPr id="4" name="灯片编号占位符 3"/>
          <p:cNvSpPr>
            <a:spLocks noGrp="1"/>
          </p:cNvSpPr>
          <p:nvPr>
            <p:ph type="sldNum" sz="quarter" idx="2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43B55C4-4F5A-416B-997D-6CE47EB0A945}" type="slidenum">
              <a:rPr kumimoji="0" lang="en-GB" sz="600" b="0" i="0" u="none" strike="noStrike" kern="1200" cap="none" spc="0" normalizeH="0" baseline="0" noProof="0" smtClean="0">
                <a:ln>
                  <a:noFill/>
                </a:ln>
                <a:solidFill>
                  <a:srgbClr val="08312A"/>
                </a:solidFill>
                <a:effectLst/>
                <a:uLnTx/>
                <a:uFillTx/>
                <a:latin typeface="Boehringer Forward Tex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GB" sz="600" b="0" i="0" u="none" strike="noStrike" kern="1200" cap="none" spc="0" normalizeH="0" baseline="0" noProof="0">
              <a:ln>
                <a:noFill/>
              </a:ln>
              <a:solidFill>
                <a:srgbClr val="08312A"/>
              </a:solidFill>
              <a:effectLst/>
              <a:uLnTx/>
              <a:uFillTx/>
              <a:latin typeface="Boehringer Forward Text"/>
              <a:ea typeface="+mn-ea"/>
              <a:cs typeface="+mn-cs"/>
            </a:endParaRPr>
          </a:p>
        </p:txBody>
      </p:sp>
    </p:spTree>
    <p:extLst>
      <p:ext uri="{BB962C8B-B14F-4D97-AF65-F5344CB8AC3E}">
        <p14:creationId xmlns:p14="http://schemas.microsoft.com/office/powerpoint/2010/main" val="13836762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内容占位符 1">
            <a:extLst>
              <a:ext uri="{FF2B5EF4-FFF2-40B4-BE49-F238E27FC236}">
                <a16:creationId xmlns:a16="http://schemas.microsoft.com/office/drawing/2014/main" id="{9640A702-DEA1-5FD9-D2FD-6143CA6BFEE5}"/>
              </a:ext>
            </a:extLst>
          </p:cNvPr>
          <p:cNvSpPr>
            <a:spLocks noGrp="1"/>
          </p:cNvSpPr>
          <p:nvPr>
            <p:ph idx="1"/>
          </p:nvPr>
        </p:nvSpPr>
        <p:spPr>
          <a:xfrm>
            <a:off x="359568" y="1386482"/>
            <a:ext cx="8424863" cy="3294000"/>
          </a:xfrm>
        </p:spPr>
        <p:txBody>
          <a:bodyPr/>
          <a:lstStyle/>
          <a:p>
            <a:pPr marL="0" indent="0">
              <a:buNone/>
            </a:pPr>
            <a:r>
              <a:rPr lang="en-US" altLang="zh-CN" sz="1400" u="sng" dirty="0"/>
              <a:t>(1)DT is important in HS clinical development</a:t>
            </a:r>
            <a:r>
              <a:rPr lang="en-US" altLang="zh-CN" sz="1400" dirty="0"/>
              <a:t>:</a:t>
            </a:r>
          </a:p>
          <a:p>
            <a:r>
              <a:rPr lang="en-US" altLang="zh-CN" sz="1400" dirty="0"/>
              <a:t>As a key inclusion criteria in HS </a:t>
            </a:r>
            <a:r>
              <a:rPr lang="en-US" altLang="zh-CN" sz="1400" dirty="0" err="1"/>
              <a:t>lunsayil</a:t>
            </a:r>
            <a:r>
              <a:rPr lang="en-US" altLang="zh-CN" sz="1400" baseline="30000" dirty="0" err="1"/>
              <a:t>TM</a:t>
            </a:r>
            <a:r>
              <a:rPr lang="en-US" altLang="zh-CN" sz="1400" dirty="0"/>
              <a:t> trial (.98)</a:t>
            </a:r>
          </a:p>
          <a:p>
            <a:r>
              <a:rPr lang="en-US" altLang="zh-CN" sz="1400" b="0" dirty="0"/>
              <a:t>Pr</a:t>
            </a:r>
            <a:r>
              <a:rPr lang="en-US" altLang="zh-CN" sz="1400" dirty="0"/>
              <a:t>imary endpoint of HS </a:t>
            </a:r>
            <a:r>
              <a:rPr lang="en-US" altLang="zh-CN" sz="1400" dirty="0" err="1"/>
              <a:t>lunsayil</a:t>
            </a:r>
            <a:r>
              <a:rPr lang="en-US" altLang="zh-CN" sz="1400" baseline="30000" dirty="0" err="1"/>
              <a:t>TM</a:t>
            </a:r>
            <a:r>
              <a:rPr lang="en-US" altLang="zh-CN" sz="1400" dirty="0"/>
              <a:t> trial (.98) is the percent change from baseline in DT</a:t>
            </a:r>
          </a:p>
          <a:p>
            <a:r>
              <a:rPr lang="en-US" altLang="zh-CN" sz="1400" dirty="0"/>
              <a:t>The prevalence/ incidence rate, </a:t>
            </a:r>
            <a:r>
              <a:rPr lang="en-US" altLang="zh-CN" sz="1400" dirty="0">
                <a:solidFill>
                  <a:schemeClr val="accent1"/>
                </a:solidFill>
                <a:latin typeface="Boehringer Forward Text"/>
              </a:rPr>
              <a:t>n</a:t>
            </a:r>
            <a:r>
              <a:rPr kumimoji="0" lang="en-US" altLang="zh-CN" sz="1400" b="0" i="0" u="none" strike="noStrike" kern="1200" cap="none" spc="0" normalizeH="0" baseline="0" noProof="0" dirty="0" err="1">
                <a:ln>
                  <a:noFill/>
                </a:ln>
                <a:solidFill>
                  <a:schemeClr val="accent1"/>
                </a:solidFill>
                <a:effectLst/>
                <a:uLnTx/>
                <a:uFillTx/>
                <a:latin typeface="Boehringer Forward Text"/>
                <a:ea typeface="+mn-ea"/>
                <a:cs typeface="+mn-cs"/>
              </a:rPr>
              <a:t>atural</a:t>
            </a:r>
            <a:r>
              <a:rPr kumimoji="0" lang="en-US" altLang="zh-CN" sz="1400" b="0" i="0" u="none" strike="noStrike" kern="1200" cap="none" spc="0" normalizeH="0" baseline="0" noProof="0" dirty="0">
                <a:ln>
                  <a:noFill/>
                </a:ln>
                <a:solidFill>
                  <a:schemeClr val="accent1"/>
                </a:solidFill>
                <a:effectLst/>
                <a:uLnTx/>
                <a:uFillTx/>
                <a:latin typeface="Boehringer Forward Text"/>
                <a:ea typeface="+mn-ea"/>
                <a:cs typeface="+mn-cs"/>
              </a:rPr>
              <a:t> history and burden of disease, treatment pattern, et al of HS with DT are </a:t>
            </a:r>
            <a:r>
              <a:rPr lang="en-US" altLang="zh-CN" sz="1400" dirty="0"/>
              <a:t>China local data gaps which need to be filled.</a:t>
            </a:r>
            <a:endParaRPr kumimoji="0" lang="en-US" altLang="zh-CN" sz="1400" b="0" i="0" u="none" strike="noStrike" kern="1200" cap="none" spc="0" normalizeH="0" baseline="0" noProof="0" dirty="0">
              <a:ln>
                <a:noFill/>
              </a:ln>
              <a:solidFill>
                <a:schemeClr val="accent1"/>
              </a:solidFill>
              <a:effectLst/>
              <a:uLnTx/>
              <a:uFillTx/>
              <a:latin typeface="Boehringer Forward Text"/>
              <a:ea typeface="+mn-ea"/>
              <a:cs typeface="+mn-cs"/>
            </a:endParaRPr>
          </a:p>
          <a:p>
            <a:pPr marL="0" indent="0">
              <a:buNone/>
            </a:pPr>
            <a:r>
              <a:rPr lang="en-US" altLang="zh-CN" sz="1400" b="0" u="sng" dirty="0"/>
              <a:t>(2)</a:t>
            </a:r>
            <a:r>
              <a:rPr lang="en-US" altLang="zh-CN" sz="1400" u="sng" dirty="0">
                <a:solidFill>
                  <a:schemeClr val="tx1"/>
                </a:solidFill>
              </a:rPr>
              <a:t> Statistical Analysis strategy in </a:t>
            </a:r>
            <a:r>
              <a:rPr lang="en-US" altLang="zh-CN" sz="1400" u="sng" dirty="0"/>
              <a:t>DT</a:t>
            </a:r>
            <a:r>
              <a:rPr lang="zh-CN" altLang="en-US" sz="1400" u="sng" dirty="0">
                <a:solidFill>
                  <a:schemeClr val="tx1"/>
                </a:solidFill>
              </a:rPr>
              <a:t>：</a:t>
            </a:r>
            <a:endParaRPr lang="en-US" altLang="zh-CN" sz="1400" b="0" u="sng" dirty="0"/>
          </a:p>
          <a:p>
            <a:pPr marL="179705" marR="0" lvl="0" indent="-179705" algn="l" defTabSz="914400" rtl="0" eaLnBrk="1" fontAlgn="auto" latinLnBrk="0" hangingPunct="1">
              <a:lnSpc>
                <a:spcPct val="140000"/>
              </a:lnSpc>
              <a:spcBef>
                <a:spcPts val="0"/>
              </a:spcBef>
              <a:spcAft>
                <a:spcPts val="0"/>
              </a:spcAft>
              <a:buClrTx/>
              <a:buSzTx/>
              <a:buFont typeface="Arial" panose="020B0604020202020204" pitchFamily="34" charset="0"/>
              <a:buChar char="•"/>
              <a:tabLst/>
              <a:defRPr/>
            </a:pPr>
            <a:r>
              <a:rPr lang="en-US" altLang="zh-CN" sz="1400" dirty="0">
                <a:solidFill>
                  <a:schemeClr val="tx1"/>
                </a:solidFill>
              </a:rPr>
              <a:t>Natural language Processing (NLP) will be used  to identify HS patients with DT</a:t>
            </a:r>
            <a:endParaRPr lang="en-US" altLang="zh-CN" sz="1400" dirty="0"/>
          </a:p>
          <a:p>
            <a:pPr marL="179705" marR="0" lvl="0" indent="-179705" algn="l" defTabSz="914400" rtl="0" eaLnBrk="1" fontAlgn="auto" latinLnBrk="0" hangingPunct="1">
              <a:lnSpc>
                <a:spcPct val="140000"/>
              </a:lnSpc>
              <a:spcBef>
                <a:spcPts val="0"/>
              </a:spcBef>
              <a:spcAft>
                <a:spcPts val="0"/>
              </a:spcAft>
              <a:buClrTx/>
              <a:buSzTx/>
              <a:buFont typeface="Arial" panose="020B0604020202020204" pitchFamily="34" charset="0"/>
              <a:buChar char="•"/>
              <a:tabLst/>
              <a:defRPr/>
            </a:pPr>
            <a:r>
              <a:rPr lang="en-US" altLang="zh-CN" sz="1400" dirty="0">
                <a:solidFill>
                  <a:schemeClr val="tx1"/>
                </a:solidFill>
              </a:rPr>
              <a:t>After the </a:t>
            </a:r>
            <a:r>
              <a:rPr lang="en-US" altLang="zh-CN" sz="1400" b="0" dirty="0"/>
              <a:t>feasibility check, </a:t>
            </a:r>
            <a:r>
              <a:rPr lang="en-US" altLang="zh-CN" sz="1400" u="sng" dirty="0">
                <a:solidFill>
                  <a:schemeClr val="tx1"/>
                </a:solidFill>
              </a:rPr>
              <a:t>In-hospital data with </a:t>
            </a:r>
            <a:r>
              <a:rPr lang="en-US" altLang="zh-CN" sz="1400" i="0" u="sng" kern="1200" dirty="0">
                <a:solidFill>
                  <a:schemeClr val="tx1"/>
                </a:solidFill>
                <a:effectLst/>
                <a:latin typeface="+mn-lt"/>
                <a:ea typeface="+mn-ea"/>
                <a:cs typeface="+mn-cs"/>
              </a:rPr>
              <a:t>electronic medical records (</a:t>
            </a:r>
            <a:r>
              <a:rPr lang="zh-CN" altLang="en-US" sz="1400" i="0" u="sng" kern="1200" dirty="0">
                <a:solidFill>
                  <a:schemeClr val="tx1"/>
                </a:solidFill>
                <a:effectLst/>
                <a:latin typeface="+mn-lt"/>
                <a:ea typeface="+mn-ea"/>
                <a:cs typeface="+mn-cs"/>
              </a:rPr>
              <a:t>住院电子病历数据</a:t>
            </a:r>
            <a:r>
              <a:rPr lang="en-US" altLang="zh-CN" sz="1400" i="0" u="sng" kern="1200" dirty="0">
                <a:solidFill>
                  <a:schemeClr val="tx1"/>
                </a:solidFill>
                <a:effectLst/>
                <a:latin typeface="+mn-lt"/>
                <a:ea typeface="+mn-ea"/>
                <a:cs typeface="+mn-cs"/>
              </a:rPr>
              <a:t>)</a:t>
            </a:r>
            <a:r>
              <a:rPr lang="zh-CN" altLang="en-US" sz="1400" u="sng" dirty="0">
                <a:solidFill>
                  <a:schemeClr val="tx1"/>
                </a:solidFill>
              </a:rPr>
              <a:t> </a:t>
            </a:r>
            <a:r>
              <a:rPr lang="en-US" altLang="zh-CN" sz="1400" i="0" kern="1200" dirty="0">
                <a:solidFill>
                  <a:schemeClr val="tx1"/>
                </a:solidFill>
                <a:effectLst/>
                <a:latin typeface="+mn-lt"/>
                <a:ea typeface="+mn-ea"/>
                <a:cs typeface="+mn-cs"/>
              </a:rPr>
              <a:t>in 30 hospitals as new additional data sources in this database will support the identification of DT.</a:t>
            </a:r>
            <a:endParaRPr lang="en-US" altLang="zh-CN" sz="1400" b="0" dirty="0"/>
          </a:p>
          <a:p>
            <a:pPr marL="0" indent="0">
              <a:buNone/>
            </a:pPr>
            <a:endParaRPr lang="en-US" altLang="zh-CN" sz="1400" b="0" dirty="0"/>
          </a:p>
          <a:p>
            <a:endParaRPr lang="zh-CN" altLang="en-US" sz="1400" dirty="0"/>
          </a:p>
        </p:txBody>
      </p:sp>
      <p:sp>
        <p:nvSpPr>
          <p:cNvPr id="5" name="标题 4"/>
          <p:cNvSpPr>
            <a:spLocks noGrp="1"/>
          </p:cNvSpPr>
          <p:nvPr>
            <p:ph type="title"/>
          </p:nvPr>
        </p:nvSpPr>
        <p:spPr/>
        <p:txBody>
          <a:bodyPr/>
          <a:lstStyle/>
          <a:p>
            <a:r>
              <a:rPr lang="en-US" altLang="zh-CN" b="1" dirty="0">
                <a:solidFill>
                  <a:schemeClr val="tx1"/>
                </a:solidFill>
              </a:rPr>
              <a:t>For </a:t>
            </a:r>
            <a:r>
              <a:rPr lang="en-US" altLang="zh-CN" dirty="0">
                <a:solidFill>
                  <a:schemeClr val="tx1"/>
                </a:solidFill>
              </a:rPr>
              <a:t>PEC</a:t>
            </a:r>
            <a:r>
              <a:rPr lang="en-US" altLang="zh-CN" b="1" dirty="0">
                <a:solidFill>
                  <a:schemeClr val="tx1"/>
                </a:solidFill>
              </a:rPr>
              <a:t> endorsement:</a:t>
            </a:r>
            <a:br>
              <a:rPr lang="en-US" altLang="zh-CN" b="1" dirty="0">
                <a:solidFill>
                  <a:schemeClr val="tx1"/>
                </a:solidFill>
              </a:rPr>
            </a:br>
            <a:br>
              <a:rPr lang="en-US" altLang="zh-CN" b="1" dirty="0">
                <a:solidFill>
                  <a:schemeClr val="tx1"/>
                </a:solidFill>
              </a:rPr>
            </a:br>
            <a:r>
              <a:rPr lang="en-US" altLang="zh-CN" b="1" dirty="0">
                <a:solidFill>
                  <a:schemeClr val="tx1"/>
                </a:solidFill>
              </a:rPr>
              <a:t>2. add </a:t>
            </a:r>
            <a:r>
              <a:rPr lang="en-US" altLang="zh-CN" dirty="0">
                <a:solidFill>
                  <a:srgbClr val="C00000"/>
                </a:solidFill>
              </a:rPr>
              <a:t>HS with Draining Tunnel(DT) </a:t>
            </a:r>
            <a:r>
              <a:rPr lang="en-US" altLang="zh-CN" dirty="0">
                <a:solidFill>
                  <a:schemeClr val="tx1"/>
                </a:solidFill>
              </a:rPr>
              <a:t>in Key Outcome analysis  </a:t>
            </a:r>
            <a:br>
              <a:rPr lang="en-US" altLang="zh-CN" sz="2000" b="1" dirty="0">
                <a:solidFill>
                  <a:schemeClr val="accent5">
                    <a:lumMod val="50000"/>
                  </a:schemeClr>
                </a:solidFill>
              </a:rPr>
            </a:br>
            <a:endParaRPr lang="en-US" altLang="zh-CN" dirty="0">
              <a:solidFill>
                <a:schemeClr val="tx1"/>
              </a:solidFill>
            </a:endParaRPr>
          </a:p>
        </p:txBody>
      </p:sp>
      <p:sp>
        <p:nvSpPr>
          <p:cNvPr id="3" name="页脚占位符 2"/>
          <p:cNvSpPr>
            <a:spLocks noGrp="1"/>
          </p:cNvSpPr>
          <p:nvPr>
            <p:ph type="ftr" sz="quarter" idx="19"/>
          </p:nvPr>
        </p:nvSpPr>
        <p:spPr/>
        <p:txBody>
          <a:bodyPr/>
          <a:lstStyle/>
          <a:p>
            <a:pPr marL="0" marR="0" lvl="0" indent="0" algn="r" defTabSz="914400" rtl="0" eaLnBrk="1" fontAlgn="auto" latinLnBrk="0" hangingPunct="1">
              <a:lnSpc>
                <a:spcPct val="100000"/>
              </a:lnSpc>
              <a:spcBef>
                <a:spcPts val="0"/>
              </a:spcBef>
              <a:spcAft>
                <a:spcPts val="225"/>
              </a:spcAft>
              <a:buClrTx/>
              <a:buSzTx/>
              <a:buFontTx/>
              <a:buNone/>
              <a:tabLst/>
              <a:defRPr/>
            </a:pPr>
            <a:r>
              <a:rPr kumimoji="0" lang="en-GB" sz="600" b="0" i="0" u="none" strike="noStrike" kern="1200" cap="none" spc="0" normalizeH="0" baseline="0" noProof="0">
                <a:ln>
                  <a:noFill/>
                </a:ln>
                <a:solidFill>
                  <a:srgbClr val="08312A"/>
                </a:solidFill>
                <a:effectLst/>
                <a:uLnTx/>
                <a:uFillTx/>
                <a:latin typeface="Boehringer Forward Text"/>
                <a:ea typeface="+mn-ea"/>
                <a:cs typeface="+mn-cs"/>
              </a:rPr>
              <a:t>Presentation title, date, author</a:t>
            </a:r>
          </a:p>
        </p:txBody>
      </p:sp>
      <p:sp>
        <p:nvSpPr>
          <p:cNvPr id="4" name="灯片编号占位符 3"/>
          <p:cNvSpPr>
            <a:spLocks noGrp="1"/>
          </p:cNvSpPr>
          <p:nvPr>
            <p:ph type="sldNum" sz="quarter" idx="2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43B55C4-4F5A-416B-997D-6CE47EB0A945}" type="slidenum">
              <a:rPr kumimoji="0" lang="en-GB" sz="600" b="0" i="0" u="none" strike="noStrike" kern="1200" cap="none" spc="0" normalizeH="0" baseline="0" noProof="0" smtClean="0">
                <a:ln>
                  <a:noFill/>
                </a:ln>
                <a:solidFill>
                  <a:srgbClr val="08312A"/>
                </a:solidFill>
                <a:effectLst/>
                <a:uLnTx/>
                <a:uFillTx/>
                <a:latin typeface="Boehringer Forward Tex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GB" sz="600" b="0" i="0" u="none" strike="noStrike" kern="1200" cap="none" spc="0" normalizeH="0" baseline="0" noProof="0">
              <a:ln>
                <a:noFill/>
              </a:ln>
              <a:solidFill>
                <a:srgbClr val="08312A"/>
              </a:solidFill>
              <a:effectLst/>
              <a:uLnTx/>
              <a:uFillTx/>
              <a:latin typeface="Boehringer Forward Text"/>
              <a:ea typeface="+mn-ea"/>
              <a:cs typeface="+mn-cs"/>
            </a:endParaRPr>
          </a:p>
        </p:txBody>
      </p:sp>
    </p:spTree>
    <p:extLst>
      <p:ext uri="{BB962C8B-B14F-4D97-AF65-F5344CB8AC3E}">
        <p14:creationId xmlns:p14="http://schemas.microsoft.com/office/powerpoint/2010/main" val="21951850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en-US" altLang="zh-CN" b="1" dirty="0">
                <a:solidFill>
                  <a:schemeClr val="tx1"/>
                </a:solidFill>
              </a:rPr>
              <a:t>For </a:t>
            </a:r>
            <a:r>
              <a:rPr lang="en-US" altLang="zh-CN" dirty="0">
                <a:solidFill>
                  <a:schemeClr val="tx1"/>
                </a:solidFill>
              </a:rPr>
              <a:t>PEC</a:t>
            </a:r>
            <a:r>
              <a:rPr lang="en-US" altLang="zh-CN" b="1" dirty="0">
                <a:solidFill>
                  <a:schemeClr val="tx1"/>
                </a:solidFill>
              </a:rPr>
              <a:t> endorsement:</a:t>
            </a:r>
            <a:br>
              <a:rPr lang="en-US" altLang="zh-CN" b="1" dirty="0">
                <a:solidFill>
                  <a:schemeClr val="tx1"/>
                </a:solidFill>
              </a:rPr>
            </a:br>
            <a:br>
              <a:rPr lang="en-US" altLang="zh-CN" b="1" dirty="0">
                <a:solidFill>
                  <a:schemeClr val="tx1"/>
                </a:solidFill>
              </a:rPr>
            </a:br>
            <a:r>
              <a:rPr lang="en-US" altLang="zh-CN" b="1" dirty="0">
                <a:solidFill>
                  <a:schemeClr val="tx1"/>
                </a:solidFill>
              </a:rPr>
              <a:t>2. add </a:t>
            </a:r>
            <a:r>
              <a:rPr lang="en-US" altLang="zh-CN" dirty="0">
                <a:solidFill>
                  <a:srgbClr val="C00000"/>
                </a:solidFill>
              </a:rPr>
              <a:t>HS with Draining Tunnel </a:t>
            </a:r>
            <a:r>
              <a:rPr lang="en-US" altLang="zh-CN" dirty="0">
                <a:solidFill>
                  <a:schemeClr val="tx1"/>
                </a:solidFill>
              </a:rPr>
              <a:t>in Key Outcome analysis  </a:t>
            </a:r>
            <a:br>
              <a:rPr lang="en-US" altLang="zh-CN" sz="2000" b="1" dirty="0">
                <a:solidFill>
                  <a:schemeClr val="accent5">
                    <a:lumMod val="50000"/>
                  </a:schemeClr>
                </a:solidFill>
              </a:rPr>
            </a:br>
            <a:endParaRPr lang="en-US" altLang="zh-CN" dirty="0">
              <a:solidFill>
                <a:schemeClr val="tx1"/>
              </a:solidFill>
            </a:endParaRPr>
          </a:p>
        </p:txBody>
      </p:sp>
      <p:sp>
        <p:nvSpPr>
          <p:cNvPr id="3" name="页脚占位符 2"/>
          <p:cNvSpPr>
            <a:spLocks noGrp="1"/>
          </p:cNvSpPr>
          <p:nvPr>
            <p:ph type="ftr" sz="quarter" idx="19"/>
          </p:nvPr>
        </p:nvSpPr>
        <p:spPr/>
        <p:txBody>
          <a:bodyPr/>
          <a:lstStyle/>
          <a:p>
            <a:pPr marL="0" marR="0" lvl="0" indent="0" algn="r" defTabSz="914400" rtl="0" eaLnBrk="1" fontAlgn="auto" latinLnBrk="0" hangingPunct="1">
              <a:lnSpc>
                <a:spcPct val="100000"/>
              </a:lnSpc>
              <a:spcBef>
                <a:spcPts val="0"/>
              </a:spcBef>
              <a:spcAft>
                <a:spcPts val="225"/>
              </a:spcAft>
              <a:buClrTx/>
              <a:buSzTx/>
              <a:buFontTx/>
              <a:buNone/>
              <a:tabLst/>
              <a:defRPr/>
            </a:pPr>
            <a:r>
              <a:rPr kumimoji="0" lang="en-GB" sz="600" b="0" i="0" u="none" strike="noStrike" kern="1200" cap="none" spc="0" normalizeH="0" baseline="0" noProof="0">
                <a:ln>
                  <a:noFill/>
                </a:ln>
                <a:solidFill>
                  <a:srgbClr val="08312A"/>
                </a:solidFill>
                <a:effectLst/>
                <a:uLnTx/>
                <a:uFillTx/>
                <a:latin typeface="Boehringer Forward Text"/>
                <a:ea typeface="+mn-ea"/>
                <a:cs typeface="+mn-cs"/>
              </a:rPr>
              <a:t>Presentation title, date, author</a:t>
            </a:r>
          </a:p>
        </p:txBody>
      </p:sp>
      <p:sp>
        <p:nvSpPr>
          <p:cNvPr id="4" name="灯片编号占位符 3"/>
          <p:cNvSpPr>
            <a:spLocks noGrp="1"/>
          </p:cNvSpPr>
          <p:nvPr>
            <p:ph type="sldNum" sz="quarter" idx="2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43B55C4-4F5A-416B-997D-6CE47EB0A945}" type="slidenum">
              <a:rPr kumimoji="0" lang="en-GB" sz="600" b="0" i="0" u="none" strike="noStrike" kern="1200" cap="none" spc="0" normalizeH="0" baseline="0" noProof="0" smtClean="0">
                <a:ln>
                  <a:noFill/>
                </a:ln>
                <a:solidFill>
                  <a:srgbClr val="08312A"/>
                </a:solidFill>
                <a:effectLst/>
                <a:uLnTx/>
                <a:uFillTx/>
                <a:latin typeface="Boehringer Forward Tex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GB" sz="600" b="0" i="0" u="none" strike="noStrike" kern="1200" cap="none" spc="0" normalizeH="0" baseline="0" noProof="0">
              <a:ln>
                <a:noFill/>
              </a:ln>
              <a:solidFill>
                <a:srgbClr val="08312A"/>
              </a:solidFill>
              <a:effectLst/>
              <a:uLnTx/>
              <a:uFillTx/>
              <a:latin typeface="Boehringer Forward Text"/>
              <a:ea typeface="+mn-ea"/>
              <a:cs typeface="+mn-cs"/>
            </a:endParaRPr>
          </a:p>
        </p:txBody>
      </p:sp>
      <p:sp>
        <p:nvSpPr>
          <p:cNvPr id="8" name="文本框 7">
            <a:extLst>
              <a:ext uri="{FF2B5EF4-FFF2-40B4-BE49-F238E27FC236}">
                <a16:creationId xmlns:a16="http://schemas.microsoft.com/office/drawing/2014/main" id="{3F712784-BAFC-D50F-51F7-09D86C67CFC4}"/>
              </a:ext>
            </a:extLst>
          </p:cNvPr>
          <p:cNvSpPr txBox="1"/>
          <p:nvPr/>
        </p:nvSpPr>
        <p:spPr bwMode="gray">
          <a:xfrm>
            <a:off x="679705" y="1914747"/>
            <a:ext cx="7784588" cy="1302272"/>
          </a:xfrm>
          <a:prstGeom prst="round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wrap="square" lIns="0" tIns="0" rIns="0" bIns="0" rtlCol="0">
            <a:spAutoFit/>
          </a:bodyPr>
          <a:lstStyle/>
          <a:p>
            <a:pPr marL="179705" marR="0" lvl="0" indent="-179705" algn="l" defTabSz="914400" rtl="0" eaLnBrk="1" fontAlgn="auto" latinLnBrk="0" hangingPunct="1">
              <a:lnSpc>
                <a:spcPct val="140000"/>
              </a:lnSpc>
              <a:spcBef>
                <a:spcPts val="0"/>
              </a:spcBef>
              <a:spcAft>
                <a:spcPts val="0"/>
              </a:spcAft>
              <a:buClrTx/>
              <a:buSzTx/>
              <a:buFont typeface="Arial" panose="020B0604020202020204" pitchFamily="34" charset="0"/>
              <a:buChar char="•"/>
              <a:tabLst/>
              <a:defRPr/>
            </a:pPr>
            <a:r>
              <a:rPr lang="en-US" altLang="zh-CN" sz="1400" dirty="0">
                <a:solidFill>
                  <a:schemeClr val="tx1"/>
                </a:solidFill>
              </a:rPr>
              <a:t>Budget impact</a:t>
            </a:r>
            <a:r>
              <a:rPr lang="zh-CN" altLang="en-US" sz="1400" dirty="0">
                <a:solidFill>
                  <a:schemeClr val="tx1"/>
                </a:solidFill>
              </a:rPr>
              <a:t>：</a:t>
            </a:r>
            <a:r>
              <a:rPr lang="en-US" altLang="zh-CN" sz="1400" u="sng" dirty="0">
                <a:solidFill>
                  <a:schemeClr val="tx1"/>
                </a:solidFill>
              </a:rPr>
              <a:t>add 200,000 CNY</a:t>
            </a:r>
          </a:p>
          <a:p>
            <a:pPr marL="179705" marR="0" lvl="0" indent="-179705" algn="l" defTabSz="914400" rtl="0" eaLnBrk="1" fontAlgn="auto" latinLnBrk="0" hangingPunct="1">
              <a:lnSpc>
                <a:spcPct val="140000"/>
              </a:lnSpc>
              <a:spcBef>
                <a:spcPts val="0"/>
              </a:spcBef>
              <a:spcAft>
                <a:spcPts val="0"/>
              </a:spcAft>
              <a:buClrTx/>
              <a:buSzTx/>
              <a:buFont typeface="Arial" panose="020B0604020202020204" pitchFamily="34" charset="0"/>
              <a:buChar char="•"/>
              <a:tabLst/>
              <a:defRPr/>
            </a:pPr>
            <a:r>
              <a:rPr lang="en-US" altLang="zh-CN" sz="1400" dirty="0">
                <a:solidFill>
                  <a:schemeClr val="tx1"/>
                </a:solidFill>
              </a:rPr>
              <a:t>Timeline impact:  </a:t>
            </a:r>
            <a:r>
              <a:rPr lang="en-US" altLang="zh-CN" sz="1400" u="sng" dirty="0">
                <a:solidFill>
                  <a:schemeClr val="tx1"/>
                </a:solidFill>
              </a:rPr>
              <a:t>add 3</a:t>
            </a:r>
            <a:r>
              <a:rPr lang="zh-CN" altLang="en-US" sz="1400" u="sng" dirty="0">
                <a:solidFill>
                  <a:schemeClr val="tx1"/>
                </a:solidFill>
              </a:rPr>
              <a:t> </a:t>
            </a:r>
            <a:r>
              <a:rPr lang="en-US" altLang="zh-CN" sz="1400" u="sng" dirty="0">
                <a:solidFill>
                  <a:schemeClr val="tx1"/>
                </a:solidFill>
              </a:rPr>
              <a:t>months</a:t>
            </a:r>
            <a:r>
              <a:rPr lang="zh-CN" altLang="en-US" sz="1400" u="sng" dirty="0">
                <a:solidFill>
                  <a:schemeClr val="tx1"/>
                </a:solidFill>
              </a:rPr>
              <a:t> </a:t>
            </a:r>
            <a:r>
              <a:rPr lang="en-US" altLang="zh-CN" sz="1400" u="sng" dirty="0">
                <a:solidFill>
                  <a:schemeClr val="tx1"/>
                </a:solidFill>
              </a:rPr>
              <a:t>extra</a:t>
            </a:r>
            <a:r>
              <a:rPr lang="zh-CN" altLang="en-US" sz="1400" u="sng" dirty="0">
                <a:solidFill>
                  <a:schemeClr val="tx1"/>
                </a:solidFill>
              </a:rPr>
              <a:t> </a:t>
            </a:r>
            <a:r>
              <a:rPr lang="en-US" altLang="zh-CN" sz="1400" u="sng" dirty="0">
                <a:solidFill>
                  <a:schemeClr val="tx1"/>
                </a:solidFill>
              </a:rPr>
              <a:t>time for data analysis</a:t>
            </a:r>
          </a:p>
          <a:p>
            <a:pPr marL="179705" marR="0" lvl="0" indent="-179705" algn="l" defTabSz="914400" rtl="0" eaLnBrk="1" fontAlgn="auto" latinLnBrk="0" hangingPunct="1">
              <a:lnSpc>
                <a:spcPct val="140000"/>
              </a:lnSpc>
              <a:spcBef>
                <a:spcPts val="0"/>
              </a:spcBef>
              <a:spcAft>
                <a:spcPts val="0"/>
              </a:spcAft>
              <a:buClrTx/>
              <a:buSzTx/>
              <a:buFont typeface="Arial" panose="020B0604020202020204" pitchFamily="34" charset="0"/>
              <a:buChar char="•"/>
              <a:tabLst/>
              <a:defRPr/>
            </a:pPr>
            <a:r>
              <a:rPr lang="en-US" altLang="zh-CN" sz="1400" dirty="0">
                <a:solidFill>
                  <a:schemeClr val="tx1"/>
                </a:solidFill>
              </a:rPr>
              <a:t>Statistical Analysis </a:t>
            </a:r>
            <a:r>
              <a:rPr lang="zh-CN" altLang="en-US" sz="1400" dirty="0">
                <a:solidFill>
                  <a:schemeClr val="tx1"/>
                </a:solidFill>
              </a:rPr>
              <a:t>：</a:t>
            </a:r>
            <a:r>
              <a:rPr lang="en-US" altLang="zh-CN" sz="1400" dirty="0">
                <a:solidFill>
                  <a:schemeClr val="tx1"/>
                </a:solidFill>
              </a:rPr>
              <a:t>use In-hospital data with  </a:t>
            </a:r>
            <a:r>
              <a:rPr lang="en-US" altLang="zh-CN" sz="1400" i="0" kern="1200" dirty="0">
                <a:solidFill>
                  <a:schemeClr val="tx1"/>
                </a:solidFill>
                <a:effectLst/>
                <a:latin typeface="+mn-lt"/>
                <a:ea typeface="+mn-ea"/>
                <a:cs typeface="+mn-cs"/>
              </a:rPr>
              <a:t>electronic medical records (</a:t>
            </a:r>
            <a:r>
              <a:rPr lang="zh-CN" altLang="en-US" sz="1400" i="0" kern="1200" dirty="0">
                <a:solidFill>
                  <a:schemeClr val="tx1"/>
                </a:solidFill>
                <a:effectLst/>
                <a:latin typeface="+mn-lt"/>
                <a:ea typeface="+mn-ea"/>
                <a:cs typeface="+mn-cs"/>
              </a:rPr>
              <a:t>住院电子病历数据</a:t>
            </a:r>
            <a:r>
              <a:rPr lang="en-US" altLang="zh-CN" sz="1400" i="0" kern="1200" dirty="0">
                <a:solidFill>
                  <a:schemeClr val="tx1"/>
                </a:solidFill>
                <a:effectLst/>
                <a:latin typeface="+mn-lt"/>
                <a:ea typeface="+mn-ea"/>
                <a:cs typeface="+mn-cs"/>
              </a:rPr>
              <a:t>)</a:t>
            </a:r>
            <a:r>
              <a:rPr lang="zh-CN" altLang="en-US" sz="1400" dirty="0">
                <a:solidFill>
                  <a:schemeClr val="tx1"/>
                </a:solidFill>
              </a:rPr>
              <a:t> </a:t>
            </a:r>
            <a:r>
              <a:rPr lang="en-US" altLang="zh-CN" sz="1400" i="0" kern="1200" dirty="0">
                <a:solidFill>
                  <a:schemeClr val="tx1"/>
                </a:solidFill>
                <a:effectLst/>
                <a:latin typeface="+mn-lt"/>
                <a:ea typeface="+mn-ea"/>
                <a:cs typeface="+mn-cs"/>
              </a:rPr>
              <a:t>in 30 hospitals</a:t>
            </a:r>
          </a:p>
        </p:txBody>
      </p:sp>
      <p:sp>
        <p:nvSpPr>
          <p:cNvPr id="9" name="内容占位符 1">
            <a:extLst>
              <a:ext uri="{FF2B5EF4-FFF2-40B4-BE49-F238E27FC236}">
                <a16:creationId xmlns:a16="http://schemas.microsoft.com/office/drawing/2014/main" id="{9640A702-DEA1-5FD9-D2FD-6143CA6BFEE5}"/>
              </a:ext>
            </a:extLst>
          </p:cNvPr>
          <p:cNvSpPr>
            <a:spLocks noGrp="1"/>
          </p:cNvSpPr>
          <p:nvPr>
            <p:ph idx="1"/>
          </p:nvPr>
        </p:nvSpPr>
        <p:spPr>
          <a:xfrm>
            <a:off x="359570" y="1544364"/>
            <a:ext cx="8424863" cy="540000"/>
          </a:xfrm>
        </p:spPr>
        <p:txBody>
          <a:bodyPr/>
          <a:lstStyle/>
          <a:p>
            <a:r>
              <a:rPr lang="en-US" altLang="zh-CN" sz="1400" b="1" dirty="0">
                <a:solidFill>
                  <a:schemeClr val="accent5">
                    <a:lumMod val="50000"/>
                  </a:schemeClr>
                </a:solidFill>
              </a:rPr>
              <a:t>If add HS with Draining Tunnel </a:t>
            </a:r>
          </a:p>
          <a:p>
            <a:endParaRPr lang="en-US" altLang="zh-CN" sz="1400" b="0" dirty="0"/>
          </a:p>
          <a:p>
            <a:endParaRPr lang="zh-CN" altLang="en-US" sz="1400" dirty="0"/>
          </a:p>
        </p:txBody>
      </p:sp>
    </p:spTree>
    <p:extLst>
      <p:ext uri="{BB962C8B-B14F-4D97-AF65-F5344CB8AC3E}">
        <p14:creationId xmlns:p14="http://schemas.microsoft.com/office/powerpoint/2010/main" val="3173518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表 8"/>
          <p:cNvGraphicFramePr>
            <a:graphicFrameLocks noGrp="1"/>
          </p:cNvGraphicFramePr>
          <p:nvPr>
            <p:extLst>
              <p:ext uri="{D42A27DB-BD31-4B8C-83A1-F6EECF244321}">
                <p14:modId xmlns:p14="http://schemas.microsoft.com/office/powerpoint/2010/main" val="43558200"/>
              </p:ext>
            </p:extLst>
          </p:nvPr>
        </p:nvGraphicFramePr>
        <p:xfrm>
          <a:off x="72572" y="1188838"/>
          <a:ext cx="8998855" cy="2880845"/>
        </p:xfrm>
        <a:graphic>
          <a:graphicData uri="http://schemas.openxmlformats.org/drawingml/2006/table">
            <a:tbl>
              <a:tblPr firstRow="1" bandRow="1">
                <a:tableStyleId>{5C22544A-7EE6-4342-B048-85BDC9FD1C3A}</a:tableStyleId>
              </a:tblPr>
              <a:tblGrid>
                <a:gridCol w="191465">
                  <a:extLst>
                    <a:ext uri="{9D8B030D-6E8A-4147-A177-3AD203B41FA5}">
                      <a16:colId xmlns:a16="http://schemas.microsoft.com/office/drawing/2014/main" val="20000"/>
                    </a:ext>
                  </a:extLst>
                </a:gridCol>
                <a:gridCol w="191465">
                  <a:extLst>
                    <a:ext uri="{9D8B030D-6E8A-4147-A177-3AD203B41FA5}">
                      <a16:colId xmlns:a16="http://schemas.microsoft.com/office/drawing/2014/main" val="20001"/>
                    </a:ext>
                  </a:extLst>
                </a:gridCol>
                <a:gridCol w="191465">
                  <a:extLst>
                    <a:ext uri="{9D8B030D-6E8A-4147-A177-3AD203B41FA5}">
                      <a16:colId xmlns:a16="http://schemas.microsoft.com/office/drawing/2014/main" val="20002"/>
                    </a:ext>
                  </a:extLst>
                </a:gridCol>
                <a:gridCol w="191465">
                  <a:extLst>
                    <a:ext uri="{9D8B030D-6E8A-4147-A177-3AD203B41FA5}">
                      <a16:colId xmlns:a16="http://schemas.microsoft.com/office/drawing/2014/main" val="20003"/>
                    </a:ext>
                  </a:extLst>
                </a:gridCol>
                <a:gridCol w="191465">
                  <a:extLst>
                    <a:ext uri="{9D8B030D-6E8A-4147-A177-3AD203B41FA5}">
                      <a16:colId xmlns:a16="http://schemas.microsoft.com/office/drawing/2014/main" val="20004"/>
                    </a:ext>
                  </a:extLst>
                </a:gridCol>
                <a:gridCol w="191465">
                  <a:extLst>
                    <a:ext uri="{9D8B030D-6E8A-4147-A177-3AD203B41FA5}">
                      <a16:colId xmlns:a16="http://schemas.microsoft.com/office/drawing/2014/main" val="20005"/>
                    </a:ext>
                  </a:extLst>
                </a:gridCol>
                <a:gridCol w="191465">
                  <a:extLst>
                    <a:ext uri="{9D8B030D-6E8A-4147-A177-3AD203B41FA5}">
                      <a16:colId xmlns:a16="http://schemas.microsoft.com/office/drawing/2014/main" val="20006"/>
                    </a:ext>
                  </a:extLst>
                </a:gridCol>
                <a:gridCol w="191465">
                  <a:extLst>
                    <a:ext uri="{9D8B030D-6E8A-4147-A177-3AD203B41FA5}">
                      <a16:colId xmlns:a16="http://schemas.microsoft.com/office/drawing/2014/main" val="20007"/>
                    </a:ext>
                  </a:extLst>
                </a:gridCol>
                <a:gridCol w="191465">
                  <a:extLst>
                    <a:ext uri="{9D8B030D-6E8A-4147-A177-3AD203B41FA5}">
                      <a16:colId xmlns:a16="http://schemas.microsoft.com/office/drawing/2014/main" val="20008"/>
                    </a:ext>
                  </a:extLst>
                </a:gridCol>
                <a:gridCol w="191465">
                  <a:extLst>
                    <a:ext uri="{9D8B030D-6E8A-4147-A177-3AD203B41FA5}">
                      <a16:colId xmlns:a16="http://schemas.microsoft.com/office/drawing/2014/main" val="20009"/>
                    </a:ext>
                  </a:extLst>
                </a:gridCol>
                <a:gridCol w="191465">
                  <a:extLst>
                    <a:ext uri="{9D8B030D-6E8A-4147-A177-3AD203B41FA5}">
                      <a16:colId xmlns:a16="http://schemas.microsoft.com/office/drawing/2014/main" val="20010"/>
                    </a:ext>
                  </a:extLst>
                </a:gridCol>
                <a:gridCol w="191465">
                  <a:extLst>
                    <a:ext uri="{9D8B030D-6E8A-4147-A177-3AD203B41FA5}">
                      <a16:colId xmlns:a16="http://schemas.microsoft.com/office/drawing/2014/main" val="20011"/>
                    </a:ext>
                  </a:extLst>
                </a:gridCol>
                <a:gridCol w="191465">
                  <a:extLst>
                    <a:ext uri="{9D8B030D-6E8A-4147-A177-3AD203B41FA5}">
                      <a16:colId xmlns:a16="http://schemas.microsoft.com/office/drawing/2014/main" val="20012"/>
                    </a:ext>
                  </a:extLst>
                </a:gridCol>
                <a:gridCol w="191465">
                  <a:extLst>
                    <a:ext uri="{9D8B030D-6E8A-4147-A177-3AD203B41FA5}">
                      <a16:colId xmlns:a16="http://schemas.microsoft.com/office/drawing/2014/main" val="20013"/>
                    </a:ext>
                  </a:extLst>
                </a:gridCol>
                <a:gridCol w="191465">
                  <a:extLst>
                    <a:ext uri="{9D8B030D-6E8A-4147-A177-3AD203B41FA5}">
                      <a16:colId xmlns:a16="http://schemas.microsoft.com/office/drawing/2014/main" val="20014"/>
                    </a:ext>
                  </a:extLst>
                </a:gridCol>
                <a:gridCol w="191465">
                  <a:extLst>
                    <a:ext uri="{9D8B030D-6E8A-4147-A177-3AD203B41FA5}">
                      <a16:colId xmlns:a16="http://schemas.microsoft.com/office/drawing/2014/main" val="20015"/>
                    </a:ext>
                  </a:extLst>
                </a:gridCol>
                <a:gridCol w="191465">
                  <a:extLst>
                    <a:ext uri="{9D8B030D-6E8A-4147-A177-3AD203B41FA5}">
                      <a16:colId xmlns:a16="http://schemas.microsoft.com/office/drawing/2014/main" val="20016"/>
                    </a:ext>
                  </a:extLst>
                </a:gridCol>
                <a:gridCol w="191465">
                  <a:extLst>
                    <a:ext uri="{9D8B030D-6E8A-4147-A177-3AD203B41FA5}">
                      <a16:colId xmlns:a16="http://schemas.microsoft.com/office/drawing/2014/main" val="20017"/>
                    </a:ext>
                  </a:extLst>
                </a:gridCol>
                <a:gridCol w="191465">
                  <a:extLst>
                    <a:ext uri="{9D8B030D-6E8A-4147-A177-3AD203B41FA5}">
                      <a16:colId xmlns:a16="http://schemas.microsoft.com/office/drawing/2014/main" val="20018"/>
                    </a:ext>
                  </a:extLst>
                </a:gridCol>
                <a:gridCol w="191465">
                  <a:extLst>
                    <a:ext uri="{9D8B030D-6E8A-4147-A177-3AD203B41FA5}">
                      <a16:colId xmlns:a16="http://schemas.microsoft.com/office/drawing/2014/main" val="20019"/>
                    </a:ext>
                  </a:extLst>
                </a:gridCol>
                <a:gridCol w="191465">
                  <a:extLst>
                    <a:ext uri="{9D8B030D-6E8A-4147-A177-3AD203B41FA5}">
                      <a16:colId xmlns:a16="http://schemas.microsoft.com/office/drawing/2014/main" val="20020"/>
                    </a:ext>
                  </a:extLst>
                </a:gridCol>
                <a:gridCol w="191465">
                  <a:extLst>
                    <a:ext uri="{9D8B030D-6E8A-4147-A177-3AD203B41FA5}">
                      <a16:colId xmlns:a16="http://schemas.microsoft.com/office/drawing/2014/main" val="20021"/>
                    </a:ext>
                  </a:extLst>
                </a:gridCol>
                <a:gridCol w="191465">
                  <a:extLst>
                    <a:ext uri="{9D8B030D-6E8A-4147-A177-3AD203B41FA5}">
                      <a16:colId xmlns:a16="http://schemas.microsoft.com/office/drawing/2014/main" val="20022"/>
                    </a:ext>
                  </a:extLst>
                </a:gridCol>
                <a:gridCol w="191465">
                  <a:extLst>
                    <a:ext uri="{9D8B030D-6E8A-4147-A177-3AD203B41FA5}">
                      <a16:colId xmlns:a16="http://schemas.microsoft.com/office/drawing/2014/main" val="20023"/>
                    </a:ext>
                  </a:extLst>
                </a:gridCol>
                <a:gridCol w="191465">
                  <a:extLst>
                    <a:ext uri="{9D8B030D-6E8A-4147-A177-3AD203B41FA5}">
                      <a16:colId xmlns:a16="http://schemas.microsoft.com/office/drawing/2014/main" val="20024"/>
                    </a:ext>
                  </a:extLst>
                </a:gridCol>
                <a:gridCol w="191465">
                  <a:extLst>
                    <a:ext uri="{9D8B030D-6E8A-4147-A177-3AD203B41FA5}">
                      <a16:colId xmlns:a16="http://schemas.microsoft.com/office/drawing/2014/main" val="20025"/>
                    </a:ext>
                  </a:extLst>
                </a:gridCol>
                <a:gridCol w="191465">
                  <a:extLst>
                    <a:ext uri="{9D8B030D-6E8A-4147-A177-3AD203B41FA5}">
                      <a16:colId xmlns:a16="http://schemas.microsoft.com/office/drawing/2014/main" val="20026"/>
                    </a:ext>
                  </a:extLst>
                </a:gridCol>
                <a:gridCol w="191465">
                  <a:extLst>
                    <a:ext uri="{9D8B030D-6E8A-4147-A177-3AD203B41FA5}">
                      <a16:colId xmlns:a16="http://schemas.microsoft.com/office/drawing/2014/main" val="20027"/>
                    </a:ext>
                  </a:extLst>
                </a:gridCol>
                <a:gridCol w="191465">
                  <a:extLst>
                    <a:ext uri="{9D8B030D-6E8A-4147-A177-3AD203B41FA5}">
                      <a16:colId xmlns:a16="http://schemas.microsoft.com/office/drawing/2014/main" val="20028"/>
                    </a:ext>
                  </a:extLst>
                </a:gridCol>
                <a:gridCol w="191465">
                  <a:extLst>
                    <a:ext uri="{9D8B030D-6E8A-4147-A177-3AD203B41FA5}">
                      <a16:colId xmlns:a16="http://schemas.microsoft.com/office/drawing/2014/main" val="20029"/>
                    </a:ext>
                  </a:extLst>
                </a:gridCol>
                <a:gridCol w="191465">
                  <a:extLst>
                    <a:ext uri="{9D8B030D-6E8A-4147-A177-3AD203B41FA5}">
                      <a16:colId xmlns:a16="http://schemas.microsoft.com/office/drawing/2014/main" val="20030"/>
                    </a:ext>
                  </a:extLst>
                </a:gridCol>
                <a:gridCol w="191465">
                  <a:extLst>
                    <a:ext uri="{9D8B030D-6E8A-4147-A177-3AD203B41FA5}">
                      <a16:colId xmlns:a16="http://schemas.microsoft.com/office/drawing/2014/main" val="20031"/>
                    </a:ext>
                  </a:extLst>
                </a:gridCol>
                <a:gridCol w="191465">
                  <a:extLst>
                    <a:ext uri="{9D8B030D-6E8A-4147-A177-3AD203B41FA5}">
                      <a16:colId xmlns:a16="http://schemas.microsoft.com/office/drawing/2014/main" val="20032"/>
                    </a:ext>
                  </a:extLst>
                </a:gridCol>
                <a:gridCol w="191465">
                  <a:extLst>
                    <a:ext uri="{9D8B030D-6E8A-4147-A177-3AD203B41FA5}">
                      <a16:colId xmlns:a16="http://schemas.microsoft.com/office/drawing/2014/main" val="20033"/>
                    </a:ext>
                  </a:extLst>
                </a:gridCol>
                <a:gridCol w="191465">
                  <a:extLst>
                    <a:ext uri="{9D8B030D-6E8A-4147-A177-3AD203B41FA5}">
                      <a16:colId xmlns:a16="http://schemas.microsoft.com/office/drawing/2014/main" val="20034"/>
                    </a:ext>
                  </a:extLst>
                </a:gridCol>
                <a:gridCol w="191465">
                  <a:extLst>
                    <a:ext uri="{9D8B030D-6E8A-4147-A177-3AD203B41FA5}">
                      <a16:colId xmlns:a16="http://schemas.microsoft.com/office/drawing/2014/main" val="20035"/>
                    </a:ext>
                  </a:extLst>
                </a:gridCol>
                <a:gridCol w="191465">
                  <a:extLst>
                    <a:ext uri="{9D8B030D-6E8A-4147-A177-3AD203B41FA5}">
                      <a16:colId xmlns:a16="http://schemas.microsoft.com/office/drawing/2014/main" val="20036"/>
                    </a:ext>
                  </a:extLst>
                </a:gridCol>
                <a:gridCol w="191465">
                  <a:extLst>
                    <a:ext uri="{9D8B030D-6E8A-4147-A177-3AD203B41FA5}">
                      <a16:colId xmlns:a16="http://schemas.microsoft.com/office/drawing/2014/main" val="20037"/>
                    </a:ext>
                  </a:extLst>
                </a:gridCol>
                <a:gridCol w="213327">
                  <a:extLst>
                    <a:ext uri="{9D8B030D-6E8A-4147-A177-3AD203B41FA5}">
                      <a16:colId xmlns:a16="http://schemas.microsoft.com/office/drawing/2014/main" val="2440549947"/>
                    </a:ext>
                  </a:extLst>
                </a:gridCol>
                <a:gridCol w="169603">
                  <a:extLst>
                    <a:ext uri="{9D8B030D-6E8A-4147-A177-3AD203B41FA5}">
                      <a16:colId xmlns:a16="http://schemas.microsoft.com/office/drawing/2014/main" val="3237951313"/>
                    </a:ext>
                  </a:extLst>
                </a:gridCol>
                <a:gridCol w="191465">
                  <a:extLst>
                    <a:ext uri="{9D8B030D-6E8A-4147-A177-3AD203B41FA5}">
                      <a16:colId xmlns:a16="http://schemas.microsoft.com/office/drawing/2014/main" val="1457388136"/>
                    </a:ext>
                  </a:extLst>
                </a:gridCol>
                <a:gridCol w="191465">
                  <a:extLst>
                    <a:ext uri="{9D8B030D-6E8A-4147-A177-3AD203B41FA5}">
                      <a16:colId xmlns:a16="http://schemas.microsoft.com/office/drawing/2014/main" val="1595024988"/>
                    </a:ext>
                  </a:extLst>
                </a:gridCol>
                <a:gridCol w="191465">
                  <a:extLst>
                    <a:ext uri="{9D8B030D-6E8A-4147-A177-3AD203B41FA5}">
                      <a16:colId xmlns:a16="http://schemas.microsoft.com/office/drawing/2014/main" val="2969139291"/>
                    </a:ext>
                  </a:extLst>
                </a:gridCol>
                <a:gridCol w="191465">
                  <a:extLst>
                    <a:ext uri="{9D8B030D-6E8A-4147-A177-3AD203B41FA5}">
                      <a16:colId xmlns:a16="http://schemas.microsoft.com/office/drawing/2014/main" val="2335716664"/>
                    </a:ext>
                  </a:extLst>
                </a:gridCol>
                <a:gridCol w="191465">
                  <a:extLst>
                    <a:ext uri="{9D8B030D-6E8A-4147-A177-3AD203B41FA5}">
                      <a16:colId xmlns:a16="http://schemas.microsoft.com/office/drawing/2014/main" val="2077737221"/>
                    </a:ext>
                  </a:extLst>
                </a:gridCol>
                <a:gridCol w="191465">
                  <a:extLst>
                    <a:ext uri="{9D8B030D-6E8A-4147-A177-3AD203B41FA5}">
                      <a16:colId xmlns:a16="http://schemas.microsoft.com/office/drawing/2014/main" val="2384793273"/>
                    </a:ext>
                  </a:extLst>
                </a:gridCol>
                <a:gridCol w="191465">
                  <a:extLst>
                    <a:ext uri="{9D8B030D-6E8A-4147-A177-3AD203B41FA5}">
                      <a16:colId xmlns:a16="http://schemas.microsoft.com/office/drawing/2014/main" val="1542617784"/>
                    </a:ext>
                  </a:extLst>
                </a:gridCol>
              </a:tblGrid>
              <a:tr h="641988">
                <a:tc gridSpan="2">
                  <a:txBody>
                    <a:bodyPr/>
                    <a:lstStyle/>
                    <a:p>
                      <a:r>
                        <a:rPr kumimoji="1" lang="en-US" altLang="ja-JP" sz="1400"/>
                        <a:t>2023</a:t>
                      </a:r>
                      <a:endParaRPr kumimoji="1" lang="ja-JP" altLang="en-US" sz="1400"/>
                    </a:p>
                  </a:txBody>
                  <a:tcPr>
                    <a:lnB w="12700" cap="flat" cmpd="sng" algn="ctr">
                      <a:solidFill>
                        <a:schemeClr val="bg1"/>
                      </a:solidFill>
                      <a:prstDash val="solid"/>
                      <a:round/>
                      <a:headEnd type="none" w="med" len="med"/>
                      <a:tailEnd type="none" w="med" len="med"/>
                    </a:lnB>
                  </a:tcPr>
                </a:tc>
                <a:tc hMerge="1">
                  <a:txBody>
                    <a:bodyPr/>
                    <a:lstStyle/>
                    <a:p>
                      <a:endParaRPr lang="zh-CN"/>
                    </a:p>
                  </a:txBody>
                  <a:tcPr>
                    <a:lnB w="12700" cap="flat" cmpd="sng" algn="ctr">
                      <a:solidFill>
                        <a:schemeClr val="bg1"/>
                      </a:solidFill>
                      <a:prstDash val="solid"/>
                      <a:round/>
                      <a:headEnd type="none" w="med" len="med"/>
                      <a:tailEnd type="none" w="med" len="med"/>
                    </a:lnB>
                  </a:tcPr>
                </a:tc>
                <a:tc gridSpan="12">
                  <a:txBody>
                    <a:bodyPr/>
                    <a:lstStyle/>
                    <a:p>
                      <a:pPr marL="0" algn="l" defTabSz="914400" rtl="0" eaLnBrk="1" latinLnBrk="0" hangingPunct="1"/>
                      <a:r>
                        <a:rPr kumimoji="1" lang="en-US" altLang="ja-JP" sz="1400" b="1" kern="1200">
                          <a:solidFill>
                            <a:schemeClr val="lt1"/>
                          </a:solidFill>
                          <a:latin typeface="+mn-lt"/>
                          <a:ea typeface="+mn-ea"/>
                          <a:cs typeface="+mn-cs"/>
                        </a:rPr>
                        <a:t>2024</a:t>
                      </a:r>
                      <a:endParaRPr kumimoji="1" lang="ja-JP" altLang="en-US" sz="1400" b="1" kern="1200">
                        <a:solidFill>
                          <a:schemeClr val="lt1"/>
                        </a:solidFill>
                        <a:latin typeface="+mn-lt"/>
                        <a:ea typeface="+mn-ea"/>
                        <a:cs typeface="+mn-cs"/>
                      </a:endParaRPr>
                    </a:p>
                  </a:txBody>
                  <a:tcPr marL="68580" marR="68580" marT="34290" marB="34290">
                    <a:solidFill>
                      <a:srgbClr val="FFC000"/>
                    </a:solidFill>
                  </a:tcPr>
                </a:tc>
                <a:tc hMerge="1">
                  <a:txBody>
                    <a:bodyPr/>
                    <a:lstStyle/>
                    <a:p>
                      <a:endParaRPr lang="zh-CN"/>
                    </a:p>
                  </a:txBody>
                  <a:tcPr/>
                </a:tc>
                <a:tc hMerge="1">
                  <a:txBody>
                    <a:bodyPr/>
                    <a:lstStyle/>
                    <a:p>
                      <a:endParaRPr lang="zh-CN"/>
                    </a:p>
                  </a:txBody>
                  <a:tcPr marL="68580" marR="68580" marT="34290" marB="34290"/>
                </a:tc>
                <a:tc hMerge="1">
                  <a:txBody>
                    <a:bodyPr/>
                    <a:lstStyle/>
                    <a:p>
                      <a:endParaRPr lang="zh-CN"/>
                    </a:p>
                  </a:txBody>
                  <a:tcPr marL="68580" marR="68580" marT="34290" marB="34290"/>
                </a:tc>
                <a:tc hMerge="1">
                  <a:txBody>
                    <a:bodyPr/>
                    <a:lstStyle/>
                    <a:p>
                      <a:endParaRPr lang="zh-CN"/>
                    </a:p>
                  </a:txBody>
                  <a:tcPr marL="68580" marR="68580" marT="34290" marB="34290"/>
                </a:tc>
                <a:tc hMerge="1">
                  <a:txBody>
                    <a:bodyPr/>
                    <a:lstStyle/>
                    <a:p>
                      <a:endParaRPr lang="zh-CN"/>
                    </a:p>
                  </a:txBody>
                  <a:tcPr marL="68580" marR="68580" marT="34290" marB="34290"/>
                </a:tc>
                <a:tc hMerge="1">
                  <a:txBody>
                    <a:bodyPr/>
                    <a:lstStyle/>
                    <a:p>
                      <a:endParaRPr lang="zh-CN"/>
                    </a:p>
                  </a:txBody>
                  <a:tcPr marL="68580" marR="68580" marT="34290" marB="34290"/>
                </a:tc>
                <a:tc hMerge="1">
                  <a:txBody>
                    <a:bodyPr/>
                    <a:lstStyle/>
                    <a:p>
                      <a:endParaRPr lang="zh-CN"/>
                    </a:p>
                  </a:txBody>
                  <a:tcPr marL="68580" marR="68580" marT="34290" marB="34290"/>
                </a:tc>
                <a:tc hMerge="1">
                  <a:txBody>
                    <a:bodyPr/>
                    <a:lstStyle/>
                    <a:p>
                      <a:endParaRPr lang="zh-CN"/>
                    </a:p>
                  </a:txBody>
                  <a:tcPr marL="68580" marR="68580" marT="34290" marB="34290"/>
                </a:tc>
                <a:tc hMerge="1">
                  <a:txBody>
                    <a:bodyPr/>
                    <a:lstStyle/>
                    <a:p>
                      <a:endParaRPr lang="zh-CN"/>
                    </a:p>
                  </a:txBody>
                  <a:tcPr marL="68580" marR="68580" marT="34290" marB="34290"/>
                </a:tc>
                <a:tc hMerge="1">
                  <a:txBody>
                    <a:bodyPr/>
                    <a:lstStyle/>
                    <a:p>
                      <a:endParaRPr lang="zh-CN"/>
                    </a:p>
                  </a:txBody>
                  <a:tcPr marL="68580" marR="68580" marT="34290" marB="34290"/>
                </a:tc>
                <a:tc hMerge="1">
                  <a:txBody>
                    <a:bodyPr/>
                    <a:lstStyle/>
                    <a:p>
                      <a:endParaRPr lang="zh-CN"/>
                    </a:p>
                  </a:txBody>
                  <a:tcPr marL="68580" marR="68580" marT="34290" marB="34290"/>
                </a:tc>
                <a:tc gridSpan="12">
                  <a:txBody>
                    <a:bodyPr/>
                    <a:lstStyle/>
                    <a:p>
                      <a:pPr marL="0" algn="l" defTabSz="914400" rtl="0" eaLnBrk="1" latinLnBrk="0" hangingPunct="1"/>
                      <a:r>
                        <a:rPr kumimoji="1" lang="en-US" altLang="ja-JP" sz="1400" b="1" kern="1200">
                          <a:solidFill>
                            <a:schemeClr val="lt1"/>
                          </a:solidFill>
                          <a:latin typeface="+mn-lt"/>
                          <a:ea typeface="+mn-ea"/>
                          <a:cs typeface="+mn-cs"/>
                        </a:rPr>
                        <a:t>2025</a:t>
                      </a:r>
                      <a:endParaRPr kumimoji="1" lang="ja-JP" altLang="en-US" sz="1400" b="1" kern="1200">
                        <a:solidFill>
                          <a:schemeClr val="lt1"/>
                        </a:solidFill>
                        <a:latin typeface="+mn-lt"/>
                        <a:ea typeface="+mn-ea"/>
                        <a:cs typeface="+mn-cs"/>
                      </a:endParaRPr>
                    </a:p>
                  </a:txBody>
                  <a:tcPr marL="68580" marR="68580" marT="34290" marB="34290">
                    <a:solidFill>
                      <a:srgbClr val="92D050"/>
                    </a:solidFill>
                  </a:tcPr>
                </a:tc>
                <a:tc hMerge="1">
                  <a:txBody>
                    <a:bodyPr/>
                    <a:lstStyle/>
                    <a:p>
                      <a:endParaRPr lang="zh-CN"/>
                    </a:p>
                  </a:txBody>
                  <a:tcPr marL="68580" marR="68580" marT="34290" marB="34290">
                    <a:solidFill>
                      <a:srgbClr val="FFC000"/>
                    </a:solidFill>
                  </a:tcPr>
                </a:tc>
                <a:tc hMerge="1">
                  <a:txBody>
                    <a:bodyPr/>
                    <a:lstStyle/>
                    <a:p>
                      <a:endParaRPr lang="zh-CN"/>
                    </a:p>
                  </a:txBody>
                  <a:tcPr marL="68580" marR="68580" marT="34290" marB="34290">
                    <a:solidFill>
                      <a:srgbClr val="FFC000"/>
                    </a:solidFill>
                  </a:tcPr>
                </a:tc>
                <a:tc hMerge="1">
                  <a:txBody>
                    <a:bodyPr/>
                    <a:lstStyle/>
                    <a:p>
                      <a:endParaRPr lang="zh-CN"/>
                    </a:p>
                  </a:txBody>
                  <a:tcPr marL="68580" marR="68580" marT="34290" marB="34290">
                    <a:solidFill>
                      <a:srgbClr val="FFC000"/>
                    </a:solidFill>
                  </a:tcPr>
                </a:tc>
                <a:tc hMerge="1">
                  <a:txBody>
                    <a:bodyPr/>
                    <a:lstStyle/>
                    <a:p>
                      <a:endParaRPr lang="zh-CN"/>
                    </a:p>
                  </a:txBody>
                  <a:tcPr marL="68580" marR="68580" marT="34290" marB="34290">
                    <a:solidFill>
                      <a:srgbClr val="FFC000"/>
                    </a:solidFill>
                  </a:tcPr>
                </a:tc>
                <a:tc hMerge="1">
                  <a:txBody>
                    <a:bodyPr/>
                    <a:lstStyle/>
                    <a:p>
                      <a:endParaRPr lang="zh-CN"/>
                    </a:p>
                  </a:txBody>
                  <a:tcPr marL="68580" marR="68580" marT="34290" marB="34290">
                    <a:solidFill>
                      <a:srgbClr val="FFC000"/>
                    </a:solidFill>
                  </a:tcPr>
                </a:tc>
                <a:tc hMerge="1">
                  <a:txBody>
                    <a:bodyPr/>
                    <a:lstStyle/>
                    <a:p>
                      <a:endParaRPr lang="zh-CN"/>
                    </a:p>
                  </a:txBody>
                  <a:tcPr marL="68580" marR="68580" marT="34290" marB="34290">
                    <a:solidFill>
                      <a:srgbClr val="FFC000"/>
                    </a:solidFill>
                  </a:tcPr>
                </a:tc>
                <a:tc hMerge="1">
                  <a:txBody>
                    <a:bodyPr/>
                    <a:lstStyle/>
                    <a:p>
                      <a:endParaRPr lang="zh-CN"/>
                    </a:p>
                  </a:txBody>
                  <a:tcPr marL="68580" marR="68580" marT="34290" marB="34290">
                    <a:solidFill>
                      <a:srgbClr val="FFC000"/>
                    </a:solidFill>
                  </a:tcPr>
                </a:tc>
                <a:tc hMerge="1">
                  <a:txBody>
                    <a:bodyPr/>
                    <a:lstStyle/>
                    <a:p>
                      <a:endParaRPr lang="zh-CN"/>
                    </a:p>
                  </a:txBody>
                  <a:tcPr marL="68580" marR="68580" marT="34290" marB="34290">
                    <a:solidFill>
                      <a:srgbClr val="92D050"/>
                    </a:solidFill>
                  </a:tcPr>
                </a:tc>
                <a:tc hMerge="1">
                  <a:txBody>
                    <a:bodyPr/>
                    <a:lstStyle/>
                    <a:p>
                      <a:endParaRPr lang="zh-CN"/>
                    </a:p>
                  </a:txBody>
                  <a:tcPr marL="68580" marR="68580" marT="34290" marB="34290">
                    <a:solidFill>
                      <a:srgbClr val="92D050"/>
                    </a:solidFill>
                  </a:tcPr>
                </a:tc>
                <a:tc hMerge="1">
                  <a:txBody>
                    <a:bodyPr/>
                    <a:lstStyle/>
                    <a:p>
                      <a:endParaRPr lang="zh-CN"/>
                    </a:p>
                  </a:txBody>
                  <a:tcPr marL="68580" marR="68580" marT="34290" marB="34290">
                    <a:solidFill>
                      <a:srgbClr val="92D050"/>
                    </a:solidFill>
                  </a:tcPr>
                </a:tc>
                <a:tc hMerge="1">
                  <a:txBody>
                    <a:bodyPr/>
                    <a:lstStyle/>
                    <a:p>
                      <a:endParaRPr lang="zh-CN"/>
                    </a:p>
                  </a:txBody>
                  <a:tcPr marL="68580" marR="68580" marT="34290" marB="34290">
                    <a:solidFill>
                      <a:srgbClr val="92D050"/>
                    </a:solidFill>
                  </a:tcPr>
                </a:tc>
                <a:tc gridSpan="12">
                  <a:txBody>
                    <a:bodyPr/>
                    <a:lstStyle/>
                    <a:p>
                      <a:pPr marL="0" algn="l" defTabSz="914400" rtl="0" eaLnBrk="1" latinLnBrk="0" hangingPunct="1"/>
                      <a:r>
                        <a:rPr kumimoji="1" lang="en-US" altLang="ja-JP" sz="1400" b="1" kern="1200">
                          <a:solidFill>
                            <a:schemeClr val="lt1"/>
                          </a:solidFill>
                          <a:latin typeface="+mn-lt"/>
                          <a:ea typeface="+mn-ea"/>
                          <a:cs typeface="+mn-cs"/>
                        </a:rPr>
                        <a:t>2026</a:t>
                      </a:r>
                      <a:endParaRPr kumimoji="1" lang="ja-JP" altLang="en-US" sz="1400" b="1" kern="1200">
                        <a:solidFill>
                          <a:schemeClr val="lt1"/>
                        </a:solidFill>
                        <a:latin typeface="+mn-lt"/>
                        <a:ea typeface="+mn-ea"/>
                        <a:cs typeface="+mn-cs"/>
                      </a:endParaRPr>
                    </a:p>
                  </a:txBody>
                  <a:tcPr marL="68580" marR="68580" marT="34290" marB="34290">
                    <a:solidFill>
                      <a:schemeClr val="accent6">
                        <a:lumMod val="75000"/>
                      </a:schemeClr>
                    </a:solidFill>
                  </a:tcPr>
                </a:tc>
                <a:tc hMerge="1">
                  <a:txBody>
                    <a:bodyPr/>
                    <a:lstStyle/>
                    <a:p>
                      <a:endParaRPr lang="zh-CN"/>
                    </a:p>
                  </a:txBody>
                  <a:tcPr marL="68580" marR="68580" marT="34290" marB="34290">
                    <a:solidFill>
                      <a:srgbClr val="92D050"/>
                    </a:solidFill>
                  </a:tcPr>
                </a:tc>
                <a:tc hMerge="1">
                  <a:txBody>
                    <a:bodyPr/>
                    <a:lstStyle/>
                    <a:p>
                      <a:endParaRPr lang="zh-CN"/>
                    </a:p>
                  </a:txBody>
                  <a:tcPr marL="68580" marR="68580" marT="34290" marB="34290">
                    <a:solidFill>
                      <a:srgbClr val="92D050"/>
                    </a:solidFill>
                  </a:tcPr>
                </a:tc>
                <a:tc hMerge="1">
                  <a:txBody>
                    <a:bodyPr/>
                    <a:lstStyle/>
                    <a:p>
                      <a:endParaRPr lang="zh-CN"/>
                    </a:p>
                  </a:txBody>
                  <a:tcPr marL="68580" marR="68580" marT="34290" marB="34290">
                    <a:solidFill>
                      <a:srgbClr val="92D050"/>
                    </a:solidFill>
                  </a:tcPr>
                </a:tc>
                <a:tc hMerge="1">
                  <a:txBody>
                    <a:bodyPr/>
                    <a:lstStyle/>
                    <a:p>
                      <a:endParaRPr lang="zh-CN"/>
                    </a:p>
                  </a:txBody>
                  <a:tcPr marL="68580" marR="68580" marT="34290" marB="34290">
                    <a:solidFill>
                      <a:srgbClr val="92D050"/>
                    </a:solidFill>
                  </a:tcPr>
                </a:tc>
                <a:tc hMerge="1">
                  <a:txBody>
                    <a:bodyPr/>
                    <a:lstStyle/>
                    <a:p>
                      <a:endParaRPr lang="zh-CN"/>
                    </a:p>
                  </a:txBody>
                  <a:tcPr marL="68580" marR="68580" marT="34290" marB="34290">
                    <a:solidFill>
                      <a:srgbClr val="92D050"/>
                    </a:solidFill>
                  </a:tcPr>
                </a:tc>
                <a:tc hMerge="1">
                  <a:txBody>
                    <a:bodyPr/>
                    <a:lstStyle/>
                    <a:p>
                      <a:endParaRPr lang="zh-CN"/>
                    </a:p>
                  </a:txBody>
                  <a:tcPr marL="68580" marR="68580" marT="34290" marB="34290">
                    <a:solidFill>
                      <a:srgbClr val="92D050"/>
                    </a:solidFill>
                  </a:tcPr>
                </a:tc>
                <a:tc hMerge="1">
                  <a:txBody>
                    <a:bodyPr/>
                    <a:lstStyle/>
                    <a:p>
                      <a:endParaRPr lang="zh-CN"/>
                    </a:p>
                  </a:txBody>
                  <a:tcPr marL="68580" marR="68580" marT="34290" marB="34290">
                    <a:solidFill>
                      <a:srgbClr val="92D050"/>
                    </a:solidFill>
                  </a:tcPr>
                </a:tc>
                <a:tc hMerge="1">
                  <a:txBody>
                    <a:bodyPr/>
                    <a:lstStyle/>
                    <a:p>
                      <a:endParaRPr lang="zh-CN"/>
                    </a:p>
                  </a:txBody>
                  <a:tcPr marL="68580" marR="68580" marT="34290" marB="34290">
                    <a:solidFill>
                      <a:srgbClr val="92D050"/>
                    </a:solidFill>
                  </a:tcPr>
                </a:tc>
                <a:tc hMerge="1">
                  <a:txBody>
                    <a:bodyPr/>
                    <a:lstStyle/>
                    <a:p>
                      <a:endParaRPr lang="zh-CN"/>
                    </a:p>
                  </a:txBody>
                  <a:tcPr marL="68580" marR="68580" marT="34290" marB="34290">
                    <a:solidFill>
                      <a:schemeClr val="accent6">
                        <a:lumMod val="75000"/>
                      </a:schemeClr>
                    </a:solidFill>
                  </a:tcPr>
                </a:tc>
                <a:tc hMerge="1">
                  <a:txBody>
                    <a:bodyPr/>
                    <a:lstStyle/>
                    <a:p>
                      <a:endParaRPr lang="zh-CN"/>
                    </a:p>
                  </a:txBody>
                  <a:tcPr marL="68580" marR="68580" marT="34290" marB="34290">
                    <a:solidFill>
                      <a:schemeClr val="accent6">
                        <a:lumMod val="75000"/>
                      </a:schemeClr>
                    </a:solidFill>
                  </a:tcPr>
                </a:tc>
                <a:tc hMerge="1">
                  <a:txBody>
                    <a:bodyPr/>
                    <a:lstStyle/>
                    <a:p>
                      <a:endParaRPr lang="zh-CN"/>
                    </a:p>
                  </a:txBody>
                  <a:tcPr marL="68580" marR="68580" marT="34290" marB="34290">
                    <a:solidFill>
                      <a:schemeClr val="accent6">
                        <a:lumMod val="75000"/>
                      </a:schemeClr>
                    </a:solidFill>
                  </a:tcPr>
                </a:tc>
                <a:tc gridSpan="9">
                  <a:txBody>
                    <a:bodyPr/>
                    <a:lstStyle/>
                    <a:p>
                      <a:pPr marL="0" algn="l" defTabSz="914400" rtl="0" eaLnBrk="1" latinLnBrk="0" hangingPunct="1"/>
                      <a:r>
                        <a:rPr kumimoji="1" lang="en-US" altLang="ja-JP" sz="1400" b="1" kern="1200">
                          <a:solidFill>
                            <a:schemeClr val="lt1"/>
                          </a:solidFill>
                          <a:latin typeface="+mn-lt"/>
                          <a:ea typeface="+mn-ea"/>
                          <a:cs typeface="+mn-cs"/>
                        </a:rPr>
                        <a:t>2027</a:t>
                      </a:r>
                      <a:endParaRPr kumimoji="1" lang="ja-JP" altLang="en-US" sz="1400" b="1" kern="1200">
                        <a:solidFill>
                          <a:schemeClr val="lt1"/>
                        </a:solidFill>
                        <a:latin typeface="+mn-lt"/>
                        <a:ea typeface="+mn-ea"/>
                        <a:cs typeface="+mn-cs"/>
                      </a:endParaRPr>
                    </a:p>
                  </a:txBody>
                  <a:tcPr marL="68580" marR="68580" marT="34290" marB="34290">
                    <a:solidFill>
                      <a:srgbClr val="86251B"/>
                    </a:solidFill>
                  </a:tcPr>
                </a:tc>
                <a:tc hMerge="1">
                  <a:txBody>
                    <a:bodyPr/>
                    <a:lstStyle/>
                    <a:p>
                      <a:pPr marL="0" algn="l" defTabSz="914400" rtl="0" eaLnBrk="1" latinLnBrk="0" hangingPunct="1"/>
                      <a:endParaRPr kumimoji="1" lang="ja-JP" altLang="en-US" sz="1400" b="1" kern="1200">
                        <a:solidFill>
                          <a:schemeClr val="lt1"/>
                        </a:solidFill>
                        <a:latin typeface="+mn-lt"/>
                        <a:ea typeface="+mn-ea"/>
                        <a:cs typeface="+mn-cs"/>
                      </a:endParaRPr>
                    </a:p>
                  </a:txBody>
                  <a:tcPr marL="68580" marR="68580" marT="34290" marB="34290">
                    <a:solidFill>
                      <a:srgbClr val="86251B"/>
                    </a:solidFill>
                  </a:tcPr>
                </a:tc>
                <a:tc hMerge="1">
                  <a:txBody>
                    <a:bodyPr/>
                    <a:lstStyle/>
                    <a:p>
                      <a:pPr marL="0" algn="l" defTabSz="914400" rtl="0" eaLnBrk="1" latinLnBrk="0" hangingPunct="1"/>
                      <a:endParaRPr kumimoji="1" lang="ja-JP" altLang="en-US" sz="1400" b="1" kern="1200">
                        <a:solidFill>
                          <a:schemeClr val="lt1"/>
                        </a:solidFill>
                        <a:latin typeface="+mn-lt"/>
                        <a:ea typeface="+mn-ea"/>
                        <a:cs typeface="+mn-cs"/>
                      </a:endParaRPr>
                    </a:p>
                  </a:txBody>
                  <a:tcPr marL="68580" marR="68580" marT="34290" marB="34290">
                    <a:solidFill>
                      <a:srgbClr val="86251B"/>
                    </a:solidFill>
                  </a:tcPr>
                </a:tc>
                <a:tc hMerge="1">
                  <a:txBody>
                    <a:bodyPr/>
                    <a:lstStyle/>
                    <a:p>
                      <a:pPr marL="0" algn="l" defTabSz="914400" rtl="0" eaLnBrk="1" latinLnBrk="0" hangingPunct="1"/>
                      <a:endParaRPr kumimoji="1" lang="ja-JP" altLang="en-US" sz="1400" b="1" kern="1200">
                        <a:solidFill>
                          <a:schemeClr val="lt1"/>
                        </a:solidFill>
                        <a:latin typeface="+mn-lt"/>
                        <a:ea typeface="+mn-ea"/>
                        <a:cs typeface="+mn-cs"/>
                      </a:endParaRPr>
                    </a:p>
                  </a:txBody>
                  <a:tcPr marL="68580" marR="68580" marT="34290" marB="34290">
                    <a:solidFill>
                      <a:srgbClr val="86251B"/>
                    </a:solidFill>
                  </a:tcPr>
                </a:tc>
                <a:tc hMerge="1">
                  <a:txBody>
                    <a:bodyPr/>
                    <a:lstStyle/>
                    <a:p>
                      <a:pPr marL="0" algn="l" defTabSz="914400" rtl="0" eaLnBrk="1" latinLnBrk="0" hangingPunct="1"/>
                      <a:endParaRPr kumimoji="1" lang="ja-JP" altLang="en-US" sz="1400" b="1" kern="1200">
                        <a:solidFill>
                          <a:schemeClr val="lt1"/>
                        </a:solidFill>
                        <a:latin typeface="+mn-lt"/>
                        <a:ea typeface="+mn-ea"/>
                        <a:cs typeface="+mn-cs"/>
                      </a:endParaRPr>
                    </a:p>
                  </a:txBody>
                  <a:tcPr marL="68580" marR="68580" marT="34290" marB="34290">
                    <a:solidFill>
                      <a:srgbClr val="86251B"/>
                    </a:solidFill>
                  </a:tcPr>
                </a:tc>
                <a:tc hMerge="1">
                  <a:txBody>
                    <a:bodyPr/>
                    <a:lstStyle/>
                    <a:p>
                      <a:pPr marL="0" algn="l" defTabSz="914400" rtl="0" eaLnBrk="1" latinLnBrk="0" hangingPunct="1"/>
                      <a:endParaRPr kumimoji="1" lang="ja-JP" altLang="en-US" sz="1400" b="1" kern="1200">
                        <a:solidFill>
                          <a:schemeClr val="lt1"/>
                        </a:solidFill>
                        <a:latin typeface="+mn-lt"/>
                        <a:ea typeface="+mn-ea"/>
                        <a:cs typeface="+mn-cs"/>
                      </a:endParaRPr>
                    </a:p>
                  </a:txBody>
                  <a:tcPr marL="68580" marR="68580" marT="34290" marB="34290">
                    <a:solidFill>
                      <a:srgbClr val="86251B"/>
                    </a:solidFill>
                  </a:tcPr>
                </a:tc>
                <a:tc hMerge="1">
                  <a:txBody>
                    <a:bodyPr/>
                    <a:lstStyle/>
                    <a:p>
                      <a:pPr marL="0" algn="l" defTabSz="914400" rtl="0" eaLnBrk="1" latinLnBrk="0" hangingPunct="1"/>
                      <a:endParaRPr kumimoji="1" lang="ja-JP" altLang="en-US" sz="1400" b="1" kern="1200">
                        <a:solidFill>
                          <a:schemeClr val="lt1"/>
                        </a:solidFill>
                        <a:latin typeface="+mn-lt"/>
                        <a:ea typeface="+mn-ea"/>
                        <a:cs typeface="+mn-cs"/>
                      </a:endParaRPr>
                    </a:p>
                  </a:txBody>
                  <a:tcPr marL="68580" marR="68580" marT="34290" marB="34290">
                    <a:solidFill>
                      <a:srgbClr val="86251B"/>
                    </a:solidFill>
                  </a:tcPr>
                </a:tc>
                <a:tc hMerge="1">
                  <a:txBody>
                    <a:bodyPr/>
                    <a:lstStyle/>
                    <a:p>
                      <a:pPr marL="0" algn="l" defTabSz="914400" rtl="0" eaLnBrk="1" latinLnBrk="0" hangingPunct="1"/>
                      <a:endParaRPr kumimoji="1" lang="ja-JP" altLang="en-US" sz="1400" b="1" kern="1200">
                        <a:solidFill>
                          <a:schemeClr val="lt1"/>
                        </a:solidFill>
                        <a:latin typeface="+mn-lt"/>
                        <a:ea typeface="+mn-ea"/>
                        <a:cs typeface="+mn-cs"/>
                      </a:endParaRPr>
                    </a:p>
                  </a:txBody>
                  <a:tcPr marL="68580" marR="68580" marT="34290" marB="34290">
                    <a:solidFill>
                      <a:srgbClr val="86251B"/>
                    </a:solidFill>
                  </a:tcPr>
                </a:tc>
                <a:tc hMerge="1">
                  <a:txBody>
                    <a:bodyPr/>
                    <a:lstStyle/>
                    <a:p>
                      <a:pPr marL="0" algn="l" defTabSz="914400" rtl="0" eaLnBrk="1" latinLnBrk="0" hangingPunct="1"/>
                      <a:endParaRPr kumimoji="1" lang="ja-JP" altLang="en-US" sz="1400" b="1" kern="1200">
                        <a:solidFill>
                          <a:schemeClr val="lt1"/>
                        </a:solidFill>
                        <a:latin typeface="+mn-lt"/>
                        <a:ea typeface="+mn-ea"/>
                        <a:cs typeface="+mn-cs"/>
                      </a:endParaRPr>
                    </a:p>
                  </a:txBody>
                  <a:tcPr marL="68580" marR="68580" marT="34290" marB="34290">
                    <a:solidFill>
                      <a:srgbClr val="86251B"/>
                    </a:solidFill>
                  </a:tcPr>
                </a:tc>
                <a:extLst>
                  <a:ext uri="{0D108BD9-81ED-4DB2-BD59-A6C34878D82A}">
                    <a16:rowId xmlns:a16="http://schemas.microsoft.com/office/drawing/2014/main" val="10000"/>
                  </a:ext>
                </a:extLst>
              </a:tr>
              <a:tr h="422872">
                <a:tc>
                  <a:txBody>
                    <a:bodyPr/>
                    <a:lstStyle/>
                    <a:p>
                      <a:pPr algn="ctr"/>
                      <a:r>
                        <a:rPr kumimoji="1" lang="en-US" altLang="ja-JP" sz="1200" b="1"/>
                        <a:t>11</a:t>
                      </a:r>
                      <a:endParaRPr kumimoji="1" lang="ja-JP" altLang="en-US" sz="1200" b="1">
                        <a:solidFill>
                          <a:schemeClr val="bg1"/>
                        </a:solidFill>
                      </a:endParaRPr>
                    </a:p>
                  </a:txBody>
                  <a:tcPr marL="68580" marR="68580" marT="34290" marB="34290">
                    <a:lnT w="12700" cap="flat" cmpd="sng" algn="ctr">
                      <a:solidFill>
                        <a:schemeClr val="bg1"/>
                      </a:solidFill>
                      <a:prstDash val="solid"/>
                      <a:round/>
                      <a:headEnd type="none" w="med" len="med"/>
                      <a:tailEnd type="none" w="med" len="med"/>
                    </a:lnT>
                  </a:tcPr>
                </a:tc>
                <a:tc>
                  <a:txBody>
                    <a:bodyPr/>
                    <a:lstStyle/>
                    <a:p>
                      <a:pPr algn="ctr"/>
                      <a:r>
                        <a:rPr kumimoji="1" lang="en-US" altLang="ja-JP" sz="1200" b="1"/>
                        <a:t>12</a:t>
                      </a:r>
                      <a:endParaRPr kumimoji="1" lang="ja-JP" altLang="en-US" sz="1200" b="1">
                        <a:solidFill>
                          <a:schemeClr val="bg1"/>
                        </a:solidFill>
                      </a:endParaRPr>
                    </a:p>
                  </a:txBody>
                  <a:tcPr marL="68580" marR="68580" marT="34290" marB="34290"/>
                </a:tc>
                <a:tc>
                  <a:txBody>
                    <a:bodyPr/>
                    <a:lstStyle/>
                    <a:p>
                      <a:pPr algn="ctr"/>
                      <a:r>
                        <a:rPr kumimoji="1" lang="en-US" altLang="ja-JP" sz="1200" b="1"/>
                        <a:t>1</a:t>
                      </a:r>
                      <a:endParaRPr kumimoji="1" lang="ja-JP" altLang="en-US" sz="1200" b="1">
                        <a:solidFill>
                          <a:schemeClr val="bg1"/>
                        </a:solidFill>
                      </a:endParaRPr>
                    </a:p>
                  </a:txBody>
                  <a:tcPr marL="68580" marR="68580" marT="34290" marB="34290">
                    <a:solidFill>
                      <a:srgbClr val="FEF29E"/>
                    </a:solidFill>
                  </a:tcPr>
                </a:tc>
                <a:tc>
                  <a:txBody>
                    <a:bodyPr/>
                    <a:lstStyle/>
                    <a:p>
                      <a:pPr algn="ctr"/>
                      <a:r>
                        <a:rPr kumimoji="1" lang="en-US" altLang="ja-JP" sz="1200" b="1"/>
                        <a:t>2</a:t>
                      </a:r>
                      <a:endParaRPr kumimoji="1" lang="ja-JP" altLang="en-US" sz="1200" b="1">
                        <a:solidFill>
                          <a:schemeClr val="bg1"/>
                        </a:solidFill>
                      </a:endParaRPr>
                    </a:p>
                  </a:txBody>
                  <a:tcPr marL="68580" marR="68580" marT="34290" marB="34290">
                    <a:solidFill>
                      <a:srgbClr val="FEF29E"/>
                    </a:solidFill>
                  </a:tcPr>
                </a:tc>
                <a:tc>
                  <a:txBody>
                    <a:bodyPr/>
                    <a:lstStyle/>
                    <a:p>
                      <a:pPr algn="ctr"/>
                      <a:r>
                        <a:rPr kumimoji="1" lang="en-US" altLang="ja-JP" sz="1200" b="1"/>
                        <a:t>3</a:t>
                      </a:r>
                      <a:endParaRPr kumimoji="1" lang="ja-JP" altLang="en-US" sz="1200" b="1">
                        <a:solidFill>
                          <a:schemeClr val="bg1"/>
                        </a:solidFill>
                      </a:endParaRPr>
                    </a:p>
                  </a:txBody>
                  <a:tcPr marL="68580" marR="68580" marT="34290" marB="34290">
                    <a:solidFill>
                      <a:srgbClr val="FEF29E"/>
                    </a:solidFill>
                  </a:tcPr>
                </a:tc>
                <a:tc>
                  <a:txBody>
                    <a:bodyPr/>
                    <a:lstStyle/>
                    <a:p>
                      <a:pPr algn="ctr"/>
                      <a:r>
                        <a:rPr kumimoji="1" lang="en-US" altLang="ja-JP" sz="1200" b="1"/>
                        <a:t>4</a:t>
                      </a:r>
                      <a:endParaRPr kumimoji="1" lang="ja-JP" altLang="en-US" sz="1200" b="1">
                        <a:solidFill>
                          <a:schemeClr val="bg1"/>
                        </a:solidFill>
                      </a:endParaRPr>
                    </a:p>
                  </a:txBody>
                  <a:tcPr marL="68580" marR="68580" marT="34290" marB="34290">
                    <a:solidFill>
                      <a:srgbClr val="FEF29E"/>
                    </a:solidFill>
                  </a:tcPr>
                </a:tc>
                <a:tc>
                  <a:txBody>
                    <a:bodyPr/>
                    <a:lstStyle/>
                    <a:p>
                      <a:pPr algn="ctr"/>
                      <a:r>
                        <a:rPr kumimoji="1" lang="en-US" altLang="ja-JP" sz="1200" b="1"/>
                        <a:t>5</a:t>
                      </a:r>
                      <a:endParaRPr kumimoji="1" lang="ja-JP" altLang="en-US" sz="1200" b="1">
                        <a:solidFill>
                          <a:schemeClr val="bg1"/>
                        </a:solidFill>
                      </a:endParaRPr>
                    </a:p>
                  </a:txBody>
                  <a:tcPr marL="68580" marR="68580" marT="34290" marB="34290">
                    <a:solidFill>
                      <a:srgbClr val="FEF29E"/>
                    </a:solidFill>
                  </a:tcPr>
                </a:tc>
                <a:tc>
                  <a:txBody>
                    <a:bodyPr/>
                    <a:lstStyle/>
                    <a:p>
                      <a:pPr algn="ctr"/>
                      <a:r>
                        <a:rPr kumimoji="1" lang="en-US" altLang="ja-JP" sz="1200" b="1"/>
                        <a:t>6</a:t>
                      </a:r>
                      <a:endParaRPr kumimoji="1" lang="ja-JP" altLang="en-US" sz="1200" b="1">
                        <a:solidFill>
                          <a:schemeClr val="bg1"/>
                        </a:solidFill>
                      </a:endParaRPr>
                    </a:p>
                  </a:txBody>
                  <a:tcPr marL="68580" marR="68580" marT="34290" marB="34290">
                    <a:solidFill>
                      <a:srgbClr val="FEF29E"/>
                    </a:solidFill>
                  </a:tcPr>
                </a:tc>
                <a:tc>
                  <a:txBody>
                    <a:bodyPr/>
                    <a:lstStyle/>
                    <a:p>
                      <a:pPr algn="ctr"/>
                      <a:r>
                        <a:rPr kumimoji="1" lang="en-US" altLang="ja-JP" sz="1200" b="1"/>
                        <a:t>7</a:t>
                      </a:r>
                      <a:endParaRPr kumimoji="1" lang="ja-JP" altLang="en-US" sz="1200" b="1">
                        <a:solidFill>
                          <a:schemeClr val="bg1"/>
                        </a:solidFill>
                      </a:endParaRPr>
                    </a:p>
                  </a:txBody>
                  <a:tcPr marL="68580" marR="68580" marT="34290" marB="34290">
                    <a:solidFill>
                      <a:srgbClr val="FEF29E"/>
                    </a:solidFill>
                  </a:tcPr>
                </a:tc>
                <a:tc>
                  <a:txBody>
                    <a:bodyPr/>
                    <a:lstStyle/>
                    <a:p>
                      <a:pPr algn="ctr"/>
                      <a:r>
                        <a:rPr kumimoji="1" lang="en-US" altLang="ja-JP" sz="1200" b="1"/>
                        <a:t>8</a:t>
                      </a:r>
                      <a:endParaRPr kumimoji="1" lang="ja-JP" altLang="en-US" sz="1200" b="1">
                        <a:solidFill>
                          <a:schemeClr val="bg1"/>
                        </a:solidFill>
                      </a:endParaRPr>
                    </a:p>
                  </a:txBody>
                  <a:tcPr marL="68580" marR="68580" marT="34290" marB="34290">
                    <a:solidFill>
                      <a:srgbClr val="FEF29E"/>
                    </a:solidFill>
                  </a:tcPr>
                </a:tc>
                <a:tc>
                  <a:txBody>
                    <a:bodyPr/>
                    <a:lstStyle/>
                    <a:p>
                      <a:pPr algn="ctr"/>
                      <a:r>
                        <a:rPr kumimoji="1" lang="en-US" altLang="ja-JP" sz="1200" b="1"/>
                        <a:t>9</a:t>
                      </a:r>
                      <a:endParaRPr kumimoji="1" lang="ja-JP" altLang="en-US" sz="1200" b="1">
                        <a:solidFill>
                          <a:schemeClr val="bg1"/>
                        </a:solidFill>
                      </a:endParaRPr>
                    </a:p>
                  </a:txBody>
                  <a:tcPr marL="68580" marR="68580" marT="34290" marB="34290">
                    <a:solidFill>
                      <a:srgbClr val="FEF29E"/>
                    </a:solidFill>
                  </a:tcPr>
                </a:tc>
                <a:tc>
                  <a:txBody>
                    <a:bodyPr/>
                    <a:lstStyle/>
                    <a:p>
                      <a:pPr algn="ctr"/>
                      <a:r>
                        <a:rPr kumimoji="1" lang="en-US" altLang="ja-JP" sz="1200" b="1"/>
                        <a:t>10</a:t>
                      </a:r>
                      <a:endParaRPr kumimoji="1" lang="ja-JP" altLang="en-US" sz="1200" b="1">
                        <a:solidFill>
                          <a:schemeClr val="bg1"/>
                        </a:solidFill>
                      </a:endParaRPr>
                    </a:p>
                  </a:txBody>
                  <a:tcPr marL="68580" marR="68580" marT="34290" marB="34290">
                    <a:solidFill>
                      <a:srgbClr val="FEF29E"/>
                    </a:solidFill>
                  </a:tcPr>
                </a:tc>
                <a:tc>
                  <a:txBody>
                    <a:bodyPr/>
                    <a:lstStyle/>
                    <a:p>
                      <a:pPr algn="ctr"/>
                      <a:r>
                        <a:rPr kumimoji="1" lang="en-US" altLang="ja-JP" sz="1200" b="1"/>
                        <a:t>11</a:t>
                      </a:r>
                      <a:endParaRPr kumimoji="1" lang="ja-JP" altLang="en-US" sz="1200" b="1">
                        <a:solidFill>
                          <a:schemeClr val="bg1"/>
                        </a:solidFill>
                      </a:endParaRPr>
                    </a:p>
                  </a:txBody>
                  <a:tcPr marL="68580" marR="68580" marT="34290" marB="34290">
                    <a:solidFill>
                      <a:srgbClr val="FEF29E"/>
                    </a:solidFill>
                  </a:tcPr>
                </a:tc>
                <a:tc>
                  <a:txBody>
                    <a:bodyPr/>
                    <a:lstStyle/>
                    <a:p>
                      <a:pPr algn="ctr"/>
                      <a:r>
                        <a:rPr kumimoji="1" lang="en-US" altLang="ja-JP" sz="1200" b="1"/>
                        <a:t>12</a:t>
                      </a:r>
                      <a:endParaRPr kumimoji="1" lang="ja-JP" altLang="en-US" sz="1200" b="1">
                        <a:solidFill>
                          <a:schemeClr val="bg1"/>
                        </a:solidFill>
                      </a:endParaRPr>
                    </a:p>
                  </a:txBody>
                  <a:tcPr marL="68580" marR="68580" marT="34290" marB="34290">
                    <a:solidFill>
                      <a:srgbClr val="FEF29E"/>
                    </a:solidFill>
                  </a:tcPr>
                </a:tc>
                <a:tc>
                  <a:txBody>
                    <a:bodyPr/>
                    <a:lstStyle/>
                    <a:p>
                      <a:pPr algn="ctr"/>
                      <a:r>
                        <a:rPr kumimoji="1" lang="en-US" altLang="ja-JP" sz="1200" b="1">
                          <a:solidFill>
                            <a:schemeClr val="tx1"/>
                          </a:solidFill>
                        </a:rPr>
                        <a:t>1</a:t>
                      </a:r>
                      <a:endParaRPr kumimoji="1" lang="ja-JP" altLang="en-US" sz="1200" b="1">
                        <a:solidFill>
                          <a:schemeClr val="tx1"/>
                        </a:solidFill>
                      </a:endParaRPr>
                    </a:p>
                  </a:txBody>
                  <a:tcPr marL="68580" marR="68580" marT="34290" marB="34290">
                    <a:solidFill>
                      <a:schemeClr val="tx2">
                        <a:lumMod val="40000"/>
                        <a:lumOff val="60000"/>
                      </a:schemeClr>
                    </a:solidFill>
                  </a:tcPr>
                </a:tc>
                <a:tc>
                  <a:txBody>
                    <a:bodyPr/>
                    <a:lstStyle/>
                    <a:p>
                      <a:pPr algn="ctr"/>
                      <a:r>
                        <a:rPr kumimoji="1" lang="en-US" altLang="ja-JP" sz="1200" b="1">
                          <a:solidFill>
                            <a:schemeClr val="tx1"/>
                          </a:solidFill>
                        </a:rPr>
                        <a:t>2</a:t>
                      </a:r>
                      <a:endParaRPr kumimoji="1" lang="ja-JP" altLang="en-US" sz="1200" b="1">
                        <a:solidFill>
                          <a:schemeClr val="tx1"/>
                        </a:solidFill>
                      </a:endParaRPr>
                    </a:p>
                  </a:txBody>
                  <a:tcPr marL="68580" marR="68580" marT="34290" marB="34290">
                    <a:solidFill>
                      <a:schemeClr val="tx2">
                        <a:lumMod val="40000"/>
                        <a:lumOff val="60000"/>
                      </a:schemeClr>
                    </a:solidFill>
                  </a:tcPr>
                </a:tc>
                <a:tc>
                  <a:txBody>
                    <a:bodyPr/>
                    <a:lstStyle/>
                    <a:p>
                      <a:pPr algn="ctr"/>
                      <a:r>
                        <a:rPr kumimoji="1" lang="en-US" altLang="ja-JP" sz="1200" b="1">
                          <a:solidFill>
                            <a:schemeClr val="tx1"/>
                          </a:solidFill>
                        </a:rPr>
                        <a:t>3</a:t>
                      </a:r>
                      <a:endParaRPr kumimoji="1" lang="ja-JP" altLang="en-US" sz="1200" b="1">
                        <a:solidFill>
                          <a:schemeClr val="tx1"/>
                        </a:solidFill>
                      </a:endParaRPr>
                    </a:p>
                  </a:txBody>
                  <a:tcPr marL="68580" marR="68580" marT="34290" marB="34290">
                    <a:solidFill>
                      <a:schemeClr val="tx2">
                        <a:lumMod val="40000"/>
                        <a:lumOff val="60000"/>
                      </a:schemeClr>
                    </a:solidFill>
                  </a:tcPr>
                </a:tc>
                <a:tc>
                  <a:txBody>
                    <a:bodyPr/>
                    <a:lstStyle/>
                    <a:p>
                      <a:pPr algn="ctr"/>
                      <a:r>
                        <a:rPr kumimoji="1" lang="en-US" altLang="ja-JP" sz="1200" b="1">
                          <a:solidFill>
                            <a:schemeClr val="tx1"/>
                          </a:solidFill>
                        </a:rPr>
                        <a:t>4</a:t>
                      </a:r>
                      <a:endParaRPr kumimoji="1" lang="ja-JP" altLang="en-US" sz="1200" b="1">
                        <a:solidFill>
                          <a:schemeClr val="tx1"/>
                        </a:solidFill>
                      </a:endParaRPr>
                    </a:p>
                  </a:txBody>
                  <a:tcPr marL="68580" marR="68580" marT="34290" marB="34290">
                    <a:solidFill>
                      <a:schemeClr val="tx2">
                        <a:lumMod val="40000"/>
                        <a:lumOff val="60000"/>
                      </a:schemeClr>
                    </a:solidFill>
                  </a:tcPr>
                </a:tc>
                <a:tc>
                  <a:txBody>
                    <a:bodyPr/>
                    <a:lstStyle/>
                    <a:p>
                      <a:pPr algn="ctr"/>
                      <a:r>
                        <a:rPr kumimoji="1" lang="en-US" altLang="ja-JP" sz="1200" b="1">
                          <a:solidFill>
                            <a:schemeClr val="tx1"/>
                          </a:solidFill>
                        </a:rPr>
                        <a:t>5</a:t>
                      </a:r>
                      <a:endParaRPr kumimoji="1" lang="ja-JP" altLang="en-US" sz="1200" b="1">
                        <a:solidFill>
                          <a:schemeClr val="tx1"/>
                        </a:solidFill>
                      </a:endParaRPr>
                    </a:p>
                  </a:txBody>
                  <a:tcPr marL="68580" marR="68580" marT="34290" marB="34290">
                    <a:solidFill>
                      <a:schemeClr val="tx2">
                        <a:lumMod val="40000"/>
                        <a:lumOff val="60000"/>
                      </a:schemeClr>
                    </a:solidFill>
                  </a:tcPr>
                </a:tc>
                <a:tc>
                  <a:txBody>
                    <a:bodyPr/>
                    <a:lstStyle/>
                    <a:p>
                      <a:pPr algn="ctr"/>
                      <a:r>
                        <a:rPr kumimoji="1" lang="en-US" altLang="ja-JP" sz="1200" b="1">
                          <a:solidFill>
                            <a:schemeClr val="tx1"/>
                          </a:solidFill>
                        </a:rPr>
                        <a:t>6</a:t>
                      </a:r>
                      <a:endParaRPr kumimoji="1" lang="ja-JP" altLang="en-US" sz="1200" b="1">
                        <a:solidFill>
                          <a:schemeClr val="tx1"/>
                        </a:solidFill>
                      </a:endParaRPr>
                    </a:p>
                  </a:txBody>
                  <a:tcPr marL="68580" marR="68580" marT="34290" marB="34290">
                    <a:solidFill>
                      <a:schemeClr val="tx2">
                        <a:lumMod val="40000"/>
                        <a:lumOff val="60000"/>
                      </a:schemeClr>
                    </a:solidFill>
                  </a:tcPr>
                </a:tc>
                <a:tc>
                  <a:txBody>
                    <a:bodyPr/>
                    <a:lstStyle/>
                    <a:p>
                      <a:pPr algn="ctr"/>
                      <a:r>
                        <a:rPr kumimoji="1" lang="en-US" altLang="ja-JP" sz="1200" b="1">
                          <a:solidFill>
                            <a:schemeClr val="tx1"/>
                          </a:solidFill>
                        </a:rPr>
                        <a:t>7</a:t>
                      </a:r>
                      <a:endParaRPr kumimoji="1" lang="ja-JP" altLang="en-US" sz="1200" b="1">
                        <a:solidFill>
                          <a:schemeClr val="tx1"/>
                        </a:solidFill>
                      </a:endParaRPr>
                    </a:p>
                  </a:txBody>
                  <a:tcPr marL="68580" marR="68580" marT="34290" marB="34290">
                    <a:solidFill>
                      <a:schemeClr val="tx2">
                        <a:lumMod val="40000"/>
                        <a:lumOff val="60000"/>
                      </a:schemeClr>
                    </a:solidFill>
                  </a:tcPr>
                </a:tc>
                <a:tc>
                  <a:txBody>
                    <a:bodyPr/>
                    <a:lstStyle/>
                    <a:p>
                      <a:pPr algn="ctr"/>
                      <a:r>
                        <a:rPr kumimoji="1" lang="en-US" altLang="ja-JP" sz="1200" b="1">
                          <a:solidFill>
                            <a:schemeClr val="tx1"/>
                          </a:solidFill>
                        </a:rPr>
                        <a:t>8</a:t>
                      </a:r>
                      <a:endParaRPr kumimoji="1" lang="ja-JP" altLang="en-US" sz="1200" b="1">
                        <a:solidFill>
                          <a:schemeClr val="tx1"/>
                        </a:solidFill>
                      </a:endParaRPr>
                    </a:p>
                  </a:txBody>
                  <a:tcPr marL="68580" marR="68580" marT="34290" marB="34290">
                    <a:solidFill>
                      <a:schemeClr val="tx2">
                        <a:lumMod val="40000"/>
                        <a:lumOff val="60000"/>
                      </a:schemeClr>
                    </a:solidFill>
                  </a:tcPr>
                </a:tc>
                <a:tc>
                  <a:txBody>
                    <a:bodyPr/>
                    <a:lstStyle/>
                    <a:p>
                      <a:pPr algn="ctr"/>
                      <a:r>
                        <a:rPr kumimoji="1" lang="en-US" altLang="ja-JP" sz="1200" b="1">
                          <a:solidFill>
                            <a:schemeClr val="tx1"/>
                          </a:solidFill>
                        </a:rPr>
                        <a:t>9</a:t>
                      </a:r>
                      <a:endParaRPr kumimoji="1" lang="ja-JP" altLang="en-US" sz="1200" b="1">
                        <a:solidFill>
                          <a:schemeClr val="tx1"/>
                        </a:solidFill>
                      </a:endParaRPr>
                    </a:p>
                  </a:txBody>
                  <a:tcPr marL="68580" marR="68580" marT="34290" marB="34290">
                    <a:solidFill>
                      <a:schemeClr val="tx2">
                        <a:lumMod val="40000"/>
                        <a:lumOff val="60000"/>
                      </a:schemeClr>
                    </a:solidFill>
                  </a:tcPr>
                </a:tc>
                <a:tc>
                  <a:txBody>
                    <a:bodyPr/>
                    <a:lstStyle/>
                    <a:p>
                      <a:pPr algn="ctr"/>
                      <a:r>
                        <a:rPr kumimoji="1" lang="en-US" altLang="ja-JP" sz="1200" b="1">
                          <a:solidFill>
                            <a:schemeClr val="tx1"/>
                          </a:solidFill>
                        </a:rPr>
                        <a:t>10</a:t>
                      </a:r>
                      <a:endParaRPr kumimoji="1" lang="ja-JP" altLang="en-US" sz="1200" b="1">
                        <a:solidFill>
                          <a:schemeClr val="tx1"/>
                        </a:solidFill>
                      </a:endParaRPr>
                    </a:p>
                  </a:txBody>
                  <a:tcPr marL="68580" marR="68580" marT="34290" marB="34290">
                    <a:solidFill>
                      <a:schemeClr val="tx2">
                        <a:lumMod val="40000"/>
                        <a:lumOff val="60000"/>
                      </a:schemeClr>
                    </a:solidFill>
                  </a:tcPr>
                </a:tc>
                <a:tc>
                  <a:txBody>
                    <a:bodyPr/>
                    <a:lstStyle/>
                    <a:p>
                      <a:pPr algn="ctr"/>
                      <a:r>
                        <a:rPr kumimoji="1" lang="en-US" altLang="ja-JP" sz="1200" b="1">
                          <a:solidFill>
                            <a:schemeClr val="tx1"/>
                          </a:solidFill>
                        </a:rPr>
                        <a:t>11</a:t>
                      </a:r>
                      <a:endParaRPr kumimoji="1" lang="ja-JP" altLang="en-US" sz="1200" b="1">
                        <a:solidFill>
                          <a:schemeClr val="tx1"/>
                        </a:solidFill>
                      </a:endParaRPr>
                    </a:p>
                  </a:txBody>
                  <a:tcPr marL="68580" marR="68580" marT="34290" marB="34290">
                    <a:solidFill>
                      <a:schemeClr val="tx2">
                        <a:lumMod val="40000"/>
                        <a:lumOff val="60000"/>
                      </a:schemeClr>
                    </a:solidFill>
                  </a:tcPr>
                </a:tc>
                <a:tc>
                  <a:txBody>
                    <a:bodyPr/>
                    <a:lstStyle/>
                    <a:p>
                      <a:pPr algn="ctr"/>
                      <a:r>
                        <a:rPr kumimoji="1" lang="en-US" altLang="ja-JP" sz="1200" b="1">
                          <a:solidFill>
                            <a:schemeClr val="tx1"/>
                          </a:solidFill>
                        </a:rPr>
                        <a:t>12</a:t>
                      </a:r>
                      <a:endParaRPr kumimoji="1" lang="ja-JP" altLang="en-US" sz="1200" b="1">
                        <a:solidFill>
                          <a:schemeClr val="tx1"/>
                        </a:solidFill>
                      </a:endParaRPr>
                    </a:p>
                  </a:txBody>
                  <a:tcPr marL="68580" marR="68580" marT="34290" marB="34290">
                    <a:solidFill>
                      <a:schemeClr val="tx2">
                        <a:lumMod val="40000"/>
                        <a:lumOff val="60000"/>
                      </a:schemeClr>
                    </a:solidFill>
                  </a:tcPr>
                </a:tc>
                <a:tc>
                  <a:txBody>
                    <a:bodyPr/>
                    <a:lstStyle/>
                    <a:p>
                      <a:pPr algn="ctr"/>
                      <a:r>
                        <a:rPr kumimoji="1" lang="en-US" altLang="ja-JP" sz="1200" b="1">
                          <a:solidFill>
                            <a:schemeClr val="tx1"/>
                          </a:solidFill>
                        </a:rPr>
                        <a:t>1</a:t>
                      </a:r>
                      <a:endParaRPr kumimoji="1" lang="ja-JP" altLang="en-US" sz="1200" b="1">
                        <a:solidFill>
                          <a:schemeClr val="tx1"/>
                        </a:solidFill>
                      </a:endParaRPr>
                    </a:p>
                  </a:txBody>
                  <a:tcPr marL="68580" marR="68580" marT="34290" marB="34290">
                    <a:solidFill>
                      <a:srgbClr val="A3E5EE"/>
                    </a:solidFill>
                  </a:tcPr>
                </a:tc>
                <a:tc>
                  <a:txBody>
                    <a:bodyPr/>
                    <a:lstStyle/>
                    <a:p>
                      <a:pPr algn="ctr"/>
                      <a:r>
                        <a:rPr kumimoji="1" lang="en-US" altLang="ja-JP" sz="1200" b="1">
                          <a:solidFill>
                            <a:schemeClr val="tx1"/>
                          </a:solidFill>
                        </a:rPr>
                        <a:t>2</a:t>
                      </a:r>
                      <a:endParaRPr kumimoji="1" lang="ja-JP" altLang="en-US" sz="1200" b="1">
                        <a:solidFill>
                          <a:schemeClr val="tx1"/>
                        </a:solidFill>
                      </a:endParaRPr>
                    </a:p>
                  </a:txBody>
                  <a:tcPr marL="68580" marR="68580" marT="34290" marB="34290">
                    <a:solidFill>
                      <a:srgbClr val="A3E5EE"/>
                    </a:solidFill>
                  </a:tcPr>
                </a:tc>
                <a:tc>
                  <a:txBody>
                    <a:bodyPr/>
                    <a:lstStyle/>
                    <a:p>
                      <a:pPr algn="ctr"/>
                      <a:r>
                        <a:rPr kumimoji="1" lang="en-US" altLang="ja-JP" sz="1200" b="1">
                          <a:solidFill>
                            <a:schemeClr val="tx1"/>
                          </a:solidFill>
                        </a:rPr>
                        <a:t>3</a:t>
                      </a:r>
                      <a:endParaRPr kumimoji="1" lang="ja-JP" altLang="en-US" sz="1200" b="1">
                        <a:solidFill>
                          <a:schemeClr val="tx1"/>
                        </a:solidFill>
                      </a:endParaRPr>
                    </a:p>
                  </a:txBody>
                  <a:tcPr marL="68580" marR="68580" marT="34290" marB="34290">
                    <a:solidFill>
                      <a:srgbClr val="A3E5EE"/>
                    </a:solidFill>
                  </a:tcPr>
                </a:tc>
                <a:tc>
                  <a:txBody>
                    <a:bodyPr/>
                    <a:lstStyle/>
                    <a:p>
                      <a:pPr algn="ctr"/>
                      <a:r>
                        <a:rPr kumimoji="1" lang="en-US" altLang="ja-JP" sz="1200" b="1">
                          <a:solidFill>
                            <a:schemeClr val="tx1"/>
                          </a:solidFill>
                        </a:rPr>
                        <a:t>4</a:t>
                      </a:r>
                      <a:endParaRPr kumimoji="1" lang="ja-JP" altLang="en-US" sz="1200" b="1">
                        <a:solidFill>
                          <a:schemeClr val="tx1"/>
                        </a:solidFill>
                      </a:endParaRPr>
                    </a:p>
                  </a:txBody>
                  <a:tcPr marL="68580" marR="68580" marT="34290" marB="34290">
                    <a:solidFill>
                      <a:srgbClr val="A3E5EE"/>
                    </a:solidFill>
                  </a:tcPr>
                </a:tc>
                <a:tc>
                  <a:txBody>
                    <a:bodyPr/>
                    <a:lstStyle/>
                    <a:p>
                      <a:pPr algn="ctr"/>
                      <a:r>
                        <a:rPr kumimoji="1" lang="en-US" altLang="ja-JP" sz="1200" b="1">
                          <a:solidFill>
                            <a:schemeClr val="tx1"/>
                          </a:solidFill>
                        </a:rPr>
                        <a:t>5</a:t>
                      </a:r>
                      <a:endParaRPr kumimoji="1" lang="ja-JP" altLang="en-US" sz="1200" b="1">
                        <a:solidFill>
                          <a:schemeClr val="tx1"/>
                        </a:solidFill>
                      </a:endParaRPr>
                    </a:p>
                  </a:txBody>
                  <a:tcPr marL="68580" marR="68580" marT="34290" marB="34290">
                    <a:solidFill>
                      <a:srgbClr val="A3E5EE"/>
                    </a:solidFill>
                  </a:tcPr>
                </a:tc>
                <a:tc>
                  <a:txBody>
                    <a:bodyPr/>
                    <a:lstStyle/>
                    <a:p>
                      <a:pPr algn="ctr"/>
                      <a:r>
                        <a:rPr kumimoji="1" lang="en-US" altLang="ja-JP" sz="1200" b="1">
                          <a:solidFill>
                            <a:schemeClr val="tx1"/>
                          </a:solidFill>
                        </a:rPr>
                        <a:t>6</a:t>
                      </a:r>
                      <a:endParaRPr kumimoji="1" lang="ja-JP" altLang="en-US" sz="1200" b="1">
                        <a:solidFill>
                          <a:schemeClr val="tx1"/>
                        </a:solidFill>
                      </a:endParaRPr>
                    </a:p>
                  </a:txBody>
                  <a:tcPr marL="68580" marR="68580" marT="34290" marB="34290">
                    <a:solidFill>
                      <a:srgbClr val="A3E5EE"/>
                    </a:solidFill>
                  </a:tcPr>
                </a:tc>
                <a:tc>
                  <a:txBody>
                    <a:bodyPr/>
                    <a:lstStyle/>
                    <a:p>
                      <a:pPr algn="ctr"/>
                      <a:r>
                        <a:rPr kumimoji="1" lang="en-US" altLang="ja-JP" sz="1200" b="1">
                          <a:solidFill>
                            <a:schemeClr val="tx1"/>
                          </a:solidFill>
                        </a:rPr>
                        <a:t>7</a:t>
                      </a:r>
                      <a:endParaRPr kumimoji="1" lang="ja-JP" altLang="en-US" sz="1200" b="1">
                        <a:solidFill>
                          <a:schemeClr val="tx1"/>
                        </a:solidFill>
                      </a:endParaRPr>
                    </a:p>
                  </a:txBody>
                  <a:tcPr marL="68580" marR="68580" marT="34290" marB="34290">
                    <a:solidFill>
                      <a:srgbClr val="A3E5EE"/>
                    </a:solidFill>
                  </a:tcPr>
                </a:tc>
                <a:tc>
                  <a:txBody>
                    <a:bodyPr/>
                    <a:lstStyle/>
                    <a:p>
                      <a:pPr algn="ctr"/>
                      <a:r>
                        <a:rPr kumimoji="1" lang="en-US" altLang="ja-JP" sz="1200" b="1">
                          <a:solidFill>
                            <a:schemeClr val="tx1"/>
                          </a:solidFill>
                        </a:rPr>
                        <a:t>8</a:t>
                      </a:r>
                      <a:endParaRPr kumimoji="1" lang="ja-JP" altLang="en-US" sz="1200" b="1">
                        <a:solidFill>
                          <a:schemeClr val="tx1"/>
                        </a:solidFill>
                      </a:endParaRPr>
                    </a:p>
                  </a:txBody>
                  <a:tcPr marL="68580" marR="68580" marT="34290" marB="34290">
                    <a:solidFill>
                      <a:srgbClr val="A3E5EE"/>
                    </a:solidFill>
                  </a:tcPr>
                </a:tc>
                <a:tc>
                  <a:txBody>
                    <a:bodyPr/>
                    <a:lstStyle/>
                    <a:p>
                      <a:pPr algn="ctr"/>
                      <a:r>
                        <a:rPr kumimoji="1" lang="en-US" altLang="ja-JP" sz="1200" b="1">
                          <a:solidFill>
                            <a:schemeClr val="tx1"/>
                          </a:solidFill>
                        </a:rPr>
                        <a:t>9</a:t>
                      </a:r>
                      <a:endParaRPr kumimoji="1" lang="ja-JP" altLang="en-US" sz="1200" b="1">
                        <a:solidFill>
                          <a:schemeClr val="tx1"/>
                        </a:solidFill>
                      </a:endParaRPr>
                    </a:p>
                  </a:txBody>
                  <a:tcPr marL="68580" marR="68580" marT="34290" marB="34290">
                    <a:solidFill>
                      <a:srgbClr val="A3E5EE"/>
                    </a:solidFill>
                  </a:tcPr>
                </a:tc>
                <a:tc>
                  <a:txBody>
                    <a:bodyPr/>
                    <a:lstStyle/>
                    <a:p>
                      <a:pPr algn="ctr"/>
                      <a:r>
                        <a:rPr kumimoji="1" lang="en-US" altLang="ja-JP" sz="1200" b="1">
                          <a:solidFill>
                            <a:schemeClr val="tx1"/>
                          </a:solidFill>
                        </a:rPr>
                        <a:t>10</a:t>
                      </a:r>
                      <a:endParaRPr kumimoji="1" lang="ja-JP" altLang="en-US" sz="1200" b="1">
                        <a:solidFill>
                          <a:schemeClr val="tx1"/>
                        </a:solidFill>
                      </a:endParaRPr>
                    </a:p>
                  </a:txBody>
                  <a:tcPr marL="68580" marR="68580" marT="34290" marB="34290">
                    <a:solidFill>
                      <a:srgbClr val="A3E5EE"/>
                    </a:solidFill>
                  </a:tcPr>
                </a:tc>
                <a:tc>
                  <a:txBody>
                    <a:bodyPr/>
                    <a:lstStyle/>
                    <a:p>
                      <a:pPr algn="ctr"/>
                      <a:r>
                        <a:rPr kumimoji="1" lang="en-US" altLang="ja-JP" sz="1200" b="1">
                          <a:solidFill>
                            <a:schemeClr val="tx1"/>
                          </a:solidFill>
                        </a:rPr>
                        <a:t>11</a:t>
                      </a:r>
                      <a:endParaRPr kumimoji="1" lang="ja-JP" altLang="en-US" sz="1200" b="1">
                        <a:solidFill>
                          <a:schemeClr val="tx1"/>
                        </a:solidFill>
                      </a:endParaRPr>
                    </a:p>
                  </a:txBody>
                  <a:tcPr marL="68580" marR="68580" marT="34290" marB="34290">
                    <a:solidFill>
                      <a:srgbClr val="A3E5EE"/>
                    </a:solidFill>
                  </a:tcPr>
                </a:tc>
                <a:tc>
                  <a:txBody>
                    <a:bodyPr/>
                    <a:lstStyle/>
                    <a:p>
                      <a:pPr algn="ctr"/>
                      <a:r>
                        <a:rPr kumimoji="1" lang="en-US" altLang="ja-JP" sz="1200" b="1">
                          <a:solidFill>
                            <a:schemeClr val="tx1"/>
                          </a:solidFill>
                        </a:rPr>
                        <a:t>12</a:t>
                      </a:r>
                      <a:endParaRPr kumimoji="1" lang="ja-JP" altLang="en-US" sz="1200" b="1">
                        <a:solidFill>
                          <a:schemeClr val="tx1"/>
                        </a:solidFill>
                      </a:endParaRPr>
                    </a:p>
                  </a:txBody>
                  <a:tcPr marL="68580" marR="68580" marT="34290" marB="34290">
                    <a:solidFill>
                      <a:srgbClr val="A3E5EE"/>
                    </a:solidFill>
                  </a:tcPr>
                </a:tc>
                <a:tc>
                  <a:txBody>
                    <a:bodyPr/>
                    <a:lstStyle/>
                    <a:p>
                      <a:pPr algn="ctr"/>
                      <a:r>
                        <a:rPr kumimoji="1" lang="en-US" altLang="ja-JP" sz="1200" b="1">
                          <a:solidFill>
                            <a:schemeClr val="tx1"/>
                          </a:solidFill>
                        </a:rPr>
                        <a:t>1</a:t>
                      </a:r>
                      <a:endParaRPr kumimoji="1" lang="ja-JP" altLang="en-US" sz="1200" b="1">
                        <a:solidFill>
                          <a:schemeClr val="tx1"/>
                        </a:solidFill>
                      </a:endParaRPr>
                    </a:p>
                  </a:txBody>
                  <a:tcPr marL="68580" marR="68580" marT="34290" marB="34290">
                    <a:solidFill>
                      <a:srgbClr val="EE6541"/>
                    </a:solidFill>
                  </a:tcPr>
                </a:tc>
                <a:tc>
                  <a:txBody>
                    <a:bodyPr/>
                    <a:lstStyle/>
                    <a:p>
                      <a:pPr algn="ctr"/>
                      <a:r>
                        <a:rPr kumimoji="1" lang="en-US" altLang="ja-JP" sz="1200" b="1">
                          <a:solidFill>
                            <a:schemeClr val="tx1"/>
                          </a:solidFill>
                        </a:rPr>
                        <a:t>2</a:t>
                      </a:r>
                      <a:endParaRPr kumimoji="1" lang="ja-JP" altLang="en-US" sz="1200" b="1">
                        <a:solidFill>
                          <a:schemeClr val="tx1"/>
                        </a:solidFill>
                      </a:endParaRPr>
                    </a:p>
                  </a:txBody>
                  <a:tcPr marL="68580" marR="68580" marT="34290" marB="34290">
                    <a:solidFill>
                      <a:srgbClr val="EE6541"/>
                    </a:solidFill>
                  </a:tcPr>
                </a:tc>
                <a:tc>
                  <a:txBody>
                    <a:bodyPr/>
                    <a:lstStyle/>
                    <a:p>
                      <a:pPr algn="ctr"/>
                      <a:r>
                        <a:rPr kumimoji="1" lang="en-US" altLang="ja-JP" sz="1200" b="1">
                          <a:solidFill>
                            <a:schemeClr val="tx1"/>
                          </a:solidFill>
                        </a:rPr>
                        <a:t>3</a:t>
                      </a:r>
                      <a:endParaRPr kumimoji="1" lang="ja-JP" altLang="en-US" sz="1200" b="1">
                        <a:solidFill>
                          <a:schemeClr val="tx1"/>
                        </a:solidFill>
                      </a:endParaRPr>
                    </a:p>
                  </a:txBody>
                  <a:tcPr marL="68580" marR="68580" marT="34290" marB="34290">
                    <a:solidFill>
                      <a:srgbClr val="EE6541"/>
                    </a:solidFill>
                  </a:tcPr>
                </a:tc>
                <a:tc>
                  <a:txBody>
                    <a:bodyPr/>
                    <a:lstStyle/>
                    <a:p>
                      <a:pPr algn="ctr"/>
                      <a:r>
                        <a:rPr kumimoji="1" lang="en-US" altLang="ja-JP" sz="1200" b="1">
                          <a:solidFill>
                            <a:schemeClr val="tx1"/>
                          </a:solidFill>
                        </a:rPr>
                        <a:t>4</a:t>
                      </a:r>
                      <a:endParaRPr kumimoji="1" lang="ja-JP" altLang="en-US" sz="1200" b="1">
                        <a:solidFill>
                          <a:schemeClr val="tx1"/>
                        </a:solidFill>
                      </a:endParaRPr>
                    </a:p>
                  </a:txBody>
                  <a:tcPr marL="68580" marR="68580" marT="34290" marB="34290">
                    <a:solidFill>
                      <a:srgbClr val="EE6541"/>
                    </a:solidFill>
                  </a:tcPr>
                </a:tc>
                <a:tc>
                  <a:txBody>
                    <a:bodyPr/>
                    <a:lstStyle/>
                    <a:p>
                      <a:pPr algn="ctr"/>
                      <a:r>
                        <a:rPr kumimoji="1" lang="en-US" altLang="ja-JP" sz="1200" b="1">
                          <a:solidFill>
                            <a:schemeClr val="tx1"/>
                          </a:solidFill>
                        </a:rPr>
                        <a:t>5</a:t>
                      </a:r>
                      <a:endParaRPr kumimoji="1" lang="ja-JP" altLang="en-US" sz="1200" b="1">
                        <a:solidFill>
                          <a:schemeClr val="tx1"/>
                        </a:solidFill>
                      </a:endParaRPr>
                    </a:p>
                  </a:txBody>
                  <a:tcPr marL="68580" marR="68580" marT="34290" marB="34290">
                    <a:solidFill>
                      <a:srgbClr val="EE6541"/>
                    </a:solidFill>
                  </a:tcPr>
                </a:tc>
                <a:tc>
                  <a:txBody>
                    <a:bodyPr/>
                    <a:lstStyle/>
                    <a:p>
                      <a:pPr algn="ctr"/>
                      <a:r>
                        <a:rPr kumimoji="1" lang="en-US" altLang="ja-JP" sz="1200" b="1">
                          <a:solidFill>
                            <a:schemeClr val="tx1"/>
                          </a:solidFill>
                        </a:rPr>
                        <a:t>6</a:t>
                      </a:r>
                      <a:endParaRPr kumimoji="1" lang="ja-JP" altLang="en-US" sz="1200" b="1">
                        <a:solidFill>
                          <a:schemeClr val="tx1"/>
                        </a:solidFill>
                      </a:endParaRPr>
                    </a:p>
                  </a:txBody>
                  <a:tcPr marL="68580" marR="68580" marT="34290" marB="34290">
                    <a:solidFill>
                      <a:srgbClr val="EE6541"/>
                    </a:solidFill>
                  </a:tcPr>
                </a:tc>
                <a:tc>
                  <a:txBody>
                    <a:bodyPr/>
                    <a:lstStyle/>
                    <a:p>
                      <a:pPr algn="ctr"/>
                      <a:r>
                        <a:rPr kumimoji="1" lang="en-US" altLang="ja-JP" sz="1200" b="1">
                          <a:solidFill>
                            <a:schemeClr val="tx1"/>
                          </a:solidFill>
                        </a:rPr>
                        <a:t>7</a:t>
                      </a:r>
                      <a:endParaRPr kumimoji="1" lang="ja-JP" altLang="en-US" sz="1200" b="1">
                        <a:solidFill>
                          <a:schemeClr val="tx1"/>
                        </a:solidFill>
                      </a:endParaRPr>
                    </a:p>
                  </a:txBody>
                  <a:tcPr marL="68580" marR="68580" marT="34290" marB="34290">
                    <a:solidFill>
                      <a:srgbClr val="EE6541"/>
                    </a:solidFill>
                  </a:tcPr>
                </a:tc>
                <a:tc>
                  <a:txBody>
                    <a:bodyPr/>
                    <a:lstStyle/>
                    <a:p>
                      <a:pPr algn="ctr"/>
                      <a:r>
                        <a:rPr kumimoji="1" lang="en-US" altLang="ja-JP" sz="1200" b="1">
                          <a:solidFill>
                            <a:schemeClr val="tx1"/>
                          </a:solidFill>
                        </a:rPr>
                        <a:t>8</a:t>
                      </a:r>
                      <a:endParaRPr kumimoji="1" lang="ja-JP" altLang="en-US" sz="1200" b="1">
                        <a:solidFill>
                          <a:schemeClr val="tx1"/>
                        </a:solidFill>
                      </a:endParaRPr>
                    </a:p>
                  </a:txBody>
                  <a:tcPr marL="68580" marR="68580" marT="34290" marB="34290">
                    <a:solidFill>
                      <a:srgbClr val="EE6541"/>
                    </a:solidFill>
                  </a:tcPr>
                </a:tc>
                <a:tc>
                  <a:txBody>
                    <a:bodyPr/>
                    <a:lstStyle/>
                    <a:p>
                      <a:pPr algn="ctr"/>
                      <a:r>
                        <a:rPr kumimoji="1" lang="en-US" altLang="ja-JP" sz="1200" b="1">
                          <a:solidFill>
                            <a:schemeClr val="tx1"/>
                          </a:solidFill>
                        </a:rPr>
                        <a:t>9</a:t>
                      </a:r>
                      <a:endParaRPr kumimoji="1" lang="ja-JP" altLang="en-US" sz="1200" b="1">
                        <a:solidFill>
                          <a:schemeClr val="tx1"/>
                        </a:solidFill>
                      </a:endParaRPr>
                    </a:p>
                  </a:txBody>
                  <a:tcPr marL="68580" marR="68580" marT="34290" marB="34290">
                    <a:solidFill>
                      <a:srgbClr val="EE6541"/>
                    </a:solidFill>
                  </a:tcPr>
                </a:tc>
                <a:extLst>
                  <a:ext uri="{0D108BD9-81ED-4DB2-BD59-A6C34878D82A}">
                    <a16:rowId xmlns:a16="http://schemas.microsoft.com/office/drawing/2014/main" val="10001"/>
                  </a:ext>
                </a:extLst>
              </a:tr>
              <a:tr h="1501625">
                <a:tc>
                  <a:txBody>
                    <a:bodyPr/>
                    <a:lstStyle/>
                    <a:p>
                      <a:pPr algn="ctr"/>
                      <a:endParaRPr kumimoji="1" lang="ja-JP" altLang="en-US" sz="800">
                        <a:solidFill>
                          <a:schemeClr val="bg1"/>
                        </a:solidFill>
                      </a:endParaRPr>
                    </a:p>
                  </a:txBody>
                  <a:tcPr marL="68580" marR="68580" marT="34290" marB="34290"/>
                </a:tc>
                <a:tc>
                  <a:txBody>
                    <a:bodyPr/>
                    <a:lstStyle/>
                    <a:p>
                      <a:pPr algn="ctr"/>
                      <a:endParaRPr kumimoji="1" lang="ja-JP" altLang="en-US" sz="800">
                        <a:solidFill>
                          <a:schemeClr val="bg1"/>
                        </a:solidFill>
                      </a:endParaRPr>
                    </a:p>
                  </a:txBody>
                  <a:tcPr marL="68580" marR="68580" marT="34290" marB="34290"/>
                </a:tc>
                <a:tc>
                  <a:txBody>
                    <a:bodyPr/>
                    <a:lstStyle/>
                    <a:p>
                      <a:pPr algn="ctr"/>
                      <a:endParaRPr kumimoji="1" lang="ja-JP" altLang="en-US" sz="800">
                        <a:solidFill>
                          <a:schemeClr val="bg1"/>
                        </a:solidFill>
                      </a:endParaRPr>
                    </a:p>
                  </a:txBody>
                  <a:tcPr marL="68580" marR="68580" marT="34290" marB="34290">
                    <a:solidFill>
                      <a:schemeClr val="accent4">
                        <a:lumMod val="40000"/>
                        <a:lumOff val="60000"/>
                      </a:schemeClr>
                    </a:solidFill>
                  </a:tcPr>
                </a:tc>
                <a:tc>
                  <a:txBody>
                    <a:bodyPr/>
                    <a:lstStyle/>
                    <a:p>
                      <a:pPr algn="ctr"/>
                      <a:endParaRPr kumimoji="1" lang="ja-JP" altLang="en-US" sz="800">
                        <a:solidFill>
                          <a:schemeClr val="bg1"/>
                        </a:solidFill>
                      </a:endParaRPr>
                    </a:p>
                  </a:txBody>
                  <a:tcPr marL="68580" marR="68580" marT="34290" marB="34290">
                    <a:solidFill>
                      <a:schemeClr val="accent4">
                        <a:lumMod val="40000"/>
                        <a:lumOff val="60000"/>
                      </a:schemeClr>
                    </a:solidFill>
                  </a:tcPr>
                </a:tc>
                <a:tc>
                  <a:txBody>
                    <a:bodyPr/>
                    <a:lstStyle/>
                    <a:p>
                      <a:pPr algn="ctr"/>
                      <a:endParaRPr kumimoji="1" lang="ja-JP" altLang="en-US" sz="800">
                        <a:solidFill>
                          <a:schemeClr val="bg1"/>
                        </a:solidFill>
                      </a:endParaRPr>
                    </a:p>
                  </a:txBody>
                  <a:tcPr marL="68580" marR="68580" marT="34290" marB="34290">
                    <a:solidFill>
                      <a:schemeClr val="accent4">
                        <a:lumMod val="40000"/>
                        <a:lumOff val="60000"/>
                      </a:schemeClr>
                    </a:solidFill>
                  </a:tcPr>
                </a:tc>
                <a:tc>
                  <a:txBody>
                    <a:bodyPr/>
                    <a:lstStyle/>
                    <a:p>
                      <a:pPr algn="ctr"/>
                      <a:endParaRPr kumimoji="1" lang="ja-JP" altLang="en-US" sz="800">
                        <a:solidFill>
                          <a:schemeClr val="bg1"/>
                        </a:solidFill>
                      </a:endParaRPr>
                    </a:p>
                  </a:txBody>
                  <a:tcPr marL="68580" marR="68580" marT="34290" marB="34290">
                    <a:solidFill>
                      <a:schemeClr val="accent4">
                        <a:lumMod val="40000"/>
                        <a:lumOff val="60000"/>
                      </a:schemeClr>
                    </a:solidFill>
                  </a:tcPr>
                </a:tc>
                <a:tc>
                  <a:txBody>
                    <a:bodyPr/>
                    <a:lstStyle/>
                    <a:p>
                      <a:pPr algn="ctr"/>
                      <a:endParaRPr kumimoji="1" lang="ja-JP" altLang="en-US" sz="800">
                        <a:solidFill>
                          <a:schemeClr val="bg1"/>
                        </a:solidFill>
                      </a:endParaRPr>
                    </a:p>
                  </a:txBody>
                  <a:tcPr marL="68580" marR="68580" marT="34290" marB="34290">
                    <a:solidFill>
                      <a:schemeClr val="accent4">
                        <a:lumMod val="40000"/>
                        <a:lumOff val="60000"/>
                      </a:schemeClr>
                    </a:solidFill>
                  </a:tcPr>
                </a:tc>
                <a:tc>
                  <a:txBody>
                    <a:bodyPr/>
                    <a:lstStyle/>
                    <a:p>
                      <a:pPr algn="ctr"/>
                      <a:endParaRPr kumimoji="1" lang="ja-JP" altLang="en-US" sz="800">
                        <a:solidFill>
                          <a:schemeClr val="bg1"/>
                        </a:solidFill>
                      </a:endParaRPr>
                    </a:p>
                  </a:txBody>
                  <a:tcPr marL="68580" marR="68580" marT="34290" marB="34290">
                    <a:solidFill>
                      <a:schemeClr val="accent4">
                        <a:lumMod val="40000"/>
                        <a:lumOff val="60000"/>
                      </a:schemeClr>
                    </a:solidFill>
                  </a:tcPr>
                </a:tc>
                <a:tc>
                  <a:txBody>
                    <a:bodyPr/>
                    <a:lstStyle/>
                    <a:p>
                      <a:pPr algn="ctr"/>
                      <a:endParaRPr kumimoji="1" lang="ja-JP" altLang="en-US" sz="800">
                        <a:solidFill>
                          <a:schemeClr val="bg1"/>
                        </a:solidFill>
                      </a:endParaRPr>
                    </a:p>
                  </a:txBody>
                  <a:tcPr marL="68580" marR="68580" marT="34290" marB="34290">
                    <a:solidFill>
                      <a:schemeClr val="accent4">
                        <a:lumMod val="40000"/>
                        <a:lumOff val="60000"/>
                      </a:schemeClr>
                    </a:solidFill>
                  </a:tcPr>
                </a:tc>
                <a:tc>
                  <a:txBody>
                    <a:bodyPr/>
                    <a:lstStyle/>
                    <a:p>
                      <a:pPr algn="ctr"/>
                      <a:endParaRPr kumimoji="1" lang="ja-JP" altLang="en-US" sz="800">
                        <a:solidFill>
                          <a:schemeClr val="bg1"/>
                        </a:solidFill>
                      </a:endParaRPr>
                    </a:p>
                  </a:txBody>
                  <a:tcPr marL="68580" marR="68580" marT="34290" marB="34290">
                    <a:solidFill>
                      <a:schemeClr val="accent4">
                        <a:lumMod val="40000"/>
                        <a:lumOff val="60000"/>
                      </a:schemeClr>
                    </a:solidFill>
                  </a:tcPr>
                </a:tc>
                <a:tc>
                  <a:txBody>
                    <a:bodyPr/>
                    <a:lstStyle/>
                    <a:p>
                      <a:pPr algn="ctr"/>
                      <a:endParaRPr kumimoji="1" lang="ja-JP" altLang="en-US" sz="800">
                        <a:solidFill>
                          <a:schemeClr val="bg1"/>
                        </a:solidFill>
                      </a:endParaRPr>
                    </a:p>
                  </a:txBody>
                  <a:tcPr marL="68580" marR="68580" marT="34290" marB="34290">
                    <a:solidFill>
                      <a:schemeClr val="accent4">
                        <a:lumMod val="40000"/>
                        <a:lumOff val="60000"/>
                      </a:schemeClr>
                    </a:solidFill>
                  </a:tcPr>
                </a:tc>
                <a:tc>
                  <a:txBody>
                    <a:bodyPr/>
                    <a:lstStyle/>
                    <a:p>
                      <a:pPr algn="ctr"/>
                      <a:endParaRPr kumimoji="1" lang="ja-JP" altLang="en-US" sz="800">
                        <a:solidFill>
                          <a:schemeClr val="bg1"/>
                        </a:solidFill>
                      </a:endParaRPr>
                    </a:p>
                  </a:txBody>
                  <a:tcPr marL="68580" marR="68580" marT="34290" marB="34290">
                    <a:solidFill>
                      <a:schemeClr val="accent4">
                        <a:lumMod val="40000"/>
                        <a:lumOff val="60000"/>
                      </a:schemeClr>
                    </a:solidFill>
                  </a:tcPr>
                </a:tc>
                <a:tc>
                  <a:txBody>
                    <a:bodyPr/>
                    <a:lstStyle/>
                    <a:p>
                      <a:pPr algn="ctr"/>
                      <a:endParaRPr kumimoji="1" lang="en-US" altLang="ja-JP" sz="800">
                        <a:solidFill>
                          <a:schemeClr val="bg1"/>
                        </a:solidFill>
                      </a:endParaRPr>
                    </a:p>
                    <a:p>
                      <a:pPr algn="ctr"/>
                      <a:endParaRPr kumimoji="1" lang="ja-JP" altLang="en-US" sz="800">
                        <a:solidFill>
                          <a:schemeClr val="bg1"/>
                        </a:solidFill>
                      </a:endParaRPr>
                    </a:p>
                  </a:txBody>
                  <a:tcPr marL="68580" marR="68580" marT="34290" marB="34290">
                    <a:solidFill>
                      <a:schemeClr val="accent4">
                        <a:lumMod val="40000"/>
                        <a:lumOff val="60000"/>
                      </a:schemeClr>
                    </a:solidFill>
                  </a:tcPr>
                </a:tc>
                <a:tc>
                  <a:txBody>
                    <a:bodyPr/>
                    <a:lstStyle/>
                    <a:p>
                      <a:pPr algn="ctr"/>
                      <a:endParaRPr kumimoji="1" lang="ja-JP" altLang="en-US" sz="800">
                        <a:solidFill>
                          <a:schemeClr val="bg1"/>
                        </a:solidFill>
                      </a:endParaRPr>
                    </a:p>
                  </a:txBody>
                  <a:tcPr marL="68580" marR="68580" marT="34290" marB="34290">
                    <a:solidFill>
                      <a:schemeClr val="accent4">
                        <a:lumMod val="40000"/>
                        <a:lumOff val="60000"/>
                      </a:schemeClr>
                    </a:solidFill>
                  </a:tcPr>
                </a:tc>
                <a:tc>
                  <a:txBody>
                    <a:bodyPr/>
                    <a:lstStyle/>
                    <a:p>
                      <a:pPr algn="ctr"/>
                      <a:endParaRPr kumimoji="1" lang="ja-JP" altLang="en-US" sz="800">
                        <a:solidFill>
                          <a:schemeClr val="bg1"/>
                        </a:solidFill>
                      </a:endParaRPr>
                    </a:p>
                  </a:txBody>
                  <a:tcPr marL="68580" marR="68580" marT="34290" marB="34290">
                    <a:solidFill>
                      <a:schemeClr val="tx2">
                        <a:lumMod val="20000"/>
                        <a:lumOff val="80000"/>
                      </a:schemeClr>
                    </a:solidFill>
                  </a:tcPr>
                </a:tc>
                <a:tc>
                  <a:txBody>
                    <a:bodyPr/>
                    <a:lstStyle/>
                    <a:p>
                      <a:pPr algn="ctr"/>
                      <a:endParaRPr kumimoji="1" lang="ja-JP" altLang="en-US" sz="800">
                        <a:solidFill>
                          <a:schemeClr val="bg1"/>
                        </a:solidFill>
                      </a:endParaRPr>
                    </a:p>
                  </a:txBody>
                  <a:tcPr marL="68580" marR="68580" marT="34290" marB="34290">
                    <a:solidFill>
                      <a:schemeClr val="tx2">
                        <a:lumMod val="20000"/>
                        <a:lumOff val="80000"/>
                      </a:schemeClr>
                    </a:solidFill>
                  </a:tcPr>
                </a:tc>
                <a:tc>
                  <a:txBody>
                    <a:bodyPr/>
                    <a:lstStyle/>
                    <a:p>
                      <a:pPr algn="ctr"/>
                      <a:endParaRPr kumimoji="1" lang="ja-JP" altLang="en-US" sz="800">
                        <a:solidFill>
                          <a:schemeClr val="bg1"/>
                        </a:solidFill>
                      </a:endParaRPr>
                    </a:p>
                  </a:txBody>
                  <a:tcPr marL="68580" marR="68580" marT="34290" marB="34290">
                    <a:solidFill>
                      <a:schemeClr val="tx2">
                        <a:lumMod val="20000"/>
                        <a:lumOff val="80000"/>
                      </a:schemeClr>
                    </a:solidFill>
                  </a:tcPr>
                </a:tc>
                <a:tc>
                  <a:txBody>
                    <a:bodyPr/>
                    <a:lstStyle/>
                    <a:p>
                      <a:pPr algn="ctr"/>
                      <a:endParaRPr kumimoji="1" lang="ja-JP" altLang="en-US" sz="800">
                        <a:solidFill>
                          <a:schemeClr val="bg1"/>
                        </a:solidFill>
                      </a:endParaRPr>
                    </a:p>
                  </a:txBody>
                  <a:tcPr marL="68580" marR="68580" marT="34290" marB="34290">
                    <a:solidFill>
                      <a:schemeClr val="tx2">
                        <a:lumMod val="20000"/>
                        <a:lumOff val="80000"/>
                      </a:schemeClr>
                    </a:solidFill>
                  </a:tcPr>
                </a:tc>
                <a:tc>
                  <a:txBody>
                    <a:bodyPr/>
                    <a:lstStyle/>
                    <a:p>
                      <a:pPr algn="ctr"/>
                      <a:endParaRPr kumimoji="1" lang="ja-JP" altLang="en-US" sz="800">
                        <a:solidFill>
                          <a:schemeClr val="bg1"/>
                        </a:solidFill>
                      </a:endParaRPr>
                    </a:p>
                  </a:txBody>
                  <a:tcPr marL="68580" marR="68580" marT="34290" marB="34290">
                    <a:solidFill>
                      <a:schemeClr val="tx2">
                        <a:lumMod val="20000"/>
                        <a:lumOff val="80000"/>
                      </a:schemeClr>
                    </a:solidFill>
                  </a:tcPr>
                </a:tc>
                <a:tc>
                  <a:txBody>
                    <a:bodyPr/>
                    <a:lstStyle/>
                    <a:p>
                      <a:pPr algn="ctr"/>
                      <a:endParaRPr kumimoji="1" lang="ja-JP" altLang="en-US" sz="800">
                        <a:solidFill>
                          <a:schemeClr val="bg1"/>
                        </a:solidFill>
                      </a:endParaRPr>
                    </a:p>
                  </a:txBody>
                  <a:tcPr marL="68580" marR="68580" marT="34290" marB="34290">
                    <a:solidFill>
                      <a:schemeClr val="tx2">
                        <a:lumMod val="20000"/>
                        <a:lumOff val="80000"/>
                      </a:schemeClr>
                    </a:solidFill>
                  </a:tcPr>
                </a:tc>
                <a:tc>
                  <a:txBody>
                    <a:bodyPr/>
                    <a:lstStyle/>
                    <a:p>
                      <a:pPr algn="ctr"/>
                      <a:endParaRPr kumimoji="1" lang="ja-JP" altLang="en-US" sz="800">
                        <a:solidFill>
                          <a:schemeClr val="bg1"/>
                        </a:solidFill>
                      </a:endParaRPr>
                    </a:p>
                  </a:txBody>
                  <a:tcPr marL="68580" marR="68580" marT="34290" marB="34290">
                    <a:solidFill>
                      <a:schemeClr val="tx2">
                        <a:lumMod val="20000"/>
                        <a:lumOff val="80000"/>
                      </a:schemeClr>
                    </a:solidFill>
                  </a:tcPr>
                </a:tc>
                <a:tc>
                  <a:txBody>
                    <a:bodyPr/>
                    <a:lstStyle/>
                    <a:p>
                      <a:pPr algn="ctr"/>
                      <a:endParaRPr kumimoji="1" lang="ja-JP" altLang="en-US" sz="800">
                        <a:solidFill>
                          <a:schemeClr val="bg1"/>
                        </a:solidFill>
                      </a:endParaRPr>
                    </a:p>
                  </a:txBody>
                  <a:tcPr marL="68580" marR="68580" marT="34290" marB="34290">
                    <a:solidFill>
                      <a:schemeClr val="tx2">
                        <a:lumMod val="20000"/>
                        <a:lumOff val="80000"/>
                      </a:schemeClr>
                    </a:solidFill>
                  </a:tcPr>
                </a:tc>
                <a:tc>
                  <a:txBody>
                    <a:bodyPr/>
                    <a:lstStyle/>
                    <a:p>
                      <a:pPr algn="ctr"/>
                      <a:endParaRPr kumimoji="1" lang="ja-JP" altLang="en-US" sz="800">
                        <a:solidFill>
                          <a:schemeClr val="bg1"/>
                        </a:solidFill>
                      </a:endParaRPr>
                    </a:p>
                  </a:txBody>
                  <a:tcPr marL="68580" marR="68580" marT="34290" marB="34290">
                    <a:solidFill>
                      <a:schemeClr val="tx2">
                        <a:lumMod val="20000"/>
                        <a:lumOff val="80000"/>
                      </a:schemeClr>
                    </a:solidFill>
                  </a:tcPr>
                </a:tc>
                <a:tc>
                  <a:txBody>
                    <a:bodyPr/>
                    <a:lstStyle/>
                    <a:p>
                      <a:pPr algn="ctr"/>
                      <a:endParaRPr kumimoji="1" lang="ja-JP" altLang="en-US" sz="800">
                        <a:solidFill>
                          <a:schemeClr val="bg1"/>
                        </a:solidFill>
                      </a:endParaRPr>
                    </a:p>
                  </a:txBody>
                  <a:tcPr marL="68580" marR="68580" marT="34290" marB="34290">
                    <a:solidFill>
                      <a:schemeClr val="tx2">
                        <a:lumMod val="20000"/>
                        <a:lumOff val="80000"/>
                      </a:schemeClr>
                    </a:solidFill>
                  </a:tcPr>
                </a:tc>
                <a:tc>
                  <a:txBody>
                    <a:bodyPr/>
                    <a:lstStyle/>
                    <a:p>
                      <a:pPr algn="ctr"/>
                      <a:endParaRPr kumimoji="1" lang="ja-JP" altLang="en-US" sz="800">
                        <a:solidFill>
                          <a:schemeClr val="bg1"/>
                        </a:solidFill>
                      </a:endParaRPr>
                    </a:p>
                  </a:txBody>
                  <a:tcPr marL="68580" marR="68580" marT="34290" marB="34290">
                    <a:solidFill>
                      <a:schemeClr val="tx2">
                        <a:lumMod val="20000"/>
                        <a:lumOff val="80000"/>
                      </a:schemeClr>
                    </a:solidFill>
                  </a:tcPr>
                </a:tc>
                <a:tc>
                  <a:txBody>
                    <a:bodyPr/>
                    <a:lstStyle/>
                    <a:p>
                      <a:pPr algn="ctr"/>
                      <a:endParaRPr kumimoji="1" lang="ja-JP" altLang="en-US" sz="800">
                        <a:solidFill>
                          <a:schemeClr val="bg1"/>
                        </a:solidFill>
                      </a:endParaRPr>
                    </a:p>
                  </a:txBody>
                  <a:tcPr marL="68580" marR="68580" marT="34290" marB="34290">
                    <a:solidFill>
                      <a:schemeClr val="tx2">
                        <a:lumMod val="20000"/>
                        <a:lumOff val="80000"/>
                      </a:schemeClr>
                    </a:solidFill>
                  </a:tcPr>
                </a:tc>
                <a:tc>
                  <a:txBody>
                    <a:bodyPr/>
                    <a:lstStyle/>
                    <a:p>
                      <a:pPr algn="ctr"/>
                      <a:endParaRPr kumimoji="1" lang="ja-JP" altLang="en-US" sz="800">
                        <a:solidFill>
                          <a:schemeClr val="bg1"/>
                        </a:solidFill>
                      </a:endParaRPr>
                    </a:p>
                  </a:txBody>
                  <a:tcPr marL="68580" marR="68580" marT="34290" marB="34290">
                    <a:solidFill>
                      <a:srgbClr val="D2F2F7"/>
                    </a:solidFill>
                  </a:tcPr>
                </a:tc>
                <a:tc>
                  <a:txBody>
                    <a:bodyPr/>
                    <a:lstStyle/>
                    <a:p>
                      <a:pPr algn="ctr"/>
                      <a:endParaRPr kumimoji="1" lang="ja-JP" altLang="en-US" sz="800">
                        <a:solidFill>
                          <a:schemeClr val="bg1"/>
                        </a:solidFill>
                      </a:endParaRPr>
                    </a:p>
                  </a:txBody>
                  <a:tcPr marL="68580" marR="68580" marT="34290" marB="34290">
                    <a:solidFill>
                      <a:srgbClr val="D2F2F7"/>
                    </a:solidFill>
                  </a:tcPr>
                </a:tc>
                <a:tc>
                  <a:txBody>
                    <a:bodyPr/>
                    <a:lstStyle/>
                    <a:p>
                      <a:pPr algn="ctr"/>
                      <a:endParaRPr kumimoji="1" lang="ja-JP" altLang="en-US" sz="800">
                        <a:solidFill>
                          <a:schemeClr val="bg1"/>
                        </a:solidFill>
                      </a:endParaRPr>
                    </a:p>
                  </a:txBody>
                  <a:tcPr marL="68580" marR="68580" marT="34290" marB="34290">
                    <a:solidFill>
                      <a:srgbClr val="D2F2F7"/>
                    </a:solidFill>
                  </a:tcPr>
                </a:tc>
                <a:tc>
                  <a:txBody>
                    <a:bodyPr/>
                    <a:lstStyle/>
                    <a:p>
                      <a:pPr algn="ctr"/>
                      <a:endParaRPr kumimoji="1" lang="ja-JP" altLang="en-US" sz="800">
                        <a:solidFill>
                          <a:schemeClr val="bg1"/>
                        </a:solidFill>
                      </a:endParaRPr>
                    </a:p>
                  </a:txBody>
                  <a:tcPr marL="68580" marR="68580" marT="34290" marB="34290">
                    <a:solidFill>
                      <a:srgbClr val="D2F2F7"/>
                    </a:solidFill>
                  </a:tcPr>
                </a:tc>
                <a:tc>
                  <a:txBody>
                    <a:bodyPr/>
                    <a:lstStyle/>
                    <a:p>
                      <a:pPr algn="ctr"/>
                      <a:endParaRPr kumimoji="1" lang="ja-JP" altLang="en-US" sz="800">
                        <a:solidFill>
                          <a:schemeClr val="bg1"/>
                        </a:solidFill>
                      </a:endParaRPr>
                    </a:p>
                  </a:txBody>
                  <a:tcPr marL="68580" marR="68580" marT="34290" marB="34290">
                    <a:solidFill>
                      <a:srgbClr val="D2F2F7"/>
                    </a:solidFill>
                  </a:tcPr>
                </a:tc>
                <a:tc>
                  <a:txBody>
                    <a:bodyPr/>
                    <a:lstStyle/>
                    <a:p>
                      <a:pPr algn="ctr"/>
                      <a:endParaRPr kumimoji="1" lang="ja-JP" altLang="en-US" sz="800">
                        <a:solidFill>
                          <a:schemeClr val="bg1"/>
                        </a:solidFill>
                      </a:endParaRPr>
                    </a:p>
                  </a:txBody>
                  <a:tcPr marL="68580" marR="68580" marT="34290" marB="34290">
                    <a:solidFill>
                      <a:srgbClr val="D2F2F7"/>
                    </a:solidFill>
                  </a:tcPr>
                </a:tc>
                <a:tc>
                  <a:txBody>
                    <a:bodyPr/>
                    <a:lstStyle/>
                    <a:p>
                      <a:pPr algn="ctr"/>
                      <a:endParaRPr kumimoji="1" lang="ja-JP" altLang="en-US" sz="800">
                        <a:solidFill>
                          <a:schemeClr val="bg1"/>
                        </a:solidFill>
                      </a:endParaRPr>
                    </a:p>
                  </a:txBody>
                  <a:tcPr marL="68580" marR="68580" marT="34290" marB="34290">
                    <a:solidFill>
                      <a:srgbClr val="D2F2F7"/>
                    </a:solidFill>
                  </a:tcPr>
                </a:tc>
                <a:tc>
                  <a:txBody>
                    <a:bodyPr/>
                    <a:lstStyle/>
                    <a:p>
                      <a:pPr algn="ctr"/>
                      <a:endParaRPr kumimoji="1" lang="ja-JP" altLang="en-US" sz="800">
                        <a:solidFill>
                          <a:schemeClr val="bg1"/>
                        </a:solidFill>
                      </a:endParaRPr>
                    </a:p>
                  </a:txBody>
                  <a:tcPr marL="68580" marR="68580" marT="34290" marB="34290">
                    <a:solidFill>
                      <a:srgbClr val="D2F2F7"/>
                    </a:solidFill>
                  </a:tcPr>
                </a:tc>
                <a:tc>
                  <a:txBody>
                    <a:bodyPr/>
                    <a:lstStyle/>
                    <a:p>
                      <a:pPr algn="ctr"/>
                      <a:endParaRPr kumimoji="1" lang="ja-JP" altLang="en-US" sz="800">
                        <a:solidFill>
                          <a:schemeClr val="bg1"/>
                        </a:solidFill>
                      </a:endParaRPr>
                    </a:p>
                  </a:txBody>
                  <a:tcPr marL="68580" marR="68580" marT="34290" marB="34290">
                    <a:solidFill>
                      <a:srgbClr val="D2F2F7"/>
                    </a:solidFill>
                  </a:tcPr>
                </a:tc>
                <a:tc>
                  <a:txBody>
                    <a:bodyPr/>
                    <a:lstStyle/>
                    <a:p>
                      <a:pPr algn="ctr"/>
                      <a:endParaRPr kumimoji="1" lang="ja-JP" altLang="en-US" sz="800">
                        <a:solidFill>
                          <a:schemeClr val="bg1"/>
                        </a:solidFill>
                      </a:endParaRPr>
                    </a:p>
                  </a:txBody>
                  <a:tcPr marL="68580" marR="68580" marT="34290" marB="34290">
                    <a:solidFill>
                      <a:srgbClr val="D2F2F7"/>
                    </a:solidFill>
                  </a:tcPr>
                </a:tc>
                <a:tc>
                  <a:txBody>
                    <a:bodyPr/>
                    <a:lstStyle/>
                    <a:p>
                      <a:pPr algn="ctr"/>
                      <a:endParaRPr kumimoji="1" lang="ja-JP" altLang="en-US" sz="800">
                        <a:solidFill>
                          <a:schemeClr val="bg1"/>
                        </a:solidFill>
                      </a:endParaRPr>
                    </a:p>
                  </a:txBody>
                  <a:tcPr marL="68580" marR="68580" marT="34290" marB="34290">
                    <a:solidFill>
                      <a:srgbClr val="D2F2F7"/>
                    </a:solidFill>
                  </a:tcPr>
                </a:tc>
                <a:tc>
                  <a:txBody>
                    <a:bodyPr/>
                    <a:lstStyle/>
                    <a:p>
                      <a:pPr algn="ctr"/>
                      <a:endParaRPr kumimoji="1" lang="ja-JP" altLang="en-US" sz="800">
                        <a:solidFill>
                          <a:schemeClr val="bg1"/>
                        </a:solidFill>
                      </a:endParaRPr>
                    </a:p>
                  </a:txBody>
                  <a:tcPr marL="68580" marR="68580" marT="34290" marB="34290">
                    <a:solidFill>
                      <a:srgbClr val="D2F2F7"/>
                    </a:solidFill>
                  </a:tcPr>
                </a:tc>
                <a:tc>
                  <a:txBody>
                    <a:bodyPr/>
                    <a:lstStyle/>
                    <a:p>
                      <a:pPr algn="ctr"/>
                      <a:endParaRPr kumimoji="1" lang="ja-JP" altLang="en-US" sz="800">
                        <a:solidFill>
                          <a:schemeClr val="bg1"/>
                        </a:solidFill>
                      </a:endParaRPr>
                    </a:p>
                  </a:txBody>
                  <a:tcPr marL="68580" marR="68580" marT="34290" marB="34290">
                    <a:solidFill>
                      <a:srgbClr val="F5CDB9"/>
                    </a:solidFill>
                  </a:tcPr>
                </a:tc>
                <a:tc>
                  <a:txBody>
                    <a:bodyPr/>
                    <a:lstStyle/>
                    <a:p>
                      <a:pPr algn="ctr"/>
                      <a:endParaRPr kumimoji="1" lang="ja-JP" altLang="en-US" sz="800">
                        <a:solidFill>
                          <a:schemeClr val="bg1"/>
                        </a:solidFill>
                      </a:endParaRPr>
                    </a:p>
                  </a:txBody>
                  <a:tcPr marL="68580" marR="68580" marT="34290" marB="34290">
                    <a:solidFill>
                      <a:srgbClr val="F5CDB9"/>
                    </a:solidFill>
                  </a:tcPr>
                </a:tc>
                <a:tc>
                  <a:txBody>
                    <a:bodyPr/>
                    <a:lstStyle/>
                    <a:p>
                      <a:pPr algn="ctr"/>
                      <a:endParaRPr kumimoji="1" lang="ja-JP" altLang="en-US" sz="800">
                        <a:solidFill>
                          <a:schemeClr val="bg1"/>
                        </a:solidFill>
                      </a:endParaRPr>
                    </a:p>
                  </a:txBody>
                  <a:tcPr marL="68580" marR="68580" marT="34290" marB="34290">
                    <a:solidFill>
                      <a:srgbClr val="F5CDB9"/>
                    </a:solidFill>
                  </a:tcPr>
                </a:tc>
                <a:tc>
                  <a:txBody>
                    <a:bodyPr/>
                    <a:lstStyle/>
                    <a:p>
                      <a:pPr algn="ctr"/>
                      <a:endParaRPr kumimoji="1" lang="ja-JP" altLang="en-US" sz="800">
                        <a:solidFill>
                          <a:schemeClr val="bg1"/>
                        </a:solidFill>
                      </a:endParaRPr>
                    </a:p>
                  </a:txBody>
                  <a:tcPr marL="68580" marR="68580" marT="34290" marB="34290">
                    <a:solidFill>
                      <a:srgbClr val="F5CDB9"/>
                    </a:solidFill>
                  </a:tcPr>
                </a:tc>
                <a:tc>
                  <a:txBody>
                    <a:bodyPr/>
                    <a:lstStyle/>
                    <a:p>
                      <a:pPr algn="ctr"/>
                      <a:endParaRPr kumimoji="1" lang="ja-JP" altLang="en-US" sz="800">
                        <a:solidFill>
                          <a:schemeClr val="bg1"/>
                        </a:solidFill>
                      </a:endParaRPr>
                    </a:p>
                  </a:txBody>
                  <a:tcPr marL="68580" marR="68580" marT="34290" marB="34290">
                    <a:solidFill>
                      <a:srgbClr val="F5CDB9"/>
                    </a:solidFill>
                  </a:tcPr>
                </a:tc>
                <a:tc>
                  <a:txBody>
                    <a:bodyPr/>
                    <a:lstStyle/>
                    <a:p>
                      <a:pPr algn="ctr"/>
                      <a:endParaRPr kumimoji="1" lang="ja-JP" altLang="en-US" sz="800">
                        <a:solidFill>
                          <a:schemeClr val="bg1"/>
                        </a:solidFill>
                      </a:endParaRPr>
                    </a:p>
                  </a:txBody>
                  <a:tcPr marL="68580" marR="68580" marT="34290" marB="34290">
                    <a:solidFill>
                      <a:srgbClr val="F5CDB9"/>
                    </a:solidFill>
                  </a:tcPr>
                </a:tc>
                <a:tc>
                  <a:txBody>
                    <a:bodyPr/>
                    <a:lstStyle/>
                    <a:p>
                      <a:pPr algn="ctr"/>
                      <a:endParaRPr kumimoji="1" lang="ja-JP" altLang="en-US" sz="800">
                        <a:solidFill>
                          <a:schemeClr val="bg1"/>
                        </a:solidFill>
                      </a:endParaRPr>
                    </a:p>
                  </a:txBody>
                  <a:tcPr marL="68580" marR="68580" marT="34290" marB="34290">
                    <a:solidFill>
                      <a:srgbClr val="F5CDB9"/>
                    </a:solidFill>
                  </a:tcPr>
                </a:tc>
                <a:tc>
                  <a:txBody>
                    <a:bodyPr/>
                    <a:lstStyle/>
                    <a:p>
                      <a:pPr algn="ctr"/>
                      <a:endParaRPr kumimoji="1" lang="ja-JP" altLang="en-US" sz="800">
                        <a:solidFill>
                          <a:schemeClr val="bg1"/>
                        </a:solidFill>
                      </a:endParaRPr>
                    </a:p>
                  </a:txBody>
                  <a:tcPr marL="68580" marR="68580" marT="34290" marB="34290">
                    <a:solidFill>
                      <a:srgbClr val="F5CDB9"/>
                    </a:solidFill>
                  </a:tcPr>
                </a:tc>
                <a:tc>
                  <a:txBody>
                    <a:bodyPr/>
                    <a:lstStyle/>
                    <a:p>
                      <a:pPr algn="ctr"/>
                      <a:endParaRPr kumimoji="1" lang="ja-JP" altLang="en-US" sz="800" dirty="0">
                        <a:solidFill>
                          <a:schemeClr val="bg1"/>
                        </a:solidFill>
                      </a:endParaRPr>
                    </a:p>
                  </a:txBody>
                  <a:tcPr marL="68580" marR="68580" marT="34290" marB="34290">
                    <a:solidFill>
                      <a:srgbClr val="F5CDB9"/>
                    </a:solidFill>
                  </a:tcPr>
                </a:tc>
                <a:extLst>
                  <a:ext uri="{0D108BD9-81ED-4DB2-BD59-A6C34878D82A}">
                    <a16:rowId xmlns:a16="http://schemas.microsoft.com/office/drawing/2014/main" val="10002"/>
                  </a:ext>
                </a:extLst>
              </a:tr>
            </a:tbl>
          </a:graphicData>
        </a:graphic>
      </p:graphicFrame>
      <p:grpSp>
        <p:nvGrpSpPr>
          <p:cNvPr id="4" name="组合 3"/>
          <p:cNvGrpSpPr/>
          <p:nvPr/>
        </p:nvGrpSpPr>
        <p:grpSpPr>
          <a:xfrm>
            <a:off x="2745781" y="2504636"/>
            <a:ext cx="6492536" cy="1463523"/>
            <a:chOff x="2494984" y="1528766"/>
            <a:chExt cx="6492536" cy="1463523"/>
          </a:xfrm>
        </p:grpSpPr>
        <p:sp>
          <p:nvSpPr>
            <p:cNvPr id="11" name="テキスト ボックス 42"/>
            <p:cNvSpPr txBox="1"/>
            <p:nvPr/>
          </p:nvSpPr>
          <p:spPr>
            <a:xfrm>
              <a:off x="2494984" y="1532128"/>
              <a:ext cx="774262" cy="369332"/>
            </a:xfrm>
            <a:prstGeom prst="rect">
              <a:avLst/>
            </a:prstGeom>
            <a:noFill/>
          </p:spPr>
          <p:txBody>
            <a:bodyPr wrap="square" rtlCol="0" anchor="b">
              <a:spAutoFit/>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a:ln>
                    <a:noFill/>
                  </a:ln>
                  <a:solidFill>
                    <a:srgbClr val="000000"/>
                  </a:solidFill>
                  <a:effectLst/>
                  <a:uLnTx/>
                  <a:uFillTx/>
                  <a:latin typeface="Boehringer Forward Text"/>
                  <a:ea typeface="メイリオ" panose="020B0604030504040204" pitchFamily="34" charset="-128"/>
                  <a:cs typeface="+mn-cs"/>
                </a:rPr>
                <a:t>Contract</a:t>
              </a:r>
            </a:p>
            <a:p>
              <a:pPr marL="0" marR="0" lvl="0" indent="0" algn="l" defTabSz="685800" rtl="0" eaLnBrk="1" fontAlgn="auto"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a:ln>
                    <a:noFill/>
                  </a:ln>
                  <a:solidFill>
                    <a:srgbClr val="000000"/>
                  </a:solidFill>
                  <a:effectLst/>
                  <a:uLnTx/>
                  <a:uFillTx/>
                  <a:latin typeface="Boehringer Forward Text"/>
                  <a:ea typeface="メイリオ" panose="020B0604030504040204" pitchFamily="34" charset="-128"/>
                  <a:cs typeface="+mn-cs"/>
                </a:rPr>
                <a:t>Sign-off</a:t>
              </a:r>
              <a:endParaRPr kumimoji="1" lang="ja-JP" altLang="en-US" sz="900" b="0" i="0" u="none" strike="noStrike" kern="1200" cap="none" spc="0" normalizeH="0" baseline="0" noProof="0">
                <a:ln>
                  <a:noFill/>
                </a:ln>
                <a:solidFill>
                  <a:srgbClr val="000000"/>
                </a:solidFill>
                <a:effectLst/>
                <a:uLnTx/>
                <a:uFillTx/>
                <a:latin typeface="Boehringer Forward Text"/>
                <a:ea typeface="メイリオ" panose="020B0604030504040204" pitchFamily="34" charset="-128"/>
                <a:cs typeface="+mn-cs"/>
              </a:endParaRPr>
            </a:p>
          </p:txBody>
        </p:sp>
        <p:sp>
          <p:nvSpPr>
            <p:cNvPr id="32" name="テキスト ボックス 42"/>
            <p:cNvSpPr txBox="1"/>
            <p:nvPr/>
          </p:nvSpPr>
          <p:spPr>
            <a:xfrm>
              <a:off x="6673246" y="1528766"/>
              <a:ext cx="1244215" cy="369332"/>
            </a:xfrm>
            <a:prstGeom prst="rect">
              <a:avLst/>
            </a:prstGeom>
            <a:noFill/>
          </p:spPr>
          <p:txBody>
            <a:bodyPr wrap="square" rtlCol="0" anchor="b">
              <a:spAutoFit/>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a:ln>
                    <a:noFill/>
                  </a:ln>
                  <a:solidFill>
                    <a:srgbClr val="000000"/>
                  </a:solidFill>
                  <a:effectLst/>
                  <a:uLnTx/>
                  <a:uFillTx/>
                  <a:latin typeface="Boehringer Forward Text"/>
                  <a:ea typeface="メイリオ" panose="020B0604030504040204" pitchFamily="34" charset="-128"/>
                  <a:cs typeface="+mn-cs"/>
                </a:rPr>
                <a:t>Manuscript submission of PG</a:t>
              </a:r>
              <a:endParaRPr kumimoji="1" lang="ja-JP" altLang="en-US" sz="900" b="0" i="0" u="none" strike="noStrike" kern="1200" cap="none" spc="0" normalizeH="0" baseline="0" noProof="0">
                <a:ln>
                  <a:noFill/>
                </a:ln>
                <a:solidFill>
                  <a:srgbClr val="000000"/>
                </a:solidFill>
                <a:effectLst/>
                <a:uLnTx/>
                <a:uFillTx/>
                <a:latin typeface="Boehringer Forward Text"/>
                <a:ea typeface="メイリオ" panose="020B0604030504040204" pitchFamily="34" charset="-128"/>
                <a:cs typeface="+mn-cs"/>
              </a:endParaRPr>
            </a:p>
          </p:txBody>
        </p:sp>
        <p:grpSp>
          <p:nvGrpSpPr>
            <p:cNvPr id="2" name="组合 1"/>
            <p:cNvGrpSpPr/>
            <p:nvPr/>
          </p:nvGrpSpPr>
          <p:grpSpPr>
            <a:xfrm>
              <a:off x="2642753" y="1909932"/>
              <a:ext cx="6210980" cy="1082357"/>
              <a:chOff x="2642753" y="1876594"/>
              <a:chExt cx="6210980" cy="1082357"/>
            </a:xfrm>
          </p:grpSpPr>
          <p:sp>
            <p:nvSpPr>
              <p:cNvPr id="14" name="テキスト ボックス 42"/>
              <p:cNvSpPr txBox="1"/>
              <p:nvPr/>
            </p:nvSpPr>
            <p:spPr>
              <a:xfrm>
                <a:off x="5191656" y="2055123"/>
                <a:ext cx="942191" cy="369332"/>
              </a:xfrm>
              <a:prstGeom prst="rect">
                <a:avLst/>
              </a:prstGeom>
              <a:noFill/>
            </p:spPr>
            <p:txBody>
              <a:bodyPr wrap="square" rtlCol="0" anchor="b">
                <a:spAutoFit/>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a:ln>
                      <a:noFill/>
                    </a:ln>
                    <a:solidFill>
                      <a:srgbClr val="000000"/>
                    </a:solidFill>
                    <a:effectLst/>
                    <a:uLnTx/>
                    <a:uFillTx/>
                    <a:latin typeface="Boehringer Forward Text"/>
                    <a:ea typeface="メイリオ" panose="020B0604030504040204" pitchFamily="34" charset="-128"/>
                    <a:cs typeface="+mn-cs"/>
                  </a:rPr>
                  <a:t>Study report </a:t>
                </a:r>
                <a:r>
                  <a:rPr kumimoji="1" lang="en-US" altLang="zh-CN" sz="900" b="0" i="0" u="none" strike="noStrike" kern="1200" cap="none" spc="0" normalizeH="0" baseline="0" noProof="0">
                    <a:ln>
                      <a:noFill/>
                    </a:ln>
                    <a:solidFill>
                      <a:srgbClr val="000000"/>
                    </a:solidFill>
                    <a:effectLst/>
                    <a:uLnTx/>
                    <a:uFillTx/>
                    <a:latin typeface="Boehringer Forward Text"/>
                    <a:ea typeface="メイリオ" panose="020B0604030504040204" pitchFamily="34" charset="-128"/>
                    <a:cs typeface="+mn-cs"/>
                  </a:rPr>
                  <a:t>draft</a:t>
                </a:r>
                <a:r>
                  <a:rPr kumimoji="1" lang="en-US" altLang="ja-JP" sz="900" b="0" i="0" u="none" strike="noStrike" kern="1200" cap="none" spc="0" normalizeH="0" baseline="0" noProof="0">
                    <a:ln>
                      <a:noFill/>
                    </a:ln>
                    <a:solidFill>
                      <a:srgbClr val="000000"/>
                    </a:solidFill>
                    <a:effectLst/>
                    <a:uLnTx/>
                    <a:uFillTx/>
                    <a:latin typeface="Boehringer Forward Text"/>
                    <a:ea typeface="メイリオ" panose="020B0604030504040204" pitchFamily="34" charset="-128"/>
                    <a:cs typeface="+mn-cs"/>
                  </a:rPr>
                  <a:t> of PG</a:t>
                </a:r>
                <a:endParaRPr kumimoji="1" lang="ja-JP" altLang="en-US" sz="900" b="0" i="0" u="none" strike="noStrike" kern="1200" cap="none" spc="0" normalizeH="0" baseline="0" noProof="0">
                  <a:ln>
                    <a:noFill/>
                  </a:ln>
                  <a:solidFill>
                    <a:srgbClr val="000000"/>
                  </a:solidFill>
                  <a:effectLst/>
                  <a:uLnTx/>
                  <a:uFillTx/>
                  <a:latin typeface="Boehringer Forward Text"/>
                  <a:ea typeface="メイリオ" panose="020B0604030504040204" pitchFamily="34" charset="-128"/>
                  <a:cs typeface="+mn-cs"/>
                </a:endParaRPr>
              </a:p>
            </p:txBody>
          </p:sp>
          <p:sp>
            <p:nvSpPr>
              <p:cNvPr id="5" name="箭头: 上下 4"/>
              <p:cNvSpPr/>
              <p:nvPr/>
            </p:nvSpPr>
            <p:spPr>
              <a:xfrm rot="16200000">
                <a:off x="5493074" y="1441189"/>
                <a:ext cx="173356" cy="1136659"/>
              </a:xfrm>
              <a:prstGeom prst="upDownArrow">
                <a:avLst/>
              </a:prstGeom>
              <a:solidFill>
                <a:schemeClr val="accent4"/>
              </a:solidFill>
              <a:ln>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srgbClr val="E9E9E9"/>
                  </a:solidFill>
                  <a:effectLst/>
                  <a:uLnTx/>
                  <a:uFillTx/>
                  <a:latin typeface="Boehringer Forward Text"/>
                  <a:ea typeface="宋体" panose="02010600030101010101" pitchFamily="2" charset="-122"/>
                  <a:cs typeface="+mn-cs"/>
                </a:endParaRPr>
              </a:p>
            </p:txBody>
          </p:sp>
          <p:sp>
            <p:nvSpPr>
              <p:cNvPr id="25" name="等腰三角形 24"/>
              <p:cNvSpPr/>
              <p:nvPr/>
            </p:nvSpPr>
            <p:spPr bwMode="gray">
              <a:xfrm>
                <a:off x="2642753" y="1909291"/>
                <a:ext cx="161350" cy="170032"/>
              </a:xfrm>
              <a:prstGeom prst="triangle">
                <a:avLst/>
              </a:prstGeom>
              <a:solidFill>
                <a:schemeClr val="tx2"/>
              </a:solidFill>
              <a:ln w="63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26" name="箭头: 上下 25"/>
              <p:cNvSpPr/>
              <p:nvPr/>
            </p:nvSpPr>
            <p:spPr>
              <a:xfrm rot="16200000">
                <a:off x="3088691" y="1543774"/>
                <a:ext cx="165737" cy="912192"/>
              </a:xfrm>
              <a:prstGeom prst="upDownArrow">
                <a:avLst/>
              </a:prstGeom>
              <a:solidFill>
                <a:schemeClr val="accent4"/>
              </a:solidFill>
              <a:ln>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srgbClr val="E9E9E9"/>
                  </a:solidFill>
                  <a:effectLst/>
                  <a:uLnTx/>
                  <a:uFillTx/>
                  <a:latin typeface="Boehringer Forward Text"/>
                  <a:ea typeface="宋体" panose="02010600030101010101" pitchFamily="2" charset="-122"/>
                  <a:cs typeface="+mn-cs"/>
                </a:endParaRPr>
              </a:p>
            </p:txBody>
          </p:sp>
          <p:sp>
            <p:nvSpPr>
              <p:cNvPr id="27" name="テキスト ボックス 42"/>
              <p:cNvSpPr txBox="1"/>
              <p:nvPr/>
            </p:nvSpPr>
            <p:spPr>
              <a:xfrm>
                <a:off x="2726819" y="2065775"/>
                <a:ext cx="1051877" cy="369332"/>
              </a:xfrm>
              <a:prstGeom prst="rect">
                <a:avLst/>
              </a:prstGeom>
              <a:noFill/>
            </p:spPr>
            <p:txBody>
              <a:bodyPr wrap="square" rtlCol="0" anchor="b">
                <a:spAutoFit/>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1" lang="en-US" altLang="zh-CN" sz="900" b="0" i="0" u="none" strike="noStrike" kern="1200" cap="none" spc="0" normalizeH="0" baseline="0" noProof="0">
                    <a:ln>
                      <a:noFill/>
                    </a:ln>
                    <a:solidFill>
                      <a:srgbClr val="000000"/>
                    </a:solidFill>
                    <a:effectLst/>
                    <a:uLnTx/>
                    <a:uFillTx/>
                    <a:latin typeface="Boehringer Forward Text"/>
                    <a:ea typeface="宋体" panose="02010600030101010101" pitchFamily="2" charset="-122"/>
                    <a:cs typeface="+mn-cs"/>
                  </a:rPr>
                  <a:t>Data collection period of PG</a:t>
                </a:r>
                <a:endParaRPr kumimoji="1" lang="ja-JP" altLang="en-US" sz="900" b="0" i="0" u="none" strike="noStrike" kern="1200" cap="none" spc="0" normalizeH="0" baseline="0" noProof="0">
                  <a:ln>
                    <a:noFill/>
                  </a:ln>
                  <a:solidFill>
                    <a:srgbClr val="000000"/>
                  </a:solidFill>
                  <a:effectLst/>
                  <a:uLnTx/>
                  <a:uFillTx/>
                  <a:latin typeface="Boehringer Forward Text"/>
                  <a:ea typeface="メイリオ" panose="020B0604030504040204" pitchFamily="34" charset="-128"/>
                  <a:cs typeface="+mn-cs"/>
                </a:endParaRPr>
              </a:p>
            </p:txBody>
          </p:sp>
          <p:sp>
            <p:nvSpPr>
              <p:cNvPr id="29" name="箭头: 上下 28"/>
              <p:cNvSpPr/>
              <p:nvPr/>
            </p:nvSpPr>
            <p:spPr>
              <a:xfrm rot="16200000">
                <a:off x="4244113" y="1355024"/>
                <a:ext cx="163761" cy="1295482"/>
              </a:xfrm>
              <a:prstGeom prst="upDownArrow">
                <a:avLst/>
              </a:prstGeom>
              <a:solidFill>
                <a:schemeClr val="accent4"/>
              </a:solidFill>
              <a:ln>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srgbClr val="E9E9E9"/>
                  </a:solidFill>
                  <a:effectLst/>
                  <a:uLnTx/>
                  <a:uFillTx/>
                  <a:latin typeface="Boehringer Forward Text"/>
                  <a:ea typeface="宋体" panose="02010600030101010101" pitchFamily="2" charset="-122"/>
                  <a:cs typeface="+mn-cs"/>
                </a:endParaRPr>
              </a:p>
            </p:txBody>
          </p:sp>
          <p:sp>
            <p:nvSpPr>
              <p:cNvPr id="30" name="文本框 29"/>
              <p:cNvSpPr txBox="1"/>
              <p:nvPr/>
            </p:nvSpPr>
            <p:spPr>
              <a:xfrm>
                <a:off x="3854060" y="2055123"/>
                <a:ext cx="972256" cy="369332"/>
              </a:xfrm>
              <a:prstGeom prst="rect">
                <a:avLst/>
              </a:prstGeom>
              <a:noFill/>
            </p:spPr>
            <p:txBody>
              <a:bodyPr wrap="square">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altLang="zh-CN" sz="900" b="0" i="0" u="none" strike="noStrike" kern="1200" cap="none" spc="0" normalizeH="0" baseline="0" noProof="0">
                    <a:ln>
                      <a:noFill/>
                    </a:ln>
                    <a:solidFill>
                      <a:prstClr val="black"/>
                    </a:solidFill>
                    <a:effectLst/>
                    <a:uLnTx/>
                    <a:uFillTx/>
                    <a:latin typeface="Boehringer Forward Text"/>
                    <a:ea typeface="等线" panose="02010600030101010101" pitchFamily="2" charset="-122"/>
                    <a:cs typeface="Arial" panose="020B0604020202020204" pitchFamily="34" charset="0"/>
                  </a:rPr>
                  <a:t>Data analysis</a:t>
                </a: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altLang="zh-CN" sz="900" b="0" i="0" u="none" strike="noStrike" kern="1200" cap="none" spc="0" normalizeH="0" baseline="0" noProof="0">
                    <a:ln>
                      <a:noFill/>
                    </a:ln>
                    <a:solidFill>
                      <a:prstClr val="black"/>
                    </a:solidFill>
                    <a:effectLst/>
                    <a:uLnTx/>
                    <a:uFillTx/>
                    <a:latin typeface="Boehringer Forward Text"/>
                    <a:ea typeface="等线" panose="02010600030101010101" pitchFamily="2" charset="-122"/>
                    <a:cs typeface="Arial" panose="020B0604020202020204" pitchFamily="34" charset="0"/>
                  </a:rPr>
                  <a:t>of PG</a:t>
                </a:r>
                <a:endParaRPr kumimoji="0" lang="zh-CN" altLang="zh-CN" sz="900" b="0" i="0" u="none" strike="noStrike" kern="1200" cap="none" spc="0" normalizeH="0" baseline="0" noProof="0">
                  <a:ln>
                    <a:noFill/>
                  </a:ln>
                  <a:solidFill>
                    <a:prstClr val="black"/>
                  </a:solidFill>
                  <a:effectLst/>
                  <a:uLnTx/>
                  <a:uFillTx/>
                  <a:latin typeface="Boehringer Forward Text"/>
                  <a:ea typeface="等线" panose="02010600030101010101" pitchFamily="2" charset="-122"/>
                  <a:cs typeface="Arial" panose="020B0604020202020204" pitchFamily="34" charset="0"/>
                </a:endParaRPr>
              </a:p>
            </p:txBody>
          </p:sp>
          <p:sp>
            <p:nvSpPr>
              <p:cNvPr id="31" name="等腰三角形 30"/>
              <p:cNvSpPr/>
              <p:nvPr/>
            </p:nvSpPr>
            <p:spPr bwMode="gray">
              <a:xfrm>
                <a:off x="7033059" y="1876594"/>
                <a:ext cx="161350" cy="170032"/>
              </a:xfrm>
              <a:prstGeom prst="triangle">
                <a:avLst/>
              </a:prstGeom>
              <a:solidFill>
                <a:schemeClr val="tx2"/>
              </a:solidFill>
              <a:ln w="63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38" name="テキスト ボックス 42"/>
              <p:cNvSpPr txBox="1"/>
              <p:nvPr/>
            </p:nvSpPr>
            <p:spPr>
              <a:xfrm>
                <a:off x="7242775" y="2589619"/>
                <a:ext cx="942191" cy="369332"/>
              </a:xfrm>
              <a:prstGeom prst="rect">
                <a:avLst/>
              </a:prstGeom>
              <a:noFill/>
            </p:spPr>
            <p:txBody>
              <a:bodyPr wrap="square" rtlCol="0" anchor="b">
                <a:spAutoFit/>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dirty="0">
                    <a:ln>
                      <a:noFill/>
                    </a:ln>
                    <a:solidFill>
                      <a:srgbClr val="000000"/>
                    </a:solidFill>
                    <a:effectLst/>
                    <a:uLnTx/>
                    <a:uFillTx/>
                    <a:latin typeface="Boehringer Forward Text"/>
                    <a:ea typeface="メイリオ" panose="020B0604030504040204" pitchFamily="34" charset="-128"/>
                    <a:cs typeface="+mn-cs"/>
                  </a:rPr>
                  <a:t>Study report draft of HS</a:t>
                </a:r>
                <a:endParaRPr kumimoji="1" lang="ja-JP" altLang="en-US" sz="900" b="0" i="0" u="none" strike="noStrike" kern="1200" cap="none" spc="0" normalizeH="0" baseline="0" noProof="0" dirty="0">
                  <a:ln>
                    <a:noFill/>
                  </a:ln>
                  <a:solidFill>
                    <a:srgbClr val="000000"/>
                  </a:solidFill>
                  <a:effectLst/>
                  <a:uLnTx/>
                  <a:uFillTx/>
                  <a:latin typeface="Boehringer Forward Text"/>
                  <a:ea typeface="メイリオ" panose="020B0604030504040204" pitchFamily="34" charset="-128"/>
                  <a:cs typeface="+mn-cs"/>
                </a:endParaRPr>
              </a:p>
            </p:txBody>
          </p:sp>
          <p:sp>
            <p:nvSpPr>
              <p:cNvPr id="39" name="箭头: 上下 38"/>
              <p:cNvSpPr/>
              <p:nvPr/>
            </p:nvSpPr>
            <p:spPr>
              <a:xfrm rot="16200000">
                <a:off x="7577083" y="1966150"/>
                <a:ext cx="158510" cy="1119195"/>
              </a:xfrm>
              <a:prstGeom prst="upDownArrow">
                <a:avLst/>
              </a:prstGeom>
              <a:solidFill>
                <a:schemeClr val="accent5"/>
              </a:solidFill>
              <a:ln>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srgbClr val="E9E9E9"/>
                  </a:solidFill>
                  <a:effectLst/>
                  <a:uLnTx/>
                  <a:uFillTx/>
                  <a:latin typeface="Boehringer Forward Text"/>
                  <a:ea typeface="宋体" panose="02010600030101010101" pitchFamily="2" charset="-122"/>
                  <a:cs typeface="+mn-cs"/>
                </a:endParaRPr>
              </a:p>
            </p:txBody>
          </p:sp>
          <p:sp>
            <p:nvSpPr>
              <p:cNvPr id="40" name="箭头: 上下 39"/>
              <p:cNvSpPr/>
              <p:nvPr/>
            </p:nvSpPr>
            <p:spPr>
              <a:xfrm rot="16200000">
                <a:off x="4353618" y="1575354"/>
                <a:ext cx="160284" cy="1900789"/>
              </a:xfrm>
              <a:prstGeom prst="upDownArrow">
                <a:avLst/>
              </a:prstGeom>
              <a:solidFill>
                <a:schemeClr val="accent5"/>
              </a:solidFill>
              <a:ln>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srgbClr val="E9E9E9"/>
                  </a:solidFill>
                  <a:effectLst/>
                  <a:uLnTx/>
                  <a:uFillTx/>
                  <a:latin typeface="Boehringer Forward Text"/>
                  <a:ea typeface="宋体" panose="02010600030101010101" pitchFamily="2" charset="-122"/>
                  <a:cs typeface="+mn-cs"/>
                </a:endParaRPr>
              </a:p>
            </p:txBody>
          </p:sp>
          <p:sp>
            <p:nvSpPr>
              <p:cNvPr id="41" name="テキスト ボックス 42"/>
              <p:cNvSpPr txBox="1"/>
              <p:nvPr/>
            </p:nvSpPr>
            <p:spPr>
              <a:xfrm>
                <a:off x="3621447" y="2605003"/>
                <a:ext cx="1876679" cy="230832"/>
              </a:xfrm>
              <a:prstGeom prst="rect">
                <a:avLst/>
              </a:prstGeom>
              <a:noFill/>
            </p:spPr>
            <p:txBody>
              <a:bodyPr wrap="square" rtlCol="0" anchor="b">
                <a:spAutoFit/>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1" lang="en-US" altLang="zh-CN" sz="900" b="0" i="0" u="none" strike="noStrike" kern="1200" cap="none" spc="0" normalizeH="0" baseline="0" noProof="0" dirty="0">
                    <a:ln>
                      <a:noFill/>
                    </a:ln>
                    <a:solidFill>
                      <a:srgbClr val="000000"/>
                    </a:solidFill>
                    <a:effectLst/>
                    <a:uLnTx/>
                    <a:uFillTx/>
                    <a:latin typeface="Boehringer Forward Text"/>
                    <a:ea typeface="宋体" panose="02010600030101010101" pitchFamily="2" charset="-122"/>
                    <a:cs typeface="+mn-cs"/>
                  </a:rPr>
                  <a:t>Data collection period of HS</a:t>
                </a:r>
                <a:endParaRPr kumimoji="1" lang="ja-JP" altLang="en-US" sz="900" b="0" i="0" u="none" strike="noStrike" kern="1200" cap="none" spc="0" normalizeH="0" baseline="0" noProof="0" dirty="0">
                  <a:ln>
                    <a:noFill/>
                  </a:ln>
                  <a:solidFill>
                    <a:srgbClr val="000000"/>
                  </a:solidFill>
                  <a:effectLst/>
                  <a:uLnTx/>
                  <a:uFillTx/>
                  <a:latin typeface="Boehringer Forward Text"/>
                  <a:ea typeface="メイリオ" panose="020B0604030504040204" pitchFamily="34" charset="-128"/>
                  <a:cs typeface="+mn-cs"/>
                </a:endParaRPr>
              </a:p>
            </p:txBody>
          </p:sp>
          <p:sp>
            <p:nvSpPr>
              <p:cNvPr id="42" name="箭头: 上下 41"/>
              <p:cNvSpPr/>
              <p:nvPr/>
            </p:nvSpPr>
            <p:spPr>
              <a:xfrm rot="16200000">
                <a:off x="6169834" y="1682215"/>
                <a:ext cx="158511" cy="1675668"/>
              </a:xfrm>
              <a:prstGeom prst="upDownArrow">
                <a:avLst/>
              </a:prstGeom>
              <a:solidFill>
                <a:schemeClr val="accent5"/>
              </a:solidFill>
              <a:ln>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srgbClr val="E9E9E9"/>
                  </a:solidFill>
                  <a:effectLst/>
                  <a:uLnTx/>
                  <a:uFillTx/>
                  <a:latin typeface="Boehringer Forward Text"/>
                  <a:ea typeface="宋体" panose="02010600030101010101" pitchFamily="2" charset="-122"/>
                  <a:cs typeface="+mn-cs"/>
                </a:endParaRPr>
              </a:p>
            </p:txBody>
          </p:sp>
          <p:sp>
            <p:nvSpPr>
              <p:cNvPr id="43" name="文本框 42"/>
              <p:cNvSpPr txBox="1"/>
              <p:nvPr/>
            </p:nvSpPr>
            <p:spPr>
              <a:xfrm>
                <a:off x="5648497" y="2594107"/>
                <a:ext cx="1334272" cy="230832"/>
              </a:xfrm>
              <a:prstGeom prst="rect">
                <a:avLst/>
              </a:prstGeom>
              <a:noFill/>
            </p:spPr>
            <p:txBody>
              <a:bodyPr wrap="square">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altLang="zh-CN" sz="900" b="0" i="0" u="none" strike="noStrike" kern="1200" cap="none" spc="0" normalizeH="0" baseline="0" noProof="0" dirty="0">
                    <a:ln>
                      <a:noFill/>
                    </a:ln>
                    <a:solidFill>
                      <a:prstClr val="black"/>
                    </a:solidFill>
                    <a:effectLst/>
                    <a:uLnTx/>
                    <a:uFillTx/>
                    <a:latin typeface="Boehringer Forward Text"/>
                    <a:ea typeface="等线" panose="02010600030101010101" pitchFamily="2" charset="-122"/>
                    <a:cs typeface="Arial" panose="020B0604020202020204" pitchFamily="34" charset="0"/>
                  </a:rPr>
                  <a:t>Data analysis of HS</a:t>
                </a:r>
                <a:endParaRPr kumimoji="0" lang="zh-CN" altLang="zh-CN" sz="900" b="0" i="0" u="none" strike="noStrike" kern="1200" cap="none" spc="0" normalizeH="0" baseline="0" noProof="0" dirty="0">
                  <a:ln>
                    <a:noFill/>
                  </a:ln>
                  <a:solidFill>
                    <a:prstClr val="black"/>
                  </a:solidFill>
                  <a:effectLst/>
                  <a:uLnTx/>
                  <a:uFillTx/>
                  <a:latin typeface="Boehringer Forward Text"/>
                  <a:ea typeface="等线" panose="02010600030101010101" pitchFamily="2" charset="-122"/>
                  <a:cs typeface="Arial" panose="020B0604020202020204" pitchFamily="34" charset="0"/>
                </a:endParaRPr>
              </a:p>
            </p:txBody>
          </p:sp>
          <p:sp>
            <p:nvSpPr>
              <p:cNvPr id="44" name="等腰三角形 43"/>
              <p:cNvSpPr/>
              <p:nvPr/>
            </p:nvSpPr>
            <p:spPr bwMode="gray">
              <a:xfrm>
                <a:off x="8692383" y="2435107"/>
                <a:ext cx="161350" cy="170032"/>
              </a:xfrm>
              <a:prstGeom prst="triangle">
                <a:avLst/>
              </a:prstGeom>
              <a:solidFill>
                <a:schemeClr val="tx2"/>
              </a:solidFill>
              <a:ln w="63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grpSp>
        <p:sp>
          <p:nvSpPr>
            <p:cNvPr id="45" name="テキスト ボックス 42"/>
            <p:cNvSpPr txBox="1"/>
            <p:nvPr/>
          </p:nvSpPr>
          <p:spPr>
            <a:xfrm>
              <a:off x="7956577" y="2070167"/>
              <a:ext cx="1030943" cy="369332"/>
            </a:xfrm>
            <a:prstGeom prst="rect">
              <a:avLst/>
            </a:prstGeom>
            <a:noFill/>
          </p:spPr>
          <p:txBody>
            <a:bodyPr wrap="square" rtlCol="0" anchor="b">
              <a:spAutoFit/>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dirty="0">
                  <a:ln>
                    <a:noFill/>
                  </a:ln>
                  <a:solidFill>
                    <a:srgbClr val="000000"/>
                  </a:solidFill>
                  <a:effectLst/>
                  <a:uLnTx/>
                  <a:uFillTx/>
                  <a:latin typeface="Boehringer Forward Text"/>
                  <a:ea typeface="メイリオ" panose="020B0604030504040204" pitchFamily="34" charset="-128"/>
                  <a:cs typeface="+mn-cs"/>
                </a:rPr>
                <a:t>Manuscript submission HS</a:t>
              </a:r>
              <a:endParaRPr kumimoji="1" lang="ja-JP" altLang="en-US" sz="900" b="0" i="0" u="none" strike="noStrike" kern="1200" cap="none" spc="0" normalizeH="0" baseline="0" noProof="0" dirty="0">
                <a:ln>
                  <a:noFill/>
                </a:ln>
                <a:solidFill>
                  <a:srgbClr val="000000"/>
                </a:solidFill>
                <a:effectLst/>
                <a:uLnTx/>
                <a:uFillTx/>
                <a:latin typeface="Boehringer Forward Text"/>
                <a:ea typeface="メイリオ" panose="020B0604030504040204" pitchFamily="34" charset="-128"/>
                <a:cs typeface="+mn-cs"/>
              </a:endParaRPr>
            </a:p>
          </p:txBody>
        </p:sp>
      </p:grpSp>
      <p:sp>
        <p:nvSpPr>
          <p:cNvPr id="21" name="箭头: 右 20">
            <a:extLst>
              <a:ext uri="{FF2B5EF4-FFF2-40B4-BE49-F238E27FC236}">
                <a16:creationId xmlns:a16="http://schemas.microsoft.com/office/drawing/2014/main" id="{DDC437CD-FEB8-EC24-2AB6-C393A971FEFA}"/>
              </a:ext>
            </a:extLst>
          </p:cNvPr>
          <p:cNvSpPr/>
          <p:nvPr/>
        </p:nvSpPr>
        <p:spPr bwMode="gray">
          <a:xfrm>
            <a:off x="125008" y="4170391"/>
            <a:ext cx="8998855" cy="241881"/>
          </a:xfrm>
          <a:prstGeom prst="rightArrow">
            <a:avLst/>
          </a:prstGeom>
          <a:solidFill>
            <a:schemeClr val="accent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28" name="箭头: 下 27">
            <a:extLst>
              <a:ext uri="{FF2B5EF4-FFF2-40B4-BE49-F238E27FC236}">
                <a16:creationId xmlns:a16="http://schemas.microsoft.com/office/drawing/2014/main" id="{EA89E1C0-2A13-C0D8-02C7-5BEC8FAFA7F9}"/>
              </a:ext>
            </a:extLst>
          </p:cNvPr>
          <p:cNvSpPr/>
          <p:nvPr/>
        </p:nvSpPr>
        <p:spPr bwMode="gray">
          <a:xfrm>
            <a:off x="8923924" y="4649867"/>
            <a:ext cx="221022" cy="241881"/>
          </a:xfrm>
          <a:prstGeom prst="downArrow">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33" name="矩形: 圆角 32">
            <a:extLst>
              <a:ext uri="{FF2B5EF4-FFF2-40B4-BE49-F238E27FC236}">
                <a16:creationId xmlns:a16="http://schemas.microsoft.com/office/drawing/2014/main" id="{BCE0378F-9A73-BDE9-75A3-507E315C9B03}"/>
              </a:ext>
            </a:extLst>
          </p:cNvPr>
          <p:cNvSpPr/>
          <p:nvPr/>
        </p:nvSpPr>
        <p:spPr bwMode="gray">
          <a:xfrm>
            <a:off x="7808206" y="4709663"/>
            <a:ext cx="441961" cy="227531"/>
          </a:xfrm>
          <a:prstGeom prst="roundRect">
            <a:avLst/>
          </a:prstGeom>
          <a:ln/>
        </p:spPr>
        <p:style>
          <a:lnRef idx="0">
            <a:schemeClr val="accent5"/>
          </a:lnRef>
          <a:fillRef idx="3">
            <a:schemeClr val="accent5"/>
          </a:fillRef>
          <a:effectRef idx="3">
            <a:schemeClr val="accent5"/>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r>
              <a:rPr kumimoji="0" lang="en-US" altLang="zh-CN" sz="1200" b="0" i="0" u="none" strike="noStrike" kern="1200" cap="none" spc="0" normalizeH="0" baseline="0" noProof="0" dirty="0">
                <a:ln>
                  <a:noFill/>
                </a:ln>
                <a:solidFill>
                  <a:prstClr val="black"/>
                </a:solidFill>
                <a:effectLst/>
                <a:uLnTx/>
                <a:uFillTx/>
                <a:latin typeface="Boehringer Forward Text"/>
                <a:ea typeface="+mn-ea"/>
                <a:cs typeface="+mn-cs"/>
              </a:rPr>
              <a:t>HS</a:t>
            </a:r>
            <a:endParaRPr kumimoji="0" lang="zh-CN" altLang="en-US" sz="1200" b="0" i="0" u="none" strike="noStrike" kern="1200" cap="none" spc="0" normalizeH="0" baseline="0" noProof="0" dirty="0">
              <a:ln>
                <a:noFill/>
              </a:ln>
              <a:solidFill>
                <a:prstClr val="black"/>
              </a:solidFill>
              <a:effectLst/>
              <a:uLnTx/>
              <a:uFillTx/>
              <a:latin typeface="Boehringer Forward Text"/>
              <a:ea typeface="+mn-ea"/>
              <a:cs typeface="+mn-cs"/>
            </a:endParaRPr>
          </a:p>
        </p:txBody>
      </p:sp>
      <p:sp>
        <p:nvSpPr>
          <p:cNvPr id="34" name="OTLSHAPE_T_e17f3958430f4cff8650518c93c7635e_StartDate">
            <a:extLst>
              <a:ext uri="{FF2B5EF4-FFF2-40B4-BE49-F238E27FC236}">
                <a16:creationId xmlns:a16="http://schemas.microsoft.com/office/drawing/2014/main" id="{3153FC32-D03D-73EE-B60E-7750E2BAF00A}"/>
              </a:ext>
            </a:extLst>
          </p:cNvPr>
          <p:cNvSpPr txBox="1"/>
          <p:nvPr>
            <p:custDataLst>
              <p:tags r:id="rId2"/>
            </p:custDataLst>
          </p:nvPr>
        </p:nvSpPr>
        <p:spPr>
          <a:xfrm>
            <a:off x="8025683" y="4690437"/>
            <a:ext cx="1119263" cy="246221"/>
          </a:xfrm>
          <a:prstGeom prst="rect">
            <a:avLst/>
          </a:prstGeom>
          <a:noFill/>
        </p:spPr>
        <p:txBody>
          <a:bodyPr vert="horz" wrap="square" lIns="0" tIns="0" rIns="0" bIns="0" rtlCol="0" anchor="ctr" anchorCtr="0">
            <a:spAutoFit/>
          </a:bodyPr>
          <a:lstStyle/>
          <a:p>
            <a:pPr marL="0" marR="0" lvl="0" indent="0" algn="ctr" defTabSz="121905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08312A"/>
                </a:solidFill>
                <a:effectLst/>
                <a:uLnTx/>
                <a:uFillTx/>
                <a:latin typeface="Boehringer Forward Text"/>
                <a:ea typeface="宋体" panose="02010600030101010101" pitchFamily="2" charset="-122"/>
                <a:cs typeface="+mn-cs"/>
              </a:rPr>
              <a:t>CN sNDA sub</a:t>
            </a:r>
          </a:p>
          <a:p>
            <a:pPr marL="0" marR="0" lvl="0" indent="0" algn="ctr" defTabSz="121905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08312A"/>
                </a:solidFill>
                <a:effectLst/>
                <a:uLnTx/>
                <a:uFillTx/>
                <a:latin typeface="Boehringer Forward Text"/>
                <a:ea typeface="宋体" panose="02010600030101010101" pitchFamily="2" charset="-122"/>
                <a:cs typeface="+mn-cs"/>
              </a:rPr>
              <a:t>Apr 2028 </a:t>
            </a:r>
          </a:p>
        </p:txBody>
      </p:sp>
      <p:sp>
        <p:nvSpPr>
          <p:cNvPr id="36" name="箭头: 下 35">
            <a:extLst>
              <a:ext uri="{FF2B5EF4-FFF2-40B4-BE49-F238E27FC236}">
                <a16:creationId xmlns:a16="http://schemas.microsoft.com/office/drawing/2014/main" id="{441FD3A7-D3AF-2004-55B7-3D5C9E35C066}"/>
              </a:ext>
            </a:extLst>
          </p:cNvPr>
          <p:cNvSpPr/>
          <p:nvPr/>
        </p:nvSpPr>
        <p:spPr bwMode="gray">
          <a:xfrm>
            <a:off x="7976990" y="4082090"/>
            <a:ext cx="221022" cy="241881"/>
          </a:xfrm>
          <a:prstGeom prst="downArrow">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48" name="OTLSHAPE_T_e17f3958430f4cff8650518c93c7635e_StartDate">
            <a:extLst>
              <a:ext uri="{FF2B5EF4-FFF2-40B4-BE49-F238E27FC236}">
                <a16:creationId xmlns:a16="http://schemas.microsoft.com/office/drawing/2014/main" id="{020D5148-538C-6DF2-FF14-7EEC616028E9}"/>
              </a:ext>
            </a:extLst>
          </p:cNvPr>
          <p:cNvSpPr txBox="1"/>
          <p:nvPr>
            <p:custDataLst>
              <p:tags r:id="rId3"/>
            </p:custDataLst>
          </p:nvPr>
        </p:nvSpPr>
        <p:spPr>
          <a:xfrm>
            <a:off x="7538168" y="4380116"/>
            <a:ext cx="1119263" cy="246221"/>
          </a:xfrm>
          <a:prstGeom prst="rect">
            <a:avLst/>
          </a:prstGeom>
          <a:noFill/>
        </p:spPr>
        <p:txBody>
          <a:bodyPr vert="horz" wrap="square" lIns="0" tIns="0" rIns="0" bIns="0" rtlCol="0" anchor="ctr" anchorCtr="0">
            <a:spAutoFit/>
          </a:bodyPr>
          <a:lstStyle/>
          <a:p>
            <a:pPr marL="0" marR="0" lvl="0" indent="0" algn="ctr" defTabSz="121911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08312A"/>
                </a:solidFill>
                <a:effectLst/>
                <a:uLnTx/>
                <a:uFillTx/>
                <a:latin typeface="Boehringer Forward Text"/>
                <a:ea typeface="宋体" panose="02010600030101010101" pitchFamily="2" charset="-122"/>
                <a:cs typeface="+mn-cs"/>
              </a:rPr>
              <a:t>CN sNDA sub</a:t>
            </a:r>
          </a:p>
          <a:p>
            <a:pPr marL="0" marR="0" lvl="0" indent="0" algn="ctr" defTabSz="121911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08312A"/>
                </a:solidFill>
                <a:effectLst/>
                <a:uLnTx/>
                <a:uFillTx/>
                <a:latin typeface="Boehringer Forward Text"/>
                <a:ea typeface="宋体" panose="02010600030101010101" pitchFamily="2" charset="-122"/>
                <a:cs typeface="+mn-cs"/>
              </a:rPr>
              <a:t>Apr 2027</a:t>
            </a:r>
          </a:p>
        </p:txBody>
      </p:sp>
      <p:sp>
        <p:nvSpPr>
          <p:cNvPr id="49" name="矩形: 圆角 48">
            <a:extLst>
              <a:ext uri="{FF2B5EF4-FFF2-40B4-BE49-F238E27FC236}">
                <a16:creationId xmlns:a16="http://schemas.microsoft.com/office/drawing/2014/main" id="{9364A840-46E8-0D19-B815-4E179AA4CA47}"/>
              </a:ext>
            </a:extLst>
          </p:cNvPr>
          <p:cNvSpPr/>
          <p:nvPr/>
        </p:nvSpPr>
        <p:spPr bwMode="gray">
          <a:xfrm>
            <a:off x="7210322" y="4398254"/>
            <a:ext cx="441961" cy="227531"/>
          </a:xfrm>
          <a:prstGeom prst="roundRect">
            <a:avLst/>
          </a:prstGeom>
          <a:ln/>
        </p:spPr>
        <p:style>
          <a:lnRef idx="0">
            <a:schemeClr val="accent4"/>
          </a:lnRef>
          <a:fillRef idx="3">
            <a:schemeClr val="accent4"/>
          </a:fillRef>
          <a:effectRef idx="3">
            <a:schemeClr val="accent4"/>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r>
              <a:rPr kumimoji="0" lang="en-US" altLang="zh-CN" sz="1200" b="0" i="0" u="none" strike="noStrike" kern="1200" cap="none" spc="0" normalizeH="0" baseline="0" noProof="0">
                <a:ln>
                  <a:noFill/>
                </a:ln>
                <a:solidFill>
                  <a:prstClr val="black"/>
                </a:solidFill>
                <a:effectLst/>
                <a:uLnTx/>
                <a:uFillTx/>
                <a:latin typeface="Boehringer Forward Text"/>
                <a:ea typeface="+mn-ea"/>
                <a:cs typeface="+mn-cs"/>
              </a:rPr>
              <a:t>PG</a:t>
            </a:r>
            <a:endParaRPr kumimoji="0" lang="zh-CN" altLang="en-US" sz="1200" b="0" i="0" u="none" strike="noStrike" kern="1200" cap="none" spc="0" normalizeH="0" baseline="0" noProof="0">
              <a:ln>
                <a:noFill/>
              </a:ln>
              <a:solidFill>
                <a:prstClr val="black"/>
              </a:solidFill>
              <a:effectLst/>
              <a:uLnTx/>
              <a:uFillTx/>
              <a:latin typeface="Boehringer Forward Text"/>
              <a:ea typeface="+mn-ea"/>
              <a:cs typeface="+mn-cs"/>
            </a:endParaRPr>
          </a:p>
        </p:txBody>
      </p:sp>
      <p:grpSp>
        <p:nvGrpSpPr>
          <p:cNvPr id="60" name="组合 59">
            <a:extLst>
              <a:ext uri="{FF2B5EF4-FFF2-40B4-BE49-F238E27FC236}">
                <a16:creationId xmlns:a16="http://schemas.microsoft.com/office/drawing/2014/main" id="{26919F58-3B6D-CA13-89AB-353A192FBE9A}"/>
              </a:ext>
            </a:extLst>
          </p:cNvPr>
          <p:cNvGrpSpPr/>
          <p:nvPr/>
        </p:nvGrpSpPr>
        <p:grpSpPr>
          <a:xfrm>
            <a:off x="-72" y="2458466"/>
            <a:ext cx="3154784" cy="1054906"/>
            <a:chOff x="-72" y="2458466"/>
            <a:chExt cx="3154784" cy="1054906"/>
          </a:xfrm>
        </p:grpSpPr>
        <p:sp>
          <p:nvSpPr>
            <p:cNvPr id="9" name="テキスト ボックス 42"/>
            <p:cNvSpPr txBox="1"/>
            <p:nvPr/>
          </p:nvSpPr>
          <p:spPr>
            <a:xfrm>
              <a:off x="-72" y="2467703"/>
              <a:ext cx="901889" cy="507831"/>
            </a:xfrm>
            <a:prstGeom prst="rect">
              <a:avLst/>
            </a:prstGeom>
            <a:noFill/>
          </p:spPr>
          <p:txBody>
            <a:bodyPr wrap="square" rtlCol="0" anchor="b">
              <a:spAutoFit/>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a:ln>
                    <a:noFill/>
                  </a:ln>
                  <a:solidFill>
                    <a:srgbClr val="000000"/>
                  </a:solidFill>
                  <a:effectLst/>
                  <a:uLnTx/>
                  <a:uFillTx/>
                  <a:latin typeface="Boehringer Forward Text"/>
                  <a:ea typeface="メイリオ" panose="020B0604030504040204" pitchFamily="34" charset="-128"/>
                  <a:cs typeface="+mn-cs"/>
                </a:rPr>
                <a:t>PI submit</a:t>
              </a:r>
            </a:p>
            <a:p>
              <a:pPr marL="0" marR="0" lvl="0" indent="0" algn="l" defTabSz="685800" rtl="0" eaLnBrk="1" fontAlgn="auto"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a:ln>
                    <a:noFill/>
                  </a:ln>
                  <a:solidFill>
                    <a:srgbClr val="000000"/>
                  </a:solidFill>
                  <a:effectLst/>
                  <a:uLnTx/>
                  <a:uFillTx/>
                  <a:latin typeface="Boehringer Forward Text"/>
                  <a:ea typeface="メイリオ" panose="020B0604030504040204" pitchFamily="34" charset="-128"/>
                  <a:cs typeface="+mn-cs"/>
                </a:rPr>
                <a:t>ECR application </a:t>
              </a:r>
              <a:endParaRPr kumimoji="1" lang="ja-JP" altLang="en-US" sz="900" b="0" i="0" u="none" strike="noStrike" kern="1200" cap="none" spc="0" normalizeH="0" baseline="0" noProof="0">
                <a:ln>
                  <a:noFill/>
                </a:ln>
                <a:solidFill>
                  <a:srgbClr val="000000"/>
                </a:solidFill>
                <a:effectLst/>
                <a:uLnTx/>
                <a:uFillTx/>
                <a:latin typeface="Boehringer Forward Text"/>
                <a:ea typeface="メイリオ" panose="020B0604030504040204" pitchFamily="34" charset="-128"/>
                <a:cs typeface="+mn-cs"/>
              </a:endParaRPr>
            </a:p>
          </p:txBody>
        </p:sp>
        <p:sp>
          <p:nvSpPr>
            <p:cNvPr id="10" name="テキスト ボックス 42"/>
            <p:cNvSpPr txBox="1"/>
            <p:nvPr/>
          </p:nvSpPr>
          <p:spPr>
            <a:xfrm>
              <a:off x="1818516" y="3100331"/>
              <a:ext cx="774557" cy="369332"/>
            </a:xfrm>
            <a:prstGeom prst="rect">
              <a:avLst/>
            </a:prstGeom>
            <a:noFill/>
          </p:spPr>
          <p:txBody>
            <a:bodyPr wrap="square" rtlCol="0" anchor="b">
              <a:spAutoFit/>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dirty="0">
                  <a:ln>
                    <a:noFill/>
                  </a:ln>
                  <a:solidFill>
                    <a:srgbClr val="000000"/>
                  </a:solidFill>
                  <a:effectLst/>
                  <a:uLnTx/>
                  <a:uFillTx/>
                  <a:latin typeface="Boehringer Forward Text"/>
                  <a:ea typeface="メイリオ" panose="020B0604030504040204" pitchFamily="34" charset="-128"/>
                  <a:cs typeface="+mn-cs"/>
                </a:rPr>
                <a:t>Protocol approval</a:t>
              </a:r>
              <a:endParaRPr kumimoji="1" lang="ja-JP" altLang="en-US" sz="900" b="0" i="0" u="none" strike="noStrike" kern="1200" cap="none" spc="0" normalizeH="0" baseline="0" noProof="0" dirty="0">
                <a:ln>
                  <a:noFill/>
                </a:ln>
                <a:solidFill>
                  <a:srgbClr val="000000"/>
                </a:solidFill>
                <a:effectLst/>
                <a:uLnTx/>
                <a:uFillTx/>
                <a:latin typeface="Boehringer Forward Text"/>
                <a:ea typeface="メイリオ" panose="020B0604030504040204" pitchFamily="34" charset="-128"/>
                <a:cs typeface="+mn-cs"/>
              </a:endParaRPr>
            </a:p>
          </p:txBody>
        </p:sp>
        <p:sp>
          <p:nvSpPr>
            <p:cNvPr id="12" name="テキスト ボックス 42"/>
            <p:cNvSpPr txBox="1"/>
            <p:nvPr/>
          </p:nvSpPr>
          <p:spPr>
            <a:xfrm>
              <a:off x="2453076" y="3105405"/>
              <a:ext cx="701636" cy="369332"/>
            </a:xfrm>
            <a:prstGeom prst="rect">
              <a:avLst/>
            </a:prstGeom>
            <a:noFill/>
          </p:spPr>
          <p:txBody>
            <a:bodyPr wrap="square" rtlCol="0" anchor="b">
              <a:spAutoFit/>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dirty="0">
                  <a:ln>
                    <a:noFill/>
                  </a:ln>
                  <a:solidFill>
                    <a:srgbClr val="000000"/>
                  </a:solidFill>
                  <a:effectLst/>
                  <a:uLnTx/>
                  <a:uFillTx/>
                  <a:latin typeface="Boehringer Forward Text"/>
                  <a:ea typeface="メイリオ" panose="020B0604030504040204" pitchFamily="34" charset="-128"/>
                  <a:cs typeface="+mn-cs"/>
                </a:rPr>
                <a:t>EC</a:t>
              </a:r>
            </a:p>
            <a:p>
              <a:pPr marL="0" marR="0" lvl="0" indent="0" algn="l" defTabSz="685800" rtl="0" eaLnBrk="1" fontAlgn="auto"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dirty="0">
                  <a:ln>
                    <a:noFill/>
                  </a:ln>
                  <a:solidFill>
                    <a:srgbClr val="000000"/>
                  </a:solidFill>
                  <a:effectLst/>
                  <a:uLnTx/>
                  <a:uFillTx/>
                  <a:latin typeface="Boehringer Forward Text"/>
                  <a:ea typeface="メイリオ" panose="020B0604030504040204" pitchFamily="34" charset="-128"/>
                  <a:cs typeface="+mn-cs"/>
                </a:rPr>
                <a:t>Approval</a:t>
              </a:r>
              <a:endParaRPr kumimoji="1" lang="ja-JP" altLang="en-US" sz="900" b="0" i="0" u="none" strike="noStrike" kern="1200" cap="none" spc="0" normalizeH="0" baseline="0" noProof="0" dirty="0">
                <a:ln>
                  <a:noFill/>
                </a:ln>
                <a:solidFill>
                  <a:srgbClr val="000000"/>
                </a:solidFill>
                <a:effectLst/>
                <a:uLnTx/>
                <a:uFillTx/>
                <a:latin typeface="Boehringer Forward Text"/>
                <a:ea typeface="メイリオ" panose="020B0604030504040204" pitchFamily="34" charset="-128"/>
                <a:cs typeface="+mn-cs"/>
              </a:endParaRPr>
            </a:p>
          </p:txBody>
        </p:sp>
        <p:sp>
          <p:nvSpPr>
            <p:cNvPr id="16" name="テキスト ボックス 42"/>
            <p:cNvSpPr txBox="1"/>
            <p:nvPr/>
          </p:nvSpPr>
          <p:spPr>
            <a:xfrm>
              <a:off x="20136" y="3144040"/>
              <a:ext cx="643197" cy="369332"/>
            </a:xfrm>
            <a:prstGeom prst="rect">
              <a:avLst/>
            </a:prstGeom>
            <a:noFill/>
          </p:spPr>
          <p:txBody>
            <a:bodyPr wrap="square" rtlCol="0" anchor="b">
              <a:spAutoFit/>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a:ln>
                    <a:noFill/>
                  </a:ln>
                  <a:solidFill>
                    <a:srgbClr val="000000"/>
                  </a:solidFill>
                  <a:effectLst/>
                  <a:uLnTx/>
                  <a:uFillTx/>
                  <a:latin typeface="Boehringer Forward Text"/>
                  <a:ea typeface="メイリオ" panose="020B0604030504040204" pitchFamily="34" charset="-128"/>
                  <a:cs typeface="+mn-cs"/>
                </a:rPr>
                <a:t>PEC </a:t>
              </a:r>
            </a:p>
            <a:p>
              <a:pPr marL="0" marR="0" lvl="0" indent="0" algn="l" defTabSz="685800" rtl="0" eaLnBrk="1" fontAlgn="auto"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a:ln>
                    <a:noFill/>
                  </a:ln>
                  <a:solidFill>
                    <a:srgbClr val="000000"/>
                  </a:solidFill>
                  <a:effectLst/>
                  <a:uLnTx/>
                  <a:uFillTx/>
                  <a:latin typeface="Boehringer Forward Text"/>
                  <a:ea typeface="メイリオ" panose="020B0604030504040204" pitchFamily="34" charset="-128"/>
                  <a:cs typeface="+mn-cs"/>
                </a:rPr>
                <a:t>endorse</a:t>
              </a:r>
              <a:endParaRPr kumimoji="1" lang="ja-JP" altLang="en-US" sz="900" b="0" i="0" u="none" strike="noStrike" kern="1200" cap="none" spc="0" normalizeH="0" baseline="0" noProof="0">
                <a:ln>
                  <a:noFill/>
                </a:ln>
                <a:solidFill>
                  <a:srgbClr val="000000"/>
                </a:solidFill>
                <a:effectLst/>
                <a:uLnTx/>
                <a:uFillTx/>
                <a:latin typeface="Boehringer Forward Text"/>
                <a:ea typeface="メイリオ" panose="020B0604030504040204" pitchFamily="34" charset="-128"/>
                <a:cs typeface="+mn-cs"/>
              </a:endParaRPr>
            </a:p>
          </p:txBody>
        </p:sp>
        <p:sp>
          <p:nvSpPr>
            <p:cNvPr id="18" name="テキスト ボックス 42"/>
            <p:cNvSpPr txBox="1"/>
            <p:nvPr/>
          </p:nvSpPr>
          <p:spPr>
            <a:xfrm>
              <a:off x="1454060" y="2458466"/>
              <a:ext cx="643197" cy="369332"/>
            </a:xfrm>
            <a:prstGeom prst="rect">
              <a:avLst/>
            </a:prstGeom>
            <a:noFill/>
          </p:spPr>
          <p:txBody>
            <a:bodyPr wrap="square" rtlCol="0" anchor="b">
              <a:spAutoFit/>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dirty="0">
                  <a:ln>
                    <a:noFill/>
                  </a:ln>
                  <a:solidFill>
                    <a:srgbClr val="000000"/>
                  </a:solidFill>
                  <a:effectLst/>
                  <a:uLnTx/>
                  <a:uFillTx/>
                  <a:latin typeface="Boehringer Forward Text"/>
                  <a:ea typeface="メイリオ" panose="020B0604030504040204" pitchFamily="34" charset="-128"/>
                  <a:cs typeface="+mn-cs"/>
                </a:rPr>
                <a:t>Global </a:t>
              </a:r>
            </a:p>
            <a:p>
              <a:pPr marL="0" marR="0" lvl="0" indent="0" algn="l" defTabSz="685800" rtl="0" eaLnBrk="1" fontAlgn="auto"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dirty="0">
                  <a:ln>
                    <a:noFill/>
                  </a:ln>
                  <a:solidFill>
                    <a:srgbClr val="000000"/>
                  </a:solidFill>
                  <a:effectLst/>
                  <a:uLnTx/>
                  <a:uFillTx/>
                  <a:latin typeface="Boehringer Forward Text"/>
                  <a:ea typeface="メイリオ" panose="020B0604030504040204" pitchFamily="34" charset="-128"/>
                  <a:cs typeface="+mn-cs"/>
                </a:rPr>
                <a:t>endorse</a:t>
              </a:r>
              <a:endParaRPr kumimoji="1" lang="ja-JP" altLang="en-US" sz="900" b="0" i="0" u="none" strike="noStrike" kern="1200" cap="none" spc="0" normalizeH="0" baseline="0" noProof="0" dirty="0">
                <a:ln>
                  <a:noFill/>
                </a:ln>
                <a:solidFill>
                  <a:srgbClr val="000000"/>
                </a:solidFill>
                <a:effectLst/>
                <a:uLnTx/>
                <a:uFillTx/>
                <a:latin typeface="Boehringer Forward Text"/>
                <a:ea typeface="メイリオ" panose="020B0604030504040204" pitchFamily="34" charset="-128"/>
                <a:cs typeface="+mn-cs"/>
              </a:endParaRPr>
            </a:p>
          </p:txBody>
        </p:sp>
        <p:sp>
          <p:nvSpPr>
            <p:cNvPr id="6" name="箭头: 上下 5"/>
            <p:cNvSpPr/>
            <p:nvPr/>
          </p:nvSpPr>
          <p:spPr>
            <a:xfrm rot="16200000">
              <a:off x="1485202" y="2518334"/>
              <a:ext cx="153901" cy="1051172"/>
            </a:xfrm>
            <a:prstGeom prst="up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srgbClr val="E9E9E9"/>
                </a:solidFill>
                <a:effectLst/>
                <a:uLnTx/>
                <a:uFillTx/>
                <a:latin typeface="Boehringer Forward Text"/>
                <a:ea typeface="宋体" panose="02010600030101010101" pitchFamily="2" charset="-122"/>
                <a:cs typeface="+mn-cs"/>
              </a:endParaRPr>
            </a:p>
          </p:txBody>
        </p:sp>
        <p:sp>
          <p:nvSpPr>
            <p:cNvPr id="19" name="テキスト ボックス 42"/>
            <p:cNvSpPr txBox="1"/>
            <p:nvPr/>
          </p:nvSpPr>
          <p:spPr>
            <a:xfrm>
              <a:off x="1142435" y="3096222"/>
              <a:ext cx="932101" cy="369332"/>
            </a:xfrm>
            <a:prstGeom prst="rect">
              <a:avLst/>
            </a:prstGeom>
            <a:noFill/>
          </p:spPr>
          <p:txBody>
            <a:bodyPr wrap="square" rtlCol="0" anchor="b">
              <a:spAutoFit/>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dirty="0">
                  <a:ln>
                    <a:noFill/>
                  </a:ln>
                  <a:solidFill>
                    <a:srgbClr val="000000"/>
                  </a:solidFill>
                  <a:effectLst/>
                  <a:uLnTx/>
                  <a:uFillTx/>
                  <a:latin typeface="Boehringer Forward Text"/>
                  <a:ea typeface="メイリオ" panose="020B0604030504040204" pitchFamily="34" charset="-128"/>
                  <a:cs typeface="+mn-cs"/>
                </a:rPr>
                <a:t>Protocol preparation</a:t>
              </a:r>
              <a:endParaRPr kumimoji="1" lang="ja-JP" altLang="en-US" sz="900" b="0" i="0" u="none" strike="noStrike" kern="1200" cap="none" spc="0" normalizeH="0" baseline="0" noProof="0" dirty="0">
                <a:ln>
                  <a:noFill/>
                </a:ln>
                <a:solidFill>
                  <a:srgbClr val="000000"/>
                </a:solidFill>
                <a:effectLst/>
                <a:uLnTx/>
                <a:uFillTx/>
                <a:latin typeface="Boehringer Forward Text"/>
                <a:ea typeface="メイリオ" panose="020B0604030504040204" pitchFamily="34" charset="-128"/>
                <a:cs typeface="+mn-cs"/>
              </a:endParaRPr>
            </a:p>
          </p:txBody>
        </p:sp>
        <p:sp>
          <p:nvSpPr>
            <p:cNvPr id="3" name="等腰三角形 2"/>
            <p:cNvSpPr/>
            <p:nvPr/>
          </p:nvSpPr>
          <p:spPr bwMode="gray">
            <a:xfrm>
              <a:off x="305220" y="2991710"/>
              <a:ext cx="161350" cy="170032"/>
            </a:xfrm>
            <a:prstGeom prst="triangle">
              <a:avLst/>
            </a:prstGeom>
            <a:solidFill>
              <a:schemeClr val="tx2"/>
            </a:solidFill>
            <a:ln w="63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15" name="等腰三角形 14"/>
            <p:cNvSpPr/>
            <p:nvPr/>
          </p:nvSpPr>
          <p:spPr bwMode="gray">
            <a:xfrm>
              <a:off x="934131" y="3030490"/>
              <a:ext cx="161350" cy="170032"/>
            </a:xfrm>
            <a:prstGeom prst="triangle">
              <a:avLst/>
            </a:prstGeom>
            <a:solidFill>
              <a:schemeClr val="tx2"/>
            </a:solidFill>
            <a:ln w="63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20" name="等腰三角形 19"/>
            <p:cNvSpPr/>
            <p:nvPr/>
          </p:nvSpPr>
          <p:spPr bwMode="gray">
            <a:xfrm>
              <a:off x="1539421" y="2788952"/>
              <a:ext cx="161350" cy="170032"/>
            </a:xfrm>
            <a:prstGeom prst="triangle">
              <a:avLst/>
            </a:prstGeom>
            <a:solidFill>
              <a:schemeClr val="tx2"/>
            </a:solidFill>
            <a:ln w="63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22" name="等腰三角形 21"/>
            <p:cNvSpPr/>
            <p:nvPr/>
          </p:nvSpPr>
          <p:spPr bwMode="gray">
            <a:xfrm>
              <a:off x="1134484" y="2806231"/>
              <a:ext cx="161350" cy="170032"/>
            </a:xfrm>
            <a:prstGeom prst="triangle">
              <a:avLst/>
            </a:prstGeom>
            <a:solidFill>
              <a:schemeClr val="tx2"/>
            </a:solidFill>
            <a:ln w="63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23" name="等腰三角形 22"/>
            <p:cNvSpPr/>
            <p:nvPr/>
          </p:nvSpPr>
          <p:spPr bwMode="gray">
            <a:xfrm>
              <a:off x="2033231" y="2979315"/>
              <a:ext cx="161350" cy="170032"/>
            </a:xfrm>
            <a:prstGeom prst="triangle">
              <a:avLst/>
            </a:prstGeom>
            <a:solidFill>
              <a:schemeClr val="tx2"/>
            </a:solidFill>
            <a:ln w="63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24" name="等腰三角形 23"/>
            <p:cNvSpPr/>
            <p:nvPr/>
          </p:nvSpPr>
          <p:spPr bwMode="gray">
            <a:xfrm>
              <a:off x="2622134" y="2924509"/>
              <a:ext cx="161350" cy="170032"/>
            </a:xfrm>
            <a:prstGeom prst="triangle">
              <a:avLst/>
            </a:prstGeom>
            <a:solidFill>
              <a:schemeClr val="tx2"/>
            </a:solidFill>
            <a:ln w="63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13" name="文本框 12">
              <a:extLst>
                <a:ext uri="{FF2B5EF4-FFF2-40B4-BE49-F238E27FC236}">
                  <a16:creationId xmlns:a16="http://schemas.microsoft.com/office/drawing/2014/main" id="{8D67691C-F848-DE88-656D-ED8EF768CD4A}"/>
                </a:ext>
              </a:extLst>
            </p:cNvPr>
            <p:cNvSpPr txBox="1"/>
            <p:nvPr/>
          </p:nvSpPr>
          <p:spPr bwMode="gray">
            <a:xfrm>
              <a:off x="511475" y="3147799"/>
              <a:ext cx="643197" cy="276999"/>
            </a:xfrm>
            <a:prstGeom prst="rect">
              <a:avLst/>
            </a:prstGeom>
            <a:noFill/>
          </p:spPr>
          <p:txBody>
            <a:bodyPr wrap="square" lIns="0" tIns="0" rIns="0" bIns="0" rtlCol="0">
              <a:spAutoFit/>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1" lang="en-US" altLang="zh-CN" sz="900" b="0" i="0" u="none" strike="noStrike" kern="1200" cap="none" spc="0" normalizeH="0" baseline="0" noProof="0">
                  <a:ln>
                    <a:noFill/>
                  </a:ln>
                  <a:solidFill>
                    <a:srgbClr val="000000"/>
                  </a:solidFill>
                  <a:effectLst/>
                  <a:uLnTx/>
                  <a:uFillTx/>
                  <a:latin typeface="Boehringer Forward Text"/>
                  <a:ea typeface="メイリオ" panose="020B0604030504040204" pitchFamily="34" charset="-128"/>
                  <a:cs typeface="+mn-cs"/>
                </a:rPr>
                <a:t>Feasibility assessment</a:t>
              </a:r>
              <a:endParaRPr kumimoji="1" lang="zh-CN" altLang="en-US" sz="900" b="0" i="0" u="none" strike="noStrike" kern="1200" cap="none" spc="0" normalizeH="0" baseline="0" noProof="0">
                <a:ln>
                  <a:noFill/>
                </a:ln>
                <a:solidFill>
                  <a:srgbClr val="000000"/>
                </a:solidFill>
                <a:effectLst/>
                <a:uLnTx/>
                <a:uFillTx/>
                <a:latin typeface="Boehringer Forward Text"/>
                <a:ea typeface="メイリオ" panose="020B0604030504040204" pitchFamily="34" charset="-128"/>
                <a:cs typeface="+mn-cs"/>
              </a:endParaRPr>
            </a:p>
          </p:txBody>
        </p:sp>
        <p:sp>
          <p:nvSpPr>
            <p:cNvPr id="17" name="箭头: 上下 16">
              <a:extLst>
                <a:ext uri="{FF2B5EF4-FFF2-40B4-BE49-F238E27FC236}">
                  <a16:creationId xmlns:a16="http://schemas.microsoft.com/office/drawing/2014/main" id="{FD10D1C3-D61A-8CE5-9A30-57B80CB075EE}"/>
                </a:ext>
              </a:extLst>
            </p:cNvPr>
            <p:cNvSpPr/>
            <p:nvPr/>
          </p:nvSpPr>
          <p:spPr>
            <a:xfrm rot="16200000">
              <a:off x="656564" y="2775378"/>
              <a:ext cx="158136" cy="514828"/>
            </a:xfrm>
            <a:prstGeom prst="up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srgbClr val="E9E9E9"/>
                </a:solidFill>
                <a:effectLst/>
                <a:uLnTx/>
                <a:uFillTx/>
                <a:latin typeface="Boehringer Forward Text"/>
                <a:ea typeface="宋体" panose="02010600030101010101" pitchFamily="2" charset="-122"/>
                <a:cs typeface="+mn-cs"/>
              </a:endParaRPr>
            </a:p>
          </p:txBody>
        </p:sp>
        <p:sp>
          <p:nvSpPr>
            <p:cNvPr id="52" name="テキスト ボックス 42">
              <a:extLst>
                <a:ext uri="{FF2B5EF4-FFF2-40B4-BE49-F238E27FC236}">
                  <a16:creationId xmlns:a16="http://schemas.microsoft.com/office/drawing/2014/main" id="{BCDB1A70-2679-526B-830A-2FBD7C7F8BA7}"/>
                </a:ext>
              </a:extLst>
            </p:cNvPr>
            <p:cNvSpPr txBox="1"/>
            <p:nvPr/>
          </p:nvSpPr>
          <p:spPr>
            <a:xfrm>
              <a:off x="974441" y="2458466"/>
              <a:ext cx="643197" cy="369332"/>
            </a:xfrm>
            <a:prstGeom prst="rect">
              <a:avLst/>
            </a:prstGeom>
            <a:noFill/>
          </p:spPr>
          <p:txBody>
            <a:bodyPr wrap="square" rtlCol="0" anchor="b">
              <a:spAutoFit/>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dirty="0">
                  <a:ln>
                    <a:noFill/>
                  </a:ln>
                  <a:solidFill>
                    <a:srgbClr val="000000"/>
                  </a:solidFill>
                  <a:effectLst/>
                  <a:uLnTx/>
                  <a:uFillTx/>
                  <a:latin typeface="Boehringer Forward Text"/>
                  <a:ea typeface="メイリオ" panose="020B0604030504040204" pitchFamily="34" charset="-128"/>
                  <a:cs typeface="+mn-cs"/>
                </a:rPr>
                <a:t>2rd PEC </a:t>
              </a:r>
            </a:p>
            <a:p>
              <a:pPr marL="0" marR="0" lvl="0" indent="0" algn="l" defTabSz="685800" rtl="0" eaLnBrk="1" fontAlgn="auto"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dirty="0">
                  <a:ln>
                    <a:noFill/>
                  </a:ln>
                  <a:solidFill>
                    <a:srgbClr val="000000"/>
                  </a:solidFill>
                  <a:effectLst/>
                  <a:uLnTx/>
                  <a:uFillTx/>
                  <a:latin typeface="Boehringer Forward Text"/>
                  <a:ea typeface="メイリオ" panose="020B0604030504040204" pitchFamily="34" charset="-128"/>
                  <a:cs typeface="+mn-cs"/>
                </a:rPr>
                <a:t>endorse</a:t>
              </a:r>
              <a:endParaRPr kumimoji="1" lang="ja-JP" altLang="en-US" sz="900" b="0" i="0" u="none" strike="noStrike" kern="1200" cap="none" spc="0" normalizeH="0" baseline="0" noProof="0" dirty="0">
                <a:ln>
                  <a:noFill/>
                </a:ln>
                <a:solidFill>
                  <a:srgbClr val="000000"/>
                </a:solidFill>
                <a:effectLst/>
                <a:uLnTx/>
                <a:uFillTx/>
                <a:latin typeface="Boehringer Forward Text"/>
                <a:ea typeface="メイリオ" panose="020B0604030504040204" pitchFamily="34" charset="-128"/>
                <a:cs typeface="+mn-cs"/>
              </a:endParaRPr>
            </a:p>
          </p:txBody>
        </p:sp>
      </p:grpSp>
      <p:sp>
        <p:nvSpPr>
          <p:cNvPr id="53" name="テキスト ボックス 42">
            <a:extLst>
              <a:ext uri="{FF2B5EF4-FFF2-40B4-BE49-F238E27FC236}">
                <a16:creationId xmlns:a16="http://schemas.microsoft.com/office/drawing/2014/main" id="{469E2370-2731-9B0F-09B7-276C06D4051A}"/>
              </a:ext>
            </a:extLst>
          </p:cNvPr>
          <p:cNvSpPr txBox="1"/>
          <p:nvPr/>
        </p:nvSpPr>
        <p:spPr>
          <a:xfrm>
            <a:off x="6789365" y="3932086"/>
            <a:ext cx="1096712" cy="369332"/>
          </a:xfrm>
          <a:prstGeom prst="rect">
            <a:avLst/>
          </a:prstGeom>
          <a:noFill/>
        </p:spPr>
        <p:txBody>
          <a:bodyPr wrap="square" rtlCol="0" anchor="b">
            <a:spAutoFit/>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altLang="zh-CN" sz="900" b="0" i="0" u="none" strike="noStrike" kern="1200" cap="none" spc="0" normalizeH="0" baseline="0" noProof="0" dirty="0">
                <a:ln>
                  <a:noFill/>
                </a:ln>
                <a:solidFill>
                  <a:prstClr val="black"/>
                </a:solidFill>
                <a:effectLst/>
                <a:uLnTx/>
                <a:uFillTx/>
                <a:latin typeface="Boehringer Forward Text"/>
                <a:ea typeface="+mn-ea"/>
                <a:cs typeface="+mn-cs"/>
              </a:rPr>
              <a:t>Extra time for Draining Tunnel</a:t>
            </a:r>
            <a:endParaRPr kumimoji="1" lang="ja-JP" altLang="en-US" sz="900" b="0" i="0" u="none" strike="noStrike" kern="1200" cap="none" spc="0" normalizeH="0" baseline="0" noProof="0" dirty="0">
              <a:ln>
                <a:noFill/>
              </a:ln>
              <a:solidFill>
                <a:srgbClr val="000000"/>
              </a:solidFill>
              <a:effectLst/>
              <a:uLnTx/>
              <a:uFillTx/>
              <a:latin typeface="Boehringer Forward Text"/>
              <a:ea typeface="メイリオ" panose="020B0604030504040204" pitchFamily="34" charset="-128"/>
              <a:cs typeface="+mn-cs"/>
            </a:endParaRPr>
          </a:p>
        </p:txBody>
      </p:sp>
      <p:sp>
        <p:nvSpPr>
          <p:cNvPr id="54" name="箭头: 上下 53">
            <a:extLst>
              <a:ext uri="{FF2B5EF4-FFF2-40B4-BE49-F238E27FC236}">
                <a16:creationId xmlns:a16="http://schemas.microsoft.com/office/drawing/2014/main" id="{7710ECBE-5AC9-130E-3E2C-80B845CBDBE5}"/>
              </a:ext>
            </a:extLst>
          </p:cNvPr>
          <p:cNvSpPr/>
          <p:nvPr/>
        </p:nvSpPr>
        <p:spPr>
          <a:xfrm rot="16200000">
            <a:off x="5375321" y="3688928"/>
            <a:ext cx="134266" cy="371381"/>
          </a:xfrm>
          <a:prstGeom prst="upDownArrow">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srgbClr val="E9E9E9"/>
              </a:solidFill>
              <a:effectLst/>
              <a:uLnTx/>
              <a:uFillTx/>
              <a:latin typeface="Boehringer Forward Text"/>
              <a:ea typeface="宋体" panose="02010600030101010101" pitchFamily="2" charset="-122"/>
              <a:cs typeface="+mn-cs"/>
            </a:endParaRPr>
          </a:p>
        </p:txBody>
      </p:sp>
      <p:sp>
        <p:nvSpPr>
          <p:cNvPr id="55" name="箭头: 上下 54">
            <a:extLst>
              <a:ext uri="{FF2B5EF4-FFF2-40B4-BE49-F238E27FC236}">
                <a16:creationId xmlns:a16="http://schemas.microsoft.com/office/drawing/2014/main" id="{5CE9A469-3CEB-55C8-22C3-5B773348BDD9}"/>
              </a:ext>
            </a:extLst>
          </p:cNvPr>
          <p:cNvSpPr/>
          <p:nvPr/>
        </p:nvSpPr>
        <p:spPr>
          <a:xfrm rot="16200000">
            <a:off x="7173666" y="3783060"/>
            <a:ext cx="134266" cy="221308"/>
          </a:xfrm>
          <a:prstGeom prst="upDownArrow">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srgbClr val="E9E9E9"/>
              </a:solidFill>
              <a:effectLst/>
              <a:uLnTx/>
              <a:uFillTx/>
              <a:latin typeface="Boehringer Forward Text"/>
              <a:ea typeface="宋体" panose="02010600030101010101" pitchFamily="2" charset="-122"/>
              <a:cs typeface="+mn-cs"/>
            </a:endParaRPr>
          </a:p>
        </p:txBody>
      </p:sp>
      <p:sp>
        <p:nvSpPr>
          <p:cNvPr id="56" name="テキスト ボックス 42">
            <a:extLst>
              <a:ext uri="{FF2B5EF4-FFF2-40B4-BE49-F238E27FC236}">
                <a16:creationId xmlns:a16="http://schemas.microsoft.com/office/drawing/2014/main" id="{4B312AF9-594C-0E97-3C71-6E29EA0909A2}"/>
              </a:ext>
            </a:extLst>
          </p:cNvPr>
          <p:cNvSpPr txBox="1"/>
          <p:nvPr/>
        </p:nvSpPr>
        <p:spPr>
          <a:xfrm>
            <a:off x="4986387" y="3897424"/>
            <a:ext cx="1096712" cy="369332"/>
          </a:xfrm>
          <a:prstGeom prst="rect">
            <a:avLst/>
          </a:prstGeom>
          <a:noFill/>
        </p:spPr>
        <p:txBody>
          <a:bodyPr wrap="square" rtlCol="0" anchor="b">
            <a:spAutoFit/>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altLang="zh-CN" sz="900" b="0" i="0" u="none" strike="noStrike" kern="1200" cap="none" spc="0" normalizeH="0" baseline="0" noProof="0" dirty="0">
                <a:ln>
                  <a:noFill/>
                </a:ln>
                <a:solidFill>
                  <a:prstClr val="black"/>
                </a:solidFill>
                <a:effectLst/>
                <a:uLnTx/>
                <a:uFillTx/>
                <a:latin typeface="Boehringer Forward Text"/>
                <a:ea typeface="+mn-ea"/>
                <a:cs typeface="+mn-cs"/>
              </a:rPr>
              <a:t>Extra time for Draining Tunnel</a:t>
            </a:r>
            <a:endParaRPr kumimoji="1" lang="ja-JP" altLang="en-US" sz="900" b="0" i="0" u="none" strike="noStrike" kern="1200" cap="none" spc="0" normalizeH="0" baseline="0" noProof="0" dirty="0">
              <a:ln>
                <a:noFill/>
              </a:ln>
              <a:solidFill>
                <a:srgbClr val="000000"/>
              </a:solidFill>
              <a:effectLst/>
              <a:uLnTx/>
              <a:uFillTx/>
              <a:latin typeface="Boehringer Forward Text"/>
              <a:ea typeface="メイリオ" panose="020B0604030504040204" pitchFamily="34" charset="-128"/>
              <a:cs typeface="+mn-cs"/>
            </a:endParaRPr>
          </a:p>
        </p:txBody>
      </p:sp>
      <p:sp>
        <p:nvSpPr>
          <p:cNvPr id="57" name="标题 4">
            <a:extLst>
              <a:ext uri="{FF2B5EF4-FFF2-40B4-BE49-F238E27FC236}">
                <a16:creationId xmlns:a16="http://schemas.microsoft.com/office/drawing/2014/main" id="{42689363-F7F1-7DF9-30E4-79641B7B5226}"/>
              </a:ext>
            </a:extLst>
          </p:cNvPr>
          <p:cNvSpPr txBox="1">
            <a:spLocks/>
          </p:cNvSpPr>
          <p:nvPr/>
        </p:nvSpPr>
        <p:spPr bwMode="gray">
          <a:xfrm>
            <a:off x="511970" y="510150"/>
            <a:ext cx="8424863" cy="540000"/>
          </a:xfrm>
          <a:prstGeom prst="rect">
            <a:avLst/>
          </a:prstGeom>
        </p:spPr>
        <p:txBody>
          <a:bodyPr vert="horz" lIns="0" tIns="0" rIns="0" bIns="0" rtlCol="0" anchor="t">
            <a:noAutofit/>
          </a:bodyPr>
          <a:lstStyle>
            <a:lvl1pPr algn="l" defTabSz="685800" rtl="0" eaLnBrk="1" latinLnBrk="0" hangingPunct="1">
              <a:lnSpc>
                <a:spcPct val="100000"/>
              </a:lnSpc>
              <a:spcBef>
                <a:spcPct val="0"/>
              </a:spcBef>
              <a:buNone/>
              <a:defRPr sz="1875" b="1" kern="1200">
                <a:solidFill>
                  <a:schemeClr val="bg2"/>
                </a:solidFill>
                <a:latin typeface="+mj-lt"/>
                <a:ea typeface="+mj-ea"/>
                <a:cs typeface="+mj-cs"/>
              </a:defRPr>
            </a:lvl1pPr>
          </a:lstStyle>
          <a:p>
            <a:r>
              <a:rPr lang="en-US" altLang="zh-CN" dirty="0">
                <a:solidFill>
                  <a:schemeClr val="tx1"/>
                </a:solidFill>
              </a:rPr>
              <a:t>For PEC endorsement:</a:t>
            </a:r>
            <a:br>
              <a:rPr lang="en-US" altLang="zh-CN" dirty="0">
                <a:solidFill>
                  <a:schemeClr val="tx1"/>
                </a:solidFill>
              </a:rPr>
            </a:br>
            <a:r>
              <a:rPr lang="en-US" altLang="zh-CN" dirty="0">
                <a:solidFill>
                  <a:schemeClr val="tx1"/>
                </a:solidFill>
              </a:rPr>
              <a:t>3.</a:t>
            </a:r>
            <a:r>
              <a:rPr lang="en-US" altLang="zh-CN" dirty="0"/>
              <a:t> Timeline updates for PEC endorsement </a:t>
            </a:r>
            <a:endParaRPr lang="en-US" altLang="zh-CN" dirty="0">
              <a:solidFill>
                <a:schemeClr val="tx1"/>
              </a:solidFill>
            </a:endParaRPr>
          </a:p>
        </p:txBody>
      </p:sp>
    </p:spTree>
    <p:custDataLst>
      <p:tags r:id="rId1"/>
    </p:custDataLst>
    <p:extLst>
      <p:ext uri="{BB962C8B-B14F-4D97-AF65-F5344CB8AC3E}">
        <p14:creationId xmlns:p14="http://schemas.microsoft.com/office/powerpoint/2010/main" val="364440026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en-US" altLang="zh-CN" b="1" dirty="0">
                <a:solidFill>
                  <a:schemeClr val="tx1"/>
                </a:solidFill>
              </a:rPr>
              <a:t>For PEC endorsement:</a:t>
            </a:r>
            <a:br>
              <a:rPr lang="en-US" altLang="zh-CN" b="1" dirty="0">
                <a:solidFill>
                  <a:schemeClr val="tx1"/>
                </a:solidFill>
              </a:rPr>
            </a:br>
            <a:br>
              <a:rPr lang="en-US" altLang="zh-CN" b="1" dirty="0">
                <a:solidFill>
                  <a:schemeClr val="tx1"/>
                </a:solidFill>
              </a:rPr>
            </a:br>
            <a:r>
              <a:rPr lang="en-US" altLang="zh-CN" b="1" dirty="0">
                <a:solidFill>
                  <a:schemeClr val="tx1"/>
                </a:solidFill>
              </a:rPr>
              <a:t>4. budget update </a:t>
            </a:r>
            <a:endParaRPr lang="en-US" altLang="zh-CN" dirty="0">
              <a:solidFill>
                <a:schemeClr val="tx1"/>
              </a:solidFill>
            </a:endParaRPr>
          </a:p>
        </p:txBody>
      </p:sp>
      <p:sp>
        <p:nvSpPr>
          <p:cNvPr id="3" name="页脚占位符 2"/>
          <p:cNvSpPr>
            <a:spLocks noGrp="1"/>
          </p:cNvSpPr>
          <p:nvPr>
            <p:ph type="ftr" sz="quarter" idx="19"/>
          </p:nvPr>
        </p:nvSpPr>
        <p:spPr/>
        <p:txBody>
          <a:bodyPr/>
          <a:lstStyle/>
          <a:p>
            <a:pPr marL="0" marR="0" lvl="0" indent="0" algn="r" defTabSz="914400" rtl="0" eaLnBrk="1" fontAlgn="auto" latinLnBrk="0" hangingPunct="1">
              <a:lnSpc>
                <a:spcPct val="100000"/>
              </a:lnSpc>
              <a:spcBef>
                <a:spcPts val="0"/>
              </a:spcBef>
              <a:spcAft>
                <a:spcPts val="225"/>
              </a:spcAft>
              <a:buClrTx/>
              <a:buSzTx/>
              <a:buFontTx/>
              <a:buNone/>
              <a:tabLst/>
              <a:defRPr/>
            </a:pPr>
            <a:r>
              <a:rPr kumimoji="0" lang="en-GB" sz="600" b="0" i="0" u="none" strike="noStrike" kern="1200" cap="none" spc="0" normalizeH="0" baseline="0" noProof="0">
                <a:ln>
                  <a:noFill/>
                </a:ln>
                <a:solidFill>
                  <a:srgbClr val="08312A"/>
                </a:solidFill>
                <a:effectLst/>
                <a:uLnTx/>
                <a:uFillTx/>
                <a:latin typeface="Boehringer Forward Text"/>
                <a:ea typeface="+mn-ea"/>
                <a:cs typeface="+mn-cs"/>
              </a:rPr>
              <a:t>Presentation title, date, author</a:t>
            </a:r>
          </a:p>
        </p:txBody>
      </p:sp>
      <p:sp>
        <p:nvSpPr>
          <p:cNvPr id="4" name="灯片编号占位符 3"/>
          <p:cNvSpPr>
            <a:spLocks noGrp="1"/>
          </p:cNvSpPr>
          <p:nvPr>
            <p:ph type="sldNum" sz="quarter" idx="2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43B55C4-4F5A-416B-997D-6CE47EB0A945}" type="slidenum">
              <a:rPr kumimoji="0" lang="en-GB" sz="600" b="0" i="0" u="none" strike="noStrike" kern="1200" cap="none" spc="0" normalizeH="0" baseline="0" noProof="0" smtClean="0">
                <a:ln>
                  <a:noFill/>
                </a:ln>
                <a:solidFill>
                  <a:srgbClr val="08312A"/>
                </a:solidFill>
                <a:effectLst/>
                <a:uLnTx/>
                <a:uFillTx/>
                <a:latin typeface="Boehringer Forward Tex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GB" sz="600" b="0" i="0" u="none" strike="noStrike" kern="1200" cap="none" spc="0" normalizeH="0" baseline="0" noProof="0">
              <a:ln>
                <a:noFill/>
              </a:ln>
              <a:solidFill>
                <a:srgbClr val="08312A"/>
              </a:solidFill>
              <a:effectLst/>
              <a:uLnTx/>
              <a:uFillTx/>
              <a:latin typeface="Boehringer Forward Text"/>
              <a:ea typeface="+mn-ea"/>
              <a:cs typeface="+mn-cs"/>
            </a:endParaRPr>
          </a:p>
        </p:txBody>
      </p:sp>
      <p:sp>
        <p:nvSpPr>
          <p:cNvPr id="9" name="内容占位符 1">
            <a:extLst>
              <a:ext uri="{FF2B5EF4-FFF2-40B4-BE49-F238E27FC236}">
                <a16:creationId xmlns:a16="http://schemas.microsoft.com/office/drawing/2014/main" id="{9640A702-DEA1-5FD9-D2FD-6143CA6BFEE5}"/>
              </a:ext>
            </a:extLst>
          </p:cNvPr>
          <p:cNvSpPr>
            <a:spLocks noGrp="1"/>
          </p:cNvSpPr>
          <p:nvPr>
            <p:ph idx="1"/>
          </p:nvPr>
        </p:nvSpPr>
        <p:spPr>
          <a:xfrm>
            <a:off x="359570" y="1254912"/>
            <a:ext cx="8424863" cy="1316837"/>
          </a:xfrm>
        </p:spPr>
        <p:txBody>
          <a:bodyPr/>
          <a:lstStyle/>
          <a:p>
            <a:r>
              <a:rPr lang="en-US" altLang="zh-CN" b="0" dirty="0"/>
              <a:t>After the feasibility, the complication of different data source and database process compared with the previous IIS study in GPP , PI proposed a new budget assumption</a:t>
            </a:r>
            <a:r>
              <a:rPr lang="en-US" altLang="zh-CN" dirty="0"/>
              <a:t>.</a:t>
            </a:r>
          </a:p>
          <a:p>
            <a:r>
              <a:rPr lang="en-US" altLang="zh-CN" dirty="0"/>
              <a:t>The main changes in:  1. add DT in outcome analysis ; 2.extra time and workload in data cleaning and analysis; 3. hospital/ department management fee(15%+5%)</a:t>
            </a:r>
            <a:br>
              <a:rPr lang="en-US" altLang="zh-CN" dirty="0"/>
            </a:br>
            <a:endParaRPr lang="en-US" altLang="zh-CN" dirty="0"/>
          </a:p>
          <a:p>
            <a:endParaRPr lang="zh-CN" altLang="en-US" sz="1400" dirty="0"/>
          </a:p>
        </p:txBody>
      </p:sp>
      <p:graphicFrame>
        <p:nvGraphicFramePr>
          <p:cNvPr id="2" name="表格 7">
            <a:extLst>
              <a:ext uri="{FF2B5EF4-FFF2-40B4-BE49-F238E27FC236}">
                <a16:creationId xmlns:a16="http://schemas.microsoft.com/office/drawing/2014/main" id="{3643C470-02F8-FAA4-3CD2-115A3C339928}"/>
              </a:ext>
            </a:extLst>
          </p:cNvPr>
          <p:cNvGraphicFramePr>
            <a:graphicFrameLocks/>
          </p:cNvGraphicFramePr>
          <p:nvPr>
            <p:extLst>
              <p:ext uri="{D42A27DB-BD31-4B8C-83A1-F6EECF244321}">
                <p14:modId xmlns:p14="http://schemas.microsoft.com/office/powerpoint/2010/main" val="3775743430"/>
              </p:ext>
            </p:extLst>
          </p:nvPr>
        </p:nvGraphicFramePr>
        <p:xfrm>
          <a:off x="521587" y="2484513"/>
          <a:ext cx="8424862" cy="1814988"/>
        </p:xfrm>
        <a:graphic>
          <a:graphicData uri="http://schemas.openxmlformats.org/drawingml/2006/table">
            <a:tbl>
              <a:tblPr firstRow="1" bandRow="1">
                <a:tableStyleId>{5C22544A-7EE6-4342-B048-85BDC9FD1C3A}</a:tableStyleId>
              </a:tblPr>
              <a:tblGrid>
                <a:gridCol w="4212431">
                  <a:extLst>
                    <a:ext uri="{9D8B030D-6E8A-4147-A177-3AD203B41FA5}">
                      <a16:colId xmlns:a16="http://schemas.microsoft.com/office/drawing/2014/main" val="20000"/>
                    </a:ext>
                  </a:extLst>
                </a:gridCol>
                <a:gridCol w="4212431">
                  <a:extLst>
                    <a:ext uri="{9D8B030D-6E8A-4147-A177-3AD203B41FA5}">
                      <a16:colId xmlns:a16="http://schemas.microsoft.com/office/drawing/2014/main" val="20001"/>
                    </a:ext>
                  </a:extLst>
                </a:gridCol>
              </a:tblGrid>
              <a:tr h="290274">
                <a:tc>
                  <a:txBody>
                    <a:bodyPr/>
                    <a:lstStyle/>
                    <a:p>
                      <a:r>
                        <a:rPr lang="en-US" altLang="zh-CN" dirty="0"/>
                        <a:t>Item</a:t>
                      </a:r>
                      <a:endParaRPr lang="zh-CN" altLang="en-US" dirty="0"/>
                    </a:p>
                  </a:txBody>
                  <a:tcPr/>
                </a:tc>
                <a:tc>
                  <a:txBody>
                    <a:bodyPr/>
                    <a:lstStyle/>
                    <a:p>
                      <a:r>
                        <a:rPr lang="en-US" altLang="zh-CN"/>
                        <a:t>Details</a:t>
                      </a:r>
                      <a:endParaRPr lang="zh-CN" altLang="en-US"/>
                    </a:p>
                  </a:txBody>
                  <a:tcPr/>
                </a:tc>
                <a:extLst>
                  <a:ext uri="{0D108BD9-81ED-4DB2-BD59-A6C34878D82A}">
                    <a16:rowId xmlns:a16="http://schemas.microsoft.com/office/drawing/2014/main" val="10000"/>
                  </a:ext>
                </a:extLst>
              </a:tr>
              <a:tr h="290274">
                <a:tc>
                  <a:txBody>
                    <a:bodyPr/>
                    <a:lstStyle/>
                    <a:p>
                      <a:r>
                        <a:rPr lang="en-US" altLang="zh-CN" sz="1200" dirty="0"/>
                        <a:t>Study Type</a:t>
                      </a:r>
                      <a:endParaRPr lang="zh-CN" altLang="en-US" sz="1200" dirty="0"/>
                    </a:p>
                  </a:txBody>
                  <a:tcPr/>
                </a:tc>
                <a:tc>
                  <a:txBody>
                    <a:bodyPr/>
                    <a:lstStyle/>
                    <a:p>
                      <a:r>
                        <a:rPr lang="en-GB" altLang="zh-CN" sz="1200"/>
                        <a:t>Epidemiologic study</a:t>
                      </a:r>
                      <a:endParaRPr lang="zh-CN" altLang="en-US" sz="1200"/>
                    </a:p>
                  </a:txBody>
                  <a:tcPr/>
                </a:tc>
                <a:extLst>
                  <a:ext uri="{0D108BD9-81ED-4DB2-BD59-A6C34878D82A}">
                    <a16:rowId xmlns:a16="http://schemas.microsoft.com/office/drawing/2014/main" val="10001"/>
                  </a:ext>
                </a:extLst>
              </a:tr>
              <a:tr h="357872">
                <a:tc>
                  <a:txBody>
                    <a:bodyPr/>
                    <a:lstStyle/>
                    <a:p>
                      <a:r>
                        <a:rPr lang="en-US" altLang="zh-CN" sz="1200" dirty="0"/>
                        <a:t>Study Data Source</a:t>
                      </a:r>
                      <a:endParaRPr lang="zh-CN" altLang="en-US" sz="1200" dirty="0"/>
                    </a:p>
                  </a:txBody>
                  <a:tcPr/>
                </a:tc>
                <a:tc>
                  <a:txBody>
                    <a:bodyPr/>
                    <a:lstStyle/>
                    <a:p>
                      <a:r>
                        <a:rPr lang="en-US" altLang="zh-CN" sz="1200" b="0" dirty="0"/>
                        <a:t>Database of Beijing Municipal Health Commission(</a:t>
                      </a:r>
                      <a:r>
                        <a:rPr lang="zh-CN" altLang="en-US" sz="1200" b="0" dirty="0"/>
                        <a:t>北京卫健委数据库</a:t>
                      </a:r>
                      <a:r>
                        <a:rPr lang="en-US" altLang="zh-CN" sz="1200" b="0" dirty="0"/>
                        <a:t>)</a:t>
                      </a:r>
                      <a:endParaRPr lang="zh-CN" altLang="en-US" sz="1200" dirty="0"/>
                    </a:p>
                  </a:txBody>
                  <a:tcPr/>
                </a:tc>
                <a:extLst>
                  <a:ext uri="{0D108BD9-81ED-4DB2-BD59-A6C34878D82A}">
                    <a16:rowId xmlns:a16="http://schemas.microsoft.com/office/drawing/2014/main" val="10002"/>
                  </a:ext>
                </a:extLst>
              </a:tr>
              <a:tr h="290274">
                <a:tc>
                  <a:txBody>
                    <a:bodyPr/>
                    <a:lstStyle/>
                    <a:p>
                      <a:r>
                        <a:rPr lang="en-US" altLang="zh-CN" sz="1200" dirty="0"/>
                        <a:t>No. of Subjects</a:t>
                      </a:r>
                      <a:endParaRPr lang="zh-CN" altLang="en-US" sz="1200" dirty="0"/>
                    </a:p>
                  </a:txBody>
                  <a:tcPr/>
                </a:tc>
                <a:tc>
                  <a:txBody>
                    <a:bodyPr/>
                    <a:lstStyle/>
                    <a:p>
                      <a:r>
                        <a:rPr lang="en-US" altLang="zh-CN" sz="1200" dirty="0"/>
                        <a:t>Feasibility results</a:t>
                      </a:r>
                      <a:endParaRPr lang="zh-CN" altLang="en-US" sz="1200" dirty="0"/>
                    </a:p>
                  </a:txBody>
                  <a:tcPr/>
                </a:tc>
                <a:extLst>
                  <a:ext uri="{0D108BD9-81ED-4DB2-BD59-A6C34878D82A}">
                    <a16:rowId xmlns:a16="http://schemas.microsoft.com/office/drawing/2014/main" val="10003"/>
                  </a:ext>
                </a:extLst>
              </a:tr>
              <a:tr h="393660">
                <a:tc>
                  <a:txBody>
                    <a:bodyPr/>
                    <a:lstStyle/>
                    <a:p>
                      <a:r>
                        <a:rPr lang="en-US" altLang="zh-CN" b="1" dirty="0">
                          <a:solidFill>
                            <a:srgbClr val="C00000"/>
                          </a:solidFill>
                        </a:rPr>
                        <a:t>Study budget assumption (local budget)</a:t>
                      </a:r>
                    </a:p>
                    <a:p>
                      <a:r>
                        <a:rPr lang="en-US" altLang="zh-CN" sz="1200" b="0" dirty="0">
                          <a:solidFill>
                            <a:srgbClr val="000000"/>
                          </a:solidFill>
                        </a:rPr>
                        <a:t>(previous version: 1,000,000 CNY)</a:t>
                      </a:r>
                      <a:endParaRPr lang="zh-CN" altLang="en-US" sz="1200" b="0" dirty="0">
                        <a:solidFill>
                          <a:srgbClr val="000000"/>
                        </a:solidFill>
                      </a:endParaRPr>
                    </a:p>
                  </a:txBody>
                  <a:tcPr/>
                </a:tc>
                <a:tc>
                  <a:txBody>
                    <a:bodyPr/>
                    <a:lstStyle/>
                    <a:p>
                      <a:r>
                        <a:rPr lang="en-US" altLang="zh-CN" b="1" dirty="0">
                          <a:solidFill>
                            <a:srgbClr val="C00000"/>
                          </a:solidFill>
                        </a:rPr>
                        <a:t>Total budget (with DT): 1,900,000 CNY</a:t>
                      </a:r>
                      <a:endParaRPr lang="zh-CN" altLang="en-US" b="1" dirty="0">
                        <a:solidFill>
                          <a:srgbClr val="C00000"/>
                        </a:solidFill>
                      </a:endParaRPr>
                    </a:p>
                  </a:txBody>
                  <a:tcPr/>
                </a:tc>
                <a:extLst>
                  <a:ext uri="{0D108BD9-81ED-4DB2-BD59-A6C34878D82A}">
                    <a16:rowId xmlns:a16="http://schemas.microsoft.com/office/drawing/2014/main" val="1339440411"/>
                  </a:ext>
                </a:extLst>
              </a:tr>
            </a:tbl>
          </a:graphicData>
        </a:graphic>
      </p:graphicFrame>
    </p:spTree>
    <p:extLst>
      <p:ext uri="{BB962C8B-B14F-4D97-AF65-F5344CB8AC3E}">
        <p14:creationId xmlns:p14="http://schemas.microsoft.com/office/powerpoint/2010/main" val="144049903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页脚占位符 4">
            <a:extLst>
              <a:ext uri="{FF2B5EF4-FFF2-40B4-BE49-F238E27FC236}">
                <a16:creationId xmlns:a16="http://schemas.microsoft.com/office/drawing/2014/main" id="{6A208D85-58C0-F34F-9718-93B7311594D7}"/>
              </a:ext>
            </a:extLst>
          </p:cNvPr>
          <p:cNvSpPr>
            <a:spLocks noGrp="1"/>
          </p:cNvSpPr>
          <p:nvPr>
            <p:ph type="ftr" sz="quarter" idx="19"/>
          </p:nvPr>
        </p:nvSpPr>
        <p:spPr/>
        <p:txBody>
          <a:bodyPr/>
          <a:lstStyle/>
          <a:p>
            <a:pPr marL="0" marR="0" lvl="0" indent="0" algn="r" defTabSz="914400" rtl="0" eaLnBrk="1" fontAlgn="auto" latinLnBrk="0" hangingPunct="1">
              <a:lnSpc>
                <a:spcPct val="100000"/>
              </a:lnSpc>
              <a:spcBef>
                <a:spcPts val="0"/>
              </a:spcBef>
              <a:spcAft>
                <a:spcPts val="225"/>
              </a:spcAft>
              <a:buClrTx/>
              <a:buSzTx/>
              <a:buFontTx/>
              <a:buNone/>
              <a:tabLst/>
              <a:defRPr/>
            </a:pPr>
            <a:r>
              <a:rPr kumimoji="0" lang="en-US" sz="600" b="0" i="0" u="none" strike="noStrike" kern="1200" cap="none" spc="0" normalizeH="0" baseline="0" noProof="0">
                <a:ln>
                  <a:noFill/>
                </a:ln>
                <a:solidFill>
                  <a:srgbClr val="08312A"/>
                </a:solidFill>
                <a:effectLst/>
                <a:uLnTx/>
                <a:uFillTx/>
                <a:latin typeface="Boehringer Forward Text"/>
                <a:ea typeface="+mn-ea"/>
                <a:cs typeface="+mn-cs"/>
              </a:rPr>
              <a:t>Presentation title    |    ONLY FOR INTERNAL USE</a:t>
            </a:r>
          </a:p>
        </p:txBody>
      </p:sp>
      <p:sp>
        <p:nvSpPr>
          <p:cNvPr id="6" name="灯片编号占位符 5">
            <a:extLst>
              <a:ext uri="{FF2B5EF4-FFF2-40B4-BE49-F238E27FC236}">
                <a16:creationId xmlns:a16="http://schemas.microsoft.com/office/drawing/2014/main" id="{085FA289-F648-87A9-9D11-7C4CEF6487BB}"/>
              </a:ext>
            </a:extLst>
          </p:cNvPr>
          <p:cNvSpPr>
            <a:spLocks noGrp="1"/>
          </p:cNvSpPr>
          <p:nvPr>
            <p:ph type="sldNum" sz="quarter" idx="2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F4E8F9F-5B1F-4F5B-BE49-3245D8C18D9F}" type="slidenum">
              <a:rPr kumimoji="0" lang="en-US" sz="600" b="0" i="0" u="none" strike="noStrike" kern="1200" cap="none" spc="0" normalizeH="0" baseline="0" noProof="0" smtClean="0">
                <a:ln>
                  <a:noFill/>
                </a:ln>
                <a:solidFill>
                  <a:srgbClr val="08312A"/>
                </a:solidFill>
                <a:effectLst/>
                <a:uLnTx/>
                <a:uFillTx/>
                <a:latin typeface="Boehringer Forward Tex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US" sz="600" b="0" i="0" u="none" strike="noStrike" kern="1200" cap="none" spc="0" normalizeH="0" baseline="0" noProof="0">
              <a:ln>
                <a:noFill/>
              </a:ln>
              <a:solidFill>
                <a:srgbClr val="08312A"/>
              </a:solidFill>
              <a:effectLst/>
              <a:uLnTx/>
              <a:uFillTx/>
              <a:latin typeface="Boehringer Forward Text"/>
              <a:ea typeface="+mn-ea"/>
              <a:cs typeface="+mn-cs"/>
            </a:endParaRPr>
          </a:p>
        </p:txBody>
      </p:sp>
      <p:graphicFrame>
        <p:nvGraphicFramePr>
          <p:cNvPr id="10" name="表格 9">
            <a:extLst>
              <a:ext uri="{FF2B5EF4-FFF2-40B4-BE49-F238E27FC236}">
                <a16:creationId xmlns:a16="http://schemas.microsoft.com/office/drawing/2014/main" id="{8216B327-424D-FB27-4BAA-F52DE971E761}"/>
              </a:ext>
            </a:extLst>
          </p:cNvPr>
          <p:cNvGraphicFramePr>
            <a:graphicFrameLocks noGrp="1"/>
          </p:cNvGraphicFramePr>
          <p:nvPr>
            <p:extLst>
              <p:ext uri="{D42A27DB-BD31-4B8C-83A1-F6EECF244321}">
                <p14:modId xmlns:p14="http://schemas.microsoft.com/office/powerpoint/2010/main" val="1975835975"/>
              </p:ext>
            </p:extLst>
          </p:nvPr>
        </p:nvGraphicFramePr>
        <p:xfrm>
          <a:off x="360445" y="476529"/>
          <a:ext cx="8423999" cy="4495589"/>
        </p:xfrm>
        <a:graphic>
          <a:graphicData uri="http://schemas.openxmlformats.org/drawingml/2006/table">
            <a:tbl>
              <a:tblPr firstRow="1" lastCol="1" bandRow="1">
                <a:tableStyleId>{0660B408-B3CF-4A94-85FC-2B1E0A45F4A2}</a:tableStyleId>
              </a:tblPr>
              <a:tblGrid>
                <a:gridCol w="1160044">
                  <a:extLst>
                    <a:ext uri="{9D8B030D-6E8A-4147-A177-3AD203B41FA5}">
                      <a16:colId xmlns:a16="http://schemas.microsoft.com/office/drawing/2014/main" val="3543967578"/>
                    </a:ext>
                  </a:extLst>
                </a:gridCol>
                <a:gridCol w="678980">
                  <a:extLst>
                    <a:ext uri="{9D8B030D-6E8A-4147-A177-3AD203B41FA5}">
                      <a16:colId xmlns:a16="http://schemas.microsoft.com/office/drawing/2014/main" val="1648392027"/>
                    </a:ext>
                  </a:extLst>
                </a:gridCol>
                <a:gridCol w="2445769">
                  <a:extLst>
                    <a:ext uri="{9D8B030D-6E8A-4147-A177-3AD203B41FA5}">
                      <a16:colId xmlns:a16="http://schemas.microsoft.com/office/drawing/2014/main" val="2454461557"/>
                    </a:ext>
                  </a:extLst>
                </a:gridCol>
                <a:gridCol w="539430">
                  <a:extLst>
                    <a:ext uri="{9D8B030D-6E8A-4147-A177-3AD203B41FA5}">
                      <a16:colId xmlns:a16="http://schemas.microsoft.com/office/drawing/2014/main" val="1816610998"/>
                    </a:ext>
                  </a:extLst>
                </a:gridCol>
                <a:gridCol w="2676494">
                  <a:extLst>
                    <a:ext uri="{9D8B030D-6E8A-4147-A177-3AD203B41FA5}">
                      <a16:colId xmlns:a16="http://schemas.microsoft.com/office/drawing/2014/main" val="3418033620"/>
                    </a:ext>
                  </a:extLst>
                </a:gridCol>
                <a:gridCol w="467989">
                  <a:extLst>
                    <a:ext uri="{9D8B030D-6E8A-4147-A177-3AD203B41FA5}">
                      <a16:colId xmlns:a16="http://schemas.microsoft.com/office/drawing/2014/main" val="1422686053"/>
                    </a:ext>
                  </a:extLst>
                </a:gridCol>
                <a:gridCol w="455293">
                  <a:extLst>
                    <a:ext uri="{9D8B030D-6E8A-4147-A177-3AD203B41FA5}">
                      <a16:colId xmlns:a16="http://schemas.microsoft.com/office/drawing/2014/main" val="4198988636"/>
                    </a:ext>
                  </a:extLst>
                </a:gridCol>
              </a:tblGrid>
              <a:tr h="138856">
                <a:tc>
                  <a:txBody>
                    <a:bodyPr/>
                    <a:lstStyle/>
                    <a:p>
                      <a:pPr algn="l" fontAlgn="ctr"/>
                      <a:r>
                        <a:rPr lang="zh-CN" altLang="en-US" sz="1000" b="1" u="none" strike="noStrike" dirty="0">
                          <a:solidFill>
                            <a:srgbClr val="FFFFFF"/>
                          </a:solidFill>
                          <a:effectLst/>
                        </a:rPr>
                        <a:t>预算内容</a:t>
                      </a:r>
                      <a:endParaRPr lang="zh-CN" altLang="en-US" sz="1000" b="1" i="0" u="none" strike="noStrike" dirty="0">
                        <a:solidFill>
                          <a:srgbClr val="FFFFFF"/>
                        </a:solidFill>
                        <a:effectLst/>
                        <a:latin typeface="+mn-lt"/>
                        <a:ea typeface="宋体" panose="02010600030101010101" pitchFamily="2" charset="-122"/>
                      </a:endParaRPr>
                    </a:p>
                  </a:txBody>
                  <a:tcPr marL="2071" marR="2071" marT="2071" marB="0" anchor="ctr"/>
                </a:tc>
                <a:tc>
                  <a:txBody>
                    <a:bodyPr/>
                    <a:lstStyle/>
                    <a:p>
                      <a:pPr algn="l" fontAlgn="ctr"/>
                      <a:r>
                        <a:rPr lang="zh-CN" altLang="en-US" sz="1000" b="1" u="none" strike="noStrike" dirty="0">
                          <a:solidFill>
                            <a:srgbClr val="FFFFFF"/>
                          </a:solidFill>
                          <a:effectLst/>
                        </a:rPr>
                        <a:t>工作内容</a:t>
                      </a:r>
                      <a:endParaRPr lang="zh-CN" altLang="en-US" sz="1000" b="1" i="0" u="none" strike="noStrike" dirty="0">
                        <a:solidFill>
                          <a:srgbClr val="FFFFFF"/>
                        </a:solidFill>
                        <a:effectLst/>
                        <a:latin typeface="+mn-lt"/>
                        <a:ea typeface="宋体" panose="02010600030101010101" pitchFamily="2" charset="-122"/>
                      </a:endParaRPr>
                    </a:p>
                  </a:txBody>
                  <a:tcPr marL="2071" marR="2071" marT="2071" marB="0" anchor="ctr"/>
                </a:tc>
                <a:tc>
                  <a:txBody>
                    <a:bodyPr/>
                    <a:lstStyle/>
                    <a:p>
                      <a:pPr algn="l" fontAlgn="ctr"/>
                      <a:r>
                        <a:rPr lang="en-US" sz="1000" b="1" u="none" strike="noStrike" dirty="0">
                          <a:solidFill>
                            <a:srgbClr val="FFFFFF"/>
                          </a:solidFill>
                          <a:effectLst/>
                        </a:rPr>
                        <a:t>PG</a:t>
                      </a:r>
                      <a:r>
                        <a:rPr lang="zh-CN" altLang="en-US" sz="1000" b="1" u="none" strike="noStrike" dirty="0">
                          <a:solidFill>
                            <a:srgbClr val="FFFFFF"/>
                          </a:solidFill>
                          <a:effectLst/>
                        </a:rPr>
                        <a:t>测算依据</a:t>
                      </a:r>
                      <a:endParaRPr lang="zh-CN" altLang="en-US" sz="1000" b="1" i="0" u="none" strike="noStrike" dirty="0">
                        <a:solidFill>
                          <a:srgbClr val="FFFFFF"/>
                        </a:solidFill>
                        <a:effectLst/>
                        <a:latin typeface="+mn-lt"/>
                        <a:ea typeface="宋体" panose="02010600030101010101" pitchFamily="2" charset="-122"/>
                      </a:endParaRPr>
                    </a:p>
                  </a:txBody>
                  <a:tcPr marL="2071" marR="2071" marT="2071" marB="0" anchor="ctr"/>
                </a:tc>
                <a:tc>
                  <a:txBody>
                    <a:bodyPr/>
                    <a:lstStyle/>
                    <a:p>
                      <a:pPr algn="l" fontAlgn="ctr"/>
                      <a:r>
                        <a:rPr lang="en-US" sz="1000" b="1" u="none" strike="noStrike">
                          <a:solidFill>
                            <a:srgbClr val="FFFFFF"/>
                          </a:solidFill>
                          <a:effectLst/>
                        </a:rPr>
                        <a:t>PG</a:t>
                      </a:r>
                      <a:endParaRPr lang="en-US" sz="1000" b="1" i="0" u="none" strike="noStrike">
                        <a:solidFill>
                          <a:srgbClr val="FFFFFF"/>
                        </a:solidFill>
                        <a:effectLst/>
                        <a:latin typeface="+mn-lt"/>
                        <a:ea typeface="宋体" panose="02010600030101010101" pitchFamily="2" charset="-122"/>
                      </a:endParaRPr>
                    </a:p>
                  </a:txBody>
                  <a:tcPr marL="2071" marR="2071" marT="2071" marB="0" anchor="ctr"/>
                </a:tc>
                <a:tc>
                  <a:txBody>
                    <a:bodyPr/>
                    <a:lstStyle/>
                    <a:p>
                      <a:pPr algn="l" fontAlgn="ctr"/>
                      <a:r>
                        <a:rPr lang="en-US" sz="1000" b="1" u="none" strike="noStrike">
                          <a:solidFill>
                            <a:srgbClr val="FFFFFF"/>
                          </a:solidFill>
                          <a:effectLst/>
                        </a:rPr>
                        <a:t>HS</a:t>
                      </a:r>
                      <a:r>
                        <a:rPr lang="zh-CN" altLang="en-US" sz="1000" b="1" u="none" strike="noStrike">
                          <a:solidFill>
                            <a:srgbClr val="FFFFFF"/>
                          </a:solidFill>
                          <a:effectLst/>
                        </a:rPr>
                        <a:t>测算依据</a:t>
                      </a:r>
                      <a:endParaRPr lang="zh-CN" altLang="en-US" sz="1000" b="1" i="0" u="none" strike="noStrike">
                        <a:solidFill>
                          <a:srgbClr val="FFFFFF"/>
                        </a:solidFill>
                        <a:effectLst/>
                        <a:latin typeface="+mn-lt"/>
                        <a:ea typeface="宋体" panose="02010600030101010101" pitchFamily="2" charset="-122"/>
                      </a:endParaRPr>
                    </a:p>
                  </a:txBody>
                  <a:tcPr marL="2071" marR="2071" marT="2071" marB="0" anchor="ctr"/>
                </a:tc>
                <a:tc>
                  <a:txBody>
                    <a:bodyPr/>
                    <a:lstStyle/>
                    <a:p>
                      <a:pPr algn="l" fontAlgn="ctr"/>
                      <a:r>
                        <a:rPr lang="en-US" sz="1000" b="1" u="none" strike="noStrike" dirty="0">
                          <a:solidFill>
                            <a:srgbClr val="FFFFFF"/>
                          </a:solidFill>
                          <a:effectLst/>
                        </a:rPr>
                        <a:t>HS</a:t>
                      </a:r>
                      <a:endParaRPr lang="en-US" sz="1000" b="1" i="0" u="none" strike="noStrike" dirty="0">
                        <a:solidFill>
                          <a:srgbClr val="FFFFFF"/>
                        </a:solidFill>
                        <a:effectLst/>
                        <a:latin typeface="+mn-lt"/>
                        <a:ea typeface="宋体" panose="02010600030101010101" pitchFamily="2" charset="-122"/>
                      </a:endParaRPr>
                    </a:p>
                  </a:txBody>
                  <a:tcPr marL="2071" marR="2071" marT="2071" marB="0" anchor="ctr"/>
                </a:tc>
                <a:tc>
                  <a:txBody>
                    <a:bodyPr/>
                    <a:lstStyle/>
                    <a:p>
                      <a:pPr algn="l" fontAlgn="ctr"/>
                      <a:r>
                        <a:rPr lang="zh-CN" altLang="en-US" sz="1000" b="1" u="none" strike="noStrike" dirty="0">
                          <a:solidFill>
                            <a:srgbClr val="FFFFFF"/>
                          </a:solidFill>
                          <a:effectLst/>
                        </a:rPr>
                        <a:t>合计</a:t>
                      </a:r>
                      <a:endParaRPr lang="zh-CN" altLang="en-US" sz="1000" b="1" i="0" u="none" strike="noStrike" dirty="0">
                        <a:solidFill>
                          <a:srgbClr val="FFFFFF"/>
                        </a:solidFill>
                        <a:effectLst/>
                        <a:latin typeface="+mn-lt"/>
                        <a:ea typeface="宋体" panose="02010600030101010101" pitchFamily="2" charset="-122"/>
                      </a:endParaRPr>
                    </a:p>
                  </a:txBody>
                  <a:tcPr marL="2071" marR="2071" marT="2071" marB="0" anchor="ctr"/>
                </a:tc>
                <a:extLst>
                  <a:ext uri="{0D108BD9-81ED-4DB2-BD59-A6C34878D82A}">
                    <a16:rowId xmlns:a16="http://schemas.microsoft.com/office/drawing/2014/main" val="374442999"/>
                  </a:ext>
                </a:extLst>
              </a:tr>
              <a:tr h="111458">
                <a:tc rowSpan="4">
                  <a:txBody>
                    <a:bodyPr/>
                    <a:lstStyle/>
                    <a:p>
                      <a:pPr algn="l" fontAlgn="ctr"/>
                      <a:r>
                        <a:rPr lang="zh-CN" altLang="en-US" sz="800" b="1" u="none" strike="noStrike">
                          <a:solidFill>
                            <a:srgbClr val="000000"/>
                          </a:solidFill>
                          <a:effectLst/>
                        </a:rPr>
                        <a:t>设计、修订和制定方案、统计流行病学分析计划</a:t>
                      </a:r>
                      <a:r>
                        <a:rPr lang="en-US" altLang="zh-CN" sz="800" b="1" u="none" strike="noStrike">
                          <a:solidFill>
                            <a:srgbClr val="000000"/>
                          </a:solidFill>
                          <a:effectLst/>
                        </a:rPr>
                        <a:t>(SEAP)</a:t>
                      </a:r>
                      <a:r>
                        <a:rPr lang="zh-CN" altLang="en-US" sz="800" b="1" u="none" strike="noStrike">
                          <a:solidFill>
                            <a:srgbClr val="000000"/>
                          </a:solidFill>
                          <a:effectLst/>
                        </a:rPr>
                        <a:t>和研究准备</a:t>
                      </a:r>
                      <a:endParaRPr lang="zh-CN" altLang="en-US" sz="800" b="1" i="0" u="none" strike="noStrike">
                        <a:solidFill>
                          <a:srgbClr val="000000"/>
                        </a:solidFill>
                        <a:effectLst/>
                        <a:latin typeface="+mn-lt"/>
                        <a:ea typeface="宋体" panose="02010600030101010101" pitchFamily="2" charset="-122"/>
                      </a:endParaRPr>
                    </a:p>
                  </a:txBody>
                  <a:tcPr marL="2071" marR="2071" marT="2071" marB="0" anchor="ctr"/>
                </a:tc>
                <a:tc>
                  <a:txBody>
                    <a:bodyPr/>
                    <a:lstStyle/>
                    <a:p>
                      <a:pPr algn="l" fontAlgn="ctr"/>
                      <a:r>
                        <a:rPr lang="zh-CN" altLang="en-US" sz="800" b="0" u="none" strike="noStrike">
                          <a:solidFill>
                            <a:srgbClr val="000000"/>
                          </a:solidFill>
                          <a:effectLst/>
                        </a:rPr>
                        <a:t>发病率估计</a:t>
                      </a:r>
                      <a:endParaRPr lang="zh-CN" altLang="en-US" sz="800" b="0" i="0" u="none" strike="noStrike">
                        <a:solidFill>
                          <a:srgbClr val="000000"/>
                        </a:solidFill>
                        <a:effectLst/>
                        <a:latin typeface="+mn-lt"/>
                        <a:ea typeface="宋体" panose="02010600030101010101" pitchFamily="2" charset="-122"/>
                      </a:endParaRPr>
                    </a:p>
                  </a:txBody>
                  <a:tcPr marL="2071" marR="2071" marT="2071" marB="0" anchor="ctr"/>
                </a:tc>
                <a:tc>
                  <a:txBody>
                    <a:bodyPr/>
                    <a:lstStyle/>
                    <a:p>
                      <a:pPr algn="l" fontAlgn="ctr"/>
                      <a:r>
                        <a:rPr lang="en-US" altLang="zh-CN" sz="700" b="0" u="none" strike="noStrike" dirty="0">
                          <a:solidFill>
                            <a:srgbClr val="000000"/>
                          </a:solidFill>
                          <a:effectLst/>
                        </a:rPr>
                        <a:t>15</a:t>
                      </a:r>
                      <a:r>
                        <a:rPr lang="zh-CN" altLang="en-US" sz="700" b="0" u="none" strike="noStrike" dirty="0">
                          <a:solidFill>
                            <a:srgbClr val="000000"/>
                          </a:solidFill>
                          <a:effectLst/>
                        </a:rPr>
                        <a:t>小时</a:t>
                      </a:r>
                      <a:endParaRPr lang="zh-CN" altLang="en-US" sz="700" b="0" i="0" u="none" strike="noStrike" dirty="0">
                        <a:solidFill>
                          <a:srgbClr val="000000"/>
                        </a:solidFill>
                        <a:effectLst/>
                        <a:latin typeface="+mn-lt"/>
                        <a:ea typeface="宋体" panose="02010600030101010101" pitchFamily="2" charset="-122"/>
                      </a:endParaRPr>
                    </a:p>
                  </a:txBody>
                  <a:tcPr marL="2071" marR="2071" marT="2071" marB="0" anchor="ctr"/>
                </a:tc>
                <a:tc rowSpan="4">
                  <a:txBody>
                    <a:bodyPr/>
                    <a:lstStyle/>
                    <a:p>
                      <a:pPr algn="l" fontAlgn="ctr"/>
                      <a:r>
                        <a:rPr lang="en-US" altLang="zh-CN" sz="800" b="0" u="none" strike="noStrike" dirty="0">
                          <a:solidFill>
                            <a:srgbClr val="000000"/>
                          </a:solidFill>
                          <a:effectLst/>
                        </a:rPr>
                        <a:t>40,000</a:t>
                      </a:r>
                      <a:endParaRPr lang="en-US" altLang="zh-CN" sz="800" b="0" i="0" u="none" strike="noStrike" dirty="0">
                        <a:solidFill>
                          <a:srgbClr val="000000"/>
                        </a:solidFill>
                        <a:effectLst/>
                        <a:latin typeface="+mn-lt"/>
                        <a:ea typeface="宋体" panose="02010600030101010101" pitchFamily="2" charset="-122"/>
                      </a:endParaRPr>
                    </a:p>
                  </a:txBody>
                  <a:tcPr marL="2071" marR="2071" marT="2071" marB="0" anchor="ctr"/>
                </a:tc>
                <a:tc>
                  <a:txBody>
                    <a:bodyPr/>
                    <a:lstStyle/>
                    <a:p>
                      <a:pPr algn="l" fontAlgn="ctr"/>
                      <a:r>
                        <a:rPr lang="en-US" altLang="zh-CN" sz="700" b="0" u="none" strike="noStrike" dirty="0">
                          <a:solidFill>
                            <a:srgbClr val="000000"/>
                          </a:solidFill>
                          <a:effectLst/>
                        </a:rPr>
                        <a:t>10</a:t>
                      </a:r>
                      <a:r>
                        <a:rPr lang="zh-CN" altLang="en-US" sz="700" b="0" u="none" strike="noStrike" dirty="0">
                          <a:solidFill>
                            <a:srgbClr val="000000"/>
                          </a:solidFill>
                          <a:effectLst/>
                        </a:rPr>
                        <a:t>小时</a:t>
                      </a:r>
                      <a:endParaRPr lang="zh-CN" altLang="en-US" sz="700" b="0" i="0" u="none" strike="noStrike" dirty="0">
                        <a:solidFill>
                          <a:srgbClr val="000000"/>
                        </a:solidFill>
                        <a:effectLst/>
                        <a:latin typeface="+mn-lt"/>
                        <a:ea typeface="宋体" panose="02010600030101010101" pitchFamily="2" charset="-122"/>
                      </a:endParaRPr>
                    </a:p>
                  </a:txBody>
                  <a:tcPr marL="2071" marR="2071" marT="2071" marB="0" anchor="ctr"/>
                </a:tc>
                <a:tc rowSpan="4">
                  <a:txBody>
                    <a:bodyPr/>
                    <a:lstStyle/>
                    <a:p>
                      <a:pPr algn="l" fontAlgn="ctr"/>
                      <a:r>
                        <a:rPr lang="en-US" altLang="zh-CN" sz="800" b="0" u="none" strike="noStrike" dirty="0">
                          <a:solidFill>
                            <a:srgbClr val="000000"/>
                          </a:solidFill>
                          <a:effectLst/>
                        </a:rPr>
                        <a:t>28,000</a:t>
                      </a:r>
                      <a:endParaRPr lang="en-US" altLang="zh-CN" sz="800" b="0" i="0" u="none" strike="noStrike" dirty="0">
                        <a:solidFill>
                          <a:srgbClr val="000000"/>
                        </a:solidFill>
                        <a:effectLst/>
                        <a:latin typeface="+mn-lt"/>
                        <a:ea typeface="宋体" panose="02010600030101010101" pitchFamily="2" charset="-122"/>
                      </a:endParaRPr>
                    </a:p>
                  </a:txBody>
                  <a:tcPr marL="2071" marR="2071" marT="2071" marB="0" anchor="ctr"/>
                </a:tc>
                <a:tc rowSpan="4">
                  <a:txBody>
                    <a:bodyPr/>
                    <a:lstStyle/>
                    <a:p>
                      <a:pPr algn="l" fontAlgn="ctr"/>
                      <a:r>
                        <a:rPr lang="en-US" altLang="zh-CN" sz="800" b="0" u="none" strike="noStrike" dirty="0">
                          <a:solidFill>
                            <a:srgbClr val="000000"/>
                          </a:solidFill>
                          <a:effectLst/>
                        </a:rPr>
                        <a:t>68,000</a:t>
                      </a:r>
                      <a:endParaRPr lang="en-US" altLang="zh-CN" sz="800" b="0" i="0" u="none" strike="noStrike" dirty="0">
                        <a:solidFill>
                          <a:srgbClr val="000000"/>
                        </a:solidFill>
                        <a:effectLst/>
                        <a:latin typeface="+mn-lt"/>
                        <a:ea typeface="宋体" panose="02010600030101010101" pitchFamily="2" charset="-122"/>
                      </a:endParaRPr>
                    </a:p>
                  </a:txBody>
                  <a:tcPr marL="2071" marR="2071" marT="2071" marB="0" anchor="ctr"/>
                </a:tc>
                <a:extLst>
                  <a:ext uri="{0D108BD9-81ED-4DB2-BD59-A6C34878D82A}">
                    <a16:rowId xmlns:a16="http://schemas.microsoft.com/office/drawing/2014/main" val="3497086295"/>
                  </a:ext>
                </a:extLst>
              </a:tr>
              <a:tr h="111458">
                <a:tc vMerge="1">
                  <a:txBody>
                    <a:bodyPr/>
                    <a:lstStyle/>
                    <a:p>
                      <a:endParaRPr lang="zh-CN" altLang="en-US"/>
                    </a:p>
                  </a:txBody>
                  <a:tcPr/>
                </a:tc>
                <a:tc>
                  <a:txBody>
                    <a:bodyPr/>
                    <a:lstStyle/>
                    <a:p>
                      <a:pPr algn="l" fontAlgn="ctr"/>
                      <a:r>
                        <a:rPr lang="zh-CN" altLang="en-US" sz="800" b="0" u="none" strike="noStrike">
                          <a:solidFill>
                            <a:srgbClr val="000000"/>
                          </a:solidFill>
                          <a:effectLst/>
                        </a:rPr>
                        <a:t>患病率估计</a:t>
                      </a:r>
                      <a:endParaRPr lang="zh-CN" altLang="en-US" sz="800" b="0" i="0" u="none" strike="noStrike">
                        <a:solidFill>
                          <a:srgbClr val="000000"/>
                        </a:solidFill>
                        <a:effectLst/>
                        <a:latin typeface="+mn-lt"/>
                        <a:ea typeface="宋体" panose="02010600030101010101" pitchFamily="2" charset="-122"/>
                      </a:endParaRPr>
                    </a:p>
                  </a:txBody>
                  <a:tcPr marL="2071" marR="2071" marT="2071" marB="0" anchor="ctr"/>
                </a:tc>
                <a:tc>
                  <a:txBody>
                    <a:bodyPr/>
                    <a:lstStyle/>
                    <a:p>
                      <a:pPr algn="l" fontAlgn="ctr"/>
                      <a:r>
                        <a:rPr lang="en-US" altLang="zh-CN" sz="700" b="0" u="none" strike="noStrike" dirty="0">
                          <a:solidFill>
                            <a:srgbClr val="000000"/>
                          </a:solidFill>
                          <a:effectLst/>
                        </a:rPr>
                        <a:t>15</a:t>
                      </a:r>
                      <a:r>
                        <a:rPr lang="zh-CN" altLang="en-US" sz="700" b="0" u="none" strike="noStrike" dirty="0">
                          <a:solidFill>
                            <a:srgbClr val="000000"/>
                          </a:solidFill>
                          <a:effectLst/>
                        </a:rPr>
                        <a:t>小时</a:t>
                      </a:r>
                      <a:endParaRPr lang="zh-CN" altLang="en-US" sz="700" b="0" i="0" u="none" strike="noStrike" dirty="0">
                        <a:solidFill>
                          <a:srgbClr val="000000"/>
                        </a:solidFill>
                        <a:effectLst/>
                        <a:latin typeface="+mn-lt"/>
                        <a:ea typeface="宋体" panose="02010600030101010101" pitchFamily="2" charset="-122"/>
                      </a:endParaRPr>
                    </a:p>
                  </a:txBody>
                  <a:tcPr marL="2071" marR="2071" marT="2071" marB="0" anchor="ctr"/>
                </a:tc>
                <a:tc vMerge="1">
                  <a:txBody>
                    <a:bodyPr/>
                    <a:lstStyle/>
                    <a:p>
                      <a:endParaRPr lang="zh-CN" altLang="en-US"/>
                    </a:p>
                  </a:txBody>
                  <a:tcPr/>
                </a:tc>
                <a:tc>
                  <a:txBody>
                    <a:bodyPr/>
                    <a:lstStyle/>
                    <a:p>
                      <a:pPr algn="l" fontAlgn="ctr"/>
                      <a:r>
                        <a:rPr lang="en-US" altLang="zh-CN" sz="700" b="0" u="none" strike="noStrike" dirty="0">
                          <a:solidFill>
                            <a:srgbClr val="000000"/>
                          </a:solidFill>
                          <a:effectLst/>
                        </a:rPr>
                        <a:t>10</a:t>
                      </a:r>
                      <a:r>
                        <a:rPr lang="zh-CN" altLang="en-US" sz="700" b="0" u="none" strike="noStrike" dirty="0">
                          <a:solidFill>
                            <a:srgbClr val="000000"/>
                          </a:solidFill>
                          <a:effectLst/>
                        </a:rPr>
                        <a:t>小时</a:t>
                      </a:r>
                      <a:endParaRPr lang="zh-CN" altLang="en-US" sz="700" b="0" i="0" u="none" strike="noStrike" dirty="0">
                        <a:solidFill>
                          <a:srgbClr val="000000"/>
                        </a:solidFill>
                        <a:effectLst/>
                        <a:latin typeface="+mn-lt"/>
                        <a:ea typeface="宋体" panose="02010600030101010101" pitchFamily="2" charset="-122"/>
                      </a:endParaRPr>
                    </a:p>
                  </a:txBody>
                  <a:tcPr marL="2071" marR="2071" marT="2071" marB="0" anchor="ctr"/>
                </a:tc>
                <a:tc vMerge="1">
                  <a:txBody>
                    <a:bodyPr/>
                    <a:lstStyle/>
                    <a:p>
                      <a:endParaRPr lang="zh-CN" altLang="en-US"/>
                    </a:p>
                  </a:txBody>
                  <a:tcPr/>
                </a:tc>
                <a:tc vMerge="1">
                  <a:txBody>
                    <a:bodyPr/>
                    <a:lstStyle/>
                    <a:p>
                      <a:pPr algn="l" fontAlgn="ctr"/>
                      <a:r>
                        <a:rPr lang="zh-CN" altLang="en-US" sz="800" b="0" i="0" u="none" strike="noStrike" dirty="0">
                          <a:solidFill>
                            <a:srgbClr val="000000"/>
                          </a:solidFill>
                          <a:effectLst/>
                          <a:latin typeface="+mn-lt"/>
                          <a:ea typeface="宋体" panose="02010600030101010101" pitchFamily="2" charset="-122"/>
                        </a:rPr>
                        <a:t>　</a:t>
                      </a:r>
                    </a:p>
                  </a:txBody>
                  <a:tcPr marL="2071" marR="2071" marT="2071" marB="0" anchor="ctr">
                    <a:lnL w="6350" cap="flat" cmpd="sng" algn="ctr">
                      <a:solidFill>
                        <a:srgbClr val="4874CB"/>
                      </a:solidFill>
                      <a:prstDash val="solid"/>
                      <a:round/>
                      <a:headEnd type="none" w="med" len="med"/>
                      <a:tailEnd type="none" w="med" len="med"/>
                    </a:lnL>
                    <a:lnR w="6350" cap="flat" cmpd="sng" algn="ctr">
                      <a:solidFill>
                        <a:srgbClr val="4874CB"/>
                      </a:solidFill>
                      <a:prstDash val="solid"/>
                      <a:round/>
                      <a:headEnd type="none" w="med" len="med"/>
                      <a:tailEnd type="none" w="med" len="med"/>
                    </a:lnR>
                    <a:lnT w="6350" cap="flat" cmpd="sng" algn="ctr">
                      <a:solidFill>
                        <a:srgbClr val="4874CB"/>
                      </a:solidFill>
                      <a:prstDash val="solid"/>
                      <a:round/>
                      <a:headEnd type="none" w="med" len="med"/>
                      <a:tailEnd type="none" w="med" len="med"/>
                    </a:lnT>
                    <a:lnB w="6350" cap="flat" cmpd="sng" algn="ctr">
                      <a:solidFill>
                        <a:srgbClr val="4874CB"/>
                      </a:solidFill>
                      <a:prstDash val="solid"/>
                      <a:round/>
                      <a:headEnd type="none" w="med" len="med"/>
                      <a:tailEnd type="none" w="med" len="med"/>
                    </a:lnB>
                    <a:solidFill>
                      <a:srgbClr val="D9E1F4"/>
                    </a:solidFill>
                  </a:tcPr>
                </a:tc>
                <a:extLst>
                  <a:ext uri="{0D108BD9-81ED-4DB2-BD59-A6C34878D82A}">
                    <a16:rowId xmlns:a16="http://schemas.microsoft.com/office/drawing/2014/main" val="2600473858"/>
                  </a:ext>
                </a:extLst>
              </a:tr>
              <a:tr h="111458">
                <a:tc vMerge="1">
                  <a:txBody>
                    <a:bodyPr/>
                    <a:lstStyle/>
                    <a:p>
                      <a:endParaRPr lang="zh-CN" altLang="en-US"/>
                    </a:p>
                  </a:txBody>
                  <a:tcPr/>
                </a:tc>
                <a:tc>
                  <a:txBody>
                    <a:bodyPr/>
                    <a:lstStyle/>
                    <a:p>
                      <a:pPr algn="l" fontAlgn="ctr"/>
                      <a:r>
                        <a:rPr lang="zh-CN" altLang="en-US" sz="800" b="0" u="none" strike="noStrike">
                          <a:solidFill>
                            <a:srgbClr val="000000"/>
                          </a:solidFill>
                          <a:effectLst/>
                        </a:rPr>
                        <a:t>治疗负担测算</a:t>
                      </a:r>
                      <a:endParaRPr lang="zh-CN" altLang="en-US" sz="800" b="0" i="0" u="none" strike="noStrike">
                        <a:solidFill>
                          <a:srgbClr val="000000"/>
                        </a:solidFill>
                        <a:effectLst/>
                        <a:latin typeface="+mn-lt"/>
                        <a:ea typeface="宋体" panose="02010600030101010101" pitchFamily="2" charset="-122"/>
                      </a:endParaRPr>
                    </a:p>
                  </a:txBody>
                  <a:tcPr marL="2071" marR="2071" marT="2071" marB="0" anchor="ctr"/>
                </a:tc>
                <a:tc>
                  <a:txBody>
                    <a:bodyPr/>
                    <a:lstStyle/>
                    <a:p>
                      <a:pPr algn="l" fontAlgn="ctr"/>
                      <a:r>
                        <a:rPr lang="en-US" altLang="zh-CN" sz="700" b="0" u="none" strike="noStrike" dirty="0">
                          <a:solidFill>
                            <a:srgbClr val="000000"/>
                          </a:solidFill>
                          <a:effectLst/>
                        </a:rPr>
                        <a:t>10</a:t>
                      </a:r>
                      <a:r>
                        <a:rPr lang="zh-CN" altLang="en-US" sz="700" b="0" u="none" strike="noStrike" dirty="0">
                          <a:solidFill>
                            <a:srgbClr val="000000"/>
                          </a:solidFill>
                          <a:effectLst/>
                        </a:rPr>
                        <a:t>小时</a:t>
                      </a:r>
                      <a:endParaRPr lang="zh-CN" altLang="en-US" sz="700" b="0" i="0" u="none" strike="noStrike" dirty="0">
                        <a:solidFill>
                          <a:srgbClr val="000000"/>
                        </a:solidFill>
                        <a:effectLst/>
                        <a:latin typeface="+mn-lt"/>
                        <a:ea typeface="宋体" panose="02010600030101010101" pitchFamily="2" charset="-122"/>
                      </a:endParaRPr>
                    </a:p>
                  </a:txBody>
                  <a:tcPr marL="2071" marR="2071" marT="2071" marB="0" anchor="ctr"/>
                </a:tc>
                <a:tc vMerge="1">
                  <a:txBody>
                    <a:bodyPr/>
                    <a:lstStyle/>
                    <a:p>
                      <a:endParaRPr lang="zh-CN" altLang="en-US"/>
                    </a:p>
                  </a:txBody>
                  <a:tcPr/>
                </a:tc>
                <a:tc>
                  <a:txBody>
                    <a:bodyPr/>
                    <a:lstStyle/>
                    <a:p>
                      <a:pPr algn="l" fontAlgn="ctr"/>
                      <a:r>
                        <a:rPr lang="en-US" altLang="zh-CN" sz="700" b="0" u="none" strike="noStrike" dirty="0">
                          <a:solidFill>
                            <a:srgbClr val="000000"/>
                          </a:solidFill>
                          <a:effectLst/>
                        </a:rPr>
                        <a:t>5</a:t>
                      </a:r>
                      <a:r>
                        <a:rPr lang="zh-CN" altLang="en-US" sz="700" b="0" u="none" strike="noStrike" dirty="0">
                          <a:solidFill>
                            <a:srgbClr val="000000"/>
                          </a:solidFill>
                          <a:effectLst/>
                        </a:rPr>
                        <a:t>小时</a:t>
                      </a:r>
                      <a:endParaRPr lang="zh-CN" altLang="en-US" sz="700" b="0" i="0" u="none" strike="noStrike" dirty="0">
                        <a:solidFill>
                          <a:srgbClr val="000000"/>
                        </a:solidFill>
                        <a:effectLst/>
                        <a:latin typeface="+mn-lt"/>
                        <a:ea typeface="宋体" panose="02010600030101010101" pitchFamily="2" charset="-122"/>
                      </a:endParaRPr>
                    </a:p>
                  </a:txBody>
                  <a:tcPr marL="2071" marR="2071" marT="2071" marB="0" anchor="ctr"/>
                </a:tc>
                <a:tc vMerge="1">
                  <a:txBody>
                    <a:bodyPr/>
                    <a:lstStyle/>
                    <a:p>
                      <a:endParaRPr lang="zh-CN" altLang="en-US"/>
                    </a:p>
                  </a:txBody>
                  <a:tcPr/>
                </a:tc>
                <a:tc vMerge="1">
                  <a:txBody>
                    <a:bodyPr/>
                    <a:lstStyle/>
                    <a:p>
                      <a:pPr algn="l" fontAlgn="ctr"/>
                      <a:r>
                        <a:rPr lang="zh-CN" altLang="en-US" sz="800" b="0" i="0" u="none" strike="noStrike" dirty="0">
                          <a:solidFill>
                            <a:srgbClr val="000000"/>
                          </a:solidFill>
                          <a:effectLst/>
                          <a:latin typeface="+mn-lt"/>
                          <a:ea typeface="宋体" panose="02010600030101010101" pitchFamily="2" charset="-122"/>
                        </a:rPr>
                        <a:t>　</a:t>
                      </a:r>
                    </a:p>
                  </a:txBody>
                  <a:tcPr marL="2071" marR="2071" marT="2071" marB="0" anchor="ctr">
                    <a:lnL w="6350" cap="flat" cmpd="sng" algn="ctr">
                      <a:solidFill>
                        <a:srgbClr val="4874CB"/>
                      </a:solidFill>
                      <a:prstDash val="solid"/>
                      <a:round/>
                      <a:headEnd type="none" w="med" len="med"/>
                      <a:tailEnd type="none" w="med" len="med"/>
                    </a:lnL>
                    <a:lnR w="6350" cap="flat" cmpd="sng" algn="ctr">
                      <a:solidFill>
                        <a:srgbClr val="4874CB"/>
                      </a:solidFill>
                      <a:prstDash val="solid"/>
                      <a:round/>
                      <a:headEnd type="none" w="med" len="med"/>
                      <a:tailEnd type="none" w="med" len="med"/>
                    </a:lnR>
                    <a:lnT w="6350" cap="flat" cmpd="sng" algn="ctr">
                      <a:solidFill>
                        <a:srgbClr val="4874CB"/>
                      </a:solidFill>
                      <a:prstDash val="solid"/>
                      <a:round/>
                      <a:headEnd type="none" w="med" len="med"/>
                      <a:tailEnd type="none" w="med" len="med"/>
                    </a:lnT>
                    <a:lnB w="6350" cap="flat" cmpd="sng" algn="ctr">
                      <a:solidFill>
                        <a:srgbClr val="4874CB"/>
                      </a:solidFill>
                      <a:prstDash val="solid"/>
                      <a:round/>
                      <a:headEnd type="none" w="med" len="med"/>
                      <a:tailEnd type="none" w="med" len="med"/>
                    </a:lnB>
                    <a:solidFill>
                      <a:srgbClr val="D9E1F4"/>
                    </a:solidFill>
                  </a:tcPr>
                </a:tc>
                <a:extLst>
                  <a:ext uri="{0D108BD9-81ED-4DB2-BD59-A6C34878D82A}">
                    <a16:rowId xmlns:a16="http://schemas.microsoft.com/office/drawing/2014/main" val="279526732"/>
                  </a:ext>
                </a:extLst>
              </a:tr>
              <a:tr h="111458">
                <a:tc vMerge="1">
                  <a:txBody>
                    <a:bodyPr/>
                    <a:lstStyle/>
                    <a:p>
                      <a:endParaRPr lang="zh-CN" altLang="en-US"/>
                    </a:p>
                  </a:txBody>
                  <a:tcPr>
                    <a:lnT w="6350" cap="flat" cmpd="sng" algn="ctr">
                      <a:solidFill>
                        <a:srgbClr val="4874CB"/>
                      </a:solidFill>
                      <a:prstDash val="solid"/>
                      <a:round/>
                      <a:headEnd type="none" w="med" len="med"/>
                      <a:tailEnd type="none" w="med" len="med"/>
                    </a:lnT>
                  </a:tcPr>
                </a:tc>
                <a:tc>
                  <a:txBody>
                    <a:bodyPr/>
                    <a:lstStyle/>
                    <a:p>
                      <a:pPr algn="l" fontAlgn="ctr"/>
                      <a:r>
                        <a:rPr lang="zh-CN" altLang="en-US" sz="800" b="0" u="none" strike="noStrike">
                          <a:solidFill>
                            <a:srgbClr val="000000"/>
                          </a:solidFill>
                          <a:effectLst/>
                        </a:rPr>
                        <a:t>合并症统计</a:t>
                      </a:r>
                      <a:endParaRPr lang="zh-CN" altLang="en-US" sz="800" b="0" i="0" u="none" strike="noStrike">
                        <a:solidFill>
                          <a:srgbClr val="000000"/>
                        </a:solidFill>
                        <a:effectLst/>
                        <a:latin typeface="+mn-lt"/>
                        <a:ea typeface="宋体" panose="02010600030101010101" pitchFamily="2" charset="-122"/>
                      </a:endParaRPr>
                    </a:p>
                  </a:txBody>
                  <a:tcPr marL="2071" marR="2071" marT="2071" marB="0" anchor="ctr"/>
                </a:tc>
                <a:tc>
                  <a:txBody>
                    <a:bodyPr/>
                    <a:lstStyle/>
                    <a:p>
                      <a:pPr algn="l" fontAlgn="ctr"/>
                      <a:r>
                        <a:rPr lang="en-US" altLang="zh-CN" sz="700" b="0" u="none" strike="noStrike" dirty="0">
                          <a:solidFill>
                            <a:srgbClr val="000000"/>
                          </a:solidFill>
                          <a:effectLst/>
                        </a:rPr>
                        <a:t>10</a:t>
                      </a:r>
                      <a:r>
                        <a:rPr lang="zh-CN" altLang="en-US" sz="700" b="0" u="none" strike="noStrike" dirty="0">
                          <a:solidFill>
                            <a:srgbClr val="000000"/>
                          </a:solidFill>
                          <a:effectLst/>
                        </a:rPr>
                        <a:t>小时</a:t>
                      </a:r>
                      <a:endParaRPr lang="zh-CN" altLang="en-US" sz="700" b="0" i="0" u="none" strike="noStrike" dirty="0">
                        <a:solidFill>
                          <a:srgbClr val="000000"/>
                        </a:solidFill>
                        <a:effectLst/>
                        <a:latin typeface="+mn-lt"/>
                        <a:ea typeface="宋体" panose="02010600030101010101" pitchFamily="2" charset="-122"/>
                      </a:endParaRPr>
                    </a:p>
                  </a:txBody>
                  <a:tcPr marL="2071" marR="2071" marT="2071" marB="0" anchor="ctr"/>
                </a:tc>
                <a:tc vMerge="1">
                  <a:txBody>
                    <a:bodyPr/>
                    <a:lstStyle/>
                    <a:p>
                      <a:endParaRPr lang="zh-CN" altLang="en-US"/>
                    </a:p>
                  </a:txBody>
                  <a:tcPr>
                    <a:lnL w="6350" cap="flat" cmpd="sng" algn="ctr">
                      <a:solidFill>
                        <a:srgbClr val="4874CB"/>
                      </a:solidFill>
                      <a:prstDash val="solid"/>
                      <a:round/>
                      <a:headEnd type="none" w="med" len="med"/>
                      <a:tailEnd type="none" w="med" len="med"/>
                    </a:lnL>
                    <a:lnT w="6350" cap="flat" cmpd="sng" algn="ctr">
                      <a:solidFill>
                        <a:srgbClr val="4874CB"/>
                      </a:solidFill>
                      <a:prstDash val="solid"/>
                      <a:round/>
                      <a:headEnd type="none" w="med" len="med"/>
                      <a:tailEnd type="none" w="med" len="med"/>
                    </a:lnT>
                  </a:tcPr>
                </a:tc>
                <a:tc>
                  <a:txBody>
                    <a:bodyPr/>
                    <a:lstStyle/>
                    <a:p>
                      <a:pPr algn="l" fontAlgn="ctr"/>
                      <a:r>
                        <a:rPr lang="en-US" altLang="zh-CN" sz="700" b="0" u="none" strike="noStrike" dirty="0">
                          <a:solidFill>
                            <a:srgbClr val="000000"/>
                          </a:solidFill>
                          <a:effectLst/>
                        </a:rPr>
                        <a:t>10</a:t>
                      </a:r>
                      <a:r>
                        <a:rPr lang="zh-CN" altLang="en-US" sz="700" b="0" u="none" strike="noStrike" dirty="0">
                          <a:solidFill>
                            <a:srgbClr val="000000"/>
                          </a:solidFill>
                          <a:effectLst/>
                        </a:rPr>
                        <a:t>小时</a:t>
                      </a:r>
                      <a:endParaRPr lang="zh-CN" altLang="en-US" sz="700" b="0" i="0" u="none" strike="noStrike" dirty="0">
                        <a:solidFill>
                          <a:srgbClr val="000000"/>
                        </a:solidFill>
                        <a:effectLst/>
                        <a:latin typeface="+mn-lt"/>
                        <a:ea typeface="宋体" panose="02010600030101010101" pitchFamily="2" charset="-122"/>
                      </a:endParaRPr>
                    </a:p>
                  </a:txBody>
                  <a:tcPr marL="2071" marR="2071" marT="2071" marB="0" anchor="ctr"/>
                </a:tc>
                <a:tc vMerge="1">
                  <a:txBody>
                    <a:bodyPr/>
                    <a:lstStyle/>
                    <a:p>
                      <a:endParaRPr lang="zh-CN" altLang="en-US"/>
                    </a:p>
                  </a:txBody>
                  <a:tcPr>
                    <a:lnL w="6350" cap="flat" cmpd="sng" algn="ctr">
                      <a:solidFill>
                        <a:srgbClr val="4874CB"/>
                      </a:solidFill>
                      <a:prstDash val="solid"/>
                      <a:round/>
                      <a:headEnd type="none" w="med" len="med"/>
                      <a:tailEnd type="none" w="med" len="med"/>
                    </a:lnL>
                    <a:lnT w="6350" cap="flat" cmpd="sng" algn="ctr">
                      <a:solidFill>
                        <a:srgbClr val="4874CB"/>
                      </a:solidFill>
                      <a:prstDash val="solid"/>
                      <a:round/>
                      <a:headEnd type="none" w="med" len="med"/>
                      <a:tailEnd type="none" w="med" len="med"/>
                    </a:lnT>
                  </a:tcPr>
                </a:tc>
                <a:tc vMerge="1">
                  <a:txBody>
                    <a:bodyPr/>
                    <a:lstStyle/>
                    <a:p>
                      <a:pPr algn="l" fontAlgn="ctr"/>
                      <a:r>
                        <a:rPr lang="zh-CN" altLang="en-US" sz="800" b="0" i="0" u="none" strike="noStrike" dirty="0">
                          <a:solidFill>
                            <a:srgbClr val="000000"/>
                          </a:solidFill>
                          <a:effectLst/>
                          <a:latin typeface="+mn-lt"/>
                          <a:ea typeface="宋体" panose="02010600030101010101" pitchFamily="2" charset="-122"/>
                        </a:rPr>
                        <a:t>　</a:t>
                      </a:r>
                    </a:p>
                  </a:txBody>
                  <a:tcPr marL="2071" marR="2071" marT="2071" marB="0" anchor="ctr">
                    <a:lnR w="6350" cap="flat" cmpd="sng" algn="ctr">
                      <a:solidFill>
                        <a:srgbClr val="4874CB"/>
                      </a:solidFill>
                      <a:prstDash val="solid"/>
                      <a:round/>
                      <a:headEnd type="none" w="med" len="med"/>
                      <a:tailEnd type="none" w="med" len="med"/>
                    </a:lnR>
                    <a:lnT w="6350" cap="flat" cmpd="sng" algn="ctr">
                      <a:solidFill>
                        <a:srgbClr val="4874CB"/>
                      </a:solidFill>
                      <a:prstDash val="solid"/>
                      <a:round/>
                      <a:headEnd type="none" w="med" len="med"/>
                      <a:tailEnd type="none" w="med" len="med"/>
                    </a:lnT>
                    <a:lnB w="6350" cap="flat" cmpd="sng" algn="ctr">
                      <a:solidFill>
                        <a:srgbClr val="4874CB"/>
                      </a:solidFill>
                      <a:prstDash val="solid"/>
                      <a:round/>
                      <a:headEnd type="none" w="med" len="med"/>
                      <a:tailEnd type="none" w="med" len="med"/>
                    </a:lnB>
                    <a:solidFill>
                      <a:srgbClr val="D9E1F4"/>
                    </a:solidFill>
                  </a:tcPr>
                </a:tc>
                <a:extLst>
                  <a:ext uri="{0D108BD9-81ED-4DB2-BD59-A6C34878D82A}">
                    <a16:rowId xmlns:a16="http://schemas.microsoft.com/office/drawing/2014/main" val="1769307165"/>
                  </a:ext>
                </a:extLst>
              </a:tr>
              <a:tr h="111458">
                <a:tc rowSpan="4">
                  <a:txBody>
                    <a:bodyPr/>
                    <a:lstStyle/>
                    <a:p>
                      <a:pPr algn="l" fontAlgn="ctr"/>
                      <a:r>
                        <a:rPr lang="zh-CN" altLang="en-US" sz="800" b="1" u="none" strike="noStrike" dirty="0">
                          <a:solidFill>
                            <a:srgbClr val="000000"/>
                          </a:solidFill>
                          <a:effectLst/>
                        </a:rPr>
                        <a:t>统计分析编程</a:t>
                      </a:r>
                      <a:endParaRPr lang="zh-CN" altLang="en-US" sz="800" b="1" i="0" u="none" strike="noStrike" dirty="0">
                        <a:solidFill>
                          <a:srgbClr val="000000"/>
                        </a:solidFill>
                        <a:effectLst/>
                        <a:latin typeface="+mn-lt"/>
                        <a:ea typeface="宋体" panose="02010600030101010101" pitchFamily="2" charset="-122"/>
                      </a:endParaRPr>
                    </a:p>
                  </a:txBody>
                  <a:tcPr marL="2071" marR="2071" marT="2071" marB="0" anchor="ctr"/>
                </a:tc>
                <a:tc>
                  <a:txBody>
                    <a:bodyPr/>
                    <a:lstStyle/>
                    <a:p>
                      <a:pPr algn="l" fontAlgn="ctr"/>
                      <a:r>
                        <a:rPr lang="zh-CN" altLang="en-US" sz="800" b="0" u="none" strike="noStrike">
                          <a:solidFill>
                            <a:srgbClr val="000000"/>
                          </a:solidFill>
                          <a:effectLst/>
                        </a:rPr>
                        <a:t>发病率估计</a:t>
                      </a:r>
                      <a:endParaRPr lang="zh-CN" altLang="en-US" sz="800" b="0" i="0" u="none" strike="noStrike">
                        <a:solidFill>
                          <a:srgbClr val="000000"/>
                        </a:solidFill>
                        <a:effectLst/>
                        <a:latin typeface="+mn-lt"/>
                        <a:ea typeface="宋体" panose="02010600030101010101" pitchFamily="2" charset="-122"/>
                      </a:endParaRPr>
                    </a:p>
                  </a:txBody>
                  <a:tcPr marL="2071" marR="2071" marT="2071" marB="0" anchor="ctr"/>
                </a:tc>
                <a:tc>
                  <a:txBody>
                    <a:bodyPr/>
                    <a:lstStyle/>
                    <a:p>
                      <a:pPr algn="l" fontAlgn="ctr"/>
                      <a:r>
                        <a:rPr lang="en-US" altLang="zh-CN" sz="700" b="0" u="none" strike="noStrike" dirty="0">
                          <a:solidFill>
                            <a:srgbClr val="000000"/>
                          </a:solidFill>
                          <a:effectLst/>
                        </a:rPr>
                        <a:t>15</a:t>
                      </a:r>
                      <a:r>
                        <a:rPr lang="zh-CN" altLang="en-US" sz="700" b="0" u="none" strike="noStrike" dirty="0">
                          <a:solidFill>
                            <a:srgbClr val="000000"/>
                          </a:solidFill>
                          <a:effectLst/>
                        </a:rPr>
                        <a:t>小时</a:t>
                      </a:r>
                      <a:r>
                        <a:rPr lang="en-US" altLang="zh-CN" sz="700" b="0" u="none" strike="noStrike" dirty="0">
                          <a:solidFill>
                            <a:srgbClr val="000000"/>
                          </a:solidFill>
                          <a:effectLst/>
                        </a:rPr>
                        <a:t>/</a:t>
                      </a:r>
                      <a:r>
                        <a:rPr lang="zh-CN" altLang="en-US" sz="700" b="0" u="none" strike="noStrike" dirty="0">
                          <a:solidFill>
                            <a:srgbClr val="000000"/>
                          </a:solidFill>
                          <a:effectLst/>
                        </a:rPr>
                        <a:t>人</a:t>
                      </a:r>
                      <a:r>
                        <a:rPr lang="en-US" altLang="zh-CN" sz="700" b="0" u="none" strike="noStrike" dirty="0">
                          <a:solidFill>
                            <a:srgbClr val="000000"/>
                          </a:solidFill>
                          <a:effectLst/>
                        </a:rPr>
                        <a:t>×2</a:t>
                      </a:r>
                      <a:r>
                        <a:rPr lang="zh-CN" altLang="en-US" sz="700" b="0" u="none" strike="noStrike" dirty="0">
                          <a:solidFill>
                            <a:srgbClr val="000000"/>
                          </a:solidFill>
                          <a:effectLst/>
                        </a:rPr>
                        <a:t>人</a:t>
                      </a:r>
                      <a:endParaRPr lang="zh-CN" altLang="en-US" sz="700" b="0" i="0" u="none" strike="noStrike" dirty="0">
                        <a:solidFill>
                          <a:srgbClr val="000000"/>
                        </a:solidFill>
                        <a:effectLst/>
                        <a:latin typeface="+mn-lt"/>
                        <a:ea typeface="宋体" panose="02010600030101010101" pitchFamily="2" charset="-122"/>
                      </a:endParaRPr>
                    </a:p>
                  </a:txBody>
                  <a:tcPr marL="2071" marR="2071" marT="2071" marB="0" anchor="ctr"/>
                </a:tc>
                <a:tc rowSpan="4">
                  <a:txBody>
                    <a:bodyPr/>
                    <a:lstStyle/>
                    <a:p>
                      <a:pPr algn="l" fontAlgn="ctr"/>
                      <a:r>
                        <a:rPr lang="en-US" altLang="zh-CN" sz="800" b="0" u="none" strike="noStrike" dirty="0">
                          <a:solidFill>
                            <a:srgbClr val="000000"/>
                          </a:solidFill>
                          <a:effectLst/>
                        </a:rPr>
                        <a:t>96,000</a:t>
                      </a:r>
                      <a:endParaRPr lang="en-US" altLang="zh-CN" sz="800" b="0" i="0" u="none" strike="noStrike" dirty="0">
                        <a:solidFill>
                          <a:srgbClr val="000000"/>
                        </a:solidFill>
                        <a:effectLst/>
                        <a:latin typeface="+mn-lt"/>
                        <a:ea typeface="宋体" panose="02010600030101010101" pitchFamily="2" charset="-122"/>
                      </a:endParaRPr>
                    </a:p>
                  </a:txBody>
                  <a:tcPr marL="2071" marR="2071" marT="2071" marB="0" anchor="ctr"/>
                </a:tc>
                <a:tc>
                  <a:txBody>
                    <a:bodyPr/>
                    <a:lstStyle/>
                    <a:p>
                      <a:pPr algn="l" fontAlgn="ctr"/>
                      <a:r>
                        <a:rPr lang="en-US" altLang="zh-CN" sz="700" b="0" u="none" strike="noStrike" dirty="0">
                          <a:solidFill>
                            <a:srgbClr val="000000"/>
                          </a:solidFill>
                          <a:effectLst/>
                        </a:rPr>
                        <a:t>20</a:t>
                      </a:r>
                      <a:r>
                        <a:rPr lang="zh-CN" altLang="en-US" sz="700" b="0" u="none" strike="noStrike" dirty="0">
                          <a:solidFill>
                            <a:srgbClr val="000000"/>
                          </a:solidFill>
                          <a:effectLst/>
                        </a:rPr>
                        <a:t>小时</a:t>
                      </a:r>
                      <a:r>
                        <a:rPr lang="en-US" altLang="zh-CN" sz="700" b="0" u="none" strike="noStrike" dirty="0">
                          <a:solidFill>
                            <a:srgbClr val="000000"/>
                          </a:solidFill>
                          <a:effectLst/>
                        </a:rPr>
                        <a:t>/</a:t>
                      </a:r>
                      <a:r>
                        <a:rPr lang="zh-CN" altLang="en-US" sz="700" b="0" u="none" strike="noStrike" dirty="0">
                          <a:solidFill>
                            <a:srgbClr val="000000"/>
                          </a:solidFill>
                          <a:effectLst/>
                        </a:rPr>
                        <a:t>人</a:t>
                      </a:r>
                      <a:r>
                        <a:rPr lang="en-US" altLang="zh-CN" sz="700" b="0" u="none" strike="noStrike" dirty="0">
                          <a:solidFill>
                            <a:srgbClr val="000000"/>
                          </a:solidFill>
                          <a:effectLst/>
                        </a:rPr>
                        <a:t>×2</a:t>
                      </a:r>
                      <a:r>
                        <a:rPr lang="zh-CN" altLang="en-US" sz="700" b="0" u="none" strike="noStrike" dirty="0">
                          <a:solidFill>
                            <a:srgbClr val="000000"/>
                          </a:solidFill>
                          <a:effectLst/>
                        </a:rPr>
                        <a:t>人</a:t>
                      </a:r>
                      <a:endParaRPr lang="zh-CN" altLang="en-US" sz="700" b="0" i="0" u="none" strike="noStrike" dirty="0">
                        <a:solidFill>
                          <a:srgbClr val="000000"/>
                        </a:solidFill>
                        <a:effectLst/>
                        <a:latin typeface="+mn-lt"/>
                        <a:ea typeface="宋体" panose="02010600030101010101" pitchFamily="2" charset="-122"/>
                      </a:endParaRPr>
                    </a:p>
                  </a:txBody>
                  <a:tcPr marL="2071" marR="2071" marT="2071" marB="0" anchor="ctr"/>
                </a:tc>
                <a:tc rowSpan="4">
                  <a:txBody>
                    <a:bodyPr/>
                    <a:lstStyle/>
                    <a:p>
                      <a:pPr algn="l" fontAlgn="ctr"/>
                      <a:r>
                        <a:rPr lang="en-US" altLang="zh-CN" sz="800" b="0" u="none" strike="noStrike">
                          <a:solidFill>
                            <a:srgbClr val="000000"/>
                          </a:solidFill>
                          <a:effectLst/>
                        </a:rPr>
                        <a:t>112,000</a:t>
                      </a:r>
                      <a:endParaRPr lang="en-US" altLang="zh-CN" sz="800" b="0" i="0" u="none" strike="noStrike">
                        <a:solidFill>
                          <a:srgbClr val="000000"/>
                        </a:solidFill>
                        <a:effectLst/>
                        <a:latin typeface="+mn-lt"/>
                        <a:ea typeface="宋体" panose="02010600030101010101" pitchFamily="2" charset="-122"/>
                      </a:endParaRPr>
                    </a:p>
                  </a:txBody>
                  <a:tcPr marL="2071" marR="2071" marT="2071" marB="0" anchor="ctr"/>
                </a:tc>
                <a:tc rowSpan="4">
                  <a:txBody>
                    <a:bodyPr/>
                    <a:lstStyle/>
                    <a:p>
                      <a:pPr algn="l" fontAlgn="ctr"/>
                      <a:r>
                        <a:rPr lang="en-US" altLang="zh-CN" sz="800" b="0" u="none" strike="noStrike" dirty="0">
                          <a:solidFill>
                            <a:srgbClr val="000000"/>
                          </a:solidFill>
                          <a:effectLst/>
                        </a:rPr>
                        <a:t>208,000</a:t>
                      </a:r>
                      <a:endParaRPr lang="en-US" altLang="zh-CN" sz="800" b="0" i="0" u="none" strike="noStrike" dirty="0">
                        <a:solidFill>
                          <a:srgbClr val="000000"/>
                        </a:solidFill>
                        <a:effectLst/>
                        <a:latin typeface="+mn-lt"/>
                        <a:ea typeface="宋体" panose="02010600030101010101" pitchFamily="2" charset="-122"/>
                      </a:endParaRPr>
                    </a:p>
                  </a:txBody>
                  <a:tcPr marL="2071" marR="2071" marT="2071" marB="0" anchor="ctr"/>
                </a:tc>
                <a:extLst>
                  <a:ext uri="{0D108BD9-81ED-4DB2-BD59-A6C34878D82A}">
                    <a16:rowId xmlns:a16="http://schemas.microsoft.com/office/drawing/2014/main" val="2124340853"/>
                  </a:ext>
                </a:extLst>
              </a:tr>
              <a:tr h="111458">
                <a:tc vMerge="1">
                  <a:txBody>
                    <a:bodyPr/>
                    <a:lstStyle/>
                    <a:p>
                      <a:endParaRPr lang="zh-CN" altLang="en-US"/>
                    </a:p>
                  </a:txBody>
                  <a:tcPr/>
                </a:tc>
                <a:tc>
                  <a:txBody>
                    <a:bodyPr/>
                    <a:lstStyle/>
                    <a:p>
                      <a:pPr algn="l" fontAlgn="ctr"/>
                      <a:r>
                        <a:rPr lang="zh-CN" altLang="en-US" sz="800" b="0" u="none" strike="noStrike" dirty="0">
                          <a:solidFill>
                            <a:srgbClr val="000000"/>
                          </a:solidFill>
                          <a:effectLst/>
                        </a:rPr>
                        <a:t>患病率估计</a:t>
                      </a:r>
                      <a:endParaRPr lang="zh-CN" altLang="en-US" sz="800" b="0" i="0" u="none" strike="noStrike" dirty="0">
                        <a:solidFill>
                          <a:srgbClr val="000000"/>
                        </a:solidFill>
                        <a:effectLst/>
                        <a:latin typeface="+mn-lt"/>
                        <a:ea typeface="宋体" panose="02010600030101010101" pitchFamily="2" charset="-122"/>
                      </a:endParaRPr>
                    </a:p>
                  </a:txBody>
                  <a:tcPr marL="2071" marR="2071" marT="2071" marB="0" anchor="ctr"/>
                </a:tc>
                <a:tc>
                  <a:txBody>
                    <a:bodyPr/>
                    <a:lstStyle/>
                    <a:p>
                      <a:pPr algn="l" fontAlgn="ctr"/>
                      <a:r>
                        <a:rPr lang="en-US" altLang="zh-CN" sz="700" b="0" u="none" strike="noStrike" dirty="0">
                          <a:solidFill>
                            <a:srgbClr val="000000"/>
                          </a:solidFill>
                          <a:effectLst/>
                        </a:rPr>
                        <a:t>15</a:t>
                      </a:r>
                      <a:r>
                        <a:rPr lang="zh-CN" altLang="en-US" sz="700" b="0" u="none" strike="noStrike" dirty="0">
                          <a:solidFill>
                            <a:srgbClr val="000000"/>
                          </a:solidFill>
                          <a:effectLst/>
                        </a:rPr>
                        <a:t>小时</a:t>
                      </a:r>
                      <a:r>
                        <a:rPr lang="en-US" altLang="zh-CN" sz="700" b="0" u="none" strike="noStrike" dirty="0">
                          <a:solidFill>
                            <a:srgbClr val="000000"/>
                          </a:solidFill>
                          <a:effectLst/>
                        </a:rPr>
                        <a:t>/</a:t>
                      </a:r>
                      <a:r>
                        <a:rPr lang="zh-CN" altLang="en-US" sz="700" b="0" u="none" strike="noStrike" dirty="0">
                          <a:solidFill>
                            <a:srgbClr val="000000"/>
                          </a:solidFill>
                          <a:effectLst/>
                        </a:rPr>
                        <a:t>人</a:t>
                      </a:r>
                      <a:r>
                        <a:rPr lang="en-US" altLang="zh-CN" sz="700" b="0" u="none" strike="noStrike" dirty="0">
                          <a:solidFill>
                            <a:srgbClr val="000000"/>
                          </a:solidFill>
                          <a:effectLst/>
                        </a:rPr>
                        <a:t>×2</a:t>
                      </a:r>
                      <a:r>
                        <a:rPr lang="zh-CN" altLang="en-US" sz="700" b="0" u="none" strike="noStrike" dirty="0">
                          <a:solidFill>
                            <a:srgbClr val="000000"/>
                          </a:solidFill>
                          <a:effectLst/>
                        </a:rPr>
                        <a:t>人</a:t>
                      </a:r>
                      <a:endParaRPr lang="zh-CN" altLang="en-US" sz="700" b="0" i="0" u="none" strike="noStrike" dirty="0">
                        <a:solidFill>
                          <a:srgbClr val="000000"/>
                        </a:solidFill>
                        <a:effectLst/>
                        <a:latin typeface="+mn-lt"/>
                        <a:ea typeface="宋体" panose="02010600030101010101" pitchFamily="2" charset="-122"/>
                      </a:endParaRPr>
                    </a:p>
                  </a:txBody>
                  <a:tcPr marL="2071" marR="2071" marT="2071" marB="0" anchor="ctr"/>
                </a:tc>
                <a:tc vMerge="1">
                  <a:txBody>
                    <a:bodyPr/>
                    <a:lstStyle/>
                    <a:p>
                      <a:endParaRPr lang="zh-CN" altLang="en-US"/>
                    </a:p>
                  </a:txBody>
                  <a:tcPr/>
                </a:tc>
                <a:tc>
                  <a:txBody>
                    <a:bodyPr/>
                    <a:lstStyle/>
                    <a:p>
                      <a:pPr algn="l" fontAlgn="ctr"/>
                      <a:r>
                        <a:rPr lang="en-US" altLang="zh-CN" sz="700" b="0" u="none" strike="noStrike" dirty="0">
                          <a:solidFill>
                            <a:srgbClr val="000000"/>
                          </a:solidFill>
                          <a:effectLst/>
                        </a:rPr>
                        <a:t>20</a:t>
                      </a:r>
                      <a:r>
                        <a:rPr lang="zh-CN" altLang="en-US" sz="700" b="0" u="none" strike="noStrike" dirty="0">
                          <a:solidFill>
                            <a:srgbClr val="000000"/>
                          </a:solidFill>
                          <a:effectLst/>
                        </a:rPr>
                        <a:t>小时</a:t>
                      </a:r>
                      <a:r>
                        <a:rPr lang="en-US" altLang="zh-CN" sz="700" b="0" u="none" strike="noStrike" dirty="0">
                          <a:solidFill>
                            <a:srgbClr val="000000"/>
                          </a:solidFill>
                          <a:effectLst/>
                        </a:rPr>
                        <a:t>/</a:t>
                      </a:r>
                      <a:r>
                        <a:rPr lang="zh-CN" altLang="en-US" sz="700" b="0" u="none" strike="noStrike" dirty="0">
                          <a:solidFill>
                            <a:srgbClr val="000000"/>
                          </a:solidFill>
                          <a:effectLst/>
                        </a:rPr>
                        <a:t>人</a:t>
                      </a:r>
                      <a:r>
                        <a:rPr lang="en-US" altLang="zh-CN" sz="700" b="0" u="none" strike="noStrike" dirty="0">
                          <a:solidFill>
                            <a:srgbClr val="000000"/>
                          </a:solidFill>
                          <a:effectLst/>
                        </a:rPr>
                        <a:t>×2</a:t>
                      </a:r>
                      <a:r>
                        <a:rPr lang="zh-CN" altLang="en-US" sz="700" b="0" u="none" strike="noStrike" dirty="0">
                          <a:solidFill>
                            <a:srgbClr val="000000"/>
                          </a:solidFill>
                          <a:effectLst/>
                        </a:rPr>
                        <a:t>人</a:t>
                      </a:r>
                      <a:endParaRPr lang="zh-CN" altLang="en-US" sz="700" b="0" i="0" u="none" strike="noStrike" dirty="0">
                        <a:solidFill>
                          <a:srgbClr val="000000"/>
                        </a:solidFill>
                        <a:effectLst/>
                        <a:latin typeface="+mn-lt"/>
                        <a:ea typeface="宋体" panose="02010600030101010101" pitchFamily="2" charset="-122"/>
                      </a:endParaRPr>
                    </a:p>
                  </a:txBody>
                  <a:tcPr marL="2071" marR="2071" marT="2071" marB="0" anchor="ctr"/>
                </a:tc>
                <a:tc vMerge="1">
                  <a:txBody>
                    <a:bodyPr/>
                    <a:lstStyle/>
                    <a:p>
                      <a:endParaRPr lang="zh-CN" altLang="en-US"/>
                    </a:p>
                  </a:txBody>
                  <a:tcPr/>
                </a:tc>
                <a:tc vMerge="1">
                  <a:txBody>
                    <a:bodyPr/>
                    <a:lstStyle/>
                    <a:p>
                      <a:pPr algn="l" fontAlgn="ctr"/>
                      <a:r>
                        <a:rPr lang="zh-CN" altLang="en-US" sz="800" b="0" i="0" u="none" strike="noStrike">
                          <a:solidFill>
                            <a:srgbClr val="000000"/>
                          </a:solidFill>
                          <a:effectLst/>
                          <a:latin typeface="+mn-lt"/>
                          <a:ea typeface="宋体" panose="02010600030101010101" pitchFamily="2" charset="-122"/>
                        </a:rPr>
                        <a:t>　</a:t>
                      </a:r>
                    </a:p>
                  </a:txBody>
                  <a:tcPr marL="2071" marR="2071" marT="2071" marB="0" anchor="ctr">
                    <a:lnL w="6350" cap="flat" cmpd="sng" algn="ctr">
                      <a:solidFill>
                        <a:srgbClr val="4874CB"/>
                      </a:solidFill>
                      <a:prstDash val="solid"/>
                      <a:round/>
                      <a:headEnd type="none" w="med" len="med"/>
                      <a:tailEnd type="none" w="med" len="med"/>
                    </a:lnL>
                    <a:lnR w="6350" cap="flat" cmpd="sng" algn="ctr">
                      <a:solidFill>
                        <a:srgbClr val="4874CB"/>
                      </a:solidFill>
                      <a:prstDash val="solid"/>
                      <a:round/>
                      <a:headEnd type="none" w="med" len="med"/>
                      <a:tailEnd type="none" w="med" len="med"/>
                    </a:lnR>
                    <a:lnT w="6350" cap="flat" cmpd="sng" algn="ctr">
                      <a:solidFill>
                        <a:srgbClr val="4874CB"/>
                      </a:solidFill>
                      <a:prstDash val="solid"/>
                      <a:round/>
                      <a:headEnd type="none" w="med" len="med"/>
                      <a:tailEnd type="none" w="med" len="med"/>
                    </a:lnT>
                    <a:lnB w="6350" cap="flat" cmpd="sng" algn="ctr">
                      <a:solidFill>
                        <a:srgbClr val="4874CB"/>
                      </a:solidFill>
                      <a:prstDash val="solid"/>
                      <a:round/>
                      <a:headEnd type="none" w="med" len="med"/>
                      <a:tailEnd type="none" w="med" len="med"/>
                    </a:lnB>
                  </a:tcPr>
                </a:tc>
                <a:extLst>
                  <a:ext uri="{0D108BD9-81ED-4DB2-BD59-A6C34878D82A}">
                    <a16:rowId xmlns:a16="http://schemas.microsoft.com/office/drawing/2014/main" val="2117319345"/>
                  </a:ext>
                </a:extLst>
              </a:tr>
              <a:tr h="111458">
                <a:tc vMerge="1">
                  <a:txBody>
                    <a:bodyPr/>
                    <a:lstStyle/>
                    <a:p>
                      <a:endParaRPr lang="zh-CN" altLang="en-US"/>
                    </a:p>
                  </a:txBody>
                  <a:tcPr/>
                </a:tc>
                <a:tc>
                  <a:txBody>
                    <a:bodyPr/>
                    <a:lstStyle/>
                    <a:p>
                      <a:pPr algn="l" fontAlgn="ctr"/>
                      <a:r>
                        <a:rPr lang="zh-CN" altLang="en-US" sz="800" b="0" u="none" strike="noStrike">
                          <a:solidFill>
                            <a:srgbClr val="000000"/>
                          </a:solidFill>
                          <a:effectLst/>
                        </a:rPr>
                        <a:t>治疗负担测算</a:t>
                      </a:r>
                      <a:endParaRPr lang="zh-CN" altLang="en-US" sz="800" b="0" i="0" u="none" strike="noStrike">
                        <a:solidFill>
                          <a:srgbClr val="000000"/>
                        </a:solidFill>
                        <a:effectLst/>
                        <a:latin typeface="+mn-lt"/>
                        <a:ea typeface="宋体" panose="02010600030101010101" pitchFamily="2" charset="-122"/>
                      </a:endParaRPr>
                    </a:p>
                  </a:txBody>
                  <a:tcPr marL="2071" marR="2071" marT="2071" marB="0" anchor="ctr"/>
                </a:tc>
                <a:tc>
                  <a:txBody>
                    <a:bodyPr/>
                    <a:lstStyle/>
                    <a:p>
                      <a:pPr algn="l" fontAlgn="ctr"/>
                      <a:r>
                        <a:rPr lang="en-US" altLang="zh-CN" sz="700" b="0" u="none" strike="noStrike" dirty="0">
                          <a:solidFill>
                            <a:srgbClr val="000000"/>
                          </a:solidFill>
                          <a:effectLst/>
                        </a:rPr>
                        <a:t>10</a:t>
                      </a:r>
                      <a:r>
                        <a:rPr lang="zh-CN" altLang="en-US" sz="700" b="0" u="none" strike="noStrike" dirty="0">
                          <a:solidFill>
                            <a:srgbClr val="000000"/>
                          </a:solidFill>
                          <a:effectLst/>
                        </a:rPr>
                        <a:t>小时</a:t>
                      </a:r>
                      <a:r>
                        <a:rPr lang="en-US" altLang="zh-CN" sz="700" b="0" u="none" strike="noStrike" dirty="0">
                          <a:solidFill>
                            <a:srgbClr val="000000"/>
                          </a:solidFill>
                          <a:effectLst/>
                        </a:rPr>
                        <a:t>/</a:t>
                      </a:r>
                      <a:r>
                        <a:rPr lang="zh-CN" altLang="en-US" sz="700" b="0" u="none" strike="noStrike" dirty="0">
                          <a:solidFill>
                            <a:srgbClr val="000000"/>
                          </a:solidFill>
                          <a:effectLst/>
                        </a:rPr>
                        <a:t>人</a:t>
                      </a:r>
                      <a:r>
                        <a:rPr lang="en-US" altLang="zh-CN" sz="700" b="0" u="none" strike="noStrike" dirty="0">
                          <a:solidFill>
                            <a:srgbClr val="000000"/>
                          </a:solidFill>
                          <a:effectLst/>
                        </a:rPr>
                        <a:t>×2</a:t>
                      </a:r>
                      <a:r>
                        <a:rPr lang="zh-CN" altLang="en-US" sz="700" b="0" u="none" strike="noStrike" dirty="0">
                          <a:solidFill>
                            <a:srgbClr val="000000"/>
                          </a:solidFill>
                          <a:effectLst/>
                        </a:rPr>
                        <a:t>人</a:t>
                      </a:r>
                      <a:endParaRPr lang="zh-CN" altLang="en-US" sz="700" b="0" i="0" u="none" strike="noStrike" dirty="0">
                        <a:solidFill>
                          <a:srgbClr val="000000"/>
                        </a:solidFill>
                        <a:effectLst/>
                        <a:latin typeface="+mn-lt"/>
                        <a:ea typeface="宋体" panose="02010600030101010101" pitchFamily="2" charset="-122"/>
                      </a:endParaRPr>
                    </a:p>
                  </a:txBody>
                  <a:tcPr marL="2071" marR="2071" marT="2071" marB="0" anchor="ctr"/>
                </a:tc>
                <a:tc vMerge="1">
                  <a:txBody>
                    <a:bodyPr/>
                    <a:lstStyle/>
                    <a:p>
                      <a:endParaRPr lang="zh-CN" altLang="en-US"/>
                    </a:p>
                  </a:txBody>
                  <a:tcPr/>
                </a:tc>
                <a:tc>
                  <a:txBody>
                    <a:bodyPr/>
                    <a:lstStyle/>
                    <a:p>
                      <a:pPr algn="l" fontAlgn="ctr"/>
                      <a:r>
                        <a:rPr lang="en-US" altLang="zh-CN" sz="700" b="0" u="none" strike="noStrike" dirty="0">
                          <a:solidFill>
                            <a:srgbClr val="000000"/>
                          </a:solidFill>
                          <a:effectLst/>
                        </a:rPr>
                        <a:t>10</a:t>
                      </a:r>
                      <a:r>
                        <a:rPr lang="zh-CN" altLang="en-US" sz="700" b="0" u="none" strike="noStrike" dirty="0">
                          <a:solidFill>
                            <a:srgbClr val="000000"/>
                          </a:solidFill>
                          <a:effectLst/>
                        </a:rPr>
                        <a:t>小时</a:t>
                      </a:r>
                      <a:r>
                        <a:rPr lang="en-US" altLang="zh-CN" sz="700" b="0" u="none" strike="noStrike" dirty="0">
                          <a:solidFill>
                            <a:srgbClr val="000000"/>
                          </a:solidFill>
                          <a:effectLst/>
                        </a:rPr>
                        <a:t>/</a:t>
                      </a:r>
                      <a:r>
                        <a:rPr lang="zh-CN" altLang="en-US" sz="700" b="0" u="none" strike="noStrike" dirty="0">
                          <a:solidFill>
                            <a:srgbClr val="000000"/>
                          </a:solidFill>
                          <a:effectLst/>
                        </a:rPr>
                        <a:t>人</a:t>
                      </a:r>
                      <a:r>
                        <a:rPr lang="en-US" altLang="zh-CN" sz="700" b="0" u="none" strike="noStrike" dirty="0">
                          <a:solidFill>
                            <a:srgbClr val="000000"/>
                          </a:solidFill>
                          <a:effectLst/>
                        </a:rPr>
                        <a:t>×2</a:t>
                      </a:r>
                      <a:r>
                        <a:rPr lang="zh-CN" altLang="en-US" sz="700" b="0" u="none" strike="noStrike" dirty="0">
                          <a:solidFill>
                            <a:srgbClr val="000000"/>
                          </a:solidFill>
                          <a:effectLst/>
                        </a:rPr>
                        <a:t>人</a:t>
                      </a:r>
                      <a:endParaRPr lang="zh-CN" altLang="en-US" sz="700" b="0" i="0" u="none" strike="noStrike" dirty="0">
                        <a:solidFill>
                          <a:srgbClr val="000000"/>
                        </a:solidFill>
                        <a:effectLst/>
                        <a:latin typeface="+mn-lt"/>
                        <a:ea typeface="宋体" panose="02010600030101010101" pitchFamily="2" charset="-122"/>
                      </a:endParaRPr>
                    </a:p>
                  </a:txBody>
                  <a:tcPr marL="2071" marR="2071" marT="2071" marB="0" anchor="ctr"/>
                </a:tc>
                <a:tc vMerge="1">
                  <a:txBody>
                    <a:bodyPr/>
                    <a:lstStyle/>
                    <a:p>
                      <a:endParaRPr lang="zh-CN" altLang="en-US"/>
                    </a:p>
                  </a:txBody>
                  <a:tcPr/>
                </a:tc>
                <a:tc vMerge="1">
                  <a:txBody>
                    <a:bodyPr/>
                    <a:lstStyle/>
                    <a:p>
                      <a:pPr algn="l" fontAlgn="ctr"/>
                      <a:r>
                        <a:rPr lang="zh-CN" altLang="en-US" sz="800" b="0" i="0" u="none" strike="noStrike">
                          <a:solidFill>
                            <a:srgbClr val="000000"/>
                          </a:solidFill>
                          <a:effectLst/>
                          <a:latin typeface="+mn-lt"/>
                          <a:ea typeface="宋体" panose="02010600030101010101" pitchFamily="2" charset="-122"/>
                        </a:rPr>
                        <a:t>　</a:t>
                      </a:r>
                    </a:p>
                  </a:txBody>
                  <a:tcPr marL="2071" marR="2071" marT="2071" marB="0" anchor="ctr">
                    <a:lnL w="6350" cap="flat" cmpd="sng" algn="ctr">
                      <a:solidFill>
                        <a:srgbClr val="4874CB"/>
                      </a:solidFill>
                      <a:prstDash val="solid"/>
                      <a:round/>
                      <a:headEnd type="none" w="med" len="med"/>
                      <a:tailEnd type="none" w="med" len="med"/>
                    </a:lnL>
                    <a:lnR w="6350" cap="flat" cmpd="sng" algn="ctr">
                      <a:solidFill>
                        <a:srgbClr val="4874CB"/>
                      </a:solidFill>
                      <a:prstDash val="solid"/>
                      <a:round/>
                      <a:headEnd type="none" w="med" len="med"/>
                      <a:tailEnd type="none" w="med" len="med"/>
                    </a:lnR>
                    <a:lnT w="6350" cap="flat" cmpd="sng" algn="ctr">
                      <a:solidFill>
                        <a:srgbClr val="4874CB"/>
                      </a:solidFill>
                      <a:prstDash val="solid"/>
                      <a:round/>
                      <a:headEnd type="none" w="med" len="med"/>
                      <a:tailEnd type="none" w="med" len="med"/>
                    </a:lnT>
                    <a:lnB w="6350" cap="flat" cmpd="sng" algn="ctr">
                      <a:solidFill>
                        <a:srgbClr val="4874CB"/>
                      </a:solidFill>
                      <a:prstDash val="solid"/>
                      <a:round/>
                      <a:headEnd type="none" w="med" len="med"/>
                      <a:tailEnd type="none" w="med" len="med"/>
                    </a:lnB>
                  </a:tcPr>
                </a:tc>
                <a:extLst>
                  <a:ext uri="{0D108BD9-81ED-4DB2-BD59-A6C34878D82A}">
                    <a16:rowId xmlns:a16="http://schemas.microsoft.com/office/drawing/2014/main" val="2443088437"/>
                  </a:ext>
                </a:extLst>
              </a:tr>
              <a:tr h="111458">
                <a:tc vMerge="1">
                  <a:txBody>
                    <a:bodyPr/>
                    <a:lstStyle/>
                    <a:p>
                      <a:endParaRPr lang="zh-CN" altLang="en-US"/>
                    </a:p>
                  </a:txBody>
                  <a:tcPr/>
                </a:tc>
                <a:tc>
                  <a:txBody>
                    <a:bodyPr/>
                    <a:lstStyle/>
                    <a:p>
                      <a:pPr algn="l" fontAlgn="ctr"/>
                      <a:r>
                        <a:rPr lang="zh-CN" altLang="en-US" sz="800" b="0" u="none" strike="noStrike">
                          <a:solidFill>
                            <a:srgbClr val="000000"/>
                          </a:solidFill>
                          <a:effectLst/>
                        </a:rPr>
                        <a:t>合并症统计</a:t>
                      </a:r>
                      <a:endParaRPr lang="zh-CN" altLang="en-US" sz="800" b="0" i="0" u="none" strike="noStrike">
                        <a:solidFill>
                          <a:srgbClr val="000000"/>
                        </a:solidFill>
                        <a:effectLst/>
                        <a:latin typeface="+mn-lt"/>
                        <a:ea typeface="宋体" panose="02010600030101010101" pitchFamily="2" charset="-122"/>
                      </a:endParaRPr>
                    </a:p>
                  </a:txBody>
                  <a:tcPr marL="2071" marR="2071" marT="2071" marB="0" anchor="ctr"/>
                </a:tc>
                <a:tc>
                  <a:txBody>
                    <a:bodyPr/>
                    <a:lstStyle/>
                    <a:p>
                      <a:pPr algn="l" fontAlgn="ctr"/>
                      <a:r>
                        <a:rPr lang="en-US" altLang="zh-CN" sz="700" b="0" u="none" strike="noStrike" dirty="0">
                          <a:solidFill>
                            <a:srgbClr val="000000"/>
                          </a:solidFill>
                          <a:effectLst/>
                        </a:rPr>
                        <a:t>20</a:t>
                      </a:r>
                      <a:r>
                        <a:rPr lang="zh-CN" altLang="en-US" sz="700" b="0" u="none" strike="noStrike" dirty="0">
                          <a:solidFill>
                            <a:srgbClr val="000000"/>
                          </a:solidFill>
                          <a:effectLst/>
                        </a:rPr>
                        <a:t>小时</a:t>
                      </a:r>
                      <a:r>
                        <a:rPr lang="en-US" altLang="zh-CN" sz="700" b="0" u="none" strike="noStrike" dirty="0">
                          <a:solidFill>
                            <a:srgbClr val="000000"/>
                          </a:solidFill>
                          <a:effectLst/>
                        </a:rPr>
                        <a:t>/</a:t>
                      </a:r>
                      <a:r>
                        <a:rPr lang="zh-CN" altLang="en-US" sz="700" b="0" u="none" strike="noStrike" dirty="0">
                          <a:solidFill>
                            <a:srgbClr val="000000"/>
                          </a:solidFill>
                          <a:effectLst/>
                        </a:rPr>
                        <a:t>人</a:t>
                      </a:r>
                      <a:r>
                        <a:rPr lang="en-US" altLang="zh-CN" sz="700" b="0" u="none" strike="noStrike" dirty="0">
                          <a:solidFill>
                            <a:srgbClr val="000000"/>
                          </a:solidFill>
                          <a:effectLst/>
                        </a:rPr>
                        <a:t>×2</a:t>
                      </a:r>
                      <a:r>
                        <a:rPr lang="zh-CN" altLang="en-US" sz="700" b="0" u="none" strike="noStrike" dirty="0">
                          <a:solidFill>
                            <a:srgbClr val="000000"/>
                          </a:solidFill>
                          <a:effectLst/>
                        </a:rPr>
                        <a:t>人</a:t>
                      </a:r>
                      <a:endParaRPr lang="zh-CN" altLang="en-US" sz="700" b="0" i="0" u="none" strike="noStrike" dirty="0">
                        <a:solidFill>
                          <a:srgbClr val="000000"/>
                        </a:solidFill>
                        <a:effectLst/>
                        <a:latin typeface="+mn-lt"/>
                        <a:ea typeface="宋体" panose="02010600030101010101" pitchFamily="2" charset="-122"/>
                      </a:endParaRPr>
                    </a:p>
                  </a:txBody>
                  <a:tcPr marL="2071" marR="2071" marT="2071" marB="0" anchor="ctr"/>
                </a:tc>
                <a:tc vMerge="1">
                  <a:txBody>
                    <a:bodyPr/>
                    <a:lstStyle/>
                    <a:p>
                      <a:endParaRPr lang="zh-CN" altLang="en-US"/>
                    </a:p>
                  </a:txBody>
                  <a:tcPr/>
                </a:tc>
                <a:tc>
                  <a:txBody>
                    <a:bodyPr/>
                    <a:lstStyle/>
                    <a:p>
                      <a:pPr algn="l" fontAlgn="ctr"/>
                      <a:r>
                        <a:rPr lang="en-US" altLang="zh-CN" sz="700" b="0" u="none" strike="noStrike" dirty="0">
                          <a:solidFill>
                            <a:srgbClr val="000000"/>
                          </a:solidFill>
                          <a:effectLst/>
                        </a:rPr>
                        <a:t>20</a:t>
                      </a:r>
                      <a:r>
                        <a:rPr lang="zh-CN" altLang="en-US" sz="700" b="0" u="none" strike="noStrike" dirty="0">
                          <a:solidFill>
                            <a:srgbClr val="000000"/>
                          </a:solidFill>
                          <a:effectLst/>
                        </a:rPr>
                        <a:t>小时</a:t>
                      </a:r>
                      <a:r>
                        <a:rPr lang="en-US" altLang="zh-CN" sz="700" b="0" u="none" strike="noStrike" dirty="0">
                          <a:solidFill>
                            <a:srgbClr val="000000"/>
                          </a:solidFill>
                          <a:effectLst/>
                        </a:rPr>
                        <a:t>/</a:t>
                      </a:r>
                      <a:r>
                        <a:rPr lang="zh-CN" altLang="en-US" sz="700" b="0" u="none" strike="noStrike" dirty="0">
                          <a:solidFill>
                            <a:srgbClr val="000000"/>
                          </a:solidFill>
                          <a:effectLst/>
                        </a:rPr>
                        <a:t>人</a:t>
                      </a:r>
                      <a:r>
                        <a:rPr lang="en-US" altLang="zh-CN" sz="700" b="0" u="none" strike="noStrike" dirty="0">
                          <a:solidFill>
                            <a:srgbClr val="000000"/>
                          </a:solidFill>
                          <a:effectLst/>
                        </a:rPr>
                        <a:t>×2</a:t>
                      </a:r>
                      <a:r>
                        <a:rPr lang="zh-CN" altLang="en-US" sz="700" b="0" u="none" strike="noStrike" dirty="0">
                          <a:solidFill>
                            <a:srgbClr val="000000"/>
                          </a:solidFill>
                          <a:effectLst/>
                        </a:rPr>
                        <a:t>人</a:t>
                      </a:r>
                      <a:endParaRPr lang="zh-CN" altLang="en-US" sz="700" b="0" i="0" u="none" strike="noStrike" dirty="0">
                        <a:solidFill>
                          <a:srgbClr val="000000"/>
                        </a:solidFill>
                        <a:effectLst/>
                        <a:latin typeface="+mn-lt"/>
                        <a:ea typeface="宋体" panose="02010600030101010101" pitchFamily="2" charset="-122"/>
                      </a:endParaRPr>
                    </a:p>
                  </a:txBody>
                  <a:tcPr marL="2071" marR="2071" marT="2071" marB="0" anchor="ctr"/>
                </a:tc>
                <a:tc vMerge="1">
                  <a:txBody>
                    <a:bodyPr/>
                    <a:lstStyle/>
                    <a:p>
                      <a:endParaRPr lang="zh-CN" altLang="en-US"/>
                    </a:p>
                  </a:txBody>
                  <a:tcPr/>
                </a:tc>
                <a:tc vMerge="1">
                  <a:txBody>
                    <a:bodyPr/>
                    <a:lstStyle/>
                    <a:p>
                      <a:pPr algn="l" fontAlgn="ctr"/>
                      <a:r>
                        <a:rPr lang="zh-CN" altLang="en-US" sz="800" b="0" i="0" u="none" strike="noStrike" dirty="0">
                          <a:solidFill>
                            <a:srgbClr val="000000"/>
                          </a:solidFill>
                          <a:effectLst/>
                          <a:latin typeface="+mn-lt"/>
                          <a:ea typeface="宋体" panose="02010600030101010101" pitchFamily="2" charset="-122"/>
                        </a:rPr>
                        <a:t>　</a:t>
                      </a:r>
                    </a:p>
                  </a:txBody>
                  <a:tcPr marL="2071" marR="2071" marT="2071" marB="0" anchor="ctr">
                    <a:lnL w="6350" cap="flat" cmpd="sng" algn="ctr">
                      <a:solidFill>
                        <a:srgbClr val="4874CB"/>
                      </a:solidFill>
                      <a:prstDash val="solid"/>
                      <a:round/>
                      <a:headEnd type="none" w="med" len="med"/>
                      <a:tailEnd type="none" w="med" len="med"/>
                    </a:lnL>
                    <a:lnR w="6350" cap="flat" cmpd="sng" algn="ctr">
                      <a:solidFill>
                        <a:srgbClr val="4874CB"/>
                      </a:solidFill>
                      <a:prstDash val="solid"/>
                      <a:round/>
                      <a:headEnd type="none" w="med" len="med"/>
                      <a:tailEnd type="none" w="med" len="med"/>
                    </a:lnR>
                    <a:lnT w="6350" cap="flat" cmpd="sng" algn="ctr">
                      <a:solidFill>
                        <a:srgbClr val="4874CB"/>
                      </a:solidFill>
                      <a:prstDash val="solid"/>
                      <a:round/>
                      <a:headEnd type="none" w="med" len="med"/>
                      <a:tailEnd type="none" w="med" len="med"/>
                    </a:lnT>
                    <a:lnB w="6350" cap="flat" cmpd="sng" algn="ctr">
                      <a:solidFill>
                        <a:srgbClr val="4874CB"/>
                      </a:solidFill>
                      <a:prstDash val="solid"/>
                      <a:round/>
                      <a:headEnd type="none" w="med" len="med"/>
                      <a:tailEnd type="none" w="med" len="med"/>
                    </a:lnB>
                  </a:tcPr>
                </a:tc>
                <a:extLst>
                  <a:ext uri="{0D108BD9-81ED-4DB2-BD59-A6C34878D82A}">
                    <a16:rowId xmlns:a16="http://schemas.microsoft.com/office/drawing/2014/main" val="481159681"/>
                  </a:ext>
                </a:extLst>
              </a:tr>
              <a:tr h="111458">
                <a:tc>
                  <a:txBody>
                    <a:bodyPr/>
                    <a:lstStyle/>
                    <a:p>
                      <a:pPr algn="l" fontAlgn="ctr"/>
                      <a:r>
                        <a:rPr lang="zh-CN" altLang="en-US" sz="800" b="1" u="none" strike="noStrike">
                          <a:solidFill>
                            <a:srgbClr val="000000"/>
                          </a:solidFill>
                          <a:effectLst/>
                        </a:rPr>
                        <a:t>研究报告撰写</a:t>
                      </a:r>
                      <a:endParaRPr lang="zh-CN" altLang="en-US" sz="800" b="1" i="0" u="none" strike="noStrike">
                        <a:solidFill>
                          <a:srgbClr val="000000"/>
                        </a:solidFill>
                        <a:effectLst/>
                        <a:latin typeface="+mn-lt"/>
                        <a:ea typeface="宋体" panose="02010600030101010101" pitchFamily="2" charset="-122"/>
                      </a:endParaRPr>
                    </a:p>
                  </a:txBody>
                  <a:tcPr marL="2071" marR="2071" marT="2071" marB="0" anchor="ctr"/>
                </a:tc>
                <a:tc>
                  <a:txBody>
                    <a:bodyPr/>
                    <a:lstStyle/>
                    <a:p>
                      <a:pPr algn="l" fontAlgn="ctr"/>
                      <a:r>
                        <a:rPr lang="zh-CN" altLang="en-US" sz="800" b="0" u="none" strike="noStrike">
                          <a:solidFill>
                            <a:srgbClr val="000000"/>
                          </a:solidFill>
                          <a:effectLst/>
                        </a:rPr>
                        <a:t>　</a:t>
                      </a:r>
                      <a:endParaRPr lang="zh-CN" altLang="en-US" sz="800" b="0" i="0" u="none" strike="noStrike">
                        <a:solidFill>
                          <a:srgbClr val="000000"/>
                        </a:solidFill>
                        <a:effectLst/>
                        <a:latin typeface="+mn-lt"/>
                        <a:ea typeface="宋体" panose="02010600030101010101" pitchFamily="2" charset="-122"/>
                      </a:endParaRPr>
                    </a:p>
                  </a:txBody>
                  <a:tcPr marL="2071" marR="2071" marT="2071" marB="0" anchor="ctr"/>
                </a:tc>
                <a:tc>
                  <a:txBody>
                    <a:bodyPr/>
                    <a:lstStyle/>
                    <a:p>
                      <a:pPr algn="l" fontAlgn="ctr"/>
                      <a:r>
                        <a:rPr lang="en-US" altLang="zh-CN" sz="700" b="0" u="none" strike="noStrike" dirty="0">
                          <a:solidFill>
                            <a:srgbClr val="000000"/>
                          </a:solidFill>
                          <a:effectLst/>
                        </a:rPr>
                        <a:t>60</a:t>
                      </a:r>
                      <a:r>
                        <a:rPr lang="zh-CN" altLang="en-US" sz="700" b="0" u="none" strike="noStrike" dirty="0">
                          <a:solidFill>
                            <a:srgbClr val="000000"/>
                          </a:solidFill>
                          <a:effectLst/>
                        </a:rPr>
                        <a:t>小时</a:t>
                      </a:r>
                      <a:r>
                        <a:rPr lang="en-US" altLang="zh-CN" sz="700" b="0" u="none" strike="noStrike" dirty="0">
                          <a:solidFill>
                            <a:srgbClr val="000000"/>
                          </a:solidFill>
                          <a:effectLst/>
                        </a:rPr>
                        <a:t>/</a:t>
                      </a:r>
                      <a:r>
                        <a:rPr lang="zh-CN" altLang="en-US" sz="700" b="0" u="none" strike="noStrike" dirty="0">
                          <a:solidFill>
                            <a:srgbClr val="000000"/>
                          </a:solidFill>
                          <a:effectLst/>
                        </a:rPr>
                        <a:t>人</a:t>
                      </a:r>
                      <a:r>
                        <a:rPr lang="en-US" altLang="zh-CN" sz="700" b="0" u="none" strike="noStrike" dirty="0">
                          <a:solidFill>
                            <a:srgbClr val="000000"/>
                          </a:solidFill>
                          <a:effectLst/>
                        </a:rPr>
                        <a:t>×2</a:t>
                      </a:r>
                      <a:r>
                        <a:rPr lang="zh-CN" altLang="en-US" sz="700" b="0" u="none" strike="noStrike" dirty="0">
                          <a:solidFill>
                            <a:srgbClr val="000000"/>
                          </a:solidFill>
                          <a:effectLst/>
                        </a:rPr>
                        <a:t>人</a:t>
                      </a:r>
                      <a:r>
                        <a:rPr lang="en-US" altLang="zh-CN" sz="700" b="0" u="none" strike="noStrike" dirty="0">
                          <a:solidFill>
                            <a:srgbClr val="000000"/>
                          </a:solidFill>
                          <a:effectLst/>
                        </a:rPr>
                        <a:t>=216,000</a:t>
                      </a:r>
                      <a:r>
                        <a:rPr lang="zh-CN" altLang="en-US" sz="700" b="0" u="none" strike="noStrike" dirty="0">
                          <a:solidFill>
                            <a:srgbClr val="000000"/>
                          </a:solidFill>
                          <a:effectLst/>
                        </a:rPr>
                        <a:t>元</a:t>
                      </a:r>
                      <a:endParaRPr lang="zh-CN" altLang="en-US" sz="700" b="0" i="0" u="none" strike="noStrike" dirty="0">
                        <a:solidFill>
                          <a:srgbClr val="000000"/>
                        </a:solidFill>
                        <a:effectLst/>
                        <a:latin typeface="+mn-lt"/>
                        <a:ea typeface="宋体" panose="02010600030101010101" pitchFamily="2" charset="-122"/>
                      </a:endParaRPr>
                    </a:p>
                  </a:txBody>
                  <a:tcPr marL="2071" marR="2071" marT="2071" marB="0" anchor="ctr"/>
                </a:tc>
                <a:tc>
                  <a:txBody>
                    <a:bodyPr/>
                    <a:lstStyle/>
                    <a:p>
                      <a:pPr algn="l" fontAlgn="ctr"/>
                      <a:r>
                        <a:rPr lang="en-US" altLang="zh-CN" sz="800" b="0" u="none" strike="noStrike">
                          <a:solidFill>
                            <a:srgbClr val="000000"/>
                          </a:solidFill>
                          <a:effectLst/>
                        </a:rPr>
                        <a:t>96,000</a:t>
                      </a:r>
                      <a:endParaRPr lang="en-US" altLang="zh-CN" sz="800" b="0" i="0" u="none" strike="noStrike">
                        <a:solidFill>
                          <a:srgbClr val="000000"/>
                        </a:solidFill>
                        <a:effectLst/>
                        <a:latin typeface="+mn-lt"/>
                        <a:ea typeface="宋体" panose="02010600030101010101" pitchFamily="2" charset="-122"/>
                      </a:endParaRPr>
                    </a:p>
                  </a:txBody>
                  <a:tcPr marL="2071" marR="2071" marT="2071" marB="0" anchor="ctr"/>
                </a:tc>
                <a:tc>
                  <a:txBody>
                    <a:bodyPr/>
                    <a:lstStyle/>
                    <a:p>
                      <a:pPr algn="l" fontAlgn="ctr"/>
                      <a:r>
                        <a:rPr lang="en-US" altLang="zh-CN" sz="700" b="0" u="none" strike="noStrike" dirty="0">
                          <a:solidFill>
                            <a:srgbClr val="000000"/>
                          </a:solidFill>
                          <a:effectLst/>
                        </a:rPr>
                        <a:t>70</a:t>
                      </a:r>
                      <a:r>
                        <a:rPr lang="zh-CN" altLang="en-US" sz="700" b="0" u="none" strike="noStrike" dirty="0">
                          <a:solidFill>
                            <a:srgbClr val="000000"/>
                          </a:solidFill>
                          <a:effectLst/>
                        </a:rPr>
                        <a:t>小时</a:t>
                      </a:r>
                      <a:r>
                        <a:rPr lang="en-US" altLang="zh-CN" sz="700" b="0" u="none" strike="noStrike" dirty="0">
                          <a:solidFill>
                            <a:srgbClr val="000000"/>
                          </a:solidFill>
                          <a:effectLst/>
                        </a:rPr>
                        <a:t>/</a:t>
                      </a:r>
                      <a:r>
                        <a:rPr lang="zh-CN" altLang="en-US" sz="700" b="0" u="none" strike="noStrike" dirty="0">
                          <a:solidFill>
                            <a:srgbClr val="000000"/>
                          </a:solidFill>
                          <a:effectLst/>
                        </a:rPr>
                        <a:t>人</a:t>
                      </a:r>
                      <a:r>
                        <a:rPr lang="en-US" altLang="zh-CN" sz="700" b="0" u="none" strike="noStrike" dirty="0">
                          <a:solidFill>
                            <a:srgbClr val="000000"/>
                          </a:solidFill>
                          <a:effectLst/>
                        </a:rPr>
                        <a:t>×2</a:t>
                      </a:r>
                      <a:r>
                        <a:rPr lang="zh-CN" altLang="en-US" sz="700" b="0" u="none" strike="noStrike" dirty="0">
                          <a:solidFill>
                            <a:srgbClr val="000000"/>
                          </a:solidFill>
                          <a:effectLst/>
                        </a:rPr>
                        <a:t>人</a:t>
                      </a:r>
                      <a:endParaRPr lang="zh-CN" altLang="en-US" sz="700" b="0" i="0" u="none" strike="noStrike" dirty="0">
                        <a:solidFill>
                          <a:srgbClr val="000000"/>
                        </a:solidFill>
                        <a:effectLst/>
                        <a:latin typeface="+mn-lt"/>
                        <a:ea typeface="宋体" panose="02010600030101010101" pitchFamily="2" charset="-122"/>
                      </a:endParaRPr>
                    </a:p>
                  </a:txBody>
                  <a:tcPr marL="2071" marR="2071" marT="2071" marB="0" anchor="ctr"/>
                </a:tc>
                <a:tc>
                  <a:txBody>
                    <a:bodyPr/>
                    <a:lstStyle/>
                    <a:p>
                      <a:pPr algn="l" fontAlgn="ctr"/>
                      <a:r>
                        <a:rPr lang="en-US" altLang="zh-CN" sz="800" b="0" u="none" strike="noStrike">
                          <a:solidFill>
                            <a:srgbClr val="000000"/>
                          </a:solidFill>
                          <a:effectLst/>
                        </a:rPr>
                        <a:t>112,000</a:t>
                      </a:r>
                      <a:endParaRPr lang="en-US" altLang="zh-CN" sz="800" b="0" i="0" u="none" strike="noStrike">
                        <a:solidFill>
                          <a:srgbClr val="000000"/>
                        </a:solidFill>
                        <a:effectLst/>
                        <a:latin typeface="+mn-lt"/>
                        <a:ea typeface="宋体" panose="02010600030101010101" pitchFamily="2" charset="-122"/>
                      </a:endParaRPr>
                    </a:p>
                  </a:txBody>
                  <a:tcPr marL="2071" marR="2071" marT="2071" marB="0" anchor="ctr"/>
                </a:tc>
                <a:tc>
                  <a:txBody>
                    <a:bodyPr/>
                    <a:lstStyle/>
                    <a:p>
                      <a:pPr algn="l" fontAlgn="ctr"/>
                      <a:r>
                        <a:rPr lang="en-US" altLang="zh-CN" sz="800" b="0" u="none" strike="noStrike" dirty="0">
                          <a:solidFill>
                            <a:srgbClr val="000000"/>
                          </a:solidFill>
                          <a:effectLst/>
                        </a:rPr>
                        <a:t>208,000</a:t>
                      </a:r>
                      <a:endParaRPr lang="en-US" altLang="zh-CN" sz="800" b="0" i="0" u="none" strike="noStrike" dirty="0">
                        <a:solidFill>
                          <a:srgbClr val="000000"/>
                        </a:solidFill>
                        <a:effectLst/>
                        <a:latin typeface="+mn-lt"/>
                        <a:ea typeface="宋体" panose="02010600030101010101" pitchFamily="2" charset="-122"/>
                      </a:endParaRPr>
                    </a:p>
                  </a:txBody>
                  <a:tcPr marL="2071" marR="2071" marT="2071" marB="0" anchor="ctr"/>
                </a:tc>
                <a:extLst>
                  <a:ext uri="{0D108BD9-81ED-4DB2-BD59-A6C34878D82A}">
                    <a16:rowId xmlns:a16="http://schemas.microsoft.com/office/drawing/2014/main" val="2037130634"/>
                  </a:ext>
                </a:extLst>
              </a:tr>
              <a:tr h="111458">
                <a:tc>
                  <a:txBody>
                    <a:bodyPr/>
                    <a:lstStyle/>
                    <a:p>
                      <a:pPr algn="l" fontAlgn="ctr"/>
                      <a:r>
                        <a:rPr lang="en-US" sz="800" b="1" u="none" strike="noStrike">
                          <a:solidFill>
                            <a:srgbClr val="000000"/>
                          </a:solidFill>
                          <a:effectLst/>
                        </a:rPr>
                        <a:t>IRB</a:t>
                      </a:r>
                      <a:r>
                        <a:rPr lang="zh-CN" altLang="en-US" sz="800" b="1" u="none" strike="noStrike">
                          <a:solidFill>
                            <a:srgbClr val="000000"/>
                          </a:solidFill>
                          <a:effectLst/>
                        </a:rPr>
                        <a:t>伦理审查费</a:t>
                      </a:r>
                      <a:endParaRPr lang="zh-CN" altLang="en-US" sz="800" b="1" i="0" u="none" strike="noStrike">
                        <a:solidFill>
                          <a:srgbClr val="000000"/>
                        </a:solidFill>
                        <a:effectLst/>
                        <a:latin typeface="+mn-lt"/>
                        <a:ea typeface="宋体" panose="02010600030101010101" pitchFamily="2" charset="-122"/>
                      </a:endParaRPr>
                    </a:p>
                  </a:txBody>
                  <a:tcPr marL="2071" marR="2071" marT="2071" marB="0" anchor="ctr"/>
                </a:tc>
                <a:tc>
                  <a:txBody>
                    <a:bodyPr/>
                    <a:lstStyle/>
                    <a:p>
                      <a:pPr algn="l" fontAlgn="ctr"/>
                      <a:r>
                        <a:rPr lang="zh-CN" altLang="en-US" sz="800" b="0" u="none" strike="noStrike">
                          <a:solidFill>
                            <a:srgbClr val="000000"/>
                          </a:solidFill>
                          <a:effectLst/>
                        </a:rPr>
                        <a:t>　</a:t>
                      </a:r>
                      <a:endParaRPr lang="zh-CN" altLang="en-US" sz="800" b="0" i="0" u="none" strike="noStrike">
                        <a:solidFill>
                          <a:srgbClr val="000000"/>
                        </a:solidFill>
                        <a:effectLst/>
                        <a:latin typeface="+mn-lt"/>
                        <a:ea typeface="宋体" panose="02010600030101010101" pitchFamily="2" charset="-122"/>
                      </a:endParaRPr>
                    </a:p>
                  </a:txBody>
                  <a:tcPr marL="2071" marR="2071" marT="2071" marB="0" anchor="ctr"/>
                </a:tc>
                <a:tc gridSpan="4">
                  <a:txBody>
                    <a:bodyPr/>
                    <a:lstStyle/>
                    <a:p>
                      <a:pPr algn="l" fontAlgn="ctr"/>
                      <a:r>
                        <a:rPr lang="zh-CN" altLang="en-US" sz="700" b="0" u="none" strike="noStrike" dirty="0">
                          <a:solidFill>
                            <a:srgbClr val="000000"/>
                          </a:solidFill>
                          <a:effectLst/>
                        </a:rPr>
                        <a:t>函审及上会伦理审查费用 </a:t>
                      </a:r>
                      <a:r>
                        <a:rPr lang="en-US" altLang="zh-CN" sz="800" b="0" u="none" strike="noStrike" dirty="0">
                          <a:solidFill>
                            <a:srgbClr val="000000"/>
                          </a:solidFill>
                          <a:effectLst/>
                        </a:rPr>
                        <a:t>20000</a:t>
                      </a:r>
                      <a:endParaRPr lang="en-US" altLang="zh-CN" sz="800" b="0" i="0" u="none" strike="noStrike" dirty="0">
                        <a:solidFill>
                          <a:srgbClr val="000000"/>
                        </a:solidFill>
                        <a:effectLst/>
                        <a:latin typeface="+mn-lt"/>
                        <a:ea typeface="宋体" panose="02010600030101010101" pitchFamily="2" charset="-122"/>
                      </a:endParaRPr>
                    </a:p>
                  </a:txBody>
                  <a:tcPr marL="2071" marR="2071" marT="2071" marB="0" anchor="ctr"/>
                </a:tc>
                <a:tc hMerge="1">
                  <a:txBody>
                    <a:bodyPr/>
                    <a:lstStyle/>
                    <a:p>
                      <a:pPr algn="l" fontAlgn="ctr"/>
                      <a:endParaRPr lang="en-US" altLang="zh-CN" sz="800" b="0" i="0" u="none" strike="noStrike" dirty="0">
                        <a:solidFill>
                          <a:srgbClr val="000000"/>
                        </a:solidFill>
                        <a:effectLst/>
                        <a:latin typeface="+mn-lt"/>
                        <a:ea typeface="宋体" panose="02010600030101010101" pitchFamily="2" charset="-122"/>
                      </a:endParaRPr>
                    </a:p>
                  </a:txBody>
                  <a:tcPr marL="2071" marR="2071" marT="2071" marB="0" anchor="ctr"/>
                </a:tc>
                <a:tc hMerge="1">
                  <a:txBody>
                    <a:bodyPr/>
                    <a:lstStyle/>
                    <a:p>
                      <a:pPr algn="l" fontAlgn="ctr"/>
                      <a:endParaRPr lang="zh-CN" altLang="en-US" sz="700" b="0" i="0" u="none" strike="noStrike" dirty="0">
                        <a:solidFill>
                          <a:srgbClr val="000000"/>
                        </a:solidFill>
                        <a:effectLst/>
                        <a:latin typeface="+mn-lt"/>
                        <a:ea typeface="宋体" panose="02010600030101010101" pitchFamily="2" charset="-122"/>
                      </a:endParaRPr>
                    </a:p>
                  </a:txBody>
                  <a:tcPr marL="2071" marR="2071" marT="2071" marB="0" anchor="ctr"/>
                </a:tc>
                <a:tc hMerge="1">
                  <a:txBody>
                    <a:bodyPr/>
                    <a:lstStyle/>
                    <a:p>
                      <a:pPr algn="l" fontAlgn="ctr"/>
                      <a:r>
                        <a:rPr lang="en-US" altLang="zh-CN" sz="800" b="0" u="none" strike="noStrike" dirty="0">
                          <a:solidFill>
                            <a:srgbClr val="000000"/>
                          </a:solidFill>
                          <a:effectLst/>
                        </a:rPr>
                        <a:t>10000</a:t>
                      </a:r>
                      <a:endParaRPr lang="en-US" altLang="zh-CN" sz="800" b="0" i="0" u="none" strike="noStrike" dirty="0">
                        <a:solidFill>
                          <a:srgbClr val="000000"/>
                        </a:solidFill>
                        <a:effectLst/>
                        <a:latin typeface="+mn-lt"/>
                        <a:ea typeface="宋体" panose="02010600030101010101" pitchFamily="2" charset="-122"/>
                      </a:endParaRPr>
                    </a:p>
                  </a:txBody>
                  <a:tcPr marL="2071" marR="2071" marT="2071" marB="0" anchor="ctr"/>
                </a:tc>
                <a:tc>
                  <a:txBody>
                    <a:bodyPr/>
                    <a:lstStyle/>
                    <a:p>
                      <a:pPr algn="l" fontAlgn="ctr"/>
                      <a:r>
                        <a:rPr lang="en-US" altLang="zh-CN" sz="800" b="0" u="none" strike="noStrike" dirty="0">
                          <a:solidFill>
                            <a:srgbClr val="000000"/>
                          </a:solidFill>
                          <a:effectLst/>
                        </a:rPr>
                        <a:t>20,000</a:t>
                      </a:r>
                      <a:endParaRPr lang="en-US" altLang="zh-CN" sz="800" b="0" i="0" u="none" strike="noStrike" dirty="0">
                        <a:solidFill>
                          <a:srgbClr val="000000"/>
                        </a:solidFill>
                        <a:effectLst/>
                        <a:latin typeface="+mn-lt"/>
                        <a:ea typeface="宋体" panose="02010600030101010101" pitchFamily="2" charset="-122"/>
                      </a:endParaRPr>
                    </a:p>
                  </a:txBody>
                  <a:tcPr marL="2071" marR="2071" marT="2071" marB="0" anchor="ctr"/>
                </a:tc>
                <a:extLst>
                  <a:ext uri="{0D108BD9-81ED-4DB2-BD59-A6C34878D82A}">
                    <a16:rowId xmlns:a16="http://schemas.microsoft.com/office/drawing/2014/main" val="770794065"/>
                  </a:ext>
                </a:extLst>
              </a:tr>
              <a:tr h="111458">
                <a:tc>
                  <a:txBody>
                    <a:bodyPr/>
                    <a:lstStyle/>
                    <a:p>
                      <a:pPr algn="l" fontAlgn="ctr"/>
                      <a:r>
                        <a:rPr lang="zh-CN" altLang="en-US" sz="800" b="1" u="none" strike="noStrike">
                          <a:solidFill>
                            <a:srgbClr val="000000"/>
                          </a:solidFill>
                          <a:effectLst/>
                        </a:rPr>
                        <a:t>专家咨询费</a:t>
                      </a:r>
                      <a:endParaRPr lang="zh-CN" altLang="en-US" sz="800" b="1" i="0" u="none" strike="noStrike">
                        <a:solidFill>
                          <a:srgbClr val="000000"/>
                        </a:solidFill>
                        <a:effectLst/>
                        <a:latin typeface="+mn-lt"/>
                        <a:ea typeface="宋体" panose="02010600030101010101" pitchFamily="2" charset="-122"/>
                      </a:endParaRPr>
                    </a:p>
                  </a:txBody>
                  <a:tcPr marL="2071" marR="2071" marT="2071" marB="0" anchor="ctr"/>
                </a:tc>
                <a:tc>
                  <a:txBody>
                    <a:bodyPr/>
                    <a:lstStyle/>
                    <a:p>
                      <a:pPr algn="l" fontAlgn="ctr"/>
                      <a:r>
                        <a:rPr lang="zh-CN" altLang="en-US" sz="800" b="0" u="none" strike="noStrike">
                          <a:solidFill>
                            <a:srgbClr val="000000"/>
                          </a:solidFill>
                          <a:effectLst/>
                        </a:rPr>
                        <a:t>　</a:t>
                      </a:r>
                      <a:endParaRPr lang="zh-CN" altLang="en-US" sz="800" b="0" i="0" u="none" strike="noStrike">
                        <a:solidFill>
                          <a:srgbClr val="000000"/>
                        </a:solidFill>
                        <a:effectLst/>
                        <a:latin typeface="+mn-lt"/>
                        <a:ea typeface="宋体" panose="02010600030101010101" pitchFamily="2" charset="-122"/>
                      </a:endParaRPr>
                    </a:p>
                  </a:txBody>
                  <a:tcPr marL="2071" marR="2071" marT="2071" marB="0" anchor="ctr"/>
                </a:tc>
                <a:tc>
                  <a:txBody>
                    <a:bodyPr/>
                    <a:lstStyle/>
                    <a:p>
                      <a:pPr algn="l" fontAlgn="ctr"/>
                      <a:r>
                        <a:rPr lang="en-US" altLang="zh-CN" sz="700" b="0" u="none" strike="noStrike" dirty="0">
                          <a:solidFill>
                            <a:srgbClr val="000000"/>
                          </a:solidFill>
                          <a:effectLst/>
                        </a:rPr>
                        <a:t>1500</a:t>
                      </a:r>
                      <a:r>
                        <a:rPr lang="zh-CN" altLang="en-US" sz="700" b="0" u="none" strike="noStrike" dirty="0">
                          <a:solidFill>
                            <a:srgbClr val="000000"/>
                          </a:solidFill>
                          <a:effectLst/>
                        </a:rPr>
                        <a:t>元</a:t>
                      </a:r>
                      <a:r>
                        <a:rPr lang="en-US" altLang="zh-CN" sz="700" b="0" u="none" strike="noStrike" dirty="0">
                          <a:solidFill>
                            <a:srgbClr val="000000"/>
                          </a:solidFill>
                          <a:effectLst/>
                        </a:rPr>
                        <a:t>/</a:t>
                      </a:r>
                      <a:r>
                        <a:rPr lang="zh-CN" altLang="en-US" sz="700" b="0" u="none" strike="noStrike" dirty="0">
                          <a:solidFill>
                            <a:srgbClr val="000000"/>
                          </a:solidFill>
                          <a:effectLst/>
                        </a:rPr>
                        <a:t>人次</a:t>
                      </a:r>
                      <a:r>
                        <a:rPr lang="en-US" altLang="zh-CN" sz="700" b="0" u="none" strike="noStrike" dirty="0">
                          <a:solidFill>
                            <a:srgbClr val="000000"/>
                          </a:solidFill>
                          <a:effectLst/>
                        </a:rPr>
                        <a:t>×16</a:t>
                      </a:r>
                      <a:r>
                        <a:rPr lang="zh-CN" altLang="en-US" sz="700" b="0" u="none" strike="noStrike" dirty="0">
                          <a:solidFill>
                            <a:srgbClr val="000000"/>
                          </a:solidFill>
                          <a:effectLst/>
                        </a:rPr>
                        <a:t>人次</a:t>
                      </a:r>
                      <a:endParaRPr lang="zh-CN" altLang="en-US" sz="700" b="0" i="0" u="none" strike="noStrike" dirty="0">
                        <a:solidFill>
                          <a:srgbClr val="000000"/>
                        </a:solidFill>
                        <a:effectLst/>
                        <a:latin typeface="+mn-lt"/>
                        <a:ea typeface="宋体" panose="02010600030101010101" pitchFamily="2" charset="-122"/>
                      </a:endParaRPr>
                    </a:p>
                  </a:txBody>
                  <a:tcPr marL="2071" marR="2071" marT="2071" marB="0" anchor="ctr"/>
                </a:tc>
                <a:tc>
                  <a:txBody>
                    <a:bodyPr/>
                    <a:lstStyle/>
                    <a:p>
                      <a:pPr algn="l" fontAlgn="ctr"/>
                      <a:r>
                        <a:rPr lang="en-US" altLang="zh-CN" sz="800" b="0" u="none" strike="noStrike">
                          <a:solidFill>
                            <a:srgbClr val="000000"/>
                          </a:solidFill>
                          <a:effectLst/>
                        </a:rPr>
                        <a:t>24,000</a:t>
                      </a:r>
                      <a:endParaRPr lang="en-US" altLang="zh-CN" sz="800" b="0" i="0" u="none" strike="noStrike">
                        <a:solidFill>
                          <a:srgbClr val="000000"/>
                        </a:solidFill>
                        <a:effectLst/>
                        <a:latin typeface="+mn-lt"/>
                        <a:ea typeface="宋体" panose="02010600030101010101" pitchFamily="2" charset="-122"/>
                      </a:endParaRPr>
                    </a:p>
                  </a:txBody>
                  <a:tcPr marL="2071" marR="2071" marT="2071" marB="0" anchor="ctr"/>
                </a:tc>
                <a:tc>
                  <a:txBody>
                    <a:bodyPr/>
                    <a:lstStyle/>
                    <a:p>
                      <a:pPr algn="l" fontAlgn="ctr"/>
                      <a:r>
                        <a:rPr lang="en-US" altLang="zh-CN" sz="700" b="0" u="none" strike="noStrike" dirty="0">
                          <a:solidFill>
                            <a:srgbClr val="000000"/>
                          </a:solidFill>
                          <a:effectLst/>
                        </a:rPr>
                        <a:t>1500</a:t>
                      </a:r>
                      <a:r>
                        <a:rPr lang="zh-CN" altLang="en-US" sz="700" b="0" u="none" strike="noStrike" dirty="0">
                          <a:solidFill>
                            <a:srgbClr val="000000"/>
                          </a:solidFill>
                          <a:effectLst/>
                        </a:rPr>
                        <a:t>元</a:t>
                      </a:r>
                      <a:r>
                        <a:rPr lang="en-US" altLang="zh-CN" sz="700" b="0" u="none" strike="noStrike" dirty="0">
                          <a:solidFill>
                            <a:srgbClr val="000000"/>
                          </a:solidFill>
                          <a:effectLst/>
                        </a:rPr>
                        <a:t>/</a:t>
                      </a:r>
                      <a:r>
                        <a:rPr lang="zh-CN" altLang="en-US" sz="700" b="0" u="none" strike="noStrike" dirty="0">
                          <a:solidFill>
                            <a:srgbClr val="000000"/>
                          </a:solidFill>
                          <a:effectLst/>
                        </a:rPr>
                        <a:t>人次</a:t>
                      </a:r>
                      <a:r>
                        <a:rPr lang="en-US" altLang="zh-CN" sz="700" b="0" u="none" strike="noStrike" dirty="0">
                          <a:solidFill>
                            <a:srgbClr val="000000"/>
                          </a:solidFill>
                          <a:effectLst/>
                        </a:rPr>
                        <a:t>×16</a:t>
                      </a:r>
                      <a:r>
                        <a:rPr lang="zh-CN" altLang="en-US" sz="700" b="0" u="none" strike="noStrike" dirty="0">
                          <a:solidFill>
                            <a:srgbClr val="000000"/>
                          </a:solidFill>
                          <a:effectLst/>
                        </a:rPr>
                        <a:t>人次</a:t>
                      </a:r>
                      <a:endParaRPr lang="zh-CN" altLang="en-US" sz="700" b="0" i="0" u="none" strike="noStrike" dirty="0">
                        <a:solidFill>
                          <a:srgbClr val="000000"/>
                        </a:solidFill>
                        <a:effectLst/>
                        <a:latin typeface="+mn-lt"/>
                        <a:ea typeface="宋体" panose="02010600030101010101" pitchFamily="2" charset="-122"/>
                      </a:endParaRPr>
                    </a:p>
                  </a:txBody>
                  <a:tcPr marL="2071" marR="2071" marT="2071" marB="0" anchor="ctr"/>
                </a:tc>
                <a:tc>
                  <a:txBody>
                    <a:bodyPr/>
                    <a:lstStyle/>
                    <a:p>
                      <a:pPr algn="l" fontAlgn="ctr"/>
                      <a:r>
                        <a:rPr lang="en-US" altLang="zh-CN" sz="800" b="0" u="none" strike="noStrike">
                          <a:solidFill>
                            <a:srgbClr val="000000"/>
                          </a:solidFill>
                          <a:effectLst/>
                        </a:rPr>
                        <a:t>24,000</a:t>
                      </a:r>
                      <a:endParaRPr lang="en-US" altLang="zh-CN" sz="800" b="0" i="0" u="none" strike="noStrike">
                        <a:solidFill>
                          <a:srgbClr val="000000"/>
                        </a:solidFill>
                        <a:effectLst/>
                        <a:latin typeface="+mn-lt"/>
                        <a:ea typeface="宋体" panose="02010600030101010101" pitchFamily="2" charset="-122"/>
                      </a:endParaRPr>
                    </a:p>
                  </a:txBody>
                  <a:tcPr marL="2071" marR="2071" marT="2071" marB="0" anchor="ctr"/>
                </a:tc>
                <a:tc>
                  <a:txBody>
                    <a:bodyPr/>
                    <a:lstStyle/>
                    <a:p>
                      <a:pPr algn="l" fontAlgn="ctr"/>
                      <a:r>
                        <a:rPr lang="en-US" altLang="zh-CN" sz="800" b="0" u="none" strike="noStrike" dirty="0">
                          <a:solidFill>
                            <a:srgbClr val="000000"/>
                          </a:solidFill>
                          <a:effectLst/>
                        </a:rPr>
                        <a:t>48,000</a:t>
                      </a:r>
                      <a:endParaRPr lang="en-US" altLang="zh-CN" sz="800" b="0" i="0" u="none" strike="noStrike" dirty="0">
                        <a:solidFill>
                          <a:srgbClr val="000000"/>
                        </a:solidFill>
                        <a:effectLst/>
                        <a:latin typeface="+mn-lt"/>
                        <a:ea typeface="宋体" panose="02010600030101010101" pitchFamily="2" charset="-122"/>
                      </a:endParaRPr>
                    </a:p>
                  </a:txBody>
                  <a:tcPr marL="2071" marR="2071" marT="2071" marB="0" anchor="ctr"/>
                </a:tc>
                <a:extLst>
                  <a:ext uri="{0D108BD9-81ED-4DB2-BD59-A6C34878D82A}">
                    <a16:rowId xmlns:a16="http://schemas.microsoft.com/office/drawing/2014/main" val="1800093139"/>
                  </a:ext>
                </a:extLst>
              </a:tr>
              <a:tr h="151013">
                <a:tc>
                  <a:txBody>
                    <a:bodyPr/>
                    <a:lstStyle/>
                    <a:p>
                      <a:pPr algn="l" fontAlgn="ctr"/>
                      <a:r>
                        <a:rPr lang="zh-CN" altLang="en-US" sz="800" b="1" u="none" strike="noStrike">
                          <a:solidFill>
                            <a:srgbClr val="000000"/>
                          </a:solidFill>
                          <a:effectLst/>
                        </a:rPr>
                        <a:t>差旅费</a:t>
                      </a:r>
                      <a:endParaRPr lang="zh-CN" altLang="en-US" sz="800" b="1" i="0" u="none" strike="noStrike">
                        <a:solidFill>
                          <a:srgbClr val="000000"/>
                        </a:solidFill>
                        <a:effectLst/>
                        <a:latin typeface="+mn-lt"/>
                        <a:ea typeface="宋体" panose="02010600030101010101" pitchFamily="2" charset="-122"/>
                      </a:endParaRPr>
                    </a:p>
                  </a:txBody>
                  <a:tcPr marL="2071" marR="2071" marT="2071" marB="0" anchor="ctr"/>
                </a:tc>
                <a:tc>
                  <a:txBody>
                    <a:bodyPr/>
                    <a:lstStyle/>
                    <a:p>
                      <a:pPr algn="l" fontAlgn="ctr"/>
                      <a:r>
                        <a:rPr lang="zh-CN" altLang="en-US" sz="800" b="0" u="none" strike="noStrike">
                          <a:solidFill>
                            <a:srgbClr val="000000"/>
                          </a:solidFill>
                          <a:effectLst/>
                        </a:rPr>
                        <a:t>　</a:t>
                      </a:r>
                      <a:endParaRPr lang="zh-CN" altLang="en-US" sz="800" b="0" i="0" u="none" strike="noStrike">
                        <a:solidFill>
                          <a:srgbClr val="000000"/>
                        </a:solidFill>
                        <a:effectLst/>
                        <a:latin typeface="+mn-lt"/>
                        <a:ea typeface="宋体" panose="02010600030101010101" pitchFamily="2" charset="-122"/>
                      </a:endParaRPr>
                    </a:p>
                  </a:txBody>
                  <a:tcPr marL="2071" marR="2071" marT="2071" marB="0" anchor="ctr"/>
                </a:tc>
                <a:tc>
                  <a:txBody>
                    <a:bodyPr/>
                    <a:lstStyle/>
                    <a:p>
                      <a:pPr algn="l" fontAlgn="ctr"/>
                      <a:r>
                        <a:rPr lang="zh-CN" altLang="en-US" sz="700" b="0" u="none" strike="noStrike" dirty="0">
                          <a:solidFill>
                            <a:srgbClr val="000000"/>
                          </a:solidFill>
                          <a:effectLst/>
                        </a:rPr>
                        <a:t>单次差旅费 </a:t>
                      </a:r>
                      <a:r>
                        <a:rPr lang="en-US" altLang="zh-CN" sz="700" b="0" u="none" strike="noStrike" dirty="0">
                          <a:solidFill>
                            <a:srgbClr val="000000"/>
                          </a:solidFill>
                          <a:effectLst/>
                        </a:rPr>
                        <a:t>3,520</a:t>
                      </a:r>
                      <a:r>
                        <a:rPr lang="zh-CN" altLang="en-US" sz="700" b="0" u="none" strike="noStrike" dirty="0">
                          <a:solidFill>
                            <a:srgbClr val="000000"/>
                          </a:solidFill>
                          <a:effectLst/>
                        </a:rPr>
                        <a:t>，</a:t>
                      </a:r>
                      <a:r>
                        <a:rPr lang="en-US" altLang="zh-CN" sz="700" b="0" u="none" strike="noStrike" dirty="0">
                          <a:solidFill>
                            <a:srgbClr val="000000"/>
                          </a:solidFill>
                          <a:effectLst/>
                        </a:rPr>
                        <a:t>4</a:t>
                      </a:r>
                      <a:r>
                        <a:rPr lang="zh-CN" altLang="en-US" sz="700" b="0" u="none" strike="noStrike" dirty="0">
                          <a:solidFill>
                            <a:srgbClr val="000000"/>
                          </a:solidFill>
                          <a:effectLst/>
                        </a:rPr>
                        <a:t>人次</a:t>
                      </a:r>
                      <a:endParaRPr lang="zh-CN" altLang="en-US" sz="700" b="0" i="0" u="none" strike="noStrike" dirty="0">
                        <a:solidFill>
                          <a:srgbClr val="000000"/>
                        </a:solidFill>
                        <a:effectLst/>
                        <a:latin typeface="+mn-lt"/>
                        <a:ea typeface="宋体" panose="02010600030101010101" pitchFamily="2" charset="-122"/>
                      </a:endParaRPr>
                    </a:p>
                  </a:txBody>
                  <a:tcPr marL="2071" marR="2071" marT="2071" marB="0" anchor="ctr"/>
                </a:tc>
                <a:tc>
                  <a:txBody>
                    <a:bodyPr/>
                    <a:lstStyle/>
                    <a:p>
                      <a:pPr algn="l" fontAlgn="ctr"/>
                      <a:r>
                        <a:rPr lang="en-US" altLang="zh-CN" sz="800" b="0" u="none" strike="noStrike">
                          <a:solidFill>
                            <a:srgbClr val="000000"/>
                          </a:solidFill>
                          <a:effectLst/>
                        </a:rPr>
                        <a:t>14,080</a:t>
                      </a:r>
                      <a:endParaRPr lang="en-US" altLang="zh-CN" sz="800" b="0" i="0" u="none" strike="noStrike">
                        <a:solidFill>
                          <a:srgbClr val="000000"/>
                        </a:solidFill>
                        <a:effectLst/>
                        <a:latin typeface="+mn-lt"/>
                        <a:ea typeface="宋体" panose="02010600030101010101" pitchFamily="2" charset="-122"/>
                      </a:endParaRPr>
                    </a:p>
                  </a:txBody>
                  <a:tcPr marL="2071" marR="2071" marT="2071" marB="0" anchor="ctr"/>
                </a:tc>
                <a:tc>
                  <a:txBody>
                    <a:bodyPr/>
                    <a:lstStyle/>
                    <a:p>
                      <a:pPr algn="l" fontAlgn="ctr"/>
                      <a:r>
                        <a:rPr lang="zh-CN" altLang="en-US" sz="700" b="0" u="none" strike="noStrike" dirty="0">
                          <a:solidFill>
                            <a:srgbClr val="000000"/>
                          </a:solidFill>
                          <a:effectLst/>
                        </a:rPr>
                        <a:t>单次差旅费 </a:t>
                      </a:r>
                      <a:r>
                        <a:rPr lang="en-US" altLang="zh-CN" sz="700" b="0" u="none" strike="noStrike" dirty="0">
                          <a:solidFill>
                            <a:srgbClr val="000000"/>
                          </a:solidFill>
                          <a:effectLst/>
                        </a:rPr>
                        <a:t>3,520</a:t>
                      </a:r>
                      <a:r>
                        <a:rPr lang="zh-CN" altLang="en-US" sz="700" b="0" u="none" strike="noStrike" dirty="0">
                          <a:solidFill>
                            <a:srgbClr val="000000"/>
                          </a:solidFill>
                          <a:effectLst/>
                        </a:rPr>
                        <a:t>，</a:t>
                      </a:r>
                      <a:r>
                        <a:rPr lang="en-US" altLang="zh-CN" sz="700" b="0" u="none" strike="noStrike" dirty="0">
                          <a:solidFill>
                            <a:srgbClr val="000000"/>
                          </a:solidFill>
                          <a:effectLst/>
                        </a:rPr>
                        <a:t>4</a:t>
                      </a:r>
                      <a:r>
                        <a:rPr lang="zh-CN" altLang="en-US" sz="700" b="0" u="none" strike="noStrike" dirty="0">
                          <a:solidFill>
                            <a:srgbClr val="000000"/>
                          </a:solidFill>
                          <a:effectLst/>
                        </a:rPr>
                        <a:t>人次</a:t>
                      </a:r>
                      <a:endParaRPr lang="zh-CN" altLang="en-US" sz="700" b="0" i="0" u="none" strike="noStrike" dirty="0">
                        <a:solidFill>
                          <a:srgbClr val="000000"/>
                        </a:solidFill>
                        <a:effectLst/>
                        <a:latin typeface="+mn-lt"/>
                        <a:ea typeface="宋体" panose="02010600030101010101" pitchFamily="2" charset="-122"/>
                      </a:endParaRPr>
                    </a:p>
                  </a:txBody>
                  <a:tcPr marL="2071" marR="2071" marT="2071" marB="0" anchor="ctr"/>
                </a:tc>
                <a:tc>
                  <a:txBody>
                    <a:bodyPr/>
                    <a:lstStyle/>
                    <a:p>
                      <a:pPr algn="l" fontAlgn="ctr"/>
                      <a:r>
                        <a:rPr lang="en-US" altLang="zh-CN" sz="800" b="0" u="none" strike="noStrike">
                          <a:solidFill>
                            <a:srgbClr val="000000"/>
                          </a:solidFill>
                          <a:effectLst/>
                        </a:rPr>
                        <a:t>14,080</a:t>
                      </a:r>
                      <a:endParaRPr lang="en-US" altLang="zh-CN" sz="800" b="0" i="0" u="none" strike="noStrike">
                        <a:solidFill>
                          <a:srgbClr val="000000"/>
                        </a:solidFill>
                        <a:effectLst/>
                        <a:latin typeface="+mn-lt"/>
                        <a:ea typeface="宋体" panose="02010600030101010101" pitchFamily="2" charset="-122"/>
                      </a:endParaRPr>
                    </a:p>
                  </a:txBody>
                  <a:tcPr marL="2071" marR="2071" marT="2071" marB="0" anchor="ctr"/>
                </a:tc>
                <a:tc>
                  <a:txBody>
                    <a:bodyPr/>
                    <a:lstStyle/>
                    <a:p>
                      <a:pPr algn="l" fontAlgn="ctr"/>
                      <a:r>
                        <a:rPr lang="en-US" altLang="zh-CN" sz="800" b="0" u="none" strike="noStrike" dirty="0">
                          <a:solidFill>
                            <a:srgbClr val="000000"/>
                          </a:solidFill>
                          <a:effectLst/>
                        </a:rPr>
                        <a:t>28,160</a:t>
                      </a:r>
                      <a:endParaRPr lang="en-US" altLang="zh-CN" sz="800" b="0" i="0" u="none" strike="noStrike" dirty="0">
                        <a:solidFill>
                          <a:srgbClr val="000000"/>
                        </a:solidFill>
                        <a:effectLst/>
                        <a:latin typeface="+mn-lt"/>
                        <a:ea typeface="宋体" panose="02010600030101010101" pitchFamily="2" charset="-122"/>
                      </a:endParaRPr>
                    </a:p>
                  </a:txBody>
                  <a:tcPr marL="2071" marR="2071" marT="2071" marB="0" anchor="ctr"/>
                </a:tc>
                <a:extLst>
                  <a:ext uri="{0D108BD9-81ED-4DB2-BD59-A6C34878D82A}">
                    <a16:rowId xmlns:a16="http://schemas.microsoft.com/office/drawing/2014/main" val="617568078"/>
                  </a:ext>
                </a:extLst>
              </a:tr>
              <a:tr h="225792">
                <a:tc>
                  <a:txBody>
                    <a:bodyPr/>
                    <a:lstStyle/>
                    <a:p>
                      <a:pPr algn="l" fontAlgn="ctr"/>
                      <a:r>
                        <a:rPr lang="zh-CN" altLang="en-US" sz="800" b="1" u="none" strike="noStrike">
                          <a:solidFill>
                            <a:srgbClr val="000000"/>
                          </a:solidFill>
                          <a:effectLst/>
                        </a:rPr>
                        <a:t>国际合作与交流费</a:t>
                      </a:r>
                      <a:endParaRPr lang="zh-CN" altLang="en-US" sz="800" b="1" i="0" u="none" strike="noStrike">
                        <a:solidFill>
                          <a:srgbClr val="000000"/>
                        </a:solidFill>
                        <a:effectLst/>
                        <a:latin typeface="+mn-lt"/>
                        <a:ea typeface="宋体" panose="02010600030101010101" pitchFamily="2" charset="-122"/>
                      </a:endParaRPr>
                    </a:p>
                  </a:txBody>
                  <a:tcPr marL="2071" marR="2071" marT="2071" marB="0" anchor="ctr"/>
                </a:tc>
                <a:tc>
                  <a:txBody>
                    <a:bodyPr/>
                    <a:lstStyle/>
                    <a:p>
                      <a:pPr algn="l" fontAlgn="ctr"/>
                      <a:r>
                        <a:rPr lang="zh-CN" altLang="en-US" sz="800" b="0" u="none" strike="noStrike">
                          <a:solidFill>
                            <a:srgbClr val="000000"/>
                          </a:solidFill>
                          <a:effectLst/>
                        </a:rPr>
                        <a:t>　</a:t>
                      </a:r>
                      <a:endParaRPr lang="zh-CN" altLang="en-US" sz="800" b="0" i="0" u="none" strike="noStrike">
                        <a:solidFill>
                          <a:srgbClr val="000000"/>
                        </a:solidFill>
                        <a:effectLst/>
                        <a:latin typeface="+mn-lt"/>
                        <a:ea typeface="宋体" panose="02010600030101010101" pitchFamily="2" charset="-122"/>
                      </a:endParaRPr>
                    </a:p>
                  </a:txBody>
                  <a:tcPr marL="2071" marR="2071" marT="2071" marB="0" anchor="ctr"/>
                </a:tc>
                <a:tc>
                  <a:txBody>
                    <a:bodyPr/>
                    <a:lstStyle/>
                    <a:p>
                      <a:pPr algn="l" fontAlgn="ctr"/>
                      <a:r>
                        <a:rPr lang="zh-CN" altLang="en-US" sz="700" b="0" u="none" strike="noStrike" dirty="0">
                          <a:solidFill>
                            <a:srgbClr val="000000"/>
                          </a:solidFill>
                          <a:effectLst/>
                        </a:rPr>
                        <a:t>用于参加国际会议，每人次</a:t>
                      </a:r>
                      <a:r>
                        <a:rPr lang="en-US" altLang="zh-CN" sz="700" b="0" u="none" strike="noStrike" dirty="0">
                          <a:solidFill>
                            <a:srgbClr val="000000"/>
                          </a:solidFill>
                          <a:effectLst/>
                        </a:rPr>
                        <a:t>2</a:t>
                      </a:r>
                      <a:r>
                        <a:rPr lang="zh-CN" altLang="en-US" sz="700" b="0" u="none" strike="noStrike" dirty="0">
                          <a:solidFill>
                            <a:srgbClr val="000000"/>
                          </a:solidFill>
                          <a:effectLst/>
                        </a:rPr>
                        <a:t>万，预计参加</a:t>
                      </a:r>
                      <a:r>
                        <a:rPr lang="en-US" altLang="zh-CN" sz="700" b="0" u="none" strike="noStrike" dirty="0">
                          <a:solidFill>
                            <a:srgbClr val="000000"/>
                          </a:solidFill>
                          <a:effectLst/>
                        </a:rPr>
                        <a:t>2</a:t>
                      </a:r>
                      <a:r>
                        <a:rPr lang="zh-CN" altLang="en-US" sz="700" b="0" u="none" strike="noStrike" dirty="0">
                          <a:solidFill>
                            <a:srgbClr val="000000"/>
                          </a:solidFill>
                          <a:effectLst/>
                        </a:rPr>
                        <a:t>人</a:t>
                      </a:r>
                      <a:endParaRPr lang="zh-CN" altLang="en-US" sz="700" b="0" i="0" u="none" strike="noStrike" dirty="0">
                        <a:solidFill>
                          <a:srgbClr val="000000"/>
                        </a:solidFill>
                        <a:effectLst/>
                        <a:latin typeface="+mn-lt"/>
                        <a:ea typeface="宋体" panose="02010600030101010101" pitchFamily="2" charset="-122"/>
                      </a:endParaRPr>
                    </a:p>
                  </a:txBody>
                  <a:tcPr marL="2071" marR="2071" marT="2071" marB="0" anchor="ctr"/>
                </a:tc>
                <a:tc>
                  <a:txBody>
                    <a:bodyPr/>
                    <a:lstStyle/>
                    <a:p>
                      <a:pPr algn="l" fontAlgn="ctr"/>
                      <a:r>
                        <a:rPr lang="en-US" altLang="zh-CN" sz="800" b="0" u="none" strike="noStrike" dirty="0">
                          <a:solidFill>
                            <a:srgbClr val="000000"/>
                          </a:solidFill>
                          <a:effectLst/>
                        </a:rPr>
                        <a:t>40,000</a:t>
                      </a:r>
                      <a:endParaRPr lang="en-US" altLang="zh-CN" sz="800" b="0" i="0" u="none" strike="noStrike" dirty="0">
                        <a:solidFill>
                          <a:srgbClr val="000000"/>
                        </a:solidFill>
                        <a:effectLst/>
                        <a:latin typeface="+mn-lt"/>
                        <a:ea typeface="宋体" panose="02010600030101010101" pitchFamily="2" charset="-122"/>
                      </a:endParaRPr>
                    </a:p>
                  </a:txBody>
                  <a:tcPr marL="2071" marR="2071" marT="2071" marB="0" anchor="ctr"/>
                </a:tc>
                <a:tc>
                  <a:txBody>
                    <a:bodyPr/>
                    <a:lstStyle/>
                    <a:p>
                      <a:pPr algn="l" fontAlgn="ctr"/>
                      <a:r>
                        <a:rPr lang="zh-CN" altLang="en-US" sz="700" b="0" u="none" strike="noStrike" dirty="0">
                          <a:solidFill>
                            <a:srgbClr val="000000"/>
                          </a:solidFill>
                          <a:effectLst/>
                        </a:rPr>
                        <a:t>用于参加国际会议，每人次</a:t>
                      </a:r>
                      <a:r>
                        <a:rPr lang="en-US" altLang="zh-CN" sz="700" b="0" u="none" strike="noStrike" dirty="0">
                          <a:solidFill>
                            <a:srgbClr val="000000"/>
                          </a:solidFill>
                          <a:effectLst/>
                        </a:rPr>
                        <a:t>2</a:t>
                      </a:r>
                      <a:r>
                        <a:rPr lang="zh-CN" altLang="en-US" sz="700" b="0" u="none" strike="noStrike" dirty="0">
                          <a:solidFill>
                            <a:srgbClr val="000000"/>
                          </a:solidFill>
                          <a:effectLst/>
                        </a:rPr>
                        <a:t>万，预计参加</a:t>
                      </a:r>
                      <a:r>
                        <a:rPr lang="en-US" altLang="zh-CN" sz="700" b="0" u="none" strike="noStrike" dirty="0">
                          <a:solidFill>
                            <a:srgbClr val="000000"/>
                          </a:solidFill>
                          <a:effectLst/>
                        </a:rPr>
                        <a:t>2</a:t>
                      </a:r>
                      <a:r>
                        <a:rPr lang="zh-CN" altLang="en-US" sz="700" b="0" u="none" strike="noStrike" dirty="0">
                          <a:solidFill>
                            <a:srgbClr val="000000"/>
                          </a:solidFill>
                          <a:effectLst/>
                        </a:rPr>
                        <a:t>人</a:t>
                      </a:r>
                      <a:endParaRPr lang="zh-CN" altLang="en-US" sz="700" b="0" i="0" u="none" strike="noStrike" dirty="0">
                        <a:solidFill>
                          <a:srgbClr val="000000"/>
                        </a:solidFill>
                        <a:effectLst/>
                        <a:latin typeface="+mn-lt"/>
                        <a:ea typeface="宋体" panose="02010600030101010101" pitchFamily="2" charset="-122"/>
                      </a:endParaRPr>
                    </a:p>
                  </a:txBody>
                  <a:tcPr marL="2071" marR="2071" marT="2071" marB="0" anchor="ctr"/>
                </a:tc>
                <a:tc>
                  <a:txBody>
                    <a:bodyPr/>
                    <a:lstStyle/>
                    <a:p>
                      <a:pPr algn="l" fontAlgn="ctr"/>
                      <a:r>
                        <a:rPr lang="en-US" altLang="zh-CN" sz="800" b="0" u="none" strike="noStrike">
                          <a:solidFill>
                            <a:srgbClr val="000000"/>
                          </a:solidFill>
                          <a:effectLst/>
                        </a:rPr>
                        <a:t>40,000</a:t>
                      </a:r>
                      <a:endParaRPr lang="en-US" altLang="zh-CN" sz="800" b="0" i="0" u="none" strike="noStrike">
                        <a:solidFill>
                          <a:srgbClr val="000000"/>
                        </a:solidFill>
                        <a:effectLst/>
                        <a:latin typeface="+mn-lt"/>
                        <a:ea typeface="宋体" panose="02010600030101010101" pitchFamily="2" charset="-122"/>
                      </a:endParaRPr>
                    </a:p>
                  </a:txBody>
                  <a:tcPr marL="2071" marR="2071" marT="2071" marB="0" anchor="ctr"/>
                </a:tc>
                <a:tc>
                  <a:txBody>
                    <a:bodyPr/>
                    <a:lstStyle/>
                    <a:p>
                      <a:pPr algn="l" fontAlgn="ctr"/>
                      <a:r>
                        <a:rPr lang="en-US" altLang="zh-CN" sz="800" b="0" u="none" strike="noStrike" dirty="0">
                          <a:solidFill>
                            <a:srgbClr val="000000"/>
                          </a:solidFill>
                          <a:effectLst/>
                        </a:rPr>
                        <a:t>80,000</a:t>
                      </a:r>
                      <a:endParaRPr lang="en-US" altLang="zh-CN" sz="800" b="0" i="0" u="none" strike="noStrike" dirty="0">
                        <a:solidFill>
                          <a:srgbClr val="000000"/>
                        </a:solidFill>
                        <a:effectLst/>
                        <a:latin typeface="+mn-lt"/>
                        <a:ea typeface="宋体" panose="02010600030101010101" pitchFamily="2" charset="-122"/>
                      </a:endParaRPr>
                    </a:p>
                  </a:txBody>
                  <a:tcPr marL="2071" marR="2071" marT="2071" marB="0" anchor="ctr"/>
                </a:tc>
                <a:extLst>
                  <a:ext uri="{0D108BD9-81ED-4DB2-BD59-A6C34878D82A}">
                    <a16:rowId xmlns:a16="http://schemas.microsoft.com/office/drawing/2014/main" val="204557434"/>
                  </a:ext>
                </a:extLst>
              </a:tr>
              <a:tr h="385447">
                <a:tc>
                  <a:txBody>
                    <a:bodyPr/>
                    <a:lstStyle/>
                    <a:p>
                      <a:pPr algn="l" fontAlgn="ctr"/>
                      <a:r>
                        <a:rPr lang="zh-CN" altLang="en-US" sz="800" b="1" u="none" strike="noStrike">
                          <a:solidFill>
                            <a:srgbClr val="000000"/>
                          </a:solidFill>
                          <a:effectLst/>
                        </a:rPr>
                        <a:t>会议费</a:t>
                      </a:r>
                      <a:endParaRPr lang="zh-CN" altLang="en-US" sz="800" b="1" i="0" u="none" strike="noStrike">
                        <a:solidFill>
                          <a:srgbClr val="000000"/>
                        </a:solidFill>
                        <a:effectLst/>
                        <a:latin typeface="+mn-lt"/>
                        <a:ea typeface="宋体" panose="02010600030101010101" pitchFamily="2" charset="-122"/>
                      </a:endParaRPr>
                    </a:p>
                  </a:txBody>
                  <a:tcPr marL="2071" marR="2071" marT="2071" marB="0" anchor="ctr"/>
                </a:tc>
                <a:tc>
                  <a:txBody>
                    <a:bodyPr/>
                    <a:lstStyle/>
                    <a:p>
                      <a:pPr algn="l" fontAlgn="ctr"/>
                      <a:r>
                        <a:rPr lang="zh-CN" altLang="en-US" sz="800" b="0" u="none" strike="noStrike">
                          <a:solidFill>
                            <a:srgbClr val="000000"/>
                          </a:solidFill>
                          <a:effectLst/>
                        </a:rPr>
                        <a:t>　</a:t>
                      </a:r>
                      <a:endParaRPr lang="zh-CN" altLang="en-US" sz="800" b="0" i="0" u="none" strike="noStrike">
                        <a:solidFill>
                          <a:srgbClr val="000000"/>
                        </a:solidFill>
                        <a:effectLst/>
                        <a:latin typeface="+mn-lt"/>
                        <a:ea typeface="宋体" panose="02010600030101010101" pitchFamily="2" charset="-122"/>
                      </a:endParaRPr>
                    </a:p>
                  </a:txBody>
                  <a:tcPr marL="2071" marR="2071" marT="2071" marB="0" anchor="ctr"/>
                </a:tc>
                <a:tc>
                  <a:txBody>
                    <a:bodyPr/>
                    <a:lstStyle/>
                    <a:p>
                      <a:pPr algn="l" fontAlgn="ctr"/>
                      <a:r>
                        <a:rPr lang="zh-CN" altLang="en-US" sz="700" b="0" u="none" strike="noStrike" dirty="0">
                          <a:solidFill>
                            <a:srgbClr val="000000"/>
                          </a:solidFill>
                          <a:effectLst/>
                        </a:rPr>
                        <a:t>用于项目研究过程中组织开展学术研讨、咨询发生的会议费用，计划召开项目启动会（</a:t>
                      </a:r>
                      <a:r>
                        <a:rPr lang="en-US" altLang="zh-CN" sz="700" b="0" u="none" strike="noStrike" dirty="0">
                          <a:solidFill>
                            <a:srgbClr val="000000"/>
                          </a:solidFill>
                          <a:effectLst/>
                        </a:rPr>
                        <a:t>1</a:t>
                      </a:r>
                      <a:r>
                        <a:rPr lang="zh-CN" altLang="en-US" sz="700" b="0" u="none" strike="noStrike" dirty="0">
                          <a:solidFill>
                            <a:srgbClr val="000000"/>
                          </a:solidFill>
                          <a:effectLst/>
                        </a:rPr>
                        <a:t>次），会期</a:t>
                      </a:r>
                      <a:r>
                        <a:rPr lang="en-US" altLang="zh-CN" sz="700" b="0" u="none" strike="noStrike" dirty="0">
                          <a:solidFill>
                            <a:srgbClr val="000000"/>
                          </a:solidFill>
                          <a:effectLst/>
                        </a:rPr>
                        <a:t>1</a:t>
                      </a:r>
                      <a:r>
                        <a:rPr lang="zh-CN" altLang="en-US" sz="700" b="0" u="none" strike="noStrike" dirty="0">
                          <a:solidFill>
                            <a:srgbClr val="000000"/>
                          </a:solidFill>
                          <a:effectLst/>
                        </a:rPr>
                        <a:t>天，参加人员</a:t>
                      </a:r>
                      <a:r>
                        <a:rPr lang="en-US" altLang="zh-CN" sz="700" b="0" u="none" strike="noStrike" dirty="0">
                          <a:solidFill>
                            <a:srgbClr val="000000"/>
                          </a:solidFill>
                          <a:effectLst/>
                        </a:rPr>
                        <a:t>10</a:t>
                      </a:r>
                      <a:r>
                        <a:rPr lang="zh-CN" altLang="en-US" sz="700" b="0" u="none" strike="noStrike" dirty="0">
                          <a:solidFill>
                            <a:srgbClr val="000000"/>
                          </a:solidFill>
                          <a:effectLst/>
                        </a:rPr>
                        <a:t>人。按照平均</a:t>
                      </a:r>
                      <a:r>
                        <a:rPr lang="en-US" altLang="zh-CN" sz="700" b="0" u="none" strike="noStrike" dirty="0">
                          <a:solidFill>
                            <a:srgbClr val="000000"/>
                          </a:solidFill>
                          <a:effectLst/>
                        </a:rPr>
                        <a:t>550</a:t>
                      </a:r>
                      <a:r>
                        <a:rPr lang="zh-CN" altLang="en-US" sz="700" b="0" u="none" strike="noStrike" dirty="0">
                          <a:solidFill>
                            <a:srgbClr val="000000"/>
                          </a:solidFill>
                          <a:effectLst/>
                        </a:rPr>
                        <a:t>元</a:t>
                      </a:r>
                      <a:r>
                        <a:rPr lang="en-US" altLang="zh-CN" sz="700" b="0" u="none" strike="noStrike" dirty="0">
                          <a:solidFill>
                            <a:srgbClr val="000000"/>
                          </a:solidFill>
                          <a:effectLst/>
                        </a:rPr>
                        <a:t>/</a:t>
                      </a:r>
                      <a:r>
                        <a:rPr lang="zh-CN" altLang="en-US" sz="700" b="0" u="none" strike="noStrike" dirty="0">
                          <a:solidFill>
                            <a:srgbClr val="000000"/>
                          </a:solidFill>
                          <a:effectLst/>
                        </a:rPr>
                        <a:t>人次标准（含住宿、餐饮、会议室租赁费、会议材料印刷费、交通费等），共计</a:t>
                      </a:r>
                      <a:r>
                        <a:rPr lang="en-US" altLang="zh-CN" sz="700" b="0" u="none" strike="noStrike" dirty="0">
                          <a:solidFill>
                            <a:srgbClr val="000000"/>
                          </a:solidFill>
                          <a:effectLst/>
                        </a:rPr>
                        <a:t>550</a:t>
                      </a:r>
                      <a:r>
                        <a:rPr lang="zh-CN" altLang="en-US" sz="700" b="0" u="none" strike="noStrike" dirty="0">
                          <a:solidFill>
                            <a:srgbClr val="000000"/>
                          </a:solidFill>
                          <a:effectLst/>
                        </a:rPr>
                        <a:t>元</a:t>
                      </a:r>
                      <a:r>
                        <a:rPr lang="en-US" altLang="zh-CN" sz="700" b="0" u="none" strike="noStrike" dirty="0">
                          <a:solidFill>
                            <a:srgbClr val="000000"/>
                          </a:solidFill>
                          <a:effectLst/>
                        </a:rPr>
                        <a:t>/</a:t>
                      </a:r>
                      <a:r>
                        <a:rPr lang="zh-CN" altLang="en-US" sz="700" b="0" u="none" strike="noStrike" dirty="0">
                          <a:solidFill>
                            <a:srgbClr val="000000"/>
                          </a:solidFill>
                          <a:effectLst/>
                        </a:rPr>
                        <a:t>人天</a:t>
                      </a:r>
                      <a:r>
                        <a:rPr lang="en-US" altLang="zh-CN" sz="700" b="0" u="none" strike="noStrike" dirty="0">
                          <a:solidFill>
                            <a:srgbClr val="000000"/>
                          </a:solidFill>
                          <a:effectLst/>
                        </a:rPr>
                        <a:t>/</a:t>
                      </a:r>
                      <a:r>
                        <a:rPr lang="zh-CN" altLang="en-US" sz="700" b="0" u="none" strike="noStrike" dirty="0">
                          <a:solidFill>
                            <a:srgbClr val="000000"/>
                          </a:solidFill>
                          <a:effectLst/>
                        </a:rPr>
                        <a:t>次</a:t>
                      </a:r>
                      <a:r>
                        <a:rPr lang="en-US" altLang="zh-CN" sz="700" b="0" u="none" strike="noStrike" dirty="0">
                          <a:solidFill>
                            <a:srgbClr val="000000"/>
                          </a:solidFill>
                          <a:effectLst/>
                        </a:rPr>
                        <a:t>×1</a:t>
                      </a:r>
                      <a:r>
                        <a:rPr lang="zh-CN" altLang="en-US" sz="700" b="0" u="none" strike="noStrike" dirty="0">
                          <a:solidFill>
                            <a:srgbClr val="000000"/>
                          </a:solidFill>
                          <a:effectLst/>
                        </a:rPr>
                        <a:t>天</a:t>
                      </a:r>
                      <a:r>
                        <a:rPr lang="en-US" altLang="zh-CN" sz="700" b="0" u="none" strike="noStrike" dirty="0">
                          <a:solidFill>
                            <a:srgbClr val="000000"/>
                          </a:solidFill>
                          <a:effectLst/>
                        </a:rPr>
                        <a:t>×10</a:t>
                      </a:r>
                      <a:r>
                        <a:rPr lang="zh-CN" altLang="en-US" sz="700" b="0" u="none" strike="noStrike" dirty="0">
                          <a:solidFill>
                            <a:srgbClr val="000000"/>
                          </a:solidFill>
                          <a:effectLst/>
                        </a:rPr>
                        <a:t>人</a:t>
                      </a:r>
                      <a:endParaRPr lang="zh-CN" altLang="en-US" sz="700" b="0" i="0" u="none" strike="noStrike" dirty="0">
                        <a:solidFill>
                          <a:srgbClr val="000000"/>
                        </a:solidFill>
                        <a:effectLst/>
                        <a:latin typeface="+mn-lt"/>
                        <a:ea typeface="宋体" panose="02010600030101010101" pitchFamily="2" charset="-122"/>
                      </a:endParaRPr>
                    </a:p>
                  </a:txBody>
                  <a:tcPr marL="2071" marR="2071" marT="2071" marB="0" anchor="ctr"/>
                </a:tc>
                <a:tc>
                  <a:txBody>
                    <a:bodyPr/>
                    <a:lstStyle/>
                    <a:p>
                      <a:pPr algn="l" fontAlgn="ctr"/>
                      <a:r>
                        <a:rPr lang="en-US" altLang="zh-CN" sz="800" b="0" u="none" strike="noStrike">
                          <a:solidFill>
                            <a:srgbClr val="000000"/>
                          </a:solidFill>
                          <a:effectLst/>
                        </a:rPr>
                        <a:t>5,500</a:t>
                      </a:r>
                      <a:endParaRPr lang="en-US" altLang="zh-CN" sz="800" b="0" i="0" u="none" strike="noStrike">
                        <a:solidFill>
                          <a:srgbClr val="000000"/>
                        </a:solidFill>
                        <a:effectLst/>
                        <a:latin typeface="+mn-lt"/>
                        <a:ea typeface="宋体" panose="02010600030101010101" pitchFamily="2" charset="-122"/>
                      </a:endParaRPr>
                    </a:p>
                  </a:txBody>
                  <a:tcPr marL="2071" marR="2071" marT="2071" marB="0" anchor="ctr"/>
                </a:tc>
                <a:tc>
                  <a:txBody>
                    <a:bodyPr/>
                    <a:lstStyle/>
                    <a:p>
                      <a:pPr algn="l" fontAlgn="ctr"/>
                      <a:r>
                        <a:rPr lang="zh-CN" altLang="en-US" sz="700" b="0" u="none" strike="noStrike" dirty="0">
                          <a:solidFill>
                            <a:srgbClr val="000000"/>
                          </a:solidFill>
                          <a:effectLst/>
                        </a:rPr>
                        <a:t>用于项目研究过程中组织开展学术研讨、咨询发生的会议费用，计划召开项目启动会（</a:t>
                      </a:r>
                      <a:r>
                        <a:rPr lang="en-US" altLang="zh-CN" sz="700" b="0" u="none" strike="noStrike" dirty="0">
                          <a:solidFill>
                            <a:srgbClr val="000000"/>
                          </a:solidFill>
                          <a:effectLst/>
                        </a:rPr>
                        <a:t>1</a:t>
                      </a:r>
                      <a:r>
                        <a:rPr lang="zh-CN" altLang="en-US" sz="700" b="0" u="none" strike="noStrike" dirty="0">
                          <a:solidFill>
                            <a:srgbClr val="000000"/>
                          </a:solidFill>
                          <a:effectLst/>
                        </a:rPr>
                        <a:t>次），会期</a:t>
                      </a:r>
                      <a:r>
                        <a:rPr lang="en-US" altLang="zh-CN" sz="700" b="0" u="none" strike="noStrike" dirty="0">
                          <a:solidFill>
                            <a:srgbClr val="000000"/>
                          </a:solidFill>
                          <a:effectLst/>
                        </a:rPr>
                        <a:t>1</a:t>
                      </a:r>
                      <a:r>
                        <a:rPr lang="zh-CN" altLang="en-US" sz="700" b="0" u="none" strike="noStrike" dirty="0">
                          <a:solidFill>
                            <a:srgbClr val="000000"/>
                          </a:solidFill>
                          <a:effectLst/>
                        </a:rPr>
                        <a:t>天，参加人员</a:t>
                      </a:r>
                      <a:r>
                        <a:rPr lang="en-US" altLang="zh-CN" sz="700" b="0" u="none" strike="noStrike" dirty="0">
                          <a:solidFill>
                            <a:srgbClr val="000000"/>
                          </a:solidFill>
                          <a:effectLst/>
                        </a:rPr>
                        <a:t>10</a:t>
                      </a:r>
                      <a:r>
                        <a:rPr lang="zh-CN" altLang="en-US" sz="700" b="0" u="none" strike="noStrike" dirty="0">
                          <a:solidFill>
                            <a:srgbClr val="000000"/>
                          </a:solidFill>
                          <a:effectLst/>
                        </a:rPr>
                        <a:t>人。按照平均</a:t>
                      </a:r>
                      <a:r>
                        <a:rPr lang="en-US" altLang="zh-CN" sz="700" b="0" u="none" strike="noStrike" dirty="0">
                          <a:solidFill>
                            <a:srgbClr val="000000"/>
                          </a:solidFill>
                          <a:effectLst/>
                        </a:rPr>
                        <a:t>550</a:t>
                      </a:r>
                      <a:r>
                        <a:rPr lang="zh-CN" altLang="en-US" sz="700" b="0" u="none" strike="noStrike" dirty="0">
                          <a:solidFill>
                            <a:srgbClr val="000000"/>
                          </a:solidFill>
                          <a:effectLst/>
                        </a:rPr>
                        <a:t>元</a:t>
                      </a:r>
                      <a:r>
                        <a:rPr lang="en-US" altLang="zh-CN" sz="700" b="0" u="none" strike="noStrike" dirty="0">
                          <a:solidFill>
                            <a:srgbClr val="000000"/>
                          </a:solidFill>
                          <a:effectLst/>
                        </a:rPr>
                        <a:t>/</a:t>
                      </a:r>
                      <a:r>
                        <a:rPr lang="zh-CN" altLang="en-US" sz="700" b="0" u="none" strike="noStrike" dirty="0">
                          <a:solidFill>
                            <a:srgbClr val="000000"/>
                          </a:solidFill>
                          <a:effectLst/>
                        </a:rPr>
                        <a:t>人次标准（含住宿、餐饮、会议室租赁费、会议材料印刷费、交通费等），共计</a:t>
                      </a:r>
                      <a:r>
                        <a:rPr lang="en-US" altLang="zh-CN" sz="700" b="0" u="none" strike="noStrike" dirty="0">
                          <a:solidFill>
                            <a:srgbClr val="000000"/>
                          </a:solidFill>
                          <a:effectLst/>
                        </a:rPr>
                        <a:t>550</a:t>
                      </a:r>
                      <a:r>
                        <a:rPr lang="zh-CN" altLang="en-US" sz="700" b="0" u="none" strike="noStrike" dirty="0">
                          <a:solidFill>
                            <a:srgbClr val="000000"/>
                          </a:solidFill>
                          <a:effectLst/>
                        </a:rPr>
                        <a:t>元</a:t>
                      </a:r>
                      <a:r>
                        <a:rPr lang="en-US" altLang="zh-CN" sz="700" b="0" u="none" strike="noStrike" dirty="0">
                          <a:solidFill>
                            <a:srgbClr val="000000"/>
                          </a:solidFill>
                          <a:effectLst/>
                        </a:rPr>
                        <a:t>/</a:t>
                      </a:r>
                      <a:r>
                        <a:rPr lang="zh-CN" altLang="en-US" sz="700" b="0" u="none" strike="noStrike" dirty="0">
                          <a:solidFill>
                            <a:srgbClr val="000000"/>
                          </a:solidFill>
                          <a:effectLst/>
                        </a:rPr>
                        <a:t>人天</a:t>
                      </a:r>
                      <a:r>
                        <a:rPr lang="en-US" altLang="zh-CN" sz="700" b="0" u="none" strike="noStrike" dirty="0">
                          <a:solidFill>
                            <a:srgbClr val="000000"/>
                          </a:solidFill>
                          <a:effectLst/>
                        </a:rPr>
                        <a:t>/</a:t>
                      </a:r>
                      <a:r>
                        <a:rPr lang="zh-CN" altLang="en-US" sz="700" b="0" u="none" strike="noStrike" dirty="0">
                          <a:solidFill>
                            <a:srgbClr val="000000"/>
                          </a:solidFill>
                          <a:effectLst/>
                        </a:rPr>
                        <a:t>次</a:t>
                      </a:r>
                      <a:r>
                        <a:rPr lang="en-US" altLang="zh-CN" sz="700" b="0" u="none" strike="noStrike" dirty="0">
                          <a:solidFill>
                            <a:srgbClr val="000000"/>
                          </a:solidFill>
                          <a:effectLst/>
                        </a:rPr>
                        <a:t>×1</a:t>
                      </a:r>
                      <a:r>
                        <a:rPr lang="zh-CN" altLang="en-US" sz="700" b="0" u="none" strike="noStrike" dirty="0">
                          <a:solidFill>
                            <a:srgbClr val="000000"/>
                          </a:solidFill>
                          <a:effectLst/>
                        </a:rPr>
                        <a:t>天</a:t>
                      </a:r>
                      <a:r>
                        <a:rPr lang="en-US" altLang="zh-CN" sz="700" b="0" u="none" strike="noStrike" dirty="0">
                          <a:solidFill>
                            <a:srgbClr val="000000"/>
                          </a:solidFill>
                          <a:effectLst/>
                        </a:rPr>
                        <a:t>×10</a:t>
                      </a:r>
                      <a:r>
                        <a:rPr lang="zh-CN" altLang="en-US" sz="700" b="0" u="none" strike="noStrike" dirty="0">
                          <a:solidFill>
                            <a:srgbClr val="000000"/>
                          </a:solidFill>
                          <a:effectLst/>
                        </a:rPr>
                        <a:t>人</a:t>
                      </a:r>
                      <a:r>
                        <a:rPr lang="en-US" altLang="zh-CN" sz="700" b="0" u="none" strike="noStrike" dirty="0">
                          <a:solidFill>
                            <a:srgbClr val="000000"/>
                          </a:solidFill>
                          <a:effectLst/>
                        </a:rPr>
                        <a:t>=5,500</a:t>
                      </a:r>
                      <a:r>
                        <a:rPr lang="zh-CN" altLang="en-US" sz="700" b="0" u="none" strike="noStrike" dirty="0">
                          <a:solidFill>
                            <a:srgbClr val="000000"/>
                          </a:solidFill>
                          <a:effectLst/>
                        </a:rPr>
                        <a:t>元。</a:t>
                      </a:r>
                      <a:endParaRPr lang="zh-CN" altLang="en-US" sz="700" b="0" i="0" u="none" strike="noStrike" dirty="0">
                        <a:solidFill>
                          <a:srgbClr val="000000"/>
                        </a:solidFill>
                        <a:effectLst/>
                        <a:latin typeface="+mn-lt"/>
                        <a:ea typeface="宋体" panose="02010600030101010101" pitchFamily="2" charset="-122"/>
                      </a:endParaRPr>
                    </a:p>
                  </a:txBody>
                  <a:tcPr marL="2071" marR="2071" marT="2071" marB="0" anchor="ctr"/>
                </a:tc>
                <a:tc>
                  <a:txBody>
                    <a:bodyPr/>
                    <a:lstStyle/>
                    <a:p>
                      <a:pPr algn="l" fontAlgn="ctr"/>
                      <a:r>
                        <a:rPr lang="en-US" altLang="zh-CN" sz="800" b="0" u="none" strike="noStrike">
                          <a:solidFill>
                            <a:srgbClr val="000000"/>
                          </a:solidFill>
                          <a:effectLst/>
                        </a:rPr>
                        <a:t>5,500</a:t>
                      </a:r>
                      <a:endParaRPr lang="en-US" altLang="zh-CN" sz="800" b="0" i="0" u="none" strike="noStrike">
                        <a:solidFill>
                          <a:srgbClr val="000000"/>
                        </a:solidFill>
                        <a:effectLst/>
                        <a:latin typeface="+mn-lt"/>
                        <a:ea typeface="宋体" panose="02010600030101010101" pitchFamily="2" charset="-122"/>
                      </a:endParaRPr>
                    </a:p>
                  </a:txBody>
                  <a:tcPr marL="2071" marR="2071" marT="2071" marB="0" anchor="ctr"/>
                </a:tc>
                <a:tc>
                  <a:txBody>
                    <a:bodyPr/>
                    <a:lstStyle/>
                    <a:p>
                      <a:pPr algn="l" fontAlgn="ctr"/>
                      <a:r>
                        <a:rPr lang="en-US" altLang="zh-CN" sz="800" b="0" u="none" strike="noStrike" dirty="0">
                          <a:solidFill>
                            <a:srgbClr val="000000"/>
                          </a:solidFill>
                          <a:effectLst/>
                        </a:rPr>
                        <a:t>11,000</a:t>
                      </a:r>
                      <a:endParaRPr lang="en-US" altLang="zh-CN" sz="800" b="0" i="0" u="none" strike="noStrike" dirty="0">
                        <a:solidFill>
                          <a:srgbClr val="000000"/>
                        </a:solidFill>
                        <a:effectLst/>
                        <a:latin typeface="+mn-lt"/>
                        <a:ea typeface="宋体" panose="02010600030101010101" pitchFamily="2" charset="-122"/>
                      </a:endParaRPr>
                    </a:p>
                  </a:txBody>
                  <a:tcPr marL="2071" marR="2071" marT="2071" marB="0" anchor="ctr"/>
                </a:tc>
                <a:extLst>
                  <a:ext uri="{0D108BD9-81ED-4DB2-BD59-A6C34878D82A}">
                    <a16:rowId xmlns:a16="http://schemas.microsoft.com/office/drawing/2014/main" val="3499473241"/>
                  </a:ext>
                </a:extLst>
              </a:tr>
              <a:tr h="193654">
                <a:tc>
                  <a:txBody>
                    <a:bodyPr/>
                    <a:lstStyle/>
                    <a:p>
                      <a:pPr algn="l" fontAlgn="ctr"/>
                      <a:r>
                        <a:rPr lang="zh-CN" altLang="en-US" sz="800" b="1" u="none" strike="noStrike">
                          <a:solidFill>
                            <a:srgbClr val="000000"/>
                          </a:solidFill>
                          <a:effectLst/>
                        </a:rPr>
                        <a:t>交通费</a:t>
                      </a:r>
                      <a:endParaRPr lang="zh-CN" altLang="en-US" sz="800" b="1" i="0" u="none" strike="noStrike">
                        <a:solidFill>
                          <a:srgbClr val="000000"/>
                        </a:solidFill>
                        <a:effectLst/>
                        <a:latin typeface="+mn-lt"/>
                        <a:ea typeface="宋体" panose="02010600030101010101" pitchFamily="2" charset="-122"/>
                      </a:endParaRPr>
                    </a:p>
                  </a:txBody>
                  <a:tcPr marL="2071" marR="2071" marT="2071" marB="0" anchor="ctr"/>
                </a:tc>
                <a:tc>
                  <a:txBody>
                    <a:bodyPr/>
                    <a:lstStyle/>
                    <a:p>
                      <a:pPr algn="l" fontAlgn="ctr"/>
                      <a:r>
                        <a:rPr lang="zh-CN" altLang="en-US" sz="800" b="0" u="none" strike="noStrike">
                          <a:solidFill>
                            <a:srgbClr val="000000"/>
                          </a:solidFill>
                          <a:effectLst/>
                        </a:rPr>
                        <a:t>　</a:t>
                      </a:r>
                      <a:endParaRPr lang="zh-CN" altLang="en-US" sz="800" b="0" i="0" u="none" strike="noStrike">
                        <a:solidFill>
                          <a:srgbClr val="000000"/>
                        </a:solidFill>
                        <a:effectLst/>
                        <a:latin typeface="+mn-lt"/>
                        <a:ea typeface="宋体" panose="02010600030101010101" pitchFamily="2" charset="-122"/>
                      </a:endParaRPr>
                    </a:p>
                  </a:txBody>
                  <a:tcPr marL="2071" marR="2071" marT="2071" marB="0" anchor="ctr"/>
                </a:tc>
                <a:tc>
                  <a:txBody>
                    <a:bodyPr/>
                    <a:lstStyle/>
                    <a:p>
                      <a:pPr algn="l" fontAlgn="ctr"/>
                      <a:r>
                        <a:rPr lang="zh-CN" altLang="en-US" sz="700" b="0" u="none" strike="noStrike" dirty="0">
                          <a:solidFill>
                            <a:srgbClr val="000000"/>
                          </a:solidFill>
                          <a:effectLst/>
                        </a:rPr>
                        <a:t>咨询专家产生的市内交通费</a:t>
                      </a:r>
                      <a:br>
                        <a:rPr lang="zh-CN" altLang="en-US" sz="700" b="0" u="none" strike="noStrike" dirty="0">
                          <a:solidFill>
                            <a:srgbClr val="000000"/>
                          </a:solidFill>
                          <a:effectLst/>
                        </a:rPr>
                      </a:br>
                      <a:r>
                        <a:rPr lang="zh-CN" altLang="en-US" sz="700" b="0" u="none" strike="noStrike" dirty="0">
                          <a:solidFill>
                            <a:srgbClr val="000000"/>
                          </a:solidFill>
                          <a:effectLst/>
                        </a:rPr>
                        <a:t>前往数据源分析数据 </a:t>
                      </a:r>
                      <a:endParaRPr lang="zh-CN" altLang="en-US" sz="700" b="0" i="0" u="none" strike="noStrike" dirty="0">
                        <a:solidFill>
                          <a:srgbClr val="000000"/>
                        </a:solidFill>
                        <a:effectLst/>
                        <a:latin typeface="+mn-lt"/>
                        <a:ea typeface="宋体" panose="02010600030101010101" pitchFamily="2" charset="-122"/>
                      </a:endParaRPr>
                    </a:p>
                  </a:txBody>
                  <a:tcPr marL="2071" marR="2071" marT="2071" marB="0" anchor="ctr"/>
                </a:tc>
                <a:tc>
                  <a:txBody>
                    <a:bodyPr/>
                    <a:lstStyle/>
                    <a:p>
                      <a:pPr algn="l" fontAlgn="ctr"/>
                      <a:r>
                        <a:rPr lang="en-US" altLang="zh-CN" sz="800" b="0" u="none" strike="noStrike">
                          <a:solidFill>
                            <a:srgbClr val="000000"/>
                          </a:solidFill>
                          <a:effectLst/>
                        </a:rPr>
                        <a:t>10,000</a:t>
                      </a:r>
                      <a:endParaRPr lang="en-US" altLang="zh-CN" sz="800" b="0" i="0" u="none" strike="noStrike">
                        <a:solidFill>
                          <a:srgbClr val="000000"/>
                        </a:solidFill>
                        <a:effectLst/>
                        <a:latin typeface="+mn-lt"/>
                        <a:ea typeface="宋体" panose="02010600030101010101" pitchFamily="2" charset="-122"/>
                      </a:endParaRPr>
                    </a:p>
                  </a:txBody>
                  <a:tcPr marL="2071" marR="2071" marT="2071" marB="0" anchor="ctr"/>
                </a:tc>
                <a:tc>
                  <a:txBody>
                    <a:bodyPr/>
                    <a:lstStyle/>
                    <a:p>
                      <a:pPr algn="l" fontAlgn="ctr"/>
                      <a:r>
                        <a:rPr lang="zh-CN" altLang="en-US" sz="700" b="0" u="none" strike="noStrike" dirty="0">
                          <a:solidFill>
                            <a:srgbClr val="000000"/>
                          </a:solidFill>
                          <a:effectLst/>
                        </a:rPr>
                        <a:t>咨询专家产生的市内交通费</a:t>
                      </a:r>
                      <a:br>
                        <a:rPr lang="zh-CN" altLang="en-US" sz="700" b="0" u="none" strike="noStrike" dirty="0">
                          <a:solidFill>
                            <a:srgbClr val="000000"/>
                          </a:solidFill>
                          <a:effectLst/>
                        </a:rPr>
                      </a:br>
                      <a:r>
                        <a:rPr lang="zh-CN" altLang="en-US" sz="700" b="0" u="none" strike="noStrike" dirty="0">
                          <a:solidFill>
                            <a:srgbClr val="000000"/>
                          </a:solidFill>
                          <a:effectLst/>
                        </a:rPr>
                        <a:t>前往数据源分析数据 </a:t>
                      </a:r>
                      <a:endParaRPr lang="zh-CN" altLang="en-US" sz="700" b="0" i="0" u="none" strike="noStrike" dirty="0">
                        <a:solidFill>
                          <a:srgbClr val="000000"/>
                        </a:solidFill>
                        <a:effectLst/>
                        <a:latin typeface="+mn-lt"/>
                        <a:ea typeface="宋体" panose="02010600030101010101" pitchFamily="2" charset="-122"/>
                      </a:endParaRPr>
                    </a:p>
                  </a:txBody>
                  <a:tcPr marL="2071" marR="2071" marT="2071" marB="0" anchor="ctr"/>
                </a:tc>
                <a:tc>
                  <a:txBody>
                    <a:bodyPr/>
                    <a:lstStyle/>
                    <a:p>
                      <a:pPr algn="l" fontAlgn="ctr"/>
                      <a:r>
                        <a:rPr lang="en-US" altLang="zh-CN" sz="800" b="0" u="none" strike="noStrike">
                          <a:solidFill>
                            <a:srgbClr val="000000"/>
                          </a:solidFill>
                          <a:effectLst/>
                        </a:rPr>
                        <a:t>12,000 </a:t>
                      </a:r>
                      <a:endParaRPr lang="en-US" altLang="zh-CN" sz="800" b="0" i="0" u="none" strike="noStrike">
                        <a:solidFill>
                          <a:srgbClr val="000000"/>
                        </a:solidFill>
                        <a:effectLst/>
                        <a:latin typeface="+mn-lt"/>
                        <a:ea typeface="宋体" panose="02010600030101010101" pitchFamily="2" charset="-122"/>
                      </a:endParaRPr>
                    </a:p>
                  </a:txBody>
                  <a:tcPr marL="2071" marR="2071" marT="2071" marB="0" anchor="ctr"/>
                </a:tc>
                <a:tc>
                  <a:txBody>
                    <a:bodyPr/>
                    <a:lstStyle/>
                    <a:p>
                      <a:pPr algn="l" fontAlgn="ctr"/>
                      <a:r>
                        <a:rPr lang="en-US" altLang="zh-CN" sz="800" b="0" u="none" strike="noStrike" dirty="0">
                          <a:solidFill>
                            <a:srgbClr val="000000"/>
                          </a:solidFill>
                          <a:effectLst/>
                        </a:rPr>
                        <a:t>22,000</a:t>
                      </a:r>
                      <a:endParaRPr lang="en-US" altLang="zh-CN" sz="800" b="0" i="0" u="none" strike="noStrike" dirty="0">
                        <a:solidFill>
                          <a:srgbClr val="000000"/>
                        </a:solidFill>
                        <a:effectLst/>
                        <a:latin typeface="+mn-lt"/>
                        <a:ea typeface="宋体" panose="02010600030101010101" pitchFamily="2" charset="-122"/>
                      </a:endParaRPr>
                    </a:p>
                  </a:txBody>
                  <a:tcPr marL="2071" marR="2071" marT="2071" marB="0" anchor="ctr"/>
                </a:tc>
                <a:extLst>
                  <a:ext uri="{0D108BD9-81ED-4DB2-BD59-A6C34878D82A}">
                    <a16:rowId xmlns:a16="http://schemas.microsoft.com/office/drawing/2014/main" val="2278807074"/>
                  </a:ext>
                </a:extLst>
              </a:tr>
              <a:tr h="111458">
                <a:tc>
                  <a:txBody>
                    <a:bodyPr/>
                    <a:lstStyle/>
                    <a:p>
                      <a:pPr algn="l" fontAlgn="ctr"/>
                      <a:r>
                        <a:rPr lang="zh-CN" altLang="en-US" sz="800" b="1" u="none" strike="noStrike">
                          <a:solidFill>
                            <a:srgbClr val="000000"/>
                          </a:solidFill>
                          <a:effectLst/>
                        </a:rPr>
                        <a:t>出版文献信息知识产权费</a:t>
                      </a:r>
                      <a:endParaRPr lang="zh-CN" altLang="en-US" sz="800" b="1" i="0" u="none" strike="noStrike">
                        <a:solidFill>
                          <a:srgbClr val="000000"/>
                        </a:solidFill>
                        <a:effectLst/>
                        <a:latin typeface="+mn-lt"/>
                        <a:ea typeface="宋体" panose="02010600030101010101" pitchFamily="2" charset="-122"/>
                      </a:endParaRPr>
                    </a:p>
                  </a:txBody>
                  <a:tcPr marL="2071" marR="2071" marT="2071" marB="0" anchor="ctr"/>
                </a:tc>
                <a:tc>
                  <a:txBody>
                    <a:bodyPr/>
                    <a:lstStyle/>
                    <a:p>
                      <a:pPr algn="l" fontAlgn="ctr"/>
                      <a:r>
                        <a:rPr lang="zh-CN" altLang="en-US" sz="800" b="0" u="none" strike="noStrike">
                          <a:solidFill>
                            <a:srgbClr val="000000"/>
                          </a:solidFill>
                          <a:effectLst/>
                        </a:rPr>
                        <a:t>　</a:t>
                      </a:r>
                      <a:endParaRPr lang="zh-CN" altLang="en-US" sz="800" b="0" i="0" u="none" strike="noStrike">
                        <a:solidFill>
                          <a:srgbClr val="000000"/>
                        </a:solidFill>
                        <a:effectLst/>
                        <a:latin typeface="+mn-lt"/>
                        <a:ea typeface="宋体" panose="02010600030101010101" pitchFamily="2" charset="-122"/>
                      </a:endParaRPr>
                    </a:p>
                  </a:txBody>
                  <a:tcPr marL="2071" marR="2071" marT="2071" marB="0" anchor="ctr"/>
                </a:tc>
                <a:tc>
                  <a:txBody>
                    <a:bodyPr/>
                    <a:lstStyle/>
                    <a:p>
                      <a:pPr algn="l" fontAlgn="ctr"/>
                      <a:r>
                        <a:rPr lang="zh-CN" altLang="en-US" sz="700" b="0" u="none" strike="noStrike">
                          <a:solidFill>
                            <a:srgbClr val="000000"/>
                          </a:solidFill>
                          <a:effectLst/>
                        </a:rPr>
                        <a:t>发表</a:t>
                      </a:r>
                      <a:r>
                        <a:rPr lang="en-US" altLang="zh-CN" sz="700" b="0" u="none" strike="noStrike">
                          <a:solidFill>
                            <a:srgbClr val="000000"/>
                          </a:solidFill>
                          <a:effectLst/>
                        </a:rPr>
                        <a:t>SCI</a:t>
                      </a:r>
                      <a:r>
                        <a:rPr lang="zh-CN" altLang="en-US" sz="700" b="0" u="none" strike="noStrike">
                          <a:solidFill>
                            <a:srgbClr val="000000"/>
                          </a:solidFill>
                          <a:effectLst/>
                        </a:rPr>
                        <a:t>文章：</a:t>
                      </a:r>
                      <a:r>
                        <a:rPr lang="en-US" altLang="zh-CN" sz="700" b="0" u="none" strike="noStrike">
                          <a:solidFill>
                            <a:srgbClr val="000000"/>
                          </a:solidFill>
                          <a:effectLst/>
                        </a:rPr>
                        <a:t>15000</a:t>
                      </a:r>
                      <a:r>
                        <a:rPr lang="zh-CN" altLang="en-US" sz="700" b="0" u="none" strike="noStrike">
                          <a:solidFill>
                            <a:srgbClr val="000000"/>
                          </a:solidFill>
                          <a:effectLst/>
                        </a:rPr>
                        <a:t>元</a:t>
                      </a:r>
                      <a:r>
                        <a:rPr lang="en-US" altLang="zh-CN" sz="700" b="0" u="none" strike="noStrike">
                          <a:solidFill>
                            <a:srgbClr val="000000"/>
                          </a:solidFill>
                          <a:effectLst/>
                        </a:rPr>
                        <a:t>/</a:t>
                      </a:r>
                      <a:r>
                        <a:rPr lang="zh-CN" altLang="en-US" sz="700" b="0" u="none" strike="noStrike">
                          <a:solidFill>
                            <a:srgbClr val="000000"/>
                          </a:solidFill>
                          <a:effectLst/>
                        </a:rPr>
                        <a:t>篇</a:t>
                      </a:r>
                      <a:r>
                        <a:rPr lang="en-US" altLang="zh-CN" sz="700" b="0" u="none" strike="noStrike">
                          <a:solidFill>
                            <a:srgbClr val="000000"/>
                          </a:solidFill>
                          <a:effectLst/>
                        </a:rPr>
                        <a:t>×1</a:t>
                      </a:r>
                      <a:r>
                        <a:rPr lang="zh-CN" altLang="en-US" sz="700" b="0" u="none" strike="noStrike">
                          <a:solidFill>
                            <a:srgbClr val="000000"/>
                          </a:solidFill>
                          <a:effectLst/>
                        </a:rPr>
                        <a:t>篇</a:t>
                      </a:r>
                      <a:r>
                        <a:rPr lang="en-US" altLang="zh-CN" sz="700" b="0" u="none" strike="noStrike">
                          <a:solidFill>
                            <a:srgbClr val="000000"/>
                          </a:solidFill>
                          <a:effectLst/>
                        </a:rPr>
                        <a:t>=15,000</a:t>
                      </a:r>
                      <a:r>
                        <a:rPr lang="zh-CN" altLang="en-US" sz="700" b="0" u="none" strike="noStrike">
                          <a:solidFill>
                            <a:srgbClr val="000000"/>
                          </a:solidFill>
                          <a:effectLst/>
                        </a:rPr>
                        <a:t>元</a:t>
                      </a:r>
                      <a:endParaRPr lang="zh-CN" altLang="en-US" sz="700" b="0" i="0" u="none" strike="noStrike">
                        <a:solidFill>
                          <a:srgbClr val="000000"/>
                        </a:solidFill>
                        <a:effectLst/>
                        <a:latin typeface="+mn-lt"/>
                        <a:ea typeface="宋体" panose="02010600030101010101" pitchFamily="2" charset="-122"/>
                      </a:endParaRPr>
                    </a:p>
                  </a:txBody>
                  <a:tcPr marL="2071" marR="2071" marT="2071" marB="0" anchor="ctr"/>
                </a:tc>
                <a:tc>
                  <a:txBody>
                    <a:bodyPr/>
                    <a:lstStyle/>
                    <a:p>
                      <a:pPr algn="l" fontAlgn="ctr"/>
                      <a:r>
                        <a:rPr lang="en-US" altLang="zh-CN" sz="800" b="0" u="none" strike="noStrike">
                          <a:solidFill>
                            <a:srgbClr val="000000"/>
                          </a:solidFill>
                          <a:effectLst/>
                        </a:rPr>
                        <a:t>15,000</a:t>
                      </a:r>
                      <a:endParaRPr lang="en-US" altLang="zh-CN" sz="800" b="0" i="0" u="none" strike="noStrike">
                        <a:solidFill>
                          <a:srgbClr val="000000"/>
                        </a:solidFill>
                        <a:effectLst/>
                        <a:latin typeface="+mn-lt"/>
                        <a:ea typeface="宋体" panose="02010600030101010101" pitchFamily="2" charset="-122"/>
                      </a:endParaRPr>
                    </a:p>
                  </a:txBody>
                  <a:tcPr marL="2071" marR="2071" marT="2071" marB="0" anchor="ctr"/>
                </a:tc>
                <a:tc>
                  <a:txBody>
                    <a:bodyPr/>
                    <a:lstStyle/>
                    <a:p>
                      <a:pPr algn="l" fontAlgn="ctr"/>
                      <a:r>
                        <a:rPr lang="zh-CN" altLang="en-US" sz="700" b="0" u="none" strike="noStrike" dirty="0">
                          <a:solidFill>
                            <a:srgbClr val="000000"/>
                          </a:solidFill>
                          <a:effectLst/>
                        </a:rPr>
                        <a:t>发表</a:t>
                      </a:r>
                      <a:r>
                        <a:rPr lang="en-US" altLang="zh-CN" sz="700" b="0" u="none" strike="noStrike" dirty="0">
                          <a:solidFill>
                            <a:srgbClr val="000000"/>
                          </a:solidFill>
                          <a:effectLst/>
                        </a:rPr>
                        <a:t>SCI</a:t>
                      </a:r>
                      <a:r>
                        <a:rPr lang="zh-CN" altLang="en-US" sz="700" b="0" u="none" strike="noStrike" dirty="0">
                          <a:solidFill>
                            <a:srgbClr val="000000"/>
                          </a:solidFill>
                          <a:effectLst/>
                        </a:rPr>
                        <a:t>文章：</a:t>
                      </a:r>
                      <a:r>
                        <a:rPr lang="en-US" altLang="zh-CN" sz="700" b="0" u="none" strike="noStrike" dirty="0">
                          <a:solidFill>
                            <a:srgbClr val="000000"/>
                          </a:solidFill>
                          <a:effectLst/>
                        </a:rPr>
                        <a:t>15000</a:t>
                      </a:r>
                      <a:r>
                        <a:rPr lang="zh-CN" altLang="en-US" sz="700" b="0" u="none" strike="noStrike" dirty="0">
                          <a:solidFill>
                            <a:srgbClr val="000000"/>
                          </a:solidFill>
                          <a:effectLst/>
                        </a:rPr>
                        <a:t>元</a:t>
                      </a:r>
                      <a:r>
                        <a:rPr lang="en-US" altLang="zh-CN" sz="700" b="0" u="none" strike="noStrike" dirty="0">
                          <a:solidFill>
                            <a:srgbClr val="000000"/>
                          </a:solidFill>
                          <a:effectLst/>
                        </a:rPr>
                        <a:t>/</a:t>
                      </a:r>
                      <a:r>
                        <a:rPr lang="zh-CN" altLang="en-US" sz="700" b="0" u="none" strike="noStrike" dirty="0">
                          <a:solidFill>
                            <a:srgbClr val="000000"/>
                          </a:solidFill>
                          <a:effectLst/>
                        </a:rPr>
                        <a:t>篇</a:t>
                      </a:r>
                      <a:r>
                        <a:rPr lang="en-US" altLang="zh-CN" sz="700" b="0" u="none" strike="noStrike" dirty="0">
                          <a:solidFill>
                            <a:srgbClr val="000000"/>
                          </a:solidFill>
                          <a:effectLst/>
                        </a:rPr>
                        <a:t>×1</a:t>
                      </a:r>
                      <a:r>
                        <a:rPr lang="zh-CN" altLang="en-US" sz="700" b="0" u="none" strike="noStrike" dirty="0">
                          <a:solidFill>
                            <a:srgbClr val="000000"/>
                          </a:solidFill>
                          <a:effectLst/>
                        </a:rPr>
                        <a:t>篇</a:t>
                      </a:r>
                      <a:r>
                        <a:rPr lang="en-US" altLang="zh-CN" sz="700" b="0" u="none" strike="noStrike" dirty="0">
                          <a:solidFill>
                            <a:srgbClr val="000000"/>
                          </a:solidFill>
                          <a:effectLst/>
                        </a:rPr>
                        <a:t>=15,000</a:t>
                      </a:r>
                      <a:r>
                        <a:rPr lang="zh-CN" altLang="en-US" sz="700" b="0" u="none" strike="noStrike" dirty="0">
                          <a:solidFill>
                            <a:srgbClr val="000000"/>
                          </a:solidFill>
                          <a:effectLst/>
                        </a:rPr>
                        <a:t>元</a:t>
                      </a:r>
                      <a:endParaRPr lang="zh-CN" altLang="en-US" sz="700" b="0" i="0" u="none" strike="noStrike" dirty="0">
                        <a:solidFill>
                          <a:srgbClr val="000000"/>
                        </a:solidFill>
                        <a:effectLst/>
                        <a:latin typeface="+mn-lt"/>
                        <a:ea typeface="宋体" panose="02010600030101010101" pitchFamily="2" charset="-122"/>
                      </a:endParaRPr>
                    </a:p>
                  </a:txBody>
                  <a:tcPr marL="2071" marR="2071" marT="2071" marB="0" anchor="ctr"/>
                </a:tc>
                <a:tc>
                  <a:txBody>
                    <a:bodyPr/>
                    <a:lstStyle/>
                    <a:p>
                      <a:pPr algn="l" fontAlgn="ctr"/>
                      <a:r>
                        <a:rPr lang="en-US" altLang="zh-CN" sz="800" b="0" u="none" strike="noStrike">
                          <a:solidFill>
                            <a:srgbClr val="000000"/>
                          </a:solidFill>
                          <a:effectLst/>
                        </a:rPr>
                        <a:t>15,000</a:t>
                      </a:r>
                      <a:endParaRPr lang="en-US" altLang="zh-CN" sz="800" b="0" i="0" u="none" strike="noStrike">
                        <a:solidFill>
                          <a:srgbClr val="000000"/>
                        </a:solidFill>
                        <a:effectLst/>
                        <a:latin typeface="+mn-lt"/>
                        <a:ea typeface="宋体" panose="02010600030101010101" pitchFamily="2" charset="-122"/>
                      </a:endParaRPr>
                    </a:p>
                  </a:txBody>
                  <a:tcPr marL="2071" marR="2071" marT="2071" marB="0" anchor="ctr"/>
                </a:tc>
                <a:tc>
                  <a:txBody>
                    <a:bodyPr/>
                    <a:lstStyle/>
                    <a:p>
                      <a:pPr algn="l" fontAlgn="ctr"/>
                      <a:r>
                        <a:rPr lang="en-US" altLang="zh-CN" sz="800" b="0" u="none" strike="noStrike" dirty="0">
                          <a:solidFill>
                            <a:srgbClr val="000000"/>
                          </a:solidFill>
                          <a:effectLst/>
                        </a:rPr>
                        <a:t>30,000</a:t>
                      </a:r>
                      <a:endParaRPr lang="en-US" altLang="zh-CN" sz="800" b="0" i="0" u="none" strike="noStrike" dirty="0">
                        <a:solidFill>
                          <a:srgbClr val="000000"/>
                        </a:solidFill>
                        <a:effectLst/>
                        <a:latin typeface="+mn-lt"/>
                        <a:ea typeface="宋体" panose="02010600030101010101" pitchFamily="2" charset="-122"/>
                      </a:endParaRPr>
                    </a:p>
                  </a:txBody>
                  <a:tcPr marL="2071" marR="2071" marT="2071" marB="0" anchor="ctr"/>
                </a:tc>
                <a:extLst>
                  <a:ext uri="{0D108BD9-81ED-4DB2-BD59-A6C34878D82A}">
                    <a16:rowId xmlns:a16="http://schemas.microsoft.com/office/drawing/2014/main" val="824442925"/>
                  </a:ext>
                </a:extLst>
              </a:tr>
              <a:tr h="111458">
                <a:tc>
                  <a:txBody>
                    <a:bodyPr/>
                    <a:lstStyle/>
                    <a:p>
                      <a:pPr algn="l" fontAlgn="ctr"/>
                      <a:r>
                        <a:rPr lang="zh-CN" altLang="en-US" sz="800" b="1" u="none" strike="noStrike" dirty="0">
                          <a:solidFill>
                            <a:srgbClr val="000000"/>
                          </a:solidFill>
                          <a:effectLst/>
                        </a:rPr>
                        <a:t>其他费用</a:t>
                      </a:r>
                      <a:endParaRPr lang="zh-CN" altLang="en-US" sz="800" b="1" i="0" u="none" strike="noStrike" dirty="0">
                        <a:solidFill>
                          <a:srgbClr val="000000"/>
                        </a:solidFill>
                        <a:effectLst/>
                        <a:latin typeface="+mn-lt"/>
                        <a:ea typeface="宋体" panose="02010600030101010101" pitchFamily="2" charset="-122"/>
                      </a:endParaRPr>
                    </a:p>
                  </a:txBody>
                  <a:tcPr marL="2071" marR="2071" marT="2071" marB="0" anchor="ctr"/>
                </a:tc>
                <a:tc>
                  <a:txBody>
                    <a:bodyPr/>
                    <a:lstStyle/>
                    <a:p>
                      <a:pPr algn="l" fontAlgn="ctr"/>
                      <a:r>
                        <a:rPr lang="zh-CN" altLang="en-US" sz="800" b="0" u="none" strike="noStrike">
                          <a:solidFill>
                            <a:srgbClr val="000000"/>
                          </a:solidFill>
                          <a:effectLst/>
                        </a:rPr>
                        <a:t>　</a:t>
                      </a:r>
                      <a:endParaRPr lang="zh-CN" altLang="en-US" sz="800" b="0" i="0" u="none" strike="noStrike">
                        <a:solidFill>
                          <a:srgbClr val="000000"/>
                        </a:solidFill>
                        <a:effectLst/>
                        <a:latin typeface="+mn-lt"/>
                        <a:ea typeface="宋体" panose="02010600030101010101" pitchFamily="2" charset="-122"/>
                      </a:endParaRPr>
                    </a:p>
                  </a:txBody>
                  <a:tcPr marL="2071" marR="2071" marT="2071" marB="0" anchor="ctr"/>
                </a:tc>
                <a:tc>
                  <a:txBody>
                    <a:bodyPr/>
                    <a:lstStyle/>
                    <a:p>
                      <a:pPr algn="l" fontAlgn="ctr"/>
                      <a:r>
                        <a:rPr lang="zh-CN" altLang="en-US" sz="700" b="0" u="none" strike="noStrike">
                          <a:solidFill>
                            <a:srgbClr val="000000"/>
                          </a:solidFill>
                          <a:effectLst/>
                        </a:rPr>
                        <a:t>印刷费、邮寄费等</a:t>
                      </a:r>
                      <a:endParaRPr lang="zh-CN" altLang="en-US" sz="700" b="0" i="0" u="none" strike="noStrike">
                        <a:solidFill>
                          <a:srgbClr val="000000"/>
                        </a:solidFill>
                        <a:effectLst/>
                        <a:latin typeface="+mn-lt"/>
                        <a:ea typeface="宋体" panose="02010600030101010101" pitchFamily="2" charset="-122"/>
                      </a:endParaRPr>
                    </a:p>
                  </a:txBody>
                  <a:tcPr marL="2071" marR="2071" marT="2071" marB="0" anchor="ctr"/>
                </a:tc>
                <a:tc>
                  <a:txBody>
                    <a:bodyPr/>
                    <a:lstStyle/>
                    <a:p>
                      <a:pPr algn="l" fontAlgn="ctr"/>
                      <a:r>
                        <a:rPr lang="en-US" altLang="zh-CN" sz="800" b="0" u="none" strike="noStrike" dirty="0">
                          <a:solidFill>
                            <a:srgbClr val="000000"/>
                          </a:solidFill>
                          <a:effectLst/>
                        </a:rPr>
                        <a:t>17,020</a:t>
                      </a:r>
                      <a:endParaRPr lang="en-US" altLang="zh-CN" sz="800" b="0" i="0" u="none" strike="noStrike" dirty="0">
                        <a:solidFill>
                          <a:srgbClr val="000000"/>
                        </a:solidFill>
                        <a:effectLst/>
                        <a:latin typeface="+mn-lt"/>
                        <a:ea typeface="宋体" panose="02010600030101010101" pitchFamily="2" charset="-122"/>
                      </a:endParaRPr>
                    </a:p>
                  </a:txBody>
                  <a:tcPr marL="2071" marR="2071" marT="2071" marB="0" anchor="ctr"/>
                </a:tc>
                <a:tc>
                  <a:txBody>
                    <a:bodyPr/>
                    <a:lstStyle/>
                    <a:p>
                      <a:pPr algn="l" fontAlgn="ctr"/>
                      <a:r>
                        <a:rPr lang="zh-CN" altLang="en-US" sz="700" b="0" u="none" strike="noStrike" dirty="0">
                          <a:solidFill>
                            <a:srgbClr val="000000"/>
                          </a:solidFill>
                          <a:effectLst/>
                        </a:rPr>
                        <a:t>印刷费、邮寄费等</a:t>
                      </a:r>
                      <a:endParaRPr lang="zh-CN" altLang="en-US" sz="700" b="0" i="0" u="none" strike="noStrike" dirty="0">
                        <a:solidFill>
                          <a:srgbClr val="000000"/>
                        </a:solidFill>
                        <a:effectLst/>
                        <a:latin typeface="+mn-lt"/>
                        <a:ea typeface="宋体" panose="02010600030101010101" pitchFamily="2" charset="-122"/>
                      </a:endParaRPr>
                    </a:p>
                  </a:txBody>
                  <a:tcPr marL="2071" marR="2071" marT="2071" marB="0" anchor="ctr"/>
                </a:tc>
                <a:tc>
                  <a:txBody>
                    <a:bodyPr/>
                    <a:lstStyle/>
                    <a:p>
                      <a:pPr algn="l" fontAlgn="ctr"/>
                      <a:r>
                        <a:rPr lang="en-US" altLang="zh-CN" sz="800" b="0" u="none" strike="noStrike" dirty="0">
                          <a:solidFill>
                            <a:srgbClr val="000000"/>
                          </a:solidFill>
                          <a:effectLst/>
                        </a:rPr>
                        <a:t>18,260</a:t>
                      </a:r>
                      <a:endParaRPr lang="en-US" altLang="zh-CN" sz="800" b="0" i="0" u="none" strike="noStrike" dirty="0">
                        <a:solidFill>
                          <a:srgbClr val="000000"/>
                        </a:solidFill>
                        <a:effectLst/>
                        <a:latin typeface="+mn-lt"/>
                        <a:ea typeface="宋体" panose="02010600030101010101" pitchFamily="2" charset="-122"/>
                      </a:endParaRPr>
                    </a:p>
                  </a:txBody>
                  <a:tcPr marL="2071" marR="2071" marT="2071" marB="0" anchor="ctr"/>
                </a:tc>
                <a:tc>
                  <a:txBody>
                    <a:bodyPr/>
                    <a:lstStyle/>
                    <a:p>
                      <a:pPr algn="l" fontAlgn="ctr"/>
                      <a:r>
                        <a:rPr lang="en-US" altLang="zh-CN" sz="800" b="0" u="none" strike="noStrike" dirty="0">
                          <a:solidFill>
                            <a:srgbClr val="000000"/>
                          </a:solidFill>
                          <a:effectLst/>
                        </a:rPr>
                        <a:t>35,280</a:t>
                      </a:r>
                      <a:endParaRPr lang="en-US" altLang="zh-CN" sz="800" b="0" i="0" u="none" strike="noStrike" dirty="0">
                        <a:solidFill>
                          <a:srgbClr val="000000"/>
                        </a:solidFill>
                        <a:effectLst/>
                        <a:latin typeface="+mn-lt"/>
                        <a:ea typeface="宋体" panose="02010600030101010101" pitchFamily="2" charset="-122"/>
                      </a:endParaRPr>
                    </a:p>
                  </a:txBody>
                  <a:tcPr marL="2071" marR="2071" marT="2071" marB="0" anchor="ctr"/>
                </a:tc>
                <a:extLst>
                  <a:ext uri="{0D108BD9-81ED-4DB2-BD59-A6C34878D82A}">
                    <a16:rowId xmlns:a16="http://schemas.microsoft.com/office/drawing/2014/main" val="128054194"/>
                  </a:ext>
                </a:extLst>
              </a:tr>
              <a:tr h="481344">
                <a:tc rowSpan="4">
                  <a:txBody>
                    <a:bodyPr/>
                    <a:lstStyle/>
                    <a:p>
                      <a:pPr algn="l" fontAlgn="ctr"/>
                      <a:r>
                        <a:rPr lang="zh-CN" altLang="en-US" sz="800" b="1" u="none" strike="noStrike" dirty="0">
                          <a:solidFill>
                            <a:srgbClr val="000000"/>
                          </a:solidFill>
                          <a:effectLst/>
                        </a:rPr>
                        <a:t>测试化验加工费（数据合作方数据处理费用）</a:t>
                      </a:r>
                      <a:endParaRPr lang="zh-CN" altLang="en-US" sz="800" b="1" i="0" u="none" strike="noStrike" dirty="0">
                        <a:solidFill>
                          <a:srgbClr val="000000"/>
                        </a:solidFill>
                        <a:effectLst/>
                        <a:latin typeface="+mn-lt"/>
                        <a:ea typeface="宋体" panose="02010600030101010101" pitchFamily="2" charset="-122"/>
                      </a:endParaRPr>
                    </a:p>
                  </a:txBody>
                  <a:tcPr marL="2071" marR="2071" marT="2071" marB="0" anchor="ctr"/>
                </a:tc>
                <a:tc>
                  <a:txBody>
                    <a:bodyPr/>
                    <a:lstStyle/>
                    <a:p>
                      <a:pPr algn="l" fontAlgn="ctr"/>
                      <a:r>
                        <a:rPr lang="zh-CN" altLang="en-US" sz="800" b="0" u="none" strike="noStrike">
                          <a:solidFill>
                            <a:srgbClr val="000000"/>
                          </a:solidFill>
                          <a:effectLst/>
                        </a:rPr>
                        <a:t>发病率估计</a:t>
                      </a:r>
                      <a:endParaRPr lang="zh-CN" altLang="en-US" sz="800" b="0" i="0" u="none" strike="noStrike">
                        <a:solidFill>
                          <a:srgbClr val="000000"/>
                        </a:solidFill>
                        <a:effectLst/>
                        <a:latin typeface="+mn-lt"/>
                        <a:ea typeface="宋体" panose="02010600030101010101" pitchFamily="2" charset="-122"/>
                      </a:endParaRPr>
                    </a:p>
                  </a:txBody>
                  <a:tcPr marL="2071" marR="2071" marT="2071" marB="0" anchor="ctr"/>
                </a:tc>
                <a:tc>
                  <a:txBody>
                    <a:bodyPr/>
                    <a:lstStyle/>
                    <a:p>
                      <a:pPr algn="l" fontAlgn="ctr"/>
                      <a:r>
                        <a:rPr lang="zh-CN" altLang="en-US" sz="700" b="0" u="none" strike="noStrike" dirty="0">
                          <a:solidFill>
                            <a:srgbClr val="000000"/>
                          </a:solidFill>
                          <a:effectLst/>
                        </a:rPr>
                        <a:t>分母及分子数据的提取、清洗和标准化，涉及到分层数据的切割。</a:t>
                      </a:r>
                      <a:r>
                        <a:rPr lang="en-US" altLang="zh-CN" sz="700" b="0" u="none" strike="noStrike" dirty="0">
                          <a:solidFill>
                            <a:srgbClr val="000000"/>
                          </a:solidFill>
                          <a:effectLst/>
                        </a:rPr>
                        <a:t>120000</a:t>
                      </a:r>
                      <a:r>
                        <a:rPr lang="zh-CN" altLang="en-US" sz="700" b="0" u="none" strike="noStrike" dirty="0">
                          <a:solidFill>
                            <a:srgbClr val="000000"/>
                          </a:solidFill>
                          <a:effectLst/>
                        </a:rPr>
                        <a:t>元</a:t>
                      </a:r>
                      <a:endParaRPr lang="zh-CN" altLang="en-US" sz="700" b="0" i="0" u="none" strike="noStrike" dirty="0">
                        <a:solidFill>
                          <a:srgbClr val="000000"/>
                        </a:solidFill>
                        <a:effectLst/>
                        <a:latin typeface="+mn-lt"/>
                        <a:ea typeface="宋体" panose="02010600030101010101" pitchFamily="2" charset="-122"/>
                      </a:endParaRPr>
                    </a:p>
                  </a:txBody>
                  <a:tcPr marL="2071" marR="2071" marT="2071" marB="0" anchor="ctr"/>
                </a:tc>
                <a:tc rowSpan="4">
                  <a:txBody>
                    <a:bodyPr/>
                    <a:lstStyle/>
                    <a:p>
                      <a:pPr algn="l" fontAlgn="ctr"/>
                      <a:r>
                        <a:rPr lang="en-US" altLang="zh-CN" sz="800" b="0" u="none" strike="noStrike">
                          <a:solidFill>
                            <a:srgbClr val="000000"/>
                          </a:solidFill>
                          <a:effectLst/>
                        </a:rPr>
                        <a:t>400,000</a:t>
                      </a:r>
                      <a:endParaRPr lang="en-US" altLang="zh-CN" sz="800" b="0" i="0" u="none" strike="noStrike">
                        <a:solidFill>
                          <a:srgbClr val="000000"/>
                        </a:solidFill>
                        <a:effectLst/>
                        <a:latin typeface="+mn-lt"/>
                        <a:ea typeface="宋体" panose="02010600030101010101" pitchFamily="2" charset="-122"/>
                      </a:endParaRPr>
                    </a:p>
                  </a:txBody>
                  <a:tcPr marL="2071" marR="2071" marT="2071" marB="0" anchor="ctr"/>
                </a:tc>
                <a:tc>
                  <a:txBody>
                    <a:bodyPr/>
                    <a:lstStyle/>
                    <a:p>
                      <a:pPr algn="l" fontAlgn="ctr"/>
                      <a:r>
                        <a:rPr lang="zh-CN" altLang="en-US" sz="700" b="0" u="none" strike="noStrike" dirty="0">
                          <a:solidFill>
                            <a:srgbClr val="000000"/>
                          </a:solidFill>
                          <a:effectLst/>
                        </a:rPr>
                        <a:t>由于窦道研究中疾病的提取无法依赖大部分数据提取工具和</a:t>
                      </a:r>
                      <a:r>
                        <a:rPr lang="en-US" altLang="zh-CN" sz="700" b="0" u="none" strike="noStrike" dirty="0">
                          <a:solidFill>
                            <a:srgbClr val="000000"/>
                          </a:solidFill>
                          <a:effectLst/>
                        </a:rPr>
                        <a:t>ICD</a:t>
                      </a:r>
                      <a:r>
                        <a:rPr lang="zh-CN" altLang="en-US" sz="700" b="0" u="none" strike="noStrike" dirty="0">
                          <a:solidFill>
                            <a:srgbClr val="000000"/>
                          </a:solidFill>
                          <a:effectLst/>
                        </a:rPr>
                        <a:t>编码，需要工程师用基础名称和代码将数据进行切分后人工识别，由此产生额外的分母及分子数据的提取、清洗和标准化，涉及到分层数据的切割费用</a:t>
                      </a:r>
                      <a:br>
                        <a:rPr lang="zh-CN" altLang="en-US" sz="700" b="0" u="none" strike="noStrike" dirty="0">
                          <a:solidFill>
                            <a:srgbClr val="000000"/>
                          </a:solidFill>
                          <a:effectLst/>
                        </a:rPr>
                      </a:br>
                      <a:r>
                        <a:rPr lang="en-US" altLang="zh-CN" sz="700" b="0" u="none" strike="noStrike" dirty="0">
                          <a:solidFill>
                            <a:srgbClr val="000000"/>
                          </a:solidFill>
                          <a:effectLst/>
                        </a:rPr>
                        <a:t>100000</a:t>
                      </a:r>
                      <a:r>
                        <a:rPr lang="zh-CN" altLang="en-US" sz="700" b="0" u="none" strike="noStrike" dirty="0">
                          <a:solidFill>
                            <a:srgbClr val="000000"/>
                          </a:solidFill>
                          <a:effectLst/>
                        </a:rPr>
                        <a:t>元</a:t>
                      </a:r>
                      <a:endParaRPr lang="zh-CN" altLang="en-US" sz="700" b="0" i="0" u="none" strike="noStrike" dirty="0">
                        <a:solidFill>
                          <a:srgbClr val="000000"/>
                        </a:solidFill>
                        <a:effectLst/>
                        <a:latin typeface="+mn-lt"/>
                        <a:ea typeface="宋体" panose="02010600030101010101" pitchFamily="2" charset="-122"/>
                      </a:endParaRPr>
                    </a:p>
                  </a:txBody>
                  <a:tcPr marL="2071" marR="2071" marT="2071" marB="0" anchor="ctr"/>
                </a:tc>
                <a:tc rowSpan="4">
                  <a:txBody>
                    <a:bodyPr/>
                    <a:lstStyle/>
                    <a:p>
                      <a:pPr algn="l" fontAlgn="ctr"/>
                      <a:r>
                        <a:rPr lang="en-US" altLang="zh-CN" sz="800" b="0" u="none" strike="noStrike">
                          <a:solidFill>
                            <a:srgbClr val="000000"/>
                          </a:solidFill>
                          <a:effectLst/>
                        </a:rPr>
                        <a:t>300,000</a:t>
                      </a:r>
                      <a:endParaRPr lang="en-US" altLang="zh-CN" sz="800" b="0" i="0" u="none" strike="noStrike">
                        <a:solidFill>
                          <a:srgbClr val="000000"/>
                        </a:solidFill>
                        <a:effectLst/>
                        <a:latin typeface="+mn-lt"/>
                        <a:ea typeface="宋体" panose="02010600030101010101" pitchFamily="2" charset="-122"/>
                      </a:endParaRPr>
                    </a:p>
                  </a:txBody>
                  <a:tcPr marL="2071" marR="2071" marT="2071" marB="0" anchor="ctr"/>
                </a:tc>
                <a:tc rowSpan="4">
                  <a:txBody>
                    <a:bodyPr/>
                    <a:lstStyle/>
                    <a:p>
                      <a:pPr algn="l" fontAlgn="ctr"/>
                      <a:r>
                        <a:rPr lang="en-US" altLang="zh-CN" sz="800" b="0" u="none" strike="noStrike" dirty="0">
                          <a:solidFill>
                            <a:srgbClr val="000000"/>
                          </a:solidFill>
                          <a:effectLst/>
                        </a:rPr>
                        <a:t>700,000</a:t>
                      </a:r>
                      <a:endParaRPr lang="en-US" altLang="zh-CN" sz="800" b="0" i="0" u="none" strike="noStrike" dirty="0">
                        <a:solidFill>
                          <a:srgbClr val="000000"/>
                        </a:solidFill>
                        <a:effectLst/>
                        <a:latin typeface="+mn-lt"/>
                        <a:ea typeface="宋体" panose="02010600030101010101" pitchFamily="2" charset="-122"/>
                      </a:endParaRPr>
                    </a:p>
                  </a:txBody>
                  <a:tcPr marL="2071" marR="2071" marT="2071" marB="0" anchor="ctr"/>
                </a:tc>
                <a:extLst>
                  <a:ext uri="{0D108BD9-81ED-4DB2-BD59-A6C34878D82A}">
                    <a16:rowId xmlns:a16="http://schemas.microsoft.com/office/drawing/2014/main" val="2904590607"/>
                  </a:ext>
                </a:extLst>
              </a:tr>
              <a:tr h="385447">
                <a:tc vMerge="1">
                  <a:txBody>
                    <a:bodyPr/>
                    <a:lstStyle/>
                    <a:p>
                      <a:endParaRPr lang="zh-CN" altLang="en-US"/>
                    </a:p>
                  </a:txBody>
                  <a:tcPr/>
                </a:tc>
                <a:tc>
                  <a:txBody>
                    <a:bodyPr/>
                    <a:lstStyle/>
                    <a:p>
                      <a:pPr algn="l" fontAlgn="ctr"/>
                      <a:r>
                        <a:rPr lang="zh-CN" altLang="en-US" sz="800" b="0" u="none" strike="noStrike">
                          <a:solidFill>
                            <a:srgbClr val="000000"/>
                          </a:solidFill>
                          <a:effectLst/>
                        </a:rPr>
                        <a:t>患病率估计</a:t>
                      </a:r>
                      <a:endParaRPr lang="zh-CN" altLang="en-US" sz="800" b="0" i="0" u="none" strike="noStrike">
                        <a:solidFill>
                          <a:srgbClr val="000000"/>
                        </a:solidFill>
                        <a:effectLst/>
                        <a:latin typeface="+mn-lt"/>
                        <a:ea typeface="宋体" panose="02010600030101010101" pitchFamily="2" charset="-122"/>
                      </a:endParaRPr>
                    </a:p>
                  </a:txBody>
                  <a:tcPr marL="2071" marR="2071" marT="2071" marB="0" anchor="ctr"/>
                </a:tc>
                <a:tc>
                  <a:txBody>
                    <a:bodyPr/>
                    <a:lstStyle/>
                    <a:p>
                      <a:pPr algn="l" fontAlgn="ctr"/>
                      <a:r>
                        <a:rPr lang="zh-CN" altLang="en-US" sz="700" b="0" u="none" strike="noStrike" dirty="0">
                          <a:solidFill>
                            <a:srgbClr val="000000"/>
                          </a:solidFill>
                          <a:effectLst/>
                        </a:rPr>
                        <a:t>分母及分子数据的提取、清洗和标准化，涉及到分层数据的切割。</a:t>
                      </a:r>
                      <a:r>
                        <a:rPr lang="en-US" altLang="zh-CN" sz="700" b="0" u="none" strike="noStrike" dirty="0">
                          <a:solidFill>
                            <a:srgbClr val="000000"/>
                          </a:solidFill>
                          <a:effectLst/>
                        </a:rPr>
                        <a:t>120000</a:t>
                      </a:r>
                      <a:r>
                        <a:rPr lang="zh-CN" altLang="en-US" sz="700" b="0" u="none" strike="noStrike" dirty="0">
                          <a:solidFill>
                            <a:srgbClr val="000000"/>
                          </a:solidFill>
                          <a:effectLst/>
                        </a:rPr>
                        <a:t>元</a:t>
                      </a:r>
                      <a:endParaRPr lang="zh-CN" altLang="en-US" sz="700" b="0" i="0" u="none" strike="noStrike" dirty="0">
                        <a:solidFill>
                          <a:srgbClr val="000000"/>
                        </a:solidFill>
                        <a:effectLst/>
                        <a:latin typeface="+mn-lt"/>
                        <a:ea typeface="宋体" panose="02010600030101010101" pitchFamily="2" charset="-122"/>
                      </a:endParaRPr>
                    </a:p>
                  </a:txBody>
                  <a:tcPr marL="2071" marR="2071" marT="2071" marB="0" anchor="ctr"/>
                </a:tc>
                <a:tc vMerge="1">
                  <a:txBody>
                    <a:bodyPr/>
                    <a:lstStyle/>
                    <a:p>
                      <a:endParaRPr lang="zh-CN" altLang="en-US"/>
                    </a:p>
                  </a:txBody>
                  <a:tcPr/>
                </a:tc>
                <a:tc>
                  <a:txBody>
                    <a:bodyPr/>
                    <a:lstStyle/>
                    <a:p>
                      <a:pPr algn="l" fontAlgn="ctr"/>
                      <a:r>
                        <a:rPr lang="zh-CN" altLang="en-US" sz="700" b="0" u="none" strike="noStrike" dirty="0">
                          <a:solidFill>
                            <a:srgbClr val="000000"/>
                          </a:solidFill>
                          <a:effectLst/>
                        </a:rPr>
                        <a:t>由于窦道研究中疾病的提取无法依赖大部分数据提取工具和</a:t>
                      </a:r>
                      <a:r>
                        <a:rPr lang="en-US" altLang="zh-CN" sz="700" b="0" u="none" strike="noStrike" dirty="0">
                          <a:solidFill>
                            <a:srgbClr val="000000"/>
                          </a:solidFill>
                          <a:effectLst/>
                        </a:rPr>
                        <a:t>ICD</a:t>
                      </a:r>
                      <a:r>
                        <a:rPr lang="zh-CN" altLang="en-US" sz="700" b="0" u="none" strike="noStrike" dirty="0">
                          <a:solidFill>
                            <a:srgbClr val="000000"/>
                          </a:solidFill>
                          <a:effectLst/>
                        </a:rPr>
                        <a:t>编码，需要工程师用基础名称和代码将数据进行切分后人工识别，由此产生额外的分母及分子数据的提取、清洗和标准化，涉及到分层数据的切割费用。</a:t>
                      </a:r>
                      <a:r>
                        <a:rPr lang="en-US" altLang="zh-CN" sz="700" b="0" u="none" strike="noStrike" dirty="0">
                          <a:solidFill>
                            <a:srgbClr val="000000"/>
                          </a:solidFill>
                          <a:effectLst/>
                        </a:rPr>
                        <a:t>100000</a:t>
                      </a:r>
                      <a:r>
                        <a:rPr lang="zh-CN" altLang="en-US" sz="700" b="0" u="none" strike="noStrike" dirty="0">
                          <a:solidFill>
                            <a:srgbClr val="000000"/>
                          </a:solidFill>
                          <a:effectLst/>
                        </a:rPr>
                        <a:t>元</a:t>
                      </a:r>
                      <a:endParaRPr lang="zh-CN" altLang="en-US" sz="700" b="0" i="0" u="none" strike="noStrike" dirty="0">
                        <a:solidFill>
                          <a:srgbClr val="000000"/>
                        </a:solidFill>
                        <a:effectLst/>
                        <a:latin typeface="+mn-lt"/>
                        <a:ea typeface="宋体" panose="02010600030101010101" pitchFamily="2" charset="-122"/>
                      </a:endParaRPr>
                    </a:p>
                  </a:txBody>
                  <a:tcPr marL="2071" marR="2071" marT="2071" marB="0" anchor="ctr"/>
                </a:tc>
                <a:tc vMerge="1">
                  <a:txBody>
                    <a:bodyPr/>
                    <a:lstStyle/>
                    <a:p>
                      <a:endParaRPr lang="zh-CN" altLang="en-US"/>
                    </a:p>
                  </a:txBody>
                  <a:tcPr/>
                </a:tc>
                <a:tc vMerge="1">
                  <a:txBody>
                    <a:bodyPr/>
                    <a:lstStyle/>
                    <a:p>
                      <a:pPr algn="l" fontAlgn="ctr"/>
                      <a:r>
                        <a:rPr lang="zh-CN" altLang="en-US" sz="800" b="0" i="0" u="none" strike="noStrike" dirty="0">
                          <a:solidFill>
                            <a:srgbClr val="000000"/>
                          </a:solidFill>
                          <a:effectLst/>
                          <a:latin typeface="+mn-lt"/>
                          <a:ea typeface="宋体" panose="02010600030101010101" pitchFamily="2" charset="-122"/>
                        </a:rPr>
                        <a:t>　</a:t>
                      </a:r>
                    </a:p>
                  </a:txBody>
                  <a:tcPr marL="2071" marR="2071" marT="2071" marB="0" anchor="ctr">
                    <a:lnL w="6350" cap="flat" cmpd="sng" algn="ctr">
                      <a:solidFill>
                        <a:srgbClr val="4874CB"/>
                      </a:solidFill>
                      <a:prstDash val="solid"/>
                      <a:round/>
                      <a:headEnd type="none" w="med" len="med"/>
                      <a:tailEnd type="none" w="med" len="med"/>
                    </a:lnL>
                    <a:lnR w="6350" cap="flat" cmpd="sng" algn="ctr">
                      <a:solidFill>
                        <a:srgbClr val="4874CB"/>
                      </a:solidFill>
                      <a:prstDash val="solid"/>
                      <a:round/>
                      <a:headEnd type="none" w="med" len="med"/>
                      <a:tailEnd type="none" w="med" len="med"/>
                    </a:lnR>
                    <a:lnT w="6350" cap="flat" cmpd="sng" algn="ctr">
                      <a:solidFill>
                        <a:srgbClr val="4874CB"/>
                      </a:solidFill>
                      <a:prstDash val="solid"/>
                      <a:round/>
                      <a:headEnd type="none" w="med" len="med"/>
                      <a:tailEnd type="none" w="med" len="med"/>
                    </a:lnT>
                    <a:lnB w="6350" cap="flat" cmpd="sng" algn="ctr">
                      <a:solidFill>
                        <a:srgbClr val="4874CB"/>
                      </a:solidFill>
                      <a:prstDash val="solid"/>
                      <a:round/>
                      <a:headEnd type="none" w="med" len="med"/>
                      <a:tailEnd type="none" w="med" len="med"/>
                    </a:lnB>
                    <a:solidFill>
                      <a:srgbClr val="D9E1F4"/>
                    </a:solidFill>
                  </a:tcPr>
                </a:tc>
                <a:extLst>
                  <a:ext uri="{0D108BD9-81ED-4DB2-BD59-A6C34878D82A}">
                    <a16:rowId xmlns:a16="http://schemas.microsoft.com/office/drawing/2014/main" val="2509134065"/>
                  </a:ext>
                </a:extLst>
              </a:tr>
              <a:tr h="111458">
                <a:tc vMerge="1">
                  <a:txBody>
                    <a:bodyPr/>
                    <a:lstStyle/>
                    <a:p>
                      <a:endParaRPr lang="zh-CN" altLang="en-US"/>
                    </a:p>
                  </a:txBody>
                  <a:tcPr/>
                </a:tc>
                <a:tc>
                  <a:txBody>
                    <a:bodyPr/>
                    <a:lstStyle/>
                    <a:p>
                      <a:pPr algn="l" fontAlgn="ctr"/>
                      <a:r>
                        <a:rPr lang="zh-CN" altLang="en-US" sz="800" b="0" u="none" strike="noStrike">
                          <a:solidFill>
                            <a:srgbClr val="000000"/>
                          </a:solidFill>
                          <a:effectLst/>
                        </a:rPr>
                        <a:t>治疗负担测算</a:t>
                      </a:r>
                      <a:endParaRPr lang="zh-CN" altLang="en-US" sz="800" b="0" i="0" u="none" strike="noStrike">
                        <a:solidFill>
                          <a:srgbClr val="000000"/>
                        </a:solidFill>
                        <a:effectLst/>
                        <a:latin typeface="+mn-lt"/>
                        <a:ea typeface="宋体" panose="02010600030101010101" pitchFamily="2" charset="-122"/>
                      </a:endParaRPr>
                    </a:p>
                  </a:txBody>
                  <a:tcPr marL="2071" marR="2071" marT="2071" marB="0" anchor="ctr"/>
                </a:tc>
                <a:tc>
                  <a:txBody>
                    <a:bodyPr/>
                    <a:lstStyle/>
                    <a:p>
                      <a:pPr algn="l" fontAlgn="ctr"/>
                      <a:r>
                        <a:rPr lang="zh-CN" altLang="en-US" sz="700" b="0" u="none" strike="noStrike" dirty="0">
                          <a:solidFill>
                            <a:srgbClr val="000000"/>
                          </a:solidFill>
                          <a:effectLst/>
                        </a:rPr>
                        <a:t>费用数据的提取和清洗及标准化。</a:t>
                      </a:r>
                      <a:r>
                        <a:rPr lang="en-US" altLang="zh-CN" sz="700" b="0" u="none" strike="noStrike" dirty="0">
                          <a:solidFill>
                            <a:srgbClr val="000000"/>
                          </a:solidFill>
                          <a:effectLst/>
                        </a:rPr>
                        <a:t>60000</a:t>
                      </a:r>
                      <a:endParaRPr lang="en-US" altLang="zh-CN" sz="700" b="0" i="0" u="none" strike="noStrike" dirty="0">
                        <a:solidFill>
                          <a:srgbClr val="000000"/>
                        </a:solidFill>
                        <a:effectLst/>
                        <a:latin typeface="+mn-lt"/>
                        <a:ea typeface="宋体" panose="02010600030101010101" pitchFamily="2" charset="-122"/>
                      </a:endParaRPr>
                    </a:p>
                  </a:txBody>
                  <a:tcPr marL="2071" marR="2071" marT="2071" marB="0" anchor="ctr"/>
                </a:tc>
                <a:tc vMerge="1">
                  <a:txBody>
                    <a:bodyPr/>
                    <a:lstStyle/>
                    <a:p>
                      <a:endParaRPr lang="zh-CN" altLang="en-US"/>
                    </a:p>
                  </a:txBody>
                  <a:tcPr/>
                </a:tc>
                <a:tc>
                  <a:txBody>
                    <a:bodyPr/>
                    <a:lstStyle/>
                    <a:p>
                      <a:pPr algn="l" fontAlgn="ctr"/>
                      <a:r>
                        <a:rPr lang="zh-CN" altLang="en-US" sz="700" b="0" u="none" strike="noStrike" dirty="0">
                          <a:solidFill>
                            <a:srgbClr val="000000"/>
                          </a:solidFill>
                          <a:effectLst/>
                        </a:rPr>
                        <a:t>费用数据的提取和清洗及标准化。</a:t>
                      </a:r>
                      <a:r>
                        <a:rPr lang="en-US" altLang="zh-CN" sz="700" b="0" u="none" strike="noStrike" dirty="0">
                          <a:solidFill>
                            <a:srgbClr val="000000"/>
                          </a:solidFill>
                          <a:effectLst/>
                        </a:rPr>
                        <a:t>40000</a:t>
                      </a:r>
                      <a:endParaRPr lang="en-US" altLang="zh-CN" sz="700" b="0" i="0" u="none" strike="noStrike" dirty="0">
                        <a:solidFill>
                          <a:srgbClr val="000000"/>
                        </a:solidFill>
                        <a:effectLst/>
                        <a:latin typeface="+mn-lt"/>
                        <a:ea typeface="宋体" panose="02010600030101010101" pitchFamily="2" charset="-122"/>
                      </a:endParaRPr>
                    </a:p>
                  </a:txBody>
                  <a:tcPr marL="2071" marR="2071" marT="2071" marB="0" anchor="ctr"/>
                </a:tc>
                <a:tc vMerge="1">
                  <a:txBody>
                    <a:bodyPr/>
                    <a:lstStyle/>
                    <a:p>
                      <a:endParaRPr lang="zh-CN" altLang="en-US"/>
                    </a:p>
                  </a:txBody>
                  <a:tcPr/>
                </a:tc>
                <a:tc vMerge="1">
                  <a:txBody>
                    <a:bodyPr/>
                    <a:lstStyle/>
                    <a:p>
                      <a:pPr algn="l" fontAlgn="ctr"/>
                      <a:r>
                        <a:rPr lang="zh-CN" altLang="en-US" sz="800" b="0" i="0" u="none" strike="noStrike" dirty="0">
                          <a:solidFill>
                            <a:srgbClr val="000000"/>
                          </a:solidFill>
                          <a:effectLst/>
                          <a:latin typeface="+mn-lt"/>
                          <a:ea typeface="宋体" panose="02010600030101010101" pitchFamily="2" charset="-122"/>
                        </a:rPr>
                        <a:t>　</a:t>
                      </a:r>
                    </a:p>
                  </a:txBody>
                  <a:tcPr marL="2071" marR="2071" marT="2071" marB="0" anchor="ctr">
                    <a:lnL w="6350" cap="flat" cmpd="sng" algn="ctr">
                      <a:solidFill>
                        <a:srgbClr val="4874CB"/>
                      </a:solidFill>
                      <a:prstDash val="solid"/>
                      <a:round/>
                      <a:headEnd type="none" w="med" len="med"/>
                      <a:tailEnd type="none" w="med" len="med"/>
                    </a:lnL>
                    <a:lnR w="6350" cap="flat" cmpd="sng" algn="ctr">
                      <a:solidFill>
                        <a:srgbClr val="4874CB"/>
                      </a:solidFill>
                      <a:prstDash val="solid"/>
                      <a:round/>
                      <a:headEnd type="none" w="med" len="med"/>
                      <a:tailEnd type="none" w="med" len="med"/>
                    </a:lnR>
                    <a:lnT w="6350" cap="flat" cmpd="sng" algn="ctr">
                      <a:solidFill>
                        <a:srgbClr val="4874CB"/>
                      </a:solidFill>
                      <a:prstDash val="solid"/>
                      <a:round/>
                      <a:headEnd type="none" w="med" len="med"/>
                      <a:tailEnd type="none" w="med" len="med"/>
                    </a:lnT>
                    <a:lnB w="6350" cap="flat" cmpd="sng" algn="ctr">
                      <a:solidFill>
                        <a:srgbClr val="4874CB"/>
                      </a:solidFill>
                      <a:prstDash val="solid"/>
                      <a:round/>
                      <a:headEnd type="none" w="med" len="med"/>
                      <a:tailEnd type="none" w="med" len="med"/>
                    </a:lnB>
                    <a:solidFill>
                      <a:srgbClr val="D9E1F4"/>
                    </a:solidFill>
                  </a:tcPr>
                </a:tc>
                <a:extLst>
                  <a:ext uri="{0D108BD9-81ED-4DB2-BD59-A6C34878D82A}">
                    <a16:rowId xmlns:a16="http://schemas.microsoft.com/office/drawing/2014/main" val="3163293893"/>
                  </a:ext>
                </a:extLst>
              </a:tr>
              <a:tr h="111458">
                <a:tc vMerge="1">
                  <a:txBody>
                    <a:bodyPr/>
                    <a:lstStyle/>
                    <a:p>
                      <a:endParaRPr lang="zh-CN" altLang="en-US"/>
                    </a:p>
                  </a:txBody>
                  <a:tcPr/>
                </a:tc>
                <a:tc>
                  <a:txBody>
                    <a:bodyPr/>
                    <a:lstStyle/>
                    <a:p>
                      <a:pPr algn="l" fontAlgn="ctr"/>
                      <a:r>
                        <a:rPr lang="zh-CN" altLang="en-US" sz="800" b="0" u="none" strike="noStrike">
                          <a:solidFill>
                            <a:srgbClr val="000000"/>
                          </a:solidFill>
                          <a:effectLst/>
                        </a:rPr>
                        <a:t>合并症统计</a:t>
                      </a:r>
                      <a:endParaRPr lang="zh-CN" altLang="en-US" sz="800" b="0" i="0" u="none" strike="noStrike">
                        <a:solidFill>
                          <a:srgbClr val="000000"/>
                        </a:solidFill>
                        <a:effectLst/>
                        <a:latin typeface="+mn-lt"/>
                        <a:ea typeface="宋体" panose="02010600030101010101" pitchFamily="2" charset="-122"/>
                      </a:endParaRPr>
                    </a:p>
                  </a:txBody>
                  <a:tcPr marL="2071" marR="2071" marT="2071" marB="0" anchor="ctr"/>
                </a:tc>
                <a:tc>
                  <a:txBody>
                    <a:bodyPr/>
                    <a:lstStyle/>
                    <a:p>
                      <a:pPr algn="l" fontAlgn="ctr"/>
                      <a:r>
                        <a:rPr lang="zh-CN" altLang="en-US" sz="700" b="0" u="none" strike="noStrike" dirty="0">
                          <a:solidFill>
                            <a:srgbClr val="000000"/>
                          </a:solidFill>
                          <a:effectLst/>
                        </a:rPr>
                        <a:t>疾病名称提取、清洗和标准化。</a:t>
                      </a:r>
                      <a:r>
                        <a:rPr lang="en-US" altLang="zh-CN" sz="700" b="0" u="none" strike="noStrike" dirty="0">
                          <a:solidFill>
                            <a:srgbClr val="000000"/>
                          </a:solidFill>
                          <a:effectLst/>
                        </a:rPr>
                        <a:t>160000</a:t>
                      </a:r>
                      <a:endParaRPr lang="en-US" altLang="zh-CN" sz="700" b="0" i="0" u="none" strike="noStrike" dirty="0">
                        <a:solidFill>
                          <a:srgbClr val="000000"/>
                        </a:solidFill>
                        <a:effectLst/>
                        <a:latin typeface="+mn-lt"/>
                        <a:ea typeface="宋体" panose="02010600030101010101" pitchFamily="2" charset="-122"/>
                      </a:endParaRPr>
                    </a:p>
                  </a:txBody>
                  <a:tcPr marL="2071" marR="2071" marT="2071" marB="0" anchor="ctr"/>
                </a:tc>
                <a:tc vMerge="1">
                  <a:txBody>
                    <a:bodyPr/>
                    <a:lstStyle/>
                    <a:p>
                      <a:endParaRPr lang="zh-CN" altLang="en-US"/>
                    </a:p>
                  </a:txBody>
                  <a:tcPr/>
                </a:tc>
                <a:tc>
                  <a:txBody>
                    <a:bodyPr/>
                    <a:lstStyle/>
                    <a:p>
                      <a:pPr algn="l" fontAlgn="ctr"/>
                      <a:r>
                        <a:rPr lang="zh-CN" altLang="en-US" sz="700" b="0" u="none" strike="noStrike" dirty="0">
                          <a:solidFill>
                            <a:srgbClr val="000000"/>
                          </a:solidFill>
                          <a:effectLst/>
                        </a:rPr>
                        <a:t>疾病名称提取、清洗和标准化。</a:t>
                      </a:r>
                      <a:r>
                        <a:rPr lang="en-US" altLang="zh-CN" sz="700" b="0" u="none" strike="noStrike" dirty="0">
                          <a:solidFill>
                            <a:srgbClr val="000000"/>
                          </a:solidFill>
                          <a:effectLst/>
                        </a:rPr>
                        <a:t>60000</a:t>
                      </a:r>
                      <a:endParaRPr lang="en-US" altLang="zh-CN" sz="700" b="0" i="0" u="none" strike="noStrike" dirty="0">
                        <a:solidFill>
                          <a:srgbClr val="000000"/>
                        </a:solidFill>
                        <a:effectLst/>
                        <a:latin typeface="+mn-lt"/>
                        <a:ea typeface="宋体" panose="02010600030101010101" pitchFamily="2" charset="-122"/>
                      </a:endParaRPr>
                    </a:p>
                  </a:txBody>
                  <a:tcPr marL="2071" marR="2071" marT="2071" marB="0" anchor="ctr"/>
                </a:tc>
                <a:tc vMerge="1">
                  <a:txBody>
                    <a:bodyPr/>
                    <a:lstStyle/>
                    <a:p>
                      <a:endParaRPr lang="zh-CN" altLang="en-US"/>
                    </a:p>
                  </a:txBody>
                  <a:tcPr/>
                </a:tc>
                <a:tc vMerge="1">
                  <a:txBody>
                    <a:bodyPr/>
                    <a:lstStyle/>
                    <a:p>
                      <a:pPr algn="l" fontAlgn="ctr"/>
                      <a:r>
                        <a:rPr lang="zh-CN" altLang="en-US" sz="800" b="0" i="0" u="none" strike="noStrike" dirty="0">
                          <a:solidFill>
                            <a:srgbClr val="000000"/>
                          </a:solidFill>
                          <a:effectLst/>
                          <a:latin typeface="+mn-lt"/>
                          <a:ea typeface="宋体" panose="02010600030101010101" pitchFamily="2" charset="-122"/>
                        </a:rPr>
                        <a:t>　</a:t>
                      </a:r>
                    </a:p>
                  </a:txBody>
                  <a:tcPr marL="2071" marR="2071" marT="2071" marB="0" anchor="ctr">
                    <a:lnL w="6350" cap="flat" cmpd="sng" algn="ctr">
                      <a:solidFill>
                        <a:srgbClr val="4874CB"/>
                      </a:solidFill>
                      <a:prstDash val="solid"/>
                      <a:round/>
                      <a:headEnd type="none" w="med" len="med"/>
                      <a:tailEnd type="none" w="med" len="med"/>
                    </a:lnL>
                    <a:lnR w="6350" cap="flat" cmpd="sng" algn="ctr">
                      <a:solidFill>
                        <a:srgbClr val="4874CB"/>
                      </a:solidFill>
                      <a:prstDash val="solid"/>
                      <a:round/>
                      <a:headEnd type="none" w="med" len="med"/>
                      <a:tailEnd type="none" w="med" len="med"/>
                    </a:lnR>
                    <a:lnT w="6350" cap="flat" cmpd="sng" algn="ctr">
                      <a:solidFill>
                        <a:srgbClr val="4874CB"/>
                      </a:solidFill>
                      <a:prstDash val="solid"/>
                      <a:round/>
                      <a:headEnd type="none" w="med" len="med"/>
                      <a:tailEnd type="none" w="med" len="med"/>
                    </a:lnT>
                    <a:lnB w="6350" cap="flat" cmpd="sng" algn="ctr">
                      <a:solidFill>
                        <a:srgbClr val="4874CB"/>
                      </a:solidFill>
                      <a:prstDash val="solid"/>
                      <a:round/>
                      <a:headEnd type="none" w="med" len="med"/>
                      <a:tailEnd type="none" w="med" len="med"/>
                    </a:lnB>
                    <a:solidFill>
                      <a:srgbClr val="D9E1F4"/>
                    </a:solidFill>
                  </a:tcPr>
                </a:tc>
                <a:extLst>
                  <a:ext uri="{0D108BD9-81ED-4DB2-BD59-A6C34878D82A}">
                    <a16:rowId xmlns:a16="http://schemas.microsoft.com/office/drawing/2014/main" val="1353793427"/>
                  </a:ext>
                </a:extLst>
              </a:tr>
              <a:tr h="111458">
                <a:tc>
                  <a:txBody>
                    <a:bodyPr/>
                    <a:lstStyle/>
                    <a:p>
                      <a:pPr algn="l" fontAlgn="ctr"/>
                      <a:r>
                        <a:rPr lang="zh-CN" altLang="en-US" sz="800" b="1" u="none" strike="noStrike">
                          <a:solidFill>
                            <a:srgbClr val="000000"/>
                          </a:solidFill>
                          <a:effectLst/>
                        </a:rPr>
                        <a:t>医院管理费</a:t>
                      </a:r>
                      <a:r>
                        <a:rPr lang="en-US" altLang="zh-CN" sz="800" b="1" u="none" strike="noStrike">
                          <a:solidFill>
                            <a:srgbClr val="000000"/>
                          </a:solidFill>
                          <a:effectLst/>
                        </a:rPr>
                        <a:t>(15%)</a:t>
                      </a:r>
                      <a:endParaRPr lang="zh-CN" altLang="en-US" sz="800" b="1" i="0" u="none" strike="noStrike">
                        <a:solidFill>
                          <a:srgbClr val="000000"/>
                        </a:solidFill>
                        <a:effectLst/>
                        <a:latin typeface="+mn-lt"/>
                        <a:ea typeface="宋体" panose="02010600030101010101" pitchFamily="2" charset="-122"/>
                      </a:endParaRPr>
                    </a:p>
                  </a:txBody>
                  <a:tcPr marL="2071" marR="2071" marT="2071" marB="0" anchor="ctr"/>
                </a:tc>
                <a:tc>
                  <a:txBody>
                    <a:bodyPr/>
                    <a:lstStyle/>
                    <a:p>
                      <a:pPr algn="l" fontAlgn="ctr"/>
                      <a:r>
                        <a:rPr lang="zh-CN" altLang="en-US" sz="800" b="0" u="none" strike="noStrike">
                          <a:solidFill>
                            <a:srgbClr val="000000"/>
                          </a:solidFill>
                          <a:effectLst/>
                        </a:rPr>
                        <a:t>　</a:t>
                      </a:r>
                      <a:endParaRPr lang="zh-CN" altLang="en-US" sz="800" b="0" i="0" u="none" strike="noStrike">
                        <a:solidFill>
                          <a:srgbClr val="000000"/>
                        </a:solidFill>
                        <a:effectLst/>
                        <a:latin typeface="+mn-lt"/>
                        <a:ea typeface="宋体" panose="02010600030101010101" pitchFamily="2" charset="-122"/>
                      </a:endParaRPr>
                    </a:p>
                  </a:txBody>
                  <a:tcPr marL="2071" marR="2071" marT="2071" marB="0" anchor="ctr"/>
                </a:tc>
                <a:tc>
                  <a:txBody>
                    <a:bodyPr/>
                    <a:lstStyle/>
                    <a:p>
                      <a:pPr algn="l" fontAlgn="ctr"/>
                      <a:r>
                        <a:rPr lang="en-US" altLang="zh-CN" sz="700" b="0" u="none" strike="noStrike" dirty="0">
                          <a:solidFill>
                            <a:srgbClr val="000000"/>
                          </a:solidFill>
                          <a:effectLst/>
                        </a:rPr>
                        <a:t>- </a:t>
                      </a:r>
                      <a:endParaRPr lang="en-US" altLang="zh-CN" sz="700" b="0" i="0" u="none" strike="noStrike" dirty="0">
                        <a:solidFill>
                          <a:srgbClr val="000000"/>
                        </a:solidFill>
                        <a:effectLst/>
                        <a:latin typeface="+mn-lt"/>
                        <a:ea typeface="宋体" panose="02010600030101010101" pitchFamily="2" charset="-122"/>
                      </a:endParaRPr>
                    </a:p>
                  </a:txBody>
                  <a:tcPr marL="2071" marR="2071" marT="2071" marB="0" anchor="ctr"/>
                </a:tc>
                <a:tc>
                  <a:txBody>
                    <a:bodyPr/>
                    <a:lstStyle/>
                    <a:p>
                      <a:pPr algn="l" fontAlgn="ctr"/>
                      <a:r>
                        <a:rPr lang="en-US" altLang="zh-CN" sz="800" b="0" u="none" strike="noStrike">
                          <a:solidFill>
                            <a:srgbClr val="000000"/>
                          </a:solidFill>
                          <a:effectLst/>
                        </a:rPr>
                        <a:t>150,000</a:t>
                      </a:r>
                      <a:endParaRPr lang="en-US" altLang="zh-CN" sz="800" b="0" i="0" u="none" strike="noStrike">
                        <a:solidFill>
                          <a:srgbClr val="000000"/>
                        </a:solidFill>
                        <a:effectLst/>
                        <a:latin typeface="+mn-lt"/>
                        <a:ea typeface="宋体" panose="02010600030101010101" pitchFamily="2" charset="-122"/>
                      </a:endParaRPr>
                    </a:p>
                  </a:txBody>
                  <a:tcPr marL="2071" marR="2071" marT="2071" marB="0" anchor="ctr"/>
                </a:tc>
                <a:tc>
                  <a:txBody>
                    <a:bodyPr/>
                    <a:lstStyle/>
                    <a:p>
                      <a:pPr algn="l" fontAlgn="ctr"/>
                      <a:r>
                        <a:rPr lang="en-US" altLang="zh-CN" sz="700" b="0" u="none" strike="noStrike" dirty="0">
                          <a:solidFill>
                            <a:srgbClr val="000000"/>
                          </a:solidFill>
                          <a:effectLst/>
                        </a:rPr>
                        <a:t>- </a:t>
                      </a:r>
                      <a:endParaRPr lang="en-US" altLang="zh-CN" sz="700" b="0" i="0" u="none" strike="noStrike" dirty="0">
                        <a:solidFill>
                          <a:srgbClr val="000000"/>
                        </a:solidFill>
                        <a:effectLst/>
                        <a:latin typeface="+mn-lt"/>
                        <a:ea typeface="宋体" panose="02010600030101010101" pitchFamily="2" charset="-122"/>
                      </a:endParaRPr>
                    </a:p>
                  </a:txBody>
                  <a:tcPr marL="2071" marR="2071" marT="2071" marB="0" anchor="ctr"/>
                </a:tc>
                <a:tc>
                  <a:txBody>
                    <a:bodyPr/>
                    <a:lstStyle/>
                    <a:p>
                      <a:pPr algn="l" fontAlgn="ctr"/>
                      <a:r>
                        <a:rPr lang="en-US" altLang="zh-CN" sz="800" b="0" u="none" strike="noStrike">
                          <a:solidFill>
                            <a:srgbClr val="000000"/>
                          </a:solidFill>
                          <a:effectLst/>
                        </a:rPr>
                        <a:t>135,000</a:t>
                      </a:r>
                      <a:endParaRPr lang="en-US" altLang="zh-CN" sz="800" b="0" i="0" u="none" strike="noStrike">
                        <a:solidFill>
                          <a:srgbClr val="000000"/>
                        </a:solidFill>
                        <a:effectLst/>
                        <a:latin typeface="+mn-lt"/>
                        <a:ea typeface="宋体" panose="02010600030101010101" pitchFamily="2" charset="-122"/>
                      </a:endParaRPr>
                    </a:p>
                  </a:txBody>
                  <a:tcPr marL="2071" marR="2071" marT="2071" marB="0" anchor="ctr"/>
                </a:tc>
                <a:tc>
                  <a:txBody>
                    <a:bodyPr/>
                    <a:lstStyle/>
                    <a:p>
                      <a:pPr algn="l" fontAlgn="ctr"/>
                      <a:r>
                        <a:rPr lang="en-US" altLang="zh-CN" sz="800" b="0" u="none" strike="noStrike" dirty="0">
                          <a:solidFill>
                            <a:srgbClr val="000000"/>
                          </a:solidFill>
                          <a:effectLst/>
                        </a:rPr>
                        <a:t>285,000</a:t>
                      </a:r>
                      <a:endParaRPr lang="en-US" altLang="zh-CN" sz="800" b="0" i="0" u="none" strike="noStrike" dirty="0">
                        <a:solidFill>
                          <a:srgbClr val="000000"/>
                        </a:solidFill>
                        <a:effectLst/>
                        <a:latin typeface="+mn-lt"/>
                        <a:ea typeface="宋体" panose="02010600030101010101" pitchFamily="2" charset="-122"/>
                      </a:endParaRPr>
                    </a:p>
                  </a:txBody>
                  <a:tcPr marL="2071" marR="2071" marT="2071" marB="0" anchor="ctr"/>
                </a:tc>
                <a:extLst>
                  <a:ext uri="{0D108BD9-81ED-4DB2-BD59-A6C34878D82A}">
                    <a16:rowId xmlns:a16="http://schemas.microsoft.com/office/drawing/2014/main" val="3982463322"/>
                  </a:ext>
                </a:extLst>
              </a:tr>
              <a:tr h="111458">
                <a:tc>
                  <a:txBody>
                    <a:bodyPr/>
                    <a:lstStyle/>
                    <a:p>
                      <a:pPr algn="l" fontAlgn="ctr"/>
                      <a:r>
                        <a:rPr lang="zh-CN" altLang="en-US" sz="800" b="1" u="none" strike="noStrike" dirty="0">
                          <a:solidFill>
                            <a:srgbClr val="000000"/>
                          </a:solidFill>
                          <a:effectLst/>
                        </a:rPr>
                        <a:t>科室管理费</a:t>
                      </a:r>
                      <a:r>
                        <a:rPr lang="en-US" altLang="zh-CN" sz="800" b="1" u="none" strike="noStrike" dirty="0">
                          <a:solidFill>
                            <a:srgbClr val="000000"/>
                          </a:solidFill>
                          <a:effectLst/>
                        </a:rPr>
                        <a:t>(5%)</a:t>
                      </a:r>
                      <a:endParaRPr lang="zh-CN" altLang="en-US" sz="800" b="1" i="0" u="none" strike="noStrike" dirty="0">
                        <a:solidFill>
                          <a:srgbClr val="000000"/>
                        </a:solidFill>
                        <a:effectLst/>
                        <a:latin typeface="+mn-lt"/>
                        <a:ea typeface="宋体" panose="02010600030101010101" pitchFamily="2" charset="-122"/>
                      </a:endParaRPr>
                    </a:p>
                  </a:txBody>
                  <a:tcPr marL="2071" marR="2071" marT="2071" marB="0" anchor="ctr"/>
                </a:tc>
                <a:tc>
                  <a:txBody>
                    <a:bodyPr/>
                    <a:lstStyle/>
                    <a:p>
                      <a:pPr algn="l" fontAlgn="ctr"/>
                      <a:r>
                        <a:rPr lang="zh-CN" altLang="en-US" sz="800" b="0" u="none" strike="noStrike">
                          <a:solidFill>
                            <a:srgbClr val="000000"/>
                          </a:solidFill>
                          <a:effectLst/>
                        </a:rPr>
                        <a:t>　</a:t>
                      </a:r>
                      <a:endParaRPr lang="zh-CN" altLang="en-US" sz="800" b="0" i="0" u="none" strike="noStrike">
                        <a:solidFill>
                          <a:srgbClr val="000000"/>
                        </a:solidFill>
                        <a:effectLst/>
                        <a:latin typeface="+mn-lt"/>
                        <a:ea typeface="宋体" panose="02010600030101010101" pitchFamily="2" charset="-122"/>
                      </a:endParaRPr>
                    </a:p>
                  </a:txBody>
                  <a:tcPr marL="2071" marR="2071" marT="2071" marB="0" anchor="ctr"/>
                </a:tc>
                <a:tc>
                  <a:txBody>
                    <a:bodyPr/>
                    <a:lstStyle/>
                    <a:p>
                      <a:pPr algn="l" fontAlgn="ctr"/>
                      <a:r>
                        <a:rPr lang="en-US" altLang="zh-CN" sz="700" b="0" u="none" strike="noStrike" dirty="0">
                          <a:solidFill>
                            <a:srgbClr val="000000"/>
                          </a:solidFill>
                          <a:effectLst/>
                        </a:rPr>
                        <a:t>-</a:t>
                      </a:r>
                      <a:endParaRPr lang="en-US" altLang="zh-CN" sz="700" b="0" i="0" u="none" strike="noStrike" dirty="0">
                        <a:solidFill>
                          <a:srgbClr val="000000"/>
                        </a:solidFill>
                        <a:effectLst/>
                        <a:latin typeface="+mn-lt"/>
                        <a:ea typeface="宋体" panose="02010600030101010101" pitchFamily="2" charset="-122"/>
                      </a:endParaRPr>
                    </a:p>
                  </a:txBody>
                  <a:tcPr marL="2071" marR="2071" marT="2071" marB="0" anchor="ctr"/>
                </a:tc>
                <a:tc>
                  <a:txBody>
                    <a:bodyPr/>
                    <a:lstStyle/>
                    <a:p>
                      <a:pPr algn="l" fontAlgn="ctr"/>
                      <a:r>
                        <a:rPr lang="en-US" altLang="zh-CN" sz="800" b="0" u="none" strike="noStrike">
                          <a:solidFill>
                            <a:srgbClr val="000000"/>
                          </a:solidFill>
                          <a:effectLst/>
                        </a:rPr>
                        <a:t>50,000</a:t>
                      </a:r>
                      <a:endParaRPr lang="en-US" altLang="zh-CN" sz="800" b="0" i="0" u="none" strike="noStrike">
                        <a:solidFill>
                          <a:srgbClr val="000000"/>
                        </a:solidFill>
                        <a:effectLst/>
                        <a:latin typeface="+mn-lt"/>
                        <a:ea typeface="宋体" panose="02010600030101010101" pitchFamily="2" charset="-122"/>
                      </a:endParaRPr>
                    </a:p>
                  </a:txBody>
                  <a:tcPr marL="2071" marR="2071" marT="2071" marB="0" anchor="ctr"/>
                </a:tc>
                <a:tc>
                  <a:txBody>
                    <a:bodyPr/>
                    <a:lstStyle/>
                    <a:p>
                      <a:pPr algn="l" fontAlgn="ctr"/>
                      <a:r>
                        <a:rPr lang="en-US" altLang="zh-CN" sz="700" b="0" u="none" strike="noStrike" dirty="0">
                          <a:solidFill>
                            <a:srgbClr val="000000"/>
                          </a:solidFill>
                          <a:effectLst/>
                        </a:rPr>
                        <a:t>-</a:t>
                      </a:r>
                      <a:endParaRPr lang="en-US" altLang="zh-CN" sz="700" b="0" i="0" u="none" strike="noStrike" dirty="0">
                        <a:solidFill>
                          <a:srgbClr val="000000"/>
                        </a:solidFill>
                        <a:effectLst/>
                        <a:latin typeface="+mn-lt"/>
                        <a:ea typeface="宋体" panose="02010600030101010101" pitchFamily="2" charset="-122"/>
                      </a:endParaRPr>
                    </a:p>
                  </a:txBody>
                  <a:tcPr marL="2071" marR="2071" marT="2071" marB="0" anchor="ctr"/>
                </a:tc>
                <a:tc>
                  <a:txBody>
                    <a:bodyPr/>
                    <a:lstStyle/>
                    <a:p>
                      <a:pPr algn="l" fontAlgn="ctr"/>
                      <a:r>
                        <a:rPr lang="en-US" altLang="zh-CN" sz="800" b="0" u="none" strike="noStrike">
                          <a:solidFill>
                            <a:srgbClr val="000000"/>
                          </a:solidFill>
                          <a:effectLst/>
                        </a:rPr>
                        <a:t>45,000</a:t>
                      </a:r>
                      <a:endParaRPr lang="en-US" altLang="zh-CN" sz="800" b="0" i="0" u="none" strike="noStrike">
                        <a:solidFill>
                          <a:srgbClr val="000000"/>
                        </a:solidFill>
                        <a:effectLst/>
                        <a:latin typeface="+mn-lt"/>
                        <a:ea typeface="宋体" panose="02010600030101010101" pitchFamily="2" charset="-122"/>
                      </a:endParaRPr>
                    </a:p>
                  </a:txBody>
                  <a:tcPr marL="2071" marR="2071" marT="2071" marB="0" anchor="ctr"/>
                </a:tc>
                <a:tc>
                  <a:txBody>
                    <a:bodyPr/>
                    <a:lstStyle/>
                    <a:p>
                      <a:pPr algn="l" fontAlgn="ctr"/>
                      <a:r>
                        <a:rPr lang="en-US" altLang="zh-CN" sz="800" b="0" u="none" strike="noStrike" dirty="0">
                          <a:solidFill>
                            <a:srgbClr val="000000"/>
                          </a:solidFill>
                          <a:effectLst/>
                        </a:rPr>
                        <a:t>95,000</a:t>
                      </a:r>
                      <a:endParaRPr lang="en-US" altLang="zh-CN" sz="800" b="0" i="0" u="none" strike="noStrike" dirty="0">
                        <a:solidFill>
                          <a:srgbClr val="000000"/>
                        </a:solidFill>
                        <a:effectLst/>
                        <a:latin typeface="+mn-lt"/>
                        <a:ea typeface="宋体" panose="02010600030101010101" pitchFamily="2" charset="-122"/>
                      </a:endParaRPr>
                    </a:p>
                  </a:txBody>
                  <a:tcPr marL="2071" marR="2071" marT="2071" marB="0" anchor="ctr"/>
                </a:tc>
                <a:extLst>
                  <a:ext uri="{0D108BD9-81ED-4DB2-BD59-A6C34878D82A}">
                    <a16:rowId xmlns:a16="http://schemas.microsoft.com/office/drawing/2014/main" val="2345625822"/>
                  </a:ext>
                </a:extLst>
              </a:tr>
              <a:tr h="111458">
                <a:tc>
                  <a:txBody>
                    <a:bodyPr/>
                    <a:lstStyle/>
                    <a:p>
                      <a:pPr algn="l" fontAlgn="ctr"/>
                      <a:r>
                        <a:rPr lang="en-US" sz="800" b="1" u="none" strike="noStrike" dirty="0">
                          <a:solidFill>
                            <a:schemeClr val="tx1"/>
                          </a:solidFill>
                          <a:effectLst/>
                        </a:rPr>
                        <a:t>VAT</a:t>
                      </a:r>
                      <a:r>
                        <a:rPr lang="zh-CN" altLang="en-US" sz="800" b="1" u="none" strike="noStrike" dirty="0">
                          <a:solidFill>
                            <a:schemeClr val="tx1"/>
                          </a:solidFill>
                          <a:effectLst/>
                        </a:rPr>
                        <a:t>增值税费</a:t>
                      </a:r>
                      <a:r>
                        <a:rPr lang="en-US" altLang="zh-CN" sz="800" b="1" u="none" strike="noStrike" dirty="0">
                          <a:solidFill>
                            <a:srgbClr val="C00000"/>
                          </a:solidFill>
                          <a:effectLst/>
                        </a:rPr>
                        <a:t>(3.24%)</a:t>
                      </a:r>
                      <a:endParaRPr lang="zh-CN" altLang="en-US" sz="800" b="1" i="0" u="none" strike="noStrike" dirty="0">
                        <a:solidFill>
                          <a:srgbClr val="C00000"/>
                        </a:solidFill>
                        <a:effectLst/>
                        <a:latin typeface="+mn-lt"/>
                        <a:ea typeface="宋体" panose="02010600030101010101" pitchFamily="2" charset="-122"/>
                      </a:endParaRPr>
                    </a:p>
                  </a:txBody>
                  <a:tcPr marL="2071" marR="2071" marT="2071" marB="0" anchor="ctr"/>
                </a:tc>
                <a:tc>
                  <a:txBody>
                    <a:bodyPr/>
                    <a:lstStyle/>
                    <a:p>
                      <a:pPr algn="l" fontAlgn="ctr"/>
                      <a:r>
                        <a:rPr lang="zh-CN" altLang="en-US" sz="800" b="0" u="none" strike="noStrike" dirty="0">
                          <a:solidFill>
                            <a:srgbClr val="C00000"/>
                          </a:solidFill>
                          <a:effectLst/>
                        </a:rPr>
                        <a:t>　</a:t>
                      </a:r>
                      <a:endParaRPr lang="zh-CN" altLang="en-US" sz="800" b="0" i="0" u="none" strike="noStrike" dirty="0">
                        <a:solidFill>
                          <a:srgbClr val="C00000"/>
                        </a:solidFill>
                        <a:effectLst/>
                        <a:latin typeface="+mn-lt"/>
                        <a:ea typeface="宋体" panose="02010600030101010101" pitchFamily="2" charset="-122"/>
                      </a:endParaRPr>
                    </a:p>
                  </a:txBody>
                  <a:tcPr marL="2071" marR="2071" marT="2071" marB="0" anchor="ctr"/>
                </a:tc>
                <a:tc>
                  <a:txBody>
                    <a:bodyPr/>
                    <a:lstStyle/>
                    <a:p>
                      <a:pPr algn="l" fontAlgn="ctr"/>
                      <a:r>
                        <a:rPr lang="en-US" altLang="zh-CN" sz="800" b="0" u="none" strike="noStrike" dirty="0">
                          <a:solidFill>
                            <a:schemeClr val="tx1"/>
                          </a:solidFill>
                          <a:effectLst/>
                        </a:rPr>
                        <a:t>-</a:t>
                      </a:r>
                      <a:endParaRPr lang="en-US" altLang="zh-CN" sz="800" b="0" i="0" u="none" strike="noStrike" dirty="0">
                        <a:solidFill>
                          <a:schemeClr val="tx1"/>
                        </a:solidFill>
                        <a:effectLst/>
                        <a:latin typeface="+mn-lt"/>
                        <a:ea typeface="宋体" panose="02010600030101010101" pitchFamily="2" charset="-122"/>
                      </a:endParaRPr>
                    </a:p>
                  </a:txBody>
                  <a:tcPr marL="2071" marR="2071" marT="2071" marB="0" anchor="ctr"/>
                </a:tc>
                <a:tc>
                  <a:txBody>
                    <a:bodyPr/>
                    <a:lstStyle/>
                    <a:p>
                      <a:pPr algn="l" fontAlgn="ctr"/>
                      <a:r>
                        <a:rPr lang="en-US" altLang="zh-CN" sz="800" b="0" u="none" strike="noStrike" dirty="0">
                          <a:solidFill>
                            <a:schemeClr val="tx1"/>
                          </a:solidFill>
                          <a:effectLst/>
                        </a:rPr>
                        <a:t>32,400</a:t>
                      </a:r>
                      <a:endParaRPr lang="en-US" altLang="zh-CN" sz="800" b="0" i="0" u="none" strike="noStrike" dirty="0">
                        <a:solidFill>
                          <a:schemeClr val="tx1"/>
                        </a:solidFill>
                        <a:effectLst/>
                        <a:latin typeface="+mn-lt"/>
                        <a:ea typeface="宋体" panose="02010600030101010101" pitchFamily="2" charset="-122"/>
                      </a:endParaRPr>
                    </a:p>
                  </a:txBody>
                  <a:tcPr marL="2071" marR="2071" marT="2071" marB="0" anchor="ctr"/>
                </a:tc>
                <a:tc>
                  <a:txBody>
                    <a:bodyPr/>
                    <a:lstStyle/>
                    <a:p>
                      <a:pPr algn="l" fontAlgn="ctr"/>
                      <a:r>
                        <a:rPr lang="en-US" altLang="zh-CN" sz="800" b="0" u="none" strike="noStrike" dirty="0">
                          <a:solidFill>
                            <a:schemeClr val="tx1"/>
                          </a:solidFill>
                          <a:effectLst/>
                        </a:rPr>
                        <a:t>-</a:t>
                      </a:r>
                      <a:endParaRPr lang="en-US" altLang="zh-CN" sz="800" b="0" i="0" u="none" strike="noStrike" dirty="0">
                        <a:solidFill>
                          <a:schemeClr val="tx1"/>
                        </a:solidFill>
                        <a:effectLst/>
                        <a:latin typeface="+mn-lt"/>
                        <a:ea typeface="宋体" panose="02010600030101010101" pitchFamily="2" charset="-122"/>
                      </a:endParaRPr>
                    </a:p>
                  </a:txBody>
                  <a:tcPr marL="2071" marR="2071" marT="2071" marB="0" anchor="ctr"/>
                </a:tc>
                <a:tc>
                  <a:txBody>
                    <a:bodyPr/>
                    <a:lstStyle/>
                    <a:p>
                      <a:pPr algn="l" fontAlgn="ctr"/>
                      <a:r>
                        <a:rPr lang="en-US" altLang="zh-CN" sz="800" b="0" u="none" strike="noStrike" dirty="0">
                          <a:solidFill>
                            <a:schemeClr val="tx1"/>
                          </a:solidFill>
                          <a:effectLst/>
                        </a:rPr>
                        <a:t>29,160</a:t>
                      </a:r>
                      <a:endParaRPr lang="en-US" altLang="zh-CN" sz="800" b="0" i="0" u="none" strike="noStrike" dirty="0">
                        <a:solidFill>
                          <a:schemeClr val="tx1"/>
                        </a:solidFill>
                        <a:effectLst/>
                        <a:latin typeface="+mn-lt"/>
                        <a:ea typeface="宋体" panose="02010600030101010101" pitchFamily="2" charset="-122"/>
                      </a:endParaRPr>
                    </a:p>
                  </a:txBody>
                  <a:tcPr marL="2071" marR="2071" marT="2071" marB="0" anchor="ctr"/>
                </a:tc>
                <a:tc>
                  <a:txBody>
                    <a:bodyPr/>
                    <a:lstStyle/>
                    <a:p>
                      <a:pPr algn="l" fontAlgn="ctr"/>
                      <a:r>
                        <a:rPr lang="en-US" altLang="zh-CN" sz="800" b="0" u="none" strike="noStrike" dirty="0">
                          <a:solidFill>
                            <a:schemeClr val="tx1"/>
                          </a:solidFill>
                          <a:effectLst/>
                        </a:rPr>
                        <a:t>61,560</a:t>
                      </a:r>
                      <a:endParaRPr lang="en-US" altLang="zh-CN" sz="800" b="0" i="0" u="none" strike="noStrike" dirty="0">
                        <a:solidFill>
                          <a:schemeClr val="tx1"/>
                        </a:solidFill>
                        <a:effectLst/>
                        <a:latin typeface="+mn-lt"/>
                        <a:ea typeface="宋体" panose="02010600030101010101" pitchFamily="2" charset="-122"/>
                      </a:endParaRPr>
                    </a:p>
                  </a:txBody>
                  <a:tcPr marL="2071" marR="2071" marT="2071" marB="0" anchor="ctr"/>
                </a:tc>
                <a:extLst>
                  <a:ext uri="{0D108BD9-81ED-4DB2-BD59-A6C34878D82A}">
                    <a16:rowId xmlns:a16="http://schemas.microsoft.com/office/drawing/2014/main" val="235642542"/>
                  </a:ext>
                </a:extLst>
              </a:tr>
              <a:tr h="111458">
                <a:tc>
                  <a:txBody>
                    <a:bodyPr/>
                    <a:lstStyle/>
                    <a:p>
                      <a:pPr algn="l" fontAlgn="ctr"/>
                      <a:r>
                        <a:rPr lang="zh-CN" altLang="en-US" sz="800" b="1" u="none" strike="noStrike" dirty="0">
                          <a:solidFill>
                            <a:srgbClr val="C00000"/>
                          </a:solidFill>
                          <a:effectLst/>
                        </a:rPr>
                        <a:t>合计</a:t>
                      </a:r>
                      <a:endParaRPr lang="zh-CN" altLang="en-US" sz="800" b="1" i="0" u="none" strike="noStrike" dirty="0">
                        <a:solidFill>
                          <a:srgbClr val="C00000"/>
                        </a:solidFill>
                        <a:effectLst/>
                        <a:latin typeface="+mn-lt"/>
                        <a:ea typeface="宋体" panose="02010600030101010101" pitchFamily="2" charset="-122"/>
                      </a:endParaRPr>
                    </a:p>
                  </a:txBody>
                  <a:tcPr marL="2071" marR="2071" marT="2071" marB="0" anchor="ctr"/>
                </a:tc>
                <a:tc>
                  <a:txBody>
                    <a:bodyPr/>
                    <a:lstStyle/>
                    <a:p>
                      <a:pPr algn="l" fontAlgn="ctr"/>
                      <a:r>
                        <a:rPr lang="zh-CN" altLang="en-US" sz="800" b="1" u="none" strike="noStrike" dirty="0">
                          <a:solidFill>
                            <a:srgbClr val="C00000"/>
                          </a:solidFill>
                          <a:effectLst/>
                        </a:rPr>
                        <a:t>　</a:t>
                      </a:r>
                      <a:endParaRPr lang="zh-CN" altLang="en-US" sz="800" b="1" i="0" u="none" strike="noStrike" dirty="0">
                        <a:solidFill>
                          <a:srgbClr val="C00000"/>
                        </a:solidFill>
                        <a:effectLst/>
                        <a:latin typeface="+mn-lt"/>
                        <a:ea typeface="宋体" panose="02010600030101010101" pitchFamily="2" charset="-122"/>
                      </a:endParaRPr>
                    </a:p>
                  </a:txBody>
                  <a:tcPr marL="2071" marR="2071" marT="2071" marB="0" anchor="ctr"/>
                </a:tc>
                <a:tc>
                  <a:txBody>
                    <a:bodyPr/>
                    <a:lstStyle/>
                    <a:p>
                      <a:pPr algn="l" fontAlgn="ctr"/>
                      <a:r>
                        <a:rPr lang="en-US" altLang="zh-CN" sz="800" b="1" u="none" strike="noStrike" dirty="0">
                          <a:solidFill>
                            <a:srgbClr val="C00000"/>
                          </a:solidFill>
                          <a:effectLst/>
                        </a:rPr>
                        <a:t>- </a:t>
                      </a:r>
                      <a:endParaRPr lang="en-US" altLang="zh-CN" sz="800" b="1" i="0" u="none" strike="noStrike" dirty="0">
                        <a:solidFill>
                          <a:srgbClr val="C00000"/>
                        </a:solidFill>
                        <a:effectLst/>
                        <a:latin typeface="+mn-lt"/>
                        <a:ea typeface="宋体" panose="02010600030101010101" pitchFamily="2" charset="-122"/>
                      </a:endParaRPr>
                    </a:p>
                  </a:txBody>
                  <a:tcPr marL="2071" marR="2071" marT="2071" marB="0" anchor="ctr"/>
                </a:tc>
                <a:tc>
                  <a:txBody>
                    <a:bodyPr/>
                    <a:lstStyle/>
                    <a:p>
                      <a:pPr algn="l" fontAlgn="ctr"/>
                      <a:r>
                        <a:rPr lang="en-US" altLang="zh-CN" sz="800" b="1" u="none" strike="noStrike" dirty="0">
                          <a:solidFill>
                            <a:srgbClr val="C00000"/>
                          </a:solidFill>
                          <a:effectLst/>
                        </a:rPr>
                        <a:t>1,000,000</a:t>
                      </a:r>
                      <a:endParaRPr lang="en-US" altLang="zh-CN" sz="800" b="1" i="0" u="none" strike="noStrike" dirty="0">
                        <a:solidFill>
                          <a:srgbClr val="C00000"/>
                        </a:solidFill>
                        <a:effectLst/>
                        <a:latin typeface="+mn-lt"/>
                        <a:ea typeface="宋体" panose="02010600030101010101" pitchFamily="2" charset="-122"/>
                      </a:endParaRPr>
                    </a:p>
                  </a:txBody>
                  <a:tcPr marL="2071" marR="2071" marT="2071" marB="0" anchor="ctr"/>
                </a:tc>
                <a:tc>
                  <a:txBody>
                    <a:bodyPr/>
                    <a:lstStyle/>
                    <a:p>
                      <a:pPr algn="l" fontAlgn="ctr"/>
                      <a:r>
                        <a:rPr lang="en-US" altLang="zh-CN" sz="800" b="1" u="none" strike="noStrike" dirty="0">
                          <a:solidFill>
                            <a:srgbClr val="C00000"/>
                          </a:solidFill>
                          <a:effectLst/>
                        </a:rPr>
                        <a:t>- </a:t>
                      </a:r>
                      <a:endParaRPr lang="en-US" altLang="zh-CN" sz="800" b="1" i="0" u="none" strike="noStrike" dirty="0">
                        <a:solidFill>
                          <a:srgbClr val="C00000"/>
                        </a:solidFill>
                        <a:effectLst/>
                        <a:latin typeface="+mn-lt"/>
                        <a:ea typeface="宋体" panose="02010600030101010101" pitchFamily="2" charset="-122"/>
                      </a:endParaRPr>
                    </a:p>
                  </a:txBody>
                  <a:tcPr marL="2071" marR="2071" marT="2071" marB="0" anchor="ctr"/>
                </a:tc>
                <a:tc>
                  <a:txBody>
                    <a:bodyPr/>
                    <a:lstStyle/>
                    <a:p>
                      <a:pPr algn="l" fontAlgn="ctr"/>
                      <a:r>
                        <a:rPr lang="en-US" altLang="zh-CN" sz="800" b="1" u="none" strike="noStrike" dirty="0">
                          <a:solidFill>
                            <a:srgbClr val="C00000"/>
                          </a:solidFill>
                          <a:effectLst/>
                        </a:rPr>
                        <a:t>900,000</a:t>
                      </a:r>
                      <a:endParaRPr lang="en-US" altLang="zh-CN" sz="800" b="1" i="0" u="none" strike="noStrike" dirty="0">
                        <a:solidFill>
                          <a:srgbClr val="C00000"/>
                        </a:solidFill>
                        <a:effectLst/>
                        <a:latin typeface="+mn-lt"/>
                        <a:ea typeface="宋体" panose="02010600030101010101" pitchFamily="2" charset="-122"/>
                      </a:endParaRPr>
                    </a:p>
                  </a:txBody>
                  <a:tcPr marL="2071" marR="2071" marT="2071" marB="0" anchor="ctr"/>
                </a:tc>
                <a:tc>
                  <a:txBody>
                    <a:bodyPr/>
                    <a:lstStyle/>
                    <a:p>
                      <a:pPr algn="l" fontAlgn="ctr"/>
                      <a:r>
                        <a:rPr lang="en-US" altLang="zh-CN" sz="800" b="1" u="none" strike="noStrike" dirty="0">
                          <a:solidFill>
                            <a:srgbClr val="C00000"/>
                          </a:solidFill>
                          <a:effectLst/>
                        </a:rPr>
                        <a:t>1900000</a:t>
                      </a:r>
                      <a:endParaRPr lang="en-US" altLang="zh-CN" sz="800" b="1" i="0" u="none" strike="noStrike" dirty="0">
                        <a:solidFill>
                          <a:srgbClr val="C00000"/>
                        </a:solidFill>
                        <a:effectLst/>
                        <a:latin typeface="+mn-lt"/>
                        <a:ea typeface="宋体" panose="02010600030101010101" pitchFamily="2" charset="-122"/>
                      </a:endParaRPr>
                    </a:p>
                  </a:txBody>
                  <a:tcPr marL="2071" marR="2071" marT="2071" marB="0" anchor="ctr"/>
                </a:tc>
                <a:extLst>
                  <a:ext uri="{0D108BD9-81ED-4DB2-BD59-A6C34878D82A}">
                    <a16:rowId xmlns:a16="http://schemas.microsoft.com/office/drawing/2014/main" val="1539477507"/>
                  </a:ext>
                </a:extLst>
              </a:tr>
            </a:tbl>
          </a:graphicData>
        </a:graphic>
      </p:graphicFrame>
      <p:sp>
        <p:nvSpPr>
          <p:cNvPr id="11" name="矩形 10">
            <a:extLst>
              <a:ext uri="{FF2B5EF4-FFF2-40B4-BE49-F238E27FC236}">
                <a16:creationId xmlns:a16="http://schemas.microsoft.com/office/drawing/2014/main" id="{F32777AD-F1D4-B202-5E5D-5F903D76D6C6}"/>
              </a:ext>
            </a:extLst>
          </p:cNvPr>
          <p:cNvSpPr/>
          <p:nvPr/>
        </p:nvSpPr>
        <p:spPr bwMode="gray">
          <a:xfrm>
            <a:off x="8296627" y="277766"/>
            <a:ext cx="487817" cy="4754723"/>
          </a:xfrm>
          <a:prstGeom prst="rect">
            <a:avLst/>
          </a:prstGeom>
          <a:noFill/>
          <a:ln w="28575">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12" name="矩形 11">
            <a:extLst>
              <a:ext uri="{FF2B5EF4-FFF2-40B4-BE49-F238E27FC236}">
                <a16:creationId xmlns:a16="http://schemas.microsoft.com/office/drawing/2014/main" id="{BCEF3AA7-50F0-2B95-1460-E6CA888E98F9}"/>
              </a:ext>
            </a:extLst>
          </p:cNvPr>
          <p:cNvSpPr/>
          <p:nvPr/>
        </p:nvSpPr>
        <p:spPr bwMode="gray">
          <a:xfrm>
            <a:off x="197984" y="3264667"/>
            <a:ext cx="8643410" cy="1707451"/>
          </a:xfrm>
          <a:prstGeom prst="rect">
            <a:avLst/>
          </a:prstGeom>
          <a:noFill/>
          <a:ln w="28575">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2" name="标题 4">
            <a:extLst>
              <a:ext uri="{FF2B5EF4-FFF2-40B4-BE49-F238E27FC236}">
                <a16:creationId xmlns:a16="http://schemas.microsoft.com/office/drawing/2014/main" id="{B63D0640-02E0-86B9-12C1-60DC6F8B441F}"/>
              </a:ext>
            </a:extLst>
          </p:cNvPr>
          <p:cNvSpPr>
            <a:spLocks noGrp="1"/>
          </p:cNvSpPr>
          <p:nvPr>
            <p:ph type="title"/>
          </p:nvPr>
        </p:nvSpPr>
        <p:spPr>
          <a:xfrm>
            <a:off x="359568" y="171382"/>
            <a:ext cx="8424863" cy="540000"/>
          </a:xfrm>
        </p:spPr>
        <p:txBody>
          <a:bodyPr/>
          <a:lstStyle/>
          <a:p>
            <a:r>
              <a:rPr lang="en-US" altLang="zh-CN" b="1" dirty="0">
                <a:solidFill>
                  <a:schemeClr val="tx1"/>
                </a:solidFill>
              </a:rPr>
              <a:t>4. budget details</a:t>
            </a:r>
            <a:endParaRPr lang="en-US" altLang="zh-CN" dirty="0">
              <a:solidFill>
                <a:schemeClr val="tx1"/>
              </a:solidFill>
            </a:endParaRPr>
          </a:p>
        </p:txBody>
      </p:sp>
    </p:spTree>
    <p:extLst>
      <p:ext uri="{BB962C8B-B14F-4D97-AF65-F5344CB8AC3E}">
        <p14:creationId xmlns:p14="http://schemas.microsoft.com/office/powerpoint/2010/main" val="150030805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dirty="0">
                <a:highlight>
                  <a:srgbClr val="FFFF00"/>
                </a:highlight>
              </a:rPr>
              <a:t>Study budget assumption(previous version)</a:t>
            </a:r>
            <a:endParaRPr lang="en-GB" dirty="0">
              <a:highlight>
                <a:srgbClr val="FFFF00"/>
              </a:highlight>
            </a:endParaRPr>
          </a:p>
        </p:txBody>
      </p:sp>
      <p:graphicFrame>
        <p:nvGraphicFramePr>
          <p:cNvPr id="7" name="表格 7"/>
          <p:cNvGraphicFramePr>
            <a:graphicFrameLocks noGrp="1"/>
          </p:cNvGraphicFramePr>
          <p:nvPr>
            <p:ph idx="1"/>
          </p:nvPr>
        </p:nvGraphicFramePr>
        <p:xfrm>
          <a:off x="360363" y="1060450"/>
          <a:ext cx="8424862" cy="2595880"/>
        </p:xfrm>
        <a:graphic>
          <a:graphicData uri="http://schemas.openxmlformats.org/drawingml/2006/table">
            <a:tbl>
              <a:tblPr firstRow="1" bandRow="1">
                <a:tableStyleId>{5C22544A-7EE6-4342-B048-85BDC9FD1C3A}</a:tableStyleId>
              </a:tblPr>
              <a:tblGrid>
                <a:gridCol w="4212431">
                  <a:extLst>
                    <a:ext uri="{9D8B030D-6E8A-4147-A177-3AD203B41FA5}">
                      <a16:colId xmlns:a16="http://schemas.microsoft.com/office/drawing/2014/main" val="20000"/>
                    </a:ext>
                  </a:extLst>
                </a:gridCol>
                <a:gridCol w="4212431">
                  <a:extLst>
                    <a:ext uri="{9D8B030D-6E8A-4147-A177-3AD203B41FA5}">
                      <a16:colId xmlns:a16="http://schemas.microsoft.com/office/drawing/2014/main" val="20001"/>
                    </a:ext>
                  </a:extLst>
                </a:gridCol>
              </a:tblGrid>
              <a:tr h="370840">
                <a:tc>
                  <a:txBody>
                    <a:bodyPr/>
                    <a:lstStyle/>
                    <a:p>
                      <a:r>
                        <a:rPr lang="en-US" altLang="zh-CN"/>
                        <a:t>Item</a:t>
                      </a:r>
                      <a:endParaRPr lang="zh-CN" altLang="en-US"/>
                    </a:p>
                  </a:txBody>
                  <a:tcPr/>
                </a:tc>
                <a:tc>
                  <a:txBody>
                    <a:bodyPr/>
                    <a:lstStyle/>
                    <a:p>
                      <a:r>
                        <a:rPr lang="en-US" altLang="zh-CN"/>
                        <a:t>Amount (10,000)</a:t>
                      </a:r>
                      <a:endParaRPr lang="zh-CN" altLang="en-US"/>
                    </a:p>
                  </a:txBody>
                  <a:tcPr/>
                </a:tc>
                <a:extLst>
                  <a:ext uri="{0D108BD9-81ED-4DB2-BD59-A6C34878D82A}">
                    <a16:rowId xmlns:a16="http://schemas.microsoft.com/office/drawing/2014/main" val="10000"/>
                  </a:ext>
                </a:extLst>
              </a:tr>
              <a:tr h="370840">
                <a:tc>
                  <a:txBody>
                    <a:bodyPr/>
                    <a:lstStyle/>
                    <a:p>
                      <a:r>
                        <a:rPr lang="en-US" altLang="zh-CN" sz="1400" kern="1200">
                          <a:solidFill>
                            <a:schemeClr val="dk1"/>
                          </a:solidFill>
                          <a:latin typeface="+mn-lt"/>
                          <a:ea typeface="+mn-ea"/>
                          <a:cs typeface="+mn-cs"/>
                        </a:rPr>
                        <a:t>Service fee</a:t>
                      </a:r>
                      <a:endParaRPr lang="zh-CN" altLang="en-US" sz="1400" kern="1200">
                        <a:solidFill>
                          <a:schemeClr val="dk1"/>
                        </a:solidFill>
                        <a:latin typeface="+mn-lt"/>
                        <a:ea typeface="+mn-ea"/>
                        <a:cs typeface="+mn-cs"/>
                      </a:endParaRPr>
                    </a:p>
                  </a:txBody>
                  <a:tcPr/>
                </a:tc>
                <a:tc>
                  <a:txBody>
                    <a:bodyPr/>
                    <a:lstStyle/>
                    <a:p>
                      <a:r>
                        <a:rPr lang="en-US" altLang="zh-CN"/>
                        <a:t>21</a:t>
                      </a:r>
                      <a:endParaRPr lang="zh-CN" altLang="en-US"/>
                    </a:p>
                  </a:txBody>
                  <a:tcPr/>
                </a:tc>
                <a:extLst>
                  <a:ext uri="{0D108BD9-81ED-4DB2-BD59-A6C34878D82A}">
                    <a16:rowId xmlns:a16="http://schemas.microsoft.com/office/drawing/2014/main" val="10001"/>
                  </a:ext>
                </a:extLst>
              </a:tr>
              <a:tr h="370840">
                <a:tc>
                  <a:txBody>
                    <a:bodyPr/>
                    <a:lstStyle/>
                    <a:p>
                      <a:r>
                        <a:rPr lang="en-US" altLang="zh-CN" sz="1400" kern="1200">
                          <a:solidFill>
                            <a:schemeClr val="dk1"/>
                          </a:solidFill>
                          <a:latin typeface="+mn-lt"/>
                          <a:ea typeface="+mn-ea"/>
                          <a:cs typeface="+mn-cs"/>
                        </a:rPr>
                        <a:t>Project Management fee</a:t>
                      </a:r>
                      <a:endParaRPr lang="zh-CN" altLang="en-US" sz="1400" kern="1200">
                        <a:solidFill>
                          <a:schemeClr val="dk1"/>
                        </a:solidFill>
                        <a:latin typeface="+mn-lt"/>
                        <a:ea typeface="+mn-ea"/>
                        <a:cs typeface="+mn-cs"/>
                      </a:endParaRPr>
                    </a:p>
                  </a:txBody>
                  <a:tcPr/>
                </a:tc>
                <a:tc>
                  <a:txBody>
                    <a:bodyPr/>
                    <a:lstStyle/>
                    <a:p>
                      <a:r>
                        <a:rPr lang="en-US" altLang="zh-CN"/>
                        <a:t>16</a:t>
                      </a:r>
                      <a:endParaRPr lang="zh-CN" altLang="en-US"/>
                    </a:p>
                  </a:txBody>
                  <a:tcPr/>
                </a:tc>
                <a:extLst>
                  <a:ext uri="{0D108BD9-81ED-4DB2-BD59-A6C34878D82A}">
                    <a16:rowId xmlns:a16="http://schemas.microsoft.com/office/drawing/2014/main" val="10002"/>
                  </a:ext>
                </a:extLst>
              </a:tr>
              <a:tr h="370840">
                <a:tc>
                  <a:txBody>
                    <a:bodyPr/>
                    <a:lstStyle/>
                    <a:p>
                      <a:r>
                        <a:rPr lang="en-US" altLang="zh-CN" sz="1400" kern="1200">
                          <a:solidFill>
                            <a:schemeClr val="dk1"/>
                          </a:solidFill>
                          <a:latin typeface="+mn-lt"/>
                          <a:ea typeface="+mn-ea"/>
                          <a:cs typeface="+mn-cs"/>
                        </a:rPr>
                        <a:t>Data analysis fee</a:t>
                      </a:r>
                      <a:endParaRPr lang="zh-CN" altLang="en-US" sz="1400" kern="1200">
                        <a:solidFill>
                          <a:schemeClr val="dk1"/>
                        </a:solidFill>
                        <a:latin typeface="+mn-lt"/>
                        <a:ea typeface="+mn-ea"/>
                        <a:cs typeface="+mn-cs"/>
                      </a:endParaRPr>
                    </a:p>
                  </a:txBody>
                  <a:tcPr/>
                </a:tc>
                <a:tc>
                  <a:txBody>
                    <a:bodyPr/>
                    <a:lstStyle/>
                    <a:p>
                      <a:r>
                        <a:rPr lang="en-US" altLang="zh-CN"/>
                        <a:t>48</a:t>
                      </a:r>
                      <a:endParaRPr lang="zh-CN" altLang="en-US"/>
                    </a:p>
                  </a:txBody>
                  <a:tcPr/>
                </a:tc>
                <a:extLst>
                  <a:ext uri="{0D108BD9-81ED-4DB2-BD59-A6C34878D82A}">
                    <a16:rowId xmlns:a16="http://schemas.microsoft.com/office/drawing/2014/main" val="10003"/>
                  </a:ext>
                </a:extLst>
              </a:tr>
              <a:tr h="370840">
                <a:tc>
                  <a:txBody>
                    <a:bodyPr/>
                    <a:lstStyle/>
                    <a:p>
                      <a:r>
                        <a:rPr lang="en-US" altLang="zh-CN" sz="1400" kern="1200">
                          <a:solidFill>
                            <a:schemeClr val="dk1"/>
                          </a:solidFill>
                          <a:latin typeface="+mn-lt"/>
                          <a:ea typeface="+mn-ea"/>
                          <a:cs typeface="+mn-cs"/>
                        </a:rPr>
                        <a:t>Institution administrative fee and tax</a:t>
                      </a:r>
                      <a:endParaRPr lang="zh-CN" altLang="en-US" sz="1400" kern="1200">
                        <a:solidFill>
                          <a:schemeClr val="dk1"/>
                        </a:solidFill>
                        <a:latin typeface="+mn-lt"/>
                        <a:ea typeface="+mn-ea"/>
                        <a:cs typeface="+mn-cs"/>
                      </a:endParaRPr>
                    </a:p>
                  </a:txBody>
                  <a:tcPr/>
                </a:tc>
                <a:tc>
                  <a:txBody>
                    <a:bodyPr/>
                    <a:lstStyle/>
                    <a:p>
                      <a:r>
                        <a:rPr lang="en-US" altLang="zh-CN"/>
                        <a:t>7</a:t>
                      </a:r>
                      <a:endParaRPr lang="zh-CN" altLang="en-US"/>
                    </a:p>
                  </a:txBody>
                  <a:tcPr/>
                </a:tc>
                <a:extLst>
                  <a:ext uri="{0D108BD9-81ED-4DB2-BD59-A6C34878D82A}">
                    <a16:rowId xmlns:a16="http://schemas.microsoft.com/office/drawing/2014/main" val="10004"/>
                  </a:ext>
                </a:extLst>
              </a:tr>
              <a:tr h="370840">
                <a:tc>
                  <a:txBody>
                    <a:bodyPr/>
                    <a:lstStyle/>
                    <a:p>
                      <a:r>
                        <a:rPr lang="en-US" altLang="zh-CN" sz="1400" kern="1200">
                          <a:solidFill>
                            <a:schemeClr val="dk1"/>
                          </a:solidFill>
                          <a:latin typeface="+mn-lt"/>
                          <a:ea typeface="+mn-ea"/>
                          <a:cs typeface="+mn-cs"/>
                        </a:rPr>
                        <a:t>Publication fee</a:t>
                      </a:r>
                      <a:endParaRPr lang="zh-CN" altLang="en-US" sz="1400" kern="1200">
                        <a:solidFill>
                          <a:schemeClr val="dk1"/>
                        </a:solidFill>
                        <a:latin typeface="+mn-lt"/>
                        <a:ea typeface="+mn-ea"/>
                        <a:cs typeface="+mn-cs"/>
                      </a:endParaRPr>
                    </a:p>
                  </a:txBody>
                  <a:tcPr/>
                </a:tc>
                <a:tc>
                  <a:txBody>
                    <a:bodyPr/>
                    <a:lstStyle/>
                    <a:p>
                      <a:r>
                        <a:rPr lang="en-US" altLang="zh-CN"/>
                        <a:t>8</a:t>
                      </a:r>
                      <a:endParaRPr lang="zh-CN" altLang="en-US"/>
                    </a:p>
                  </a:txBody>
                  <a:tcPr/>
                </a:tc>
                <a:extLst>
                  <a:ext uri="{0D108BD9-81ED-4DB2-BD59-A6C34878D82A}">
                    <a16:rowId xmlns:a16="http://schemas.microsoft.com/office/drawing/2014/main" val="10005"/>
                  </a:ext>
                </a:extLst>
              </a:tr>
              <a:tr h="370840">
                <a:tc>
                  <a:txBody>
                    <a:bodyPr/>
                    <a:lstStyle/>
                    <a:p>
                      <a:r>
                        <a:rPr lang="en-US" altLang="zh-CN" sz="1400" kern="1200">
                          <a:solidFill>
                            <a:schemeClr val="dk1"/>
                          </a:solidFill>
                          <a:latin typeface="+mn-lt"/>
                          <a:ea typeface="+mn-ea"/>
                          <a:cs typeface="+mn-cs"/>
                        </a:rPr>
                        <a:t>SUM</a:t>
                      </a:r>
                      <a:endParaRPr lang="zh-CN" altLang="en-US" sz="1400" kern="1200">
                        <a:solidFill>
                          <a:schemeClr val="dk1"/>
                        </a:solidFill>
                        <a:latin typeface="+mn-lt"/>
                        <a:ea typeface="+mn-ea"/>
                        <a:cs typeface="+mn-cs"/>
                      </a:endParaRPr>
                    </a:p>
                  </a:txBody>
                  <a:tcPr/>
                </a:tc>
                <a:tc>
                  <a:txBody>
                    <a:bodyPr/>
                    <a:lstStyle/>
                    <a:p>
                      <a:r>
                        <a:rPr lang="en-US" altLang="zh-CN" dirty="0"/>
                        <a:t>100</a:t>
                      </a:r>
                      <a:endParaRPr lang="zh-CN" altLang="en-US" dirty="0"/>
                    </a:p>
                  </a:txBody>
                  <a:tcPr/>
                </a:tc>
                <a:extLst>
                  <a:ext uri="{0D108BD9-81ED-4DB2-BD59-A6C34878D82A}">
                    <a16:rowId xmlns:a16="http://schemas.microsoft.com/office/drawing/2014/main" val="10006"/>
                  </a:ext>
                </a:extLst>
              </a:tr>
            </a:tbl>
          </a:graphicData>
        </a:graphic>
      </p:graphicFrame>
      <p:sp>
        <p:nvSpPr>
          <p:cNvPr id="4" name="Fußzeilenplatzhalter 3"/>
          <p:cNvSpPr>
            <a:spLocks noGrp="1"/>
          </p:cNvSpPr>
          <p:nvPr>
            <p:ph type="ftr" sz="quarter" idx="19"/>
          </p:nvPr>
        </p:nvSpPr>
        <p:spPr/>
        <p:txBody>
          <a:bodyPr/>
          <a:lstStyle/>
          <a:p>
            <a:r>
              <a:rPr lang="en-GB" noProof="0"/>
              <a:t>Presentation title, date, author</a:t>
            </a:r>
          </a:p>
        </p:txBody>
      </p:sp>
      <p:sp>
        <p:nvSpPr>
          <p:cNvPr id="5" name="Foliennummernplatzhalter 4"/>
          <p:cNvSpPr>
            <a:spLocks noGrp="1"/>
          </p:cNvSpPr>
          <p:nvPr>
            <p:ph type="sldNum" sz="quarter" idx="20"/>
          </p:nvPr>
        </p:nvSpPr>
        <p:spPr/>
        <p:txBody>
          <a:bodyPr/>
          <a:lstStyle/>
          <a:p>
            <a:fld id="{143B55C4-4F5A-416B-997D-6CE47EB0A945}" type="slidenum">
              <a:rPr lang="en-GB" noProof="0" smtClean="0"/>
              <a:t>16</a:t>
            </a:fld>
            <a:endParaRPr lang="en-GB" noProof="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596EBEC-DF84-C306-0344-B53F5906C819}"/>
              </a:ext>
            </a:extLst>
          </p:cNvPr>
          <p:cNvSpPr>
            <a:spLocks noGrp="1"/>
          </p:cNvSpPr>
          <p:nvPr>
            <p:ph type="title"/>
          </p:nvPr>
        </p:nvSpPr>
        <p:spPr/>
        <p:txBody>
          <a:bodyPr/>
          <a:lstStyle/>
          <a:p>
            <a:r>
              <a:rPr lang="en-US" altLang="zh-CN" sz="1880" dirty="0"/>
              <a:t>PEC Review Meeting – Request to PEC</a:t>
            </a:r>
            <a:br>
              <a:rPr lang="zh-CN" altLang="en-US" sz="1880" dirty="0"/>
            </a:br>
            <a:br>
              <a:rPr lang="en-US" altLang="zh-CN" sz="1880" dirty="0"/>
            </a:br>
            <a:endParaRPr lang="zh-CN" altLang="en-US" sz="1880" dirty="0"/>
          </a:p>
        </p:txBody>
      </p:sp>
      <p:sp>
        <p:nvSpPr>
          <p:cNvPr id="15" name="内容占位符 14">
            <a:extLst>
              <a:ext uri="{FF2B5EF4-FFF2-40B4-BE49-F238E27FC236}">
                <a16:creationId xmlns:a16="http://schemas.microsoft.com/office/drawing/2014/main" id="{F7561143-C9B0-4886-B14D-D85B04E77EC2}"/>
              </a:ext>
            </a:extLst>
          </p:cNvPr>
          <p:cNvSpPr>
            <a:spLocks noGrp="1"/>
          </p:cNvSpPr>
          <p:nvPr>
            <p:ph idx="1"/>
          </p:nvPr>
        </p:nvSpPr>
        <p:spPr>
          <a:xfrm>
            <a:off x="359570" y="1059657"/>
            <a:ext cx="8424863" cy="1907209"/>
          </a:xfrm>
        </p:spPr>
        <p:txBody>
          <a:bodyPr/>
          <a:lstStyle/>
          <a:p>
            <a:pPr marL="0" indent="0">
              <a:buNone/>
            </a:pPr>
            <a:r>
              <a:rPr lang="en-US" altLang="zh-CN" sz="1600" dirty="0"/>
              <a:t>Request to PEC:</a:t>
            </a:r>
          </a:p>
          <a:p>
            <a:pPr marL="257175" indent="-257175"/>
            <a:r>
              <a:rPr lang="en-US" altLang="zh-CN" sz="1400" b="1" dirty="0"/>
              <a:t>NOT</a:t>
            </a:r>
            <a:r>
              <a:rPr lang="en-US" altLang="zh-CN" sz="1400" dirty="0"/>
              <a:t> to add </a:t>
            </a:r>
            <a:r>
              <a:rPr lang="en-US" altLang="zh-CN" sz="1400" b="1" dirty="0"/>
              <a:t>NS</a:t>
            </a:r>
            <a:r>
              <a:rPr lang="en-US" altLang="zh-CN" sz="1400" dirty="0"/>
              <a:t> in this study</a:t>
            </a:r>
          </a:p>
          <a:p>
            <a:pPr marL="257175" indent="-257175"/>
            <a:r>
              <a:rPr lang="en-US" altLang="zh-CN" sz="1400" dirty="0">
                <a:solidFill>
                  <a:prstClr val="black"/>
                </a:solidFill>
                <a:latin typeface="Boehringer Forward Text"/>
              </a:rPr>
              <a:t>To endorse: add </a:t>
            </a:r>
            <a:r>
              <a:rPr lang="en-US" altLang="zh-CN" sz="1400" b="1" dirty="0">
                <a:solidFill>
                  <a:prstClr val="black"/>
                </a:solidFill>
                <a:latin typeface="Boehringer Forward Text"/>
              </a:rPr>
              <a:t>Draining Tunnel </a:t>
            </a:r>
            <a:r>
              <a:rPr lang="en-US" altLang="zh-CN" sz="1400" dirty="0">
                <a:solidFill>
                  <a:prstClr val="black"/>
                </a:solidFill>
                <a:latin typeface="Boehringer Forward Text"/>
              </a:rPr>
              <a:t>in outcome analysis</a:t>
            </a:r>
          </a:p>
          <a:p>
            <a:pPr marL="257175" indent="-257175"/>
            <a:r>
              <a:rPr lang="en-US" altLang="zh-CN" sz="1400" dirty="0">
                <a:solidFill>
                  <a:prstClr val="black"/>
                </a:solidFill>
                <a:latin typeface="Boehringer Forward Text"/>
              </a:rPr>
              <a:t>To endorse: </a:t>
            </a:r>
            <a:r>
              <a:rPr lang="en-US" altLang="zh-CN" sz="1400" dirty="0"/>
              <a:t>new </a:t>
            </a:r>
            <a:r>
              <a:rPr lang="en-US" altLang="zh-CN" sz="1400" b="1" dirty="0"/>
              <a:t>timeline </a:t>
            </a:r>
          </a:p>
          <a:p>
            <a:pPr marL="257175" indent="-257175"/>
            <a:r>
              <a:rPr lang="en-US" altLang="zh-CN" sz="1400" dirty="0">
                <a:solidFill>
                  <a:prstClr val="black"/>
                </a:solidFill>
                <a:latin typeface="Boehringer Forward Text"/>
              </a:rPr>
              <a:t>To endorse: </a:t>
            </a:r>
            <a:r>
              <a:rPr lang="en-US" altLang="zh-CN" sz="1400" b="1" dirty="0"/>
              <a:t>budget </a:t>
            </a:r>
            <a:r>
              <a:rPr lang="en-US" altLang="zh-CN" sz="1400" dirty="0"/>
              <a:t>update</a:t>
            </a:r>
          </a:p>
          <a:p>
            <a:pPr marL="257175" indent="-257175"/>
            <a:endParaRPr lang="en-US" altLang="zh-CN" sz="1400" dirty="0"/>
          </a:p>
          <a:p>
            <a:endParaRPr lang="en-US" altLang="zh-CN" sz="1600" dirty="0"/>
          </a:p>
        </p:txBody>
      </p:sp>
      <p:sp>
        <p:nvSpPr>
          <p:cNvPr id="5" name="Text Placeholder 4">
            <a:extLst>
              <a:ext uri="{FF2B5EF4-FFF2-40B4-BE49-F238E27FC236}">
                <a16:creationId xmlns:a16="http://schemas.microsoft.com/office/drawing/2014/main" id="{BA9A4A40-FD9B-93AF-BBCC-C8680DAF7073}"/>
              </a:ext>
            </a:extLst>
          </p:cNvPr>
          <p:cNvSpPr>
            <a:spLocks noGrp="1"/>
          </p:cNvSpPr>
          <p:nvPr>
            <p:ph type="body" sz="quarter" idx="13"/>
          </p:nvPr>
        </p:nvSpPr>
        <p:spPr/>
        <p:txBody>
          <a:bodyPr/>
          <a:lstStyle/>
          <a:p>
            <a:endParaRPr lang="zh-CN" altLang="en-US"/>
          </a:p>
        </p:txBody>
      </p:sp>
    </p:spTree>
    <p:extLst>
      <p:ext uri="{BB962C8B-B14F-4D97-AF65-F5344CB8AC3E}">
        <p14:creationId xmlns:p14="http://schemas.microsoft.com/office/powerpoint/2010/main" val="364368585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en-US" altLang="zh-CN"/>
              <a:t>THANKS</a:t>
            </a:r>
            <a:endParaRPr lang="zh-CN" altLang="en-US"/>
          </a:p>
        </p:txBody>
      </p:sp>
      <p:sp>
        <p:nvSpPr>
          <p:cNvPr id="4" name="页脚占位符 3"/>
          <p:cNvSpPr>
            <a:spLocks noGrp="1"/>
          </p:cNvSpPr>
          <p:nvPr>
            <p:ph type="ftr" sz="quarter" idx="19"/>
          </p:nvPr>
        </p:nvSpPr>
        <p:spPr/>
        <p:txBody>
          <a:bodyPr/>
          <a:lstStyle/>
          <a:p>
            <a:r>
              <a:rPr lang="en-US"/>
              <a:t>ONLY FOR INTERNAL USE</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359570" y="357750"/>
            <a:ext cx="8424863" cy="540000"/>
          </a:xfrm>
        </p:spPr>
        <p:txBody>
          <a:bodyPr anchor="t">
            <a:normAutofit/>
          </a:bodyPr>
          <a:lstStyle/>
          <a:p>
            <a:r>
              <a:rPr lang="en-GB"/>
              <a:t>Introduction of Database</a:t>
            </a:r>
          </a:p>
        </p:txBody>
      </p:sp>
      <p:sp>
        <p:nvSpPr>
          <p:cNvPr id="4" name="Fußzeilenplatzhalter 3"/>
          <p:cNvSpPr>
            <a:spLocks noGrp="1"/>
          </p:cNvSpPr>
          <p:nvPr>
            <p:ph type="ftr" sz="quarter" idx="19"/>
          </p:nvPr>
        </p:nvSpPr>
        <p:spPr>
          <a:xfrm>
            <a:off x="4734018" y="4685127"/>
            <a:ext cx="3780420" cy="216000"/>
          </a:xfrm>
        </p:spPr>
        <p:txBody>
          <a:bodyPr anchor="b">
            <a:normAutofit/>
          </a:bodyPr>
          <a:lstStyle/>
          <a:p>
            <a:pPr marL="0" marR="0" lvl="0" indent="0" algn="r" defTabSz="914400" rtl="0" eaLnBrk="1" fontAlgn="auto" latinLnBrk="0" hangingPunct="1">
              <a:lnSpc>
                <a:spcPct val="100000"/>
              </a:lnSpc>
              <a:spcBef>
                <a:spcPts val="0"/>
              </a:spcBef>
              <a:spcAft>
                <a:spcPts val="600"/>
              </a:spcAft>
              <a:buClrTx/>
              <a:buSzTx/>
              <a:buFontTx/>
              <a:buNone/>
              <a:defRPr/>
            </a:pPr>
            <a:r>
              <a:rPr kumimoji="0" lang="en-GB" sz="600" b="0" i="0" u="none" strike="noStrike" kern="1200" cap="none" spc="0" normalizeH="0" baseline="0" noProof="0">
                <a:ln>
                  <a:noFill/>
                </a:ln>
                <a:solidFill>
                  <a:srgbClr val="08312A"/>
                </a:solidFill>
                <a:effectLst/>
                <a:uLnTx/>
                <a:uFillTx/>
                <a:latin typeface="Boehringer Forward Text"/>
                <a:ea typeface="+mn-ea"/>
                <a:cs typeface="+mn-cs"/>
              </a:rPr>
              <a:t>Presentation title, date, author</a:t>
            </a:r>
          </a:p>
        </p:txBody>
      </p:sp>
      <p:sp>
        <p:nvSpPr>
          <p:cNvPr id="5" name="Foliennummernplatzhalter 4"/>
          <p:cNvSpPr>
            <a:spLocks noGrp="1"/>
          </p:cNvSpPr>
          <p:nvPr>
            <p:ph type="sldNum" sz="quarter" idx="20"/>
          </p:nvPr>
        </p:nvSpPr>
        <p:spPr>
          <a:xfrm>
            <a:off x="8568444" y="4685127"/>
            <a:ext cx="216000" cy="216000"/>
          </a:xfrm>
        </p:spPr>
        <p:txBody>
          <a:bodyPr anchor="b">
            <a:normAutofit/>
          </a:bodyPr>
          <a:lstStyle/>
          <a:p>
            <a:pPr marL="0" marR="0" lvl="0" indent="0" algn="r" defTabSz="914400" rtl="0" eaLnBrk="1" fontAlgn="auto" latinLnBrk="0" hangingPunct="1">
              <a:lnSpc>
                <a:spcPct val="100000"/>
              </a:lnSpc>
              <a:spcBef>
                <a:spcPts val="0"/>
              </a:spcBef>
              <a:spcAft>
                <a:spcPts val="600"/>
              </a:spcAft>
              <a:buClrTx/>
              <a:buSzTx/>
              <a:buFontTx/>
              <a:buNone/>
              <a:defRPr/>
            </a:pPr>
            <a:fld id="{143B55C4-4F5A-416B-997D-6CE47EB0A945}" type="slidenum">
              <a:rPr kumimoji="0" lang="en-GB" sz="600" b="0" i="0" u="none" strike="noStrike" kern="1200" cap="none" spc="0" normalizeH="0" baseline="0" noProof="0" smtClean="0">
                <a:ln>
                  <a:noFill/>
                </a:ln>
                <a:solidFill>
                  <a:srgbClr val="08312A"/>
                </a:solidFill>
                <a:effectLst/>
                <a:uLnTx/>
                <a:uFillTx/>
                <a:latin typeface="Boehringer Forward Text"/>
                <a:ea typeface="+mn-ea"/>
                <a:cs typeface="+mn-cs"/>
              </a:rPr>
              <a:t>19</a:t>
            </a:fld>
            <a:endParaRPr kumimoji="0" lang="en-GB" sz="600" b="0" i="0" u="none" strike="noStrike" kern="1200" cap="none" spc="0" normalizeH="0" baseline="0" noProof="0">
              <a:ln>
                <a:noFill/>
              </a:ln>
              <a:solidFill>
                <a:srgbClr val="08312A"/>
              </a:solidFill>
              <a:effectLst/>
              <a:uLnTx/>
              <a:uFillTx/>
              <a:latin typeface="Boehringer Forward Text"/>
              <a:ea typeface="+mn-ea"/>
              <a:cs typeface="+mn-cs"/>
            </a:endParaRPr>
          </a:p>
        </p:txBody>
      </p:sp>
      <p:pic>
        <p:nvPicPr>
          <p:cNvPr id="8" name="图片 7" descr="图片包含 图表&#10;&#10;描述已自动生成"/>
          <p:cNvPicPr>
            <a:picLocks noChangeAspect="1"/>
          </p:cNvPicPr>
          <p:nvPr/>
        </p:nvPicPr>
        <p:blipFill>
          <a:blip r:embed="rId2"/>
          <a:stretch>
            <a:fillRect/>
          </a:stretch>
        </p:blipFill>
        <p:spPr>
          <a:xfrm>
            <a:off x="3011759" y="632387"/>
            <a:ext cx="3444518" cy="4333651"/>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en-GB" altLang="zh-CN"/>
              <a:t>Study Design</a:t>
            </a:r>
            <a:r>
              <a:rPr lang="en-US" altLang="zh-CN"/>
              <a:t>—</a:t>
            </a:r>
            <a:r>
              <a:rPr lang="en-GB" altLang="zh-CN"/>
              <a:t>Study Population</a:t>
            </a:r>
            <a:endParaRPr lang="zh-CN" altLang="en-US"/>
          </a:p>
        </p:txBody>
      </p:sp>
      <p:sp>
        <p:nvSpPr>
          <p:cNvPr id="2" name="内容占位符 1"/>
          <p:cNvSpPr>
            <a:spLocks noGrp="1"/>
          </p:cNvSpPr>
          <p:nvPr>
            <p:ph idx="1"/>
          </p:nvPr>
        </p:nvSpPr>
        <p:spPr>
          <a:xfrm>
            <a:off x="359581" y="1144438"/>
            <a:ext cx="8424863" cy="3294000"/>
          </a:xfrm>
        </p:spPr>
        <p:txBody>
          <a:bodyPr/>
          <a:lstStyle/>
          <a:p>
            <a:r>
              <a:rPr lang="en-US" altLang="zh-CN" sz="1400"/>
              <a:t>The database is documented with basic demographics, dates of hospital visits, medication use, discharge diagnoses in Chinese and corresponding International Classification of Diseases, 10th Revision (ICD-10) codes.</a:t>
            </a:r>
          </a:p>
          <a:p>
            <a:r>
              <a:rPr lang="en-US" altLang="zh-CN" sz="1400"/>
              <a:t>We will conduct a retrospective study using data from </a:t>
            </a:r>
            <a:r>
              <a:rPr lang="en-US" altLang="zh-CN" sz="1400" b="1"/>
              <a:t>January 1, 2017, to December 31, 2023</a:t>
            </a:r>
            <a:r>
              <a:rPr lang="en-US" altLang="zh-CN" sz="1400"/>
              <a:t>. </a:t>
            </a:r>
          </a:p>
          <a:p>
            <a:r>
              <a:rPr lang="en-US" altLang="zh-CN" sz="1400"/>
              <a:t>We will exclude residents (1) without a valid unique ID and (2) had conflicting information recorded</a:t>
            </a:r>
            <a:r>
              <a:rPr lang="zh-CN" altLang="en-US" sz="1400"/>
              <a:t>。</a:t>
            </a:r>
            <a:endParaRPr lang="en-US" altLang="zh-CN" sz="1400"/>
          </a:p>
          <a:p>
            <a:r>
              <a:rPr lang="en-US" altLang="zh-CN" sz="1400"/>
              <a:t>All claim records will be deidentified to protect people’s privacy.</a:t>
            </a:r>
          </a:p>
        </p:txBody>
      </p:sp>
      <p:sp>
        <p:nvSpPr>
          <p:cNvPr id="3" name="页脚占位符 2"/>
          <p:cNvSpPr>
            <a:spLocks noGrp="1"/>
          </p:cNvSpPr>
          <p:nvPr>
            <p:ph type="ftr" sz="quarter" idx="19"/>
          </p:nvPr>
        </p:nvSpPr>
        <p:spPr/>
        <p:txBody>
          <a:bodyPr/>
          <a:lstStyle/>
          <a:p>
            <a:r>
              <a:rPr lang="en-GB" noProof="0"/>
              <a:t>Presentation title, date, author</a:t>
            </a:r>
          </a:p>
        </p:txBody>
      </p:sp>
      <p:sp>
        <p:nvSpPr>
          <p:cNvPr id="4" name="灯片编号占位符 3"/>
          <p:cNvSpPr>
            <a:spLocks noGrp="1"/>
          </p:cNvSpPr>
          <p:nvPr>
            <p:ph type="sldNum" sz="quarter" idx="20"/>
          </p:nvPr>
        </p:nvSpPr>
        <p:spPr/>
        <p:txBody>
          <a:bodyPr/>
          <a:lstStyle/>
          <a:p>
            <a:fld id="{143B55C4-4F5A-416B-997D-6CE47EB0A945}" type="slidenum">
              <a:rPr lang="en-GB" noProof="0" smtClean="0"/>
              <a:t>20</a:t>
            </a:fld>
            <a:endParaRPr lang="en-GB" noProof="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en-GB" altLang="zh-CN"/>
              <a:t>Study Design</a:t>
            </a:r>
            <a:r>
              <a:rPr lang="en-US" altLang="zh-CN"/>
              <a:t>—Statistical Analysis</a:t>
            </a:r>
            <a:endParaRPr lang="zh-CN" altLang="en-US"/>
          </a:p>
        </p:txBody>
      </p:sp>
      <p:sp>
        <p:nvSpPr>
          <p:cNvPr id="2" name="内容占位符 1"/>
          <p:cNvSpPr>
            <a:spLocks noGrp="1"/>
          </p:cNvSpPr>
          <p:nvPr>
            <p:ph idx="1"/>
          </p:nvPr>
        </p:nvSpPr>
        <p:spPr>
          <a:xfrm>
            <a:off x="251581" y="743208"/>
            <a:ext cx="8424863" cy="3294000"/>
          </a:xfrm>
        </p:spPr>
        <p:txBody>
          <a:bodyPr/>
          <a:lstStyle/>
          <a:p>
            <a:r>
              <a:rPr lang="en-US" altLang="zh-CN" b="1" dirty="0">
                <a:cs typeface="Times New Roman" panose="02020603050405020304" pitchFamily="18" charset="0"/>
              </a:rPr>
              <a:t>The prevalence and incidence in 2023 will be calculated</a:t>
            </a:r>
            <a:r>
              <a:rPr lang="zh-CN" altLang="en-US" b="1" dirty="0">
                <a:cs typeface="Times New Roman" panose="02020603050405020304" pitchFamily="18" charset="0"/>
              </a:rPr>
              <a:t>，</a:t>
            </a:r>
            <a:r>
              <a:rPr lang="en-US" altLang="zh-CN" b="0" i="0" dirty="0">
                <a:solidFill>
                  <a:srgbClr val="0D0D0D"/>
                </a:solidFill>
                <a:effectLst/>
                <a:cs typeface="Times New Roman" panose="02020603050405020304" pitchFamily="18" charset="0"/>
              </a:rPr>
              <a:t>incorporating specifically defined wash-out periods to ensure the most accurate representation of new cases. All cases will have a 5-year wash-out period set. These wash-out periods, the maximum feasible based on the data available, are intended to minimize the inclusion of prevalent cases from previous years in the 2023 incidence estimates.</a:t>
            </a:r>
            <a:endParaRPr lang="en-US" altLang="zh-CN" dirty="0">
              <a:cs typeface="Times New Roman" panose="02020603050405020304" pitchFamily="18" charset="0"/>
            </a:endParaRPr>
          </a:p>
          <a:p>
            <a:r>
              <a:rPr lang="en-US" altLang="zh-CN" dirty="0">
                <a:cs typeface="Times New Roman" panose="02020603050405020304" pitchFamily="18" charset="0"/>
              </a:rPr>
              <a:t>The prevalence and incidence will be stratified by </a:t>
            </a:r>
            <a:r>
              <a:rPr lang="en-US" altLang="zh-CN" b="1" dirty="0">
                <a:cs typeface="Times New Roman" panose="02020603050405020304" pitchFamily="18" charset="0"/>
              </a:rPr>
              <a:t>gender and age </a:t>
            </a:r>
            <a:r>
              <a:rPr lang="en-US" altLang="zh-CN" dirty="0">
                <a:cs typeface="Times New Roman" panose="02020603050405020304" pitchFamily="18" charset="0"/>
              </a:rPr>
              <a:t>(0-9,</a:t>
            </a:r>
            <a:r>
              <a:rPr lang="zh-CN" altLang="en-US" dirty="0">
                <a:cs typeface="Times New Roman" panose="02020603050405020304" pitchFamily="18" charset="0"/>
              </a:rPr>
              <a:t> </a:t>
            </a:r>
            <a:r>
              <a:rPr lang="en-US" altLang="zh-CN" dirty="0">
                <a:cs typeface="Times New Roman" panose="02020603050405020304" pitchFamily="18" charset="0"/>
              </a:rPr>
              <a:t>10–11, 12-17, 18-19, 20-29, 30–39, 40–49, 50–59, 60–69, 70–79, and ≥ 80 years). </a:t>
            </a:r>
          </a:p>
          <a:p>
            <a:r>
              <a:rPr lang="en-US" altLang="zh-CN" b="1" i="0" dirty="0">
                <a:solidFill>
                  <a:srgbClr val="0D0D0D"/>
                </a:solidFill>
                <a:effectLst/>
                <a:cs typeface="Times New Roman" panose="02020603050405020304" pitchFamily="18" charset="0"/>
              </a:rPr>
              <a:t>Numerator Calculation</a:t>
            </a:r>
            <a:r>
              <a:rPr lang="en-US" altLang="zh-CN" b="0" i="0" dirty="0">
                <a:solidFill>
                  <a:srgbClr val="0D0D0D"/>
                </a:solidFill>
                <a:effectLst/>
                <a:cs typeface="Times New Roman" panose="02020603050405020304" pitchFamily="18" charset="0"/>
              </a:rPr>
              <a:t>: we begin by aggregating the new outpatient and inpatient case numbers from 30 hospitals. Additionally, we collect data on the new inpatient cases of this disease from all hospitals across Beijing. Using a regression model developed from the ratios of outpatient to inpatient cases in the specific 30 hospitals and their dermatology department's outpatient to inpatient ratios, we estimate the new outpatient cases for the remaining hospitals in the city. The final step involves summing up all estimated outpatient cases with the collected inpatient cases across Beijing to determine the total number of new cases. </a:t>
            </a:r>
          </a:p>
          <a:p>
            <a:r>
              <a:rPr lang="en-US" altLang="zh-CN" b="1" i="0" dirty="0">
                <a:solidFill>
                  <a:srgbClr val="0D0D0D"/>
                </a:solidFill>
                <a:effectLst/>
                <a:cs typeface="Times New Roman" panose="02020603050405020304" pitchFamily="18" charset="0"/>
              </a:rPr>
              <a:t>Denominator Calculation</a:t>
            </a:r>
            <a:r>
              <a:rPr lang="en-US" altLang="zh-CN" b="0" i="0" dirty="0">
                <a:solidFill>
                  <a:srgbClr val="0D0D0D"/>
                </a:solidFill>
                <a:effectLst/>
                <a:cs typeface="Times New Roman" panose="02020603050405020304" pitchFamily="18" charset="0"/>
              </a:rPr>
              <a:t>: The denominator is the population number from the 2020 Seventh National Census of Beijing as reported by the Beijing Municipal Bureau of Statistics.</a:t>
            </a:r>
          </a:p>
          <a:p>
            <a:endParaRPr lang="zh-CN" altLang="en-US" sz="1400" dirty="0">
              <a:highlight>
                <a:srgbClr val="FFFF00"/>
              </a:highlight>
            </a:endParaRPr>
          </a:p>
        </p:txBody>
      </p:sp>
      <p:sp>
        <p:nvSpPr>
          <p:cNvPr id="3" name="页脚占位符 2"/>
          <p:cNvSpPr>
            <a:spLocks noGrp="1"/>
          </p:cNvSpPr>
          <p:nvPr>
            <p:ph type="ftr" sz="quarter" idx="19"/>
          </p:nvPr>
        </p:nvSpPr>
        <p:spPr/>
        <p:txBody>
          <a:bodyPr/>
          <a:lstStyle/>
          <a:p>
            <a:pPr marL="0" marR="0" lvl="0" indent="0" algn="r" defTabSz="914400" rtl="0" eaLnBrk="1" fontAlgn="auto" latinLnBrk="0" hangingPunct="1">
              <a:lnSpc>
                <a:spcPct val="100000"/>
              </a:lnSpc>
              <a:spcBef>
                <a:spcPts val="0"/>
              </a:spcBef>
              <a:spcAft>
                <a:spcPts val="225"/>
              </a:spcAft>
              <a:buClrTx/>
              <a:buSzTx/>
              <a:buFontTx/>
              <a:buNone/>
              <a:tabLst/>
              <a:defRPr/>
            </a:pPr>
            <a:r>
              <a:rPr kumimoji="0" lang="en-GB" sz="600" b="0" i="0" u="none" strike="noStrike" kern="1200" cap="none" spc="0" normalizeH="0" baseline="0" noProof="0">
                <a:ln>
                  <a:noFill/>
                </a:ln>
                <a:solidFill>
                  <a:srgbClr val="08312A"/>
                </a:solidFill>
                <a:effectLst/>
                <a:uLnTx/>
                <a:uFillTx/>
                <a:latin typeface="Boehringer Forward Text"/>
                <a:ea typeface="+mn-ea"/>
                <a:cs typeface="+mn-cs"/>
              </a:rPr>
              <a:t>Presentation title, date, author</a:t>
            </a:r>
          </a:p>
        </p:txBody>
      </p:sp>
      <p:sp>
        <p:nvSpPr>
          <p:cNvPr id="4" name="灯片编号占位符 3"/>
          <p:cNvSpPr>
            <a:spLocks noGrp="1"/>
          </p:cNvSpPr>
          <p:nvPr>
            <p:ph type="sldNum" sz="quarter" idx="2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43B55C4-4F5A-416B-997D-6CE47EB0A945}" type="slidenum">
              <a:rPr kumimoji="0" lang="en-GB" sz="600" b="0" i="0" u="none" strike="noStrike" kern="1200" cap="none" spc="0" normalizeH="0" baseline="0" noProof="0" smtClean="0">
                <a:ln>
                  <a:noFill/>
                </a:ln>
                <a:solidFill>
                  <a:srgbClr val="08312A"/>
                </a:solidFill>
                <a:effectLst/>
                <a:uLnTx/>
                <a:uFillTx/>
                <a:latin typeface="Boehringer Forward Tex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GB" sz="600" b="0" i="0" u="none" strike="noStrike" kern="1200" cap="none" spc="0" normalizeH="0" baseline="0" noProof="0">
              <a:ln>
                <a:noFill/>
              </a:ln>
              <a:solidFill>
                <a:srgbClr val="08312A"/>
              </a:solidFill>
              <a:effectLst/>
              <a:uLnTx/>
              <a:uFillTx/>
              <a:latin typeface="Boehringer Forward Text"/>
              <a:ea typeface="+mn-ea"/>
              <a:cs typeface="+mn-cs"/>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en-GB" altLang="zh-CN" dirty="0">
                <a:solidFill>
                  <a:srgbClr val="C00000"/>
                </a:solidFill>
              </a:rPr>
              <a:t>Study Design</a:t>
            </a:r>
            <a:r>
              <a:rPr lang="en-US" altLang="zh-CN" dirty="0">
                <a:solidFill>
                  <a:srgbClr val="C00000"/>
                </a:solidFill>
              </a:rPr>
              <a:t>— </a:t>
            </a:r>
            <a:r>
              <a:rPr lang="en-GB" altLang="zh-CN" dirty="0">
                <a:solidFill>
                  <a:srgbClr val="C00000"/>
                </a:solidFill>
              </a:rPr>
              <a:t>PG and HS Identification</a:t>
            </a:r>
          </a:p>
        </p:txBody>
      </p:sp>
      <p:sp>
        <p:nvSpPr>
          <p:cNvPr id="2" name="内容占位符 1"/>
          <p:cNvSpPr>
            <a:spLocks noGrp="1"/>
          </p:cNvSpPr>
          <p:nvPr>
            <p:ph idx="1"/>
          </p:nvPr>
        </p:nvSpPr>
        <p:spPr>
          <a:xfrm>
            <a:off x="359137" y="663049"/>
            <a:ext cx="8424863" cy="3817401"/>
          </a:xfrm>
        </p:spPr>
        <p:txBody>
          <a:bodyPr/>
          <a:lstStyle/>
          <a:p>
            <a:pPr marL="0" marR="0" indent="0" algn="just">
              <a:lnSpc>
                <a:spcPct val="150000"/>
              </a:lnSpc>
              <a:spcBef>
                <a:spcPts val="0"/>
              </a:spcBef>
              <a:spcAft>
                <a:spcPts val="0"/>
              </a:spcAft>
              <a:buNone/>
            </a:pPr>
            <a:r>
              <a:rPr lang="en-US" altLang="zh-CN" sz="1300" b="1" kern="100" dirty="0">
                <a:effectLst/>
                <a:ea typeface="宋体" panose="02010600030101010101" pitchFamily="2" charset="-122"/>
                <a:cs typeface="Times New Roman" panose="02020603050405020304" pitchFamily="18" charset="0"/>
              </a:rPr>
              <a:t>Identification of PG Cases</a:t>
            </a:r>
          </a:p>
          <a:p>
            <a:pPr marR="0" algn="just">
              <a:lnSpc>
                <a:spcPct val="150000"/>
              </a:lnSpc>
              <a:spcBef>
                <a:spcPts val="0"/>
              </a:spcBef>
              <a:spcAft>
                <a:spcPts val="0"/>
              </a:spcAft>
            </a:pPr>
            <a:r>
              <a:rPr lang="en-US" altLang="zh-CN" sz="1300" kern="100" dirty="0">
                <a:effectLst/>
                <a:ea typeface="宋体" panose="02010600030101010101" pitchFamily="2" charset="-122"/>
                <a:cs typeface="Times New Roman" panose="02020603050405020304" pitchFamily="18" charset="0"/>
              </a:rPr>
              <a:t>ICD-10 Code: L88xx01</a:t>
            </a:r>
          </a:p>
          <a:p>
            <a:pPr marR="0" algn="just">
              <a:lnSpc>
                <a:spcPct val="150000"/>
              </a:lnSpc>
              <a:spcBef>
                <a:spcPts val="0"/>
              </a:spcBef>
              <a:spcAft>
                <a:spcPts val="0"/>
              </a:spcAft>
            </a:pPr>
            <a:r>
              <a:rPr lang="en-US" altLang="zh-CN" sz="1300" kern="100" dirty="0">
                <a:effectLst/>
                <a:ea typeface="宋体" panose="02010600030101010101" pitchFamily="2" charset="-122"/>
                <a:cs typeface="Times New Roman" panose="02020603050405020304" pitchFamily="18" charset="0"/>
              </a:rPr>
              <a:t>Search Strategy: The database query system will be used to input the ICD-10 code L88xx01 as the search criterion. The search will be set to exact match to ensure that only patient records diagnosed with Pyoderma Gangrenosum are retrieved.</a:t>
            </a:r>
          </a:p>
          <a:p>
            <a:pPr marL="0" marR="0" indent="0" algn="just">
              <a:lnSpc>
                <a:spcPct val="150000"/>
              </a:lnSpc>
              <a:spcBef>
                <a:spcPts val="0"/>
              </a:spcBef>
              <a:spcAft>
                <a:spcPts val="0"/>
              </a:spcAft>
              <a:buNone/>
            </a:pPr>
            <a:r>
              <a:rPr lang="en-US" altLang="zh-CN" sz="1300" b="1" kern="100" dirty="0">
                <a:effectLst/>
                <a:ea typeface="宋体" panose="02010600030101010101" pitchFamily="2" charset="-122"/>
                <a:cs typeface="Times New Roman" panose="02020603050405020304" pitchFamily="18" charset="0"/>
              </a:rPr>
              <a:t>Identification of HS Cases</a:t>
            </a:r>
          </a:p>
          <a:p>
            <a:pPr marL="0" marR="0" algn="just">
              <a:lnSpc>
                <a:spcPct val="150000"/>
              </a:lnSpc>
              <a:spcBef>
                <a:spcPts val="0"/>
              </a:spcBef>
              <a:spcAft>
                <a:spcPts val="0"/>
              </a:spcAft>
            </a:pPr>
            <a:r>
              <a:rPr lang="en-US" altLang="zh-CN" sz="1300" kern="100" dirty="0">
                <a:effectLst/>
                <a:ea typeface="宋体" panose="02010600030101010101" pitchFamily="2" charset="-122"/>
                <a:cs typeface="Times New Roman" panose="02020603050405020304" pitchFamily="18" charset="0"/>
              </a:rPr>
              <a:t>ICD-10 Codes: L73.803 (Triad of Follicular Occlusion), and L66.301 (Abscessing </a:t>
            </a:r>
            <a:r>
              <a:rPr lang="en-US" altLang="zh-CN" sz="1300" kern="100" dirty="0" err="1">
                <a:effectLst/>
                <a:ea typeface="宋体" panose="02010600030101010101" pitchFamily="2" charset="-122"/>
                <a:cs typeface="Times New Roman" panose="02020603050405020304" pitchFamily="18" charset="0"/>
              </a:rPr>
              <a:t>Perifolliculitis</a:t>
            </a:r>
            <a:r>
              <a:rPr lang="en-US" altLang="zh-CN" sz="1300" kern="100" dirty="0">
                <a:effectLst/>
                <a:ea typeface="宋体" panose="02010600030101010101" pitchFamily="2" charset="-122"/>
                <a:cs typeface="Times New Roman" panose="02020603050405020304" pitchFamily="18" charset="0"/>
              </a:rPr>
              <a:t> of the Scalp)</a:t>
            </a:r>
          </a:p>
          <a:p>
            <a:pPr marL="0" marR="0" algn="just">
              <a:lnSpc>
                <a:spcPct val="150000"/>
              </a:lnSpc>
              <a:spcBef>
                <a:spcPts val="0"/>
              </a:spcBef>
              <a:spcAft>
                <a:spcPts val="0"/>
              </a:spcAft>
            </a:pPr>
            <a:r>
              <a:rPr lang="zh-CN" altLang="en-US" sz="1300" kern="100" dirty="0">
                <a:effectLst/>
                <a:ea typeface="宋体" panose="02010600030101010101" pitchFamily="2" charset="-122"/>
                <a:cs typeface="Times New Roman" panose="02020603050405020304" pitchFamily="18" charset="0"/>
              </a:rPr>
              <a:t>Diagnosis Names (in Chinese</a:t>
            </a:r>
            <a:r>
              <a:rPr sz="1300" kern="100" dirty="0">
                <a:effectLst/>
                <a:ea typeface="宋体" panose="02010600030101010101" pitchFamily="2" charset="-122"/>
                <a:cs typeface="Times New Roman" panose="02020603050405020304" pitchFamily="18" charset="0"/>
              </a:rPr>
              <a:t>)：</a:t>
            </a:r>
            <a:r>
              <a:rPr sz="1300" kern="100" dirty="0">
                <a:effectLst/>
                <a:ea typeface="宋体" panose="02010600030101010101" pitchFamily="2" charset="-122"/>
                <a:cs typeface="Times New Roman" panose="02020603050405020304" pitchFamily="18" charset="0"/>
                <a:sym typeface="+mn-ea"/>
              </a:rPr>
              <a:t>Abscessing </a:t>
            </a:r>
            <a:r>
              <a:rPr sz="1300" kern="100" dirty="0" err="1">
                <a:effectLst/>
                <a:ea typeface="宋体" panose="02010600030101010101" pitchFamily="2" charset="-122"/>
                <a:cs typeface="Times New Roman" panose="02020603050405020304" pitchFamily="18" charset="0"/>
                <a:sym typeface="+mn-ea"/>
              </a:rPr>
              <a:t>Perifolliculitis</a:t>
            </a:r>
            <a:r>
              <a:rPr sz="1300" kern="100" dirty="0">
                <a:effectLst/>
                <a:ea typeface="宋体" panose="02010600030101010101" pitchFamily="2" charset="-122"/>
                <a:cs typeface="Times New Roman" panose="02020603050405020304" pitchFamily="18" charset="0"/>
                <a:sym typeface="+mn-ea"/>
              </a:rPr>
              <a:t> of the Scalp</a:t>
            </a:r>
            <a:r>
              <a:rPr lang="en-US" sz="1300" kern="100" dirty="0">
                <a:effectLst/>
                <a:ea typeface="宋体" panose="02010600030101010101" pitchFamily="2" charset="-122"/>
                <a:cs typeface="Times New Roman" panose="02020603050405020304" pitchFamily="18" charset="0"/>
                <a:sym typeface="+mn-ea"/>
              </a:rPr>
              <a:t>, </a:t>
            </a:r>
            <a:r>
              <a:rPr sz="1300" kern="100" dirty="0">
                <a:effectLst/>
                <a:ea typeface="宋体" panose="02010600030101010101" pitchFamily="2" charset="-122"/>
                <a:cs typeface="Times New Roman" panose="02020603050405020304" pitchFamily="18" charset="0"/>
                <a:sym typeface="+mn-ea"/>
              </a:rPr>
              <a:t>Perforating Folliculitis</a:t>
            </a:r>
            <a:r>
              <a:rPr lang="en-US" sz="1300" kern="100" dirty="0">
                <a:effectLst/>
                <a:ea typeface="宋体" panose="02010600030101010101" pitchFamily="2" charset="-122"/>
                <a:cs typeface="Times New Roman" panose="02020603050405020304" pitchFamily="18" charset="0"/>
                <a:sym typeface="+mn-ea"/>
              </a:rPr>
              <a:t>, </a:t>
            </a:r>
            <a:r>
              <a:rPr sz="1300" kern="100" dirty="0">
                <a:effectLst/>
                <a:ea typeface="宋体" panose="02010600030101010101" pitchFamily="2" charset="-122"/>
                <a:cs typeface="Times New Roman" panose="02020603050405020304" pitchFamily="18" charset="0"/>
                <a:sym typeface="+mn-ea"/>
              </a:rPr>
              <a:t>Inverse Acne</a:t>
            </a:r>
            <a:r>
              <a:rPr lang="en-US" sz="1300" kern="100" dirty="0">
                <a:effectLst/>
                <a:ea typeface="宋体" panose="02010600030101010101" pitchFamily="2" charset="-122"/>
                <a:cs typeface="Times New Roman" panose="02020603050405020304" pitchFamily="18" charset="0"/>
                <a:sym typeface="+mn-ea"/>
              </a:rPr>
              <a:t>, </a:t>
            </a:r>
            <a:r>
              <a:rPr sz="1300" kern="100" dirty="0">
                <a:effectLst/>
                <a:ea typeface="宋体" panose="02010600030101010101" pitchFamily="2" charset="-122"/>
                <a:cs typeface="Times New Roman" panose="02020603050405020304" pitchFamily="18" charset="0"/>
                <a:sym typeface="+mn-ea"/>
              </a:rPr>
              <a:t>Hidradenitis</a:t>
            </a:r>
          </a:p>
          <a:p>
            <a:pPr marL="0" marR="0" algn="just">
              <a:lnSpc>
                <a:spcPct val="150000"/>
              </a:lnSpc>
              <a:spcBef>
                <a:spcPts val="0"/>
              </a:spcBef>
              <a:spcAft>
                <a:spcPts val="0"/>
              </a:spcAft>
            </a:pPr>
            <a:r>
              <a:rPr sz="1300" kern="100" dirty="0">
                <a:effectLst/>
                <a:ea typeface="宋体" panose="02010600030101010101" pitchFamily="2" charset="-122"/>
                <a:cs typeface="Times New Roman" panose="02020603050405020304" pitchFamily="18" charset="0"/>
              </a:rPr>
              <a:t>Search Strategy:</a:t>
            </a:r>
            <a:r>
              <a:rPr lang="en-US" sz="1300" kern="100" dirty="0">
                <a:effectLst/>
                <a:ea typeface="宋体" panose="02010600030101010101" pitchFamily="2" charset="-122"/>
                <a:cs typeface="Times New Roman" panose="02020603050405020304" pitchFamily="18" charset="0"/>
              </a:rPr>
              <a:t> </a:t>
            </a:r>
            <a:r>
              <a:rPr sz="1300" kern="100" dirty="0">
                <a:effectLst/>
                <a:ea typeface="宋体" panose="02010600030101010101" pitchFamily="2" charset="-122"/>
                <a:cs typeface="Times New Roman" panose="02020603050405020304" pitchFamily="18" charset="0"/>
              </a:rPr>
              <a:t>The retrieval system will set up the search conditions to link these ICD-10 codes and diagnosis names using the "OR" logical connection. This setup ensures that patient records listed with any of these codes and diagnosis names as the primary or secondary diagnosis are included in the search results.</a:t>
            </a:r>
          </a:p>
          <a:p>
            <a:pPr marL="0" marR="0" indent="0" algn="just">
              <a:spcBef>
                <a:spcPts val="0"/>
              </a:spcBef>
              <a:spcAft>
                <a:spcPts val="0"/>
              </a:spcAft>
              <a:buNone/>
            </a:pPr>
            <a:endParaRPr lang="en-US" altLang="zh-CN" sz="1300" kern="100" dirty="0">
              <a:effectLst/>
              <a:highlight>
                <a:srgbClr val="00FFFF"/>
              </a:highlight>
              <a:ea typeface="宋体" panose="02010600030101010101" pitchFamily="2" charset="-122"/>
              <a:cs typeface="Times New Roman" panose="02020603050405020304" pitchFamily="18" charset="0"/>
            </a:endParaRPr>
          </a:p>
        </p:txBody>
      </p:sp>
      <p:sp>
        <p:nvSpPr>
          <p:cNvPr id="3" name="页脚占位符 2"/>
          <p:cNvSpPr>
            <a:spLocks noGrp="1"/>
          </p:cNvSpPr>
          <p:nvPr>
            <p:ph type="ftr" sz="quarter" idx="19"/>
          </p:nvPr>
        </p:nvSpPr>
        <p:spPr/>
        <p:txBody>
          <a:bodyPr/>
          <a:lstStyle/>
          <a:p>
            <a:pPr marL="0" marR="0" lvl="0" indent="0" algn="r" defTabSz="914400" rtl="0" eaLnBrk="1" fontAlgn="auto" latinLnBrk="0" hangingPunct="1">
              <a:lnSpc>
                <a:spcPct val="100000"/>
              </a:lnSpc>
              <a:spcBef>
                <a:spcPts val="0"/>
              </a:spcBef>
              <a:spcAft>
                <a:spcPts val="225"/>
              </a:spcAft>
              <a:buClrTx/>
              <a:buSzTx/>
              <a:buFontTx/>
              <a:buNone/>
              <a:tabLst/>
              <a:defRPr/>
            </a:pPr>
            <a:r>
              <a:rPr kumimoji="0" lang="en-GB" sz="600" b="0" i="0" u="none" strike="noStrike" kern="1200" cap="none" spc="0" normalizeH="0" baseline="0" noProof="0">
                <a:ln>
                  <a:noFill/>
                </a:ln>
                <a:solidFill>
                  <a:srgbClr val="08312A"/>
                </a:solidFill>
                <a:effectLst/>
                <a:uLnTx/>
                <a:uFillTx/>
                <a:latin typeface="Boehringer Forward Text"/>
                <a:ea typeface="+mn-ea"/>
                <a:cs typeface="+mn-cs"/>
              </a:rPr>
              <a:t>Presentation title, date, author</a:t>
            </a:r>
          </a:p>
        </p:txBody>
      </p:sp>
      <p:sp>
        <p:nvSpPr>
          <p:cNvPr id="4" name="灯片编号占位符 3"/>
          <p:cNvSpPr>
            <a:spLocks noGrp="1"/>
          </p:cNvSpPr>
          <p:nvPr>
            <p:ph type="sldNum" sz="quarter" idx="2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43B55C4-4F5A-416B-997D-6CE47EB0A945}" type="slidenum">
              <a:rPr kumimoji="0" lang="en-GB" sz="600" b="0" i="0" u="none" strike="noStrike" kern="1200" cap="none" spc="0" normalizeH="0" baseline="0" noProof="0" smtClean="0">
                <a:ln>
                  <a:noFill/>
                </a:ln>
                <a:solidFill>
                  <a:srgbClr val="08312A"/>
                </a:solidFill>
                <a:effectLst/>
                <a:uLnTx/>
                <a:uFillTx/>
                <a:latin typeface="Boehringer Forward Tex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GB" sz="600" b="0" i="0" u="none" strike="noStrike" kern="1200" cap="none" spc="0" normalizeH="0" baseline="0" noProof="0">
              <a:ln>
                <a:noFill/>
              </a:ln>
              <a:solidFill>
                <a:srgbClr val="08312A"/>
              </a:solidFill>
              <a:effectLst/>
              <a:uLnTx/>
              <a:uFillTx/>
              <a:latin typeface="Boehringer Forward Text"/>
              <a:ea typeface="+mn-ea"/>
              <a:cs typeface="+mn-cs"/>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en-GB" altLang="zh-CN" dirty="0">
                <a:solidFill>
                  <a:srgbClr val="C00000"/>
                </a:solidFill>
              </a:rPr>
              <a:t>Study Design</a:t>
            </a:r>
            <a:r>
              <a:rPr lang="en-US" altLang="zh-CN" dirty="0">
                <a:solidFill>
                  <a:srgbClr val="C00000"/>
                </a:solidFill>
              </a:rPr>
              <a:t>— </a:t>
            </a:r>
            <a:r>
              <a:rPr lang="en-GB" altLang="zh-CN" dirty="0">
                <a:solidFill>
                  <a:srgbClr val="C00000"/>
                </a:solidFill>
              </a:rPr>
              <a:t>PG and HS Identification</a:t>
            </a:r>
          </a:p>
        </p:txBody>
      </p:sp>
      <p:sp>
        <p:nvSpPr>
          <p:cNvPr id="2" name="内容占位符 1"/>
          <p:cNvSpPr>
            <a:spLocks noGrp="1"/>
          </p:cNvSpPr>
          <p:nvPr>
            <p:ph idx="1"/>
          </p:nvPr>
        </p:nvSpPr>
        <p:spPr>
          <a:xfrm>
            <a:off x="359137" y="796399"/>
            <a:ext cx="8424863" cy="3817401"/>
          </a:xfrm>
        </p:spPr>
        <p:txBody>
          <a:bodyPr/>
          <a:lstStyle/>
          <a:p>
            <a:pPr marL="0" marR="0" indent="0" algn="just">
              <a:spcBef>
                <a:spcPts val="0"/>
              </a:spcBef>
              <a:spcAft>
                <a:spcPts val="0"/>
              </a:spcAft>
              <a:buNone/>
            </a:pPr>
            <a:r>
              <a:rPr lang="en-US" altLang="zh-CN" sz="1400" b="1" kern="100" dirty="0">
                <a:effectLst/>
                <a:ea typeface="宋体" panose="02010600030101010101" pitchFamily="2" charset="-122"/>
                <a:cs typeface="Times New Roman" panose="02020603050405020304" pitchFamily="18" charset="0"/>
              </a:rPr>
              <a:t>Patient unique coding definition</a:t>
            </a:r>
          </a:p>
          <a:p>
            <a:pPr marL="0" marR="0" indent="0" algn="just">
              <a:spcBef>
                <a:spcPts val="0"/>
              </a:spcBef>
              <a:spcAft>
                <a:spcPts val="0"/>
              </a:spcAft>
              <a:buNone/>
            </a:pPr>
            <a:r>
              <a:rPr lang="en-US" altLang="zh-CN" sz="1400" kern="100" dirty="0">
                <a:effectLst/>
                <a:ea typeface="宋体" panose="02010600030101010101" pitchFamily="2" charset="-122"/>
                <a:cs typeface="Times New Roman" panose="02020603050405020304" pitchFamily="18" charset="0"/>
              </a:rPr>
              <a:t>For the specific disease cases filtered from the database, the patient's unique identifier (identity number; if not available, then by name + date of birth + gender) will be used to extract all of the patient's medical records, including outpatient, emergency, and inpatient records. Outpatient and inpatient records will be merged to create a comprehensive medical history for each patient.</a:t>
            </a:r>
          </a:p>
          <a:p>
            <a:pPr marL="0" marR="0" indent="0" algn="just">
              <a:spcBef>
                <a:spcPts val="0"/>
              </a:spcBef>
              <a:spcAft>
                <a:spcPts val="0"/>
              </a:spcAft>
              <a:buNone/>
            </a:pPr>
            <a:endParaRPr lang="en-US" altLang="zh-CN" sz="1400" kern="100" dirty="0">
              <a:effectLst/>
              <a:ea typeface="宋体" panose="02010600030101010101" pitchFamily="2" charset="-122"/>
              <a:cs typeface="Times New Roman" panose="02020603050405020304" pitchFamily="18" charset="0"/>
            </a:endParaRPr>
          </a:p>
          <a:p>
            <a:pPr marL="0" marR="0" indent="0" algn="just">
              <a:spcBef>
                <a:spcPts val="0"/>
              </a:spcBef>
              <a:spcAft>
                <a:spcPts val="0"/>
              </a:spcAft>
              <a:buNone/>
            </a:pPr>
            <a:r>
              <a:rPr lang="en-US" altLang="zh-CN" sz="1400" b="1" kern="100" dirty="0">
                <a:effectLst/>
                <a:ea typeface="宋体" panose="02010600030101010101" pitchFamily="2" charset="-122"/>
                <a:cs typeface="Times New Roman" panose="02020603050405020304" pitchFamily="18" charset="0"/>
              </a:rPr>
              <a:t>Data Handling</a:t>
            </a:r>
          </a:p>
          <a:p>
            <a:pPr marL="0" marR="0" algn="just">
              <a:spcBef>
                <a:spcPts val="0"/>
              </a:spcBef>
              <a:spcAft>
                <a:spcPts val="0"/>
              </a:spcAft>
            </a:pPr>
            <a:r>
              <a:rPr lang="en-US" altLang="zh-CN" sz="1400" kern="100" dirty="0">
                <a:effectLst/>
                <a:ea typeface="宋体" panose="02010600030101010101" pitchFamily="2" charset="-122"/>
                <a:cs typeface="Times New Roman" panose="02020603050405020304" pitchFamily="18" charset="0"/>
              </a:rPr>
              <a:t>Privacy: All patient information will be handled in compliance with relevant data protection regulations to ensure confidentiality and privacy.</a:t>
            </a:r>
          </a:p>
        </p:txBody>
      </p:sp>
      <p:sp>
        <p:nvSpPr>
          <p:cNvPr id="3" name="页脚占位符 2"/>
          <p:cNvSpPr>
            <a:spLocks noGrp="1"/>
          </p:cNvSpPr>
          <p:nvPr>
            <p:ph type="ftr" sz="quarter" idx="19"/>
          </p:nvPr>
        </p:nvSpPr>
        <p:spPr/>
        <p:txBody>
          <a:bodyPr/>
          <a:lstStyle/>
          <a:p>
            <a:pPr marL="0" marR="0" lvl="0" indent="0" algn="r" defTabSz="914400" rtl="0" eaLnBrk="1" fontAlgn="auto" latinLnBrk="0" hangingPunct="1">
              <a:lnSpc>
                <a:spcPct val="100000"/>
              </a:lnSpc>
              <a:spcBef>
                <a:spcPts val="0"/>
              </a:spcBef>
              <a:spcAft>
                <a:spcPts val="225"/>
              </a:spcAft>
              <a:buClrTx/>
              <a:buSzTx/>
              <a:buFontTx/>
              <a:buNone/>
              <a:tabLst/>
              <a:defRPr/>
            </a:pPr>
            <a:r>
              <a:rPr kumimoji="0" lang="en-GB" sz="600" b="0" i="0" u="none" strike="noStrike" kern="1200" cap="none" spc="0" normalizeH="0" baseline="0" noProof="0">
                <a:ln>
                  <a:noFill/>
                </a:ln>
                <a:solidFill>
                  <a:srgbClr val="08312A"/>
                </a:solidFill>
                <a:effectLst/>
                <a:uLnTx/>
                <a:uFillTx/>
                <a:latin typeface="Boehringer Forward Text"/>
                <a:ea typeface="+mn-ea"/>
                <a:cs typeface="+mn-cs"/>
              </a:rPr>
              <a:t>Presentation title, date, author</a:t>
            </a:r>
          </a:p>
        </p:txBody>
      </p:sp>
      <p:sp>
        <p:nvSpPr>
          <p:cNvPr id="4" name="灯片编号占位符 3"/>
          <p:cNvSpPr>
            <a:spLocks noGrp="1"/>
          </p:cNvSpPr>
          <p:nvPr>
            <p:ph type="sldNum" sz="quarter" idx="2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43B55C4-4F5A-416B-997D-6CE47EB0A945}" type="slidenum">
              <a:rPr kumimoji="0" lang="en-GB" sz="600" b="0" i="0" u="none" strike="noStrike" kern="1200" cap="none" spc="0" normalizeH="0" baseline="0" noProof="0" smtClean="0">
                <a:ln>
                  <a:noFill/>
                </a:ln>
                <a:solidFill>
                  <a:srgbClr val="08312A"/>
                </a:solidFill>
                <a:effectLst/>
                <a:uLnTx/>
                <a:uFillTx/>
                <a:latin typeface="Boehringer Forward Tex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en-GB" sz="600" b="0" i="0" u="none" strike="noStrike" kern="1200" cap="none" spc="0" normalizeH="0" baseline="0" noProof="0">
              <a:ln>
                <a:noFill/>
              </a:ln>
              <a:solidFill>
                <a:srgbClr val="08312A"/>
              </a:solidFill>
              <a:effectLst/>
              <a:uLnTx/>
              <a:uFillTx/>
              <a:latin typeface="Boehringer Forward Text"/>
              <a:ea typeface="+mn-ea"/>
              <a:cs typeface="+mn-cs"/>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en-GB" altLang="zh-CN"/>
              <a:t>Study Design</a:t>
            </a:r>
            <a:r>
              <a:rPr lang="en-US" altLang="zh-CN"/>
              <a:t>—Sensitivity analyses </a:t>
            </a:r>
            <a:endParaRPr lang="zh-CN" altLang="en-US"/>
          </a:p>
        </p:txBody>
      </p:sp>
      <p:sp>
        <p:nvSpPr>
          <p:cNvPr id="2" name="内容占位符 1"/>
          <p:cNvSpPr>
            <a:spLocks noGrp="1"/>
          </p:cNvSpPr>
          <p:nvPr>
            <p:ph idx="1"/>
          </p:nvPr>
        </p:nvSpPr>
        <p:spPr/>
        <p:txBody>
          <a:bodyPr/>
          <a:lstStyle/>
          <a:p>
            <a:r>
              <a:rPr lang="en-US" altLang="zh-CN" sz="1400" dirty="0"/>
              <a:t>Sensitivity analyses will be conducted to assess the robustness of the results: </a:t>
            </a:r>
          </a:p>
          <a:p>
            <a:r>
              <a:rPr lang="en-US" altLang="zh-CN" sz="1400" dirty="0"/>
              <a:t>(1) including only observed cases to assess the lower bounds of the rates, </a:t>
            </a:r>
          </a:p>
          <a:p>
            <a:r>
              <a:rPr lang="en-US" altLang="zh-CN" sz="1400" dirty="0"/>
              <a:t>(2) including all uncertain PG and HS cases, </a:t>
            </a:r>
          </a:p>
          <a:p>
            <a:r>
              <a:rPr lang="en-US" altLang="zh-CN" sz="1400" dirty="0"/>
              <a:t>(3) estimating incidences with  a 5-year wash-out period.</a:t>
            </a:r>
          </a:p>
          <a:p>
            <a:r>
              <a:rPr lang="en-US" altLang="zh-CN" sz="1400" dirty="0"/>
              <a:t>(4) impact of COVID-19 will be taken into consideration</a:t>
            </a:r>
          </a:p>
          <a:p>
            <a:endParaRPr lang="en-US" altLang="zh-CN" sz="1400" dirty="0"/>
          </a:p>
          <a:p>
            <a:endParaRPr lang="zh-CN" altLang="en-US" sz="1400" dirty="0"/>
          </a:p>
        </p:txBody>
      </p:sp>
      <p:sp>
        <p:nvSpPr>
          <p:cNvPr id="6" name="文本占位符 5"/>
          <p:cNvSpPr>
            <a:spLocks noGrp="1"/>
          </p:cNvSpPr>
          <p:nvPr>
            <p:ph type="body" sz="quarter" idx="13"/>
          </p:nvPr>
        </p:nvSpPr>
        <p:spPr/>
        <p:txBody>
          <a:bodyPr/>
          <a:lstStyle/>
          <a:p>
            <a:endParaRPr lang="zh-CN" altLang="en-US"/>
          </a:p>
        </p:txBody>
      </p:sp>
      <p:sp>
        <p:nvSpPr>
          <p:cNvPr id="3" name="页脚占位符 2"/>
          <p:cNvSpPr>
            <a:spLocks noGrp="1"/>
          </p:cNvSpPr>
          <p:nvPr>
            <p:ph type="ftr" sz="quarter" idx="19"/>
          </p:nvPr>
        </p:nvSpPr>
        <p:spPr/>
        <p:txBody>
          <a:bodyPr/>
          <a:lstStyle/>
          <a:p>
            <a:r>
              <a:rPr lang="en-GB" noProof="0"/>
              <a:t>Presentation title, date, author</a:t>
            </a:r>
          </a:p>
        </p:txBody>
      </p:sp>
      <p:sp>
        <p:nvSpPr>
          <p:cNvPr id="4" name="灯片编号占位符 3"/>
          <p:cNvSpPr>
            <a:spLocks noGrp="1"/>
          </p:cNvSpPr>
          <p:nvPr>
            <p:ph type="sldNum" sz="quarter" idx="20"/>
          </p:nvPr>
        </p:nvSpPr>
        <p:spPr/>
        <p:txBody>
          <a:bodyPr/>
          <a:lstStyle/>
          <a:p>
            <a:fld id="{143B55C4-4F5A-416B-997D-6CE47EB0A945}" type="slidenum">
              <a:rPr lang="en-GB" noProof="0" smtClean="0"/>
              <a:t>24</a:t>
            </a:fld>
            <a:endParaRPr lang="en-GB" noProof="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en-GB" altLang="zh-CN" dirty="0">
                <a:solidFill>
                  <a:srgbClr val="C00000"/>
                </a:solidFill>
              </a:rPr>
              <a:t>Study Design</a:t>
            </a:r>
            <a:r>
              <a:rPr lang="en-US" altLang="zh-CN" dirty="0">
                <a:solidFill>
                  <a:srgbClr val="C00000"/>
                </a:solidFill>
              </a:rPr>
              <a:t>—Key Outcome</a:t>
            </a:r>
          </a:p>
        </p:txBody>
      </p:sp>
      <p:sp>
        <p:nvSpPr>
          <p:cNvPr id="2" name="内容占位符 1"/>
          <p:cNvSpPr>
            <a:spLocks noGrp="1"/>
          </p:cNvSpPr>
          <p:nvPr>
            <p:ph idx="1"/>
          </p:nvPr>
        </p:nvSpPr>
        <p:spPr>
          <a:xfrm>
            <a:off x="359581" y="1059657"/>
            <a:ext cx="8424863" cy="3294000"/>
          </a:xfrm>
        </p:spPr>
        <p:txBody>
          <a:bodyPr/>
          <a:lstStyle/>
          <a:p>
            <a:r>
              <a:rPr lang="en-US" altLang="zh-CN" sz="1400" b="0" dirty="0"/>
              <a:t>1)P</a:t>
            </a:r>
            <a:r>
              <a:rPr lang="en-US" altLang="zh-CN" sz="1400" dirty="0"/>
              <a:t>revalence/Incidence rates of PG/HS (including Draining Tunnel).</a:t>
            </a:r>
            <a:br>
              <a:rPr lang="en-US" altLang="zh-CN" sz="1400" dirty="0"/>
            </a:br>
            <a:r>
              <a:rPr lang="en-US" altLang="zh-CN" sz="1400" dirty="0"/>
              <a:t>2)Demographic characteristics, comorbidity ,management and treatment pattern, disease burden including hospitalization, medical expense in patients with PG/HS(include Draining Tunnel).</a:t>
            </a:r>
          </a:p>
        </p:txBody>
      </p:sp>
      <p:sp>
        <p:nvSpPr>
          <p:cNvPr id="3" name="页脚占位符 2"/>
          <p:cNvSpPr>
            <a:spLocks noGrp="1"/>
          </p:cNvSpPr>
          <p:nvPr>
            <p:ph type="ftr" sz="quarter" idx="19"/>
          </p:nvPr>
        </p:nvSpPr>
        <p:spPr/>
        <p:txBody>
          <a:bodyPr/>
          <a:lstStyle/>
          <a:p>
            <a:r>
              <a:rPr lang="en-GB" noProof="0"/>
              <a:t>Presentation title, date, author</a:t>
            </a:r>
          </a:p>
        </p:txBody>
      </p:sp>
      <p:sp>
        <p:nvSpPr>
          <p:cNvPr id="4" name="灯片编号占位符 3"/>
          <p:cNvSpPr>
            <a:spLocks noGrp="1"/>
          </p:cNvSpPr>
          <p:nvPr>
            <p:ph type="sldNum" sz="quarter" idx="20"/>
          </p:nvPr>
        </p:nvSpPr>
        <p:spPr/>
        <p:txBody>
          <a:bodyPr/>
          <a:lstStyle/>
          <a:p>
            <a:fld id="{143B55C4-4F5A-416B-997D-6CE47EB0A945}" type="slidenum">
              <a:rPr lang="en-GB" noProof="0" smtClean="0"/>
              <a:t>25</a:t>
            </a:fld>
            <a:endParaRPr lang="en-GB" noProof="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a:t>Communication/Publication plan</a:t>
            </a:r>
            <a:endParaRPr lang="en-GB"/>
          </a:p>
        </p:txBody>
      </p:sp>
      <p:sp>
        <p:nvSpPr>
          <p:cNvPr id="9" name="内容占位符 6"/>
          <p:cNvSpPr>
            <a:spLocks noGrp="1"/>
          </p:cNvSpPr>
          <p:nvPr>
            <p:ph idx="1"/>
          </p:nvPr>
        </p:nvSpPr>
        <p:spPr/>
        <p:txBody>
          <a:bodyPr/>
          <a:lstStyle/>
          <a:p>
            <a:r>
              <a:rPr lang="en-US" altLang="zh-CN" sz="1400"/>
              <a:t>Meeting: National and international conferences</a:t>
            </a:r>
          </a:p>
          <a:p>
            <a:r>
              <a:rPr lang="en-US" altLang="zh-CN" sz="1400"/>
              <a:t>Topics: </a:t>
            </a:r>
            <a:r>
              <a:rPr lang="en-GB" altLang="zh-CN" sz="1400"/>
              <a:t>Prevalence and burden of PG / HS</a:t>
            </a:r>
            <a:endParaRPr lang="en-US" altLang="zh-CN" sz="1400"/>
          </a:p>
          <a:p>
            <a:r>
              <a:rPr lang="en-US" altLang="zh-CN" sz="1400"/>
              <a:t>Manuscript: SCI article</a:t>
            </a:r>
          </a:p>
          <a:p>
            <a:r>
              <a:rPr lang="en-US" altLang="zh-CN" sz="1400"/>
              <a:t>Others: Establish a PG and HS cohort</a:t>
            </a:r>
            <a:endParaRPr lang="zh-CN" altLang="en-US" sz="1400"/>
          </a:p>
        </p:txBody>
      </p:sp>
      <p:sp>
        <p:nvSpPr>
          <p:cNvPr id="4" name="Fußzeilenplatzhalter 3"/>
          <p:cNvSpPr>
            <a:spLocks noGrp="1"/>
          </p:cNvSpPr>
          <p:nvPr>
            <p:ph type="ftr" sz="quarter" idx="19"/>
          </p:nvPr>
        </p:nvSpPr>
        <p:spPr/>
        <p:txBody>
          <a:bodyPr/>
          <a:lstStyle/>
          <a:p>
            <a:r>
              <a:rPr lang="en-GB" noProof="0"/>
              <a:t>Presentation title, date, author</a:t>
            </a:r>
          </a:p>
        </p:txBody>
      </p:sp>
      <p:sp>
        <p:nvSpPr>
          <p:cNvPr id="5" name="Foliennummernplatzhalter 4"/>
          <p:cNvSpPr>
            <a:spLocks noGrp="1"/>
          </p:cNvSpPr>
          <p:nvPr>
            <p:ph type="sldNum" sz="quarter" idx="20"/>
          </p:nvPr>
        </p:nvSpPr>
        <p:spPr/>
        <p:txBody>
          <a:bodyPr/>
          <a:lstStyle/>
          <a:p>
            <a:fld id="{143B55C4-4F5A-416B-997D-6CE47EB0A945}" type="slidenum">
              <a:rPr lang="en-GB" noProof="0" smtClean="0"/>
              <a:t>26</a:t>
            </a:fld>
            <a:endParaRPr lang="en-GB" noProof="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359569" y="356566"/>
            <a:ext cx="5535216" cy="540000"/>
          </a:xfrm>
        </p:spPr>
        <p:txBody>
          <a:bodyPr anchor="t">
            <a:normAutofit/>
          </a:bodyPr>
          <a:lstStyle/>
          <a:p>
            <a:r>
              <a:rPr lang="en-GB"/>
              <a:t>PI information</a:t>
            </a:r>
          </a:p>
        </p:txBody>
      </p:sp>
      <p:sp>
        <p:nvSpPr>
          <p:cNvPr id="3" name="Inhaltsplatzhalter 2"/>
          <p:cNvSpPr>
            <a:spLocks noGrp="1"/>
          </p:cNvSpPr>
          <p:nvPr>
            <p:ph idx="1"/>
          </p:nvPr>
        </p:nvSpPr>
        <p:spPr>
          <a:xfrm>
            <a:off x="359569" y="1059656"/>
            <a:ext cx="5535216" cy="3294000"/>
          </a:xfrm>
        </p:spPr>
        <p:txBody>
          <a:bodyPr>
            <a:normAutofit/>
          </a:bodyPr>
          <a:lstStyle/>
          <a:p>
            <a:r>
              <a:rPr lang="en-US" altLang="zh-CN" sz="1400" b="1">
                <a:effectLst/>
              </a:rPr>
              <a:t>Wen-Hui Wang</a:t>
            </a:r>
          </a:p>
          <a:p>
            <a:r>
              <a:rPr lang="en-GB" sz="1400"/>
              <a:t>MD, Chief physician, Associate professor</a:t>
            </a:r>
          </a:p>
          <a:p>
            <a:r>
              <a:rPr lang="en-GB" sz="1400"/>
              <a:t>Chair, </a:t>
            </a:r>
            <a:r>
              <a:rPr lang="en-US" sz="1400"/>
              <a:t>Department of Dermatology, Peking University Third Hospital</a:t>
            </a:r>
            <a:endParaRPr lang="en-GB" sz="1400"/>
          </a:p>
          <a:p>
            <a:r>
              <a:rPr lang="en-GB" sz="1400"/>
              <a:t>Co-corresponding author of epidemiology and burden of GPP</a:t>
            </a:r>
          </a:p>
          <a:p>
            <a:endParaRPr lang="en-GB"/>
          </a:p>
          <a:p>
            <a:r>
              <a:rPr lang="en-US" altLang="zh-CN" sz="1400" b="1"/>
              <a:t>Sheng-Feng Wang</a:t>
            </a:r>
          </a:p>
          <a:p>
            <a:r>
              <a:rPr lang="en-US" altLang="zh-CN" sz="1400"/>
              <a:t>School of Public Health, Peking University(PKU)</a:t>
            </a:r>
          </a:p>
          <a:p>
            <a:r>
              <a:rPr lang="en-GB" altLang="zh-CN" sz="1400"/>
              <a:t>author of epidemiology and burden of GPP</a:t>
            </a:r>
          </a:p>
          <a:p>
            <a:endParaRPr lang="en-GB"/>
          </a:p>
        </p:txBody>
      </p:sp>
      <p:pic>
        <p:nvPicPr>
          <p:cNvPr id="6" name="图片 5"/>
          <p:cNvPicPr>
            <a:picLocks noChangeAspect="1"/>
          </p:cNvPicPr>
          <p:nvPr/>
        </p:nvPicPr>
        <p:blipFill>
          <a:blip r:embed="rId2"/>
          <a:stretch>
            <a:fillRect/>
          </a:stretch>
        </p:blipFill>
        <p:spPr>
          <a:xfrm>
            <a:off x="6678468" y="952063"/>
            <a:ext cx="2106000" cy="2914879"/>
          </a:xfrm>
          <a:prstGeom prst="rect">
            <a:avLst/>
          </a:prstGeom>
          <a:noFill/>
        </p:spPr>
      </p:pic>
      <p:sp>
        <p:nvSpPr>
          <p:cNvPr id="5" name="Foliennummernplatzhalter 4"/>
          <p:cNvSpPr>
            <a:spLocks noGrp="1"/>
          </p:cNvSpPr>
          <p:nvPr>
            <p:ph type="sldNum" sz="quarter" idx="18"/>
          </p:nvPr>
        </p:nvSpPr>
        <p:spPr>
          <a:xfrm>
            <a:off x="8568444" y="4685127"/>
            <a:ext cx="216000" cy="216000"/>
          </a:xfrm>
        </p:spPr>
        <p:txBody>
          <a:bodyPr anchor="b">
            <a:normAutofit/>
          </a:bodyPr>
          <a:lstStyle/>
          <a:p>
            <a:pPr>
              <a:spcAft>
                <a:spcPts val="600"/>
              </a:spcAft>
            </a:pPr>
            <a:fld id="{143B55C4-4F5A-416B-997D-6CE47EB0A945}" type="slidenum">
              <a:rPr lang="en-GB" noProof="0" smtClean="0"/>
              <a:t>27</a:t>
            </a:fld>
            <a:endParaRPr lang="en-GB" noProof="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a:xfrm>
            <a:off x="359570" y="357750"/>
            <a:ext cx="8424863" cy="540000"/>
          </a:xfrm>
        </p:spPr>
        <p:txBody>
          <a:bodyPr anchor="t">
            <a:normAutofit/>
          </a:bodyPr>
          <a:lstStyle/>
          <a:p>
            <a:r>
              <a:rPr lang="en-US" altLang="zh-CN"/>
              <a:t>Disease overview—Pyoderma gangrenosum (PG) </a:t>
            </a:r>
            <a:endParaRPr lang="zh-CN" altLang="en-US"/>
          </a:p>
        </p:txBody>
      </p:sp>
      <p:pic>
        <p:nvPicPr>
          <p:cNvPr id="7" name="图片 6"/>
          <p:cNvPicPr>
            <a:picLocks noChangeAspect="1"/>
          </p:cNvPicPr>
          <p:nvPr/>
        </p:nvPicPr>
        <p:blipFill>
          <a:blip r:embed="rId2"/>
          <a:stretch>
            <a:fillRect/>
          </a:stretch>
        </p:blipFill>
        <p:spPr>
          <a:xfrm>
            <a:off x="359569" y="1159954"/>
            <a:ext cx="4104086" cy="3093406"/>
          </a:xfrm>
          <a:prstGeom prst="rect">
            <a:avLst/>
          </a:prstGeom>
          <a:noFill/>
          <a:ln>
            <a:noFill/>
          </a:ln>
        </p:spPr>
      </p:pic>
      <p:sp>
        <p:nvSpPr>
          <p:cNvPr id="2" name="内容占位符 1"/>
          <p:cNvSpPr>
            <a:spLocks noGrp="1"/>
          </p:cNvSpPr>
          <p:nvPr>
            <p:ph idx="16"/>
          </p:nvPr>
        </p:nvSpPr>
        <p:spPr>
          <a:xfrm>
            <a:off x="4572000" y="822677"/>
            <a:ext cx="4571642" cy="3294000"/>
          </a:xfrm>
        </p:spPr>
        <p:txBody>
          <a:bodyPr>
            <a:noAutofit/>
          </a:bodyPr>
          <a:lstStyle/>
          <a:p>
            <a:r>
              <a:rPr lang="en-US" altLang="zh-CN" sz="1400"/>
              <a:t>A rare neutrophilic dermatosis</a:t>
            </a:r>
          </a:p>
          <a:p>
            <a:r>
              <a:rPr lang="en-US" altLang="zh-CN" sz="1400"/>
              <a:t>Rapidly expanding, suppurative ulcers that heal with cribriform scarring</a:t>
            </a:r>
          </a:p>
          <a:p>
            <a:r>
              <a:rPr lang="en-US" altLang="zh-CN" sz="1400"/>
              <a:t>Pathergy: arise after surgical intervention in the absence of predisposing conditions</a:t>
            </a:r>
          </a:p>
          <a:p>
            <a:r>
              <a:rPr lang="en-US" altLang="zh-CN" sz="1400"/>
              <a:t>Underlying systemic illness: more than half of patients</a:t>
            </a:r>
          </a:p>
          <a:p>
            <a:pPr lvl="1">
              <a:buFont typeface="Wingdings" panose="05000000000000000000" pitchFamily="2" charset="2"/>
              <a:buChar char="p"/>
            </a:pPr>
            <a:r>
              <a:rPr lang="en-US" altLang="zh-CN" sz="1400"/>
              <a:t>Inflammatory bowel disease (IBD)</a:t>
            </a:r>
          </a:p>
          <a:p>
            <a:pPr lvl="1">
              <a:buFont typeface="Wingdings" panose="05000000000000000000" pitchFamily="2" charset="2"/>
              <a:buChar char="p"/>
            </a:pPr>
            <a:r>
              <a:rPr lang="en-US" altLang="zh-CN" sz="1400"/>
              <a:t>Hematologic disorders</a:t>
            </a:r>
          </a:p>
          <a:p>
            <a:pPr lvl="1">
              <a:buFont typeface="Wingdings" panose="05000000000000000000" pitchFamily="2" charset="2"/>
              <a:buChar char="p"/>
            </a:pPr>
            <a:r>
              <a:rPr lang="en-US" altLang="zh-CN" sz="1400"/>
              <a:t>Solid organ malignancy</a:t>
            </a:r>
          </a:p>
          <a:p>
            <a:pPr lvl="1">
              <a:buFont typeface="Wingdings" panose="05000000000000000000" pitchFamily="2" charset="2"/>
              <a:buChar char="p"/>
            </a:pPr>
            <a:r>
              <a:rPr lang="en-US" altLang="zh-CN" sz="1400"/>
              <a:t>Inflammatory arthritis</a:t>
            </a:r>
          </a:p>
        </p:txBody>
      </p:sp>
      <p:sp>
        <p:nvSpPr>
          <p:cNvPr id="4" name="灯片编号占位符 3"/>
          <p:cNvSpPr>
            <a:spLocks noGrp="1"/>
          </p:cNvSpPr>
          <p:nvPr>
            <p:ph type="sldNum" sz="quarter" idx="15"/>
          </p:nvPr>
        </p:nvSpPr>
        <p:spPr>
          <a:xfrm>
            <a:off x="8568444" y="4685127"/>
            <a:ext cx="216000" cy="216000"/>
          </a:xfrm>
        </p:spPr>
        <p:txBody>
          <a:bodyPr anchor="b">
            <a:normAutofit/>
          </a:bodyPr>
          <a:lstStyle/>
          <a:p>
            <a:pPr>
              <a:spcAft>
                <a:spcPts val="600"/>
              </a:spcAft>
            </a:pPr>
            <a:fld id="{143B55C4-4F5A-416B-997D-6CE47EB0A945}" type="slidenum">
              <a:rPr lang="en-GB" noProof="0" smtClean="0"/>
              <a:t>28</a:t>
            </a:fld>
            <a:endParaRPr lang="en-GB" noProof="0"/>
          </a:p>
        </p:txBody>
      </p:sp>
      <p:sp>
        <p:nvSpPr>
          <p:cNvPr id="3" name="页脚占位符 2"/>
          <p:cNvSpPr>
            <a:spLocks noGrp="1"/>
          </p:cNvSpPr>
          <p:nvPr>
            <p:ph type="ftr" sz="quarter" idx="21"/>
          </p:nvPr>
        </p:nvSpPr>
        <p:spPr>
          <a:xfrm>
            <a:off x="4734018" y="4685127"/>
            <a:ext cx="3780420" cy="216000"/>
          </a:xfrm>
        </p:spPr>
        <p:txBody>
          <a:bodyPr anchor="b">
            <a:normAutofit/>
          </a:bodyPr>
          <a:lstStyle/>
          <a:p>
            <a:pPr>
              <a:spcAft>
                <a:spcPts val="600"/>
              </a:spcAft>
            </a:pPr>
            <a:r>
              <a:rPr lang="en-GB" noProof="0"/>
              <a:t>JAAD, 2020, 83(2):425-429.doi:10.1016/j.jaad.2019.08.001. Dermatology, </a:t>
            </a:r>
            <a:r>
              <a:rPr lang="en-GB" noProof="0" err="1"/>
              <a:t>Bolognia</a:t>
            </a:r>
            <a:r>
              <a:rPr lang="en-GB" noProof="0"/>
              <a:t>, 2017.</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a:xfrm>
            <a:off x="359570" y="357750"/>
            <a:ext cx="8424863" cy="540000"/>
          </a:xfrm>
        </p:spPr>
        <p:txBody>
          <a:bodyPr anchor="t">
            <a:normAutofit/>
          </a:bodyPr>
          <a:lstStyle/>
          <a:p>
            <a:r>
              <a:rPr lang="en-US" altLang="zh-CN"/>
              <a:t>Reductions in quality of life in PG</a:t>
            </a:r>
            <a:endParaRPr lang="zh-CN" altLang="en-US"/>
          </a:p>
        </p:txBody>
      </p:sp>
      <p:sp>
        <p:nvSpPr>
          <p:cNvPr id="3" name="页脚占位符 2"/>
          <p:cNvSpPr>
            <a:spLocks noGrp="1"/>
          </p:cNvSpPr>
          <p:nvPr>
            <p:ph type="ftr" sz="quarter" idx="19"/>
          </p:nvPr>
        </p:nvSpPr>
        <p:spPr>
          <a:xfrm>
            <a:off x="4734018" y="4685127"/>
            <a:ext cx="3780420" cy="216000"/>
          </a:xfrm>
        </p:spPr>
        <p:txBody>
          <a:bodyPr anchor="b">
            <a:normAutofit/>
          </a:bodyPr>
          <a:lstStyle/>
          <a:p>
            <a:r>
              <a:rPr lang="en-GB" altLang="zh-CN" noProof="0"/>
              <a:t>JAAD, 2020, 83(2):425-429.doi:10.1016/j.jaad.2019.08.001.</a:t>
            </a:r>
            <a:endParaRPr lang="en-GB" noProof="0"/>
          </a:p>
        </p:txBody>
      </p:sp>
      <p:sp>
        <p:nvSpPr>
          <p:cNvPr id="4" name="灯片编号占位符 3"/>
          <p:cNvSpPr>
            <a:spLocks noGrp="1"/>
          </p:cNvSpPr>
          <p:nvPr>
            <p:ph type="sldNum" sz="quarter" idx="20"/>
          </p:nvPr>
        </p:nvSpPr>
        <p:spPr>
          <a:xfrm>
            <a:off x="8568444" y="4685127"/>
            <a:ext cx="216000" cy="216000"/>
          </a:xfrm>
        </p:spPr>
        <p:txBody>
          <a:bodyPr anchor="b">
            <a:normAutofit/>
          </a:bodyPr>
          <a:lstStyle/>
          <a:p>
            <a:pPr>
              <a:spcAft>
                <a:spcPts val="600"/>
              </a:spcAft>
            </a:pPr>
            <a:fld id="{143B55C4-4F5A-416B-997D-6CE47EB0A945}" type="slidenum">
              <a:rPr lang="en-GB" noProof="0" smtClean="0"/>
              <a:t>29</a:t>
            </a:fld>
            <a:endParaRPr lang="en-GB" noProof="0"/>
          </a:p>
        </p:txBody>
      </p:sp>
      <p:graphicFrame>
        <p:nvGraphicFramePr>
          <p:cNvPr id="8" name="内容占位符 1"/>
          <p:cNvGraphicFramePr>
            <a:graphicFrameLocks noGrp="1"/>
          </p:cNvGraphicFramePr>
          <p:nvPr>
            <p:ph idx="1"/>
          </p:nvPr>
        </p:nvGraphicFramePr>
        <p:xfrm>
          <a:off x="359570" y="1059657"/>
          <a:ext cx="8424863" cy="3294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en-US" altLang="zh-CN" dirty="0"/>
              <a:t>Prevalence of PG</a:t>
            </a:r>
            <a:endParaRPr lang="zh-CN" altLang="en-US" dirty="0"/>
          </a:p>
        </p:txBody>
      </p:sp>
      <p:sp>
        <p:nvSpPr>
          <p:cNvPr id="2" name="内容占位符 1"/>
          <p:cNvSpPr>
            <a:spLocks noGrp="1"/>
          </p:cNvSpPr>
          <p:nvPr>
            <p:ph idx="1"/>
          </p:nvPr>
        </p:nvSpPr>
        <p:spPr>
          <a:xfrm>
            <a:off x="359581" y="866624"/>
            <a:ext cx="8424863" cy="3294000"/>
          </a:xfrm>
        </p:spPr>
        <p:txBody>
          <a:bodyPr/>
          <a:lstStyle/>
          <a:p>
            <a:r>
              <a:rPr lang="en-US" altLang="zh-CN" sz="1400"/>
              <a:t>The age- and sex-standardized prevalence of PG among the study population was 0.0058%, or </a:t>
            </a:r>
            <a:r>
              <a:rPr lang="en-US" altLang="zh-CN" sz="1400">
                <a:solidFill>
                  <a:srgbClr val="FF0000"/>
                </a:solidFill>
              </a:rPr>
              <a:t>5.8</a:t>
            </a:r>
            <a:r>
              <a:rPr lang="en-US" altLang="zh-CN" sz="1400"/>
              <a:t> PG cases (95% confidence interval [CI], 5.6-6.1) </a:t>
            </a:r>
            <a:r>
              <a:rPr lang="en-US" altLang="zh-CN" sz="1400">
                <a:solidFill>
                  <a:srgbClr val="FF0000"/>
                </a:solidFill>
              </a:rPr>
              <a:t>per 100,000 adults </a:t>
            </a:r>
            <a:r>
              <a:rPr lang="en-US" altLang="zh-CN" sz="1400"/>
              <a:t>in the United States.</a:t>
            </a:r>
          </a:p>
          <a:p>
            <a:r>
              <a:rPr lang="en-US" altLang="zh-CN" sz="1400"/>
              <a:t>Adjusted prevalence was nearly twice as high among </a:t>
            </a:r>
            <a:r>
              <a:rPr lang="en-US" altLang="zh-CN" sz="1400">
                <a:solidFill>
                  <a:srgbClr val="FF0000"/>
                </a:solidFill>
              </a:rPr>
              <a:t>women</a:t>
            </a:r>
            <a:r>
              <a:rPr lang="en-US" altLang="zh-CN" sz="1400"/>
              <a:t> (</a:t>
            </a:r>
            <a:r>
              <a:rPr lang="en-US" altLang="zh-CN" sz="1400">
                <a:solidFill>
                  <a:srgbClr val="FF0000"/>
                </a:solidFill>
              </a:rPr>
              <a:t>7.1</a:t>
            </a:r>
            <a:r>
              <a:rPr lang="en-US" altLang="zh-CN" sz="1400"/>
              <a:t> cases [95% CI, 6.7-7.5] per 100,000) than </a:t>
            </a:r>
            <a:r>
              <a:rPr lang="en-US" altLang="zh-CN" sz="1400">
                <a:solidFill>
                  <a:srgbClr val="FF0000"/>
                </a:solidFill>
              </a:rPr>
              <a:t>men</a:t>
            </a:r>
            <a:r>
              <a:rPr lang="en-US" altLang="zh-CN" sz="1400"/>
              <a:t> (</a:t>
            </a:r>
            <a:r>
              <a:rPr lang="en-US" altLang="zh-CN" sz="1400">
                <a:solidFill>
                  <a:srgbClr val="FF0000"/>
                </a:solidFill>
              </a:rPr>
              <a:t>4.4</a:t>
            </a:r>
            <a:r>
              <a:rPr lang="en-US" altLang="zh-CN" sz="1400"/>
              <a:t> cases [95% CI, 4.0-4.7] per 100,000).</a:t>
            </a:r>
          </a:p>
          <a:p>
            <a:r>
              <a:rPr lang="en-US" altLang="zh-CN" sz="1400"/>
              <a:t>Patients between the ages of </a:t>
            </a:r>
            <a:r>
              <a:rPr lang="en-US" altLang="zh-CN" sz="1400">
                <a:solidFill>
                  <a:srgbClr val="FF0000"/>
                </a:solidFill>
              </a:rPr>
              <a:t>70 and 79 years </a:t>
            </a:r>
            <a:r>
              <a:rPr lang="en-US" altLang="zh-CN" sz="1400"/>
              <a:t>had the highest standardized prevalence (</a:t>
            </a:r>
            <a:r>
              <a:rPr lang="en-US" altLang="zh-CN" sz="1400">
                <a:solidFill>
                  <a:srgbClr val="FF0000"/>
                </a:solidFill>
              </a:rPr>
              <a:t>9.8</a:t>
            </a:r>
            <a:r>
              <a:rPr lang="en-US" altLang="zh-CN" sz="1400"/>
              <a:t> cases [95% CI, 8.8-10.9] per 100,000), with patients aged </a:t>
            </a:r>
            <a:r>
              <a:rPr lang="zh-CN" altLang="en-US" sz="1400"/>
              <a:t>≥</a:t>
            </a:r>
            <a:r>
              <a:rPr lang="en-US" altLang="zh-CN" sz="1400"/>
              <a:t>50 years representing nearly 70% of all PG cases.</a:t>
            </a:r>
          </a:p>
          <a:p>
            <a:endParaRPr lang="en-US" altLang="zh-CN" sz="1400"/>
          </a:p>
          <a:p>
            <a:r>
              <a:rPr lang="en-US" altLang="zh-CN" sz="1400" b="1">
                <a:solidFill>
                  <a:srgbClr val="FF0000"/>
                </a:solidFill>
              </a:rPr>
              <a:t>There is no data about prevalence of PG in China </a:t>
            </a:r>
          </a:p>
          <a:p>
            <a:endParaRPr lang="en-US" altLang="zh-CN" sz="1400"/>
          </a:p>
          <a:p>
            <a:endParaRPr lang="zh-CN" altLang="en-US" sz="1400"/>
          </a:p>
        </p:txBody>
      </p:sp>
      <p:sp>
        <p:nvSpPr>
          <p:cNvPr id="3" name="页脚占位符 2"/>
          <p:cNvSpPr>
            <a:spLocks noGrp="1"/>
          </p:cNvSpPr>
          <p:nvPr>
            <p:ph type="ftr" sz="quarter" idx="19"/>
          </p:nvPr>
        </p:nvSpPr>
        <p:spPr/>
        <p:txBody>
          <a:bodyPr/>
          <a:lstStyle/>
          <a:p>
            <a:r>
              <a:rPr lang="en-GB" altLang="zh-CN" noProof="0"/>
              <a:t>JAAD, 2020, 83(2):425-429.doi:10.1016/j.jaad.2019.08.001. </a:t>
            </a:r>
            <a:endParaRPr lang="en-GB" noProof="0"/>
          </a:p>
        </p:txBody>
      </p:sp>
      <p:sp>
        <p:nvSpPr>
          <p:cNvPr id="4" name="灯片编号占位符 3"/>
          <p:cNvSpPr>
            <a:spLocks noGrp="1"/>
          </p:cNvSpPr>
          <p:nvPr>
            <p:ph type="sldNum" sz="quarter" idx="20"/>
          </p:nvPr>
        </p:nvSpPr>
        <p:spPr/>
        <p:txBody>
          <a:bodyPr/>
          <a:lstStyle/>
          <a:p>
            <a:fld id="{143B55C4-4F5A-416B-997D-6CE47EB0A945}" type="slidenum">
              <a:rPr lang="en-GB" noProof="0" smtClean="0"/>
              <a:t>30</a:t>
            </a:fld>
            <a:endParaRPr lang="en-GB" noProof="0"/>
          </a:p>
        </p:txBody>
      </p:sp>
      <p:pic>
        <p:nvPicPr>
          <p:cNvPr id="9" name="图片 8"/>
          <p:cNvPicPr>
            <a:picLocks noChangeAspect="1"/>
          </p:cNvPicPr>
          <p:nvPr/>
        </p:nvPicPr>
        <p:blipFill>
          <a:blip r:embed="rId2"/>
          <a:stretch>
            <a:fillRect/>
          </a:stretch>
        </p:blipFill>
        <p:spPr>
          <a:xfrm>
            <a:off x="5067487" y="3069253"/>
            <a:ext cx="3113482" cy="1672241"/>
          </a:xfrm>
          <a:prstGeom prst="rect">
            <a:avLst/>
          </a:prstGeom>
          <a:ln>
            <a:solidFill>
              <a:schemeClr val="accent1"/>
            </a:solidFill>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en-US" altLang="zh-CN"/>
              <a:t>Burden of PG</a:t>
            </a:r>
            <a:endParaRPr lang="zh-CN" altLang="en-US"/>
          </a:p>
        </p:txBody>
      </p:sp>
      <p:sp>
        <p:nvSpPr>
          <p:cNvPr id="2" name="内容占位符 1"/>
          <p:cNvSpPr>
            <a:spLocks noGrp="1"/>
          </p:cNvSpPr>
          <p:nvPr>
            <p:ph idx="1"/>
          </p:nvPr>
        </p:nvSpPr>
        <p:spPr>
          <a:xfrm>
            <a:off x="405739" y="675543"/>
            <a:ext cx="8424863" cy="3294000"/>
          </a:xfrm>
        </p:spPr>
        <p:txBody>
          <a:bodyPr/>
          <a:lstStyle/>
          <a:p>
            <a:r>
              <a:rPr lang="en-US" altLang="zh-CN" sz="1400"/>
              <a:t>Overall burden of disease is poorly understood</a:t>
            </a:r>
          </a:p>
          <a:p>
            <a:r>
              <a:rPr lang="en-US" altLang="zh-CN" sz="1400"/>
              <a:t>The prevalence of hospitalization for PG increased between 2002 and 2012 in the United States.</a:t>
            </a:r>
          </a:p>
          <a:p>
            <a:endParaRPr lang="zh-CN" altLang="en-US" sz="1400"/>
          </a:p>
        </p:txBody>
      </p:sp>
      <p:sp>
        <p:nvSpPr>
          <p:cNvPr id="7" name="文本占位符 6"/>
          <p:cNvSpPr>
            <a:spLocks noGrp="1"/>
          </p:cNvSpPr>
          <p:nvPr>
            <p:ph type="body" sz="quarter" idx="13"/>
          </p:nvPr>
        </p:nvSpPr>
        <p:spPr/>
        <p:txBody>
          <a:bodyPr/>
          <a:lstStyle/>
          <a:p>
            <a:endParaRPr lang="zh-CN" altLang="en-US"/>
          </a:p>
        </p:txBody>
      </p:sp>
      <p:sp>
        <p:nvSpPr>
          <p:cNvPr id="3" name="页脚占位符 2"/>
          <p:cNvSpPr>
            <a:spLocks noGrp="1"/>
          </p:cNvSpPr>
          <p:nvPr>
            <p:ph type="ftr" sz="quarter" idx="19"/>
          </p:nvPr>
        </p:nvSpPr>
        <p:spPr/>
        <p:txBody>
          <a:bodyPr/>
          <a:lstStyle/>
          <a:p>
            <a:r>
              <a:rPr lang="en-GB" altLang="zh-CN" noProof="0"/>
              <a:t>Archives of Dermatological Research, 2021,313(4): 245-253.  Archives of Dermatological Research, 2022, 314(6): 613-617. </a:t>
            </a:r>
            <a:endParaRPr lang="en-GB" noProof="0"/>
          </a:p>
        </p:txBody>
      </p:sp>
      <p:sp>
        <p:nvSpPr>
          <p:cNvPr id="4" name="灯片编号占位符 3"/>
          <p:cNvSpPr>
            <a:spLocks noGrp="1"/>
          </p:cNvSpPr>
          <p:nvPr>
            <p:ph type="sldNum" sz="quarter" idx="20"/>
          </p:nvPr>
        </p:nvSpPr>
        <p:spPr/>
        <p:txBody>
          <a:bodyPr/>
          <a:lstStyle/>
          <a:p>
            <a:fld id="{143B55C4-4F5A-416B-997D-6CE47EB0A945}" type="slidenum">
              <a:rPr lang="en-GB" noProof="0" smtClean="0"/>
              <a:t>31</a:t>
            </a:fld>
            <a:endParaRPr lang="en-GB" noProof="0"/>
          </a:p>
        </p:txBody>
      </p:sp>
      <p:pic>
        <p:nvPicPr>
          <p:cNvPr id="6" name="图片 5"/>
          <p:cNvPicPr>
            <a:picLocks noChangeAspect="1"/>
          </p:cNvPicPr>
          <p:nvPr/>
        </p:nvPicPr>
        <p:blipFill>
          <a:blip r:embed="rId2"/>
          <a:stretch>
            <a:fillRect/>
          </a:stretch>
        </p:blipFill>
        <p:spPr>
          <a:xfrm>
            <a:off x="5840226" y="1405682"/>
            <a:ext cx="3205060" cy="2671180"/>
          </a:xfrm>
          <a:prstGeom prst="rect">
            <a:avLst/>
          </a:prstGeom>
          <a:ln>
            <a:solidFill>
              <a:schemeClr val="accent1"/>
            </a:solidFill>
          </a:ln>
        </p:spPr>
      </p:pic>
      <p:graphicFrame>
        <p:nvGraphicFramePr>
          <p:cNvPr id="8" name="表格 7"/>
          <p:cNvGraphicFramePr>
            <a:graphicFrameLocks noGrp="1"/>
          </p:cNvGraphicFramePr>
          <p:nvPr/>
        </p:nvGraphicFramePr>
        <p:xfrm>
          <a:off x="191055" y="1369084"/>
          <a:ext cx="5548345" cy="3424043"/>
        </p:xfrm>
        <a:graphic>
          <a:graphicData uri="http://schemas.openxmlformats.org/drawingml/2006/table">
            <a:tbl>
              <a:tblPr firstRow="1" bandRow="1">
                <a:tableStyleId>{5C22544A-7EE6-4342-B048-85BDC9FD1C3A}</a:tableStyleId>
              </a:tblPr>
              <a:tblGrid>
                <a:gridCol w="1220215">
                  <a:extLst>
                    <a:ext uri="{9D8B030D-6E8A-4147-A177-3AD203B41FA5}">
                      <a16:colId xmlns:a16="http://schemas.microsoft.com/office/drawing/2014/main" val="20000"/>
                    </a:ext>
                  </a:extLst>
                </a:gridCol>
                <a:gridCol w="1748636">
                  <a:extLst>
                    <a:ext uri="{9D8B030D-6E8A-4147-A177-3AD203B41FA5}">
                      <a16:colId xmlns:a16="http://schemas.microsoft.com/office/drawing/2014/main" val="20001"/>
                    </a:ext>
                  </a:extLst>
                </a:gridCol>
                <a:gridCol w="1135336">
                  <a:extLst>
                    <a:ext uri="{9D8B030D-6E8A-4147-A177-3AD203B41FA5}">
                      <a16:colId xmlns:a16="http://schemas.microsoft.com/office/drawing/2014/main" val="20002"/>
                    </a:ext>
                  </a:extLst>
                </a:gridCol>
                <a:gridCol w="1444158">
                  <a:extLst>
                    <a:ext uri="{9D8B030D-6E8A-4147-A177-3AD203B41FA5}">
                      <a16:colId xmlns:a16="http://schemas.microsoft.com/office/drawing/2014/main" val="20003"/>
                    </a:ext>
                  </a:extLst>
                </a:gridCol>
              </a:tblGrid>
              <a:tr h="279094">
                <a:tc gridSpan="2">
                  <a:txBody>
                    <a:bodyPr/>
                    <a:lstStyle/>
                    <a:p>
                      <a:endParaRPr lang="zh-CN" altLang="en-US" sz="1200"/>
                    </a:p>
                  </a:txBody>
                  <a:tcPr/>
                </a:tc>
                <a:tc hMerge="1">
                  <a:txBody>
                    <a:bodyPr/>
                    <a:lstStyle/>
                    <a:p>
                      <a:endParaRPr lang="zh-CN"/>
                    </a:p>
                  </a:txBody>
                  <a:tcPr/>
                </a:tc>
                <a:tc>
                  <a:txBody>
                    <a:bodyPr/>
                    <a:lstStyle/>
                    <a:p>
                      <a:r>
                        <a:rPr lang="en-US" altLang="zh-CN" sz="1200">
                          <a:solidFill>
                            <a:schemeClr val="bg1"/>
                          </a:solidFill>
                        </a:rPr>
                        <a:t>Adults</a:t>
                      </a:r>
                      <a:endParaRPr lang="zh-CN" altLang="en-US" sz="1200">
                        <a:solidFill>
                          <a:schemeClr val="bg1"/>
                        </a:solidFill>
                      </a:endParaRPr>
                    </a:p>
                  </a:txBody>
                  <a:tcPr/>
                </a:tc>
                <a:tc>
                  <a:txBody>
                    <a:bodyPr/>
                    <a:lstStyle/>
                    <a:p>
                      <a:r>
                        <a:rPr lang="en-US" altLang="zh-CN" sz="1200">
                          <a:solidFill>
                            <a:schemeClr val="bg1"/>
                          </a:solidFill>
                        </a:rPr>
                        <a:t>Children</a:t>
                      </a:r>
                      <a:endParaRPr lang="zh-CN" altLang="en-US" sz="1200">
                        <a:solidFill>
                          <a:schemeClr val="bg1"/>
                        </a:solidFill>
                      </a:endParaRPr>
                    </a:p>
                  </a:txBody>
                  <a:tcPr/>
                </a:tc>
                <a:extLst>
                  <a:ext uri="{0D108BD9-81ED-4DB2-BD59-A6C34878D82A}">
                    <a16:rowId xmlns:a16="http://schemas.microsoft.com/office/drawing/2014/main" val="10000"/>
                  </a:ext>
                </a:extLst>
              </a:tr>
              <a:tr h="279094">
                <a:tc gridSpan="2">
                  <a:txBody>
                    <a:bodyPr/>
                    <a:lstStyle/>
                    <a:p>
                      <a:r>
                        <a:rPr lang="en-US" altLang="zh-CN" sz="1200"/>
                        <a:t>Per million hospitalized (N)</a:t>
                      </a:r>
                      <a:endParaRPr lang="zh-CN" altLang="en-US" sz="1200"/>
                    </a:p>
                  </a:txBody>
                  <a:tcPr/>
                </a:tc>
                <a:tc hMerge="1">
                  <a:txBody>
                    <a:bodyPr/>
                    <a:lstStyle/>
                    <a:p>
                      <a:endParaRPr lang="zh-CN"/>
                    </a:p>
                  </a:txBody>
                  <a:tcPr/>
                </a:tc>
                <a:tc>
                  <a:txBody>
                    <a:bodyPr/>
                    <a:lstStyle/>
                    <a:p>
                      <a:r>
                        <a:rPr lang="en-US" altLang="zh-CN" sz="1200"/>
                        <a:t>31 to 39</a:t>
                      </a:r>
                      <a:endParaRPr lang="zh-CN" altLang="en-US" sz="1200"/>
                    </a:p>
                  </a:txBody>
                  <a:tcPr/>
                </a:tc>
                <a:tc>
                  <a:txBody>
                    <a:bodyPr/>
                    <a:lstStyle/>
                    <a:p>
                      <a:r>
                        <a:rPr lang="en-US" altLang="zh-CN" sz="1200"/>
                        <a:t>2 to 11 </a:t>
                      </a:r>
                      <a:endParaRPr lang="zh-CN" altLang="en-US" sz="1200"/>
                    </a:p>
                  </a:txBody>
                  <a:tcPr/>
                </a:tc>
                <a:extLst>
                  <a:ext uri="{0D108BD9-81ED-4DB2-BD59-A6C34878D82A}">
                    <a16:rowId xmlns:a16="http://schemas.microsoft.com/office/drawing/2014/main" val="10001"/>
                  </a:ext>
                </a:extLst>
              </a:tr>
              <a:tr h="264316">
                <a:tc gridSpan="2">
                  <a:txBody>
                    <a:bodyPr/>
                    <a:lstStyle/>
                    <a:p>
                      <a:r>
                        <a:rPr lang="en-US" altLang="zh-CN" sz="1200"/>
                        <a:t>Cost per year with a primary diagnosis of PG</a:t>
                      </a:r>
                      <a:endParaRPr lang="zh-CN" altLang="en-US" sz="1200"/>
                    </a:p>
                  </a:txBody>
                  <a:tcPr/>
                </a:tc>
                <a:tc hMerge="1">
                  <a:txBody>
                    <a:bodyPr/>
                    <a:lstStyle/>
                    <a:p>
                      <a:endParaRPr lang="zh-CN"/>
                    </a:p>
                  </a:txBody>
                  <a:tcPr/>
                </a:tc>
                <a:tc>
                  <a:txBody>
                    <a:bodyPr/>
                    <a:lstStyle/>
                    <a:p>
                      <a:r>
                        <a:rPr lang="en-US" altLang="zh-CN" sz="1200"/>
                        <a:t>$9,766,542 </a:t>
                      </a:r>
                      <a:endParaRPr lang="zh-CN" altLang="en-US" sz="1200"/>
                    </a:p>
                  </a:txBody>
                  <a:tcPr/>
                </a:tc>
                <a:tc>
                  <a:txBody>
                    <a:bodyPr/>
                    <a:lstStyle/>
                    <a:p>
                      <a:r>
                        <a:rPr lang="en-US" altLang="zh-CN" sz="1200"/>
                        <a:t>$2,202,576</a:t>
                      </a:r>
                      <a:endParaRPr lang="zh-CN" altLang="en-US" sz="1200"/>
                    </a:p>
                  </a:txBody>
                  <a:tcPr/>
                </a:tc>
                <a:extLst>
                  <a:ext uri="{0D108BD9-81ED-4DB2-BD59-A6C34878D82A}">
                    <a16:rowId xmlns:a16="http://schemas.microsoft.com/office/drawing/2014/main" val="10002"/>
                  </a:ext>
                </a:extLst>
              </a:tr>
              <a:tr h="522819">
                <a:tc rowSpan="2">
                  <a:txBody>
                    <a:bodyPr/>
                    <a:lstStyle/>
                    <a:p>
                      <a:r>
                        <a:rPr lang="en-US" altLang="zh-CN" sz="1200"/>
                        <a:t>Geometric-mean [95% CI] cost of hospitalization</a:t>
                      </a:r>
                      <a:endParaRPr lang="zh-CN" altLang="en-US" sz="1200"/>
                    </a:p>
                  </a:txBody>
                  <a:tcPr/>
                </a:tc>
                <a:tc>
                  <a:txBody>
                    <a:bodyPr/>
                    <a:lstStyle/>
                    <a:p>
                      <a:r>
                        <a:rPr lang="en-US" altLang="zh-CN" sz="1200"/>
                        <a:t>With a primary diagnosis of PG</a:t>
                      </a:r>
                      <a:endParaRPr lang="zh-CN" altLang="en-US" sz="1200"/>
                    </a:p>
                  </a:txBody>
                  <a:tcPr/>
                </a:tc>
                <a:tc>
                  <a:txBody>
                    <a:bodyPr/>
                    <a:lstStyle/>
                    <a:p>
                      <a:r>
                        <a:rPr lang="en-US" altLang="zh-CN" sz="1200"/>
                        <a:t>$8111 </a:t>
                      </a:r>
                    </a:p>
                    <a:p>
                      <a:r>
                        <a:rPr lang="en-US" altLang="zh-CN" sz="1200"/>
                        <a:t>[$7728–$8513]</a:t>
                      </a:r>
                      <a:endParaRPr lang="zh-CN" altLang="en-US" sz="1200"/>
                    </a:p>
                  </a:txBody>
                  <a:tcPr/>
                </a:tc>
                <a:tc>
                  <a:txBody>
                    <a:bodyPr/>
                    <a:lstStyle/>
                    <a:p>
                      <a:r>
                        <a:rPr lang="en-US" altLang="zh-CN" sz="1200"/>
                        <a:t>$7,995 </a:t>
                      </a:r>
                    </a:p>
                    <a:p>
                      <a:r>
                        <a:rPr lang="en-US" altLang="zh-CN" sz="1200"/>
                        <a:t>[$5,838-$10,950]</a:t>
                      </a:r>
                      <a:endParaRPr lang="zh-CN" altLang="en-US" sz="1200"/>
                    </a:p>
                  </a:txBody>
                  <a:tcPr/>
                </a:tc>
                <a:extLst>
                  <a:ext uri="{0D108BD9-81ED-4DB2-BD59-A6C34878D82A}">
                    <a16:rowId xmlns:a16="http://schemas.microsoft.com/office/drawing/2014/main" val="10003"/>
                  </a:ext>
                </a:extLst>
              </a:tr>
              <a:tr h="511409">
                <a:tc vMerge="1">
                  <a:txBody>
                    <a:bodyPr/>
                    <a:lstStyle/>
                    <a:p>
                      <a:endParaRPr lang="zh-CN"/>
                    </a:p>
                  </a:txBody>
                  <a:tcPr/>
                </a:tc>
                <a:tc>
                  <a:txBody>
                    <a:bodyPr/>
                    <a:lstStyle/>
                    <a:p>
                      <a:r>
                        <a:rPr lang="en-US" altLang="zh-CN" sz="1200"/>
                        <a:t>Without a</a:t>
                      </a:r>
                    </a:p>
                    <a:p>
                      <a:r>
                        <a:rPr lang="en-US" altLang="zh-CN" sz="1200"/>
                        <a:t>primary diagnosis of PG</a:t>
                      </a:r>
                      <a:endParaRPr lang="zh-CN" altLang="en-US" sz="1200"/>
                    </a:p>
                  </a:txBody>
                  <a:tcPr/>
                </a:tc>
                <a:tc>
                  <a:txBody>
                    <a:bodyPr/>
                    <a:lstStyle/>
                    <a:p>
                      <a:r>
                        <a:rPr lang="en-US" altLang="zh-CN" sz="1200"/>
                        <a:t>$7622</a:t>
                      </a:r>
                    </a:p>
                    <a:p>
                      <a:r>
                        <a:rPr lang="en-US" altLang="zh-CN" sz="1200"/>
                        <a:t>[$7540–$7704]</a:t>
                      </a:r>
                      <a:endParaRPr lang="zh-CN" altLang="en-US" sz="1200"/>
                    </a:p>
                  </a:txBody>
                  <a:tcPr/>
                </a:tc>
                <a:tc>
                  <a:txBody>
                    <a:bodyPr/>
                    <a:lstStyle/>
                    <a:p>
                      <a:r>
                        <a:rPr lang="en-US" altLang="zh-CN" sz="1200"/>
                        <a:t>$4,481 </a:t>
                      </a:r>
                    </a:p>
                    <a:p>
                      <a:r>
                        <a:rPr lang="en-US" altLang="zh-CN" sz="1200"/>
                        <a:t>[$4,296-$4,674]</a:t>
                      </a:r>
                      <a:endParaRPr lang="zh-CN" altLang="en-US" sz="1200"/>
                    </a:p>
                  </a:txBody>
                  <a:tcPr/>
                </a:tc>
                <a:extLst>
                  <a:ext uri="{0D108BD9-81ED-4DB2-BD59-A6C34878D82A}">
                    <a16:rowId xmlns:a16="http://schemas.microsoft.com/office/drawing/2014/main" val="10004"/>
                  </a:ext>
                </a:extLst>
              </a:tr>
              <a:tr h="488415">
                <a:tc rowSpan="2">
                  <a:txBody>
                    <a:bodyPr/>
                    <a:lstStyle/>
                    <a:p>
                      <a:r>
                        <a:rPr lang="en-US" altLang="zh-CN" sz="1200"/>
                        <a:t>Geometric-mean [95% CI] length of stay (days)</a:t>
                      </a:r>
                      <a:endParaRPr lang="zh-CN" altLang="en-US" sz="1200"/>
                    </a:p>
                  </a:txBody>
                  <a:tcPr/>
                </a:tc>
                <a:tc>
                  <a:txBody>
                    <a:bodyPr/>
                    <a:lstStyle/>
                    <a:p>
                      <a:r>
                        <a:rPr lang="en-US" altLang="zh-CN" sz="1200"/>
                        <a:t>With a primary diagnosis of PG</a:t>
                      </a:r>
                      <a:endParaRPr lang="zh-CN" altLang="en-US" sz="1200"/>
                    </a:p>
                  </a:txBody>
                  <a:tcPr/>
                </a:tc>
                <a:tc>
                  <a:txBody>
                    <a:bodyPr/>
                    <a:lstStyle/>
                    <a:p>
                      <a:r>
                        <a:rPr lang="en-US" altLang="zh-CN" sz="1200"/>
                        <a:t>5.7 </a:t>
                      </a:r>
                    </a:p>
                    <a:p>
                      <a:r>
                        <a:rPr lang="en-US" altLang="zh-CN" sz="1200"/>
                        <a:t>[5.4–5.9]</a:t>
                      </a:r>
                      <a:endParaRPr lang="zh-CN" altLang="en-US" sz="1200"/>
                    </a:p>
                  </a:txBody>
                  <a:tcPr/>
                </a:tc>
                <a:tc>
                  <a:txBody>
                    <a:bodyPr/>
                    <a:lstStyle/>
                    <a:p>
                      <a:r>
                        <a:rPr lang="en-US" altLang="zh-CN" sz="1200"/>
                        <a:t>5.0 </a:t>
                      </a:r>
                    </a:p>
                    <a:p>
                      <a:r>
                        <a:rPr lang="en-US" altLang="zh-CN" sz="1200"/>
                        <a:t>[3.7–6.8]</a:t>
                      </a:r>
                      <a:endParaRPr lang="zh-CN" altLang="en-US" sz="1200"/>
                    </a:p>
                  </a:txBody>
                  <a:tcPr/>
                </a:tc>
                <a:extLst>
                  <a:ext uri="{0D108BD9-81ED-4DB2-BD59-A6C34878D82A}">
                    <a16:rowId xmlns:a16="http://schemas.microsoft.com/office/drawing/2014/main" val="10005"/>
                  </a:ext>
                </a:extLst>
              </a:tr>
              <a:tr h="543435">
                <a:tc vMerge="1">
                  <a:txBody>
                    <a:bodyPr/>
                    <a:lstStyle/>
                    <a:p>
                      <a:endParaRPr lang="zh-CN"/>
                    </a:p>
                  </a:txBody>
                  <a:tcPr/>
                </a:tc>
                <a:tc>
                  <a:txBody>
                    <a:bodyPr/>
                    <a:lstStyle/>
                    <a:p>
                      <a:r>
                        <a:rPr lang="en-US" altLang="zh-CN" sz="1200"/>
                        <a:t>Without a</a:t>
                      </a:r>
                    </a:p>
                    <a:p>
                      <a:r>
                        <a:rPr lang="en-US" altLang="zh-CN" sz="1200"/>
                        <a:t>primary diagnosis of PG</a:t>
                      </a:r>
                      <a:endParaRPr lang="zh-CN" altLang="en-US" sz="1200"/>
                    </a:p>
                  </a:txBody>
                  <a:tcPr/>
                </a:tc>
                <a:tc>
                  <a:txBody>
                    <a:bodyPr/>
                    <a:lstStyle/>
                    <a:p>
                      <a:r>
                        <a:rPr lang="en-US" altLang="zh-CN" sz="1200"/>
                        <a:t>3.5</a:t>
                      </a:r>
                    </a:p>
                    <a:p>
                      <a:r>
                        <a:rPr lang="en-US" altLang="zh-CN" sz="1200"/>
                        <a:t>[3.5–3.5]</a:t>
                      </a:r>
                      <a:endParaRPr lang="zh-CN" altLang="en-US" sz="1200"/>
                    </a:p>
                  </a:txBody>
                  <a:tcPr/>
                </a:tc>
                <a:tc>
                  <a:txBody>
                    <a:bodyPr/>
                    <a:lstStyle/>
                    <a:p>
                      <a:r>
                        <a:rPr lang="en-US" altLang="zh-CN" sz="1200"/>
                        <a:t>2.7 </a:t>
                      </a:r>
                    </a:p>
                    <a:p>
                      <a:r>
                        <a:rPr lang="en-US" altLang="zh-CN" sz="1200"/>
                        <a:t>[2.7–2.8]</a:t>
                      </a:r>
                      <a:endParaRPr lang="zh-CN" altLang="en-US" sz="1200"/>
                    </a:p>
                  </a:txBody>
                  <a:tcPr/>
                </a:tc>
                <a:extLst>
                  <a:ext uri="{0D108BD9-81ED-4DB2-BD59-A6C34878D82A}">
                    <a16:rowId xmlns:a16="http://schemas.microsoft.com/office/drawing/2014/main" val="10006"/>
                  </a:ext>
                </a:extLst>
              </a:tr>
            </a:tbl>
          </a:graphicData>
        </a:graphic>
      </p:graphicFrame>
      <p:sp>
        <p:nvSpPr>
          <p:cNvPr id="10" name="文本框 9"/>
          <p:cNvSpPr txBox="1"/>
          <p:nvPr/>
        </p:nvSpPr>
        <p:spPr>
          <a:xfrm>
            <a:off x="5394791" y="4038796"/>
            <a:ext cx="3780420" cy="646331"/>
          </a:xfrm>
          <a:prstGeom prst="rect">
            <a:avLst/>
          </a:prstGeom>
          <a:noFill/>
        </p:spPr>
        <p:txBody>
          <a:bodyPr wrap="square">
            <a:spAutoFit/>
          </a:bodyPr>
          <a:lstStyle/>
          <a:p>
            <a:pPr marL="285750" indent="-285750">
              <a:buFont typeface="Arial" panose="020B0604020202020204" pitchFamily="34" charset="0"/>
              <a:buChar char="•"/>
            </a:pPr>
            <a:r>
              <a:rPr lang="en-US" altLang="zh-CN" b="1">
                <a:solidFill>
                  <a:srgbClr val="FF0000"/>
                </a:solidFill>
              </a:rPr>
              <a:t>There is no data about disease burden of PG in China </a:t>
            </a:r>
            <a:endParaRPr lang="zh-CN" altLang="en-US" b="1">
              <a:solidFill>
                <a:srgbClr val="FF0000"/>
              </a:solidFill>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a:xfrm>
            <a:off x="359569" y="356566"/>
            <a:ext cx="5535216" cy="540000"/>
          </a:xfrm>
        </p:spPr>
        <p:txBody>
          <a:bodyPr anchor="t">
            <a:normAutofit/>
          </a:bodyPr>
          <a:lstStyle/>
          <a:p>
            <a:r>
              <a:rPr lang="en-US" altLang="zh-CN"/>
              <a:t>Disease overview—Hidradenitis suppurativa (HS)</a:t>
            </a:r>
            <a:endParaRPr lang="zh-CN" altLang="en-US"/>
          </a:p>
        </p:txBody>
      </p:sp>
      <p:sp>
        <p:nvSpPr>
          <p:cNvPr id="2" name="内容占位符 1"/>
          <p:cNvSpPr>
            <a:spLocks noGrp="1"/>
          </p:cNvSpPr>
          <p:nvPr>
            <p:ph idx="1"/>
          </p:nvPr>
        </p:nvSpPr>
        <p:spPr>
          <a:xfrm>
            <a:off x="359569" y="924750"/>
            <a:ext cx="6086307" cy="3294000"/>
          </a:xfrm>
        </p:spPr>
        <p:txBody>
          <a:bodyPr>
            <a:noAutofit/>
          </a:bodyPr>
          <a:lstStyle/>
          <a:p>
            <a:r>
              <a:rPr lang="en-US" altLang="zh-CN" sz="1400"/>
              <a:t>A</a:t>
            </a:r>
            <a:r>
              <a:rPr lang="en-GB" altLang="zh-CN" sz="1400">
                <a:effectLst/>
              </a:rPr>
              <a:t>n immune-mediated, relapsing, chronic inflammatory dermatosis</a:t>
            </a:r>
          </a:p>
          <a:p>
            <a:endParaRPr lang="en-GB" altLang="zh-CN" sz="1400"/>
          </a:p>
          <a:p>
            <a:r>
              <a:rPr lang="en-GB" altLang="zh-CN" sz="1400">
                <a:effectLst/>
              </a:rPr>
              <a:t>Affecting the intertriginous skin of axillary, inguinal, and perianal sites </a:t>
            </a:r>
            <a:endParaRPr lang="en-GB" altLang="zh-CN" sz="1400"/>
          </a:p>
          <a:p>
            <a:r>
              <a:rPr lang="en-GB" altLang="zh-CN" sz="1400">
                <a:effectLst/>
              </a:rPr>
              <a:t>Deep-seated, inflammatory nodules, painful abscesses and secondary scarring </a:t>
            </a:r>
            <a:endParaRPr lang="en-GB" altLang="zh-CN" sz="1400"/>
          </a:p>
          <a:p>
            <a:r>
              <a:rPr lang="en-GB" altLang="zh-CN" sz="1400"/>
              <a:t>S</a:t>
            </a:r>
            <a:r>
              <a:rPr lang="en-GB" altLang="zh-CN" sz="1400">
                <a:effectLst/>
              </a:rPr>
              <a:t>ubsequent malodorous draining sinus tracts and fistulas</a:t>
            </a:r>
          </a:p>
          <a:p>
            <a:endParaRPr lang="en-GB" altLang="zh-CN" sz="1400"/>
          </a:p>
          <a:p>
            <a:r>
              <a:rPr lang="en-US" altLang="zh-CN" sz="1400"/>
              <a:t>Substantial psychological and emotional burdens</a:t>
            </a:r>
          </a:p>
          <a:p>
            <a:r>
              <a:rPr lang="en-GB" altLang="zh-CN" sz="1400"/>
              <a:t>P</a:t>
            </a:r>
            <a:r>
              <a:rPr lang="en-GB" altLang="zh-CN" sz="1400">
                <a:effectLst/>
              </a:rPr>
              <a:t>hysical comorbidity</a:t>
            </a:r>
            <a:endParaRPr lang="en-GB" altLang="zh-CN" sz="1400"/>
          </a:p>
          <a:p>
            <a:endParaRPr lang="en-US" altLang="zh-CN" sz="1400"/>
          </a:p>
        </p:txBody>
      </p:sp>
      <p:pic>
        <p:nvPicPr>
          <p:cNvPr id="9" name="图片 8"/>
          <p:cNvPicPr>
            <a:picLocks noChangeAspect="1"/>
          </p:cNvPicPr>
          <p:nvPr/>
        </p:nvPicPr>
        <p:blipFill>
          <a:blip r:embed="rId2"/>
          <a:stretch>
            <a:fillRect/>
          </a:stretch>
        </p:blipFill>
        <p:spPr>
          <a:xfrm>
            <a:off x="6756207" y="1059656"/>
            <a:ext cx="2264481" cy="2951297"/>
          </a:xfrm>
          <a:prstGeom prst="rect">
            <a:avLst/>
          </a:prstGeom>
          <a:noFill/>
          <a:ln>
            <a:noFill/>
          </a:ln>
        </p:spPr>
      </p:pic>
      <p:sp>
        <p:nvSpPr>
          <p:cNvPr id="4" name="灯片编号占位符 3"/>
          <p:cNvSpPr>
            <a:spLocks noGrp="1"/>
          </p:cNvSpPr>
          <p:nvPr>
            <p:ph type="sldNum" sz="quarter" idx="18"/>
          </p:nvPr>
        </p:nvSpPr>
        <p:spPr>
          <a:xfrm>
            <a:off x="8568444" y="4685127"/>
            <a:ext cx="216000" cy="216000"/>
          </a:xfrm>
        </p:spPr>
        <p:txBody>
          <a:bodyPr anchor="b">
            <a:normAutofit/>
          </a:bodyPr>
          <a:lstStyle/>
          <a:p>
            <a:pPr>
              <a:spcAft>
                <a:spcPts val="600"/>
              </a:spcAft>
            </a:pPr>
            <a:fld id="{143B55C4-4F5A-416B-997D-6CE47EB0A945}" type="slidenum">
              <a:rPr lang="en-GB" noProof="0" smtClean="0"/>
              <a:t>32</a:t>
            </a:fld>
            <a:endParaRPr lang="en-GB" noProof="0"/>
          </a:p>
        </p:txBody>
      </p:sp>
      <p:sp>
        <p:nvSpPr>
          <p:cNvPr id="3" name="页脚占位符 2"/>
          <p:cNvSpPr>
            <a:spLocks noGrp="1"/>
          </p:cNvSpPr>
          <p:nvPr>
            <p:ph type="ftr" sz="quarter" idx="19"/>
          </p:nvPr>
        </p:nvSpPr>
        <p:spPr>
          <a:xfrm>
            <a:off x="2806146" y="4587535"/>
            <a:ext cx="5870298" cy="313592"/>
          </a:xfrm>
        </p:spPr>
        <p:txBody>
          <a:bodyPr anchor="b">
            <a:normAutofit/>
          </a:bodyPr>
          <a:lstStyle/>
          <a:p>
            <a:pPr>
              <a:lnSpc>
                <a:spcPct val="90000"/>
              </a:lnSpc>
              <a:spcAft>
                <a:spcPts val="600"/>
              </a:spcAft>
            </a:pPr>
            <a:r>
              <a:rPr lang="en-GB" sz="500" noProof="0"/>
              <a:t>JEADV, 2020, </a:t>
            </a:r>
            <a:r>
              <a:rPr lang="en-GB" altLang="zh-CN" sz="500"/>
              <a:t>DOI: 10.1111/jdv.16255</a:t>
            </a:r>
            <a:r>
              <a:rPr lang="en-US" altLang="zh-CN" sz="500"/>
              <a:t>.</a:t>
            </a:r>
            <a:r>
              <a:rPr lang="en-GB" altLang="zh-CN" sz="500"/>
              <a:t> </a:t>
            </a:r>
            <a:r>
              <a:rPr lang="en-GB" sz="500" noProof="0"/>
              <a:t>JAMA Dermatol. 2021;157(8):924-931. doi:10.1001/jamadermatol.2021.1677.Dermatology, </a:t>
            </a:r>
            <a:r>
              <a:rPr lang="en-GB" sz="500" noProof="0" err="1"/>
              <a:t>Bolognia</a:t>
            </a:r>
            <a:r>
              <a:rPr lang="en-GB" sz="500" noProof="0"/>
              <a:t>, 2017.</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en-US" altLang="zh-CN"/>
              <a:t>Prevalence of HS</a:t>
            </a:r>
            <a:endParaRPr lang="zh-CN" altLang="en-US"/>
          </a:p>
        </p:txBody>
      </p:sp>
      <p:graphicFrame>
        <p:nvGraphicFramePr>
          <p:cNvPr id="8" name="内容占位符 7"/>
          <p:cNvGraphicFramePr>
            <a:graphicFrameLocks noGrp="1"/>
          </p:cNvGraphicFramePr>
          <p:nvPr>
            <p:ph idx="1"/>
          </p:nvPr>
        </p:nvGraphicFramePr>
        <p:xfrm>
          <a:off x="359584" y="985448"/>
          <a:ext cx="8424860" cy="2650321"/>
        </p:xfrm>
        <a:graphic>
          <a:graphicData uri="http://schemas.openxmlformats.org/drawingml/2006/table">
            <a:tbl>
              <a:tblPr firstRow="1" bandRow="1">
                <a:tableStyleId>{5C22544A-7EE6-4342-B048-85BDC9FD1C3A}</a:tableStyleId>
              </a:tblPr>
              <a:tblGrid>
                <a:gridCol w="1965608">
                  <a:extLst>
                    <a:ext uri="{9D8B030D-6E8A-4147-A177-3AD203B41FA5}">
                      <a16:colId xmlns:a16="http://schemas.microsoft.com/office/drawing/2014/main" val="20000"/>
                    </a:ext>
                  </a:extLst>
                </a:gridCol>
                <a:gridCol w="2386740">
                  <a:extLst>
                    <a:ext uri="{9D8B030D-6E8A-4147-A177-3AD203B41FA5}">
                      <a16:colId xmlns:a16="http://schemas.microsoft.com/office/drawing/2014/main" val="20001"/>
                    </a:ext>
                  </a:extLst>
                </a:gridCol>
                <a:gridCol w="4072512">
                  <a:extLst>
                    <a:ext uri="{9D8B030D-6E8A-4147-A177-3AD203B41FA5}">
                      <a16:colId xmlns:a16="http://schemas.microsoft.com/office/drawing/2014/main" val="20002"/>
                    </a:ext>
                  </a:extLst>
                </a:gridCol>
              </a:tblGrid>
              <a:tr h="310080">
                <a:tc>
                  <a:txBody>
                    <a:bodyPr/>
                    <a:lstStyle/>
                    <a:p>
                      <a:endParaRPr lang="zh-CN" altLang="en-US"/>
                    </a:p>
                  </a:txBody>
                  <a:tcPr/>
                </a:tc>
                <a:tc>
                  <a:txBody>
                    <a:bodyPr/>
                    <a:lstStyle/>
                    <a:p>
                      <a:r>
                        <a:rPr lang="en-GB" altLang="zh-CN"/>
                        <a:t>Meta Analysis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GB" altLang="zh-CN"/>
                        <a:t>Meta Analysis </a:t>
                      </a:r>
                    </a:p>
                  </a:txBody>
                  <a:tcPr/>
                </a:tc>
                <a:extLst>
                  <a:ext uri="{0D108BD9-81ED-4DB2-BD59-A6C34878D82A}">
                    <a16:rowId xmlns:a16="http://schemas.microsoft.com/office/drawing/2014/main" val="10000"/>
                  </a:ext>
                </a:extLst>
              </a:tr>
              <a:tr h="775201">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GB" altLang="zh-CN" sz="1400" kern="1200">
                          <a:solidFill>
                            <a:schemeClr val="dk1"/>
                          </a:solidFill>
                          <a:effectLst/>
                          <a:latin typeface="+mn-lt"/>
                          <a:ea typeface="+mn-ea"/>
                          <a:cs typeface="+mn-cs"/>
                        </a:rPr>
                        <a:t>Study size </a:t>
                      </a:r>
                      <a:endParaRPr lang="en-GB" altLang="zh-CN" sz="1400"/>
                    </a:p>
                    <a:p>
                      <a:endParaRPr lang="zh-CN" altLang="en-US" sz="140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GB" altLang="zh-CN" sz="1400" kern="1200">
                          <a:solidFill>
                            <a:schemeClr val="dk1"/>
                          </a:solidFill>
                          <a:effectLst/>
                          <a:latin typeface="+mn-lt"/>
                          <a:ea typeface="+mn-ea"/>
                          <a:cs typeface="+mn-cs"/>
                        </a:rPr>
                        <a:t>16 studies</a:t>
                      </a:r>
                    </a:p>
                    <a:p>
                      <a:pPr marL="0" marR="0" lvl="0" indent="0" algn="l" defTabSz="914400" rtl="0" eaLnBrk="1" fontAlgn="auto" latinLnBrk="0" hangingPunct="1">
                        <a:lnSpc>
                          <a:spcPct val="100000"/>
                        </a:lnSpc>
                        <a:spcBef>
                          <a:spcPts val="0"/>
                        </a:spcBef>
                        <a:spcAft>
                          <a:spcPts val="0"/>
                        </a:spcAft>
                        <a:buClrTx/>
                        <a:buSzTx/>
                        <a:buFontTx/>
                        <a:buNone/>
                        <a:defRPr/>
                      </a:pPr>
                      <a:r>
                        <a:rPr lang="en-US" altLang="zh-CN" sz="1400" kern="1200">
                          <a:solidFill>
                            <a:schemeClr val="dk1"/>
                          </a:solidFill>
                          <a:effectLst/>
                          <a:latin typeface="+mn-lt"/>
                          <a:ea typeface="+mn-ea"/>
                          <a:cs typeface="+mn-cs"/>
                        </a:rPr>
                        <a:t>38,082,054</a:t>
                      </a:r>
                      <a:endParaRPr lang="en-GB" altLang="zh-CN" sz="140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GB" altLang="zh-CN" sz="1400" kern="1200">
                          <a:solidFill>
                            <a:schemeClr val="dk1"/>
                          </a:solidFill>
                          <a:effectLst/>
                          <a:latin typeface="+mn-lt"/>
                          <a:ea typeface="+mn-ea"/>
                          <a:cs typeface="+mn-cs"/>
                        </a:rPr>
                        <a:t>16 studies </a:t>
                      </a:r>
                      <a:endParaRPr lang="en-GB" altLang="zh-CN" sz="1400"/>
                    </a:p>
                    <a:p>
                      <a:pPr marL="0" marR="0" lvl="0" indent="0" algn="l" defTabSz="914400" rtl="0" eaLnBrk="1" fontAlgn="auto" latinLnBrk="0" hangingPunct="1">
                        <a:lnSpc>
                          <a:spcPct val="100000"/>
                        </a:lnSpc>
                        <a:spcBef>
                          <a:spcPts val="0"/>
                        </a:spcBef>
                        <a:spcAft>
                          <a:spcPts val="0"/>
                        </a:spcAft>
                        <a:buClrTx/>
                        <a:buSzTx/>
                        <a:buFontTx/>
                        <a:buNone/>
                        <a:defRPr/>
                      </a:pPr>
                      <a:r>
                        <a:rPr lang="en-US" altLang="zh-CN" sz="1400" kern="1200">
                          <a:solidFill>
                            <a:schemeClr val="dk1"/>
                          </a:solidFill>
                          <a:effectLst/>
                          <a:latin typeface="+mn-lt"/>
                          <a:ea typeface="+mn-ea"/>
                          <a:cs typeface="+mn-cs"/>
                        </a:rPr>
                        <a:t>118,760,093 </a:t>
                      </a:r>
                      <a:endParaRPr lang="zh-CN" altLang="en-US" sz="1400"/>
                    </a:p>
                    <a:p>
                      <a:endParaRPr lang="zh-CN" altLang="en-US" sz="1400"/>
                    </a:p>
                  </a:txBody>
                  <a:tcPr/>
                </a:tc>
                <a:extLst>
                  <a:ext uri="{0D108BD9-81ED-4DB2-BD59-A6C34878D82A}">
                    <a16:rowId xmlns:a16="http://schemas.microsoft.com/office/drawing/2014/main" val="10001"/>
                  </a:ext>
                </a:extLst>
              </a:tr>
              <a:tr h="899649">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GB" altLang="zh-CN" sz="1400" kern="1200">
                          <a:solidFill>
                            <a:schemeClr val="dk1"/>
                          </a:solidFill>
                          <a:effectLst/>
                          <a:latin typeface="+mn-lt"/>
                          <a:ea typeface="+mn-ea"/>
                          <a:cs typeface="+mn-cs"/>
                        </a:rPr>
                        <a:t>Areas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GB" altLang="zh-CN" sz="1400" kern="1200">
                          <a:solidFill>
                            <a:schemeClr val="dk1"/>
                          </a:solidFill>
                          <a:effectLst/>
                          <a:latin typeface="+mn-lt"/>
                          <a:ea typeface="+mn-ea"/>
                          <a:cs typeface="+mn-cs"/>
                        </a:rPr>
                        <a:t>Western European and Scandinavian countries</a:t>
                      </a:r>
                    </a:p>
                    <a:p>
                      <a:pPr marL="0" marR="0" lvl="0" indent="0" algn="l" defTabSz="914400" rtl="0" eaLnBrk="1" fontAlgn="auto" latinLnBrk="0" hangingPunct="1">
                        <a:lnSpc>
                          <a:spcPct val="100000"/>
                        </a:lnSpc>
                        <a:spcBef>
                          <a:spcPts val="0"/>
                        </a:spcBef>
                        <a:spcAft>
                          <a:spcPts val="0"/>
                        </a:spcAft>
                        <a:buClrTx/>
                        <a:buSzTx/>
                        <a:buFontTx/>
                        <a:buNone/>
                        <a:defRPr/>
                      </a:pPr>
                      <a:r>
                        <a:rPr lang="en-GB" altLang="zh-CN" sz="1400" kern="1200">
                          <a:solidFill>
                            <a:schemeClr val="dk1"/>
                          </a:solidFill>
                          <a:effectLst/>
                          <a:latin typeface="+mn-lt"/>
                          <a:ea typeface="+mn-ea"/>
                          <a:cs typeface="+mn-cs"/>
                        </a:rPr>
                        <a:t>the US</a:t>
                      </a:r>
                    </a:p>
                    <a:p>
                      <a:pPr marL="0" marR="0" lvl="0" indent="0" algn="l" defTabSz="914400" rtl="0" eaLnBrk="1" fontAlgn="auto" latinLnBrk="0" hangingPunct="1">
                        <a:lnSpc>
                          <a:spcPct val="100000"/>
                        </a:lnSpc>
                        <a:spcBef>
                          <a:spcPts val="0"/>
                        </a:spcBef>
                        <a:spcAft>
                          <a:spcPts val="0"/>
                        </a:spcAft>
                        <a:buClrTx/>
                        <a:buSzTx/>
                        <a:buFontTx/>
                        <a:buNone/>
                        <a:defRPr/>
                      </a:pPr>
                      <a:r>
                        <a:rPr lang="en-GB" altLang="zh-CN" sz="1400" kern="1200">
                          <a:solidFill>
                            <a:schemeClr val="dk1"/>
                          </a:solidFill>
                          <a:effectLst/>
                          <a:latin typeface="+mn-lt"/>
                          <a:ea typeface="+mn-ea"/>
                          <a:cs typeface="+mn-cs"/>
                        </a:rPr>
                        <a:t>Australia</a:t>
                      </a:r>
                      <a:endParaRPr lang="en-GB" altLang="zh-CN" sz="140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GB" altLang="zh-CN" sz="1400" kern="1200">
                          <a:solidFill>
                            <a:schemeClr val="dk1"/>
                          </a:solidFill>
                          <a:effectLst/>
                          <a:latin typeface="+mn-lt"/>
                          <a:ea typeface="+mn-ea"/>
                          <a:cs typeface="+mn-cs"/>
                        </a:rPr>
                        <a:t>Europe 0.8% (0.5–1.3%)</a:t>
                      </a:r>
                    </a:p>
                    <a:p>
                      <a:pPr marL="0" marR="0" lvl="0" indent="0" algn="l" defTabSz="914400" rtl="0" eaLnBrk="1" fontAlgn="auto" latinLnBrk="0" hangingPunct="1">
                        <a:lnSpc>
                          <a:spcPct val="100000"/>
                        </a:lnSpc>
                        <a:spcBef>
                          <a:spcPts val="0"/>
                        </a:spcBef>
                        <a:spcAft>
                          <a:spcPts val="0"/>
                        </a:spcAft>
                        <a:buClrTx/>
                        <a:buSzTx/>
                        <a:buFontTx/>
                        <a:buNone/>
                        <a:defRPr/>
                      </a:pPr>
                      <a:r>
                        <a:rPr lang="en-GB" altLang="zh-CN" sz="1400" kern="1200">
                          <a:solidFill>
                            <a:schemeClr val="dk1"/>
                          </a:solidFill>
                          <a:effectLst/>
                          <a:latin typeface="+mn-lt"/>
                          <a:ea typeface="+mn-ea"/>
                          <a:cs typeface="+mn-cs"/>
                        </a:rPr>
                        <a:t>USA 0.2% (0.1–0.4%)</a:t>
                      </a:r>
                    </a:p>
                    <a:p>
                      <a:pPr marL="0" marR="0" lvl="0" indent="0" algn="l" defTabSz="914400" rtl="0" eaLnBrk="1" fontAlgn="auto" latinLnBrk="0" hangingPunct="1">
                        <a:lnSpc>
                          <a:spcPct val="100000"/>
                        </a:lnSpc>
                        <a:spcBef>
                          <a:spcPts val="0"/>
                        </a:spcBef>
                        <a:spcAft>
                          <a:spcPts val="0"/>
                        </a:spcAft>
                        <a:buClrTx/>
                        <a:buSzTx/>
                        <a:buFontTx/>
                        <a:buNone/>
                        <a:defRPr/>
                      </a:pPr>
                      <a:r>
                        <a:rPr lang="en-GB" altLang="zh-CN" sz="1400" kern="1200">
                          <a:solidFill>
                            <a:schemeClr val="dk1"/>
                          </a:solidFill>
                          <a:effectLst/>
                          <a:latin typeface="+mn-lt"/>
                          <a:ea typeface="+mn-ea"/>
                          <a:cs typeface="+mn-cs"/>
                        </a:rPr>
                        <a:t>Asia-Pacific 0.2% (0.01–2.2%) </a:t>
                      </a:r>
                    </a:p>
                    <a:p>
                      <a:pPr marL="0" marR="0" lvl="0" indent="0" algn="l" defTabSz="914400" rtl="0" eaLnBrk="1" fontAlgn="auto" latinLnBrk="0" hangingPunct="1">
                        <a:lnSpc>
                          <a:spcPct val="100000"/>
                        </a:lnSpc>
                        <a:spcBef>
                          <a:spcPts val="0"/>
                        </a:spcBef>
                        <a:spcAft>
                          <a:spcPts val="0"/>
                        </a:spcAft>
                        <a:buClrTx/>
                        <a:buSzTx/>
                        <a:buFontTx/>
                        <a:buNone/>
                        <a:defRPr/>
                      </a:pPr>
                      <a:r>
                        <a:rPr lang="en-GB" altLang="zh-CN" sz="1400" kern="1200">
                          <a:solidFill>
                            <a:schemeClr val="dk1"/>
                          </a:solidFill>
                          <a:effectLst/>
                          <a:latin typeface="+mn-lt"/>
                          <a:ea typeface="+mn-ea"/>
                          <a:cs typeface="+mn-cs"/>
                        </a:rPr>
                        <a:t>South America 0.2% (0.01–0.9%) </a:t>
                      </a:r>
                      <a:endParaRPr lang="zh-CN" altLang="en-US" sz="1400"/>
                    </a:p>
                  </a:txBody>
                  <a:tcPr/>
                </a:tc>
                <a:extLst>
                  <a:ext uri="{0D108BD9-81ED-4DB2-BD59-A6C34878D82A}">
                    <a16:rowId xmlns:a16="http://schemas.microsoft.com/office/drawing/2014/main" val="10002"/>
                  </a:ext>
                </a:extLst>
              </a:tr>
              <a:tr h="310080">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GB" altLang="zh-CN" sz="1400" kern="1200">
                          <a:solidFill>
                            <a:schemeClr val="dk1"/>
                          </a:solidFill>
                          <a:effectLst/>
                          <a:latin typeface="+mn-lt"/>
                          <a:ea typeface="+mn-ea"/>
                          <a:cs typeface="+mn-cs"/>
                        </a:rPr>
                        <a:t>Overall prevalence </a:t>
                      </a:r>
                      <a:endParaRPr lang="en-GB" altLang="zh-CN" sz="140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400" kern="1200">
                          <a:solidFill>
                            <a:schemeClr val="dk1"/>
                          </a:solidFill>
                          <a:effectLst/>
                          <a:latin typeface="+mn-lt"/>
                          <a:ea typeface="+mn-ea"/>
                          <a:cs typeface="+mn-cs"/>
                        </a:rPr>
                        <a:t>0.40% </a:t>
                      </a:r>
                      <a:endParaRPr lang="zh-CN" altLang="en-US" sz="140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400" kern="1200">
                          <a:solidFill>
                            <a:schemeClr val="dk1"/>
                          </a:solidFill>
                          <a:effectLst/>
                          <a:latin typeface="+mn-lt"/>
                          <a:ea typeface="+mn-ea"/>
                          <a:cs typeface="+mn-cs"/>
                        </a:rPr>
                        <a:t>0.3% </a:t>
                      </a:r>
                      <a:endParaRPr lang="zh-CN" altLang="en-US" sz="1400"/>
                    </a:p>
                  </a:txBody>
                  <a:tcPr/>
                </a:tc>
                <a:extLst>
                  <a:ext uri="{0D108BD9-81ED-4DB2-BD59-A6C34878D82A}">
                    <a16:rowId xmlns:a16="http://schemas.microsoft.com/office/drawing/2014/main" val="10003"/>
                  </a:ext>
                </a:extLst>
              </a:tr>
              <a:tr h="310080">
                <a:tc>
                  <a:txBody>
                    <a:bodyPr/>
                    <a:lstStyle/>
                    <a:p>
                      <a:r>
                        <a:rPr lang="en-US" altLang="zh-CN" sz="1400"/>
                        <a:t>95%CI</a:t>
                      </a:r>
                      <a:endParaRPr lang="zh-CN" altLang="en-US" sz="140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400" kern="1200">
                          <a:solidFill>
                            <a:schemeClr val="dk1"/>
                          </a:solidFill>
                          <a:effectLst/>
                          <a:latin typeface="+mn-lt"/>
                          <a:ea typeface="+mn-ea"/>
                          <a:cs typeface="+mn-cs"/>
                        </a:rPr>
                        <a:t>0.26%-0.63% </a:t>
                      </a:r>
                      <a:endParaRPr lang="zh-CN" altLang="en-US" sz="140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400" kern="1200">
                          <a:solidFill>
                            <a:schemeClr val="dk1"/>
                          </a:solidFill>
                          <a:effectLst/>
                          <a:latin typeface="+mn-lt"/>
                          <a:ea typeface="+mn-ea"/>
                          <a:cs typeface="+mn-cs"/>
                        </a:rPr>
                        <a:t>0.2–0.6% </a:t>
                      </a:r>
                      <a:endParaRPr lang="zh-CN" altLang="en-US" sz="1400"/>
                    </a:p>
                  </a:txBody>
                  <a:tcPr/>
                </a:tc>
                <a:extLst>
                  <a:ext uri="{0D108BD9-81ED-4DB2-BD59-A6C34878D82A}">
                    <a16:rowId xmlns:a16="http://schemas.microsoft.com/office/drawing/2014/main" val="10004"/>
                  </a:ext>
                </a:extLst>
              </a:tr>
            </a:tbl>
          </a:graphicData>
        </a:graphic>
      </p:graphicFrame>
      <p:sp>
        <p:nvSpPr>
          <p:cNvPr id="3" name="页脚占位符 2"/>
          <p:cNvSpPr>
            <a:spLocks noGrp="1"/>
          </p:cNvSpPr>
          <p:nvPr>
            <p:ph type="ftr" sz="quarter" idx="19"/>
          </p:nvPr>
        </p:nvSpPr>
        <p:spPr/>
        <p:txBody>
          <a:bodyPr/>
          <a:lstStyle/>
          <a:p>
            <a:r>
              <a:rPr lang="en-GB" altLang="zh-CN" noProof="0"/>
              <a:t>JAMA Dermatol. 2021;157(8):924-931. doi:10.1001/jamadermatol.2021.1677. Phan et al. </a:t>
            </a:r>
          </a:p>
          <a:p>
            <a:r>
              <a:rPr lang="en-GB" altLang="zh-CN" noProof="0"/>
              <a:t>Biomedical Dermatology (2020) 4:2,doi:10.1186/s41702-019-0052-0</a:t>
            </a:r>
            <a:endParaRPr lang="en-GB" altLang="zh-CN">
              <a:effectLst/>
            </a:endParaRPr>
          </a:p>
        </p:txBody>
      </p:sp>
      <p:sp>
        <p:nvSpPr>
          <p:cNvPr id="4" name="灯片编号占位符 3"/>
          <p:cNvSpPr>
            <a:spLocks noGrp="1"/>
          </p:cNvSpPr>
          <p:nvPr>
            <p:ph type="sldNum" sz="quarter" idx="20"/>
          </p:nvPr>
        </p:nvSpPr>
        <p:spPr/>
        <p:txBody>
          <a:bodyPr/>
          <a:lstStyle/>
          <a:p>
            <a:fld id="{143B55C4-4F5A-416B-997D-6CE47EB0A945}" type="slidenum">
              <a:rPr lang="en-GB" noProof="0" smtClean="0"/>
              <a:t>33</a:t>
            </a:fld>
            <a:endParaRPr lang="en-GB" noProof="0"/>
          </a:p>
        </p:txBody>
      </p:sp>
      <p:sp>
        <p:nvSpPr>
          <p:cNvPr id="9" name="文本框 8"/>
          <p:cNvSpPr txBox="1"/>
          <p:nvPr/>
        </p:nvSpPr>
        <p:spPr>
          <a:xfrm>
            <a:off x="359570" y="3840341"/>
            <a:ext cx="5989148" cy="369332"/>
          </a:xfrm>
          <a:prstGeom prst="rect">
            <a:avLst/>
          </a:prstGeom>
          <a:noFill/>
        </p:spPr>
        <p:txBody>
          <a:bodyPr wrap="square">
            <a:spAutoFit/>
          </a:bodyPr>
          <a:lstStyle/>
          <a:p>
            <a:pPr marL="285750" indent="-285750">
              <a:buFont typeface="Arial" panose="020B0604020202020204" pitchFamily="34" charset="0"/>
              <a:buChar char="•"/>
            </a:pPr>
            <a:r>
              <a:rPr lang="en-US" altLang="zh-CN" sz="1800" b="1">
                <a:solidFill>
                  <a:srgbClr val="FF0000"/>
                </a:solidFill>
              </a:rPr>
              <a:t>There is no data about prevalence of HS in China </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en-US" altLang="zh-CN"/>
              <a:t>Burden of HS</a:t>
            </a:r>
            <a:endParaRPr lang="zh-CN" altLang="en-US"/>
          </a:p>
        </p:txBody>
      </p:sp>
      <p:sp>
        <p:nvSpPr>
          <p:cNvPr id="2" name="内容占位符 1"/>
          <p:cNvSpPr>
            <a:spLocks noGrp="1"/>
          </p:cNvSpPr>
          <p:nvPr>
            <p:ph idx="1"/>
          </p:nvPr>
        </p:nvSpPr>
        <p:spPr>
          <a:xfrm>
            <a:off x="264568" y="689649"/>
            <a:ext cx="8519876" cy="3294000"/>
          </a:xfrm>
        </p:spPr>
        <p:txBody>
          <a:bodyPr/>
          <a:lstStyle/>
          <a:p>
            <a:r>
              <a:rPr lang="en-US" altLang="zh-CN" sz="1400"/>
              <a:t>In adult and adolescent patients with HS, comorbidity burden continues to increase after diagnosis in the United States.</a:t>
            </a:r>
          </a:p>
          <a:p>
            <a:r>
              <a:rPr lang="en-US" altLang="zh-CN" sz="1400" b="1">
                <a:solidFill>
                  <a:srgbClr val="FF0000"/>
                </a:solidFill>
              </a:rPr>
              <a:t>There is no data about disease burden of HS in China </a:t>
            </a:r>
          </a:p>
          <a:p>
            <a:endParaRPr lang="en-US" altLang="zh-CN" sz="1400"/>
          </a:p>
          <a:p>
            <a:endParaRPr lang="en-US" altLang="zh-CN" sz="1400"/>
          </a:p>
          <a:p>
            <a:endParaRPr lang="zh-CN" altLang="en-US" sz="1400"/>
          </a:p>
        </p:txBody>
      </p:sp>
      <p:sp>
        <p:nvSpPr>
          <p:cNvPr id="3" name="页脚占位符 2"/>
          <p:cNvSpPr>
            <a:spLocks noGrp="1"/>
          </p:cNvSpPr>
          <p:nvPr>
            <p:ph type="ftr" sz="quarter" idx="19"/>
          </p:nvPr>
        </p:nvSpPr>
        <p:spPr/>
        <p:txBody>
          <a:bodyPr/>
          <a:lstStyle/>
          <a:p>
            <a:r>
              <a:rPr lang="en-GB" altLang="zh-CN" noProof="0"/>
              <a:t>American Journal of Clinical Dermatology https://</a:t>
            </a:r>
            <a:r>
              <a:rPr lang="en-GB" altLang="zh-CN" noProof="0" err="1"/>
              <a:t>doi.org</a:t>
            </a:r>
            <a:r>
              <a:rPr lang="en-GB" altLang="zh-CN" noProof="0"/>
              <a:t>/10.1007/s40257-023-00796-2</a:t>
            </a:r>
            <a:endParaRPr lang="en-GB" noProof="0"/>
          </a:p>
        </p:txBody>
      </p:sp>
      <p:sp>
        <p:nvSpPr>
          <p:cNvPr id="4" name="灯片编号占位符 3"/>
          <p:cNvSpPr>
            <a:spLocks noGrp="1"/>
          </p:cNvSpPr>
          <p:nvPr>
            <p:ph type="sldNum" sz="quarter" idx="20"/>
          </p:nvPr>
        </p:nvSpPr>
        <p:spPr/>
        <p:txBody>
          <a:bodyPr/>
          <a:lstStyle/>
          <a:p>
            <a:fld id="{143B55C4-4F5A-416B-997D-6CE47EB0A945}" type="slidenum">
              <a:rPr lang="en-GB" noProof="0" smtClean="0"/>
              <a:t>34</a:t>
            </a:fld>
            <a:endParaRPr lang="en-GB" noProof="0"/>
          </a:p>
        </p:txBody>
      </p:sp>
      <p:graphicFrame>
        <p:nvGraphicFramePr>
          <p:cNvPr id="8" name="表格 7"/>
          <p:cNvGraphicFramePr>
            <a:graphicFrameLocks noGrp="1"/>
          </p:cNvGraphicFramePr>
          <p:nvPr/>
        </p:nvGraphicFramePr>
        <p:xfrm>
          <a:off x="422184" y="1929335"/>
          <a:ext cx="4224971" cy="2194560"/>
        </p:xfrm>
        <a:graphic>
          <a:graphicData uri="http://schemas.openxmlformats.org/drawingml/2006/table">
            <a:tbl>
              <a:tblPr firstRow="1" bandRow="1">
                <a:tableStyleId>{5C22544A-7EE6-4342-B048-85BDC9FD1C3A}</a:tableStyleId>
              </a:tblPr>
              <a:tblGrid>
                <a:gridCol w="1401960">
                  <a:extLst>
                    <a:ext uri="{9D8B030D-6E8A-4147-A177-3AD203B41FA5}">
                      <a16:colId xmlns:a16="http://schemas.microsoft.com/office/drawing/2014/main" val="20000"/>
                    </a:ext>
                  </a:extLst>
                </a:gridCol>
                <a:gridCol w="1292703">
                  <a:extLst>
                    <a:ext uri="{9D8B030D-6E8A-4147-A177-3AD203B41FA5}">
                      <a16:colId xmlns:a16="http://schemas.microsoft.com/office/drawing/2014/main" val="20001"/>
                    </a:ext>
                  </a:extLst>
                </a:gridCol>
                <a:gridCol w="1530308">
                  <a:extLst>
                    <a:ext uri="{9D8B030D-6E8A-4147-A177-3AD203B41FA5}">
                      <a16:colId xmlns:a16="http://schemas.microsoft.com/office/drawing/2014/main" val="20002"/>
                    </a:ext>
                  </a:extLst>
                </a:gridCol>
              </a:tblGrid>
              <a:tr h="497887">
                <a:tc>
                  <a:txBody>
                    <a:bodyPr/>
                    <a:lstStyle/>
                    <a:p>
                      <a:pPr lvl="0"/>
                      <a:endParaRPr lang="zh-CN" altLang="en-US" sz="140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400" b="1" kern="1200">
                          <a:solidFill>
                            <a:schemeClr val="bg1"/>
                          </a:solidFill>
                          <a:latin typeface="+mn-lt"/>
                          <a:ea typeface="+mn-ea"/>
                          <a:cs typeface="+mn-cs"/>
                        </a:rPr>
                        <a:t>Adults</a:t>
                      </a:r>
                    </a:p>
                    <a:p>
                      <a:pPr marL="0" marR="0" lvl="0" indent="0" algn="l" defTabSz="914400" rtl="0" eaLnBrk="1" fontAlgn="auto" latinLnBrk="0" hangingPunct="1">
                        <a:lnSpc>
                          <a:spcPct val="100000"/>
                        </a:lnSpc>
                        <a:spcBef>
                          <a:spcPts val="0"/>
                        </a:spcBef>
                        <a:spcAft>
                          <a:spcPts val="0"/>
                        </a:spcAft>
                        <a:buClrTx/>
                        <a:buSzTx/>
                        <a:buFontTx/>
                        <a:buNone/>
                        <a:defRPr/>
                      </a:pPr>
                      <a:r>
                        <a:rPr lang="en-GB" altLang="zh-CN" sz="1400" b="1" kern="1200">
                          <a:solidFill>
                            <a:schemeClr val="bg1"/>
                          </a:solidFill>
                          <a:latin typeface="+mn-lt"/>
                          <a:ea typeface="+mn-ea"/>
                          <a:cs typeface="+mn-cs"/>
                        </a:rPr>
                        <a:t>(≥ 18 years) </a:t>
                      </a:r>
                      <a:endParaRPr lang="zh-CN" altLang="en-US" sz="1400" b="1" kern="1200">
                        <a:solidFill>
                          <a:schemeClr val="bg1"/>
                        </a:solidFill>
                        <a:latin typeface="+mn-lt"/>
                        <a:ea typeface="+mn-ea"/>
                        <a:cs typeface="+mn-cs"/>
                      </a:endParaRPr>
                    </a:p>
                  </a:txBody>
                  <a:tcPr/>
                </a:tc>
                <a:tc>
                  <a:txBody>
                    <a:bodyPr/>
                    <a:lstStyle/>
                    <a:p>
                      <a:pPr lvl="0"/>
                      <a:r>
                        <a:rPr lang="en-US" altLang="zh-CN" sz="1400" b="1" kern="1200">
                          <a:solidFill>
                            <a:schemeClr val="bg1"/>
                          </a:solidFill>
                          <a:latin typeface="+mn-lt"/>
                          <a:ea typeface="+mn-ea"/>
                          <a:cs typeface="+mn-cs"/>
                        </a:rPr>
                        <a:t>Adolescent </a:t>
                      </a:r>
                    </a:p>
                    <a:p>
                      <a:pPr lvl="0"/>
                      <a:r>
                        <a:rPr lang="en-US" altLang="zh-CN" sz="1400" b="1" kern="1200">
                          <a:solidFill>
                            <a:schemeClr val="bg1"/>
                          </a:solidFill>
                          <a:latin typeface="+mn-lt"/>
                          <a:ea typeface="+mn-ea"/>
                          <a:cs typeface="+mn-cs"/>
                        </a:rPr>
                        <a:t>(12–17 years)</a:t>
                      </a:r>
                      <a:endParaRPr lang="zh-CN" altLang="en-US" sz="1400" b="1" kern="1200">
                        <a:solidFill>
                          <a:schemeClr val="bg1"/>
                        </a:solidFill>
                        <a:latin typeface="+mn-lt"/>
                        <a:ea typeface="+mn-ea"/>
                        <a:cs typeface="+mn-cs"/>
                      </a:endParaRPr>
                    </a:p>
                  </a:txBody>
                  <a:tcPr/>
                </a:tc>
                <a:extLst>
                  <a:ext uri="{0D108BD9-81ED-4DB2-BD59-A6C34878D82A}">
                    <a16:rowId xmlns:a16="http://schemas.microsoft.com/office/drawing/2014/main" val="10000"/>
                  </a:ext>
                </a:extLst>
              </a:tr>
              <a:tr h="1095352">
                <a:tc>
                  <a:txBody>
                    <a:bodyPr/>
                    <a:lstStyle/>
                    <a:p>
                      <a:pPr lvl="0"/>
                      <a:r>
                        <a:rPr lang="en-US" altLang="zh-CN" sz="1400"/>
                        <a:t> Total healthcare costs in the 2-years post-index period</a:t>
                      </a:r>
                      <a:endParaRPr lang="zh-CN" altLang="en-US" sz="1400"/>
                    </a:p>
                  </a:txBody>
                  <a:tcPr/>
                </a:tc>
                <a:tc>
                  <a:txBody>
                    <a:bodyPr/>
                    <a:lstStyle/>
                    <a:p>
                      <a:pPr lvl="0"/>
                      <a:r>
                        <a:rPr lang="en-US" altLang="zh-CN" sz="1400"/>
                        <a:t>$42,143</a:t>
                      </a:r>
                      <a:endParaRPr lang="zh-CN" altLang="en-US" sz="1400"/>
                    </a:p>
                  </a:txBody>
                  <a:tcPr/>
                </a:tc>
                <a:tc>
                  <a:txBody>
                    <a:bodyPr/>
                    <a:lstStyle/>
                    <a:p>
                      <a:pPr lvl="0"/>
                      <a:r>
                        <a:rPr lang="en-US" altLang="zh-CN" sz="1400"/>
                        <a:t>$16,057</a:t>
                      </a:r>
                      <a:endParaRPr lang="zh-CN" altLang="en-US" sz="1400"/>
                    </a:p>
                  </a:txBody>
                  <a:tcPr/>
                </a:tc>
                <a:extLst>
                  <a:ext uri="{0D108BD9-81ED-4DB2-BD59-A6C34878D82A}">
                    <a16:rowId xmlns:a16="http://schemas.microsoft.com/office/drawing/2014/main" val="10001"/>
                  </a:ext>
                </a:extLst>
              </a:tr>
              <a:tr h="497887">
                <a:tc>
                  <a:txBody>
                    <a:bodyPr/>
                    <a:lstStyle/>
                    <a:p>
                      <a:pPr lvl="0"/>
                      <a:r>
                        <a:rPr lang="en-US" altLang="zh-CN" sz="1400"/>
                        <a:t>Outpatient costs</a:t>
                      </a:r>
                      <a:endParaRPr lang="zh-CN" altLang="en-US" sz="1400"/>
                    </a:p>
                  </a:txBody>
                  <a:tcPr/>
                </a:tc>
                <a:tc>
                  <a:txBody>
                    <a:bodyPr/>
                    <a:lstStyle/>
                    <a:p>
                      <a:pPr lvl="0"/>
                      <a:r>
                        <a:rPr lang="en-US" altLang="zh-CN" sz="1400"/>
                        <a:t>$20,980</a:t>
                      </a:r>
                      <a:endParaRPr lang="zh-CN" altLang="en-US" sz="1400"/>
                    </a:p>
                  </a:txBody>
                  <a:tcPr/>
                </a:tc>
                <a:tc>
                  <a:txBody>
                    <a:bodyPr/>
                    <a:lstStyle/>
                    <a:p>
                      <a:pPr lvl="0"/>
                      <a:r>
                        <a:rPr lang="en-US" altLang="zh-CN" sz="1400"/>
                        <a:t>$8408</a:t>
                      </a:r>
                      <a:endParaRPr lang="zh-CN" altLang="en-US" sz="1400"/>
                    </a:p>
                  </a:txBody>
                  <a:tcPr/>
                </a:tc>
                <a:extLst>
                  <a:ext uri="{0D108BD9-81ED-4DB2-BD59-A6C34878D82A}">
                    <a16:rowId xmlns:a16="http://schemas.microsoft.com/office/drawing/2014/main" val="10002"/>
                  </a:ext>
                </a:extLst>
              </a:tr>
            </a:tbl>
          </a:graphicData>
        </a:graphic>
      </p:graphicFrame>
      <p:pic>
        <p:nvPicPr>
          <p:cNvPr id="11" name="图片 10"/>
          <p:cNvPicPr>
            <a:picLocks noChangeAspect="1"/>
          </p:cNvPicPr>
          <p:nvPr/>
        </p:nvPicPr>
        <p:blipFill>
          <a:blip r:embed="rId2"/>
          <a:stretch>
            <a:fillRect/>
          </a:stretch>
        </p:blipFill>
        <p:spPr>
          <a:xfrm>
            <a:off x="5002518" y="1582912"/>
            <a:ext cx="3939542" cy="3202838"/>
          </a:xfrm>
          <a:prstGeom prst="rect">
            <a:avLst/>
          </a:prstGeom>
          <a:ln>
            <a:solidFill>
              <a:schemeClr val="accent1"/>
            </a:solidFill>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en-US" altLang="zh-CN"/>
              <a:t>Treatment improved quality of life in HS</a:t>
            </a:r>
            <a:endParaRPr lang="zh-CN" altLang="en-US"/>
          </a:p>
        </p:txBody>
      </p:sp>
      <p:sp>
        <p:nvSpPr>
          <p:cNvPr id="2" name="内容占位符 1"/>
          <p:cNvSpPr>
            <a:spLocks noGrp="1"/>
          </p:cNvSpPr>
          <p:nvPr>
            <p:ph idx="1"/>
          </p:nvPr>
        </p:nvSpPr>
        <p:spPr>
          <a:xfrm>
            <a:off x="359570" y="1059657"/>
            <a:ext cx="4833243" cy="3294000"/>
          </a:xfrm>
        </p:spPr>
        <p:txBody>
          <a:bodyPr/>
          <a:lstStyle/>
          <a:p>
            <a:pPr>
              <a:lnSpc>
                <a:spcPct val="120000"/>
              </a:lnSpc>
            </a:pPr>
            <a:r>
              <a:rPr lang="en-US" altLang="zh-CN" sz="1400"/>
              <a:t>At baseline, most patients had a Hurley severity stage of 2 (43.9%), a moderate HS-PGA score (57.1%), and poor QoL (</a:t>
            </a:r>
            <a:r>
              <a:rPr lang="en-US" altLang="zh-CN" sz="1400" err="1"/>
              <a:t>HIDRAdisk</a:t>
            </a:r>
            <a:r>
              <a:rPr lang="en-US" altLang="zh-CN" sz="1400"/>
              <a:t>: 65.7 ± 23.3, Skindex-16: 60.3 ± 26.9, and DLQI: 10.8 ± 8.1). </a:t>
            </a:r>
          </a:p>
          <a:p>
            <a:pPr>
              <a:lnSpc>
                <a:spcPct val="120000"/>
              </a:lnSpc>
            </a:pPr>
            <a:r>
              <a:rPr lang="en-US" altLang="zh-CN" sz="1400"/>
              <a:t>Patients with more severe disease showed worse QoL. </a:t>
            </a:r>
          </a:p>
          <a:p>
            <a:pPr>
              <a:lnSpc>
                <a:spcPct val="120000"/>
              </a:lnSpc>
            </a:pPr>
            <a:r>
              <a:rPr lang="en-US" altLang="zh-CN" sz="1400"/>
              <a:t>Mean values for the variables related to HS severity decreased during the study period. </a:t>
            </a:r>
          </a:p>
          <a:p>
            <a:pPr>
              <a:lnSpc>
                <a:spcPct val="120000"/>
              </a:lnSpc>
            </a:pPr>
            <a:r>
              <a:rPr lang="en-US" altLang="zh-CN" sz="1400"/>
              <a:t>The achievement of </a:t>
            </a:r>
            <a:r>
              <a:rPr lang="en-US" altLang="zh-CN" sz="1400" err="1"/>
              <a:t>HiSCR</a:t>
            </a:r>
            <a:r>
              <a:rPr lang="en-US" altLang="zh-CN" sz="1400"/>
              <a:t> and partial response increased during the study.</a:t>
            </a:r>
            <a:endParaRPr lang="zh-CN" altLang="en-US" sz="1400"/>
          </a:p>
        </p:txBody>
      </p:sp>
      <p:sp>
        <p:nvSpPr>
          <p:cNvPr id="3" name="页脚占位符 2"/>
          <p:cNvSpPr>
            <a:spLocks noGrp="1"/>
          </p:cNvSpPr>
          <p:nvPr>
            <p:ph type="ftr" sz="quarter" idx="19"/>
          </p:nvPr>
        </p:nvSpPr>
        <p:spPr/>
        <p:txBody>
          <a:bodyPr/>
          <a:lstStyle/>
          <a:p>
            <a:r>
              <a:rPr lang="en-GB" altLang="zh-CN" noProof="0"/>
              <a:t>Dermatology 2022;238:487–497.DOI: 10.1159/000517412</a:t>
            </a:r>
            <a:endParaRPr lang="en-GB" noProof="0"/>
          </a:p>
        </p:txBody>
      </p:sp>
      <p:sp>
        <p:nvSpPr>
          <p:cNvPr id="4" name="灯片编号占位符 3"/>
          <p:cNvSpPr>
            <a:spLocks noGrp="1"/>
          </p:cNvSpPr>
          <p:nvPr>
            <p:ph type="sldNum" sz="quarter" idx="20"/>
          </p:nvPr>
        </p:nvSpPr>
        <p:spPr/>
        <p:txBody>
          <a:bodyPr/>
          <a:lstStyle/>
          <a:p>
            <a:fld id="{143B55C4-4F5A-416B-997D-6CE47EB0A945}" type="slidenum">
              <a:rPr lang="en-GB" noProof="0" smtClean="0"/>
              <a:t>35</a:t>
            </a:fld>
            <a:endParaRPr lang="en-GB" noProof="0"/>
          </a:p>
        </p:txBody>
      </p:sp>
      <p:pic>
        <p:nvPicPr>
          <p:cNvPr id="6" name="图片 5"/>
          <p:cNvPicPr>
            <a:picLocks noChangeAspect="1"/>
          </p:cNvPicPr>
          <p:nvPr/>
        </p:nvPicPr>
        <p:blipFill rotWithShape="1">
          <a:blip r:embed="rId2"/>
          <a:srcRect t="52487"/>
          <a:stretch>
            <a:fillRect/>
          </a:stretch>
        </p:blipFill>
        <p:spPr>
          <a:xfrm>
            <a:off x="5435202" y="2613712"/>
            <a:ext cx="3294743" cy="1959826"/>
          </a:xfrm>
          <a:prstGeom prst="rect">
            <a:avLst/>
          </a:prstGeom>
          <a:ln>
            <a:solidFill>
              <a:schemeClr val="accent1"/>
            </a:solidFill>
          </a:ln>
        </p:spPr>
      </p:pic>
      <p:pic>
        <p:nvPicPr>
          <p:cNvPr id="7" name="图片 6"/>
          <p:cNvPicPr>
            <a:picLocks noChangeAspect="1"/>
          </p:cNvPicPr>
          <p:nvPr/>
        </p:nvPicPr>
        <p:blipFill rotWithShape="1">
          <a:blip r:embed="rId3"/>
          <a:srcRect l="2622" t="464"/>
          <a:stretch>
            <a:fillRect/>
          </a:stretch>
        </p:blipFill>
        <p:spPr>
          <a:xfrm>
            <a:off x="5831398" y="325650"/>
            <a:ext cx="2314460" cy="2212824"/>
          </a:xfrm>
          <a:prstGeom prst="rect">
            <a:avLst/>
          </a:prstGeom>
          <a:ln>
            <a:solidFill>
              <a:schemeClr val="accent1"/>
            </a:solidFill>
          </a:ln>
        </p:spPr>
      </p:pic>
    </p:spTree>
  </p:cSld>
  <p:clrMapOvr>
    <a:masterClrMapping/>
  </p:clrMapOvr>
  <p:transition/>
</p:sld>
</file>

<file path=ppt/tags/tag1.xml><?xml version="1.0" encoding="utf-8"?>
<p:tagLst xmlns:a="http://schemas.openxmlformats.org/drawingml/2006/main" xmlns:r="http://schemas.openxmlformats.org/officeDocument/2006/relationships" xmlns:p="http://schemas.openxmlformats.org/presentationml/2006/main">
  <p:tag name="COMMONDATA" val="eyJoZGlkIjoiOGYwMjBhZDk3M2Q2NTIwZmNhNzNkZGVjYTVhYWM2NDkifQ=="/>
</p:tagLst>
</file>

<file path=ppt/tags/tag2.xml><?xml version="1.0" encoding="utf-8"?>
<p:tagLst xmlns:a="http://schemas.openxmlformats.org/drawingml/2006/main" xmlns:r="http://schemas.openxmlformats.org/officeDocument/2006/relationships" xmlns:p="http://schemas.openxmlformats.org/presentationml/2006/main">
  <p:tag name="TABLE_ENDDRAG_ORIGIN_RECT" val="630*188"/>
  <p:tag name="TABLE_ENDDRAG_RECT" val="28*79*630*188"/>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OTLMARKERSHAPE" val="OTL"/>
</p:tagLst>
</file>

<file path=ppt/tags/tag5.xml><?xml version="1.0" encoding="utf-8"?>
<p:tagLst xmlns:a="http://schemas.openxmlformats.org/drawingml/2006/main" xmlns:r="http://schemas.openxmlformats.org/officeDocument/2006/relationships" xmlns:p="http://schemas.openxmlformats.org/presentationml/2006/main">
  <p:tag name="OTLMARKERSHAPE" val="OTL"/>
</p:tagLst>
</file>

<file path=ppt/theme/theme1.xml><?xml version="1.0" encoding="utf-8"?>
<a:theme xmlns:a="http://schemas.openxmlformats.org/drawingml/2006/main" name="BI_Corporate_16_9">
  <a:themeElements>
    <a:clrScheme name="Boehringer Ingelheim">
      <a:dk1>
        <a:srgbClr val="000000"/>
      </a:dk1>
      <a:lt1>
        <a:srgbClr val="FFFFFF"/>
      </a:lt1>
      <a:dk2>
        <a:srgbClr val="1F497D"/>
      </a:dk2>
      <a:lt2>
        <a:srgbClr val="EEECE1"/>
      </a:lt2>
      <a:accent1>
        <a:srgbClr val="123563"/>
      </a:accent1>
      <a:accent2>
        <a:srgbClr val="336597"/>
      </a:accent2>
      <a:accent3>
        <a:srgbClr val="6697BF"/>
      </a:accent3>
      <a:accent4>
        <a:srgbClr val="C73635"/>
      </a:accent4>
      <a:accent5>
        <a:srgbClr val="649A9C"/>
      </a:accent5>
      <a:accent6>
        <a:srgbClr val="9E9C23"/>
      </a:accent6>
      <a:hlink>
        <a:srgbClr val="3763A0"/>
      </a:hlink>
      <a:folHlink>
        <a:srgbClr val="EA9A35"/>
      </a:folHlink>
    </a:clrScheme>
    <a:fontScheme name="Boehringer Ingelheim Font Set">
      <a:majorFont>
        <a:latin typeface="BISansOptiCond"/>
        <a:ea typeface=""/>
        <a:cs typeface=""/>
      </a:majorFont>
      <a:minorFont>
        <a:latin typeface="BISansOpti"/>
        <a:ea typeface=""/>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1"/>
        </a:solidFill>
        <a:ln w="12700">
          <a:solidFill>
            <a:srgbClr val="003366"/>
          </a:solidFill>
        </a:ln>
      </a:spPr>
      <a:bodyPr lIns="72000" tIns="72000" rIns="72000" bIns="72000" rtlCol="0" anchor="ctr"/>
      <a:lstStyle>
        <a:defPPr algn="ctr">
          <a:defRPr sz="1400" dirty="0" err="1"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rgbClr val="003366"/>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lIns="0" tIns="0" rIns="0" bIns="0" rtlCol="0">
        <a:spAutoFit/>
      </a:bodyPr>
      <a:lstStyle>
        <a:defPPr>
          <a:defRPr sz="1400" dirty="0" smtClean="0"/>
        </a:defPPr>
      </a:lstStyle>
    </a:txDef>
  </a:objectDefaults>
  <a:extraClrSchemeLst/>
  <a:custClrLst>
    <a:custClr name="Blue 0/51/102">
      <a:srgbClr val="003366"/>
    </a:custClr>
    <a:custClr name="Blue 51/102/153">
      <a:srgbClr val="336699"/>
    </a:custClr>
    <a:custClr name="Blue 102/153/204">
      <a:srgbClr val="6699CC"/>
    </a:custClr>
    <a:custClr name="Blue 153/204/255">
      <a:srgbClr val="99CCFF"/>
    </a:custClr>
    <a:custClr name="Blue 0/102/204">
      <a:srgbClr val="0066CC"/>
    </a:custClr>
    <a:custClr name="Red 204/51/51">
      <a:srgbClr val="CC3333"/>
    </a:custClr>
    <a:custClr name="Green 0/102/102">
      <a:srgbClr val="006666"/>
    </a:custClr>
    <a:custClr name="Green 102/153/153">
      <a:srgbClr val="669999"/>
    </a:custClr>
    <a:custClr name="Green 0/153/51">
      <a:srgbClr val="009933"/>
    </a:custClr>
    <a:custClr name="Green 153/153/0">
      <a:srgbClr val="999900"/>
    </a:custClr>
    <a:custClr name="Green 204/204/0">
      <a:srgbClr val="CCCC00"/>
    </a:custClr>
    <a:custClr name="Yellow 255/153/0">
      <a:srgbClr val="FF9900"/>
    </a:custClr>
  </a:custClr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BI_Corporate_16_9">
  <a:themeElements>
    <a:clrScheme name="Boehringer Ingelheim">
      <a:dk1>
        <a:srgbClr val="000000"/>
      </a:dk1>
      <a:lt1>
        <a:srgbClr val="FFFFFF"/>
      </a:lt1>
      <a:dk2>
        <a:srgbClr val="1F497D"/>
      </a:dk2>
      <a:lt2>
        <a:srgbClr val="EEECE1"/>
      </a:lt2>
      <a:accent1>
        <a:srgbClr val="123563"/>
      </a:accent1>
      <a:accent2>
        <a:srgbClr val="336597"/>
      </a:accent2>
      <a:accent3>
        <a:srgbClr val="6697BF"/>
      </a:accent3>
      <a:accent4>
        <a:srgbClr val="C73635"/>
      </a:accent4>
      <a:accent5>
        <a:srgbClr val="649A9C"/>
      </a:accent5>
      <a:accent6>
        <a:srgbClr val="9E9C23"/>
      </a:accent6>
      <a:hlink>
        <a:srgbClr val="3763A0"/>
      </a:hlink>
      <a:folHlink>
        <a:srgbClr val="EA9A35"/>
      </a:folHlink>
    </a:clrScheme>
    <a:fontScheme name="Boehringer Ingelheim Font Set">
      <a:majorFont>
        <a:latin typeface="BISansOptiCond"/>
        <a:ea typeface=""/>
        <a:cs typeface=""/>
      </a:majorFont>
      <a:minorFont>
        <a:latin typeface="BISansOpti"/>
        <a:ea typeface=""/>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1"/>
        </a:solidFill>
        <a:ln w="12700">
          <a:solidFill>
            <a:srgbClr val="003366"/>
          </a:solidFill>
        </a:ln>
      </a:spPr>
      <a:bodyPr lIns="72000" tIns="72000" rIns="72000" bIns="72000" rtlCol="0" anchor="ctr"/>
      <a:lstStyle>
        <a:defPPr algn="ctr">
          <a:defRPr sz="1400" dirty="0" err="1"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rgbClr val="003366"/>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lIns="0" tIns="0" rIns="0" bIns="0" rtlCol="0">
        <a:spAutoFit/>
      </a:bodyPr>
      <a:lstStyle>
        <a:defPPr>
          <a:defRPr sz="1400" dirty="0" smtClean="0"/>
        </a:defPPr>
      </a:lstStyle>
    </a:txDef>
  </a:objectDefaults>
  <a:extraClrSchemeLst/>
  <a:custClrLst>
    <a:custClr name="Blue 0/51/102">
      <a:srgbClr val="003366"/>
    </a:custClr>
    <a:custClr name="Blue 51/102/153">
      <a:srgbClr val="336699"/>
    </a:custClr>
    <a:custClr name="Blue 102/153/204">
      <a:srgbClr val="6699CC"/>
    </a:custClr>
    <a:custClr name="Blue 153/204/255">
      <a:srgbClr val="99CCFF"/>
    </a:custClr>
    <a:custClr name="Blue 0/102/204">
      <a:srgbClr val="0066CC"/>
    </a:custClr>
    <a:custClr name="Red 204/51/51">
      <a:srgbClr val="CC3333"/>
    </a:custClr>
    <a:custClr name="Green 0/102/102">
      <a:srgbClr val="006666"/>
    </a:custClr>
    <a:custClr name="Green 102/153/153">
      <a:srgbClr val="669999"/>
    </a:custClr>
    <a:custClr name="Green 0/153/51">
      <a:srgbClr val="009933"/>
    </a:custClr>
    <a:custClr name="Green 153/153/0">
      <a:srgbClr val="999900"/>
    </a:custClr>
    <a:custClr name="Green 204/204/0">
      <a:srgbClr val="CCCC00"/>
    </a:custClr>
    <a:custClr name="Yellow 255/153/0">
      <a:srgbClr val="FF9900"/>
    </a:custClr>
  </a:custClr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Boehringer Ingelheim 16:9">
  <a:themeElements>
    <a:clrScheme name="BI_FINAL">
      <a:dk1>
        <a:sysClr val="windowText" lastClr="000000"/>
      </a:dk1>
      <a:lt1>
        <a:sysClr val="window" lastClr="FFFFFF"/>
      </a:lt1>
      <a:dk2>
        <a:srgbClr val="00E47C"/>
      </a:dk2>
      <a:lt2>
        <a:srgbClr val="08312A"/>
      </a:lt2>
      <a:accent1>
        <a:srgbClr val="08312A"/>
      </a:accent1>
      <a:accent2>
        <a:srgbClr val="00E47C"/>
      </a:accent2>
      <a:accent3>
        <a:srgbClr val="C5C3EE"/>
      </a:accent3>
      <a:accent4>
        <a:srgbClr val="FFE667"/>
      </a:accent4>
      <a:accent5>
        <a:srgbClr val="F58A68"/>
      </a:accent5>
      <a:accent6>
        <a:srgbClr val="A3E5EE"/>
      </a:accent6>
      <a:hlink>
        <a:srgbClr val="898885"/>
      </a:hlink>
      <a:folHlink>
        <a:srgbClr val="B7B6B2"/>
      </a:folHlink>
    </a:clrScheme>
    <a:fontScheme name="Boehringer">
      <a:majorFont>
        <a:latin typeface="Boehringer Forward Head"/>
        <a:ea typeface=""/>
        <a:cs typeface=""/>
      </a:majorFont>
      <a:minorFont>
        <a:latin typeface="Boehringer Forward Tex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gray">
        <a:solidFill>
          <a:schemeClr val="bg1"/>
        </a:solidFill>
        <a:ln w="6350">
          <a:solidFill>
            <a:schemeClr val="tx1"/>
          </a:solidFill>
        </a:ln>
      </a:spPr>
      <a:bodyPr rtlCol="0" anchor="ctr"/>
      <a:lstStyle>
        <a:defPPr algn="ctr">
          <a:lnSpc>
            <a:spcPct val="140000"/>
          </a:lnSpc>
          <a:defRPr sz="1600" dirty="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bwMode="gray">
        <a:ln w="635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bwMode="gray">
        <a:noFill/>
      </a:spPr>
      <a:bodyPr wrap="square" lIns="0" tIns="0" rIns="0" bIns="0" rtlCol="0">
        <a:spAutoFit/>
      </a:bodyPr>
      <a:lstStyle>
        <a:defPPr marL="179705" indent="-179705" algn="l">
          <a:lnSpc>
            <a:spcPct val="140000"/>
          </a:lnSpc>
          <a:buFont typeface="Arial" panose="020B0604020202020204" pitchFamily="34" charset="0"/>
          <a:buChar char="•"/>
          <a:defRPr sz="1600" dirty="0"/>
        </a:defPPr>
      </a:lstStyle>
    </a:txDef>
  </a:objectDefaults>
  <a:extraClrSchemeLst/>
  <a:custClrLst>
    <a:custClr name="Light Red">
      <a:srgbClr val="F5CDB9"/>
    </a:custClr>
    <a:custClr name="Red">
      <a:srgbClr val="F58A68"/>
    </a:custClr>
    <a:custClr name="Medium Red">
      <a:srgbClr val="EE6541"/>
    </a:custClr>
    <a:custClr name="Dark Red">
      <a:srgbClr val="86251B"/>
    </a:custClr>
    <a:custClr>
      <a:srgbClr val="FFFFFF"/>
    </a:custClr>
    <a:custClr>
      <a:srgbClr val="FFFFFF"/>
    </a:custClr>
    <a:custClr name="Gray 1">
      <a:srgbClr val="FAF9F8"/>
    </a:custClr>
    <a:custClr name="Light Gray">
      <a:srgbClr val="F6F5F3"/>
    </a:custClr>
    <a:custClr name="Gray 3">
      <a:srgbClr val="EFEEEB"/>
    </a:custClr>
    <a:custClr name="Warm Gray">
      <a:srgbClr val="E5E3DE"/>
    </a:custClr>
    <a:custClr name="Light Blue">
      <a:srgbClr val="D2F2F7"/>
    </a:custClr>
    <a:custClr name="Blue">
      <a:srgbClr val="A3E5EE"/>
    </a:custClr>
    <a:custClr name="Medium Blue">
      <a:srgbClr val="6AD2E2"/>
    </a:custClr>
    <a:custClr name="Dark Blue">
      <a:srgbClr val="076D7E"/>
    </a:custClr>
    <a:custClr>
      <a:srgbClr val="FFFFFF"/>
    </a:custClr>
    <a:custClr>
      <a:srgbClr val="FFFFFF"/>
    </a:custClr>
    <a:custClr name="Gray 5">
      <a:srgbClr val="B7B6B2"/>
    </a:custClr>
    <a:custClr name="Gray 6">
      <a:srgbClr val="898885"/>
    </a:custClr>
    <a:custClr name="Gray 7">
      <a:srgbClr val="5C5B59"/>
    </a:custClr>
    <a:custClr name="Gray 8">
      <a:srgbClr val="2E2D2C"/>
    </a:custClr>
    <a:custClr name="Light Yellow">
      <a:srgbClr val="FBF9AA"/>
    </a:custClr>
    <a:custClr name="Yellow">
      <a:srgbClr val="FFE667"/>
    </a:custClr>
    <a:custClr name="Medium Yellow">
      <a:srgbClr val="FFD03D"/>
    </a:custClr>
    <a:custClr name="Dark Yellow">
      <a:srgbClr val="E18600"/>
    </a:custClr>
    <a:custClr>
      <a:srgbClr val="FFFFFF"/>
    </a:custClr>
    <a:custClr>
      <a:srgbClr val="FFFFFF"/>
    </a:custClr>
    <a:custClr>
      <a:srgbClr val="FFFFFF"/>
    </a:custClr>
    <a:custClr>
      <a:srgbClr val="FFFFFF"/>
    </a:custClr>
    <a:custClr>
      <a:srgbClr val="FFFFFF"/>
    </a:custClr>
    <a:custClr>
      <a:srgbClr val="FFFFFF"/>
    </a:custClr>
    <a:custClr name="Light Violet">
      <a:srgbClr val="E0E1F6"/>
    </a:custClr>
    <a:custClr name="Violet">
      <a:srgbClr val="C5C3EE"/>
    </a:custClr>
    <a:custClr name="Medium Violet">
      <a:srgbClr val="928BDE"/>
    </a:custClr>
    <a:custClr name="Dark Violet">
      <a:srgbClr val="5D4495"/>
    </a:custClr>
    <a:custClr>
      <a:srgbClr val="FFFFFF"/>
    </a:custClr>
    <a:custClr>
      <a:srgbClr val="FFFFFF"/>
    </a:custClr>
    <a:custClr>
      <a:srgbClr val="FFFFFF"/>
    </a:custClr>
    <a:custClr name="Signal Red">
      <a:srgbClr val="F62B2B"/>
    </a:custClr>
    <a:custClr name="Signal Yellow">
      <a:srgbClr val="FF8413"/>
    </a:custClr>
    <a:custClr name="Signal Green">
      <a:srgbClr val="1EAD1B"/>
    </a:custClr>
  </a:custClr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1_Boehringer Ingelheim 16:9">
  <a:themeElements>
    <a:clrScheme name="BI_FINAL">
      <a:dk1>
        <a:sysClr val="windowText" lastClr="000000"/>
      </a:dk1>
      <a:lt1>
        <a:sysClr val="window" lastClr="FFFFFF"/>
      </a:lt1>
      <a:dk2>
        <a:srgbClr val="00E47C"/>
      </a:dk2>
      <a:lt2>
        <a:srgbClr val="08312A"/>
      </a:lt2>
      <a:accent1>
        <a:srgbClr val="08312A"/>
      </a:accent1>
      <a:accent2>
        <a:srgbClr val="00E47C"/>
      </a:accent2>
      <a:accent3>
        <a:srgbClr val="C5C3EE"/>
      </a:accent3>
      <a:accent4>
        <a:srgbClr val="FFE667"/>
      </a:accent4>
      <a:accent5>
        <a:srgbClr val="F58A68"/>
      </a:accent5>
      <a:accent6>
        <a:srgbClr val="A3E5EE"/>
      </a:accent6>
      <a:hlink>
        <a:srgbClr val="898885"/>
      </a:hlink>
      <a:folHlink>
        <a:srgbClr val="B7B6B2"/>
      </a:folHlink>
    </a:clrScheme>
    <a:fontScheme name="Boehringer">
      <a:majorFont>
        <a:latin typeface="Boehringer Forward Head"/>
        <a:ea typeface=""/>
        <a:cs typeface=""/>
      </a:majorFont>
      <a:minorFont>
        <a:latin typeface="Boehringer Forward Tex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gray">
        <a:solidFill>
          <a:schemeClr val="bg1"/>
        </a:solidFill>
        <a:ln w="6350">
          <a:solidFill>
            <a:schemeClr val="tx1"/>
          </a:solidFill>
        </a:ln>
      </a:spPr>
      <a:bodyPr rtlCol="0" anchor="ctr"/>
      <a:lstStyle>
        <a:defPPr algn="ctr">
          <a:lnSpc>
            <a:spcPct val="140000"/>
          </a:lnSpc>
          <a:defRPr sz="1600" dirty="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bwMode="gray">
        <a:ln w="635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bwMode="gray">
        <a:noFill/>
      </a:spPr>
      <a:bodyPr wrap="square" lIns="0" tIns="0" rIns="0" bIns="0" rtlCol="0">
        <a:spAutoFit/>
      </a:bodyPr>
      <a:lstStyle>
        <a:defPPr marL="179705" indent="-179705" algn="l">
          <a:lnSpc>
            <a:spcPct val="140000"/>
          </a:lnSpc>
          <a:buFont typeface="Arial" panose="020B0604020202020204" pitchFamily="34" charset="0"/>
          <a:buChar char="•"/>
          <a:defRPr sz="1600" dirty="0"/>
        </a:defPPr>
      </a:lstStyle>
    </a:txDef>
  </a:objectDefaults>
  <a:extraClrSchemeLst/>
  <a:custClrLst>
    <a:custClr name="Light Red">
      <a:srgbClr val="F5CDB9"/>
    </a:custClr>
    <a:custClr name="Red">
      <a:srgbClr val="F58A68"/>
    </a:custClr>
    <a:custClr name="Medium Red">
      <a:srgbClr val="EE6541"/>
    </a:custClr>
    <a:custClr name="Dark Red">
      <a:srgbClr val="86251B"/>
    </a:custClr>
    <a:custClr>
      <a:srgbClr val="FFFFFF"/>
    </a:custClr>
    <a:custClr>
      <a:srgbClr val="FFFFFF"/>
    </a:custClr>
    <a:custClr name="Gray 1">
      <a:srgbClr val="FAF9F8"/>
    </a:custClr>
    <a:custClr name="Light Gray">
      <a:srgbClr val="F6F5F3"/>
    </a:custClr>
    <a:custClr name="Gray 3">
      <a:srgbClr val="EFEEEB"/>
    </a:custClr>
    <a:custClr name="Warm Gray">
      <a:srgbClr val="E5E3DE"/>
    </a:custClr>
    <a:custClr name="Light Blue">
      <a:srgbClr val="D2F2F7"/>
    </a:custClr>
    <a:custClr name="Blue">
      <a:srgbClr val="A3E5EE"/>
    </a:custClr>
    <a:custClr name="Medium Blue">
      <a:srgbClr val="6AD2E2"/>
    </a:custClr>
    <a:custClr name="Dark Blue">
      <a:srgbClr val="076D7E"/>
    </a:custClr>
    <a:custClr>
      <a:srgbClr val="FFFFFF"/>
    </a:custClr>
    <a:custClr>
      <a:srgbClr val="FFFFFF"/>
    </a:custClr>
    <a:custClr name="Gray 5">
      <a:srgbClr val="B7B6B2"/>
    </a:custClr>
    <a:custClr name="Gray 6">
      <a:srgbClr val="898885"/>
    </a:custClr>
    <a:custClr name="Gray 7">
      <a:srgbClr val="5C5B59"/>
    </a:custClr>
    <a:custClr name="Gray 8">
      <a:srgbClr val="2E2D2C"/>
    </a:custClr>
    <a:custClr name="Light Yellow">
      <a:srgbClr val="FBF9AA"/>
    </a:custClr>
    <a:custClr name="Yellow">
      <a:srgbClr val="FFE667"/>
    </a:custClr>
    <a:custClr name="Medium Yellow">
      <a:srgbClr val="FFD03D"/>
    </a:custClr>
    <a:custClr name="Dark Yellow">
      <a:srgbClr val="E18600"/>
    </a:custClr>
    <a:custClr>
      <a:srgbClr val="FFFFFF"/>
    </a:custClr>
    <a:custClr>
      <a:srgbClr val="FFFFFF"/>
    </a:custClr>
    <a:custClr>
      <a:srgbClr val="FFFFFF"/>
    </a:custClr>
    <a:custClr>
      <a:srgbClr val="FFFFFF"/>
    </a:custClr>
    <a:custClr>
      <a:srgbClr val="FFFFFF"/>
    </a:custClr>
    <a:custClr>
      <a:srgbClr val="FFFFFF"/>
    </a:custClr>
    <a:custClr name="Light Violet">
      <a:srgbClr val="E0E1F6"/>
    </a:custClr>
    <a:custClr name="Violet">
      <a:srgbClr val="C5C3EE"/>
    </a:custClr>
    <a:custClr name="Medium Violet">
      <a:srgbClr val="928BDE"/>
    </a:custClr>
    <a:custClr name="Dark Violet">
      <a:srgbClr val="5D4495"/>
    </a:custClr>
    <a:custClr>
      <a:srgbClr val="FFFFFF"/>
    </a:custClr>
    <a:custClr>
      <a:srgbClr val="FFFFFF"/>
    </a:custClr>
    <a:custClr>
      <a:srgbClr val="FFFFFF"/>
    </a:custClr>
    <a:custClr name="Signal Red">
      <a:srgbClr val="F62B2B"/>
    </a:custClr>
    <a:custClr name="Signal Yellow">
      <a:srgbClr val="FF8413"/>
    </a:custClr>
    <a:custClr name="Signal Green">
      <a:srgbClr val="1EAD1B"/>
    </a:custClr>
  </a:custClr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3_Boehringer Ingelheim 16:9">
  <a:themeElements>
    <a:clrScheme name="BI_FINAL">
      <a:dk1>
        <a:sysClr val="windowText" lastClr="000000"/>
      </a:dk1>
      <a:lt1>
        <a:sysClr val="window" lastClr="FFFFFF"/>
      </a:lt1>
      <a:dk2>
        <a:srgbClr val="00E47C"/>
      </a:dk2>
      <a:lt2>
        <a:srgbClr val="08312A"/>
      </a:lt2>
      <a:accent1>
        <a:srgbClr val="08312A"/>
      </a:accent1>
      <a:accent2>
        <a:srgbClr val="00E47C"/>
      </a:accent2>
      <a:accent3>
        <a:srgbClr val="C5C3EE"/>
      </a:accent3>
      <a:accent4>
        <a:srgbClr val="FFE667"/>
      </a:accent4>
      <a:accent5>
        <a:srgbClr val="F58A68"/>
      </a:accent5>
      <a:accent6>
        <a:srgbClr val="A3E5EE"/>
      </a:accent6>
      <a:hlink>
        <a:srgbClr val="898885"/>
      </a:hlink>
      <a:folHlink>
        <a:srgbClr val="B7B6B2"/>
      </a:folHlink>
    </a:clrScheme>
    <a:fontScheme name="Boehringer">
      <a:majorFont>
        <a:latin typeface="Boehringer Forward Head"/>
        <a:ea typeface=""/>
        <a:cs typeface=""/>
      </a:majorFont>
      <a:minorFont>
        <a:latin typeface="Boehringer Forward Tex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gray">
        <a:solidFill>
          <a:schemeClr val="bg1"/>
        </a:solidFill>
        <a:ln w="6350">
          <a:solidFill>
            <a:schemeClr val="tx1"/>
          </a:solidFill>
        </a:ln>
      </a:spPr>
      <a:bodyPr rtlCol="0" anchor="ctr"/>
      <a:lstStyle>
        <a:defPPr algn="ctr">
          <a:lnSpc>
            <a:spcPct val="140000"/>
          </a:lnSpc>
          <a:defRPr sz="1600" dirty="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bwMode="gray">
        <a:ln w="635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bwMode="gray">
        <a:noFill/>
      </a:spPr>
      <a:bodyPr wrap="square" lIns="0" tIns="0" rIns="0" bIns="0" rtlCol="0">
        <a:spAutoFit/>
      </a:bodyPr>
      <a:lstStyle>
        <a:defPPr marL="179705" indent="-179705" algn="l">
          <a:lnSpc>
            <a:spcPct val="140000"/>
          </a:lnSpc>
          <a:buFont typeface="Arial" panose="020B0604020202020204" pitchFamily="34" charset="0"/>
          <a:buChar char="•"/>
          <a:defRPr sz="1600" dirty="0"/>
        </a:defPPr>
      </a:lstStyle>
    </a:txDef>
  </a:objectDefaults>
  <a:extraClrSchemeLst/>
  <a:custClrLst>
    <a:custClr name="Light Red">
      <a:srgbClr val="F5CDB9"/>
    </a:custClr>
    <a:custClr name="Red">
      <a:srgbClr val="F58A68"/>
    </a:custClr>
    <a:custClr name="Medium Red">
      <a:srgbClr val="EE6541"/>
    </a:custClr>
    <a:custClr name="Dark Red">
      <a:srgbClr val="86251B"/>
    </a:custClr>
    <a:custClr>
      <a:srgbClr val="FFFFFF"/>
    </a:custClr>
    <a:custClr>
      <a:srgbClr val="FFFFFF"/>
    </a:custClr>
    <a:custClr name="Gray 1">
      <a:srgbClr val="FAF9F8"/>
    </a:custClr>
    <a:custClr name="Light Gray">
      <a:srgbClr val="F6F5F3"/>
    </a:custClr>
    <a:custClr name="Gray 3">
      <a:srgbClr val="EFEEEB"/>
    </a:custClr>
    <a:custClr name="Warm Gray">
      <a:srgbClr val="E5E3DE"/>
    </a:custClr>
    <a:custClr name="Light Blue">
      <a:srgbClr val="D2F2F7"/>
    </a:custClr>
    <a:custClr name="Blue">
      <a:srgbClr val="A3E5EE"/>
    </a:custClr>
    <a:custClr name="Medium Blue">
      <a:srgbClr val="6AD2E2"/>
    </a:custClr>
    <a:custClr name="Dark Blue">
      <a:srgbClr val="076D7E"/>
    </a:custClr>
    <a:custClr>
      <a:srgbClr val="FFFFFF"/>
    </a:custClr>
    <a:custClr>
      <a:srgbClr val="FFFFFF"/>
    </a:custClr>
    <a:custClr name="Gray 5">
      <a:srgbClr val="B7B6B2"/>
    </a:custClr>
    <a:custClr name="Gray 6">
      <a:srgbClr val="898885"/>
    </a:custClr>
    <a:custClr name="Gray 7">
      <a:srgbClr val="5C5B59"/>
    </a:custClr>
    <a:custClr name="Gray 8">
      <a:srgbClr val="2E2D2C"/>
    </a:custClr>
    <a:custClr name="Light Yellow">
      <a:srgbClr val="FBF9AA"/>
    </a:custClr>
    <a:custClr name="Yellow">
      <a:srgbClr val="FFE667"/>
    </a:custClr>
    <a:custClr name="Medium Yellow">
      <a:srgbClr val="FFD03D"/>
    </a:custClr>
    <a:custClr name="Dark Yellow">
      <a:srgbClr val="E18600"/>
    </a:custClr>
    <a:custClr>
      <a:srgbClr val="FFFFFF"/>
    </a:custClr>
    <a:custClr>
      <a:srgbClr val="FFFFFF"/>
    </a:custClr>
    <a:custClr>
      <a:srgbClr val="FFFFFF"/>
    </a:custClr>
    <a:custClr>
      <a:srgbClr val="FFFFFF"/>
    </a:custClr>
    <a:custClr>
      <a:srgbClr val="FFFFFF"/>
    </a:custClr>
    <a:custClr>
      <a:srgbClr val="FFFFFF"/>
    </a:custClr>
    <a:custClr name="Light Violet">
      <a:srgbClr val="E0E1F6"/>
    </a:custClr>
    <a:custClr name="Violet">
      <a:srgbClr val="C5C3EE"/>
    </a:custClr>
    <a:custClr name="Medium Violet">
      <a:srgbClr val="928BDE"/>
    </a:custClr>
    <a:custClr name="Dark Violet">
      <a:srgbClr val="5D4495"/>
    </a:custClr>
    <a:custClr>
      <a:srgbClr val="FFFFFF"/>
    </a:custClr>
    <a:custClr>
      <a:srgbClr val="FFFFFF"/>
    </a:custClr>
    <a:custClr>
      <a:srgbClr val="FFFFFF"/>
    </a:custClr>
    <a:custClr name="Signal Red">
      <a:srgbClr val="F62B2B"/>
    </a:custClr>
    <a:custClr name="Signal Yellow">
      <a:srgbClr val="FF8413"/>
    </a:custClr>
    <a:custClr name="Signal Green">
      <a:srgbClr val="1EAD1B"/>
    </a:custClr>
  </a:custClr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2_Boehringer Ingelheim 16:9">
  <a:themeElements>
    <a:clrScheme name="BI_FINAL">
      <a:dk1>
        <a:sysClr val="windowText" lastClr="000000"/>
      </a:dk1>
      <a:lt1>
        <a:sysClr val="window" lastClr="FFFFFF"/>
      </a:lt1>
      <a:dk2>
        <a:srgbClr val="00E47C"/>
      </a:dk2>
      <a:lt2>
        <a:srgbClr val="08312A"/>
      </a:lt2>
      <a:accent1>
        <a:srgbClr val="08312A"/>
      </a:accent1>
      <a:accent2>
        <a:srgbClr val="00E47C"/>
      </a:accent2>
      <a:accent3>
        <a:srgbClr val="C5C3EE"/>
      </a:accent3>
      <a:accent4>
        <a:srgbClr val="FFE667"/>
      </a:accent4>
      <a:accent5>
        <a:srgbClr val="F58A68"/>
      </a:accent5>
      <a:accent6>
        <a:srgbClr val="A3E5EE"/>
      </a:accent6>
      <a:hlink>
        <a:srgbClr val="898885"/>
      </a:hlink>
      <a:folHlink>
        <a:srgbClr val="B7B6B2"/>
      </a:folHlink>
    </a:clrScheme>
    <a:fontScheme name="Boehringer">
      <a:majorFont>
        <a:latin typeface="Boehringer Forward Head"/>
        <a:ea typeface=""/>
        <a:cs typeface=""/>
      </a:majorFont>
      <a:minorFont>
        <a:latin typeface="Boehringer Forward Tex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gray">
        <a:solidFill>
          <a:schemeClr val="bg1"/>
        </a:solidFill>
        <a:ln w="6350">
          <a:solidFill>
            <a:schemeClr val="tx1"/>
          </a:solidFill>
        </a:ln>
      </a:spPr>
      <a:bodyPr rtlCol="0" anchor="ctr"/>
      <a:lstStyle>
        <a:defPPr algn="ctr">
          <a:lnSpc>
            <a:spcPct val="140000"/>
          </a:lnSpc>
          <a:defRPr sz="1600" dirty="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bwMode="gray">
        <a:ln w="635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bwMode="gray">
        <a:noFill/>
      </a:spPr>
      <a:bodyPr wrap="square" lIns="0" tIns="0" rIns="0" bIns="0" rtlCol="0">
        <a:spAutoFit/>
      </a:bodyPr>
      <a:lstStyle>
        <a:defPPr marL="180000" indent="-180000" algn="l">
          <a:lnSpc>
            <a:spcPct val="140000"/>
          </a:lnSpc>
          <a:buFont typeface="Arial" panose="020B0604020202020204" pitchFamily="34" charset="0"/>
          <a:buChar char="•"/>
          <a:defRPr sz="1600" dirty="0"/>
        </a:defPPr>
      </a:lstStyle>
    </a:txDef>
  </a:objectDefaults>
  <a:extraClrSchemeLst/>
  <a:custClrLst>
    <a:custClr name="Light Red">
      <a:srgbClr val="F5CDB9"/>
    </a:custClr>
    <a:custClr name="Red">
      <a:srgbClr val="F58A68"/>
    </a:custClr>
    <a:custClr name="Medium Red">
      <a:srgbClr val="EE6541"/>
    </a:custClr>
    <a:custClr name="Dark Red">
      <a:srgbClr val="86251B"/>
    </a:custClr>
    <a:custClr>
      <a:srgbClr val="FFFFFF"/>
    </a:custClr>
    <a:custClr>
      <a:srgbClr val="FFFFFF"/>
    </a:custClr>
    <a:custClr name="Gray 1">
      <a:srgbClr val="FAF9F8"/>
    </a:custClr>
    <a:custClr name="Light Gray">
      <a:srgbClr val="F6F5F3"/>
    </a:custClr>
    <a:custClr name="Gray 3">
      <a:srgbClr val="EFEEEB"/>
    </a:custClr>
    <a:custClr name="Warm Gray">
      <a:srgbClr val="E5E3DE"/>
    </a:custClr>
    <a:custClr name="Light Blue">
      <a:srgbClr val="D2F2F7"/>
    </a:custClr>
    <a:custClr name="Blue">
      <a:srgbClr val="A3E5EE"/>
    </a:custClr>
    <a:custClr name="Medium Blue">
      <a:srgbClr val="6AD2E2"/>
    </a:custClr>
    <a:custClr name="Dark Blue">
      <a:srgbClr val="076D7E"/>
    </a:custClr>
    <a:custClr>
      <a:srgbClr val="FFFFFF"/>
    </a:custClr>
    <a:custClr>
      <a:srgbClr val="FFFFFF"/>
    </a:custClr>
    <a:custClr name="Gray 5">
      <a:srgbClr val="B7B6B2"/>
    </a:custClr>
    <a:custClr name="Gray 6">
      <a:srgbClr val="898885"/>
    </a:custClr>
    <a:custClr name="Gray 7">
      <a:srgbClr val="5C5B59"/>
    </a:custClr>
    <a:custClr name="Gray 8">
      <a:srgbClr val="2E2D2C"/>
    </a:custClr>
    <a:custClr name="Light Yellow">
      <a:srgbClr val="FBF9AA"/>
    </a:custClr>
    <a:custClr name="Yellow">
      <a:srgbClr val="FFE667"/>
    </a:custClr>
    <a:custClr name="Medium Yellow">
      <a:srgbClr val="FFD03D"/>
    </a:custClr>
    <a:custClr name="Dark Yellow">
      <a:srgbClr val="E18600"/>
    </a:custClr>
    <a:custClr>
      <a:srgbClr val="FFFFFF"/>
    </a:custClr>
    <a:custClr>
      <a:srgbClr val="FFFFFF"/>
    </a:custClr>
    <a:custClr>
      <a:srgbClr val="FFFFFF"/>
    </a:custClr>
    <a:custClr>
      <a:srgbClr val="FFFFFF"/>
    </a:custClr>
    <a:custClr>
      <a:srgbClr val="FFFFFF"/>
    </a:custClr>
    <a:custClr>
      <a:srgbClr val="FFFFFF"/>
    </a:custClr>
    <a:custClr name="Light Violet">
      <a:srgbClr val="E0E1F6"/>
    </a:custClr>
    <a:custClr name="Violet">
      <a:srgbClr val="C5C3EE"/>
    </a:custClr>
    <a:custClr name="Medium Violet">
      <a:srgbClr val="928BDE"/>
    </a:custClr>
    <a:custClr name="Dark Violet">
      <a:srgbClr val="5D4495"/>
    </a:custClr>
    <a:custClr>
      <a:srgbClr val="FFFFFF"/>
    </a:custClr>
    <a:custClr>
      <a:srgbClr val="FFFFFF"/>
    </a:custClr>
    <a:custClr>
      <a:srgbClr val="FFFFFF"/>
    </a:custClr>
    <a:custClr name="Signal Red">
      <a:srgbClr val="F62B2B"/>
    </a:custClr>
    <a:custClr name="Signal Yellow">
      <a:srgbClr val="FF8413"/>
    </a:custClr>
    <a:custClr name="Signal Green">
      <a:srgbClr val="1EAD1B"/>
    </a:custClr>
  </a:custClrLst>
  <a:extLst>
    <a:ext uri="{05A4C25C-085E-4340-85A3-A5531E510DB2}">
      <thm15:themeFamily xmlns:thm15="http://schemas.microsoft.com/office/thememl/2012/main" name="Boehringer_Ingelheim_Slide_library_1.0.pptx" id="{5908B920-57D7-4ED1-928D-C904C10EC231}" vid="{29E26ED5-3A1A-4603-9964-4C266823EF94}"/>
    </a:ext>
  </a:extLst>
</a:theme>
</file>

<file path=ppt/theme/theme7.xml><?xml version="1.0" encoding="utf-8"?>
<a:theme xmlns:a="http://schemas.openxmlformats.org/drawingml/2006/main" name="Larissa">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abec3d6c-dc49-43d8-9f5f-fe75434a2497">
      <Terms xmlns="http://schemas.microsoft.com/office/infopath/2007/PartnerControls"/>
    </lcf76f155ced4ddcb4097134ff3c332f>
    <TaxCatchAll xmlns="e47812bf-c8f0-415c-9dc6-756594725798"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B9242DF3D1D04D43AAE539FB642C880D" ma:contentTypeVersion="19" ma:contentTypeDescription="Create a new document." ma:contentTypeScope="" ma:versionID="216cf6b9bc403f004b8b7e86d8e72cfc">
  <xsd:schema xmlns:xsd="http://www.w3.org/2001/XMLSchema" xmlns:xs="http://www.w3.org/2001/XMLSchema" xmlns:p="http://schemas.microsoft.com/office/2006/metadata/properties" xmlns:ns2="abec3d6c-dc49-43d8-9f5f-fe75434a2497" xmlns:ns3="38988128-37ab-443d-bda8-e0f28155c68c" xmlns:ns4="e47812bf-c8f0-415c-9dc6-756594725798" targetNamespace="http://schemas.microsoft.com/office/2006/metadata/properties" ma:root="true" ma:fieldsID="22e1a6cbe640582aedff401e2d7c7a09" ns2:_="" ns3:_="" ns4:_="">
    <xsd:import namespace="abec3d6c-dc49-43d8-9f5f-fe75434a2497"/>
    <xsd:import namespace="38988128-37ab-443d-bda8-e0f28155c68c"/>
    <xsd:import namespace="e47812bf-c8f0-415c-9dc6-756594725798"/>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DateTaken" minOccurs="0"/>
                <xsd:element ref="ns2:MediaServiceAutoTags" minOccurs="0"/>
                <xsd:element ref="ns2:MediaServiceGenerationTime" minOccurs="0"/>
                <xsd:element ref="ns2:MediaServiceEventHashCode" minOccurs="0"/>
                <xsd:element ref="ns2:MediaServiceOCR" minOccurs="0"/>
                <xsd:element ref="ns2:MediaLengthInSeconds" minOccurs="0"/>
                <xsd:element ref="ns2:MediaServiceAutoKeyPoints" minOccurs="0"/>
                <xsd:element ref="ns2:MediaServiceKeyPoints" minOccurs="0"/>
                <xsd:element ref="ns2:lcf76f155ced4ddcb4097134ff3c332f" minOccurs="0"/>
                <xsd:element ref="ns4:TaxCatchAll" minOccurs="0"/>
                <xsd:element ref="ns2:MediaServiceObjectDetectorVersions" minOccurs="0"/>
                <xsd:element ref="ns2:MediaServiceLocation"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bec3d6c-dc49-43d8-9f5f-fe75434a249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LengthInSeconds" ma:index="17" nillable="true" ma:displayName="Length (seconds)" ma:internalName="MediaLengthInSeconds" ma:readOnly="true">
      <xsd:simpleType>
        <xsd:restriction base="dms:Unknown"/>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798f3110-b2b7-48bc-b5f0-a137367be0c9"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element name="MediaServiceLocation" ma:index="24" nillable="true" ma:displayName="Location" ma:indexed="true" ma:internalName="MediaServiceLocation"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38988128-37ab-443d-bda8-e0f28155c68c"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e47812bf-c8f0-415c-9dc6-756594725798" elementFormDefault="qualified">
    <xsd:import namespace="http://schemas.microsoft.com/office/2006/documentManagement/types"/>
    <xsd:import namespace="http://schemas.microsoft.com/office/infopath/2007/PartnerControls"/>
    <xsd:element name="TaxCatchAll" ma:index="22" nillable="true" ma:displayName="Taxonomy Catch All Column" ma:hidden="true" ma:list="{289bc802-be5d-4ad1-8fa5-936a0ef32c64}" ma:internalName="TaxCatchAll" ma:showField="CatchAllData" ma:web="38988128-37ab-443d-bda8-e0f28155c68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CDC363E0-DF77-451C-A619-FA2DDEA4B0D5}">
  <ds:schemaRefs>
    <ds:schemaRef ds:uri="38988128-37ab-443d-bda8-e0f28155c68c"/>
    <ds:schemaRef ds:uri="abec3d6c-dc49-43d8-9f5f-fe75434a2497"/>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435C2EC4-E88A-4195-B3D5-0442CDCF0C97}">
  <ds:schemaRefs/>
</ds:datastoreItem>
</file>

<file path=customXml/itemProps3.xml><?xml version="1.0" encoding="utf-8"?>
<ds:datastoreItem xmlns:ds="http://schemas.openxmlformats.org/officeDocument/2006/customXml" ds:itemID="{02F3E0F3-DB91-4730-B1F2-D98F13C77FBF}"/>
</file>

<file path=docMetadata/LabelInfo.xml><?xml version="1.0" encoding="utf-8"?>
<clbl:labelList xmlns:clbl="http://schemas.microsoft.com/office/2020/mipLabelMetadata">
  <clbl:label id="{e1f8af86-ee95-4718-bd0d-375b37366c83}" enabled="0" method="" siteId="{e1f8af86-ee95-4718-bd0d-375b37366c83}" removed="1"/>
</clbl:labelList>
</file>

<file path=docProps/app.xml><?xml version="1.0" encoding="utf-8"?>
<Properties xmlns="http://schemas.openxmlformats.org/officeDocument/2006/extended-properties" xmlns:vt="http://schemas.openxmlformats.org/officeDocument/2006/docPropsVTypes">
  <Template>BI_Corporate_16_9</Template>
  <TotalTime>1613</TotalTime>
  <Words>4596</Words>
  <Application>Microsoft Office PowerPoint</Application>
  <PresentationFormat>On-screen Show (16:9)</PresentationFormat>
  <Paragraphs>621</Paragraphs>
  <Slides>35</Slides>
  <Notes>18</Notes>
  <HiddenSlides>5</HiddenSlides>
  <MMClips>0</MMClips>
  <ScaleCrop>false</ScaleCrop>
  <HeadingPairs>
    <vt:vector size="4" baseType="variant">
      <vt:variant>
        <vt:lpstr>Theme</vt:lpstr>
      </vt:variant>
      <vt:variant>
        <vt:i4>6</vt:i4>
      </vt:variant>
      <vt:variant>
        <vt:lpstr>Slide Titles</vt:lpstr>
      </vt:variant>
      <vt:variant>
        <vt:i4>35</vt:i4>
      </vt:variant>
    </vt:vector>
  </HeadingPairs>
  <TitlesOfParts>
    <vt:vector size="41" baseType="lpstr">
      <vt:lpstr>BI_Corporate_16_9</vt:lpstr>
      <vt:lpstr>1_BI_Corporate_16_9</vt:lpstr>
      <vt:lpstr>Boehringer Ingelheim 16:9</vt:lpstr>
      <vt:lpstr>1_Boehringer Ingelheim 16:9</vt:lpstr>
      <vt:lpstr>3_Boehringer Ingelheim 16:9</vt:lpstr>
      <vt:lpstr>2_Boehringer Ingelheim 16:9</vt:lpstr>
      <vt:lpstr>Prevalence/ incidence and burden of  pyoderma gangrenosum (PG) and hidradenitis suppurativa (HS)</vt:lpstr>
      <vt:lpstr>ECR Summary</vt:lpstr>
      <vt:lpstr>Local data gaps in NS/HS/PG</vt:lpstr>
      <vt:lpstr>Introduction of Database</vt:lpstr>
      <vt:lpstr>Introduction of Database</vt:lpstr>
      <vt:lpstr>Study feasibility</vt:lpstr>
      <vt:lpstr>Study feasibility</vt:lpstr>
      <vt:lpstr>For PEC endorsement: 1. NOT to add NS in this study</vt:lpstr>
      <vt:lpstr>For PEC endorsement: 1. NOT to add NS in this study</vt:lpstr>
      <vt:lpstr>For PEC endorsement: 1. NOT to add NS in this study</vt:lpstr>
      <vt:lpstr>For PEC endorsement:  2. add HS with Draining Tunnel(DT) in Key Outcome analysis   </vt:lpstr>
      <vt:lpstr>For PEC endorsement:  2. add HS with Draining Tunnel in Key Outcome analysis   </vt:lpstr>
      <vt:lpstr>PowerPoint Presentation</vt:lpstr>
      <vt:lpstr>For PEC endorsement:  4. budget update </vt:lpstr>
      <vt:lpstr>4. budget details</vt:lpstr>
      <vt:lpstr>Study budget assumption(previous version)</vt:lpstr>
      <vt:lpstr>PEC Review Meeting – Request to PEC  </vt:lpstr>
      <vt:lpstr>THANKS</vt:lpstr>
      <vt:lpstr>Introduction of Database</vt:lpstr>
      <vt:lpstr>Study Design—Study Population</vt:lpstr>
      <vt:lpstr>Study Design—Statistical Analysis</vt:lpstr>
      <vt:lpstr>Study Design— PG and HS Identification</vt:lpstr>
      <vt:lpstr>Study Design— PG and HS Identification</vt:lpstr>
      <vt:lpstr>Study Design—Sensitivity analyses </vt:lpstr>
      <vt:lpstr>Study Design—Key Outcome</vt:lpstr>
      <vt:lpstr>Communication/Publication plan</vt:lpstr>
      <vt:lpstr>PI information</vt:lpstr>
      <vt:lpstr>Disease overview—Pyoderma gangrenosum (PG) </vt:lpstr>
      <vt:lpstr>Reductions in quality of life in PG</vt:lpstr>
      <vt:lpstr>Prevalence of PG</vt:lpstr>
      <vt:lpstr>Burden of PG</vt:lpstr>
      <vt:lpstr>Disease overview—Hidradenitis suppurativa (HS)</vt:lpstr>
      <vt:lpstr>Prevalence of HS</vt:lpstr>
      <vt:lpstr>Burden of HS</vt:lpstr>
      <vt:lpstr>Treatment improved quality of life in HS</vt:lpstr>
    </vt:vector>
  </TitlesOfParts>
  <Company>Boehringer Ingelheim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 main title</dc:title>
  <dc:creator>Tian,Liqun (HP Medicine) BII-CN-S</dc:creator>
  <cp:lastModifiedBy>Zhou,Yijun (HP Med Affairs) BII-CN-S</cp:lastModifiedBy>
  <cp:revision>3</cp:revision>
  <dcterms:created xsi:type="dcterms:W3CDTF">2021-10-26T08:59:00Z</dcterms:created>
  <dcterms:modified xsi:type="dcterms:W3CDTF">2024-04-25T09:17:50Z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0x010100B9242DF3D1D04D43AAE539FB642C880D</vt:lpwstr>
  </property>
  <property fmtid="{D5CDD505-2E9C-101B-9397-08002B2CF9AE}" pid="3" name="ICV">
    <vt:lpwstr>D27A28DDFEE44C7F8A2C917BFCCDE459_12</vt:lpwstr>
  </property>
  <property fmtid="{D5CDD505-2E9C-101B-9397-08002B2CF9AE}" pid="4" name="KSOProductBuildVer">
    <vt:lpwstr>2052-12.1.0.16729</vt:lpwstr>
  </property>
</Properties>
</file>