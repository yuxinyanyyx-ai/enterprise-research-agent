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2.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theme/theme3.xml" ContentType="application/vnd.openxmlformats-officedocument.theme+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theme/theme4.xml" ContentType="application/vnd.openxmlformats-officedocument.theme+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5.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6.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7.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1.xml" ContentType="application/vnd.openxmlformats-officedocument.drawingml.chartshape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9.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1.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2.xml" ContentType="application/vnd.openxmlformats-officedocument.themeOverr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10.xml" ContentType="application/vnd.openxmlformats-officedocument.presentationml.notesSlide+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notesSlides/notesSlide11.xml" ContentType="application/vnd.openxmlformats-officedocument.presentationml.notesSlide+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notesSlides/notesSlide14.xml" ContentType="application/vnd.openxmlformats-officedocument.presentationml.notesSlide+xml"/>
  <Override PartName="/ppt/tags/tag312.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4"/>
    <p:sldMasterId id="2147484099" r:id="rId5"/>
    <p:sldMasterId id="2147483881" r:id="rId6"/>
    <p:sldMasterId id="2147484078" r:id="rId7"/>
    <p:sldMasterId id="2147483997" r:id="rId8"/>
  </p:sldMasterIdLst>
  <p:notesMasterIdLst>
    <p:notesMasterId r:id="rId60"/>
  </p:notesMasterIdLst>
  <p:sldIdLst>
    <p:sldId id="9849" r:id="rId9"/>
    <p:sldId id="258" r:id="rId10"/>
    <p:sldId id="9852" r:id="rId11"/>
    <p:sldId id="319" r:id="rId12"/>
    <p:sldId id="281" r:id="rId13"/>
    <p:sldId id="2147483644" r:id="rId14"/>
    <p:sldId id="2147479597" r:id="rId15"/>
    <p:sldId id="2147483646" r:id="rId16"/>
    <p:sldId id="289" r:id="rId17"/>
    <p:sldId id="2147483647" r:id="rId18"/>
    <p:sldId id="264" r:id="rId19"/>
    <p:sldId id="263" r:id="rId20"/>
    <p:sldId id="2147483340" r:id="rId21"/>
    <p:sldId id="12025" r:id="rId22"/>
    <p:sldId id="295" r:id="rId23"/>
    <p:sldId id="256" r:id="rId24"/>
    <p:sldId id="2147374121" r:id="rId25"/>
    <p:sldId id="259" r:id="rId26"/>
    <p:sldId id="316" r:id="rId27"/>
    <p:sldId id="317" r:id="rId28"/>
    <p:sldId id="260" r:id="rId29"/>
    <p:sldId id="272" r:id="rId30"/>
    <p:sldId id="2147479595" r:id="rId31"/>
    <p:sldId id="285" r:id="rId32"/>
    <p:sldId id="2147474462" r:id="rId33"/>
    <p:sldId id="2147474459" r:id="rId34"/>
    <p:sldId id="324" r:id="rId35"/>
    <p:sldId id="12048" r:id="rId36"/>
    <p:sldId id="9865" r:id="rId37"/>
    <p:sldId id="293" r:id="rId38"/>
    <p:sldId id="2147483010" r:id="rId39"/>
    <p:sldId id="269" r:id="rId40"/>
    <p:sldId id="2147479594" r:id="rId41"/>
    <p:sldId id="9867" r:id="rId42"/>
    <p:sldId id="2147480602" r:id="rId43"/>
    <p:sldId id="314" r:id="rId44"/>
    <p:sldId id="262" r:id="rId45"/>
    <p:sldId id="2147483635" r:id="rId46"/>
    <p:sldId id="2147474460" r:id="rId47"/>
    <p:sldId id="287" r:id="rId48"/>
    <p:sldId id="2147474498" r:id="rId49"/>
    <p:sldId id="273" r:id="rId50"/>
    <p:sldId id="266" r:id="rId51"/>
    <p:sldId id="257" r:id="rId52"/>
    <p:sldId id="261" r:id="rId53"/>
    <p:sldId id="274" r:id="rId54"/>
    <p:sldId id="2147474505" r:id="rId55"/>
    <p:sldId id="265" r:id="rId56"/>
    <p:sldId id="267" r:id="rId57"/>
    <p:sldId id="268" r:id="rId58"/>
    <p:sldId id="2145705934" r:id="rId5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C7F6C003-71EC-34B2-42E1-9790197A9EE4}" name="Zhang,Catherine (MED CDO) BII-CN-S" initials="DZ" userId="S::catherine.zhang@boehringer-ingelheim.com::97b6d1ea-f38e-4cdb-8798-411d7a90e40b" providerId="AD"/>
  <p188:author id="{5F775E15-0988-6CEB-ECD7-1ED84035FBC7}" name="Xue,Nick (HP Medicine) BII-CN-S" initials="ZX" userId="S::nick.xue@boehringer-ingelheim.com::ffcf8106-b8a5-4477-9fcd-3abbfcb5a5a5" providerId="AD"/>
  <p188:author id="{47F7BB3A-F240-EEF0-A63A-E22E0751C401}" name="Zhang,Jenny (MED CDO) BII-CN-S" initials="" userId="S::jenny.zhang@boehringer-ingelheim.com::062fda16-ce5a-435f-a662-47e4078fd2ee" providerId="AD"/>
  <p188:author id="{7E77C24A-CA48-F09E-646B-051A740AE56E}" name="Hu,Dr.,Juno (HP Medicine) BII-CN-S" initials="WH" userId="S::juno.hu@boehringer-ingelheim.com::57526551-c803-4e03-85b5-ab25fa8a0904" providerId="AD"/>
  <p188:author id="{E126ED4E-3FA1-AE77-C7CA-B8B5A4EB9B24}" name="Engel,Dr.,Jakob (DEV CMC ONC) BIP-DE-B" initials="JE" userId="S::jakob.engel@boehringer-ingelheim.com::786eb131-6dc9-4e2d-a65c-65b5398809bd" providerId="AD"/>
  <p188:author id="{481B8B92-1A57-FB01-3839-721862816E9A}" name="Lu,Dr.,Jiaqi (HP Medicine) BII-CN-S" initials="JL" userId="S::jiaqi.lu@boehringer-ingelheim.com::8b183601-9cff-443d-8730-90ebdb48edb2" providerId="AD"/>
  <p188:author id="{69591AAB-8A40-4476-0062-5D2DE3E9A015}" name="Hou,Jeana (HP Medicine) BII-CN-B" initials="JH" userId="S::jeana.hou@boehringer-ingelheim.com::f83a34e5-4a59-4b5c-9851-689eaccd9430" providerId="AD"/>
  <p188:author id="{C1A45BD5-0DE7-21F6-4CEE-2236B1FBD6F1}" name="Zhu,Donglei (HP Medicine) BII-CN-S" initials="DZ" userId="S::donglei.zhu@boehringer-ingelheim.com::1b17fa8b-a8cf-4b07-a3b3-65040d469537" providerId="AD"/>
  <p188:author id="{2B1339DA-2850-62A4-C352-5DD68DD2C233}" name="Cramer,Dr.,Annette (DEV CMC BIOL) BIP-DE-B" initials="AC" userId="S::Annette.Cramer@boehringer-ingelheim.com::1a3582ad-040a-4fd2-9ad6-d729a84c6063" providerId="AD"/>
  <p188:author id="{428EE4EA-B359-23E1-759F-EDEF8543C74F}" name="Fang,Jennifer (HP Medicine) BII-CN-B" initials="JF" userId="S::jennifer.fang@boehringer-ingelheim.com::0127df1e-071a-4971-a6ea-af92dbbdabaf" providerId="AD"/>
  <p188:author id="{3300F1FD-B050-64C7-49C2-21547306672D}" name="Halbach,Dr.,Felix (MED RA) BII-DE-B" initials="HB" userId="S::felix.halbach@boehringer-ingelheim.com::1af6ba1f-c750-47d2-9d37-fbb8b4900d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Zhang,Jenny (MED CDO) BII-CN-S" initials="ZZ" lastIdx="2" clrIdx="6">
    <p:extLst>
      <p:ext uri="{19B8F6BF-5375-455C-9EA6-DF929625EA0E}">
        <p15:presenceInfo xmlns:p15="http://schemas.microsoft.com/office/powerpoint/2012/main" userId="S::jenny.zhang@boehringer-ingelheim.com::062fda16-ce5a-435f-a662-47e4078fd2ee" providerId="AD"/>
      </p:ext>
    </p:extLst>
  </p:cmAuthor>
  <p:cmAuthor id="1" name="Liu,Dr.,Meiruo (HP Medicine) BII-CN-S" initials="ML" lastIdx="4" clrIdx="0">
    <p:extLst>
      <p:ext uri="{19B8F6BF-5375-455C-9EA6-DF929625EA0E}">
        <p15:presenceInfo xmlns:p15="http://schemas.microsoft.com/office/powerpoint/2012/main" userId="S::meiruo.liu@boehringer-ingelheim.com::ece9aa16-5bba-4d2f-b200-019c8e2ba0a0" providerId="AD"/>
      </p:ext>
    </p:extLst>
  </p:cmAuthor>
  <p:cmAuthor id="8" name="zxSHA Zhang,Anqi (MED CDO) EXTERNAL" initials="zE" lastIdx="1" clrIdx="7">
    <p:extLst>
      <p:ext uri="{19B8F6BF-5375-455C-9EA6-DF929625EA0E}">
        <p15:presenceInfo xmlns:p15="http://schemas.microsoft.com/office/powerpoint/2012/main" userId="S::anqi.zhang.ext@boehringer-ingelheim.com::a91d8460-c093-4bc6-820b-e5ea8732553e" providerId="AD"/>
      </p:ext>
    </p:extLst>
  </p:cmAuthor>
  <p:cmAuthor id="2" name="Herrmann,Dr.,Rolf (TMCP TAs) BIP-DE-B" initials="RH" lastIdx="1" clrIdx="1">
    <p:extLst>
      <p:ext uri="{19B8F6BF-5375-455C-9EA6-DF929625EA0E}">
        <p15:presenceInfo xmlns:p15="http://schemas.microsoft.com/office/powerpoint/2012/main" userId="S::rolf_1.herrmann@boehringer-ingelheim.com::0c623976-502e-4ef6-85a2-6caeddf1a16e" providerId="AD"/>
      </p:ext>
    </p:extLst>
  </p:cmAuthor>
  <p:cmAuthor id="9" name="Xue,Nick (HP Medicine) BII-CN-S" initials="X(MBCS" lastIdx="8" clrIdx="8">
    <p:extLst>
      <p:ext uri="{19B8F6BF-5375-455C-9EA6-DF929625EA0E}">
        <p15:presenceInfo xmlns:p15="http://schemas.microsoft.com/office/powerpoint/2012/main" userId="S::nick.xue@boehringer-ingelheim.com::ffcf8106-b8a5-4477-9fcd-3abbfcb5a5a5" providerId="AD"/>
      </p:ext>
    </p:extLst>
  </p:cmAuthor>
  <p:cmAuthor id="3" name="Sahaboglu,Dr.,Ayse (TMCP TAs) BIP-DE-B" initials="SB" lastIdx="2" clrIdx="2">
    <p:extLst>
      <p:ext uri="{19B8F6BF-5375-455C-9EA6-DF929625EA0E}">
        <p15:presenceInfo xmlns:p15="http://schemas.microsoft.com/office/powerpoint/2012/main" userId="S::ayse.sahaboglu@boehringer-ingelheim.com::745bff41-f132-4c42-a5d8-e58c0781cdae" providerId="AD"/>
      </p:ext>
    </p:extLst>
  </p:cmAuthor>
  <p:cmAuthor id="10" name="Shi,Dan (HP Medicine) BII-CN-B" initials="SB" lastIdx="2" clrIdx="9">
    <p:extLst>
      <p:ext uri="{19B8F6BF-5375-455C-9EA6-DF929625EA0E}">
        <p15:presenceInfo xmlns:p15="http://schemas.microsoft.com/office/powerpoint/2012/main" userId="S::dan.shi@boehringer-ingelheim.com::7030b508-2d4f-4c08-bc6e-89f7bc2141fd" providerId="AD"/>
      </p:ext>
    </p:extLst>
  </p:cmAuthor>
  <p:cmAuthor id="4" name="Liang,Sarah (HP Medicine) BII-CN-S" initials="SL" lastIdx="1" clrIdx="3">
    <p:extLst>
      <p:ext uri="{19B8F6BF-5375-455C-9EA6-DF929625EA0E}">
        <p15:presenceInfo xmlns:p15="http://schemas.microsoft.com/office/powerpoint/2012/main" userId="S::sarah.liang@boehringer-ingelheim.com::b5b94567-963a-4c9d-af99-146fb15290a2" providerId="AD"/>
      </p:ext>
    </p:extLst>
  </p:cmAuthor>
  <p:cmAuthor id="11" name="Yue,Richard (MED CD&amp;O) BII-CN-S" initials="Y(CBCS" lastIdx="1" clrIdx="10">
    <p:extLst>
      <p:ext uri="{19B8F6BF-5375-455C-9EA6-DF929625EA0E}">
        <p15:presenceInfo xmlns:p15="http://schemas.microsoft.com/office/powerpoint/2012/main" userId="S::richard.yue@boehringer-ingelheim.com::d9ae0606-9489-4968-b335-bef61c8bcc99" providerId="AD"/>
      </p:ext>
    </p:extLst>
  </p:cmAuthor>
  <p:cmAuthor id="5" name="Lu,Dr.,Jiaqi (HP Medicine) BII-CN-S" initials="JL" lastIdx="2" clrIdx="4">
    <p:extLst>
      <p:ext uri="{19B8F6BF-5375-455C-9EA6-DF929625EA0E}">
        <p15:presenceInfo xmlns:p15="http://schemas.microsoft.com/office/powerpoint/2012/main" userId="S::jiaqi.lu@boehringer-ingelheim.com::8b183601-9cff-443d-8730-90ebdb48edb2" providerId="AD"/>
      </p:ext>
    </p:extLst>
  </p:cmAuthor>
  <p:cmAuthor id="6" name="Hu,Dr.,Juno (HP Medicine) BII-CN-S" initials="WH" lastIdx="5" clrIdx="5">
    <p:extLst>
      <p:ext uri="{19B8F6BF-5375-455C-9EA6-DF929625EA0E}">
        <p15:presenceInfo xmlns:p15="http://schemas.microsoft.com/office/powerpoint/2012/main" userId="S::juno.hu@boehringer-ingelheim.com::57526551-c803-4e03-85b5-ab25fa8a09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E47C"/>
    <a:srgbClr val="123563"/>
    <a:srgbClr val="002060"/>
    <a:srgbClr val="D6EAEC"/>
    <a:srgbClr val="F0F0F0"/>
    <a:srgbClr val="F9F9F9"/>
    <a:srgbClr val="D5E9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1152"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61" Type="http://schemas.openxmlformats.org/officeDocument/2006/relationships/commentAuthors" Target="commentAuthor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microsoft.com/office/2018/10/relationships/authors" Target="author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Dr.,Ruoyi (HP Medicine) BII-CN-S" userId="c8143973-1420-46a1-9412-40571854a46e" providerId="ADAL" clId="{130E3F4D-3329-4DF2-A175-F20E30C7D37E}"/>
    <pc:docChg chg="custSel modSld">
      <pc:chgData name="Gu,Dr.,Ruoyi (HP Medicine) BII-CN-S" userId="c8143973-1420-46a1-9412-40571854a46e" providerId="ADAL" clId="{130E3F4D-3329-4DF2-A175-F20E30C7D37E}" dt="2026-04-24T05:19:33.110" v="0" actId="478"/>
      <pc:docMkLst>
        <pc:docMk/>
      </pc:docMkLst>
      <pc:sldChg chg="delSp mod">
        <pc:chgData name="Gu,Dr.,Ruoyi (HP Medicine) BII-CN-S" userId="c8143973-1420-46a1-9412-40571854a46e" providerId="ADAL" clId="{130E3F4D-3329-4DF2-A175-F20E30C7D37E}" dt="2026-04-24T05:19:33.110" v="0" actId="478"/>
        <pc:sldMkLst>
          <pc:docMk/>
          <pc:sldMk cId="2663600804" sldId="274"/>
        </pc:sldMkLst>
      </pc:sldChg>
    </pc:docChg>
  </pc:docChgLst>
  <pc:docChgLst>
    <pc:chgData name="Hu,Dr.,Juno (HP Medicine) BII-CN-S" userId="57526551-c803-4e03-85b5-ab25fa8a0904" providerId="ADAL" clId="{C8B0CF01-47CE-4F91-9F1E-EEC1EF3300AB}"/>
    <pc:docChg chg="custSel addSld delSld modSld sldOrd">
      <pc:chgData name="Hu,Dr.,Juno (HP Medicine) BII-CN-S" userId="57526551-c803-4e03-85b5-ab25fa8a0904" providerId="ADAL" clId="{C8B0CF01-47CE-4F91-9F1E-EEC1EF3300AB}" dt="2026-04-23T01:31:58.637" v="198" actId="20577"/>
      <pc:docMkLst>
        <pc:docMk/>
      </pc:docMkLst>
      <pc:sldChg chg="modSp add mod">
        <pc:chgData name="Hu,Dr.,Juno (HP Medicine) BII-CN-S" userId="57526551-c803-4e03-85b5-ab25fa8a0904" providerId="ADAL" clId="{C8B0CF01-47CE-4F91-9F1E-EEC1EF3300AB}" dt="2026-04-22T12:48:57.886" v="156" actId="20577"/>
        <pc:sldMkLst>
          <pc:docMk/>
          <pc:sldMk cId="1882626912" sldId="263"/>
        </pc:sldMkLst>
        <pc:spChg chg="mod">
          <ac:chgData name="Hu,Dr.,Juno (HP Medicine) BII-CN-S" userId="57526551-c803-4e03-85b5-ab25fa8a0904" providerId="ADAL" clId="{C8B0CF01-47CE-4F91-9F1E-EEC1EF3300AB}" dt="2026-04-22T12:48:54.576" v="155" actId="20577"/>
          <ac:spMkLst>
            <pc:docMk/>
            <pc:sldMk cId="1882626912" sldId="263"/>
            <ac:spMk id="4" creationId="{3C8DC942-CF83-DD61-E780-544EC29BAD76}"/>
          </ac:spMkLst>
        </pc:spChg>
        <pc:spChg chg="mod">
          <ac:chgData name="Hu,Dr.,Juno (HP Medicine) BII-CN-S" userId="57526551-c803-4e03-85b5-ab25fa8a0904" providerId="ADAL" clId="{C8B0CF01-47CE-4F91-9F1E-EEC1EF3300AB}" dt="2026-04-22T12:48:57.886" v="156" actId="20577"/>
          <ac:spMkLst>
            <pc:docMk/>
            <pc:sldMk cId="1882626912" sldId="263"/>
            <ac:spMk id="312" creationId="{B30F5C3A-64C8-05AC-FCE8-FDB49B2526AD}"/>
          </ac:spMkLst>
        </pc:spChg>
      </pc:sldChg>
      <pc:sldChg chg="modSp add mod ord">
        <pc:chgData name="Hu,Dr.,Juno (HP Medicine) BII-CN-S" userId="57526551-c803-4e03-85b5-ab25fa8a0904" providerId="ADAL" clId="{C8B0CF01-47CE-4F91-9F1E-EEC1EF3300AB}" dt="2026-04-22T02:29:14.653" v="133"/>
        <pc:sldMkLst>
          <pc:docMk/>
          <pc:sldMk cId="3727572733" sldId="264"/>
        </pc:sldMkLst>
        <pc:spChg chg="mod">
          <ac:chgData name="Hu,Dr.,Juno (HP Medicine) BII-CN-S" userId="57526551-c803-4e03-85b5-ab25fa8a0904" providerId="ADAL" clId="{C8B0CF01-47CE-4F91-9F1E-EEC1EF3300AB}" dt="2026-04-20T02:28:50.702" v="124" actId="20577"/>
          <ac:spMkLst>
            <pc:docMk/>
            <pc:sldMk cId="3727572733" sldId="264"/>
            <ac:spMk id="2" creationId="{04C6537D-18E6-FC1E-2883-3E97264D4C9B}"/>
          </ac:spMkLst>
        </pc:spChg>
        <pc:spChg chg="mod">
          <ac:chgData name="Hu,Dr.,Juno (HP Medicine) BII-CN-S" userId="57526551-c803-4e03-85b5-ab25fa8a0904" providerId="ADAL" clId="{C8B0CF01-47CE-4F91-9F1E-EEC1EF3300AB}" dt="2026-04-20T02:28:05.536" v="106" actId="20577"/>
          <ac:spMkLst>
            <pc:docMk/>
            <pc:sldMk cId="3727572733" sldId="264"/>
            <ac:spMk id="8" creationId="{D1486360-1B59-D062-8AB7-2246C78CF0AC}"/>
          </ac:spMkLst>
        </pc:spChg>
      </pc:sldChg>
      <pc:sldChg chg="modSp add mod">
        <pc:chgData name="Hu,Dr.,Juno (HP Medicine) BII-CN-S" userId="57526551-c803-4e03-85b5-ab25fa8a0904" providerId="ADAL" clId="{C8B0CF01-47CE-4F91-9F1E-EEC1EF3300AB}" dt="2026-04-23T01:24:45.789" v="165" actId="1076"/>
        <pc:sldMkLst>
          <pc:docMk/>
          <pc:sldMk cId="4145143342" sldId="289"/>
        </pc:sldMkLst>
        <pc:spChg chg="mod">
          <ac:chgData name="Hu,Dr.,Juno (HP Medicine) BII-CN-S" userId="57526551-c803-4e03-85b5-ab25fa8a0904" providerId="ADAL" clId="{C8B0CF01-47CE-4F91-9F1E-EEC1EF3300AB}" dt="2026-04-23T01:24:35.889" v="163" actId="14100"/>
          <ac:spMkLst>
            <pc:docMk/>
            <pc:sldMk cId="4145143342" sldId="289"/>
            <ac:spMk id="38" creationId="{1EDD096C-E7F4-5DCB-0C90-6E226749D76E}"/>
          </ac:spMkLst>
        </pc:spChg>
        <pc:spChg chg="mod">
          <ac:chgData name="Hu,Dr.,Juno (HP Medicine) BII-CN-S" userId="57526551-c803-4e03-85b5-ab25fa8a0904" providerId="ADAL" clId="{C8B0CF01-47CE-4F91-9F1E-EEC1EF3300AB}" dt="2026-04-23T01:24:45.789" v="165" actId="1076"/>
          <ac:spMkLst>
            <pc:docMk/>
            <pc:sldMk cId="4145143342" sldId="289"/>
            <ac:spMk id="48" creationId="{2DAB6541-5CEF-4652-6E03-98F6978193CC}"/>
          </ac:spMkLst>
        </pc:spChg>
        <pc:spChg chg="mod">
          <ac:chgData name="Hu,Dr.,Juno (HP Medicine) BII-CN-S" userId="57526551-c803-4e03-85b5-ab25fa8a0904" providerId="ADAL" clId="{C8B0CF01-47CE-4F91-9F1E-EEC1EF3300AB}" dt="2026-04-20T02:24:38.207" v="9" actId="14100"/>
          <ac:spMkLst>
            <pc:docMk/>
            <pc:sldMk cId="4145143342" sldId="289"/>
            <ac:spMk id="60" creationId="{627454DE-0301-B5BB-8A1C-F2C82110DCC5}"/>
          </ac:spMkLst>
        </pc:spChg>
        <pc:spChg chg="mod">
          <ac:chgData name="Hu,Dr.,Juno (HP Medicine) BII-CN-S" userId="57526551-c803-4e03-85b5-ab25fa8a0904" providerId="ADAL" clId="{C8B0CF01-47CE-4F91-9F1E-EEC1EF3300AB}" dt="2026-04-23T01:24:29.939" v="161" actId="1076"/>
          <ac:spMkLst>
            <pc:docMk/>
            <pc:sldMk cId="4145143342" sldId="289"/>
            <ac:spMk id="61" creationId="{E2FC87EB-24A4-586A-ECF2-219B3ED280E7}"/>
          </ac:spMkLst>
        </pc:spChg>
      </pc:sldChg>
      <pc:sldChg chg="addSp delSp modSp add mod">
        <pc:chgData name="Hu,Dr.,Juno (HP Medicine) BII-CN-S" userId="57526551-c803-4e03-85b5-ab25fa8a0904" providerId="ADAL" clId="{C8B0CF01-47CE-4F91-9F1E-EEC1EF3300AB}" dt="2026-04-20T02:26:08.845" v="33" actId="1076"/>
        <pc:sldMkLst>
          <pc:docMk/>
          <pc:sldMk cId="1414502763" sldId="295"/>
        </pc:sldMkLst>
        <pc:spChg chg="mod">
          <ac:chgData name="Hu,Dr.,Juno (HP Medicine) BII-CN-S" userId="57526551-c803-4e03-85b5-ab25fa8a0904" providerId="ADAL" clId="{C8B0CF01-47CE-4F91-9F1E-EEC1EF3300AB}" dt="2026-04-20T02:25:57.636" v="30" actId="20577"/>
          <ac:spMkLst>
            <pc:docMk/>
            <pc:sldMk cId="1414502763" sldId="295"/>
            <ac:spMk id="5" creationId="{766545FE-23B9-A29E-0A4C-3C796A8F92CE}"/>
          </ac:spMkLst>
        </pc:spChg>
        <pc:spChg chg="add mod">
          <ac:chgData name="Hu,Dr.,Juno (HP Medicine) BII-CN-S" userId="57526551-c803-4e03-85b5-ab25fa8a0904" providerId="ADAL" clId="{C8B0CF01-47CE-4F91-9F1E-EEC1EF3300AB}" dt="2026-04-20T02:26:08.845" v="33" actId="1076"/>
          <ac:spMkLst>
            <pc:docMk/>
            <pc:sldMk cId="1414502763" sldId="295"/>
            <ac:spMk id="21" creationId="{861C81C7-C571-54FE-9FE1-D968DA6E4DF9}"/>
          </ac:spMkLst>
        </pc:spChg>
      </pc:sldChg>
      <pc:sldChg chg="modSp add mod">
        <pc:chgData name="Hu,Dr.,Juno (HP Medicine) BII-CN-S" userId="57526551-c803-4e03-85b5-ab25fa8a0904" providerId="ADAL" clId="{C8B0CF01-47CE-4F91-9F1E-EEC1EF3300AB}" dt="2026-04-22T12:52:26.238" v="160" actId="20577"/>
        <pc:sldMkLst>
          <pc:docMk/>
          <pc:sldMk cId="3706589768" sldId="12025"/>
        </pc:sldMkLst>
        <pc:spChg chg="mod">
          <ac:chgData name="Hu,Dr.,Juno (HP Medicine) BII-CN-S" userId="57526551-c803-4e03-85b5-ab25fa8a0904" providerId="ADAL" clId="{C8B0CF01-47CE-4F91-9F1E-EEC1EF3300AB}" dt="2026-04-21T03:13:55.699" v="125"/>
          <ac:spMkLst>
            <pc:docMk/>
            <pc:sldMk cId="3706589768" sldId="12025"/>
            <ac:spMk id="16" creationId="{03496D23-3084-D663-4B61-D2B40F6C5E87}"/>
          </ac:spMkLst>
        </pc:spChg>
        <pc:spChg chg="mod">
          <ac:chgData name="Hu,Dr.,Juno (HP Medicine) BII-CN-S" userId="57526551-c803-4e03-85b5-ab25fa8a0904" providerId="ADAL" clId="{C8B0CF01-47CE-4F91-9F1E-EEC1EF3300AB}" dt="2026-04-22T12:51:35.154" v="158" actId="20577"/>
          <ac:spMkLst>
            <pc:docMk/>
            <pc:sldMk cId="3706589768" sldId="12025"/>
            <ac:spMk id="23" creationId="{1349757C-90D6-7E10-212C-8B1A44C30038}"/>
          </ac:spMkLst>
        </pc:spChg>
        <pc:graphicFrameChg chg="mod modGraphic">
          <ac:chgData name="Hu,Dr.,Juno (HP Medicine) BII-CN-S" userId="57526551-c803-4e03-85b5-ab25fa8a0904" providerId="ADAL" clId="{C8B0CF01-47CE-4F91-9F1E-EEC1EF3300AB}" dt="2026-04-22T12:48:15.433" v="152" actId="1076"/>
          <ac:graphicFrameMkLst>
            <pc:docMk/>
            <pc:sldMk cId="3706589768" sldId="12025"/>
            <ac:graphicFrameMk id="3" creationId="{77575C98-3271-9E95-C60A-90F4A5169E34}"/>
          </ac:graphicFrameMkLst>
        </pc:graphicFrameChg>
        <pc:graphicFrameChg chg="modGraphic">
          <ac:chgData name="Hu,Dr.,Juno (HP Medicine) BII-CN-S" userId="57526551-c803-4e03-85b5-ab25fa8a0904" providerId="ADAL" clId="{C8B0CF01-47CE-4F91-9F1E-EEC1EF3300AB}" dt="2026-04-22T12:52:26.238" v="160" actId="20577"/>
          <ac:graphicFrameMkLst>
            <pc:docMk/>
            <pc:sldMk cId="3706589768" sldId="12025"/>
            <ac:graphicFrameMk id="9" creationId="{907BD9D2-5F13-EE42-8B76-44259E2809AA}"/>
          </ac:graphicFrameMkLst>
        </pc:graphicFrameChg>
        <pc:graphicFrameChg chg="mod">
          <ac:chgData name="Hu,Dr.,Juno (HP Medicine) BII-CN-S" userId="57526551-c803-4e03-85b5-ab25fa8a0904" providerId="ADAL" clId="{C8B0CF01-47CE-4F91-9F1E-EEC1EF3300AB}" dt="2026-04-22T12:48:18.769" v="153" actId="1076"/>
          <ac:graphicFrameMkLst>
            <pc:docMk/>
            <pc:sldMk cId="3706589768" sldId="12025"/>
            <ac:graphicFrameMk id="10" creationId="{73207099-613B-4188-B37D-91BA5B30A0AB}"/>
          </ac:graphicFrameMkLst>
        </pc:graphicFrameChg>
      </pc:sldChg>
      <pc:sldChg chg="modSp add mod">
        <pc:chgData name="Hu,Dr.,Juno (HP Medicine) BII-CN-S" userId="57526551-c803-4e03-85b5-ab25fa8a0904" providerId="ADAL" clId="{C8B0CF01-47CE-4F91-9F1E-EEC1EF3300AB}" dt="2026-04-22T12:48:24.389" v="154" actId="1076"/>
        <pc:sldMkLst>
          <pc:docMk/>
          <pc:sldMk cId="2728704260" sldId="2147483340"/>
        </pc:sldMkLst>
        <pc:graphicFrameChg chg="mod">
          <ac:chgData name="Hu,Dr.,Juno (HP Medicine) BII-CN-S" userId="57526551-c803-4e03-85b5-ab25fa8a0904" providerId="ADAL" clId="{C8B0CF01-47CE-4F91-9F1E-EEC1EF3300AB}" dt="2026-04-22T12:47:19.820" v="139" actId="1076"/>
          <ac:graphicFrameMkLst>
            <pc:docMk/>
            <pc:sldMk cId="2728704260" sldId="2147483340"/>
            <ac:graphicFrameMk id="6" creationId="{5C3D06C9-9E32-87D9-E415-FA3613D68007}"/>
          </ac:graphicFrameMkLst>
        </pc:graphicFrameChg>
        <pc:graphicFrameChg chg="mod modGraphic">
          <ac:chgData name="Hu,Dr.,Juno (HP Medicine) BII-CN-S" userId="57526551-c803-4e03-85b5-ab25fa8a0904" providerId="ADAL" clId="{C8B0CF01-47CE-4F91-9F1E-EEC1EF3300AB}" dt="2026-04-22T12:48:24.389" v="154" actId="1076"/>
          <ac:graphicFrameMkLst>
            <pc:docMk/>
            <pc:sldMk cId="2728704260" sldId="2147483340"/>
            <ac:graphicFrameMk id="13" creationId="{DC5AFC20-1493-5618-485B-0685E31A9E61}"/>
          </ac:graphicFrameMkLst>
        </pc:graphicFrameChg>
      </pc:sldChg>
      <pc:sldChg chg="modSp add mod">
        <pc:chgData name="Hu,Dr.,Juno (HP Medicine) BII-CN-S" userId="57526551-c803-4e03-85b5-ab25fa8a0904" providerId="ADAL" clId="{C8B0CF01-47CE-4F91-9F1E-EEC1EF3300AB}" dt="2026-04-23T01:31:58.637" v="198" actId="20577"/>
        <pc:sldMkLst>
          <pc:docMk/>
          <pc:sldMk cId="290897500" sldId="2147483646"/>
        </pc:sldMkLst>
        <pc:spChg chg="mod">
          <ac:chgData name="Hu,Dr.,Juno (HP Medicine) BII-CN-S" userId="57526551-c803-4e03-85b5-ab25fa8a0904" providerId="ADAL" clId="{C8B0CF01-47CE-4F91-9F1E-EEC1EF3300AB}" dt="2026-04-23T01:30:19.780" v="192" actId="207"/>
          <ac:spMkLst>
            <pc:docMk/>
            <pc:sldMk cId="290897500" sldId="2147483646"/>
            <ac:spMk id="24" creationId="{F3C1D377-CEAC-729F-1228-F3BEED1C971C}"/>
          </ac:spMkLst>
        </pc:spChg>
        <pc:spChg chg="mod">
          <ac:chgData name="Hu,Dr.,Juno (HP Medicine) BII-CN-S" userId="57526551-c803-4e03-85b5-ab25fa8a0904" providerId="ADAL" clId="{C8B0CF01-47CE-4F91-9F1E-EEC1EF3300AB}" dt="2026-04-23T01:31:58.637" v="198" actId="20577"/>
          <ac:spMkLst>
            <pc:docMk/>
            <pc:sldMk cId="290897500" sldId="2147483646"/>
            <ac:spMk id="74" creationId="{DABF4C4A-7EFF-023A-B7E9-8C9FBC95435A}"/>
          </ac:spMkLst>
        </pc:spChg>
      </pc:sldChg>
      <pc:sldChg chg="add">
        <pc:chgData name="Hu,Dr.,Juno (HP Medicine) BII-CN-S" userId="57526551-c803-4e03-85b5-ab25fa8a0904" providerId="ADAL" clId="{C8B0CF01-47CE-4F91-9F1E-EEC1EF3300AB}" dt="2026-04-20T02:24:51.265" v="10"/>
        <pc:sldMkLst>
          <pc:docMk/>
          <pc:sldMk cId="1686815002" sldId="2147483647"/>
        </pc:sldMkLst>
      </pc:sldChg>
    </pc:docChg>
  </pc:docChgLst>
  <pc:docChgLst>
    <pc:chgData name="Wang,Yanling (DEV CMC) BII-CN-S" userId="S::yanling.wang@boehringer-ingelheim.com::d9010881-f349-42be-a396-c6208d9b3f9d" providerId="AD" clId="Web-{09303E34-D5B5-4CDD-F60D-67D509EC31CE}"/>
    <pc:docChg chg="modSld">
      <pc:chgData name="Wang,Yanling (DEV CMC) BII-CN-S" userId="S::yanling.wang@boehringer-ingelheim.com::d9010881-f349-42be-a396-c6208d9b3f9d" providerId="AD" clId="Web-{09303E34-D5B5-4CDD-F60D-67D509EC31CE}" dt="2026-04-23T07:23:34.289" v="6" actId="20577"/>
      <pc:docMkLst>
        <pc:docMk/>
      </pc:docMkLst>
      <pc:sldChg chg="modSp">
        <pc:chgData name="Wang,Yanling (DEV CMC) BII-CN-S" userId="S::yanling.wang@boehringer-ingelheim.com::d9010881-f349-42be-a396-c6208d9b3f9d" providerId="AD" clId="Web-{09303E34-D5B5-4CDD-F60D-67D509EC31CE}" dt="2026-04-23T07:23:34.289" v="6" actId="20577"/>
        <pc:sldMkLst>
          <pc:docMk/>
          <pc:sldMk cId="4145143342" sldId="289"/>
        </pc:sldMkLst>
        <pc:spChg chg="mod">
          <ac:chgData name="Wang,Yanling (DEV CMC) BII-CN-S" userId="S::yanling.wang@boehringer-ingelheim.com::d9010881-f349-42be-a396-c6208d9b3f9d" providerId="AD" clId="Web-{09303E34-D5B5-4CDD-F60D-67D509EC31CE}" dt="2026-04-23T07:23:34.289" v="6" actId="20577"/>
          <ac:spMkLst>
            <pc:docMk/>
            <pc:sldMk cId="4145143342" sldId="289"/>
            <ac:spMk id="33" creationId="{D8405E86-FEAF-F3F8-B652-A5B12FA7A703}"/>
          </ac:spMkLst>
        </pc:spChg>
      </pc:sldChg>
    </pc:docChg>
  </pc:docChgLst>
  <pc:docChgLst>
    <pc:chgData name="Zhu,Donglei (HP Medicine) BII-CN-S" userId="1b17fa8b-a8cf-4b07-a3b3-65040d469537" providerId="ADAL" clId="{2C811514-2603-423F-AEE4-9401F6EC10F5}"/>
    <pc:docChg chg="undo custSel addSld delSld modSld">
      <pc:chgData name="Zhu,Donglei (HP Medicine) BII-CN-S" userId="1b17fa8b-a8cf-4b07-a3b3-65040d469537" providerId="ADAL" clId="{2C811514-2603-423F-AEE4-9401F6EC10F5}" dt="2026-04-22T02:52:08.317" v="277" actId="14100"/>
      <pc:docMkLst>
        <pc:docMk/>
      </pc:docMkLst>
      <pc:sldChg chg="modSp add mod">
        <pc:chgData name="Zhu,Donglei (HP Medicine) BII-CN-S" userId="1b17fa8b-a8cf-4b07-a3b3-65040d469537" providerId="ADAL" clId="{2C811514-2603-423F-AEE4-9401F6EC10F5}" dt="2026-04-21T05:28:27.894" v="164" actId="20577"/>
        <pc:sldMkLst>
          <pc:docMk/>
          <pc:sldMk cId="3191753847" sldId="269"/>
        </pc:sldMkLst>
        <pc:spChg chg="mod">
          <ac:chgData name="Zhu,Donglei (HP Medicine) BII-CN-S" userId="1b17fa8b-a8cf-4b07-a3b3-65040d469537" providerId="ADAL" clId="{2C811514-2603-423F-AEE4-9401F6EC10F5}" dt="2026-04-21T05:28:27.894" v="164" actId="20577"/>
          <ac:spMkLst>
            <pc:docMk/>
            <pc:sldMk cId="3191753847" sldId="269"/>
            <ac:spMk id="312" creationId="{3C8F2CD4-5907-3170-DE7B-327459182541}"/>
          </ac:spMkLst>
        </pc:spChg>
      </pc:sldChg>
      <pc:sldChg chg="addSp delSp modSp add mod modAnim">
        <pc:chgData name="Zhu,Donglei (HP Medicine) BII-CN-S" userId="1b17fa8b-a8cf-4b07-a3b3-65040d469537" providerId="ADAL" clId="{2C811514-2603-423F-AEE4-9401F6EC10F5}" dt="2026-04-21T05:57:39.721" v="223" actId="20577"/>
        <pc:sldMkLst>
          <pc:docMk/>
          <pc:sldMk cId="1048864470" sldId="285"/>
        </pc:sldMkLst>
        <pc:spChg chg="mod">
          <ac:chgData name="Zhu,Donglei (HP Medicine) BII-CN-S" userId="1b17fa8b-a8cf-4b07-a3b3-65040d469537" providerId="ADAL" clId="{2C811514-2603-423F-AEE4-9401F6EC10F5}" dt="2026-04-21T05:15:53.602" v="46" actId="12788"/>
          <ac:spMkLst>
            <pc:docMk/>
            <pc:sldMk cId="1048864470" sldId="285"/>
            <ac:spMk id="16" creationId="{1FA46829-1C4D-7825-2BD9-1CF8EBEBD5F3}"/>
          </ac:spMkLst>
        </pc:spChg>
        <pc:spChg chg="mod">
          <ac:chgData name="Zhu,Donglei (HP Medicine) BII-CN-S" userId="1b17fa8b-a8cf-4b07-a3b3-65040d469537" providerId="ADAL" clId="{2C811514-2603-423F-AEE4-9401F6EC10F5}" dt="2026-04-21T05:15:53.602" v="46" actId="12788"/>
          <ac:spMkLst>
            <pc:docMk/>
            <pc:sldMk cId="1048864470" sldId="285"/>
            <ac:spMk id="17" creationId="{25A26601-18A1-CF43-19C2-B33D5927F797}"/>
          </ac:spMkLst>
        </pc:spChg>
        <pc:spChg chg="mod">
          <ac:chgData name="Zhu,Donglei (HP Medicine) BII-CN-S" userId="1b17fa8b-a8cf-4b07-a3b3-65040d469537" providerId="ADAL" clId="{2C811514-2603-423F-AEE4-9401F6EC10F5}" dt="2026-04-21T05:18:36.091" v="117" actId="20577"/>
          <ac:spMkLst>
            <pc:docMk/>
            <pc:sldMk cId="1048864470" sldId="285"/>
            <ac:spMk id="29" creationId="{0692F56B-CF2B-C8DD-9E02-732DDC835293}"/>
          </ac:spMkLst>
        </pc:spChg>
        <pc:spChg chg="mod">
          <ac:chgData name="Zhu,Donglei (HP Medicine) BII-CN-S" userId="1b17fa8b-a8cf-4b07-a3b3-65040d469537" providerId="ADAL" clId="{2C811514-2603-423F-AEE4-9401F6EC10F5}" dt="2026-04-21T05:16:04.330" v="47" actId="12788"/>
          <ac:spMkLst>
            <pc:docMk/>
            <pc:sldMk cId="1048864470" sldId="285"/>
            <ac:spMk id="291" creationId="{0BA97211-4455-8EFF-7A42-4DA7754F9344}"/>
          </ac:spMkLst>
        </pc:spChg>
        <pc:spChg chg="mod">
          <ac:chgData name="Zhu,Donglei (HP Medicine) BII-CN-S" userId="1b17fa8b-a8cf-4b07-a3b3-65040d469537" providerId="ADAL" clId="{2C811514-2603-423F-AEE4-9401F6EC10F5}" dt="2026-04-21T05:16:04.330" v="47" actId="12788"/>
          <ac:spMkLst>
            <pc:docMk/>
            <pc:sldMk cId="1048864470" sldId="285"/>
            <ac:spMk id="292" creationId="{A8545B9F-DCAA-91A5-DA84-03B59F216C07}"/>
          </ac:spMkLst>
        </pc:spChg>
        <pc:spChg chg="mod">
          <ac:chgData name="Zhu,Donglei (HP Medicine) BII-CN-S" userId="1b17fa8b-a8cf-4b07-a3b3-65040d469537" providerId="ADAL" clId="{2C811514-2603-423F-AEE4-9401F6EC10F5}" dt="2026-04-21T05:16:04.330" v="47" actId="12788"/>
          <ac:spMkLst>
            <pc:docMk/>
            <pc:sldMk cId="1048864470" sldId="285"/>
            <ac:spMk id="298" creationId="{E1BCA551-D523-7A9A-D3C4-37972EE8C8C6}"/>
          </ac:spMkLst>
        </pc:spChg>
        <pc:spChg chg="mod">
          <ac:chgData name="Zhu,Donglei (HP Medicine) BII-CN-S" userId="1b17fa8b-a8cf-4b07-a3b3-65040d469537" providerId="ADAL" clId="{2C811514-2603-423F-AEE4-9401F6EC10F5}" dt="2026-04-21T05:18:03.443" v="105" actId="13926"/>
          <ac:spMkLst>
            <pc:docMk/>
            <pc:sldMk cId="1048864470" sldId="285"/>
            <ac:spMk id="310" creationId="{B945789E-8D4A-73F5-7A7E-613CACEA0B39}"/>
          </ac:spMkLst>
        </pc:spChg>
        <pc:spChg chg="mod">
          <ac:chgData name="Zhu,Donglei (HP Medicine) BII-CN-S" userId="1b17fa8b-a8cf-4b07-a3b3-65040d469537" providerId="ADAL" clId="{2C811514-2603-423F-AEE4-9401F6EC10F5}" dt="2026-04-21T05:57:39.721" v="223" actId="20577"/>
          <ac:spMkLst>
            <pc:docMk/>
            <pc:sldMk cId="1048864470" sldId="285"/>
            <ac:spMk id="312" creationId="{B30F5C3A-64C8-05AC-FCE8-FDB49B2526AD}"/>
          </ac:spMkLst>
        </pc:spChg>
        <pc:grpChg chg="mod ord">
          <ac:chgData name="Zhu,Donglei (HP Medicine) BII-CN-S" userId="1b17fa8b-a8cf-4b07-a3b3-65040d469537" providerId="ADAL" clId="{2C811514-2603-423F-AEE4-9401F6EC10F5}" dt="2026-04-21T05:16:09.686" v="48" actId="552"/>
          <ac:grpSpMkLst>
            <pc:docMk/>
            <pc:sldMk cId="1048864470" sldId="285"/>
            <ac:grpSpMk id="11" creationId="{1D004353-1EFC-1802-0252-A5EFDF8F3DF9}"/>
          </ac:grpSpMkLst>
        </pc:grpChg>
        <pc:grpChg chg="add mod ord">
          <ac:chgData name="Zhu,Donglei (HP Medicine) BII-CN-S" userId="1b17fa8b-a8cf-4b07-a3b3-65040d469537" providerId="ADAL" clId="{2C811514-2603-423F-AEE4-9401F6EC10F5}" dt="2026-04-21T05:16:09.686" v="48" actId="552"/>
          <ac:grpSpMkLst>
            <pc:docMk/>
            <pc:sldMk cId="1048864470" sldId="285"/>
            <ac:grpSpMk id="15" creationId="{03880F50-33B1-3405-7381-37B455E7D83C}"/>
          </ac:grpSpMkLst>
        </pc:grpChg>
      </pc:sldChg>
      <pc:sldChg chg="addSp delSp modSp add mod modAnim">
        <pc:chgData name="Zhu,Donglei (HP Medicine) BII-CN-S" userId="1b17fa8b-a8cf-4b07-a3b3-65040d469537" providerId="ADAL" clId="{2C811514-2603-423F-AEE4-9401F6EC10F5}" dt="2026-04-22T02:52:08.317" v="277" actId="14100"/>
        <pc:sldMkLst>
          <pc:docMk/>
          <pc:sldMk cId="4099411925" sldId="293"/>
        </pc:sldMkLst>
        <pc:spChg chg="mod">
          <ac:chgData name="Zhu,Donglei (HP Medicine) BII-CN-S" userId="1b17fa8b-a8cf-4b07-a3b3-65040d469537" providerId="ADAL" clId="{2C811514-2603-423F-AEE4-9401F6EC10F5}" dt="2026-04-21T05:50:32.149" v="206" actId="207"/>
          <ac:spMkLst>
            <pc:docMk/>
            <pc:sldMk cId="4099411925" sldId="293"/>
            <ac:spMk id="8" creationId="{D489F57E-2F6F-3EE5-B835-AAD04828EF34}"/>
          </ac:spMkLst>
        </pc:spChg>
        <pc:spChg chg="mod">
          <ac:chgData name="Zhu,Donglei (HP Medicine) BII-CN-S" userId="1b17fa8b-a8cf-4b07-a3b3-65040d469537" providerId="ADAL" clId="{2C811514-2603-423F-AEE4-9401F6EC10F5}" dt="2026-04-21T05:49:25.234" v="191"/>
          <ac:spMkLst>
            <pc:docMk/>
            <pc:sldMk cId="4099411925" sldId="293"/>
            <ac:spMk id="235" creationId="{057E0E9F-B08E-E40A-2D10-9D57806E4EB2}"/>
          </ac:spMkLst>
        </pc:spChg>
        <pc:spChg chg="mod">
          <ac:chgData name="Zhu,Donglei (HP Medicine) BII-CN-S" userId="1b17fa8b-a8cf-4b07-a3b3-65040d469537" providerId="ADAL" clId="{2C811514-2603-423F-AEE4-9401F6EC10F5}" dt="2026-04-21T05:49:25.234" v="191"/>
          <ac:spMkLst>
            <pc:docMk/>
            <pc:sldMk cId="4099411925" sldId="293"/>
            <ac:spMk id="236" creationId="{F574D003-EE67-505F-50D7-7433DA0C0709}"/>
          </ac:spMkLst>
        </pc:spChg>
        <pc:spChg chg="mod">
          <ac:chgData name="Zhu,Donglei (HP Medicine) BII-CN-S" userId="1b17fa8b-a8cf-4b07-a3b3-65040d469537" providerId="ADAL" clId="{2C811514-2603-423F-AEE4-9401F6EC10F5}" dt="2026-04-22T02:52:08.317" v="277" actId="14100"/>
          <ac:spMkLst>
            <pc:docMk/>
            <pc:sldMk cId="4099411925" sldId="293"/>
            <ac:spMk id="310" creationId="{B945789E-8D4A-73F5-7A7E-613CACEA0B39}"/>
          </ac:spMkLst>
        </pc:spChg>
        <pc:spChg chg="mod">
          <ac:chgData name="Zhu,Donglei (HP Medicine) BII-CN-S" userId="1b17fa8b-a8cf-4b07-a3b3-65040d469537" providerId="ADAL" clId="{2C811514-2603-423F-AEE4-9401F6EC10F5}" dt="2026-04-22T02:51:51.651" v="275" actId="14100"/>
          <ac:spMkLst>
            <pc:docMk/>
            <pc:sldMk cId="4099411925" sldId="293"/>
            <ac:spMk id="312" creationId="{B30F5C3A-64C8-05AC-FCE8-FDB49B2526AD}"/>
          </ac:spMkLst>
        </pc:spChg>
        <pc:grpChg chg="add mod">
          <ac:chgData name="Zhu,Donglei (HP Medicine) BII-CN-S" userId="1b17fa8b-a8cf-4b07-a3b3-65040d469537" providerId="ADAL" clId="{2C811514-2603-423F-AEE4-9401F6EC10F5}" dt="2026-04-21T05:51:14.973" v="208" actId="1076"/>
          <ac:grpSpMkLst>
            <pc:docMk/>
            <pc:sldMk cId="4099411925" sldId="293"/>
            <ac:grpSpMk id="7" creationId="{D0CAFFA5-D24E-2D1D-E7AB-C58F42B7B410}"/>
          </ac:grpSpMkLst>
        </pc:grpChg>
        <pc:grpChg chg="mod ord">
          <ac:chgData name="Zhu,Donglei (HP Medicine) BII-CN-S" userId="1b17fa8b-a8cf-4b07-a3b3-65040d469537" providerId="ADAL" clId="{2C811514-2603-423F-AEE4-9401F6EC10F5}" dt="2026-04-21T05:51:23.060" v="209" actId="1076"/>
          <ac:grpSpMkLst>
            <pc:docMk/>
            <pc:sldMk cId="4099411925" sldId="293"/>
            <ac:grpSpMk id="10" creationId="{8955363D-E4F9-8665-9CB6-0EE3F2D2D0AE}"/>
          </ac:grpSpMkLst>
        </pc:grpChg>
      </pc:sldChg>
      <pc:sldChg chg="modSp add">
        <pc:chgData name="Zhu,Donglei (HP Medicine) BII-CN-S" userId="1b17fa8b-a8cf-4b07-a3b3-65040d469537" providerId="ADAL" clId="{2C811514-2603-423F-AEE4-9401F6EC10F5}" dt="2026-04-21T03:24:32.579" v="7"/>
        <pc:sldMkLst>
          <pc:docMk/>
          <pc:sldMk cId="224806552" sldId="324"/>
        </pc:sldMkLst>
        <pc:spChg chg="mod">
          <ac:chgData name="Zhu,Donglei (HP Medicine) BII-CN-S" userId="1b17fa8b-a8cf-4b07-a3b3-65040d469537" providerId="ADAL" clId="{2C811514-2603-423F-AEE4-9401F6EC10F5}" dt="2026-04-21T03:24:32.579" v="7"/>
          <ac:spMkLst>
            <pc:docMk/>
            <pc:sldMk cId="224806552" sldId="324"/>
            <ac:spMk id="16" creationId="{03496D23-3084-D663-4B61-D2B40F6C5E87}"/>
          </ac:spMkLst>
        </pc:spChg>
      </pc:sldChg>
      <pc:sldChg chg="modSp add mod">
        <pc:chgData name="Zhu,Donglei (HP Medicine) BII-CN-S" userId="1b17fa8b-a8cf-4b07-a3b3-65040d469537" providerId="ADAL" clId="{2C811514-2603-423F-AEE4-9401F6EC10F5}" dt="2026-04-22T02:51:02.880" v="274" actId="20577"/>
        <pc:sldMkLst>
          <pc:docMk/>
          <pc:sldMk cId="1801339082" sldId="9865"/>
        </pc:sldMkLst>
        <pc:spChg chg="mod">
          <ac:chgData name="Zhu,Donglei (HP Medicine) BII-CN-S" userId="1b17fa8b-a8cf-4b07-a3b3-65040d469537" providerId="ADAL" clId="{2C811514-2603-423F-AEE4-9401F6EC10F5}" dt="2026-04-22T02:51:02.880" v="274" actId="20577"/>
          <ac:spMkLst>
            <pc:docMk/>
            <pc:sldMk cId="1801339082" sldId="9865"/>
            <ac:spMk id="312" creationId="{B30F5C3A-64C8-05AC-FCE8-FDB49B2526AD}"/>
          </ac:spMkLst>
        </pc:spChg>
      </pc:sldChg>
      <pc:sldChg chg="modSp add">
        <pc:chgData name="Zhu,Donglei (HP Medicine) BII-CN-S" userId="1b17fa8b-a8cf-4b07-a3b3-65040d469537" providerId="ADAL" clId="{2C811514-2603-423F-AEE4-9401F6EC10F5}" dt="2026-04-21T03:24:32.579" v="7"/>
        <pc:sldMkLst>
          <pc:docMk/>
          <pc:sldMk cId="2714200435" sldId="12048"/>
        </pc:sldMkLst>
        <pc:spChg chg="mod">
          <ac:chgData name="Zhu,Donglei (HP Medicine) BII-CN-S" userId="1b17fa8b-a8cf-4b07-a3b3-65040d469537" providerId="ADAL" clId="{2C811514-2603-423F-AEE4-9401F6EC10F5}" dt="2026-04-21T03:24:32.579" v="7"/>
          <ac:spMkLst>
            <pc:docMk/>
            <pc:sldMk cId="2714200435" sldId="12048"/>
            <ac:spMk id="16" creationId="{77154A1B-83F1-3D6F-75AE-DC07FE9E23BA}"/>
          </ac:spMkLst>
        </pc:spChg>
      </pc:sldChg>
      <pc:sldChg chg="modSp add">
        <pc:chgData name="Zhu,Donglei (HP Medicine) BII-CN-S" userId="1b17fa8b-a8cf-4b07-a3b3-65040d469537" providerId="ADAL" clId="{2C811514-2603-423F-AEE4-9401F6EC10F5}" dt="2026-04-21T03:24:32.579" v="7"/>
        <pc:sldMkLst>
          <pc:docMk/>
          <pc:sldMk cId="1827665911" sldId="2147474459"/>
        </pc:sldMkLst>
        <pc:spChg chg="mod">
          <ac:chgData name="Zhu,Donglei (HP Medicine) BII-CN-S" userId="1b17fa8b-a8cf-4b07-a3b3-65040d469537" providerId="ADAL" clId="{2C811514-2603-423F-AEE4-9401F6EC10F5}" dt="2026-04-21T03:24:32.579" v="7"/>
          <ac:spMkLst>
            <pc:docMk/>
            <pc:sldMk cId="1827665911" sldId="2147474459"/>
            <ac:spMk id="4" creationId="{02FD3867-C738-BB3A-DB59-5B964C833012}"/>
          </ac:spMkLst>
        </pc:spChg>
      </pc:sldChg>
      <pc:sldChg chg="modSp add">
        <pc:chgData name="Zhu,Donglei (HP Medicine) BII-CN-S" userId="1b17fa8b-a8cf-4b07-a3b3-65040d469537" providerId="ADAL" clId="{2C811514-2603-423F-AEE4-9401F6EC10F5}" dt="2026-04-21T03:24:32.579" v="7"/>
        <pc:sldMkLst>
          <pc:docMk/>
          <pc:sldMk cId="4105085777" sldId="2147474462"/>
        </pc:sldMkLst>
        <pc:spChg chg="mod">
          <ac:chgData name="Zhu,Donglei (HP Medicine) BII-CN-S" userId="1b17fa8b-a8cf-4b07-a3b3-65040d469537" providerId="ADAL" clId="{2C811514-2603-423F-AEE4-9401F6EC10F5}" dt="2026-04-21T03:24:32.579" v="7"/>
          <ac:spMkLst>
            <pc:docMk/>
            <pc:sldMk cId="4105085777" sldId="2147474462"/>
            <ac:spMk id="4" creationId="{4DB366C5-9821-7D8E-C54C-3E53C8549252}"/>
          </ac:spMkLst>
        </pc:spChg>
      </pc:sldChg>
      <pc:sldChg chg="modSp add mod">
        <pc:chgData name="Zhu,Donglei (HP Medicine) BII-CN-S" userId="1b17fa8b-a8cf-4b07-a3b3-65040d469537" providerId="ADAL" clId="{2C811514-2603-423F-AEE4-9401F6EC10F5}" dt="2026-04-21T05:28:17.778" v="160" actId="20577"/>
        <pc:sldMkLst>
          <pc:docMk/>
          <pc:sldMk cId="1274759258" sldId="2147483010"/>
        </pc:sldMkLst>
        <pc:spChg chg="mod">
          <ac:chgData name="Zhu,Donglei (HP Medicine) BII-CN-S" userId="1b17fa8b-a8cf-4b07-a3b3-65040d469537" providerId="ADAL" clId="{2C811514-2603-423F-AEE4-9401F6EC10F5}" dt="2026-04-21T05:20:09.333" v="119" actId="13926"/>
          <ac:spMkLst>
            <pc:docMk/>
            <pc:sldMk cId="1274759258" sldId="2147483010"/>
            <ac:spMk id="310" creationId="{61D2A0C3-DF9F-05BB-F4C7-E7F63A00C852}"/>
          </ac:spMkLst>
        </pc:spChg>
        <pc:spChg chg="mod">
          <ac:chgData name="Zhu,Donglei (HP Medicine) BII-CN-S" userId="1b17fa8b-a8cf-4b07-a3b3-65040d469537" providerId="ADAL" clId="{2C811514-2603-423F-AEE4-9401F6EC10F5}" dt="2026-04-21T05:28:17.778" v="160" actId="20577"/>
          <ac:spMkLst>
            <pc:docMk/>
            <pc:sldMk cId="1274759258" sldId="2147483010"/>
            <ac:spMk id="312" creationId="{01DC7F18-5E73-52DE-4559-A12A0C7AD38C}"/>
          </ac:spMkLst>
        </pc:spChg>
      </pc:sldChg>
      <pc:sldMasterChg chg="delSldLayout">
        <pc:chgData name="Zhu,Donglei (HP Medicine) BII-CN-S" userId="1b17fa8b-a8cf-4b07-a3b3-65040d469537" providerId="ADAL" clId="{2C811514-2603-423F-AEE4-9401F6EC10F5}" dt="2026-04-21T03:24:40.396" v="8" actId="47"/>
        <pc:sldMasterMkLst>
          <pc:docMk/>
          <pc:sldMasterMk cId="2212581710" sldId="2147483695"/>
        </pc:sldMasterMkLst>
      </pc:sldMasterChg>
    </pc:docChg>
  </pc:docChgLst>
  <pc:docChgLst>
    <pc:chgData name="Zhang,Catherine (MED CDO) BII-CN-S" userId="97b6d1ea-f38e-4cdb-8798-411d7a90e40b" providerId="ADAL" clId="{62C3C50A-8F6F-452E-9B61-76AE53426CCC}"/>
    <pc:docChg chg="undo custSel addSld delSld modSld sldOrd">
      <pc:chgData name="Zhang,Catherine (MED CDO) BII-CN-S" userId="97b6d1ea-f38e-4cdb-8798-411d7a90e40b" providerId="ADAL" clId="{62C3C50A-8F6F-452E-9B61-76AE53426CCC}" dt="2026-04-23T07:25:12.324" v="1533"/>
      <pc:docMkLst>
        <pc:docMk/>
      </pc:docMkLst>
      <pc:sldChg chg="modSp add mod">
        <pc:chgData name="Zhang,Catherine (MED CDO) BII-CN-S" userId="97b6d1ea-f38e-4cdb-8798-411d7a90e40b" providerId="ADAL" clId="{62C3C50A-8F6F-452E-9B61-76AE53426CCC}" dt="2026-04-18T04:10:33.974" v="85" actId="108"/>
        <pc:sldMkLst>
          <pc:docMk/>
          <pc:sldMk cId="4081895238" sldId="257"/>
        </pc:sldMkLst>
        <pc:spChg chg="mod">
          <ac:chgData name="Zhang,Catherine (MED CDO) BII-CN-S" userId="97b6d1ea-f38e-4cdb-8798-411d7a90e40b" providerId="ADAL" clId="{62C3C50A-8F6F-452E-9B61-76AE53426CCC}" dt="2026-04-18T04:10:33.974" v="85" actId="108"/>
          <ac:spMkLst>
            <pc:docMk/>
            <pc:sldMk cId="4081895238" sldId="257"/>
            <ac:spMk id="2" creationId="{EE2266C1-235B-2E50-2649-1DC018725212}"/>
          </ac:spMkLst>
        </pc:spChg>
      </pc:sldChg>
      <pc:sldChg chg="modSp mod">
        <pc:chgData name="Zhang,Catherine (MED CDO) BII-CN-S" userId="97b6d1ea-f38e-4cdb-8798-411d7a90e40b" providerId="ADAL" clId="{62C3C50A-8F6F-452E-9B61-76AE53426CCC}" dt="2026-04-22T05:02:07.225" v="595" actId="20577"/>
        <pc:sldMkLst>
          <pc:docMk/>
          <pc:sldMk cId="1212685215" sldId="258"/>
        </pc:sldMkLst>
        <pc:graphicFrameChg chg="mod modGraphic">
          <ac:chgData name="Zhang,Catherine (MED CDO) BII-CN-S" userId="97b6d1ea-f38e-4cdb-8798-411d7a90e40b" providerId="ADAL" clId="{62C3C50A-8F6F-452E-9B61-76AE53426CCC}" dt="2026-04-22T05:02:07.225" v="595" actId="20577"/>
          <ac:graphicFrameMkLst>
            <pc:docMk/>
            <pc:sldMk cId="1212685215" sldId="258"/>
            <ac:graphicFrameMk id="3" creationId="{2F2A9A13-C4C5-E5CA-0CD3-BE7A2B085B09}"/>
          </ac:graphicFrameMkLst>
        </pc:graphicFrameChg>
      </pc:sldChg>
      <pc:sldChg chg="modSp mod">
        <pc:chgData name="Zhang,Catherine (MED CDO) BII-CN-S" userId="97b6d1ea-f38e-4cdb-8798-411d7a90e40b" providerId="ADAL" clId="{62C3C50A-8F6F-452E-9B61-76AE53426CCC}" dt="2026-04-22T04:48:11.501" v="321" actId="20577"/>
        <pc:sldMkLst>
          <pc:docMk/>
          <pc:sldMk cId="1394665606" sldId="260"/>
        </pc:sldMkLst>
        <pc:spChg chg="mod">
          <ac:chgData name="Zhang,Catherine (MED CDO) BII-CN-S" userId="97b6d1ea-f38e-4cdb-8798-411d7a90e40b" providerId="ADAL" clId="{62C3C50A-8F6F-452E-9B61-76AE53426CCC}" dt="2026-04-22T04:48:11.501" v="321" actId="20577"/>
          <ac:spMkLst>
            <pc:docMk/>
            <pc:sldMk cId="1394665606" sldId="260"/>
            <ac:spMk id="3" creationId="{0BFC238E-36C4-8E41-3B84-FDE5C6712C6F}"/>
          </ac:spMkLst>
        </pc:spChg>
      </pc:sldChg>
      <pc:sldChg chg="addSp delSp modSp add mod">
        <pc:chgData name="Zhang,Catherine (MED CDO) BII-CN-S" userId="97b6d1ea-f38e-4cdb-8798-411d7a90e40b" providerId="ADAL" clId="{62C3C50A-8F6F-452E-9B61-76AE53426CCC}" dt="2026-04-23T06:46:48.784" v="1496" actId="22"/>
        <pc:sldMkLst>
          <pc:docMk/>
          <pc:sldMk cId="3452692011" sldId="261"/>
        </pc:sldMkLst>
        <pc:spChg chg="add mod">
          <ac:chgData name="Zhang,Catherine (MED CDO) BII-CN-S" userId="97b6d1ea-f38e-4cdb-8798-411d7a90e40b" providerId="ADAL" clId="{62C3C50A-8F6F-452E-9B61-76AE53426CCC}" dt="2026-04-22T14:35:45.177" v="1302" actId="14100"/>
          <ac:spMkLst>
            <pc:docMk/>
            <pc:sldMk cId="3452692011" sldId="261"/>
            <ac:spMk id="8" creationId="{79DF7FD4-4C70-DFC8-1638-D3CF518BF413}"/>
          </ac:spMkLst>
        </pc:spChg>
        <pc:spChg chg="add mod">
          <ac:chgData name="Zhang,Catherine (MED CDO) BII-CN-S" userId="97b6d1ea-f38e-4cdb-8798-411d7a90e40b" providerId="ADAL" clId="{62C3C50A-8F6F-452E-9B61-76AE53426CCC}" dt="2026-04-23T04:55:00.708" v="1341" actId="20577"/>
          <ac:spMkLst>
            <pc:docMk/>
            <pc:sldMk cId="3452692011" sldId="261"/>
            <ac:spMk id="12" creationId="{1ABDC6EE-D736-B8E1-ADCA-FC9EB4051578}"/>
          </ac:spMkLst>
        </pc:spChg>
      </pc:sldChg>
      <pc:sldChg chg="addSp modSp mod">
        <pc:chgData name="Zhang,Catherine (MED CDO) BII-CN-S" userId="97b6d1ea-f38e-4cdb-8798-411d7a90e40b" providerId="ADAL" clId="{62C3C50A-8F6F-452E-9B61-76AE53426CCC}" dt="2026-04-23T04:53:02.817" v="1340" actId="20577"/>
        <pc:sldMkLst>
          <pc:docMk/>
          <pc:sldMk cId="2205640696" sldId="262"/>
        </pc:sldMkLst>
        <pc:spChg chg="mod">
          <ac:chgData name="Zhang,Catherine (MED CDO) BII-CN-S" userId="97b6d1ea-f38e-4cdb-8798-411d7a90e40b" providerId="ADAL" clId="{62C3C50A-8F6F-452E-9B61-76AE53426CCC}" dt="2026-04-23T04:53:02.817" v="1340" actId="20577"/>
          <ac:spMkLst>
            <pc:docMk/>
            <pc:sldMk cId="2205640696" sldId="262"/>
            <ac:spMk id="13" creationId="{F6156595-C1DB-93D0-D1B6-778B76273E16}"/>
          </ac:spMkLst>
        </pc:spChg>
        <pc:spChg chg="add mod">
          <ac:chgData name="Zhang,Catherine (MED CDO) BII-CN-S" userId="97b6d1ea-f38e-4cdb-8798-411d7a90e40b" providerId="ADAL" clId="{62C3C50A-8F6F-452E-9B61-76AE53426CCC}" dt="2026-04-22T04:59:23.610" v="564" actId="404"/>
          <ac:spMkLst>
            <pc:docMk/>
            <pc:sldMk cId="2205640696" sldId="262"/>
            <ac:spMk id="33" creationId="{EF10A6F0-EEE3-34A8-BB0E-33D5ABA37F19}"/>
          </ac:spMkLst>
        </pc:spChg>
      </pc:sldChg>
      <pc:sldChg chg="modSp mod">
        <pc:chgData name="Zhang,Catherine (MED CDO) BII-CN-S" userId="97b6d1ea-f38e-4cdb-8798-411d7a90e40b" providerId="ADAL" clId="{62C3C50A-8F6F-452E-9B61-76AE53426CCC}" dt="2026-04-22T02:26:47.747" v="119" actId="20577"/>
        <pc:sldMkLst>
          <pc:docMk/>
          <pc:sldMk cId="1882626912" sldId="263"/>
        </pc:sldMkLst>
        <pc:spChg chg="mod">
          <ac:chgData name="Zhang,Catherine (MED CDO) BII-CN-S" userId="97b6d1ea-f38e-4cdb-8798-411d7a90e40b" providerId="ADAL" clId="{62C3C50A-8F6F-452E-9B61-76AE53426CCC}" dt="2026-04-22T02:26:47.747" v="119" actId="20577"/>
          <ac:spMkLst>
            <pc:docMk/>
            <pc:sldMk cId="1882626912" sldId="263"/>
            <ac:spMk id="4" creationId="{3C8DC942-CF83-DD61-E780-544EC29BAD76}"/>
          </ac:spMkLst>
        </pc:spChg>
      </pc:sldChg>
      <pc:sldChg chg="add ord">
        <pc:chgData name="Zhang,Catherine (MED CDO) BII-CN-S" userId="97b6d1ea-f38e-4cdb-8798-411d7a90e40b" providerId="ADAL" clId="{62C3C50A-8F6F-452E-9B61-76AE53426CCC}" dt="2026-04-23T07:25:12.324" v="1533"/>
        <pc:sldMkLst>
          <pc:docMk/>
          <pc:sldMk cId="2663600804" sldId="274"/>
        </pc:sldMkLst>
      </pc:sldChg>
      <pc:sldChg chg="modSp add mod modAnim">
        <pc:chgData name="Zhang,Catherine (MED CDO) BII-CN-S" userId="97b6d1ea-f38e-4cdb-8798-411d7a90e40b" providerId="ADAL" clId="{62C3C50A-8F6F-452E-9B61-76AE53426CCC}" dt="2026-04-23T04:47:53.434" v="1339"/>
        <pc:sldMkLst>
          <pc:docMk/>
          <pc:sldMk cId="2264693789" sldId="281"/>
        </pc:sldMkLst>
        <pc:grpChg chg="mod">
          <ac:chgData name="Zhang,Catherine (MED CDO) BII-CN-S" userId="97b6d1ea-f38e-4cdb-8798-411d7a90e40b" providerId="ADAL" clId="{62C3C50A-8F6F-452E-9B61-76AE53426CCC}" dt="2026-04-22T05:03:28.824" v="601" actId="1076"/>
          <ac:grpSpMkLst>
            <pc:docMk/>
            <pc:sldMk cId="2264693789" sldId="281"/>
            <ac:grpSpMk id="26" creationId="{998B24DD-061A-8CAC-47D3-E22C35E2C5AD}"/>
          </ac:grpSpMkLst>
        </pc:grpChg>
        <pc:picChg chg="mod">
          <ac:chgData name="Zhang,Catherine (MED CDO) BII-CN-S" userId="97b6d1ea-f38e-4cdb-8798-411d7a90e40b" providerId="ADAL" clId="{62C3C50A-8F6F-452E-9B61-76AE53426CCC}" dt="2026-04-18T04:07:08.979" v="64" actId="1076"/>
          <ac:picMkLst>
            <pc:docMk/>
            <pc:sldMk cId="2264693789" sldId="281"/>
            <ac:picMk id="65" creationId="{E3687CC9-B5B6-1EDB-D56B-AAEAAF8F25E4}"/>
          </ac:picMkLst>
        </pc:picChg>
      </pc:sldChg>
      <pc:sldChg chg="add mod modShow">
        <pc:chgData name="Zhang,Catherine (MED CDO) BII-CN-S" userId="97b6d1ea-f38e-4cdb-8798-411d7a90e40b" providerId="ADAL" clId="{62C3C50A-8F6F-452E-9B61-76AE53426CCC}" dt="2026-04-22T04:54:14.482" v="541" actId="729"/>
        <pc:sldMkLst>
          <pc:docMk/>
          <pc:sldMk cId="3232417256" sldId="287"/>
        </pc:sldMkLst>
      </pc:sldChg>
      <pc:sldChg chg="modSp mod">
        <pc:chgData name="Zhang,Catherine (MED CDO) BII-CN-S" userId="97b6d1ea-f38e-4cdb-8798-411d7a90e40b" providerId="ADAL" clId="{62C3C50A-8F6F-452E-9B61-76AE53426CCC}" dt="2026-04-22T14:16:06.299" v="1217" actId="207"/>
        <pc:sldMkLst>
          <pc:docMk/>
          <pc:sldMk cId="1414502763" sldId="295"/>
        </pc:sldMkLst>
        <pc:spChg chg="mod">
          <ac:chgData name="Zhang,Catherine (MED CDO) BII-CN-S" userId="97b6d1ea-f38e-4cdb-8798-411d7a90e40b" providerId="ADAL" clId="{62C3C50A-8F6F-452E-9B61-76AE53426CCC}" dt="2026-04-22T14:16:06.299" v="1217" actId="207"/>
          <ac:spMkLst>
            <pc:docMk/>
            <pc:sldMk cId="1414502763" sldId="295"/>
            <ac:spMk id="16" creationId="{A53515F0-5B35-11E1-DBF4-B2CB40A47B68}"/>
          </ac:spMkLst>
        </pc:spChg>
      </pc:sldChg>
      <pc:sldChg chg="addSp delSp modSp add mod delAnim modAnim">
        <pc:chgData name="Zhang,Catherine (MED CDO) BII-CN-S" userId="97b6d1ea-f38e-4cdb-8798-411d7a90e40b" providerId="ADAL" clId="{62C3C50A-8F6F-452E-9B61-76AE53426CCC}" dt="2026-04-23T06:38:47.076" v="1494" actId="1036"/>
        <pc:sldMkLst>
          <pc:docMk/>
          <pc:sldMk cId="3169785294" sldId="319"/>
        </pc:sldMkLst>
        <pc:spChg chg="add mod">
          <ac:chgData name="Zhang,Catherine (MED CDO) BII-CN-S" userId="97b6d1ea-f38e-4cdb-8798-411d7a90e40b" providerId="ADAL" clId="{62C3C50A-8F6F-452E-9B61-76AE53426CCC}" dt="2026-04-23T06:34:23.838" v="1486" actId="20577"/>
          <ac:spMkLst>
            <pc:docMk/>
            <pc:sldMk cId="3169785294" sldId="319"/>
            <ac:spMk id="9" creationId="{CEC5BA6E-18E0-D131-56CC-3DD669ABE000}"/>
          </ac:spMkLst>
        </pc:spChg>
        <pc:spChg chg="add mod">
          <ac:chgData name="Zhang,Catherine (MED CDO) BII-CN-S" userId="97b6d1ea-f38e-4cdb-8798-411d7a90e40b" providerId="ADAL" clId="{62C3C50A-8F6F-452E-9B61-76AE53426CCC}" dt="2026-04-23T06:38:47.076" v="1494" actId="1036"/>
          <ac:spMkLst>
            <pc:docMk/>
            <pc:sldMk cId="3169785294" sldId="319"/>
            <ac:spMk id="10" creationId="{FA786202-BF89-27B9-16A3-B9C674EEBAED}"/>
          </ac:spMkLst>
        </pc:spChg>
        <pc:spChg chg="add mod">
          <ac:chgData name="Zhang,Catherine (MED CDO) BII-CN-S" userId="97b6d1ea-f38e-4cdb-8798-411d7a90e40b" providerId="ADAL" clId="{62C3C50A-8F6F-452E-9B61-76AE53426CCC}" dt="2026-04-23T06:37:43.899" v="1492" actId="1076"/>
          <ac:spMkLst>
            <pc:docMk/>
            <pc:sldMk cId="3169785294" sldId="319"/>
            <ac:spMk id="16" creationId="{DAE95049-1B05-89A2-00FF-E0AC6BFA8CB0}"/>
          </ac:spMkLst>
        </pc:spChg>
        <pc:graphicFrameChg chg="mod modGraphic">
          <ac:chgData name="Zhang,Catherine (MED CDO) BII-CN-S" userId="97b6d1ea-f38e-4cdb-8798-411d7a90e40b" providerId="ADAL" clId="{62C3C50A-8F6F-452E-9B61-76AE53426CCC}" dt="2026-04-23T06:14:09.285" v="1364" actId="14100"/>
          <ac:graphicFrameMkLst>
            <pc:docMk/>
            <pc:sldMk cId="3169785294" sldId="319"/>
            <ac:graphicFrameMk id="47" creationId="{DB7049DF-AB80-28B5-A3D5-0FD463329AE4}"/>
          </ac:graphicFrameMkLst>
        </pc:graphicFrameChg>
        <pc:graphicFrameChg chg="add del mod">
          <ac:chgData name="Zhang,Catherine (MED CDO) BII-CN-S" userId="97b6d1ea-f38e-4cdb-8798-411d7a90e40b" providerId="ADAL" clId="{62C3C50A-8F6F-452E-9B61-76AE53426CCC}" dt="2026-04-23T06:08:58.461" v="1347" actId="1076"/>
          <ac:graphicFrameMkLst>
            <pc:docMk/>
            <pc:sldMk cId="3169785294" sldId="319"/>
            <ac:graphicFrameMk id="72" creationId="{9EBD6441-70A2-43AA-F2DF-D3AAA82410AE}"/>
          </ac:graphicFrameMkLst>
        </pc:graphicFrameChg>
        <pc:graphicFrameChg chg="mod modGraphic">
          <ac:chgData name="Zhang,Catherine (MED CDO) BII-CN-S" userId="97b6d1ea-f38e-4cdb-8798-411d7a90e40b" providerId="ADAL" clId="{62C3C50A-8F6F-452E-9B61-76AE53426CCC}" dt="2026-04-23T06:09:04.723" v="1349" actId="14100"/>
          <ac:graphicFrameMkLst>
            <pc:docMk/>
            <pc:sldMk cId="3169785294" sldId="319"/>
            <ac:graphicFrameMk id="73" creationId="{7F7B30DF-C02F-49C5-C465-9311CF774B4A}"/>
          </ac:graphicFrameMkLst>
        </pc:graphicFrameChg>
      </pc:sldChg>
      <pc:sldChg chg="modSp mod">
        <pc:chgData name="Zhang,Catherine (MED CDO) BII-CN-S" userId="97b6d1ea-f38e-4cdb-8798-411d7a90e40b" providerId="ADAL" clId="{62C3C50A-8F6F-452E-9B61-76AE53426CCC}" dt="2026-04-14T07:47:13.552" v="23" actId="20577"/>
        <pc:sldMkLst>
          <pc:docMk/>
          <pc:sldMk cId="3380180432" sldId="9849"/>
        </pc:sldMkLst>
        <pc:spChg chg="mod">
          <ac:chgData name="Zhang,Catherine (MED CDO) BII-CN-S" userId="97b6d1ea-f38e-4cdb-8798-411d7a90e40b" providerId="ADAL" clId="{62C3C50A-8F6F-452E-9B61-76AE53426CCC}" dt="2026-04-14T07:47:13.552" v="23" actId="20577"/>
          <ac:spMkLst>
            <pc:docMk/>
            <pc:sldMk cId="3380180432" sldId="9849"/>
            <ac:spMk id="3" creationId="{692796CB-E2C8-8508-DF5A-FC10693F0AFB}"/>
          </ac:spMkLst>
        </pc:spChg>
      </pc:sldChg>
      <pc:sldChg chg="add mod modShow">
        <pc:chgData name="Zhang,Catherine (MED CDO) BII-CN-S" userId="97b6d1ea-f38e-4cdb-8798-411d7a90e40b" providerId="ADAL" clId="{62C3C50A-8F6F-452E-9B61-76AE53426CCC}" dt="2026-04-22T04:54:14.482" v="541" actId="729"/>
        <pc:sldMkLst>
          <pc:docMk/>
          <pc:sldMk cId="479813433" sldId="2147474460"/>
        </pc:sldMkLst>
      </pc:sldChg>
      <pc:sldChg chg="addSp modSp add mod modShow">
        <pc:chgData name="Zhang,Catherine (MED CDO) BII-CN-S" userId="97b6d1ea-f38e-4cdb-8798-411d7a90e40b" providerId="ADAL" clId="{62C3C50A-8F6F-452E-9B61-76AE53426CCC}" dt="2026-04-23T06:56:06.799" v="1530" actId="14100"/>
        <pc:sldMkLst>
          <pc:docMk/>
          <pc:sldMk cId="753857413" sldId="2147474505"/>
        </pc:sldMkLst>
        <pc:graphicFrameChg chg="mod modGraphic">
          <ac:chgData name="Zhang,Catherine (MED CDO) BII-CN-S" userId="97b6d1ea-f38e-4cdb-8798-411d7a90e40b" providerId="ADAL" clId="{62C3C50A-8F6F-452E-9B61-76AE53426CCC}" dt="2026-04-23T06:49:23.821" v="1519" actId="14734"/>
          <ac:graphicFrameMkLst>
            <pc:docMk/>
            <pc:sldMk cId="753857413" sldId="2147474505"/>
            <ac:graphicFrameMk id="6" creationId="{33DFB28C-13AB-1044-42B0-62B0AE4A8E16}"/>
          </ac:graphicFrameMkLst>
        </pc:graphicFrameChg>
        <pc:picChg chg="add mod">
          <ac:chgData name="Zhang,Catherine (MED CDO) BII-CN-S" userId="97b6d1ea-f38e-4cdb-8798-411d7a90e40b" providerId="ADAL" clId="{62C3C50A-8F6F-452E-9B61-76AE53426CCC}" dt="2026-04-23T06:56:06.799" v="1530" actId="14100"/>
          <ac:picMkLst>
            <pc:docMk/>
            <pc:sldMk cId="753857413" sldId="2147474505"/>
            <ac:picMk id="3" creationId="{65E2A933-C88A-F2FB-A0AE-593043FF4F62}"/>
          </ac:picMkLst>
        </pc:picChg>
      </pc:sldChg>
      <pc:sldChg chg="modSp mod">
        <pc:chgData name="Zhang,Catherine (MED CDO) BII-CN-S" userId="97b6d1ea-f38e-4cdb-8798-411d7a90e40b" providerId="ADAL" clId="{62C3C50A-8F6F-452E-9B61-76AE53426CCC}" dt="2026-04-22T02:50:56.064" v="147" actId="20577"/>
        <pc:sldMkLst>
          <pc:docMk/>
          <pc:sldMk cId="3270620295" sldId="2147480602"/>
        </pc:sldMkLst>
        <pc:spChg chg="mod">
          <ac:chgData name="Zhang,Catherine (MED CDO) BII-CN-S" userId="97b6d1ea-f38e-4cdb-8798-411d7a90e40b" providerId="ADAL" clId="{62C3C50A-8F6F-452E-9B61-76AE53426CCC}" dt="2026-04-22T02:50:56.064" v="147" actId="20577"/>
          <ac:spMkLst>
            <pc:docMk/>
            <pc:sldMk cId="3270620295" sldId="2147480602"/>
            <ac:spMk id="3" creationId="{5938E29C-F971-3DD1-7B53-EDA5E4FE3087}"/>
          </ac:spMkLst>
        </pc:spChg>
      </pc:sldChg>
      <pc:sldChg chg="mod modShow">
        <pc:chgData name="Zhang,Catherine (MED CDO) BII-CN-S" userId="97b6d1ea-f38e-4cdb-8798-411d7a90e40b" providerId="ADAL" clId="{62C3C50A-8F6F-452E-9B61-76AE53426CCC}" dt="2026-04-22T02:51:41.265" v="149" actId="729"/>
        <pc:sldMkLst>
          <pc:docMk/>
          <pc:sldMk cId="2404013576" sldId="2147483635"/>
        </pc:sldMkLst>
      </pc:sldChg>
    </pc:docChg>
  </pc:docChgLst>
  <pc:docChgLst>
    <pc:chgData name="Tian,Liqun (HP Medicine) BII-CN-S" userId="S::liqun.tian@boehringer-ingelheim.com::5424a580-e195-4277-8a43-0a39a25c1936" providerId="AD" clId="Web-{BBB9BBA5-467F-9D5C-2783-47A3E156D53E}"/>
    <pc:docChg chg="addSld delSld addMainMaster modMainMaster">
      <pc:chgData name="Tian,Liqun (HP Medicine) BII-CN-S" userId="S::liqun.tian@boehringer-ingelheim.com::5424a580-e195-4277-8a43-0a39a25c1936" providerId="AD" clId="Web-{BBB9BBA5-467F-9D5C-2783-47A3E156D53E}" dt="2026-04-20T06:01:37.789" v="2"/>
      <pc:docMkLst>
        <pc:docMk/>
      </pc:docMkLst>
      <pc:sldChg chg="add">
        <pc:chgData name="Tian,Liqun (HP Medicine) BII-CN-S" userId="S::liqun.tian@boehringer-ingelheim.com::5424a580-e195-4277-8a43-0a39a25c1936" providerId="AD" clId="Web-{BBB9BBA5-467F-9D5C-2783-47A3E156D53E}" dt="2026-04-20T06:01:24.664" v="0"/>
        <pc:sldMkLst>
          <pc:docMk/>
          <pc:sldMk cId="2359579198" sldId="267"/>
        </pc:sldMkLst>
      </pc:sldChg>
      <pc:sldChg chg="add">
        <pc:chgData name="Tian,Liqun (HP Medicine) BII-CN-S" userId="S::liqun.tian@boehringer-ingelheim.com::5424a580-e195-4277-8a43-0a39a25c1936" providerId="AD" clId="Web-{BBB9BBA5-467F-9D5C-2783-47A3E156D53E}" dt="2026-04-20T06:01:24.851" v="1"/>
        <pc:sldMkLst>
          <pc:docMk/>
          <pc:sldMk cId="1169868289" sldId="268"/>
        </pc:sldMkLst>
      </pc:sldChg>
      <pc:sldMasterChg chg="add addSldLayout">
        <pc:chgData name="Tian,Liqun (HP Medicine) BII-CN-S" userId="S::liqun.tian@boehringer-ingelheim.com::5424a580-e195-4277-8a43-0a39a25c1936" providerId="AD" clId="Web-{BBB9BBA5-467F-9D5C-2783-47A3E156D53E}" dt="2026-04-20T06:01:24.664" v="0"/>
        <pc:sldMasterMkLst>
          <pc:docMk/>
          <pc:sldMasterMk cId="4197988272" sldId="2147483997"/>
        </pc:sldMasterMkLst>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221480338" sldId="2147483999"/>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3258588206" sldId="2147484000"/>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2441695538" sldId="2147484002"/>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274857151" sldId="2147484003"/>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3071588857" sldId="2147484004"/>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1740760818" sldId="2147484005"/>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78753049" sldId="2147484006"/>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3894581108" sldId="2147484007"/>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2960535292" sldId="2147484008"/>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722142908" sldId="2147484009"/>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2315168323" sldId="2147484011"/>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4144082099" sldId="2147484012"/>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3761205594" sldId="2147484013"/>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2397813815" sldId="2147484014"/>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1343166633" sldId="2147484015"/>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2942378129" sldId="2147484016"/>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226338268" sldId="2147484017"/>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958602713" sldId="2147484018"/>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2257557873" sldId="2147484019"/>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846777293" sldId="2147484020"/>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1352720506" sldId="2147484021"/>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3961571756" sldId="2147484022"/>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1846706948" sldId="2147484023"/>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1803689524" sldId="2147484024"/>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2794546559" sldId="2147484025"/>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534626194" sldId="2147484026"/>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2258466103" sldId="2147484027"/>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728067463" sldId="2147484028"/>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3944851594" sldId="2147484029"/>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2570294129" sldId="2147484030"/>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843756753" sldId="2147484032"/>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2182031421" sldId="2147484033"/>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4042597087" sldId="2147484034"/>
          </pc:sldLayoutMkLst>
        </pc:sldLayoutChg>
        <pc:sldLayoutChg chg="add">
          <pc:chgData name="Tian,Liqun (HP Medicine) BII-CN-S" userId="S::liqun.tian@boehringer-ingelheim.com::5424a580-e195-4277-8a43-0a39a25c1936" providerId="AD" clId="Web-{BBB9BBA5-467F-9D5C-2783-47A3E156D53E}" dt="2026-04-20T06:01:24.664" v="0"/>
          <pc:sldLayoutMkLst>
            <pc:docMk/>
            <pc:sldMasterMk cId="4197988272" sldId="2147483997"/>
            <pc:sldLayoutMk cId="2616787160" sldId="2147484035"/>
          </pc:sldLayoutMkLst>
        </pc:sldLayoutChg>
      </pc:sldMasterChg>
      <pc:sldMasterChg chg="replId modSldLayout">
        <pc:chgData name="Tian,Liqun (HP Medicine) BII-CN-S" userId="S::liqun.tian@boehringer-ingelheim.com::5424a580-e195-4277-8a43-0a39a25c1936" providerId="AD" clId="Web-{BBB9BBA5-467F-9D5C-2783-47A3E156D53E}" dt="2026-04-20T06:01:24.664" v="0"/>
        <pc:sldMasterMkLst>
          <pc:docMk/>
          <pc:sldMasterMk cId="1112941606" sldId="2147484099"/>
        </pc:sldMasterMkLst>
        <pc:sldLayoutChg chg="replId">
          <pc:chgData name="Tian,Liqun (HP Medicine) BII-CN-S" userId="S::liqun.tian@boehringer-ingelheim.com::5424a580-e195-4277-8a43-0a39a25c1936" providerId="AD" clId="Web-{BBB9BBA5-467F-9D5C-2783-47A3E156D53E}" dt="2026-04-20T06:01:24.664" v="0"/>
          <pc:sldLayoutMkLst>
            <pc:docMk/>
            <pc:sldMasterMk cId="1112941606" sldId="2147484099"/>
            <pc:sldLayoutMk cId="1463193968" sldId="2147484100"/>
          </pc:sldLayoutMkLst>
        </pc:sldLayoutChg>
      </pc:sldMasterChg>
    </pc:docChg>
  </pc:docChgLst>
  <pc:docChgLst>
    <pc:chgData name="Yu,Lijie (HP Medicine) BII-CN-B" userId="5479b5b4-4124-4b5d-9c67-2e53f75823f0" providerId="ADAL" clId="{11C0FE6A-8608-4BC0-BC69-299EE82F4A7B}"/>
    <pc:docChg chg="custSel modSld">
      <pc:chgData name="Yu,Lijie (HP Medicine) BII-CN-B" userId="5479b5b4-4124-4b5d-9c67-2e53f75823f0" providerId="ADAL" clId="{11C0FE6A-8608-4BC0-BC69-299EE82F4A7B}" dt="2026-04-23T01:27:57.491" v="102" actId="207"/>
      <pc:docMkLst>
        <pc:docMk/>
      </pc:docMkLst>
      <pc:sldChg chg="modSp mod">
        <pc:chgData name="Yu,Lijie (HP Medicine) BII-CN-B" userId="5479b5b4-4124-4b5d-9c67-2e53f75823f0" providerId="ADAL" clId="{11C0FE6A-8608-4BC0-BC69-299EE82F4A7B}" dt="2026-04-23T01:27:57.491" v="102" actId="207"/>
        <pc:sldMkLst>
          <pc:docMk/>
          <pc:sldMk cId="290897500" sldId="2147483646"/>
        </pc:sldMkLst>
        <pc:spChg chg="mod">
          <ac:chgData name="Yu,Lijie (HP Medicine) BII-CN-B" userId="5479b5b4-4124-4b5d-9c67-2e53f75823f0" providerId="ADAL" clId="{11C0FE6A-8608-4BC0-BC69-299EE82F4A7B}" dt="2026-04-23T01:27:57.491" v="102" actId="207"/>
          <ac:spMkLst>
            <pc:docMk/>
            <pc:sldMk cId="290897500" sldId="2147483646"/>
            <ac:spMk id="74" creationId="{DABF4C4A-7EFF-023A-B7E9-8C9FBC95435A}"/>
          </ac:spMkLst>
        </pc:spChg>
      </pc:sldChg>
    </pc:docChg>
  </pc:docChgLst>
  <pc:docChgLst>
    <pc:chgData clId="Web-{0987E43E-DF00-3FDD-1AE7-4ADFC503F5F8}"/>
    <pc:docChg chg="modSld">
      <pc:chgData name="" userId="" providerId="" clId="Web-{0987E43E-DF00-3FDD-1AE7-4ADFC503F5F8}" dt="2026-04-22T13:35:29.205" v="7" actId="20577"/>
      <pc:docMkLst>
        <pc:docMk/>
      </pc:docMkLst>
      <pc:sldChg chg="modSp">
        <pc:chgData name="" userId="" providerId="" clId="Web-{0987E43E-DF00-3FDD-1AE7-4ADFC503F5F8}" dt="2026-04-22T13:35:29.205" v="7" actId="20577"/>
        <pc:sldMkLst>
          <pc:docMk/>
          <pc:sldMk cId="290897500" sldId="2147483646"/>
        </pc:sldMkLst>
        <pc:spChg chg="mod">
          <ac:chgData name="" userId="" providerId="" clId="Web-{0987E43E-DF00-3FDD-1AE7-4ADFC503F5F8}" dt="2026-04-22T13:34:33.422" v="3" actId="20577"/>
          <ac:spMkLst>
            <pc:docMk/>
            <pc:sldMk cId="290897500" sldId="2147483646"/>
            <ac:spMk id="16" creationId="{830119CA-EC79-6A4A-B2AF-503587D4FDB9}"/>
          </ac:spMkLst>
        </pc:spChg>
        <pc:spChg chg="mod">
          <ac:chgData name="" userId="" providerId="" clId="Web-{0987E43E-DF00-3FDD-1AE7-4ADFC503F5F8}" dt="2026-04-22T13:35:29.205" v="7" actId="20577"/>
          <ac:spMkLst>
            <pc:docMk/>
            <pc:sldMk cId="290897500" sldId="2147483646"/>
            <ac:spMk id="24" creationId="{F3C1D377-CEAC-729F-1228-F3BEED1C971C}"/>
          </ac:spMkLst>
        </pc:spChg>
        <pc:spChg chg="mod">
          <ac:chgData name="" userId="" providerId="" clId="Web-{0987E43E-DF00-3FDD-1AE7-4ADFC503F5F8}" dt="2026-04-22T13:35:16.408" v="5" actId="20577"/>
          <ac:spMkLst>
            <pc:docMk/>
            <pc:sldMk cId="290897500" sldId="2147483646"/>
            <ac:spMk id="69" creationId="{D9E2A86C-D790-E9C2-8EB3-B5B940980EBE}"/>
          </ac:spMkLst>
        </pc:spChg>
      </pc:sldChg>
    </pc:docChg>
  </pc:docChgLst>
  <pc:docChgLst>
    <pc:chgData name="Xue,Nick (HP Medicine) BII-CN-S" userId="ffcf8106-b8a5-4477-9fcd-3abbfcb5a5a5" providerId="ADAL" clId="{AB9B9E80-A309-4362-9157-20E8FB9E270E}"/>
    <pc:docChg chg="undo custSel addSld delSld modSld sldOrd">
      <pc:chgData name="Xue,Nick (HP Medicine) BII-CN-S" userId="ffcf8106-b8a5-4477-9fcd-3abbfcb5a5a5" providerId="ADAL" clId="{AB9B9E80-A309-4362-9157-20E8FB9E270E}" dt="2026-04-23T05:48:41.653" v="758" actId="1038"/>
      <pc:docMkLst>
        <pc:docMk/>
      </pc:docMkLst>
      <pc:sldChg chg="modSp mod">
        <pc:chgData name="Xue,Nick (HP Medicine) BII-CN-S" userId="ffcf8106-b8a5-4477-9fcd-3abbfcb5a5a5" providerId="ADAL" clId="{AB9B9E80-A309-4362-9157-20E8FB9E270E}" dt="2026-04-22T02:43:22.828" v="508" actId="20577"/>
        <pc:sldMkLst>
          <pc:docMk/>
          <pc:sldMk cId="902218713" sldId="259"/>
        </pc:sldMkLst>
        <pc:spChg chg="mod">
          <ac:chgData name="Xue,Nick (HP Medicine) BII-CN-S" userId="ffcf8106-b8a5-4477-9fcd-3abbfcb5a5a5" providerId="ADAL" clId="{AB9B9E80-A309-4362-9157-20E8FB9E270E}" dt="2026-04-16T03:37:46.998" v="16"/>
          <ac:spMkLst>
            <pc:docMk/>
            <pc:sldMk cId="902218713" sldId="259"/>
            <ac:spMk id="310" creationId="{D95E6B5C-2B71-CF73-17B0-9C27E5338E59}"/>
          </ac:spMkLst>
        </pc:spChg>
        <pc:spChg chg="mod">
          <ac:chgData name="Xue,Nick (HP Medicine) BII-CN-S" userId="ffcf8106-b8a5-4477-9fcd-3abbfcb5a5a5" providerId="ADAL" clId="{AB9B9E80-A309-4362-9157-20E8FB9E270E}" dt="2026-04-22T02:43:22.828" v="508" actId="20577"/>
          <ac:spMkLst>
            <pc:docMk/>
            <pc:sldMk cId="902218713" sldId="259"/>
            <ac:spMk id="312" creationId="{01C1697E-1061-35BC-C35D-6229091AAE3E}"/>
          </ac:spMkLst>
        </pc:spChg>
      </pc:sldChg>
      <pc:sldChg chg="modSp mod">
        <pc:chgData name="Xue,Nick (HP Medicine) BII-CN-S" userId="ffcf8106-b8a5-4477-9fcd-3abbfcb5a5a5" providerId="ADAL" clId="{AB9B9E80-A309-4362-9157-20E8FB9E270E}" dt="2026-04-22T02:43:53.539" v="509" actId="14100"/>
        <pc:sldMkLst>
          <pc:docMk/>
          <pc:sldMk cId="1394665606" sldId="260"/>
        </pc:sldMkLst>
        <pc:spChg chg="mod">
          <ac:chgData name="Xue,Nick (HP Medicine) BII-CN-S" userId="ffcf8106-b8a5-4477-9fcd-3abbfcb5a5a5" providerId="ADAL" clId="{AB9B9E80-A309-4362-9157-20E8FB9E270E}" dt="2026-04-22T02:43:53.539" v="509" actId="14100"/>
          <ac:spMkLst>
            <pc:docMk/>
            <pc:sldMk cId="1394665606" sldId="260"/>
            <ac:spMk id="3" creationId="{0BFC238E-36C4-8E41-3B84-FDE5C6712C6F}"/>
          </ac:spMkLst>
        </pc:spChg>
        <pc:spChg chg="mod">
          <ac:chgData name="Xue,Nick (HP Medicine) BII-CN-S" userId="ffcf8106-b8a5-4477-9fcd-3abbfcb5a5a5" providerId="ADAL" clId="{AB9B9E80-A309-4362-9157-20E8FB9E270E}" dt="2026-04-16T05:29:49.593" v="86"/>
          <ac:spMkLst>
            <pc:docMk/>
            <pc:sldMk cId="1394665606" sldId="260"/>
            <ac:spMk id="310" creationId="{B945789E-8D4A-73F5-7A7E-613CACEA0B39}"/>
          </ac:spMkLst>
        </pc:spChg>
        <pc:grpChg chg="mod">
          <ac:chgData name="Xue,Nick (HP Medicine) BII-CN-S" userId="ffcf8106-b8a5-4477-9fcd-3abbfcb5a5a5" providerId="ADAL" clId="{AB9B9E80-A309-4362-9157-20E8FB9E270E}" dt="2026-04-21T02:40:46.260" v="216" actId="14100"/>
          <ac:grpSpMkLst>
            <pc:docMk/>
            <pc:sldMk cId="1394665606" sldId="260"/>
            <ac:grpSpMk id="4" creationId="{BB766852-7EF2-6324-E242-C5D10A068957}"/>
          </ac:grpSpMkLst>
        </pc:grpChg>
      </pc:sldChg>
      <pc:sldChg chg="modSp mod">
        <pc:chgData name="Xue,Nick (HP Medicine) BII-CN-S" userId="ffcf8106-b8a5-4477-9fcd-3abbfcb5a5a5" providerId="ADAL" clId="{AB9B9E80-A309-4362-9157-20E8FB9E270E}" dt="2026-04-21T02:47:13.579" v="345" actId="1037"/>
        <pc:sldMkLst>
          <pc:docMk/>
          <pc:sldMk cId="2205640696" sldId="262"/>
        </pc:sldMkLst>
        <pc:spChg chg="mod">
          <ac:chgData name="Xue,Nick (HP Medicine) BII-CN-S" userId="ffcf8106-b8a5-4477-9fcd-3abbfcb5a5a5" providerId="ADAL" clId="{AB9B9E80-A309-4362-9157-20E8FB9E270E}" dt="2026-04-21T02:45:36.229" v="307" actId="1076"/>
          <ac:spMkLst>
            <pc:docMk/>
            <pc:sldMk cId="2205640696" sldId="262"/>
            <ac:spMk id="4" creationId="{455E2CCA-2E67-6C28-B5BE-D64FA74E21B3}"/>
          </ac:spMkLst>
        </pc:spChg>
        <pc:spChg chg="mod">
          <ac:chgData name="Xue,Nick (HP Medicine) BII-CN-S" userId="ffcf8106-b8a5-4477-9fcd-3abbfcb5a5a5" providerId="ADAL" clId="{AB9B9E80-A309-4362-9157-20E8FB9E270E}" dt="2026-04-21T01:34:55.530" v="182" actId="20577"/>
          <ac:spMkLst>
            <pc:docMk/>
            <pc:sldMk cId="2205640696" sldId="262"/>
            <ac:spMk id="13" creationId="{F6156595-C1DB-93D0-D1B6-778B76273E16}"/>
          </ac:spMkLst>
        </pc:spChg>
        <pc:spChg chg="mod">
          <ac:chgData name="Xue,Nick (HP Medicine) BII-CN-S" userId="ffcf8106-b8a5-4477-9fcd-3abbfcb5a5a5" providerId="ADAL" clId="{AB9B9E80-A309-4362-9157-20E8FB9E270E}" dt="2026-04-21T01:39:28.174" v="185" actId="12"/>
          <ac:spMkLst>
            <pc:docMk/>
            <pc:sldMk cId="2205640696" sldId="262"/>
            <ac:spMk id="15" creationId="{5C12B3F7-843F-F957-15E0-8E2B3723EAE3}"/>
          </ac:spMkLst>
        </pc:spChg>
        <pc:spChg chg="mod">
          <ac:chgData name="Xue,Nick (HP Medicine) BII-CN-S" userId="ffcf8106-b8a5-4477-9fcd-3abbfcb5a5a5" providerId="ADAL" clId="{AB9B9E80-A309-4362-9157-20E8FB9E270E}" dt="2026-04-21T02:47:05.358" v="340" actId="1037"/>
          <ac:spMkLst>
            <pc:docMk/>
            <pc:sldMk cId="2205640696" sldId="262"/>
            <ac:spMk id="65" creationId="{47B65194-CBA0-802E-B241-12F5C2B55F4F}"/>
          </ac:spMkLst>
        </pc:spChg>
        <pc:spChg chg="mod">
          <ac:chgData name="Xue,Nick (HP Medicine) BII-CN-S" userId="ffcf8106-b8a5-4477-9fcd-3abbfcb5a5a5" providerId="ADAL" clId="{AB9B9E80-A309-4362-9157-20E8FB9E270E}" dt="2026-04-21T02:45:47.271" v="316" actId="14100"/>
          <ac:spMkLst>
            <pc:docMk/>
            <pc:sldMk cId="2205640696" sldId="262"/>
            <ac:spMk id="72" creationId="{F16BA442-29D3-BA41-6AFF-E49A199B1EAF}"/>
          </ac:spMkLst>
        </pc:spChg>
        <pc:spChg chg="mod">
          <ac:chgData name="Xue,Nick (HP Medicine) BII-CN-S" userId="ffcf8106-b8a5-4477-9fcd-3abbfcb5a5a5" providerId="ADAL" clId="{AB9B9E80-A309-4362-9157-20E8FB9E270E}" dt="2026-04-21T02:45:58.039" v="332" actId="1037"/>
          <ac:spMkLst>
            <pc:docMk/>
            <pc:sldMk cId="2205640696" sldId="262"/>
            <ac:spMk id="101" creationId="{34F5A320-A993-35C5-D2DE-34E376B7C7AC}"/>
          </ac:spMkLst>
        </pc:spChg>
        <pc:spChg chg="mod">
          <ac:chgData name="Xue,Nick (HP Medicine) BII-CN-S" userId="ffcf8106-b8a5-4477-9fcd-3abbfcb5a5a5" providerId="ADAL" clId="{AB9B9E80-A309-4362-9157-20E8FB9E270E}" dt="2026-04-21T02:47:13.579" v="345" actId="1037"/>
          <ac:spMkLst>
            <pc:docMk/>
            <pc:sldMk cId="2205640696" sldId="262"/>
            <ac:spMk id="105" creationId="{50E4525B-B4B0-7816-750F-02D9270E575D}"/>
          </ac:spMkLst>
        </pc:spChg>
        <pc:spChg chg="mod">
          <ac:chgData name="Xue,Nick (HP Medicine) BII-CN-S" userId="ffcf8106-b8a5-4477-9fcd-3abbfcb5a5a5" providerId="ADAL" clId="{AB9B9E80-A309-4362-9157-20E8FB9E270E}" dt="2026-04-21T02:45:58.039" v="332" actId="1037"/>
          <ac:spMkLst>
            <pc:docMk/>
            <pc:sldMk cId="2205640696" sldId="262"/>
            <ac:spMk id="107" creationId="{27DF2C2F-67AB-5162-49A3-3D9A80683EE2}"/>
          </ac:spMkLst>
        </pc:spChg>
        <pc:grpChg chg="mod">
          <ac:chgData name="Xue,Nick (HP Medicine) BII-CN-S" userId="ffcf8106-b8a5-4477-9fcd-3abbfcb5a5a5" providerId="ADAL" clId="{AB9B9E80-A309-4362-9157-20E8FB9E270E}" dt="2026-04-21T02:46:15.366" v="335" actId="1076"/>
          <ac:grpSpMkLst>
            <pc:docMk/>
            <pc:sldMk cId="2205640696" sldId="262"/>
            <ac:grpSpMk id="20" creationId="{FED50B97-72B3-A55A-6C3E-39B4B2258A4A}"/>
          </ac:grpSpMkLst>
        </pc:grpChg>
        <pc:cxnChg chg="mod">
          <ac:chgData name="Xue,Nick (HP Medicine) BII-CN-S" userId="ffcf8106-b8a5-4477-9fcd-3abbfcb5a5a5" providerId="ADAL" clId="{AB9B9E80-A309-4362-9157-20E8FB9E270E}" dt="2026-04-21T02:45:39.638" v="314" actId="1076"/>
          <ac:cxnSpMkLst>
            <pc:docMk/>
            <pc:sldMk cId="2205640696" sldId="262"/>
            <ac:cxnSpMk id="25" creationId="{3121846E-226F-73D3-A101-C7F3E848B66D}"/>
          </ac:cxnSpMkLst>
        </pc:cxnChg>
      </pc:sldChg>
      <pc:sldChg chg="addSp delSp modSp add mod modShow">
        <pc:chgData name="Xue,Nick (HP Medicine) BII-CN-S" userId="ffcf8106-b8a5-4477-9fcd-3abbfcb5a5a5" providerId="ADAL" clId="{AB9B9E80-A309-4362-9157-20E8FB9E270E}" dt="2026-04-23T05:48:41.653" v="758" actId="1038"/>
        <pc:sldMkLst>
          <pc:docMk/>
          <pc:sldMk cId="3040692936" sldId="272"/>
        </pc:sldMkLst>
        <pc:spChg chg="mod">
          <ac:chgData name="Xue,Nick (HP Medicine) BII-CN-S" userId="ffcf8106-b8a5-4477-9fcd-3abbfcb5a5a5" providerId="ADAL" clId="{AB9B9E80-A309-4362-9157-20E8FB9E270E}" dt="2026-04-22T02:51:32.785" v="712" actId="14100"/>
          <ac:spMkLst>
            <pc:docMk/>
            <pc:sldMk cId="3040692936" sldId="272"/>
            <ac:spMk id="3" creationId="{2B3BB7C0-A23F-A163-A5DA-E0638D661693}"/>
          </ac:spMkLst>
        </pc:spChg>
        <pc:spChg chg="mod">
          <ac:chgData name="Xue,Nick (HP Medicine) BII-CN-S" userId="ffcf8106-b8a5-4477-9fcd-3abbfcb5a5a5" providerId="ADAL" clId="{AB9B9E80-A309-4362-9157-20E8FB9E270E}" dt="2026-04-22T02:51:24.368" v="709" actId="14100"/>
          <ac:spMkLst>
            <pc:docMk/>
            <pc:sldMk cId="3040692936" sldId="272"/>
            <ac:spMk id="6" creationId="{B4711344-95B2-F779-4F0F-EA7AAE70D5FC}"/>
          </ac:spMkLst>
        </pc:spChg>
        <pc:spChg chg="mod">
          <ac:chgData name="Xue,Nick (HP Medicine) BII-CN-S" userId="ffcf8106-b8a5-4477-9fcd-3abbfcb5a5a5" providerId="ADAL" clId="{AB9B9E80-A309-4362-9157-20E8FB9E270E}" dt="2026-04-21T02:42:44.250" v="221" actId="20577"/>
          <ac:spMkLst>
            <pc:docMk/>
            <pc:sldMk cId="3040692936" sldId="272"/>
            <ac:spMk id="7" creationId="{C7A1DD21-B573-E5E4-574D-B143BCB63EC0}"/>
          </ac:spMkLst>
        </pc:spChg>
        <pc:spChg chg="mod">
          <ac:chgData name="Xue,Nick (HP Medicine) BII-CN-S" userId="ffcf8106-b8a5-4477-9fcd-3abbfcb5a5a5" providerId="ADAL" clId="{AB9B9E80-A309-4362-9157-20E8FB9E270E}" dt="2026-04-22T02:51:46.748" v="751" actId="20577"/>
          <ac:spMkLst>
            <pc:docMk/>
            <pc:sldMk cId="3040692936" sldId="272"/>
            <ac:spMk id="8" creationId="{0E1504E3-857C-0DFD-D28D-D76074EBED71}"/>
          </ac:spMkLst>
        </pc:spChg>
        <pc:spChg chg="mod">
          <ac:chgData name="Xue,Nick (HP Medicine) BII-CN-S" userId="ffcf8106-b8a5-4477-9fcd-3abbfcb5a5a5" providerId="ADAL" clId="{AB9B9E80-A309-4362-9157-20E8FB9E270E}" dt="2026-04-22T02:47:29.413" v="609" actId="1076"/>
          <ac:spMkLst>
            <pc:docMk/>
            <pc:sldMk cId="3040692936" sldId="272"/>
            <ac:spMk id="10" creationId="{FC466EAF-86BA-737D-E62D-E16591DBDD74}"/>
          </ac:spMkLst>
        </pc:spChg>
        <pc:spChg chg="mod">
          <ac:chgData name="Xue,Nick (HP Medicine) BII-CN-S" userId="ffcf8106-b8a5-4477-9fcd-3abbfcb5a5a5" providerId="ADAL" clId="{AB9B9E80-A309-4362-9157-20E8FB9E270E}" dt="2026-04-22T02:51:37.629" v="740" actId="1037"/>
          <ac:spMkLst>
            <pc:docMk/>
            <pc:sldMk cId="3040692936" sldId="272"/>
            <ac:spMk id="11" creationId="{7CCB935E-E9D3-19DB-9E8E-989E65676781}"/>
          </ac:spMkLst>
        </pc:spChg>
        <pc:spChg chg="mod">
          <ac:chgData name="Xue,Nick (HP Medicine) BII-CN-S" userId="ffcf8106-b8a5-4477-9fcd-3abbfcb5a5a5" providerId="ADAL" clId="{AB9B9E80-A309-4362-9157-20E8FB9E270E}" dt="2026-04-22T02:51:37.629" v="740" actId="1037"/>
          <ac:spMkLst>
            <pc:docMk/>
            <pc:sldMk cId="3040692936" sldId="272"/>
            <ac:spMk id="12" creationId="{115E76FF-1505-525B-837A-62E670CE244A}"/>
          </ac:spMkLst>
        </pc:spChg>
        <pc:spChg chg="mod">
          <ac:chgData name="Xue,Nick (HP Medicine) BII-CN-S" userId="ffcf8106-b8a5-4477-9fcd-3abbfcb5a5a5" providerId="ADAL" clId="{AB9B9E80-A309-4362-9157-20E8FB9E270E}" dt="2026-04-22T02:48:11.856" v="629" actId="20577"/>
          <ac:spMkLst>
            <pc:docMk/>
            <pc:sldMk cId="3040692936" sldId="272"/>
            <ac:spMk id="14" creationId="{1EF0AA17-10AE-FAED-09E4-C688947383CA}"/>
          </ac:spMkLst>
        </pc:spChg>
        <pc:spChg chg="mod">
          <ac:chgData name="Xue,Nick (HP Medicine) BII-CN-S" userId="ffcf8106-b8a5-4477-9fcd-3abbfcb5a5a5" providerId="ADAL" clId="{AB9B9E80-A309-4362-9157-20E8FB9E270E}" dt="2026-04-22T02:47:34.595" v="611" actId="1076"/>
          <ac:spMkLst>
            <pc:docMk/>
            <pc:sldMk cId="3040692936" sldId="272"/>
            <ac:spMk id="17" creationId="{654CF06C-4F05-49E2-653C-2FAED13A8523}"/>
          </ac:spMkLst>
        </pc:spChg>
        <pc:spChg chg="add mod">
          <ac:chgData name="Xue,Nick (HP Medicine) BII-CN-S" userId="ffcf8106-b8a5-4477-9fcd-3abbfcb5a5a5" providerId="ADAL" clId="{AB9B9E80-A309-4362-9157-20E8FB9E270E}" dt="2026-04-22T02:51:05.706" v="699" actId="20577"/>
          <ac:spMkLst>
            <pc:docMk/>
            <pc:sldMk cId="3040692936" sldId="272"/>
            <ac:spMk id="18" creationId="{ADE547D5-1BE1-C40A-541F-1B95A76D3B2C}"/>
          </ac:spMkLst>
        </pc:spChg>
        <pc:spChg chg="mod">
          <ac:chgData name="Xue,Nick (HP Medicine) BII-CN-S" userId="ffcf8106-b8a5-4477-9fcd-3abbfcb5a5a5" providerId="ADAL" clId="{AB9B9E80-A309-4362-9157-20E8FB9E270E}" dt="2026-04-22T02:44:09.195" v="510" actId="14100"/>
          <ac:spMkLst>
            <pc:docMk/>
            <pc:sldMk cId="3040692936" sldId="272"/>
            <ac:spMk id="19" creationId="{63B00C02-16B8-08FD-DD6A-4B40B037C944}"/>
          </ac:spMkLst>
        </pc:spChg>
        <pc:spChg chg="mod">
          <ac:chgData name="Xue,Nick (HP Medicine) BII-CN-S" userId="ffcf8106-b8a5-4477-9fcd-3abbfcb5a5a5" providerId="ADAL" clId="{AB9B9E80-A309-4362-9157-20E8FB9E270E}" dt="2026-04-22T02:46:02.272" v="599" actId="1076"/>
          <ac:spMkLst>
            <pc:docMk/>
            <pc:sldMk cId="3040692936" sldId="272"/>
            <ac:spMk id="28" creationId="{2DA10A20-CBF3-D840-1321-A4AE21F546B1}"/>
          </ac:spMkLst>
        </pc:spChg>
        <pc:spChg chg="mod">
          <ac:chgData name="Xue,Nick (HP Medicine) BII-CN-S" userId="ffcf8106-b8a5-4477-9fcd-3abbfcb5a5a5" providerId="ADAL" clId="{AB9B9E80-A309-4362-9157-20E8FB9E270E}" dt="2026-04-22T02:51:09.951" v="700" actId="14100"/>
          <ac:spMkLst>
            <pc:docMk/>
            <pc:sldMk cId="3040692936" sldId="272"/>
            <ac:spMk id="240" creationId="{1DB804A0-7D01-7A61-2221-851B3C45C7FA}"/>
          </ac:spMkLst>
        </pc:spChg>
        <pc:spChg chg="mod">
          <ac:chgData name="Xue,Nick (HP Medicine) BII-CN-S" userId="ffcf8106-b8a5-4477-9fcd-3abbfcb5a5a5" providerId="ADAL" clId="{AB9B9E80-A309-4362-9157-20E8FB9E270E}" dt="2026-04-22T02:51:29.370" v="711" actId="14100"/>
          <ac:spMkLst>
            <pc:docMk/>
            <pc:sldMk cId="3040692936" sldId="272"/>
            <ac:spMk id="251" creationId="{1EABB166-949F-6716-CEB7-74AE0BFB183D}"/>
          </ac:spMkLst>
        </pc:spChg>
        <pc:spChg chg="mod">
          <ac:chgData name="Xue,Nick (HP Medicine) BII-CN-S" userId="ffcf8106-b8a5-4477-9fcd-3abbfcb5a5a5" providerId="ADAL" clId="{AB9B9E80-A309-4362-9157-20E8FB9E270E}" dt="2026-04-22T02:50:52.999" v="687" actId="1076"/>
          <ac:spMkLst>
            <pc:docMk/>
            <pc:sldMk cId="3040692936" sldId="272"/>
            <ac:spMk id="335" creationId="{13D57F86-7EB0-9FB8-6F10-8E09D5E07CA4}"/>
          </ac:spMkLst>
        </pc:spChg>
        <pc:spChg chg="mod">
          <ac:chgData name="Xue,Nick (HP Medicine) BII-CN-S" userId="ffcf8106-b8a5-4477-9fcd-3abbfcb5a5a5" providerId="ADAL" clId="{AB9B9E80-A309-4362-9157-20E8FB9E270E}" dt="2026-04-22T02:51:17.938" v="707" actId="1036"/>
          <ac:spMkLst>
            <pc:docMk/>
            <pc:sldMk cId="3040692936" sldId="272"/>
            <ac:spMk id="336" creationId="{3D94EE5F-C691-82A2-8219-A1398F74D64E}"/>
          </ac:spMkLst>
        </pc:spChg>
        <pc:spChg chg="mod">
          <ac:chgData name="Xue,Nick (HP Medicine) BII-CN-S" userId="ffcf8106-b8a5-4477-9fcd-3abbfcb5a5a5" providerId="ADAL" clId="{AB9B9E80-A309-4362-9157-20E8FB9E270E}" dt="2026-04-22T02:45:50.290" v="597" actId="20577"/>
          <ac:spMkLst>
            <pc:docMk/>
            <pc:sldMk cId="3040692936" sldId="272"/>
            <ac:spMk id="338" creationId="{019B47D0-6F87-E3B1-2BBD-01DC9DC083EE}"/>
          </ac:spMkLst>
        </pc:spChg>
        <pc:spChg chg="mod">
          <ac:chgData name="Xue,Nick (HP Medicine) BII-CN-S" userId="ffcf8106-b8a5-4477-9fcd-3abbfcb5a5a5" providerId="ADAL" clId="{AB9B9E80-A309-4362-9157-20E8FB9E270E}" dt="2026-04-22T02:47:46.543" v="619" actId="1076"/>
          <ac:spMkLst>
            <pc:docMk/>
            <pc:sldMk cId="3040692936" sldId="272"/>
            <ac:spMk id="341" creationId="{4F64EC34-7633-773C-3E2D-EAF8ADBE9B65}"/>
          </ac:spMkLst>
        </pc:spChg>
        <pc:spChg chg="mod">
          <ac:chgData name="Xue,Nick (HP Medicine) BII-CN-S" userId="ffcf8106-b8a5-4477-9fcd-3abbfcb5a5a5" providerId="ADAL" clId="{AB9B9E80-A309-4362-9157-20E8FB9E270E}" dt="2026-04-23T05:48:41.653" v="758" actId="1038"/>
          <ac:spMkLst>
            <pc:docMk/>
            <pc:sldMk cId="3040692936" sldId="272"/>
            <ac:spMk id="360" creationId="{987DEE07-21B6-8801-4FE1-2CB023F3325B}"/>
          </ac:spMkLst>
        </pc:spChg>
        <pc:grpChg chg="mod">
          <ac:chgData name="Xue,Nick (HP Medicine) BII-CN-S" userId="ffcf8106-b8a5-4477-9fcd-3abbfcb5a5a5" providerId="ADAL" clId="{AB9B9E80-A309-4362-9157-20E8FB9E270E}" dt="2026-04-22T02:48:01.473" v="620" actId="1076"/>
          <ac:grpSpMkLst>
            <pc:docMk/>
            <pc:sldMk cId="3040692936" sldId="272"/>
            <ac:grpSpMk id="13" creationId="{C0328AA8-4D68-6253-BA43-F006F44E0A9E}"/>
          </ac:grpSpMkLst>
        </pc:grpChg>
        <pc:grpChg chg="mod">
          <ac:chgData name="Xue,Nick (HP Medicine) BII-CN-S" userId="ffcf8106-b8a5-4477-9fcd-3abbfcb5a5a5" providerId="ADAL" clId="{AB9B9E80-A309-4362-9157-20E8FB9E270E}" dt="2026-04-22T02:45:09.738" v="561" actId="1038"/>
          <ac:grpSpMkLst>
            <pc:docMk/>
            <pc:sldMk cId="3040692936" sldId="272"/>
            <ac:grpSpMk id="337" creationId="{2B220E11-5451-5E58-90F0-C50585242078}"/>
          </ac:grpSpMkLst>
        </pc:grpChg>
        <pc:picChg chg="mod">
          <ac:chgData name="Xue,Nick (HP Medicine) BII-CN-S" userId="ffcf8106-b8a5-4477-9fcd-3abbfcb5a5a5" providerId="ADAL" clId="{AB9B9E80-A309-4362-9157-20E8FB9E270E}" dt="2026-04-22T02:47:31.794" v="610" actId="1076"/>
          <ac:picMkLst>
            <pc:docMk/>
            <pc:sldMk cId="3040692936" sldId="272"/>
            <ac:picMk id="9" creationId="{E5D75366-7F97-8356-9962-1504BDB40B49}"/>
          </ac:picMkLst>
        </pc:picChg>
        <pc:picChg chg="mod">
          <ac:chgData name="Xue,Nick (HP Medicine) BII-CN-S" userId="ffcf8106-b8a5-4477-9fcd-3abbfcb5a5a5" providerId="ADAL" clId="{AB9B9E80-A309-4362-9157-20E8FB9E270E}" dt="2026-04-22T02:45:02.708" v="537" actId="1038"/>
          <ac:picMkLst>
            <pc:docMk/>
            <pc:sldMk cId="3040692936" sldId="272"/>
            <ac:picMk id="27" creationId="{0FFAC42C-20C3-8B95-EC3F-25A755FD025E}"/>
          </ac:picMkLst>
        </pc:picChg>
      </pc:sldChg>
      <pc:sldChg chg="modSp mod">
        <pc:chgData name="Xue,Nick (HP Medicine) BII-CN-S" userId="ffcf8106-b8a5-4477-9fcd-3abbfcb5a5a5" providerId="ADAL" clId="{AB9B9E80-A309-4362-9157-20E8FB9E270E}" dt="2026-04-21T07:27:27.410" v="473" actId="1076"/>
        <pc:sldMkLst>
          <pc:docMk/>
          <pc:sldMk cId="2264693789" sldId="281"/>
        </pc:sldMkLst>
        <pc:spChg chg="mod">
          <ac:chgData name="Xue,Nick (HP Medicine) BII-CN-S" userId="ffcf8106-b8a5-4477-9fcd-3abbfcb5a5a5" providerId="ADAL" clId="{AB9B9E80-A309-4362-9157-20E8FB9E270E}" dt="2026-04-21T07:27:27.410" v="473" actId="1076"/>
          <ac:spMkLst>
            <pc:docMk/>
            <pc:sldMk cId="2264693789" sldId="281"/>
            <ac:spMk id="30" creationId="{F00AF97A-AF7A-C8EA-DC90-8701A429647F}"/>
          </ac:spMkLst>
        </pc:spChg>
      </pc:sldChg>
      <pc:sldChg chg="modSp add mod modShow">
        <pc:chgData name="Xue,Nick (HP Medicine) BII-CN-S" userId="ffcf8106-b8a5-4477-9fcd-3abbfcb5a5a5" providerId="ADAL" clId="{AB9B9E80-A309-4362-9157-20E8FB9E270E}" dt="2026-04-21T02:38:32.627" v="188" actId="729"/>
        <pc:sldMkLst>
          <pc:docMk/>
          <pc:sldMk cId="1281697797" sldId="316"/>
        </pc:sldMkLst>
        <pc:spChg chg="mod">
          <ac:chgData name="Xue,Nick (HP Medicine) BII-CN-S" userId="ffcf8106-b8a5-4477-9fcd-3abbfcb5a5a5" providerId="ADAL" clId="{AB9B9E80-A309-4362-9157-20E8FB9E270E}" dt="2026-04-21T01:28:21.679" v="107"/>
          <ac:spMkLst>
            <pc:docMk/>
            <pc:sldMk cId="1281697797" sldId="316"/>
            <ac:spMk id="16" creationId="{9B9FC5D5-D832-49D0-EE2C-29C27CA2E669}"/>
          </ac:spMkLst>
        </pc:spChg>
      </pc:sldChg>
      <pc:sldChg chg="modSp add">
        <pc:chgData name="Xue,Nick (HP Medicine) BII-CN-S" userId="ffcf8106-b8a5-4477-9fcd-3abbfcb5a5a5" providerId="ADAL" clId="{AB9B9E80-A309-4362-9157-20E8FB9E270E}" dt="2026-04-21T01:28:21.679" v="107"/>
        <pc:sldMkLst>
          <pc:docMk/>
          <pc:sldMk cId="621175811" sldId="317"/>
        </pc:sldMkLst>
        <pc:spChg chg="mod">
          <ac:chgData name="Xue,Nick (HP Medicine) BII-CN-S" userId="ffcf8106-b8a5-4477-9fcd-3abbfcb5a5a5" providerId="ADAL" clId="{AB9B9E80-A309-4362-9157-20E8FB9E270E}" dt="2026-04-21T01:28:21.679" v="107"/>
          <ac:spMkLst>
            <pc:docMk/>
            <pc:sldMk cId="621175811" sldId="317"/>
            <ac:spMk id="16" creationId="{03496D23-3084-D663-4B61-D2B40F6C5E87}"/>
          </ac:spMkLst>
        </pc:spChg>
      </pc:sldChg>
      <pc:sldChg chg="modSp mod">
        <pc:chgData name="Xue,Nick (HP Medicine) BII-CN-S" userId="ffcf8106-b8a5-4477-9fcd-3abbfcb5a5a5" providerId="ADAL" clId="{AB9B9E80-A309-4362-9157-20E8FB9E270E}" dt="2026-04-22T02:58:19.893" v="754" actId="122"/>
        <pc:sldMkLst>
          <pc:docMk/>
          <pc:sldMk cId="1454401128" sldId="2145705934"/>
        </pc:sldMkLst>
        <pc:spChg chg="mod">
          <ac:chgData name="Xue,Nick (HP Medicine) BII-CN-S" userId="ffcf8106-b8a5-4477-9fcd-3abbfcb5a5a5" providerId="ADAL" clId="{AB9B9E80-A309-4362-9157-20E8FB9E270E}" dt="2026-04-22T02:58:19.893" v="754" actId="122"/>
          <ac:spMkLst>
            <pc:docMk/>
            <pc:sldMk cId="1454401128" sldId="2145705934"/>
            <ac:spMk id="3" creationId="{632899E4-3943-520D-BF2D-4EDB0BA1DFF9}"/>
          </ac:spMkLst>
        </pc:spChg>
      </pc:sldChg>
      <pc:sldChg chg="modSp mod">
        <pc:chgData name="Xue,Nick (HP Medicine) BII-CN-S" userId="ffcf8106-b8a5-4477-9fcd-3abbfcb5a5a5" providerId="ADAL" clId="{AB9B9E80-A309-4362-9157-20E8FB9E270E}" dt="2026-04-22T02:42:38.005" v="492" actId="14100"/>
        <pc:sldMkLst>
          <pc:docMk/>
          <pc:sldMk cId="2005932765" sldId="2147374121"/>
        </pc:sldMkLst>
        <pc:spChg chg="mod">
          <ac:chgData name="Xue,Nick (HP Medicine) BII-CN-S" userId="ffcf8106-b8a5-4477-9fcd-3abbfcb5a5a5" providerId="ADAL" clId="{AB9B9E80-A309-4362-9157-20E8FB9E270E}" dt="2026-04-22T02:42:38.005" v="492" actId="14100"/>
          <ac:spMkLst>
            <pc:docMk/>
            <pc:sldMk cId="2005932765" sldId="2147374121"/>
            <ac:spMk id="8" creationId="{FF471524-0D0D-EB75-803B-E85D8F302479}"/>
          </ac:spMkLst>
        </pc:spChg>
      </pc:sldChg>
      <pc:sldChg chg="modSp add del">
        <pc:chgData name="Xue,Nick (HP Medicine) BII-CN-S" userId="ffcf8106-b8a5-4477-9fcd-3abbfcb5a5a5" providerId="ADAL" clId="{AB9B9E80-A309-4362-9157-20E8FB9E270E}" dt="2026-04-21T02:54:44.168" v="347" actId="2696"/>
        <pc:sldMkLst>
          <pc:docMk/>
          <pc:sldMk cId="479813433" sldId="2147474460"/>
        </pc:sldMkLst>
        <pc:spChg chg="mod">
          <ac:chgData name="Xue,Nick (HP Medicine) BII-CN-S" userId="ffcf8106-b8a5-4477-9fcd-3abbfcb5a5a5" providerId="ADAL" clId="{AB9B9E80-A309-4362-9157-20E8FB9E270E}" dt="2026-04-21T02:53:45.304" v="346"/>
          <ac:spMkLst>
            <pc:docMk/>
            <pc:sldMk cId="479813433" sldId="2147474460"/>
            <ac:spMk id="5" creationId="{E91A8C43-BBA9-EA6D-04F1-82F4AC515F1E}"/>
          </ac:spMkLst>
        </pc:spChg>
      </pc:sldChg>
      <pc:sldChg chg="modSp mod">
        <pc:chgData name="Xue,Nick (HP Medicine) BII-CN-S" userId="ffcf8106-b8a5-4477-9fcd-3abbfcb5a5a5" providerId="ADAL" clId="{AB9B9E80-A309-4362-9157-20E8FB9E270E}" dt="2026-04-21T01:33:35.559" v="112" actId="14100"/>
        <pc:sldMkLst>
          <pc:docMk/>
          <pc:sldMk cId="3270620295" sldId="2147480602"/>
        </pc:sldMkLst>
        <pc:spChg chg="mod">
          <ac:chgData name="Xue,Nick (HP Medicine) BII-CN-S" userId="ffcf8106-b8a5-4477-9fcd-3abbfcb5a5a5" providerId="ADAL" clId="{AB9B9E80-A309-4362-9157-20E8FB9E270E}" dt="2026-04-21T01:33:35.559" v="112" actId="14100"/>
          <ac:spMkLst>
            <pc:docMk/>
            <pc:sldMk cId="3270620295" sldId="2147480602"/>
            <ac:spMk id="3" creationId="{5938E29C-F971-3DD1-7B53-EDA5E4FE3087}"/>
          </ac:spMkLst>
        </pc:spChg>
      </pc:sldChg>
    </pc:docChg>
  </pc:docChgLst>
  <pc:docChgLst>
    <pc:chgData name="Zhang,Catherine (MED CDO) BII-CN-S" userId="S::catherine.zhang@boehringer-ingelheim.com::97b6d1ea-f38e-4cdb-8798-411d7a90e40b" providerId="AD" clId="Web-{A9A6D66A-2121-1B7C-E158-312A0F3E450A}"/>
    <pc:docChg chg="addSld delSld modSld">
      <pc:chgData name="Zhang,Catherine (MED CDO) BII-CN-S" userId="S::catherine.zhang@boehringer-ingelheim.com::97b6d1ea-f38e-4cdb-8798-411d7a90e40b" providerId="AD" clId="Web-{A9A6D66A-2121-1B7C-E158-312A0F3E450A}" dt="2026-04-23T03:26:00.601" v="72"/>
      <pc:docMkLst>
        <pc:docMk/>
      </pc:docMkLst>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1.xm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embeddings/oleObject2.bin"/></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embeddings/oleObject3.bin"/></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a:t>Beamion LUNG-3 Global Recruitment</a:t>
            </a:r>
            <a:r>
              <a:rPr lang="en-GB" baseline="0"/>
              <a:t> Projections</a:t>
            </a:r>
            <a:endParaRPr lang="en-GB"/>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GB"/>
        </a:p>
      </c:txPr>
    </c:title>
    <c:autoTitleDeleted val="0"/>
    <c:plotArea>
      <c:layout/>
      <c:barChart>
        <c:barDir val="col"/>
        <c:grouping val="clustered"/>
        <c:varyColors val="0"/>
        <c:ser>
          <c:idx val="0"/>
          <c:order val="0"/>
          <c:tx>
            <c:strRef>
              <c:f>'1479-0032 Initiation and recrui'!$L$1:$L$2</c:f>
              <c:strCache>
                <c:ptCount val="2"/>
                <c:pt idx="0">
                  <c:v>Recruitment - planned</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'1479-0032 Initiation and recrui'!$K$3:$K$50</c:f>
              <c:numCache>
                <c:formatCode>mmm\-yy</c:formatCode>
                <c:ptCount val="48"/>
                <c:pt idx="0">
                  <c:v>45992</c:v>
                </c:pt>
                <c:pt idx="1">
                  <c:v>46023</c:v>
                </c:pt>
                <c:pt idx="2">
                  <c:v>46054</c:v>
                </c:pt>
                <c:pt idx="3">
                  <c:v>46082</c:v>
                </c:pt>
                <c:pt idx="4">
                  <c:v>46113</c:v>
                </c:pt>
                <c:pt idx="5">
                  <c:v>46143</c:v>
                </c:pt>
                <c:pt idx="6">
                  <c:v>46174</c:v>
                </c:pt>
                <c:pt idx="7">
                  <c:v>46204</c:v>
                </c:pt>
                <c:pt idx="8">
                  <c:v>46235</c:v>
                </c:pt>
                <c:pt idx="9">
                  <c:v>46266</c:v>
                </c:pt>
                <c:pt idx="10">
                  <c:v>46296</c:v>
                </c:pt>
                <c:pt idx="11">
                  <c:v>46327</c:v>
                </c:pt>
                <c:pt idx="12">
                  <c:v>46357</c:v>
                </c:pt>
                <c:pt idx="13">
                  <c:v>46388</c:v>
                </c:pt>
                <c:pt idx="14">
                  <c:v>46419</c:v>
                </c:pt>
                <c:pt idx="15">
                  <c:v>46447</c:v>
                </c:pt>
                <c:pt idx="16">
                  <c:v>46478</c:v>
                </c:pt>
                <c:pt idx="17">
                  <c:v>46508</c:v>
                </c:pt>
                <c:pt idx="18">
                  <c:v>46539</c:v>
                </c:pt>
                <c:pt idx="19">
                  <c:v>46569</c:v>
                </c:pt>
                <c:pt idx="20">
                  <c:v>46600</c:v>
                </c:pt>
                <c:pt idx="21">
                  <c:v>46631</c:v>
                </c:pt>
                <c:pt idx="22">
                  <c:v>46661</c:v>
                </c:pt>
                <c:pt idx="23">
                  <c:v>46692</c:v>
                </c:pt>
                <c:pt idx="24">
                  <c:v>46722</c:v>
                </c:pt>
                <c:pt idx="25">
                  <c:v>46753</c:v>
                </c:pt>
                <c:pt idx="26">
                  <c:v>46784</c:v>
                </c:pt>
                <c:pt idx="27">
                  <c:v>46813</c:v>
                </c:pt>
                <c:pt idx="28">
                  <c:v>46844</c:v>
                </c:pt>
                <c:pt idx="29">
                  <c:v>46874</c:v>
                </c:pt>
                <c:pt idx="30">
                  <c:v>46905</c:v>
                </c:pt>
                <c:pt idx="31">
                  <c:v>46935</c:v>
                </c:pt>
                <c:pt idx="32">
                  <c:v>46966</c:v>
                </c:pt>
                <c:pt idx="33">
                  <c:v>46997</c:v>
                </c:pt>
                <c:pt idx="34">
                  <c:v>47027</c:v>
                </c:pt>
                <c:pt idx="35">
                  <c:v>47058</c:v>
                </c:pt>
                <c:pt idx="36">
                  <c:v>47088</c:v>
                </c:pt>
                <c:pt idx="37">
                  <c:v>47119</c:v>
                </c:pt>
                <c:pt idx="38">
                  <c:v>47150</c:v>
                </c:pt>
                <c:pt idx="39">
                  <c:v>47178</c:v>
                </c:pt>
                <c:pt idx="40">
                  <c:v>47209</c:v>
                </c:pt>
                <c:pt idx="41">
                  <c:v>47239</c:v>
                </c:pt>
                <c:pt idx="42">
                  <c:v>47270</c:v>
                </c:pt>
                <c:pt idx="43">
                  <c:v>47300</c:v>
                </c:pt>
                <c:pt idx="44">
                  <c:v>47331</c:v>
                </c:pt>
                <c:pt idx="45">
                  <c:v>47362</c:v>
                </c:pt>
                <c:pt idx="46">
                  <c:v>47392</c:v>
                </c:pt>
                <c:pt idx="47">
                  <c:v>47423</c:v>
                </c:pt>
              </c:numCache>
            </c:numRef>
          </c:cat>
          <c:val>
            <c:numRef>
              <c:f>'1479-0032 Initiation and recrui'!$L$3:$L$50</c:f>
              <c:numCache>
                <c:formatCode>0</c:formatCode>
                <c:ptCount val="48"/>
                <c:pt idx="0">
                  <c:v>0.36</c:v>
                </c:pt>
                <c:pt idx="1">
                  <c:v>0</c:v>
                </c:pt>
                <c:pt idx="2">
                  <c:v>1</c:v>
                </c:pt>
                <c:pt idx="3">
                  <c:v>3</c:v>
                </c:pt>
                <c:pt idx="4">
                  <c:v>8.3550000000000004</c:v>
                </c:pt>
                <c:pt idx="5">
                  <c:v>14.475000000000001</c:v>
                </c:pt>
                <c:pt idx="6">
                  <c:v>21.36</c:v>
                </c:pt>
                <c:pt idx="7">
                  <c:v>28.83</c:v>
                </c:pt>
                <c:pt idx="8">
                  <c:v>36.879999999999995</c:v>
                </c:pt>
                <c:pt idx="9">
                  <c:v>45.62</c:v>
                </c:pt>
                <c:pt idx="10">
                  <c:v>54.635999999999996</c:v>
                </c:pt>
                <c:pt idx="11">
                  <c:v>63.927999999999997</c:v>
                </c:pt>
                <c:pt idx="12">
                  <c:v>73.311999999999998</c:v>
                </c:pt>
                <c:pt idx="13">
                  <c:v>82.695999999999998</c:v>
                </c:pt>
                <c:pt idx="14">
                  <c:v>92.08</c:v>
                </c:pt>
                <c:pt idx="15">
                  <c:v>101.464</c:v>
                </c:pt>
                <c:pt idx="16">
                  <c:v>110.848</c:v>
                </c:pt>
                <c:pt idx="17">
                  <c:v>120.232</c:v>
                </c:pt>
                <c:pt idx="18">
                  <c:v>129.61599999999999</c:v>
                </c:pt>
                <c:pt idx="19">
                  <c:v>139</c:v>
                </c:pt>
                <c:pt idx="20">
                  <c:v>148.38400000000001</c:v>
                </c:pt>
                <c:pt idx="21">
                  <c:v>157.76800000000003</c:v>
                </c:pt>
                <c:pt idx="22">
                  <c:v>167.15200000000004</c:v>
                </c:pt>
                <c:pt idx="23">
                  <c:v>176.53600000000006</c:v>
                </c:pt>
                <c:pt idx="24">
                  <c:v>185.92000000000007</c:v>
                </c:pt>
                <c:pt idx="25">
                  <c:v>195.30400000000009</c:v>
                </c:pt>
                <c:pt idx="26">
                  <c:v>204.6880000000001</c:v>
                </c:pt>
                <c:pt idx="27">
                  <c:v>214.07200000000012</c:v>
                </c:pt>
                <c:pt idx="28">
                  <c:v>223.45600000000013</c:v>
                </c:pt>
                <c:pt idx="29">
                  <c:v>232.84000000000015</c:v>
                </c:pt>
                <c:pt idx="30">
                  <c:v>242.22400000000016</c:v>
                </c:pt>
                <c:pt idx="31">
                  <c:v>251.60800000000017</c:v>
                </c:pt>
                <c:pt idx="32">
                  <c:v>260.99200000000019</c:v>
                </c:pt>
                <c:pt idx="33">
                  <c:v>270.3760000000002</c:v>
                </c:pt>
                <c:pt idx="34">
                  <c:v>279.76000000000022</c:v>
                </c:pt>
                <c:pt idx="35">
                  <c:v>289.14400000000023</c:v>
                </c:pt>
                <c:pt idx="36">
                  <c:v>298.52800000000025</c:v>
                </c:pt>
                <c:pt idx="37">
                  <c:v>307.91200000000026</c:v>
                </c:pt>
                <c:pt idx="38">
                  <c:v>317.29600000000028</c:v>
                </c:pt>
                <c:pt idx="39">
                  <c:v>326.68000000000029</c:v>
                </c:pt>
                <c:pt idx="40">
                  <c:v>336.06400000000031</c:v>
                </c:pt>
                <c:pt idx="41">
                  <c:v>345.44800000000032</c:v>
                </c:pt>
                <c:pt idx="42">
                  <c:v>354.83200000000033</c:v>
                </c:pt>
                <c:pt idx="43">
                  <c:v>364.21600000000035</c:v>
                </c:pt>
                <c:pt idx="44">
                  <c:v>373.60000000000036</c:v>
                </c:pt>
                <c:pt idx="45">
                  <c:v>382.98400000000038</c:v>
                </c:pt>
                <c:pt idx="46">
                  <c:v>392.36800000000039</c:v>
                </c:pt>
                <c:pt idx="47">
                  <c:v>401.75200000000041</c:v>
                </c:pt>
              </c:numCache>
            </c:numRef>
          </c:val>
          <c:extLst>
            <c:ext xmlns:c16="http://schemas.microsoft.com/office/drawing/2014/chart" uri="{C3380CC4-5D6E-409C-BE32-E72D297353CC}">
              <c16:uniqueId val="{00000000-3DDA-4647-B7B7-B4B49D8F1B99}"/>
            </c:ext>
          </c:extLst>
        </c:ser>
        <c:ser>
          <c:idx val="1"/>
          <c:order val="1"/>
          <c:tx>
            <c:strRef>
              <c:f>'1479-0032 Initiation and recrui'!$M$1:$M$2</c:f>
              <c:strCache>
                <c:ptCount val="2"/>
                <c:pt idx="0">
                  <c:v>Recruitment - actual</c:v>
                </c:pt>
              </c:strCache>
            </c:strRef>
          </c:tx>
          <c:spPr>
            <a:solidFill>
              <a:srgbClr val="00FF00"/>
            </a:solidFill>
            <a:ln>
              <a:noFill/>
            </a:ln>
            <a:effectLst/>
          </c:spPr>
          <c:invertIfNegative val="0"/>
          <c:cat>
            <c:numRef>
              <c:f>'1479-0032 Initiation and recrui'!$K$3:$K$50</c:f>
              <c:numCache>
                <c:formatCode>mmm\-yy</c:formatCode>
                <c:ptCount val="48"/>
                <c:pt idx="0">
                  <c:v>45992</c:v>
                </c:pt>
                <c:pt idx="1">
                  <c:v>46023</c:v>
                </c:pt>
                <c:pt idx="2">
                  <c:v>46054</c:v>
                </c:pt>
                <c:pt idx="3">
                  <c:v>46082</c:v>
                </c:pt>
                <c:pt idx="4">
                  <c:v>46113</c:v>
                </c:pt>
                <c:pt idx="5">
                  <c:v>46143</c:v>
                </c:pt>
                <c:pt idx="6">
                  <c:v>46174</c:v>
                </c:pt>
                <c:pt idx="7">
                  <c:v>46204</c:v>
                </c:pt>
                <c:pt idx="8">
                  <c:v>46235</c:v>
                </c:pt>
                <c:pt idx="9">
                  <c:v>46266</c:v>
                </c:pt>
                <c:pt idx="10">
                  <c:v>46296</c:v>
                </c:pt>
                <c:pt idx="11">
                  <c:v>46327</c:v>
                </c:pt>
                <c:pt idx="12">
                  <c:v>46357</c:v>
                </c:pt>
                <c:pt idx="13">
                  <c:v>46388</c:v>
                </c:pt>
                <c:pt idx="14">
                  <c:v>46419</c:v>
                </c:pt>
                <c:pt idx="15">
                  <c:v>46447</c:v>
                </c:pt>
                <c:pt idx="16">
                  <c:v>46478</c:v>
                </c:pt>
                <c:pt idx="17">
                  <c:v>46508</c:v>
                </c:pt>
                <c:pt idx="18">
                  <c:v>46539</c:v>
                </c:pt>
                <c:pt idx="19">
                  <c:v>46569</c:v>
                </c:pt>
                <c:pt idx="20">
                  <c:v>46600</c:v>
                </c:pt>
                <c:pt idx="21">
                  <c:v>46631</c:v>
                </c:pt>
                <c:pt idx="22">
                  <c:v>46661</c:v>
                </c:pt>
                <c:pt idx="23">
                  <c:v>46692</c:v>
                </c:pt>
                <c:pt idx="24">
                  <c:v>46722</c:v>
                </c:pt>
                <c:pt idx="25">
                  <c:v>46753</c:v>
                </c:pt>
                <c:pt idx="26">
                  <c:v>46784</c:v>
                </c:pt>
                <c:pt idx="27">
                  <c:v>46813</c:v>
                </c:pt>
                <c:pt idx="28">
                  <c:v>46844</c:v>
                </c:pt>
                <c:pt idx="29">
                  <c:v>46874</c:v>
                </c:pt>
                <c:pt idx="30">
                  <c:v>46905</c:v>
                </c:pt>
                <c:pt idx="31">
                  <c:v>46935</c:v>
                </c:pt>
                <c:pt idx="32">
                  <c:v>46966</c:v>
                </c:pt>
                <c:pt idx="33">
                  <c:v>46997</c:v>
                </c:pt>
                <c:pt idx="34">
                  <c:v>47027</c:v>
                </c:pt>
                <c:pt idx="35">
                  <c:v>47058</c:v>
                </c:pt>
                <c:pt idx="36">
                  <c:v>47088</c:v>
                </c:pt>
                <c:pt idx="37">
                  <c:v>47119</c:v>
                </c:pt>
                <c:pt idx="38">
                  <c:v>47150</c:v>
                </c:pt>
                <c:pt idx="39">
                  <c:v>47178</c:v>
                </c:pt>
                <c:pt idx="40">
                  <c:v>47209</c:v>
                </c:pt>
                <c:pt idx="41">
                  <c:v>47239</c:v>
                </c:pt>
                <c:pt idx="42">
                  <c:v>47270</c:v>
                </c:pt>
                <c:pt idx="43">
                  <c:v>47300</c:v>
                </c:pt>
                <c:pt idx="44">
                  <c:v>47331</c:v>
                </c:pt>
                <c:pt idx="45">
                  <c:v>47362</c:v>
                </c:pt>
                <c:pt idx="46">
                  <c:v>47392</c:v>
                </c:pt>
                <c:pt idx="47">
                  <c:v>47423</c:v>
                </c:pt>
              </c:numCache>
            </c:numRef>
          </c:cat>
          <c:val>
            <c:numRef>
              <c:f>'1479-0032 Initiation and recrui'!$M$3:$M$50</c:f>
              <c:numCache>
                <c:formatCode>General</c:formatCode>
                <c:ptCount val="48"/>
                <c:pt idx="0">
                  <c:v>0</c:v>
                </c:pt>
                <c:pt idx="1">
                  <c:v>1</c:v>
                </c:pt>
                <c:pt idx="2">
                  <c:v>1</c:v>
                </c:pt>
                <c:pt idx="3">
                  <c:v>2</c:v>
                </c:pt>
                <c:pt idx="4">
                  <c:v>3</c:v>
                </c:pt>
              </c:numCache>
            </c:numRef>
          </c:val>
          <c:extLst>
            <c:ext xmlns:c16="http://schemas.microsoft.com/office/drawing/2014/chart" uri="{C3380CC4-5D6E-409C-BE32-E72D297353CC}">
              <c16:uniqueId val="{00000001-3DDA-4647-B7B7-B4B49D8F1B99}"/>
            </c:ext>
          </c:extLst>
        </c:ser>
        <c:dLbls>
          <c:showLegendKey val="0"/>
          <c:showVal val="0"/>
          <c:showCatName val="0"/>
          <c:showSerName val="0"/>
          <c:showPercent val="0"/>
          <c:showBubbleSize val="0"/>
        </c:dLbls>
        <c:gapWidth val="219"/>
        <c:overlap val="-27"/>
        <c:axId val="1431629272"/>
        <c:axId val="1431628192"/>
      </c:barChart>
      <c:dateAx>
        <c:axId val="1431629272"/>
        <c:scaling>
          <c:orientation val="minMax"/>
        </c:scaling>
        <c:delete val="0"/>
        <c:axPos val="b"/>
        <c:numFmt formatCode="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31628192"/>
        <c:crosses val="autoZero"/>
        <c:auto val="1"/>
        <c:lblOffset val="100"/>
        <c:baseTimeUnit val="months"/>
      </c:dateAx>
      <c:valAx>
        <c:axId val="1431628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316292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Patient Enrollment Status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'[工作表 在 Project review meeting_1479-0032_ China and HK Apr26.pptx]template-China'!$A$5</c:f>
              <c:strCache>
                <c:ptCount val="1"/>
                <c:pt idx="0">
                  <c:v>Patients Enrolled/Randomized (Actual)</c:v>
                </c:pt>
              </c:strCache>
            </c:strRef>
          </c:tx>
          <c:spPr>
            <a:ln w="19050" cap="rnd">
              <a:solidFill>
                <a:schemeClr val="accent5">
                  <a:lumMod val="75000"/>
                </a:schemeClr>
              </a:solidFill>
              <a:round/>
            </a:ln>
            <a:effectLst/>
          </c:spPr>
          <c:marker>
            <c:symbol val="none"/>
          </c:marker>
          <c:cat>
            <c:numRef>
              <c:f>'[工作表 在 Project review meeting_1479-0032_ China and HK Apr26.pptx]template-China'!$B$4:$AX$4</c:f>
              <c:numCache>
                <c:formatCode>[$-409]mmm\-yy;@</c:formatCode>
                <c:ptCount val="49"/>
                <c:pt idx="0">
                  <c:v>46052</c:v>
                </c:pt>
                <c:pt idx="1">
                  <c:v>46081</c:v>
                </c:pt>
                <c:pt idx="2">
                  <c:v>46110</c:v>
                </c:pt>
                <c:pt idx="3">
                  <c:v>46139</c:v>
                </c:pt>
                <c:pt idx="4">
                  <c:v>46168</c:v>
                </c:pt>
                <c:pt idx="5">
                  <c:v>46197</c:v>
                </c:pt>
                <c:pt idx="6">
                  <c:v>46226</c:v>
                </c:pt>
                <c:pt idx="7">
                  <c:v>46255</c:v>
                </c:pt>
                <c:pt idx="8">
                  <c:v>46284</c:v>
                </c:pt>
                <c:pt idx="9">
                  <c:v>46313</c:v>
                </c:pt>
                <c:pt idx="10">
                  <c:v>46342</c:v>
                </c:pt>
                <c:pt idx="11">
                  <c:v>46371</c:v>
                </c:pt>
                <c:pt idx="12">
                  <c:v>46400</c:v>
                </c:pt>
                <c:pt idx="13">
                  <c:v>46429</c:v>
                </c:pt>
                <c:pt idx="14">
                  <c:v>46458</c:v>
                </c:pt>
                <c:pt idx="15">
                  <c:v>46487</c:v>
                </c:pt>
                <c:pt idx="16">
                  <c:v>46516</c:v>
                </c:pt>
                <c:pt idx="17">
                  <c:v>46545</c:v>
                </c:pt>
                <c:pt idx="18">
                  <c:v>46574</c:v>
                </c:pt>
                <c:pt idx="19">
                  <c:v>46603</c:v>
                </c:pt>
                <c:pt idx="20">
                  <c:v>46632</c:v>
                </c:pt>
                <c:pt idx="21">
                  <c:v>46661</c:v>
                </c:pt>
                <c:pt idx="22">
                  <c:v>46690</c:v>
                </c:pt>
                <c:pt idx="23">
                  <c:v>46719</c:v>
                </c:pt>
                <c:pt idx="24">
                  <c:v>46748</c:v>
                </c:pt>
                <c:pt idx="25">
                  <c:v>46777</c:v>
                </c:pt>
                <c:pt idx="26">
                  <c:v>46806</c:v>
                </c:pt>
                <c:pt idx="27">
                  <c:v>46835</c:v>
                </c:pt>
                <c:pt idx="28">
                  <c:v>46864</c:v>
                </c:pt>
                <c:pt idx="29">
                  <c:v>46893</c:v>
                </c:pt>
                <c:pt idx="30">
                  <c:v>46922</c:v>
                </c:pt>
                <c:pt idx="31">
                  <c:v>46951</c:v>
                </c:pt>
                <c:pt idx="32">
                  <c:v>46980</c:v>
                </c:pt>
                <c:pt idx="33">
                  <c:v>47009</c:v>
                </c:pt>
                <c:pt idx="34">
                  <c:v>47038</c:v>
                </c:pt>
                <c:pt idx="35">
                  <c:v>47067</c:v>
                </c:pt>
                <c:pt idx="36">
                  <c:v>47096</c:v>
                </c:pt>
                <c:pt idx="37">
                  <c:v>47125</c:v>
                </c:pt>
                <c:pt idx="38">
                  <c:v>47154</c:v>
                </c:pt>
                <c:pt idx="39">
                  <c:v>47183</c:v>
                </c:pt>
                <c:pt idx="40">
                  <c:v>47212</c:v>
                </c:pt>
                <c:pt idx="41">
                  <c:v>47241</c:v>
                </c:pt>
                <c:pt idx="42">
                  <c:v>47270</c:v>
                </c:pt>
                <c:pt idx="43">
                  <c:v>47299</c:v>
                </c:pt>
                <c:pt idx="44">
                  <c:v>47328</c:v>
                </c:pt>
                <c:pt idx="45">
                  <c:v>47357</c:v>
                </c:pt>
                <c:pt idx="46">
                  <c:v>47386</c:v>
                </c:pt>
                <c:pt idx="47">
                  <c:v>47415</c:v>
                </c:pt>
                <c:pt idx="48">
                  <c:v>47444</c:v>
                </c:pt>
              </c:numCache>
            </c:numRef>
          </c:cat>
          <c:val>
            <c:numRef>
              <c:f>'[工作表 在 Project review meeting_1479-0032_ China and HK Apr26.pptx]template-China'!$B$5:$AX$5</c:f>
              <c:numCache>
                <c:formatCode>General</c:formatCode>
                <c:ptCount val="49"/>
                <c:pt idx="0">
                  <c:v>1</c:v>
                </c:pt>
                <c:pt idx="1">
                  <c:v>1</c:v>
                </c:pt>
                <c:pt idx="2">
                  <c:v>1</c:v>
                </c:pt>
                <c:pt idx="3">
                  <c:v>2</c:v>
                </c:pt>
              </c:numCache>
            </c:numRef>
          </c:val>
          <c:smooth val="0"/>
          <c:extLst>
            <c:ext xmlns:c16="http://schemas.microsoft.com/office/drawing/2014/chart" uri="{C3380CC4-5D6E-409C-BE32-E72D297353CC}">
              <c16:uniqueId val="{00000000-CE1C-4D60-A47F-76A4BBFB17C4}"/>
            </c:ext>
          </c:extLst>
        </c:ser>
        <c:ser>
          <c:idx val="1"/>
          <c:order val="1"/>
          <c:tx>
            <c:strRef>
              <c:f>'[工作表 在 Project review meeting_1479-0032_ China and HK Apr26.pptx]template-China'!$A$6</c:f>
              <c:strCache>
                <c:ptCount val="1"/>
                <c:pt idx="0">
                  <c:v>Patients Enrolled/Randomized (orginial plan)</c:v>
                </c:pt>
              </c:strCache>
            </c:strRef>
          </c:tx>
          <c:spPr>
            <a:ln w="25400" cap="rnd">
              <a:solidFill>
                <a:srgbClr val="FF0000">
                  <a:alpha val="50000"/>
                </a:srgbClr>
              </a:solidFill>
              <a:prstDash val="sysDot"/>
              <a:round/>
            </a:ln>
            <a:effectLst/>
          </c:spPr>
          <c:marker>
            <c:symbol val="none"/>
          </c:marker>
          <c:cat>
            <c:numRef>
              <c:f>'[工作表 在 Project review meeting_1479-0032_ China and HK Apr26.pptx]template-China'!$B$4:$AX$4</c:f>
              <c:numCache>
                <c:formatCode>[$-409]mmm\-yy;@</c:formatCode>
                <c:ptCount val="49"/>
                <c:pt idx="0">
                  <c:v>46052</c:v>
                </c:pt>
                <c:pt idx="1">
                  <c:v>46081</c:v>
                </c:pt>
                <c:pt idx="2">
                  <c:v>46110</c:v>
                </c:pt>
                <c:pt idx="3">
                  <c:v>46139</c:v>
                </c:pt>
                <c:pt idx="4">
                  <c:v>46168</c:v>
                </c:pt>
                <c:pt idx="5">
                  <c:v>46197</c:v>
                </c:pt>
                <c:pt idx="6">
                  <c:v>46226</c:v>
                </c:pt>
                <c:pt idx="7">
                  <c:v>46255</c:v>
                </c:pt>
                <c:pt idx="8">
                  <c:v>46284</c:v>
                </c:pt>
                <c:pt idx="9">
                  <c:v>46313</c:v>
                </c:pt>
                <c:pt idx="10">
                  <c:v>46342</c:v>
                </c:pt>
                <c:pt idx="11">
                  <c:v>46371</c:v>
                </c:pt>
                <c:pt idx="12">
                  <c:v>46400</c:v>
                </c:pt>
                <c:pt idx="13">
                  <c:v>46429</c:v>
                </c:pt>
                <c:pt idx="14">
                  <c:v>46458</c:v>
                </c:pt>
                <c:pt idx="15">
                  <c:v>46487</c:v>
                </c:pt>
                <c:pt idx="16">
                  <c:v>46516</c:v>
                </c:pt>
                <c:pt idx="17">
                  <c:v>46545</c:v>
                </c:pt>
                <c:pt idx="18">
                  <c:v>46574</c:v>
                </c:pt>
                <c:pt idx="19">
                  <c:v>46603</c:v>
                </c:pt>
                <c:pt idx="20">
                  <c:v>46632</c:v>
                </c:pt>
                <c:pt idx="21">
                  <c:v>46661</c:v>
                </c:pt>
                <c:pt idx="22">
                  <c:v>46690</c:v>
                </c:pt>
                <c:pt idx="23">
                  <c:v>46719</c:v>
                </c:pt>
                <c:pt idx="24">
                  <c:v>46748</c:v>
                </c:pt>
                <c:pt idx="25">
                  <c:v>46777</c:v>
                </c:pt>
                <c:pt idx="26">
                  <c:v>46806</c:v>
                </c:pt>
                <c:pt idx="27">
                  <c:v>46835</c:v>
                </c:pt>
                <c:pt idx="28">
                  <c:v>46864</c:v>
                </c:pt>
                <c:pt idx="29">
                  <c:v>46893</c:v>
                </c:pt>
                <c:pt idx="30">
                  <c:v>46922</c:v>
                </c:pt>
                <c:pt idx="31">
                  <c:v>46951</c:v>
                </c:pt>
                <c:pt idx="32">
                  <c:v>46980</c:v>
                </c:pt>
                <c:pt idx="33">
                  <c:v>47009</c:v>
                </c:pt>
                <c:pt idx="34">
                  <c:v>47038</c:v>
                </c:pt>
                <c:pt idx="35">
                  <c:v>47067</c:v>
                </c:pt>
                <c:pt idx="36">
                  <c:v>47096</c:v>
                </c:pt>
                <c:pt idx="37">
                  <c:v>47125</c:v>
                </c:pt>
                <c:pt idx="38">
                  <c:v>47154</c:v>
                </c:pt>
                <c:pt idx="39">
                  <c:v>47183</c:v>
                </c:pt>
                <c:pt idx="40">
                  <c:v>47212</c:v>
                </c:pt>
                <c:pt idx="41">
                  <c:v>47241</c:v>
                </c:pt>
                <c:pt idx="42">
                  <c:v>47270</c:v>
                </c:pt>
                <c:pt idx="43">
                  <c:v>47299</c:v>
                </c:pt>
                <c:pt idx="44">
                  <c:v>47328</c:v>
                </c:pt>
                <c:pt idx="45">
                  <c:v>47357</c:v>
                </c:pt>
                <c:pt idx="46">
                  <c:v>47386</c:v>
                </c:pt>
                <c:pt idx="47">
                  <c:v>47415</c:v>
                </c:pt>
                <c:pt idx="48">
                  <c:v>47444</c:v>
                </c:pt>
              </c:numCache>
            </c:numRef>
          </c:cat>
          <c:val>
            <c:numRef>
              <c:f>'[工作表 在 Project review meeting_1479-0032_ China and HK Apr26.pptx]template-China'!$B$6:$AX$6</c:f>
              <c:numCache>
                <c:formatCode>General</c:formatCode>
                <c:ptCount val="49"/>
                <c:pt idx="0">
                  <c:v>1</c:v>
                </c:pt>
                <c:pt idx="1">
                  <c:v>2</c:v>
                </c:pt>
                <c:pt idx="2">
                  <c:v>3</c:v>
                </c:pt>
                <c:pt idx="3">
                  <c:v>4</c:v>
                </c:pt>
                <c:pt idx="4">
                  <c:v>6</c:v>
                </c:pt>
                <c:pt idx="5">
                  <c:v>7</c:v>
                </c:pt>
                <c:pt idx="6">
                  <c:v>9</c:v>
                </c:pt>
                <c:pt idx="7">
                  <c:v>10</c:v>
                </c:pt>
                <c:pt idx="8">
                  <c:v>12</c:v>
                </c:pt>
                <c:pt idx="9">
                  <c:v>13</c:v>
                </c:pt>
                <c:pt idx="10">
                  <c:v>15</c:v>
                </c:pt>
                <c:pt idx="11">
                  <c:v>16</c:v>
                </c:pt>
                <c:pt idx="12">
                  <c:v>17</c:v>
                </c:pt>
                <c:pt idx="13">
                  <c:v>18</c:v>
                </c:pt>
                <c:pt idx="14">
                  <c:v>20</c:v>
                </c:pt>
                <c:pt idx="15">
                  <c:v>21</c:v>
                </c:pt>
                <c:pt idx="16">
                  <c:v>23</c:v>
                </c:pt>
                <c:pt idx="17">
                  <c:v>24</c:v>
                </c:pt>
                <c:pt idx="18">
                  <c:v>26</c:v>
                </c:pt>
                <c:pt idx="19">
                  <c:v>27</c:v>
                </c:pt>
                <c:pt idx="20">
                  <c:v>28</c:v>
                </c:pt>
                <c:pt idx="21">
                  <c:v>30</c:v>
                </c:pt>
                <c:pt idx="22">
                  <c:v>31</c:v>
                </c:pt>
                <c:pt idx="23">
                  <c:v>33</c:v>
                </c:pt>
                <c:pt idx="24">
                  <c:v>34</c:v>
                </c:pt>
                <c:pt idx="25">
                  <c:v>36</c:v>
                </c:pt>
                <c:pt idx="26">
                  <c:v>37</c:v>
                </c:pt>
                <c:pt idx="27">
                  <c:v>39</c:v>
                </c:pt>
                <c:pt idx="28">
                  <c:v>40</c:v>
                </c:pt>
                <c:pt idx="29">
                  <c:v>41</c:v>
                </c:pt>
                <c:pt idx="30">
                  <c:v>43</c:v>
                </c:pt>
                <c:pt idx="31">
                  <c:v>44</c:v>
                </c:pt>
                <c:pt idx="32">
                  <c:v>46</c:v>
                </c:pt>
                <c:pt idx="33">
                  <c:v>47</c:v>
                </c:pt>
                <c:pt idx="34">
                  <c:v>48</c:v>
                </c:pt>
                <c:pt idx="35">
                  <c:v>49</c:v>
                </c:pt>
                <c:pt idx="36">
                  <c:v>51</c:v>
                </c:pt>
                <c:pt idx="37">
                  <c:v>53</c:v>
                </c:pt>
                <c:pt idx="38">
                  <c:v>54</c:v>
                </c:pt>
                <c:pt idx="39">
                  <c:v>56</c:v>
                </c:pt>
                <c:pt idx="40">
                  <c:v>57</c:v>
                </c:pt>
                <c:pt idx="41">
                  <c:v>59</c:v>
                </c:pt>
                <c:pt idx="42">
                  <c:v>60</c:v>
                </c:pt>
                <c:pt idx="43">
                  <c:v>62</c:v>
                </c:pt>
                <c:pt idx="44">
                  <c:v>63</c:v>
                </c:pt>
                <c:pt idx="45">
                  <c:v>65</c:v>
                </c:pt>
                <c:pt idx="46">
                  <c:v>67</c:v>
                </c:pt>
                <c:pt idx="47">
                  <c:v>69</c:v>
                </c:pt>
                <c:pt idx="48">
                  <c:v>70</c:v>
                </c:pt>
              </c:numCache>
            </c:numRef>
          </c:val>
          <c:smooth val="0"/>
          <c:extLst>
            <c:ext xmlns:c16="http://schemas.microsoft.com/office/drawing/2014/chart" uri="{C3380CC4-5D6E-409C-BE32-E72D297353CC}">
              <c16:uniqueId val="{00000001-CE1C-4D60-A47F-76A4BBFB17C4}"/>
            </c:ext>
          </c:extLst>
        </c:ser>
        <c:ser>
          <c:idx val="5"/>
          <c:order val="5"/>
          <c:tx>
            <c:strRef>
              <c:f>'[工作表 在 Project review meeting_1479-0032_ China and HK Apr26.pptx]template-China'!$A$10</c:f>
              <c:strCache>
                <c:ptCount val="1"/>
                <c:pt idx="0">
                  <c:v>Patient Screened(Actual)</c:v>
                </c:pt>
              </c:strCache>
            </c:strRef>
          </c:tx>
          <c:spPr>
            <a:ln w="28575" cap="rnd">
              <a:solidFill>
                <a:srgbClr val="FFC000"/>
              </a:solidFill>
              <a:prstDash val="solid"/>
              <a:round/>
            </a:ln>
            <a:effectLst/>
          </c:spPr>
          <c:marker>
            <c:symbol val="none"/>
          </c:marker>
          <c:cat>
            <c:numRef>
              <c:f>'[工作表 在 Project review meeting_1479-0032_ China and HK Apr26.pptx]template-China'!$B$4:$AX$4</c:f>
              <c:numCache>
                <c:formatCode>[$-409]mmm\-yy;@</c:formatCode>
                <c:ptCount val="49"/>
                <c:pt idx="0">
                  <c:v>46052</c:v>
                </c:pt>
                <c:pt idx="1">
                  <c:v>46081</c:v>
                </c:pt>
                <c:pt idx="2">
                  <c:v>46110</c:v>
                </c:pt>
                <c:pt idx="3">
                  <c:v>46139</c:v>
                </c:pt>
                <c:pt idx="4">
                  <c:v>46168</c:v>
                </c:pt>
                <c:pt idx="5">
                  <c:v>46197</c:v>
                </c:pt>
                <c:pt idx="6">
                  <c:v>46226</c:v>
                </c:pt>
                <c:pt idx="7">
                  <c:v>46255</c:v>
                </c:pt>
                <c:pt idx="8">
                  <c:v>46284</c:v>
                </c:pt>
                <c:pt idx="9">
                  <c:v>46313</c:v>
                </c:pt>
                <c:pt idx="10">
                  <c:v>46342</c:v>
                </c:pt>
                <c:pt idx="11">
                  <c:v>46371</c:v>
                </c:pt>
                <c:pt idx="12">
                  <c:v>46400</c:v>
                </c:pt>
                <c:pt idx="13">
                  <c:v>46429</c:v>
                </c:pt>
                <c:pt idx="14">
                  <c:v>46458</c:v>
                </c:pt>
                <c:pt idx="15">
                  <c:v>46487</c:v>
                </c:pt>
                <c:pt idx="16">
                  <c:v>46516</c:v>
                </c:pt>
                <c:pt idx="17">
                  <c:v>46545</c:v>
                </c:pt>
                <c:pt idx="18">
                  <c:v>46574</c:v>
                </c:pt>
                <c:pt idx="19">
                  <c:v>46603</c:v>
                </c:pt>
                <c:pt idx="20">
                  <c:v>46632</c:v>
                </c:pt>
                <c:pt idx="21">
                  <c:v>46661</c:v>
                </c:pt>
                <c:pt idx="22">
                  <c:v>46690</c:v>
                </c:pt>
                <c:pt idx="23">
                  <c:v>46719</c:v>
                </c:pt>
                <c:pt idx="24">
                  <c:v>46748</c:v>
                </c:pt>
                <c:pt idx="25">
                  <c:v>46777</c:v>
                </c:pt>
                <c:pt idx="26">
                  <c:v>46806</c:v>
                </c:pt>
                <c:pt idx="27">
                  <c:v>46835</c:v>
                </c:pt>
                <c:pt idx="28">
                  <c:v>46864</c:v>
                </c:pt>
                <c:pt idx="29">
                  <c:v>46893</c:v>
                </c:pt>
                <c:pt idx="30">
                  <c:v>46922</c:v>
                </c:pt>
                <c:pt idx="31">
                  <c:v>46951</c:v>
                </c:pt>
                <c:pt idx="32">
                  <c:v>46980</c:v>
                </c:pt>
                <c:pt idx="33">
                  <c:v>47009</c:v>
                </c:pt>
                <c:pt idx="34">
                  <c:v>47038</c:v>
                </c:pt>
                <c:pt idx="35">
                  <c:v>47067</c:v>
                </c:pt>
                <c:pt idx="36">
                  <c:v>47096</c:v>
                </c:pt>
                <c:pt idx="37">
                  <c:v>47125</c:v>
                </c:pt>
                <c:pt idx="38">
                  <c:v>47154</c:v>
                </c:pt>
                <c:pt idx="39">
                  <c:v>47183</c:v>
                </c:pt>
                <c:pt idx="40">
                  <c:v>47212</c:v>
                </c:pt>
                <c:pt idx="41">
                  <c:v>47241</c:v>
                </c:pt>
                <c:pt idx="42">
                  <c:v>47270</c:v>
                </c:pt>
                <c:pt idx="43">
                  <c:v>47299</c:v>
                </c:pt>
                <c:pt idx="44">
                  <c:v>47328</c:v>
                </c:pt>
                <c:pt idx="45">
                  <c:v>47357</c:v>
                </c:pt>
                <c:pt idx="46">
                  <c:v>47386</c:v>
                </c:pt>
                <c:pt idx="47">
                  <c:v>47415</c:v>
                </c:pt>
                <c:pt idx="48">
                  <c:v>47444</c:v>
                </c:pt>
              </c:numCache>
            </c:numRef>
          </c:cat>
          <c:val>
            <c:numRef>
              <c:f>'[工作表 在 Project review meeting_1479-0032_ China and HK Apr26.pptx]template-China'!$B$10:$AX$10</c:f>
              <c:numCache>
                <c:formatCode>General</c:formatCode>
                <c:ptCount val="49"/>
                <c:pt idx="0">
                  <c:v>1</c:v>
                </c:pt>
                <c:pt idx="1">
                  <c:v>1</c:v>
                </c:pt>
                <c:pt idx="2">
                  <c:v>1</c:v>
                </c:pt>
                <c:pt idx="3">
                  <c:v>3</c:v>
                </c:pt>
              </c:numCache>
            </c:numRef>
          </c:val>
          <c:smooth val="0"/>
          <c:extLst>
            <c:ext xmlns:c16="http://schemas.microsoft.com/office/drawing/2014/chart" uri="{C3380CC4-5D6E-409C-BE32-E72D297353CC}">
              <c16:uniqueId val="{00000002-CE1C-4D60-A47F-76A4BBFB17C4}"/>
            </c:ext>
          </c:extLst>
        </c:ser>
        <c:ser>
          <c:idx val="6"/>
          <c:order val="6"/>
          <c:tx>
            <c:strRef>
              <c:f>'[工作表 在 Project review meeting_1479-0032_ China and HK Apr26.pptx]template-China'!$A$11</c:f>
              <c:strCache>
                <c:ptCount val="1"/>
                <c:pt idx="0">
                  <c:v>Patient Screened(Planned)</c:v>
                </c:pt>
              </c:strCache>
            </c:strRef>
          </c:tx>
          <c:spPr>
            <a:ln w="28575" cap="rnd">
              <a:solidFill>
                <a:srgbClr val="00B050"/>
              </a:solidFill>
              <a:prstDash val="dashDot"/>
              <a:round/>
            </a:ln>
            <a:effectLst/>
          </c:spPr>
          <c:marker>
            <c:symbol val="none"/>
          </c:marker>
          <c:cat>
            <c:numRef>
              <c:f>'[工作表 在 Project review meeting_1479-0032_ China and HK Apr26.pptx]template-China'!$B$4:$AX$4</c:f>
              <c:numCache>
                <c:formatCode>[$-409]mmm\-yy;@</c:formatCode>
                <c:ptCount val="49"/>
                <c:pt idx="0">
                  <c:v>46052</c:v>
                </c:pt>
                <c:pt idx="1">
                  <c:v>46081</c:v>
                </c:pt>
                <c:pt idx="2">
                  <c:v>46110</c:v>
                </c:pt>
                <c:pt idx="3">
                  <c:v>46139</c:v>
                </c:pt>
                <c:pt idx="4">
                  <c:v>46168</c:v>
                </c:pt>
                <c:pt idx="5">
                  <c:v>46197</c:v>
                </c:pt>
                <c:pt idx="6">
                  <c:v>46226</c:v>
                </c:pt>
                <c:pt idx="7">
                  <c:v>46255</c:v>
                </c:pt>
                <c:pt idx="8">
                  <c:v>46284</c:v>
                </c:pt>
                <c:pt idx="9">
                  <c:v>46313</c:v>
                </c:pt>
                <c:pt idx="10">
                  <c:v>46342</c:v>
                </c:pt>
                <c:pt idx="11">
                  <c:v>46371</c:v>
                </c:pt>
                <c:pt idx="12">
                  <c:v>46400</c:v>
                </c:pt>
                <c:pt idx="13">
                  <c:v>46429</c:v>
                </c:pt>
                <c:pt idx="14">
                  <c:v>46458</c:v>
                </c:pt>
                <c:pt idx="15">
                  <c:v>46487</c:v>
                </c:pt>
                <c:pt idx="16">
                  <c:v>46516</c:v>
                </c:pt>
                <c:pt idx="17">
                  <c:v>46545</c:v>
                </c:pt>
                <c:pt idx="18">
                  <c:v>46574</c:v>
                </c:pt>
                <c:pt idx="19">
                  <c:v>46603</c:v>
                </c:pt>
                <c:pt idx="20">
                  <c:v>46632</c:v>
                </c:pt>
                <c:pt idx="21">
                  <c:v>46661</c:v>
                </c:pt>
                <c:pt idx="22">
                  <c:v>46690</c:v>
                </c:pt>
                <c:pt idx="23">
                  <c:v>46719</c:v>
                </c:pt>
                <c:pt idx="24">
                  <c:v>46748</c:v>
                </c:pt>
                <c:pt idx="25">
                  <c:v>46777</c:v>
                </c:pt>
                <c:pt idx="26">
                  <c:v>46806</c:v>
                </c:pt>
                <c:pt idx="27">
                  <c:v>46835</c:v>
                </c:pt>
                <c:pt idx="28">
                  <c:v>46864</c:v>
                </c:pt>
                <c:pt idx="29">
                  <c:v>46893</c:v>
                </c:pt>
                <c:pt idx="30">
                  <c:v>46922</c:v>
                </c:pt>
                <c:pt idx="31">
                  <c:v>46951</c:v>
                </c:pt>
                <c:pt idx="32">
                  <c:v>46980</c:v>
                </c:pt>
                <c:pt idx="33">
                  <c:v>47009</c:v>
                </c:pt>
                <c:pt idx="34">
                  <c:v>47038</c:v>
                </c:pt>
                <c:pt idx="35">
                  <c:v>47067</c:v>
                </c:pt>
                <c:pt idx="36">
                  <c:v>47096</c:v>
                </c:pt>
                <c:pt idx="37">
                  <c:v>47125</c:v>
                </c:pt>
                <c:pt idx="38">
                  <c:v>47154</c:v>
                </c:pt>
                <c:pt idx="39">
                  <c:v>47183</c:v>
                </c:pt>
                <c:pt idx="40">
                  <c:v>47212</c:v>
                </c:pt>
                <c:pt idx="41">
                  <c:v>47241</c:v>
                </c:pt>
                <c:pt idx="42">
                  <c:v>47270</c:v>
                </c:pt>
                <c:pt idx="43">
                  <c:v>47299</c:v>
                </c:pt>
                <c:pt idx="44">
                  <c:v>47328</c:v>
                </c:pt>
                <c:pt idx="45">
                  <c:v>47357</c:v>
                </c:pt>
                <c:pt idx="46">
                  <c:v>47386</c:v>
                </c:pt>
                <c:pt idx="47">
                  <c:v>47415</c:v>
                </c:pt>
                <c:pt idx="48">
                  <c:v>47444</c:v>
                </c:pt>
              </c:numCache>
            </c:numRef>
          </c:cat>
          <c:val>
            <c:numRef>
              <c:f>'[工作表 在 Project review meeting_1479-0032_ China and HK Apr26.pptx]template-China'!$B$11:$AX$11</c:f>
              <c:numCache>
                <c:formatCode>General</c:formatCode>
                <c:ptCount val="49"/>
                <c:pt idx="0">
                  <c:v>1</c:v>
                </c:pt>
                <c:pt idx="1">
                  <c:v>2</c:v>
                </c:pt>
                <c:pt idx="2">
                  <c:v>3</c:v>
                </c:pt>
                <c:pt idx="3">
                  <c:v>4</c:v>
                </c:pt>
                <c:pt idx="4">
                  <c:v>6</c:v>
                </c:pt>
                <c:pt idx="5">
                  <c:v>8</c:v>
                </c:pt>
                <c:pt idx="6">
                  <c:v>10</c:v>
                </c:pt>
                <c:pt idx="7">
                  <c:v>12</c:v>
                </c:pt>
                <c:pt idx="8">
                  <c:v>14</c:v>
                </c:pt>
                <c:pt idx="9">
                  <c:v>16</c:v>
                </c:pt>
                <c:pt idx="10">
                  <c:v>18</c:v>
                </c:pt>
                <c:pt idx="11">
                  <c:v>20</c:v>
                </c:pt>
                <c:pt idx="12">
                  <c:v>22</c:v>
                </c:pt>
                <c:pt idx="13">
                  <c:v>24</c:v>
                </c:pt>
                <c:pt idx="14">
                  <c:v>26</c:v>
                </c:pt>
                <c:pt idx="15">
                  <c:v>28</c:v>
                </c:pt>
                <c:pt idx="16">
                  <c:v>30</c:v>
                </c:pt>
                <c:pt idx="17">
                  <c:v>32</c:v>
                </c:pt>
                <c:pt idx="18">
                  <c:v>34</c:v>
                </c:pt>
                <c:pt idx="19">
                  <c:v>36</c:v>
                </c:pt>
                <c:pt idx="20">
                  <c:v>38</c:v>
                </c:pt>
                <c:pt idx="21">
                  <c:v>40</c:v>
                </c:pt>
                <c:pt idx="22">
                  <c:v>42</c:v>
                </c:pt>
                <c:pt idx="23">
                  <c:v>44</c:v>
                </c:pt>
                <c:pt idx="24">
                  <c:v>46</c:v>
                </c:pt>
                <c:pt idx="25">
                  <c:v>48</c:v>
                </c:pt>
                <c:pt idx="26">
                  <c:v>50</c:v>
                </c:pt>
                <c:pt idx="27">
                  <c:v>52</c:v>
                </c:pt>
                <c:pt idx="28">
                  <c:v>54</c:v>
                </c:pt>
                <c:pt idx="29">
                  <c:v>56</c:v>
                </c:pt>
                <c:pt idx="30">
                  <c:v>58</c:v>
                </c:pt>
                <c:pt idx="31">
                  <c:v>60</c:v>
                </c:pt>
                <c:pt idx="32">
                  <c:v>62</c:v>
                </c:pt>
                <c:pt idx="33">
                  <c:v>64</c:v>
                </c:pt>
                <c:pt idx="34">
                  <c:v>66</c:v>
                </c:pt>
                <c:pt idx="35">
                  <c:v>68</c:v>
                </c:pt>
                <c:pt idx="36">
                  <c:v>70</c:v>
                </c:pt>
                <c:pt idx="37">
                  <c:v>72</c:v>
                </c:pt>
                <c:pt idx="38">
                  <c:v>74</c:v>
                </c:pt>
                <c:pt idx="39">
                  <c:v>76</c:v>
                </c:pt>
                <c:pt idx="40">
                  <c:v>78</c:v>
                </c:pt>
                <c:pt idx="41">
                  <c:v>80</c:v>
                </c:pt>
                <c:pt idx="42">
                  <c:v>82</c:v>
                </c:pt>
                <c:pt idx="43">
                  <c:v>84</c:v>
                </c:pt>
                <c:pt idx="44">
                  <c:v>86</c:v>
                </c:pt>
                <c:pt idx="45">
                  <c:v>88</c:v>
                </c:pt>
                <c:pt idx="46">
                  <c:v>90</c:v>
                </c:pt>
                <c:pt idx="47">
                  <c:v>92</c:v>
                </c:pt>
                <c:pt idx="48">
                  <c:v>94</c:v>
                </c:pt>
              </c:numCache>
            </c:numRef>
          </c:val>
          <c:smooth val="0"/>
          <c:extLst>
            <c:ext xmlns:c16="http://schemas.microsoft.com/office/drawing/2014/chart" uri="{C3380CC4-5D6E-409C-BE32-E72D297353CC}">
              <c16:uniqueId val="{00000003-CE1C-4D60-A47F-76A4BBFB17C4}"/>
            </c:ext>
          </c:extLst>
        </c:ser>
        <c:dLbls>
          <c:showLegendKey val="0"/>
          <c:showVal val="0"/>
          <c:showCatName val="0"/>
          <c:showSerName val="0"/>
          <c:showPercent val="0"/>
          <c:showBubbleSize val="0"/>
        </c:dLbls>
        <c:smooth val="0"/>
        <c:axId val="523006048"/>
        <c:axId val="523012280"/>
        <c:extLst>
          <c:ext xmlns:c15="http://schemas.microsoft.com/office/drawing/2012/chart" uri="{02D57815-91ED-43cb-92C2-25804820EDAC}">
            <c15:filteredLineSeries>
              <c15:ser>
                <c:idx val="2"/>
                <c:order val="2"/>
                <c:tx>
                  <c:strRef>
                    <c:extLst>
                      <c:ext uri="{02D57815-91ED-43cb-92C2-25804820EDAC}">
                        <c15:formulaRef>
                          <c15:sqref>'[工作表 在 Project review meeting_1479-0032_ China and HK Apr26.pptx]template-China'!$A$7</c15:sqref>
                        </c15:formulaRef>
                      </c:ext>
                    </c:extLst>
                    <c:strCache>
                      <c:ptCount val="1"/>
                      <c:pt idx="0">
                        <c:v>Patients Enrolled/Randomized (updated plan)</c:v>
                      </c:pt>
                    </c:strCache>
                  </c:strRef>
                </c:tx>
                <c:spPr>
                  <a:ln w="28575" cap="rnd">
                    <a:solidFill>
                      <a:srgbClr val="7030A0"/>
                    </a:solidFill>
                    <a:prstDash val="sysDot"/>
                    <a:round/>
                  </a:ln>
                  <a:effectLst/>
                </c:spPr>
                <c:marker>
                  <c:symbol val="none"/>
                </c:marker>
                <c:cat>
                  <c:numRef>
                    <c:extLst>
                      <c:ext uri="{02D57815-91ED-43cb-92C2-25804820EDAC}">
                        <c15:formulaRef>
                          <c15:sqref>'[工作表 在 Project review meeting_1479-0032_ China and HK Apr26.pptx]template-China'!$B$4:$AX$4</c15:sqref>
                        </c15:formulaRef>
                      </c:ext>
                    </c:extLst>
                    <c:numCache>
                      <c:formatCode>[$-409]mmm\-yy;@</c:formatCode>
                      <c:ptCount val="49"/>
                      <c:pt idx="0">
                        <c:v>46052</c:v>
                      </c:pt>
                      <c:pt idx="1">
                        <c:v>46081</c:v>
                      </c:pt>
                      <c:pt idx="2">
                        <c:v>46110</c:v>
                      </c:pt>
                      <c:pt idx="3">
                        <c:v>46139</c:v>
                      </c:pt>
                      <c:pt idx="4">
                        <c:v>46168</c:v>
                      </c:pt>
                      <c:pt idx="5">
                        <c:v>46197</c:v>
                      </c:pt>
                      <c:pt idx="6">
                        <c:v>46226</c:v>
                      </c:pt>
                      <c:pt idx="7">
                        <c:v>46255</c:v>
                      </c:pt>
                      <c:pt idx="8">
                        <c:v>46284</c:v>
                      </c:pt>
                      <c:pt idx="9">
                        <c:v>46313</c:v>
                      </c:pt>
                      <c:pt idx="10">
                        <c:v>46342</c:v>
                      </c:pt>
                      <c:pt idx="11">
                        <c:v>46371</c:v>
                      </c:pt>
                      <c:pt idx="12">
                        <c:v>46400</c:v>
                      </c:pt>
                      <c:pt idx="13">
                        <c:v>46429</c:v>
                      </c:pt>
                      <c:pt idx="14">
                        <c:v>46458</c:v>
                      </c:pt>
                      <c:pt idx="15">
                        <c:v>46487</c:v>
                      </c:pt>
                      <c:pt idx="16">
                        <c:v>46516</c:v>
                      </c:pt>
                      <c:pt idx="17">
                        <c:v>46545</c:v>
                      </c:pt>
                      <c:pt idx="18">
                        <c:v>46574</c:v>
                      </c:pt>
                      <c:pt idx="19">
                        <c:v>46603</c:v>
                      </c:pt>
                      <c:pt idx="20">
                        <c:v>46632</c:v>
                      </c:pt>
                      <c:pt idx="21">
                        <c:v>46661</c:v>
                      </c:pt>
                      <c:pt idx="22">
                        <c:v>46690</c:v>
                      </c:pt>
                      <c:pt idx="23">
                        <c:v>46719</c:v>
                      </c:pt>
                      <c:pt idx="24">
                        <c:v>46748</c:v>
                      </c:pt>
                      <c:pt idx="25">
                        <c:v>46777</c:v>
                      </c:pt>
                      <c:pt idx="26">
                        <c:v>46806</c:v>
                      </c:pt>
                      <c:pt idx="27">
                        <c:v>46835</c:v>
                      </c:pt>
                      <c:pt idx="28">
                        <c:v>46864</c:v>
                      </c:pt>
                      <c:pt idx="29">
                        <c:v>46893</c:v>
                      </c:pt>
                      <c:pt idx="30">
                        <c:v>46922</c:v>
                      </c:pt>
                      <c:pt idx="31">
                        <c:v>46951</c:v>
                      </c:pt>
                      <c:pt idx="32">
                        <c:v>46980</c:v>
                      </c:pt>
                      <c:pt idx="33">
                        <c:v>47009</c:v>
                      </c:pt>
                      <c:pt idx="34">
                        <c:v>47038</c:v>
                      </c:pt>
                      <c:pt idx="35">
                        <c:v>47067</c:v>
                      </c:pt>
                      <c:pt idx="36">
                        <c:v>47096</c:v>
                      </c:pt>
                      <c:pt idx="37">
                        <c:v>47125</c:v>
                      </c:pt>
                      <c:pt idx="38">
                        <c:v>47154</c:v>
                      </c:pt>
                      <c:pt idx="39">
                        <c:v>47183</c:v>
                      </c:pt>
                      <c:pt idx="40">
                        <c:v>47212</c:v>
                      </c:pt>
                      <c:pt idx="41">
                        <c:v>47241</c:v>
                      </c:pt>
                      <c:pt idx="42">
                        <c:v>47270</c:v>
                      </c:pt>
                      <c:pt idx="43">
                        <c:v>47299</c:v>
                      </c:pt>
                      <c:pt idx="44">
                        <c:v>47328</c:v>
                      </c:pt>
                      <c:pt idx="45">
                        <c:v>47357</c:v>
                      </c:pt>
                      <c:pt idx="46">
                        <c:v>47386</c:v>
                      </c:pt>
                      <c:pt idx="47">
                        <c:v>47415</c:v>
                      </c:pt>
                      <c:pt idx="48">
                        <c:v>47444</c:v>
                      </c:pt>
                    </c:numCache>
                  </c:numRef>
                </c:cat>
                <c:val>
                  <c:numRef>
                    <c:extLst>
                      <c:ext uri="{02D57815-91ED-43cb-92C2-25804820EDAC}">
                        <c15:formulaRef>
                          <c15:sqref>'[工作表 在 Project review meeting_1479-0032_ China and HK Apr26.pptx]template-China'!$B$7:$AX$7</c15:sqref>
                        </c15:formulaRef>
                      </c:ext>
                    </c:extLst>
                    <c:numCache>
                      <c:formatCode>General</c:formatCode>
                      <c:ptCount val="49"/>
                    </c:numCache>
                  </c:numRef>
                </c:val>
                <c:smooth val="0"/>
                <c:extLst>
                  <c:ext xmlns:c16="http://schemas.microsoft.com/office/drawing/2014/chart" uri="{C3380CC4-5D6E-409C-BE32-E72D297353CC}">
                    <c16:uniqueId val="{00000004-CE1C-4D60-A47F-76A4BBFB17C4}"/>
                  </c:ext>
                </c:extLst>
              </c15:ser>
            </c15:filteredLineSeries>
            <c15:filteredLineSeries>
              <c15:ser>
                <c:idx val="3"/>
                <c:order val="3"/>
                <c:tx>
                  <c:strRef>
                    <c:extLst xmlns:c15="http://schemas.microsoft.com/office/drawing/2012/chart">
                      <c:ext xmlns:c15="http://schemas.microsoft.com/office/drawing/2012/chart" uri="{02D57815-91ED-43cb-92C2-25804820EDAC}">
                        <c15:formulaRef>
                          <c15:sqref>'[工作表 在 Project review meeting_1479-0032_ China and HK Apr26.pptx]template-China'!$A$8</c15:sqref>
                        </c15:formulaRef>
                      </c:ext>
                    </c:extLst>
                    <c:strCache>
                      <c:ptCount val="1"/>
                      <c:pt idx="0">
                        <c:v>Sites Activated (Actual)</c:v>
                      </c:pt>
                    </c:strCache>
                  </c:strRef>
                </c:tx>
                <c:spPr>
                  <a:ln w="28575" cap="rnd">
                    <a:solidFill>
                      <a:schemeClr val="accent4"/>
                    </a:solidFill>
                    <a:round/>
                  </a:ln>
                  <a:effectLst/>
                </c:spPr>
                <c:marker>
                  <c:symbol val="none"/>
                </c:marker>
                <c:cat>
                  <c:numRef>
                    <c:extLst xmlns:c15="http://schemas.microsoft.com/office/drawing/2012/chart">
                      <c:ext xmlns:c15="http://schemas.microsoft.com/office/drawing/2012/chart" uri="{02D57815-91ED-43cb-92C2-25804820EDAC}">
                        <c15:formulaRef>
                          <c15:sqref>'[工作表 在 Project review meeting_1479-0032_ China and HK Apr26.pptx]template-China'!$B$4:$AX$4</c15:sqref>
                        </c15:formulaRef>
                      </c:ext>
                    </c:extLst>
                    <c:numCache>
                      <c:formatCode>[$-409]mmm\-yy;@</c:formatCode>
                      <c:ptCount val="49"/>
                      <c:pt idx="0">
                        <c:v>46052</c:v>
                      </c:pt>
                      <c:pt idx="1">
                        <c:v>46081</c:v>
                      </c:pt>
                      <c:pt idx="2">
                        <c:v>46110</c:v>
                      </c:pt>
                      <c:pt idx="3">
                        <c:v>46139</c:v>
                      </c:pt>
                      <c:pt idx="4">
                        <c:v>46168</c:v>
                      </c:pt>
                      <c:pt idx="5">
                        <c:v>46197</c:v>
                      </c:pt>
                      <c:pt idx="6">
                        <c:v>46226</c:v>
                      </c:pt>
                      <c:pt idx="7">
                        <c:v>46255</c:v>
                      </c:pt>
                      <c:pt idx="8">
                        <c:v>46284</c:v>
                      </c:pt>
                      <c:pt idx="9">
                        <c:v>46313</c:v>
                      </c:pt>
                      <c:pt idx="10">
                        <c:v>46342</c:v>
                      </c:pt>
                      <c:pt idx="11">
                        <c:v>46371</c:v>
                      </c:pt>
                      <c:pt idx="12">
                        <c:v>46400</c:v>
                      </c:pt>
                      <c:pt idx="13">
                        <c:v>46429</c:v>
                      </c:pt>
                      <c:pt idx="14">
                        <c:v>46458</c:v>
                      </c:pt>
                      <c:pt idx="15">
                        <c:v>46487</c:v>
                      </c:pt>
                      <c:pt idx="16">
                        <c:v>46516</c:v>
                      </c:pt>
                      <c:pt idx="17">
                        <c:v>46545</c:v>
                      </c:pt>
                      <c:pt idx="18">
                        <c:v>46574</c:v>
                      </c:pt>
                      <c:pt idx="19">
                        <c:v>46603</c:v>
                      </c:pt>
                      <c:pt idx="20">
                        <c:v>46632</c:v>
                      </c:pt>
                      <c:pt idx="21">
                        <c:v>46661</c:v>
                      </c:pt>
                      <c:pt idx="22">
                        <c:v>46690</c:v>
                      </c:pt>
                      <c:pt idx="23">
                        <c:v>46719</c:v>
                      </c:pt>
                      <c:pt idx="24">
                        <c:v>46748</c:v>
                      </c:pt>
                      <c:pt idx="25">
                        <c:v>46777</c:v>
                      </c:pt>
                      <c:pt idx="26">
                        <c:v>46806</c:v>
                      </c:pt>
                      <c:pt idx="27">
                        <c:v>46835</c:v>
                      </c:pt>
                      <c:pt idx="28">
                        <c:v>46864</c:v>
                      </c:pt>
                      <c:pt idx="29">
                        <c:v>46893</c:v>
                      </c:pt>
                      <c:pt idx="30">
                        <c:v>46922</c:v>
                      </c:pt>
                      <c:pt idx="31">
                        <c:v>46951</c:v>
                      </c:pt>
                      <c:pt idx="32">
                        <c:v>46980</c:v>
                      </c:pt>
                      <c:pt idx="33">
                        <c:v>47009</c:v>
                      </c:pt>
                      <c:pt idx="34">
                        <c:v>47038</c:v>
                      </c:pt>
                      <c:pt idx="35">
                        <c:v>47067</c:v>
                      </c:pt>
                      <c:pt idx="36">
                        <c:v>47096</c:v>
                      </c:pt>
                      <c:pt idx="37">
                        <c:v>47125</c:v>
                      </c:pt>
                      <c:pt idx="38">
                        <c:v>47154</c:v>
                      </c:pt>
                      <c:pt idx="39">
                        <c:v>47183</c:v>
                      </c:pt>
                      <c:pt idx="40">
                        <c:v>47212</c:v>
                      </c:pt>
                      <c:pt idx="41">
                        <c:v>47241</c:v>
                      </c:pt>
                      <c:pt idx="42">
                        <c:v>47270</c:v>
                      </c:pt>
                      <c:pt idx="43">
                        <c:v>47299</c:v>
                      </c:pt>
                      <c:pt idx="44">
                        <c:v>47328</c:v>
                      </c:pt>
                      <c:pt idx="45">
                        <c:v>47357</c:v>
                      </c:pt>
                      <c:pt idx="46">
                        <c:v>47386</c:v>
                      </c:pt>
                      <c:pt idx="47">
                        <c:v>47415</c:v>
                      </c:pt>
                      <c:pt idx="48">
                        <c:v>47444</c:v>
                      </c:pt>
                    </c:numCache>
                  </c:numRef>
                </c:cat>
                <c:val>
                  <c:numRef>
                    <c:extLst xmlns:c15="http://schemas.microsoft.com/office/drawing/2012/chart">
                      <c:ext xmlns:c15="http://schemas.microsoft.com/office/drawing/2012/chart" uri="{02D57815-91ED-43cb-92C2-25804820EDAC}">
                        <c15:formulaRef>
                          <c15:sqref>'[工作表 在 Project review meeting_1479-0032_ China and HK Apr26.pptx]template-China'!$B$8:$AX$8</c15:sqref>
                        </c15:formulaRef>
                      </c:ext>
                    </c:extLst>
                    <c:numCache>
                      <c:formatCode>General</c:formatCode>
                      <c:ptCount val="49"/>
                      <c:pt idx="0">
                        <c:v>6</c:v>
                      </c:pt>
                      <c:pt idx="1">
                        <c:v>9</c:v>
                      </c:pt>
                      <c:pt idx="2">
                        <c:v>12</c:v>
                      </c:pt>
                      <c:pt idx="3">
                        <c:v>22</c:v>
                      </c:pt>
                    </c:numCache>
                  </c:numRef>
                </c:val>
                <c:smooth val="0"/>
                <c:extLst xmlns:c15="http://schemas.microsoft.com/office/drawing/2012/chart">
                  <c:ext xmlns:c16="http://schemas.microsoft.com/office/drawing/2014/chart" uri="{C3380CC4-5D6E-409C-BE32-E72D297353CC}">
                    <c16:uniqueId val="{00000005-CE1C-4D60-A47F-76A4BBFB17C4}"/>
                  </c:ext>
                </c:extLst>
              </c15:ser>
            </c15:filteredLineSeries>
            <c15:filteredLineSeries>
              <c15:ser>
                <c:idx val="4"/>
                <c:order val="4"/>
                <c:tx>
                  <c:strRef>
                    <c:extLst xmlns:c15="http://schemas.microsoft.com/office/drawing/2012/chart">
                      <c:ext xmlns:c15="http://schemas.microsoft.com/office/drawing/2012/chart" uri="{02D57815-91ED-43cb-92C2-25804820EDAC}">
                        <c15:formulaRef>
                          <c15:sqref>'[工作表 在 Project review meeting_1479-0032_ China and HK Apr26.pptx]template-China'!$A$9</c15:sqref>
                        </c15:formulaRef>
                      </c:ext>
                    </c:extLst>
                    <c:strCache>
                      <c:ptCount val="1"/>
                      <c:pt idx="0">
                        <c:v>Sites Activtied(Planned) </c:v>
                      </c:pt>
                    </c:strCache>
                  </c:strRef>
                </c:tx>
                <c:spPr>
                  <a:ln w="28575" cap="rnd">
                    <a:solidFill>
                      <a:schemeClr val="accent5"/>
                    </a:solidFill>
                    <a:round/>
                  </a:ln>
                  <a:effectLst/>
                </c:spPr>
                <c:marker>
                  <c:symbol val="none"/>
                </c:marker>
                <c:cat>
                  <c:numRef>
                    <c:extLst xmlns:c15="http://schemas.microsoft.com/office/drawing/2012/chart">
                      <c:ext xmlns:c15="http://schemas.microsoft.com/office/drawing/2012/chart" uri="{02D57815-91ED-43cb-92C2-25804820EDAC}">
                        <c15:formulaRef>
                          <c15:sqref>'[工作表 在 Project review meeting_1479-0032_ China and HK Apr26.pptx]template-China'!$B$4:$AX$4</c15:sqref>
                        </c15:formulaRef>
                      </c:ext>
                    </c:extLst>
                    <c:numCache>
                      <c:formatCode>[$-409]mmm\-yy;@</c:formatCode>
                      <c:ptCount val="49"/>
                      <c:pt idx="0">
                        <c:v>46052</c:v>
                      </c:pt>
                      <c:pt idx="1">
                        <c:v>46081</c:v>
                      </c:pt>
                      <c:pt idx="2">
                        <c:v>46110</c:v>
                      </c:pt>
                      <c:pt idx="3">
                        <c:v>46139</c:v>
                      </c:pt>
                      <c:pt idx="4">
                        <c:v>46168</c:v>
                      </c:pt>
                      <c:pt idx="5">
                        <c:v>46197</c:v>
                      </c:pt>
                      <c:pt idx="6">
                        <c:v>46226</c:v>
                      </c:pt>
                      <c:pt idx="7">
                        <c:v>46255</c:v>
                      </c:pt>
                      <c:pt idx="8">
                        <c:v>46284</c:v>
                      </c:pt>
                      <c:pt idx="9">
                        <c:v>46313</c:v>
                      </c:pt>
                      <c:pt idx="10">
                        <c:v>46342</c:v>
                      </c:pt>
                      <c:pt idx="11">
                        <c:v>46371</c:v>
                      </c:pt>
                      <c:pt idx="12">
                        <c:v>46400</c:v>
                      </c:pt>
                      <c:pt idx="13">
                        <c:v>46429</c:v>
                      </c:pt>
                      <c:pt idx="14">
                        <c:v>46458</c:v>
                      </c:pt>
                      <c:pt idx="15">
                        <c:v>46487</c:v>
                      </c:pt>
                      <c:pt idx="16">
                        <c:v>46516</c:v>
                      </c:pt>
                      <c:pt idx="17">
                        <c:v>46545</c:v>
                      </c:pt>
                      <c:pt idx="18">
                        <c:v>46574</c:v>
                      </c:pt>
                      <c:pt idx="19">
                        <c:v>46603</c:v>
                      </c:pt>
                      <c:pt idx="20">
                        <c:v>46632</c:v>
                      </c:pt>
                      <c:pt idx="21">
                        <c:v>46661</c:v>
                      </c:pt>
                      <c:pt idx="22">
                        <c:v>46690</c:v>
                      </c:pt>
                      <c:pt idx="23">
                        <c:v>46719</c:v>
                      </c:pt>
                      <c:pt idx="24">
                        <c:v>46748</c:v>
                      </c:pt>
                      <c:pt idx="25">
                        <c:v>46777</c:v>
                      </c:pt>
                      <c:pt idx="26">
                        <c:v>46806</c:v>
                      </c:pt>
                      <c:pt idx="27">
                        <c:v>46835</c:v>
                      </c:pt>
                      <c:pt idx="28">
                        <c:v>46864</c:v>
                      </c:pt>
                      <c:pt idx="29">
                        <c:v>46893</c:v>
                      </c:pt>
                      <c:pt idx="30">
                        <c:v>46922</c:v>
                      </c:pt>
                      <c:pt idx="31">
                        <c:v>46951</c:v>
                      </c:pt>
                      <c:pt idx="32">
                        <c:v>46980</c:v>
                      </c:pt>
                      <c:pt idx="33">
                        <c:v>47009</c:v>
                      </c:pt>
                      <c:pt idx="34">
                        <c:v>47038</c:v>
                      </c:pt>
                      <c:pt idx="35">
                        <c:v>47067</c:v>
                      </c:pt>
                      <c:pt idx="36">
                        <c:v>47096</c:v>
                      </c:pt>
                      <c:pt idx="37">
                        <c:v>47125</c:v>
                      </c:pt>
                      <c:pt idx="38">
                        <c:v>47154</c:v>
                      </c:pt>
                      <c:pt idx="39">
                        <c:v>47183</c:v>
                      </c:pt>
                      <c:pt idx="40">
                        <c:v>47212</c:v>
                      </c:pt>
                      <c:pt idx="41">
                        <c:v>47241</c:v>
                      </c:pt>
                      <c:pt idx="42">
                        <c:v>47270</c:v>
                      </c:pt>
                      <c:pt idx="43">
                        <c:v>47299</c:v>
                      </c:pt>
                      <c:pt idx="44">
                        <c:v>47328</c:v>
                      </c:pt>
                      <c:pt idx="45">
                        <c:v>47357</c:v>
                      </c:pt>
                      <c:pt idx="46">
                        <c:v>47386</c:v>
                      </c:pt>
                      <c:pt idx="47">
                        <c:v>47415</c:v>
                      </c:pt>
                      <c:pt idx="48">
                        <c:v>47444</c:v>
                      </c:pt>
                    </c:numCache>
                  </c:numRef>
                </c:cat>
                <c:val>
                  <c:numRef>
                    <c:extLst xmlns:c15="http://schemas.microsoft.com/office/drawing/2012/chart">
                      <c:ext xmlns:c15="http://schemas.microsoft.com/office/drawing/2012/chart" uri="{02D57815-91ED-43cb-92C2-25804820EDAC}">
                        <c15:formulaRef>
                          <c15:sqref>'[工作表 在 Project review meeting_1479-0032_ China and HK Apr26.pptx]template-China'!$B$9:$AX$9</c15:sqref>
                        </c15:formulaRef>
                      </c:ext>
                    </c:extLst>
                    <c:numCache>
                      <c:formatCode>General</c:formatCode>
                      <c:ptCount val="49"/>
                      <c:pt idx="0">
                        <c:v>4</c:v>
                      </c:pt>
                      <c:pt idx="1">
                        <c:v>12</c:v>
                      </c:pt>
                      <c:pt idx="2">
                        <c:v>21</c:v>
                      </c:pt>
                      <c:pt idx="3">
                        <c:v>22</c:v>
                      </c:pt>
                      <c:pt idx="4">
                        <c:v>24</c:v>
                      </c:pt>
                      <c:pt idx="5">
                        <c:v>28</c:v>
                      </c:pt>
                    </c:numCache>
                  </c:numRef>
                </c:val>
                <c:smooth val="0"/>
                <c:extLst xmlns:c15="http://schemas.microsoft.com/office/drawing/2012/chart">
                  <c:ext xmlns:c16="http://schemas.microsoft.com/office/drawing/2014/chart" uri="{C3380CC4-5D6E-409C-BE32-E72D297353CC}">
                    <c16:uniqueId val="{00000006-CE1C-4D60-A47F-76A4BBFB17C4}"/>
                  </c:ext>
                </c:extLst>
              </c15:ser>
            </c15:filteredLineSeries>
          </c:ext>
        </c:extLst>
      </c:lineChart>
      <c:dateAx>
        <c:axId val="523006048"/>
        <c:scaling>
          <c:orientation val="minMax"/>
        </c:scaling>
        <c:delete val="0"/>
        <c:axPos val="b"/>
        <c:numFmt formatCode="[$-409]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30060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1479-0009 Global Recruitment Plan</a:t>
            </a:r>
            <a:endParaRPr lang="zh-CN"/>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Plan Screened</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Sheet1!$A$2:$A$21</c:f>
              <c:numCache>
                <c:formatCode>mmm\-yy</c:formatCode>
                <c:ptCount val="20"/>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numCache>
            </c:numRef>
          </c:cat>
          <c:val>
            <c:numRef>
              <c:f>Sheet1!$B$2:$B$21</c:f>
              <c:numCache>
                <c:formatCode>General</c:formatCode>
                <c:ptCount val="20"/>
                <c:pt idx="0">
                  <c:v>4</c:v>
                </c:pt>
                <c:pt idx="1">
                  <c:v>17</c:v>
                </c:pt>
                <c:pt idx="2">
                  <c:v>33</c:v>
                </c:pt>
                <c:pt idx="3">
                  <c:v>47</c:v>
                </c:pt>
                <c:pt idx="4">
                  <c:v>60</c:v>
                </c:pt>
                <c:pt idx="5">
                  <c:v>74</c:v>
                </c:pt>
                <c:pt idx="6">
                  <c:v>89</c:v>
                </c:pt>
                <c:pt idx="7">
                  <c:v>104</c:v>
                </c:pt>
                <c:pt idx="8">
                  <c:v>119</c:v>
                </c:pt>
                <c:pt idx="9">
                  <c:v>131</c:v>
                </c:pt>
                <c:pt idx="10">
                  <c:v>141</c:v>
                </c:pt>
                <c:pt idx="11">
                  <c:v>153</c:v>
                </c:pt>
                <c:pt idx="12">
                  <c:v>163</c:v>
                </c:pt>
                <c:pt idx="13">
                  <c:v>176</c:v>
                </c:pt>
                <c:pt idx="14">
                  <c:v>185</c:v>
                </c:pt>
                <c:pt idx="15">
                  <c:v>195</c:v>
                </c:pt>
                <c:pt idx="16">
                  <c:v>207</c:v>
                </c:pt>
                <c:pt idx="17">
                  <c:v>225</c:v>
                </c:pt>
                <c:pt idx="18">
                  <c:v>242</c:v>
                </c:pt>
                <c:pt idx="19">
                  <c:v>260</c:v>
                </c:pt>
              </c:numCache>
            </c:numRef>
          </c:val>
          <c:smooth val="0"/>
          <c:extLst>
            <c:ext xmlns:c16="http://schemas.microsoft.com/office/drawing/2014/chart" uri="{C3380CC4-5D6E-409C-BE32-E72D297353CC}">
              <c16:uniqueId val="{00000000-6AB8-46C1-A68D-2A1B121D3E31}"/>
            </c:ext>
          </c:extLst>
        </c:ser>
        <c:ser>
          <c:idx val="1"/>
          <c:order val="1"/>
          <c:tx>
            <c:strRef>
              <c:f>Sheet1!$C$1</c:f>
              <c:strCache>
                <c:ptCount val="1"/>
                <c:pt idx="0">
                  <c:v>Actual Screened</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Sheet1!$A$2:$A$21</c:f>
              <c:numCache>
                <c:formatCode>mmm\-yy</c:formatCode>
                <c:ptCount val="20"/>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numCache>
            </c:numRef>
          </c:cat>
          <c:val>
            <c:numRef>
              <c:f>Sheet1!$C$2:$C$21</c:f>
              <c:numCache>
                <c:formatCode>General</c:formatCode>
                <c:ptCount val="20"/>
                <c:pt idx="0">
                  <c:v>4</c:v>
                </c:pt>
                <c:pt idx="1">
                  <c:v>31</c:v>
                </c:pt>
                <c:pt idx="2">
                  <c:v>57</c:v>
                </c:pt>
                <c:pt idx="3">
                  <c:v>89</c:v>
                </c:pt>
                <c:pt idx="4">
                  <c:v>108</c:v>
                </c:pt>
                <c:pt idx="5">
                  <c:v>115</c:v>
                </c:pt>
                <c:pt idx="6">
                  <c:v>127</c:v>
                </c:pt>
                <c:pt idx="7">
                  <c:v>137</c:v>
                </c:pt>
                <c:pt idx="8">
                  <c:v>152</c:v>
                </c:pt>
                <c:pt idx="9">
                  <c:v>170</c:v>
                </c:pt>
                <c:pt idx="10">
                  <c:v>181</c:v>
                </c:pt>
                <c:pt idx="11">
                  <c:v>192</c:v>
                </c:pt>
                <c:pt idx="12">
                  <c:v>198</c:v>
                </c:pt>
                <c:pt idx="13">
                  <c:v>222</c:v>
                </c:pt>
                <c:pt idx="14">
                  <c:v>268</c:v>
                </c:pt>
                <c:pt idx="15">
                  <c:v>304</c:v>
                </c:pt>
                <c:pt idx="16">
                  <c:v>331</c:v>
                </c:pt>
                <c:pt idx="17">
                  <c:v>359</c:v>
                </c:pt>
                <c:pt idx="18">
                  <c:v>371</c:v>
                </c:pt>
              </c:numCache>
            </c:numRef>
          </c:val>
          <c:smooth val="0"/>
          <c:extLst>
            <c:ext xmlns:c16="http://schemas.microsoft.com/office/drawing/2014/chart" uri="{C3380CC4-5D6E-409C-BE32-E72D297353CC}">
              <c16:uniqueId val="{00000001-6AB8-46C1-A68D-2A1B121D3E31}"/>
            </c:ext>
          </c:extLst>
        </c:ser>
        <c:ser>
          <c:idx val="2"/>
          <c:order val="2"/>
          <c:tx>
            <c:strRef>
              <c:f>Sheet1!$D$1</c:f>
              <c:strCache>
                <c:ptCount val="1"/>
                <c:pt idx="0">
                  <c:v>Planned Randomized</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Sheet1!$A$2:$A$21</c:f>
              <c:numCache>
                <c:formatCode>mmm\-yy</c:formatCode>
                <c:ptCount val="20"/>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numCache>
            </c:numRef>
          </c:cat>
          <c:val>
            <c:numRef>
              <c:f>Sheet1!$D$2:$D$21</c:f>
              <c:numCache>
                <c:formatCode>General</c:formatCode>
                <c:ptCount val="20"/>
                <c:pt idx="0">
                  <c:v>0</c:v>
                </c:pt>
                <c:pt idx="1">
                  <c:v>5</c:v>
                </c:pt>
                <c:pt idx="2">
                  <c:v>15</c:v>
                </c:pt>
                <c:pt idx="3">
                  <c:v>26</c:v>
                </c:pt>
                <c:pt idx="4">
                  <c:v>36</c:v>
                </c:pt>
                <c:pt idx="5">
                  <c:v>48</c:v>
                </c:pt>
                <c:pt idx="6">
                  <c:v>60</c:v>
                </c:pt>
                <c:pt idx="7">
                  <c:v>71</c:v>
                </c:pt>
                <c:pt idx="8">
                  <c:v>85</c:v>
                </c:pt>
                <c:pt idx="9">
                  <c:v>97</c:v>
                </c:pt>
                <c:pt idx="10">
                  <c:v>107</c:v>
                </c:pt>
                <c:pt idx="11">
                  <c:v>116</c:v>
                </c:pt>
                <c:pt idx="12">
                  <c:v>126</c:v>
                </c:pt>
                <c:pt idx="13">
                  <c:v>136</c:v>
                </c:pt>
                <c:pt idx="14">
                  <c:v>146</c:v>
                </c:pt>
                <c:pt idx="15">
                  <c:v>153</c:v>
                </c:pt>
                <c:pt idx="16">
                  <c:v>163</c:v>
                </c:pt>
                <c:pt idx="17">
                  <c:v>174</c:v>
                </c:pt>
                <c:pt idx="18">
                  <c:v>187</c:v>
                </c:pt>
                <c:pt idx="19">
                  <c:v>200</c:v>
                </c:pt>
              </c:numCache>
            </c:numRef>
          </c:val>
          <c:smooth val="0"/>
          <c:extLst>
            <c:ext xmlns:c16="http://schemas.microsoft.com/office/drawing/2014/chart" uri="{C3380CC4-5D6E-409C-BE32-E72D297353CC}">
              <c16:uniqueId val="{00000002-6AB8-46C1-A68D-2A1B121D3E31}"/>
            </c:ext>
          </c:extLst>
        </c:ser>
        <c:ser>
          <c:idx val="3"/>
          <c:order val="3"/>
          <c:tx>
            <c:strRef>
              <c:f>Sheet1!$E$1</c:f>
              <c:strCache>
                <c:ptCount val="1"/>
                <c:pt idx="0">
                  <c:v>Actual Randomized</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Sheet1!$A$2:$A$21</c:f>
              <c:numCache>
                <c:formatCode>mmm\-yy</c:formatCode>
                <c:ptCount val="20"/>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numCache>
            </c:numRef>
          </c:cat>
          <c:val>
            <c:numRef>
              <c:f>Sheet1!$E$2:$E$21</c:f>
              <c:numCache>
                <c:formatCode>General</c:formatCode>
                <c:ptCount val="20"/>
                <c:pt idx="0">
                  <c:v>2</c:v>
                </c:pt>
                <c:pt idx="1">
                  <c:v>15</c:v>
                </c:pt>
                <c:pt idx="2">
                  <c:v>35</c:v>
                </c:pt>
                <c:pt idx="3">
                  <c:v>54</c:v>
                </c:pt>
                <c:pt idx="4">
                  <c:v>75</c:v>
                </c:pt>
                <c:pt idx="5">
                  <c:v>87</c:v>
                </c:pt>
                <c:pt idx="6">
                  <c:v>91</c:v>
                </c:pt>
                <c:pt idx="7">
                  <c:v>98</c:v>
                </c:pt>
                <c:pt idx="8">
                  <c:v>108</c:v>
                </c:pt>
                <c:pt idx="9">
                  <c:v>120</c:v>
                </c:pt>
                <c:pt idx="10">
                  <c:v>131</c:v>
                </c:pt>
                <c:pt idx="11">
                  <c:v>139</c:v>
                </c:pt>
                <c:pt idx="12">
                  <c:v>144</c:v>
                </c:pt>
                <c:pt idx="13">
                  <c:v>157</c:v>
                </c:pt>
                <c:pt idx="14">
                  <c:v>181</c:v>
                </c:pt>
                <c:pt idx="15">
                  <c:v>215</c:v>
                </c:pt>
                <c:pt idx="16">
                  <c:v>240</c:v>
                </c:pt>
                <c:pt idx="17">
                  <c:v>264</c:v>
                </c:pt>
                <c:pt idx="18">
                  <c:v>273</c:v>
                </c:pt>
              </c:numCache>
            </c:numRef>
          </c:val>
          <c:smooth val="0"/>
          <c:extLst>
            <c:ext xmlns:c16="http://schemas.microsoft.com/office/drawing/2014/chart" uri="{C3380CC4-5D6E-409C-BE32-E72D297353CC}">
              <c16:uniqueId val="{00000003-6AB8-46C1-A68D-2A1B121D3E31}"/>
            </c:ext>
          </c:extLst>
        </c:ser>
        <c:dLbls>
          <c:dLblPos val="t"/>
          <c:showLegendKey val="0"/>
          <c:showVal val="1"/>
          <c:showCatName val="0"/>
          <c:showSerName val="0"/>
          <c:showPercent val="0"/>
          <c:showBubbleSize val="0"/>
        </c:dLbls>
        <c:smooth val="0"/>
        <c:axId val="979251896"/>
        <c:axId val="979249736"/>
      </c:lineChart>
      <c:dateAx>
        <c:axId val="979251896"/>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ltLang="zh-CN" baseline="0">
                    <a:solidFill>
                      <a:srgbClr val="F62B2B"/>
                    </a:solidFill>
                  </a:rPr>
                  <a:t>Note: </a:t>
                </a:r>
                <a:r>
                  <a:rPr lang="en-US" altLang="zh-CN" baseline="0">
                    <a:solidFill>
                      <a:schemeClr val="tx1"/>
                    </a:solidFill>
                  </a:rPr>
                  <a:t>This is initial plan for 200pts, will be updated 520pts in maximum </a:t>
                </a:r>
                <a:r>
                  <a:rPr lang="en-US" altLang="zh-CN" sz="1330" b="0" i="0" u="none" strike="noStrike" baseline="0">
                    <a:solidFill>
                      <a:schemeClr val="tx1"/>
                    </a:solidFill>
                  </a:rPr>
                  <a:t>under CTP V3.0 when Global plan is ready</a:t>
                </a:r>
                <a:r>
                  <a:rPr lang="en-US" altLang="zh-CN" baseline="0">
                    <a:solidFill>
                      <a:schemeClr val="tx1"/>
                    </a:solidFill>
                  </a:rPr>
                  <a:t>. </a:t>
                </a:r>
                <a:endParaRPr lang="zh-CN" altLang="en-US" baseline="0">
                  <a:solidFill>
                    <a:schemeClr val="tx1"/>
                  </a:solidFill>
                </a:endParaRPr>
              </a:p>
            </c:rich>
          </c:tx>
          <c:layout>
            <c:manualLayout>
              <c:xMode val="edge"/>
              <c:yMode val="edge"/>
              <c:x val="0.12526468960208778"/>
              <c:y val="0.83813151574633993"/>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ltLang="en-US"/>
            </a:p>
          </c:txPr>
        </c:title>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979249736"/>
        <c:crosses val="autoZero"/>
        <c:auto val="1"/>
        <c:lblOffset val="100"/>
        <c:baseTimeUnit val="months"/>
      </c:dateAx>
      <c:valAx>
        <c:axId val="9792497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ltLang="zh-CN"/>
                  <a:t>Pt Number</a:t>
                </a:r>
                <a:endParaRPr lang="zh-CN" altLang="en-US"/>
              </a:p>
            </c:rich>
          </c:tx>
          <c:layout>
            <c:manualLayout>
              <c:xMode val="edge"/>
              <c:yMode val="edge"/>
              <c:x val="3.8946362885036161E-2"/>
              <c:y val="0.1680282588342778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979251896"/>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zh-CN"/>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1479-0009 China Recruitment P</a:t>
            </a:r>
            <a:r>
              <a:rPr lang="en-US" altLang="zh-CN"/>
              <a:t>lan</a:t>
            </a:r>
            <a:endParaRPr lang="zh-CN"/>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Plan Screened</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Sheet1!$A$2:$A$37</c:f>
              <c:numCache>
                <c:formatCode>mmm\-yy</c:formatCode>
                <c:ptCount val="36"/>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pt idx="32">
                  <c:v>46539</c:v>
                </c:pt>
                <c:pt idx="33">
                  <c:v>46569</c:v>
                </c:pt>
                <c:pt idx="34">
                  <c:v>46600</c:v>
                </c:pt>
                <c:pt idx="35">
                  <c:v>46631</c:v>
                </c:pt>
              </c:numCache>
            </c:numRef>
          </c:cat>
          <c:val>
            <c:numRef>
              <c:f>Sheet1!$B$2:$B$37</c:f>
              <c:numCache>
                <c:formatCode>General</c:formatCode>
                <c:ptCount val="36"/>
                <c:pt idx="0">
                  <c:v>0</c:v>
                </c:pt>
                <c:pt idx="1">
                  <c:v>1</c:v>
                </c:pt>
                <c:pt idx="2">
                  <c:v>2</c:v>
                </c:pt>
                <c:pt idx="3">
                  <c:v>2</c:v>
                </c:pt>
                <c:pt idx="4">
                  <c:v>3</c:v>
                </c:pt>
                <c:pt idx="5">
                  <c:v>4</c:v>
                </c:pt>
                <c:pt idx="6">
                  <c:v>5</c:v>
                </c:pt>
                <c:pt idx="7">
                  <c:v>5</c:v>
                </c:pt>
                <c:pt idx="8">
                  <c:v>6</c:v>
                </c:pt>
                <c:pt idx="9">
                  <c:v>7</c:v>
                </c:pt>
                <c:pt idx="10">
                  <c:v>8</c:v>
                </c:pt>
                <c:pt idx="11">
                  <c:v>9</c:v>
                </c:pt>
                <c:pt idx="12">
                  <c:v>9</c:v>
                </c:pt>
                <c:pt idx="13">
                  <c:v>10</c:v>
                </c:pt>
                <c:pt idx="14">
                  <c:v>11</c:v>
                </c:pt>
                <c:pt idx="15">
                  <c:v>19</c:v>
                </c:pt>
                <c:pt idx="16">
                  <c:v>21</c:v>
                </c:pt>
                <c:pt idx="17">
                  <c:v>25</c:v>
                </c:pt>
                <c:pt idx="18">
                  <c:v>27</c:v>
                </c:pt>
                <c:pt idx="19">
                  <c:v>30</c:v>
                </c:pt>
                <c:pt idx="20">
                  <c:v>32</c:v>
                </c:pt>
                <c:pt idx="21">
                  <c:v>34</c:v>
                </c:pt>
                <c:pt idx="22">
                  <c:v>36</c:v>
                </c:pt>
                <c:pt idx="23">
                  <c:v>38</c:v>
                </c:pt>
                <c:pt idx="24">
                  <c:v>40</c:v>
                </c:pt>
                <c:pt idx="25">
                  <c:v>42</c:v>
                </c:pt>
                <c:pt idx="26">
                  <c:v>44</c:v>
                </c:pt>
                <c:pt idx="27">
                  <c:v>45</c:v>
                </c:pt>
                <c:pt idx="28">
                  <c:v>46</c:v>
                </c:pt>
                <c:pt idx="29">
                  <c:v>48</c:v>
                </c:pt>
                <c:pt idx="30">
                  <c:v>49</c:v>
                </c:pt>
                <c:pt idx="31">
                  <c:v>50</c:v>
                </c:pt>
                <c:pt idx="32">
                  <c:v>51</c:v>
                </c:pt>
                <c:pt idx="33">
                  <c:v>52</c:v>
                </c:pt>
                <c:pt idx="34">
                  <c:v>53</c:v>
                </c:pt>
                <c:pt idx="35">
                  <c:v>54</c:v>
                </c:pt>
              </c:numCache>
            </c:numRef>
          </c:val>
          <c:smooth val="0"/>
          <c:extLst>
            <c:ext xmlns:c16="http://schemas.microsoft.com/office/drawing/2014/chart" uri="{C3380CC4-5D6E-409C-BE32-E72D297353CC}">
              <c16:uniqueId val="{00000000-2F12-4834-A415-0020A8BF0DA7}"/>
            </c:ext>
          </c:extLst>
        </c:ser>
        <c:ser>
          <c:idx val="1"/>
          <c:order val="1"/>
          <c:tx>
            <c:strRef>
              <c:f>Sheet1!$C$1</c:f>
              <c:strCache>
                <c:ptCount val="1"/>
                <c:pt idx="0">
                  <c:v>Actual Screened</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Sheet1!$A$2:$A$37</c:f>
              <c:numCache>
                <c:formatCode>mmm\-yy</c:formatCode>
                <c:ptCount val="36"/>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pt idx="32">
                  <c:v>46539</c:v>
                </c:pt>
                <c:pt idx="33">
                  <c:v>46569</c:v>
                </c:pt>
                <c:pt idx="34">
                  <c:v>46600</c:v>
                </c:pt>
                <c:pt idx="35">
                  <c:v>46631</c:v>
                </c:pt>
              </c:numCache>
            </c:numRef>
          </c:cat>
          <c:val>
            <c:numRef>
              <c:f>Sheet1!$C$2:$C$37</c:f>
              <c:numCache>
                <c:formatCode>General</c:formatCode>
                <c:ptCount val="36"/>
                <c:pt idx="0">
                  <c:v>3</c:v>
                </c:pt>
                <c:pt idx="1">
                  <c:v>4</c:v>
                </c:pt>
                <c:pt idx="2">
                  <c:v>4</c:v>
                </c:pt>
                <c:pt idx="3">
                  <c:v>4</c:v>
                </c:pt>
                <c:pt idx="4">
                  <c:v>5</c:v>
                </c:pt>
                <c:pt idx="5">
                  <c:v>5</c:v>
                </c:pt>
                <c:pt idx="6">
                  <c:v>5</c:v>
                </c:pt>
                <c:pt idx="7">
                  <c:v>7</c:v>
                </c:pt>
                <c:pt idx="8">
                  <c:v>8</c:v>
                </c:pt>
                <c:pt idx="9">
                  <c:v>8</c:v>
                </c:pt>
                <c:pt idx="10">
                  <c:v>10</c:v>
                </c:pt>
                <c:pt idx="11">
                  <c:v>11</c:v>
                </c:pt>
                <c:pt idx="12">
                  <c:v>11</c:v>
                </c:pt>
                <c:pt idx="13">
                  <c:v>19</c:v>
                </c:pt>
                <c:pt idx="14">
                  <c:v>19</c:v>
                </c:pt>
                <c:pt idx="15">
                  <c:v>22</c:v>
                </c:pt>
                <c:pt idx="16">
                  <c:v>23</c:v>
                </c:pt>
                <c:pt idx="17">
                  <c:v>23</c:v>
                </c:pt>
                <c:pt idx="18">
                  <c:v>23</c:v>
                </c:pt>
              </c:numCache>
            </c:numRef>
          </c:val>
          <c:smooth val="0"/>
          <c:extLst>
            <c:ext xmlns:c16="http://schemas.microsoft.com/office/drawing/2014/chart" uri="{C3380CC4-5D6E-409C-BE32-E72D297353CC}">
              <c16:uniqueId val="{00000001-2F12-4834-A415-0020A8BF0DA7}"/>
            </c:ext>
          </c:extLst>
        </c:ser>
        <c:ser>
          <c:idx val="2"/>
          <c:order val="2"/>
          <c:tx>
            <c:strRef>
              <c:f>Sheet1!$D$1</c:f>
              <c:strCache>
                <c:ptCount val="1"/>
                <c:pt idx="0">
                  <c:v>Planned Randomized</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Sheet1!$A$2:$A$37</c:f>
              <c:numCache>
                <c:formatCode>mmm\-yy</c:formatCode>
                <c:ptCount val="36"/>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pt idx="32">
                  <c:v>46539</c:v>
                </c:pt>
                <c:pt idx="33">
                  <c:v>46569</c:v>
                </c:pt>
                <c:pt idx="34">
                  <c:v>46600</c:v>
                </c:pt>
                <c:pt idx="35">
                  <c:v>46631</c:v>
                </c:pt>
              </c:numCache>
            </c:numRef>
          </c:cat>
          <c:val>
            <c:numRef>
              <c:f>Sheet1!$D$2:$D$37</c:f>
              <c:numCache>
                <c:formatCode>General</c:formatCode>
                <c:ptCount val="36"/>
                <c:pt idx="0">
                  <c:v>0</c:v>
                </c:pt>
                <c:pt idx="1">
                  <c:v>0</c:v>
                </c:pt>
                <c:pt idx="2">
                  <c:v>1</c:v>
                </c:pt>
                <c:pt idx="3">
                  <c:v>1</c:v>
                </c:pt>
                <c:pt idx="4">
                  <c:v>2</c:v>
                </c:pt>
                <c:pt idx="5">
                  <c:v>2</c:v>
                </c:pt>
                <c:pt idx="6">
                  <c:v>3</c:v>
                </c:pt>
                <c:pt idx="7">
                  <c:v>3</c:v>
                </c:pt>
                <c:pt idx="8">
                  <c:v>4</c:v>
                </c:pt>
                <c:pt idx="9">
                  <c:v>4</c:v>
                </c:pt>
                <c:pt idx="10">
                  <c:v>5</c:v>
                </c:pt>
                <c:pt idx="11">
                  <c:v>5</c:v>
                </c:pt>
                <c:pt idx="12">
                  <c:v>6</c:v>
                </c:pt>
                <c:pt idx="13">
                  <c:v>6</c:v>
                </c:pt>
                <c:pt idx="14">
                  <c:v>7</c:v>
                </c:pt>
                <c:pt idx="15">
                  <c:v>15</c:v>
                </c:pt>
                <c:pt idx="16">
                  <c:v>16</c:v>
                </c:pt>
                <c:pt idx="17">
                  <c:v>17</c:v>
                </c:pt>
                <c:pt idx="18">
                  <c:v>18</c:v>
                </c:pt>
                <c:pt idx="19">
                  <c:v>19</c:v>
                </c:pt>
                <c:pt idx="20">
                  <c:v>21</c:v>
                </c:pt>
                <c:pt idx="21">
                  <c:v>23</c:v>
                </c:pt>
                <c:pt idx="22">
                  <c:v>25</c:v>
                </c:pt>
                <c:pt idx="23">
                  <c:v>27</c:v>
                </c:pt>
                <c:pt idx="24">
                  <c:v>29</c:v>
                </c:pt>
                <c:pt idx="25">
                  <c:v>30</c:v>
                </c:pt>
                <c:pt idx="26">
                  <c:v>31</c:v>
                </c:pt>
                <c:pt idx="27">
                  <c:v>32</c:v>
                </c:pt>
                <c:pt idx="28">
                  <c:v>33</c:v>
                </c:pt>
                <c:pt idx="29">
                  <c:v>34</c:v>
                </c:pt>
                <c:pt idx="30">
                  <c:v>35</c:v>
                </c:pt>
                <c:pt idx="31">
                  <c:v>36</c:v>
                </c:pt>
                <c:pt idx="32">
                  <c:v>37</c:v>
                </c:pt>
                <c:pt idx="33">
                  <c:v>38</c:v>
                </c:pt>
                <c:pt idx="34">
                  <c:v>39</c:v>
                </c:pt>
                <c:pt idx="35">
                  <c:v>40</c:v>
                </c:pt>
              </c:numCache>
            </c:numRef>
          </c:val>
          <c:smooth val="0"/>
          <c:extLst>
            <c:ext xmlns:c16="http://schemas.microsoft.com/office/drawing/2014/chart" uri="{C3380CC4-5D6E-409C-BE32-E72D297353CC}">
              <c16:uniqueId val="{00000002-2F12-4834-A415-0020A8BF0DA7}"/>
            </c:ext>
          </c:extLst>
        </c:ser>
        <c:ser>
          <c:idx val="3"/>
          <c:order val="3"/>
          <c:tx>
            <c:strRef>
              <c:f>Sheet1!$E$1</c:f>
              <c:strCache>
                <c:ptCount val="1"/>
                <c:pt idx="0">
                  <c:v>Actual Randomized</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Sheet1!$A$2:$A$37</c:f>
              <c:numCache>
                <c:formatCode>mmm\-yy</c:formatCode>
                <c:ptCount val="36"/>
                <c:pt idx="0">
                  <c:v>45566</c:v>
                </c:pt>
                <c:pt idx="1">
                  <c:v>45597</c:v>
                </c:pt>
                <c:pt idx="2">
                  <c:v>45627</c:v>
                </c:pt>
                <c:pt idx="3">
                  <c:v>45658</c:v>
                </c:pt>
                <c:pt idx="4">
                  <c:v>45689</c:v>
                </c:pt>
                <c:pt idx="5">
                  <c:v>45717</c:v>
                </c:pt>
                <c:pt idx="6">
                  <c:v>45748</c:v>
                </c:pt>
                <c:pt idx="7">
                  <c:v>45778</c:v>
                </c:pt>
                <c:pt idx="8">
                  <c:v>45809</c:v>
                </c:pt>
                <c:pt idx="9">
                  <c:v>45839</c:v>
                </c:pt>
                <c:pt idx="10">
                  <c:v>45870</c:v>
                </c:pt>
                <c:pt idx="11">
                  <c:v>45901</c:v>
                </c:pt>
                <c:pt idx="12">
                  <c:v>45931</c:v>
                </c:pt>
                <c:pt idx="13">
                  <c:v>45962</c:v>
                </c:pt>
                <c:pt idx="14">
                  <c:v>45992</c:v>
                </c:pt>
                <c:pt idx="15">
                  <c:v>46023</c:v>
                </c:pt>
                <c:pt idx="16">
                  <c:v>46054</c:v>
                </c:pt>
                <c:pt idx="17">
                  <c:v>46082</c:v>
                </c:pt>
                <c:pt idx="18">
                  <c:v>46113</c:v>
                </c:pt>
                <c:pt idx="19">
                  <c:v>46143</c:v>
                </c:pt>
                <c:pt idx="20">
                  <c:v>46174</c:v>
                </c:pt>
                <c:pt idx="21">
                  <c:v>46204</c:v>
                </c:pt>
                <c:pt idx="22">
                  <c:v>46235</c:v>
                </c:pt>
                <c:pt idx="23">
                  <c:v>46266</c:v>
                </c:pt>
                <c:pt idx="24">
                  <c:v>46296</c:v>
                </c:pt>
                <c:pt idx="25">
                  <c:v>46327</c:v>
                </c:pt>
                <c:pt idx="26">
                  <c:v>46357</c:v>
                </c:pt>
                <c:pt idx="27">
                  <c:v>46388</c:v>
                </c:pt>
                <c:pt idx="28">
                  <c:v>46419</c:v>
                </c:pt>
                <c:pt idx="29">
                  <c:v>46447</c:v>
                </c:pt>
                <c:pt idx="30">
                  <c:v>46478</c:v>
                </c:pt>
                <c:pt idx="31">
                  <c:v>46508</c:v>
                </c:pt>
                <c:pt idx="32">
                  <c:v>46539</c:v>
                </c:pt>
                <c:pt idx="33">
                  <c:v>46569</c:v>
                </c:pt>
                <c:pt idx="34">
                  <c:v>46600</c:v>
                </c:pt>
                <c:pt idx="35">
                  <c:v>46631</c:v>
                </c:pt>
              </c:numCache>
            </c:numRef>
          </c:cat>
          <c:val>
            <c:numRef>
              <c:f>Sheet1!$E$2:$E$37</c:f>
              <c:numCache>
                <c:formatCode>General</c:formatCode>
                <c:ptCount val="36"/>
                <c:pt idx="0">
                  <c:v>1</c:v>
                </c:pt>
                <c:pt idx="1">
                  <c:v>3</c:v>
                </c:pt>
                <c:pt idx="2">
                  <c:v>3</c:v>
                </c:pt>
                <c:pt idx="3">
                  <c:v>3</c:v>
                </c:pt>
                <c:pt idx="4">
                  <c:v>3</c:v>
                </c:pt>
                <c:pt idx="5">
                  <c:v>4</c:v>
                </c:pt>
                <c:pt idx="6">
                  <c:v>4</c:v>
                </c:pt>
                <c:pt idx="7">
                  <c:v>5</c:v>
                </c:pt>
                <c:pt idx="8">
                  <c:v>6</c:v>
                </c:pt>
                <c:pt idx="9">
                  <c:v>6</c:v>
                </c:pt>
                <c:pt idx="10">
                  <c:v>8</c:v>
                </c:pt>
                <c:pt idx="11">
                  <c:v>9</c:v>
                </c:pt>
                <c:pt idx="12">
                  <c:v>9</c:v>
                </c:pt>
                <c:pt idx="13">
                  <c:v>12</c:v>
                </c:pt>
                <c:pt idx="14">
                  <c:v>15</c:v>
                </c:pt>
                <c:pt idx="15">
                  <c:v>17</c:v>
                </c:pt>
                <c:pt idx="16">
                  <c:v>18</c:v>
                </c:pt>
                <c:pt idx="17">
                  <c:v>18</c:v>
                </c:pt>
                <c:pt idx="18">
                  <c:v>18</c:v>
                </c:pt>
              </c:numCache>
            </c:numRef>
          </c:val>
          <c:smooth val="0"/>
          <c:extLst>
            <c:ext xmlns:c16="http://schemas.microsoft.com/office/drawing/2014/chart" uri="{C3380CC4-5D6E-409C-BE32-E72D297353CC}">
              <c16:uniqueId val="{00000003-2F12-4834-A415-0020A8BF0DA7}"/>
            </c:ext>
          </c:extLst>
        </c:ser>
        <c:dLbls>
          <c:dLblPos val="ctr"/>
          <c:showLegendKey val="0"/>
          <c:showVal val="1"/>
          <c:showCatName val="0"/>
          <c:showSerName val="0"/>
          <c:showPercent val="0"/>
          <c:showBubbleSize val="0"/>
        </c:dLbls>
        <c:smooth val="0"/>
        <c:axId val="979251896"/>
        <c:axId val="979249736"/>
      </c:lineChart>
      <c:dateAx>
        <c:axId val="979251896"/>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altLang="zh-CN" sz="1400" b="1">
                    <a:solidFill>
                      <a:srgbClr val="FF0000"/>
                    </a:solidFill>
                  </a:rPr>
                  <a:t>Note: </a:t>
                </a:r>
                <a:r>
                  <a:rPr lang="en-GB" altLang="zh-CN" sz="1400" b="1">
                    <a:solidFill>
                      <a:schemeClr val="tx1"/>
                    </a:solidFill>
                  </a:rPr>
                  <a:t>Recruitment plan for 40pts has been updated since Jan2026 </a:t>
                </a:r>
              </a:p>
            </c:rich>
          </c:tx>
          <c:layout>
            <c:manualLayout>
              <c:xMode val="edge"/>
              <c:yMode val="edge"/>
              <c:x val="0.21397569653531059"/>
              <c:y val="0.84414133951956782"/>
            </c:manualLayout>
          </c:layout>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zh-CN"/>
            </a:p>
          </c:txPr>
        </c:title>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zh-CN"/>
          </a:p>
        </c:txPr>
        <c:crossAx val="979249736"/>
        <c:crosses val="autoZero"/>
        <c:auto val="1"/>
        <c:lblOffset val="100"/>
        <c:baseTimeUnit val="months"/>
      </c:dateAx>
      <c:valAx>
        <c:axId val="9792497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979251896"/>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zh-CN"/>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Patient Enrollment Status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'[工作表 在 Project review meeting_1438-0005_Apr2026.pptx]template'!$A$5</c:f>
              <c:strCache>
                <c:ptCount val="1"/>
                <c:pt idx="0">
                  <c:v>Patients Enrolled (Actual)</c:v>
                </c:pt>
              </c:strCache>
            </c:strRef>
          </c:tx>
          <c:spPr>
            <a:ln w="19050" cap="rnd">
              <a:solidFill>
                <a:schemeClr val="accent5">
                  <a:lumMod val="75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Project review meeting_1438-0005_Apr2026.pptx]template'!$B$4:$S$4</c:f>
              <c:numCache>
                <c:formatCode>[$-409]mmm\-yy;@</c:formatCode>
                <c:ptCount val="18"/>
                <c:pt idx="0">
                  <c:v>45741</c:v>
                </c:pt>
                <c:pt idx="1">
                  <c:v>45772</c:v>
                </c:pt>
                <c:pt idx="2">
                  <c:v>45802</c:v>
                </c:pt>
                <c:pt idx="3">
                  <c:v>45833</c:v>
                </c:pt>
                <c:pt idx="4">
                  <c:v>45863</c:v>
                </c:pt>
                <c:pt idx="5">
                  <c:v>45894</c:v>
                </c:pt>
                <c:pt idx="6">
                  <c:v>45925</c:v>
                </c:pt>
                <c:pt idx="7">
                  <c:v>45955</c:v>
                </c:pt>
                <c:pt idx="8">
                  <c:v>45986</c:v>
                </c:pt>
                <c:pt idx="9">
                  <c:v>46016</c:v>
                </c:pt>
                <c:pt idx="10">
                  <c:v>46048</c:v>
                </c:pt>
                <c:pt idx="11">
                  <c:v>46079</c:v>
                </c:pt>
                <c:pt idx="12">
                  <c:v>46107</c:v>
                </c:pt>
                <c:pt idx="13">
                  <c:v>46138</c:v>
                </c:pt>
                <c:pt idx="14">
                  <c:v>46168</c:v>
                </c:pt>
                <c:pt idx="15">
                  <c:v>46199</c:v>
                </c:pt>
                <c:pt idx="16">
                  <c:v>46229</c:v>
                </c:pt>
                <c:pt idx="17">
                  <c:v>46260</c:v>
                </c:pt>
              </c:numCache>
            </c:numRef>
          </c:cat>
          <c:val>
            <c:numRef>
              <c:f>'[工作表 在 Project review meeting_1438-0005_Apr2026.pptx]template'!$B$5:$Q$5</c:f>
              <c:numCache>
                <c:formatCode>General</c:formatCode>
                <c:ptCount val="16"/>
                <c:pt idx="0">
                  <c:v>0</c:v>
                </c:pt>
                <c:pt idx="1">
                  <c:v>0</c:v>
                </c:pt>
                <c:pt idx="2">
                  <c:v>0</c:v>
                </c:pt>
                <c:pt idx="3">
                  <c:v>0</c:v>
                </c:pt>
                <c:pt idx="4">
                  <c:v>1</c:v>
                </c:pt>
                <c:pt idx="5">
                  <c:v>1</c:v>
                </c:pt>
                <c:pt idx="6">
                  <c:v>5</c:v>
                </c:pt>
                <c:pt idx="7">
                  <c:v>11</c:v>
                </c:pt>
                <c:pt idx="8">
                  <c:v>13</c:v>
                </c:pt>
                <c:pt idx="9">
                  <c:v>15</c:v>
                </c:pt>
                <c:pt idx="10">
                  <c:v>20</c:v>
                </c:pt>
                <c:pt idx="11">
                  <c:v>27</c:v>
                </c:pt>
                <c:pt idx="12">
                  <c:v>30</c:v>
                </c:pt>
                <c:pt idx="13">
                  <c:v>33</c:v>
                </c:pt>
              </c:numCache>
            </c:numRef>
          </c:val>
          <c:smooth val="0"/>
          <c:extLst>
            <c:ext xmlns:c16="http://schemas.microsoft.com/office/drawing/2014/chart" uri="{C3380CC4-5D6E-409C-BE32-E72D297353CC}">
              <c16:uniqueId val="{00000000-6EAB-46E6-8916-A87734AE9B89}"/>
            </c:ext>
          </c:extLst>
        </c:ser>
        <c:ser>
          <c:idx val="1"/>
          <c:order val="1"/>
          <c:tx>
            <c:strRef>
              <c:f>'[工作表 在 Project review meeting_1438-0005_Apr2026.pptx]template'!$A$6</c:f>
              <c:strCache>
                <c:ptCount val="1"/>
                <c:pt idx="0">
                  <c:v>Patients Enrolled (Planned)</c:v>
                </c:pt>
              </c:strCache>
            </c:strRef>
          </c:tx>
          <c:spPr>
            <a:ln w="25400" cap="rnd">
              <a:solidFill>
                <a:srgbClr val="5F2987">
                  <a:alpha val="80000"/>
                </a:srgbClr>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Project review meeting_1438-0005_Apr2026.pptx]template'!$B$4:$S$4</c:f>
              <c:numCache>
                <c:formatCode>[$-409]mmm\-yy;@</c:formatCode>
                <c:ptCount val="18"/>
                <c:pt idx="0">
                  <c:v>45741</c:v>
                </c:pt>
                <c:pt idx="1">
                  <c:v>45772</c:v>
                </c:pt>
                <c:pt idx="2">
                  <c:v>45802</c:v>
                </c:pt>
                <c:pt idx="3">
                  <c:v>45833</c:v>
                </c:pt>
                <c:pt idx="4">
                  <c:v>45863</c:v>
                </c:pt>
                <c:pt idx="5">
                  <c:v>45894</c:v>
                </c:pt>
                <c:pt idx="6">
                  <c:v>45925</c:v>
                </c:pt>
                <c:pt idx="7">
                  <c:v>45955</c:v>
                </c:pt>
                <c:pt idx="8">
                  <c:v>45986</c:v>
                </c:pt>
                <c:pt idx="9">
                  <c:v>46016</c:v>
                </c:pt>
                <c:pt idx="10">
                  <c:v>46048</c:v>
                </c:pt>
                <c:pt idx="11">
                  <c:v>46079</c:v>
                </c:pt>
                <c:pt idx="12">
                  <c:v>46107</c:v>
                </c:pt>
                <c:pt idx="13">
                  <c:v>46138</c:v>
                </c:pt>
                <c:pt idx="14">
                  <c:v>46168</c:v>
                </c:pt>
                <c:pt idx="15">
                  <c:v>46199</c:v>
                </c:pt>
                <c:pt idx="16">
                  <c:v>46229</c:v>
                </c:pt>
                <c:pt idx="17">
                  <c:v>46260</c:v>
                </c:pt>
              </c:numCache>
            </c:numRef>
          </c:cat>
          <c:val>
            <c:numRef>
              <c:f>'[工作表 在 Project review meeting_1438-0005_Apr2026.pptx]template'!$B$6:$S$6</c:f>
              <c:numCache>
                <c:formatCode>General</c:formatCode>
                <c:ptCount val="18"/>
                <c:pt idx="0">
                  <c:v>0</c:v>
                </c:pt>
                <c:pt idx="1">
                  <c:v>2</c:v>
                </c:pt>
                <c:pt idx="2">
                  <c:v>3</c:v>
                </c:pt>
                <c:pt idx="3">
                  <c:v>5</c:v>
                </c:pt>
                <c:pt idx="4">
                  <c:v>7</c:v>
                </c:pt>
                <c:pt idx="5">
                  <c:v>9</c:v>
                </c:pt>
                <c:pt idx="6">
                  <c:v>11</c:v>
                </c:pt>
                <c:pt idx="7">
                  <c:v>15</c:v>
                </c:pt>
                <c:pt idx="8">
                  <c:v>18</c:v>
                </c:pt>
                <c:pt idx="9">
                  <c:v>22</c:v>
                </c:pt>
                <c:pt idx="10">
                  <c:v>25</c:v>
                </c:pt>
                <c:pt idx="11">
                  <c:v>29</c:v>
                </c:pt>
                <c:pt idx="12">
                  <c:v>33</c:v>
                </c:pt>
                <c:pt idx="13">
                  <c:v>37</c:v>
                </c:pt>
                <c:pt idx="14">
                  <c:v>41</c:v>
                </c:pt>
                <c:pt idx="15">
                  <c:v>44</c:v>
                </c:pt>
                <c:pt idx="16">
                  <c:v>48</c:v>
                </c:pt>
                <c:pt idx="17">
                  <c:v>50</c:v>
                </c:pt>
              </c:numCache>
            </c:numRef>
          </c:val>
          <c:smooth val="0"/>
          <c:extLst>
            <c:ext xmlns:c16="http://schemas.microsoft.com/office/drawing/2014/chart" uri="{C3380CC4-5D6E-409C-BE32-E72D297353CC}">
              <c16:uniqueId val="{00000001-6EAB-46E6-8916-A87734AE9B89}"/>
            </c:ext>
          </c:extLst>
        </c:ser>
        <c:ser>
          <c:idx val="2"/>
          <c:order val="2"/>
          <c:tx>
            <c:strRef>
              <c:f>'[工作表 在 Project review meeting_1438-0005_Apr2026.pptx]template'!$A$8</c:f>
              <c:strCache>
                <c:ptCount val="1"/>
                <c:pt idx="0">
                  <c:v>Patient Screened(Actual)</c:v>
                </c:pt>
              </c:strCache>
            </c:strRef>
          </c:tx>
          <c:spPr>
            <a:ln w="28575" cap="rnd">
              <a:solidFill>
                <a:srgbClr val="FFC000"/>
              </a:solidFill>
              <a:prstDash val="solid"/>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Project review meeting_1438-0005_Apr2026.pptx]template'!$B$4:$S$4</c:f>
              <c:numCache>
                <c:formatCode>[$-409]mmm\-yy;@</c:formatCode>
                <c:ptCount val="18"/>
                <c:pt idx="0">
                  <c:v>45741</c:v>
                </c:pt>
                <c:pt idx="1">
                  <c:v>45772</c:v>
                </c:pt>
                <c:pt idx="2">
                  <c:v>45802</c:v>
                </c:pt>
                <c:pt idx="3">
                  <c:v>45833</c:v>
                </c:pt>
                <c:pt idx="4">
                  <c:v>45863</c:v>
                </c:pt>
                <c:pt idx="5">
                  <c:v>45894</c:v>
                </c:pt>
                <c:pt idx="6">
                  <c:v>45925</c:v>
                </c:pt>
                <c:pt idx="7">
                  <c:v>45955</c:v>
                </c:pt>
                <c:pt idx="8">
                  <c:v>45986</c:v>
                </c:pt>
                <c:pt idx="9">
                  <c:v>46016</c:v>
                </c:pt>
                <c:pt idx="10">
                  <c:v>46048</c:v>
                </c:pt>
                <c:pt idx="11">
                  <c:v>46079</c:v>
                </c:pt>
                <c:pt idx="12">
                  <c:v>46107</c:v>
                </c:pt>
                <c:pt idx="13">
                  <c:v>46138</c:v>
                </c:pt>
                <c:pt idx="14">
                  <c:v>46168</c:v>
                </c:pt>
                <c:pt idx="15">
                  <c:v>46199</c:v>
                </c:pt>
                <c:pt idx="16">
                  <c:v>46229</c:v>
                </c:pt>
                <c:pt idx="17">
                  <c:v>46260</c:v>
                </c:pt>
              </c:numCache>
            </c:numRef>
          </c:cat>
          <c:val>
            <c:numRef>
              <c:f>'[工作表 在 Project review meeting_1438-0005_Apr2026.pptx]template'!$B$8:$Q$8</c:f>
              <c:numCache>
                <c:formatCode>General</c:formatCode>
                <c:ptCount val="16"/>
                <c:pt idx="0">
                  <c:v>0</c:v>
                </c:pt>
                <c:pt idx="1">
                  <c:v>0</c:v>
                </c:pt>
                <c:pt idx="2">
                  <c:v>1</c:v>
                </c:pt>
                <c:pt idx="3">
                  <c:v>2</c:v>
                </c:pt>
                <c:pt idx="4">
                  <c:v>12</c:v>
                </c:pt>
                <c:pt idx="5">
                  <c:v>22</c:v>
                </c:pt>
                <c:pt idx="6">
                  <c:v>50</c:v>
                </c:pt>
                <c:pt idx="7">
                  <c:v>77</c:v>
                </c:pt>
                <c:pt idx="8">
                  <c:v>108</c:v>
                </c:pt>
                <c:pt idx="9">
                  <c:v>143</c:v>
                </c:pt>
                <c:pt idx="10">
                  <c:v>162</c:v>
                </c:pt>
                <c:pt idx="11">
                  <c:v>214</c:v>
                </c:pt>
                <c:pt idx="12">
                  <c:v>237</c:v>
                </c:pt>
                <c:pt idx="13">
                  <c:v>243</c:v>
                </c:pt>
              </c:numCache>
            </c:numRef>
          </c:val>
          <c:smooth val="0"/>
          <c:extLst>
            <c:ext xmlns:c16="http://schemas.microsoft.com/office/drawing/2014/chart" uri="{C3380CC4-5D6E-409C-BE32-E72D297353CC}">
              <c16:uniqueId val="{00000002-6EAB-46E6-8916-A87734AE9B89}"/>
            </c:ext>
          </c:extLst>
        </c:ser>
        <c:ser>
          <c:idx val="3"/>
          <c:order val="3"/>
          <c:tx>
            <c:strRef>
              <c:f>'[工作表 在 Project review meeting_1438-0005_Apr2026.pptx]template'!$A$9</c:f>
              <c:strCache>
                <c:ptCount val="1"/>
                <c:pt idx="0">
                  <c:v>Patient Screened(Planned)</c:v>
                </c:pt>
              </c:strCache>
            </c:strRef>
          </c:tx>
          <c:spPr>
            <a:ln w="28575" cap="rnd">
              <a:solidFill>
                <a:srgbClr val="00B050"/>
              </a:solidFill>
              <a:prstDash val="dash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Project review meeting_1438-0005_Apr2026.pptx]template'!$B$4:$S$4</c:f>
              <c:numCache>
                <c:formatCode>[$-409]mmm\-yy;@</c:formatCode>
                <c:ptCount val="18"/>
                <c:pt idx="0">
                  <c:v>45741</c:v>
                </c:pt>
                <c:pt idx="1">
                  <c:v>45772</c:v>
                </c:pt>
                <c:pt idx="2">
                  <c:v>45802</c:v>
                </c:pt>
                <c:pt idx="3">
                  <c:v>45833</c:v>
                </c:pt>
                <c:pt idx="4">
                  <c:v>45863</c:v>
                </c:pt>
                <c:pt idx="5">
                  <c:v>45894</c:v>
                </c:pt>
                <c:pt idx="6">
                  <c:v>45925</c:v>
                </c:pt>
                <c:pt idx="7">
                  <c:v>45955</c:v>
                </c:pt>
                <c:pt idx="8">
                  <c:v>45986</c:v>
                </c:pt>
                <c:pt idx="9">
                  <c:v>46016</c:v>
                </c:pt>
                <c:pt idx="10">
                  <c:v>46048</c:v>
                </c:pt>
                <c:pt idx="11">
                  <c:v>46079</c:v>
                </c:pt>
                <c:pt idx="12">
                  <c:v>46107</c:v>
                </c:pt>
                <c:pt idx="13">
                  <c:v>46138</c:v>
                </c:pt>
                <c:pt idx="14">
                  <c:v>46168</c:v>
                </c:pt>
                <c:pt idx="15">
                  <c:v>46199</c:v>
                </c:pt>
                <c:pt idx="16">
                  <c:v>46229</c:v>
                </c:pt>
                <c:pt idx="17">
                  <c:v>46260</c:v>
                </c:pt>
              </c:numCache>
            </c:numRef>
          </c:cat>
          <c:val>
            <c:numRef>
              <c:f>'[工作表 在 Project review meeting_1438-0005_Apr2026.pptx]template'!$B$9:$S$9</c:f>
              <c:numCache>
                <c:formatCode>General</c:formatCode>
                <c:ptCount val="18"/>
                <c:pt idx="0">
                  <c:v>1</c:v>
                </c:pt>
                <c:pt idx="1">
                  <c:v>4</c:v>
                </c:pt>
                <c:pt idx="2">
                  <c:v>8</c:v>
                </c:pt>
                <c:pt idx="3">
                  <c:v>12</c:v>
                </c:pt>
                <c:pt idx="4">
                  <c:v>16</c:v>
                </c:pt>
                <c:pt idx="5">
                  <c:v>22</c:v>
                </c:pt>
                <c:pt idx="6">
                  <c:v>28</c:v>
                </c:pt>
                <c:pt idx="7">
                  <c:v>36</c:v>
                </c:pt>
                <c:pt idx="8">
                  <c:v>44</c:v>
                </c:pt>
                <c:pt idx="9">
                  <c:v>53</c:v>
                </c:pt>
                <c:pt idx="10">
                  <c:v>62</c:v>
                </c:pt>
                <c:pt idx="11">
                  <c:v>71</c:v>
                </c:pt>
                <c:pt idx="12">
                  <c:v>81</c:v>
                </c:pt>
                <c:pt idx="13">
                  <c:v>90</c:v>
                </c:pt>
                <c:pt idx="14">
                  <c:v>99</c:v>
                </c:pt>
                <c:pt idx="15">
                  <c:v>108</c:v>
                </c:pt>
                <c:pt idx="16">
                  <c:v>118</c:v>
                </c:pt>
                <c:pt idx="17">
                  <c:v>125</c:v>
                </c:pt>
              </c:numCache>
            </c:numRef>
          </c:val>
          <c:smooth val="0"/>
          <c:extLst>
            <c:ext xmlns:c16="http://schemas.microsoft.com/office/drawing/2014/chart" uri="{C3380CC4-5D6E-409C-BE32-E72D297353CC}">
              <c16:uniqueId val="{00000003-6EAB-46E6-8916-A87734AE9B89}"/>
            </c:ext>
          </c:extLst>
        </c:ser>
        <c:ser>
          <c:idx val="4"/>
          <c:order val="4"/>
          <c:tx>
            <c:strRef>
              <c:f>'[工作表 在 Project review meeting_1438-0005_Apr2026.pptx]template'!$A$7</c:f>
              <c:strCache>
                <c:ptCount val="1"/>
                <c:pt idx="0">
                  <c:v>Patients Enrolled/Randomized (updated plan)</c:v>
                </c:pt>
              </c:strCache>
            </c:strRef>
          </c:tx>
          <c:spPr>
            <a:ln w="28575" cap="rnd">
              <a:solidFill>
                <a:srgbClr val="7030A0"/>
              </a:solidFill>
              <a:prstDash val="sysDot"/>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Project review meeting_1438-0005_Apr2026.pptx]template'!$B$4:$S$4</c:f>
              <c:numCache>
                <c:formatCode>[$-409]mmm\-yy;@</c:formatCode>
                <c:ptCount val="18"/>
                <c:pt idx="0">
                  <c:v>45741</c:v>
                </c:pt>
                <c:pt idx="1">
                  <c:v>45772</c:v>
                </c:pt>
                <c:pt idx="2">
                  <c:v>45802</c:v>
                </c:pt>
                <c:pt idx="3">
                  <c:v>45833</c:v>
                </c:pt>
                <c:pt idx="4">
                  <c:v>45863</c:v>
                </c:pt>
                <c:pt idx="5">
                  <c:v>45894</c:v>
                </c:pt>
                <c:pt idx="6">
                  <c:v>45925</c:v>
                </c:pt>
                <c:pt idx="7">
                  <c:v>45955</c:v>
                </c:pt>
                <c:pt idx="8">
                  <c:v>45986</c:v>
                </c:pt>
                <c:pt idx="9">
                  <c:v>46016</c:v>
                </c:pt>
                <c:pt idx="10">
                  <c:v>46048</c:v>
                </c:pt>
                <c:pt idx="11">
                  <c:v>46079</c:v>
                </c:pt>
                <c:pt idx="12">
                  <c:v>46107</c:v>
                </c:pt>
                <c:pt idx="13">
                  <c:v>46138</c:v>
                </c:pt>
                <c:pt idx="14">
                  <c:v>46168</c:v>
                </c:pt>
                <c:pt idx="15">
                  <c:v>46199</c:v>
                </c:pt>
                <c:pt idx="16">
                  <c:v>46229</c:v>
                </c:pt>
                <c:pt idx="17">
                  <c:v>46260</c:v>
                </c:pt>
              </c:numCache>
            </c:numRef>
          </c:cat>
          <c:val>
            <c:numRef>
              <c:f>'[工作表 在 Project review meeting_1438-0005_Apr2026.pptx]template'!$B$7:$L$7</c:f>
              <c:numCache>
                <c:formatCode>General</c:formatCode>
                <c:ptCount val="11"/>
              </c:numCache>
            </c:numRef>
          </c:val>
          <c:smooth val="0"/>
          <c:extLst>
            <c:ext xmlns:c16="http://schemas.microsoft.com/office/drawing/2014/chart" uri="{C3380CC4-5D6E-409C-BE32-E72D297353CC}">
              <c16:uniqueId val="{00000004-6EAB-46E6-8916-A87734AE9B89}"/>
            </c:ext>
          </c:extLst>
        </c:ser>
        <c:dLbls>
          <c:showLegendKey val="0"/>
          <c:showVal val="0"/>
          <c:showCatName val="0"/>
          <c:showSerName val="0"/>
          <c:showPercent val="0"/>
          <c:showBubbleSize val="0"/>
        </c:dLbls>
        <c:smooth val="0"/>
        <c:axId val="523006048"/>
        <c:axId val="523012280"/>
      </c:lineChart>
      <c:catAx>
        <c:axId val="523006048"/>
        <c:scaling>
          <c:orientation val="minMax"/>
        </c:scaling>
        <c:delete val="0"/>
        <c:axPos val="b"/>
        <c:numFmt formatCode="[$-409]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523012280"/>
        <c:crosses val="autoZero"/>
        <c:auto val="0"/>
        <c:lblAlgn val="ctr"/>
        <c:lblOffset val="100"/>
        <c:noMultiLvlLbl val="1"/>
      </c:cat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523006048"/>
        <c:crosses val="autoZero"/>
        <c:crossBetween val="between"/>
      </c:valAx>
      <c:spPr>
        <a:noFill/>
        <a:ln>
          <a:noFill/>
        </a:ln>
        <a:effectLst/>
      </c:spPr>
    </c:plotArea>
    <c:legend>
      <c:legendPos val="b"/>
      <c:legendEntry>
        <c:idx val="4"/>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a:t>Asia Recruitment Status</a:t>
            </a:r>
            <a:endParaRPr lang="zh-CN" alt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ltLang="en-US"/>
        </a:p>
      </c:txPr>
    </c:title>
    <c:autoTitleDeleted val="0"/>
    <c:plotArea>
      <c:layout/>
      <c:barChart>
        <c:barDir val="col"/>
        <c:grouping val="clustered"/>
        <c:varyColors val="0"/>
        <c:ser>
          <c:idx val="0"/>
          <c:order val="0"/>
          <c:tx>
            <c:strRef>
              <c:f>'[工作表 在 Project review meeting_1438-0005_Apr2026.pptx 2]template'!$A$5</c:f>
              <c:strCache>
                <c:ptCount val="1"/>
                <c:pt idx="0">
                  <c:v>China Screen(Actual)</c:v>
                </c:pt>
              </c:strCache>
            </c:strRef>
          </c:tx>
          <c:spPr>
            <a:solidFill>
              <a:schemeClr val="accent6">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Project review meeting_1438-0005_Apr2026.pptx 2]template'!$B$4:$H$4</c:f>
              <c:numCache>
                <c:formatCode>[$-409]mmm\-yy;@</c:formatCode>
                <c:ptCount val="1"/>
                <c:pt idx="0">
                  <c:v>46138</c:v>
                </c:pt>
              </c:numCache>
              <c:extLst/>
            </c:numRef>
          </c:cat>
          <c:val>
            <c:numRef>
              <c:f>'[工作表 在 Project review meeting_1438-0005_Apr2026.pptx 2]template'!$B$5:$H$5</c:f>
              <c:numCache>
                <c:formatCode>General</c:formatCode>
                <c:ptCount val="1"/>
                <c:pt idx="0">
                  <c:v>13</c:v>
                </c:pt>
              </c:numCache>
              <c:extLst/>
            </c:numRef>
          </c:val>
          <c:extLst>
            <c:ext xmlns:c16="http://schemas.microsoft.com/office/drawing/2014/chart" uri="{C3380CC4-5D6E-409C-BE32-E72D297353CC}">
              <c16:uniqueId val="{00000000-F14C-4B28-B9F8-ABA1DED1E0B3}"/>
            </c:ext>
          </c:extLst>
        </c:ser>
        <c:ser>
          <c:idx val="1"/>
          <c:order val="1"/>
          <c:tx>
            <c:strRef>
              <c:f>'[工作表 在 Project review meeting_1438-0005_Apr2026.pptx 2]template'!$A$6</c:f>
              <c:strCache>
                <c:ptCount val="1"/>
                <c:pt idx="0">
                  <c:v>China Recruitment(Actual)</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Project review meeting_1438-0005_Apr2026.pptx 2]template'!$B$4:$H$4</c:f>
              <c:numCache>
                <c:formatCode>[$-409]mmm\-yy;@</c:formatCode>
                <c:ptCount val="1"/>
                <c:pt idx="0">
                  <c:v>46138</c:v>
                </c:pt>
              </c:numCache>
              <c:extLst/>
            </c:numRef>
          </c:cat>
          <c:val>
            <c:numRef>
              <c:f>'[工作表 在 Project review meeting_1438-0005_Apr2026.pptx 2]template'!$B$6:$H$6</c:f>
              <c:numCache>
                <c:formatCode>General</c:formatCode>
                <c:ptCount val="1"/>
                <c:pt idx="0">
                  <c:v>5</c:v>
                </c:pt>
              </c:numCache>
              <c:extLst/>
            </c:numRef>
          </c:val>
          <c:extLst>
            <c:ext xmlns:c16="http://schemas.microsoft.com/office/drawing/2014/chart" uri="{C3380CC4-5D6E-409C-BE32-E72D297353CC}">
              <c16:uniqueId val="{00000001-F14C-4B28-B9F8-ABA1DED1E0B3}"/>
            </c:ext>
          </c:extLst>
        </c:ser>
        <c:ser>
          <c:idx val="2"/>
          <c:order val="2"/>
          <c:tx>
            <c:strRef>
              <c:f>'[工作表 在 Project review meeting_1438-0005_Apr2026.pptx 2]template'!$A$7</c:f>
              <c:strCache>
                <c:ptCount val="1"/>
                <c:pt idx="0">
                  <c:v>Japan Screen(Actual)</c:v>
                </c:pt>
              </c:strCache>
            </c:strRef>
          </c:tx>
          <c:spPr>
            <a:solidFill>
              <a:schemeClr val="accent5">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Project review meeting_1438-0005_Apr2026.pptx 2]template'!$B$4:$H$4</c:f>
              <c:numCache>
                <c:formatCode>[$-409]mmm\-yy;@</c:formatCode>
                <c:ptCount val="1"/>
                <c:pt idx="0">
                  <c:v>46138</c:v>
                </c:pt>
              </c:numCache>
              <c:extLst/>
            </c:numRef>
          </c:cat>
          <c:val>
            <c:numRef>
              <c:f>'[工作表 在 Project review meeting_1438-0005_Apr2026.pptx 2]template'!$B$7:$H$7</c:f>
              <c:numCache>
                <c:formatCode>General</c:formatCode>
                <c:ptCount val="1"/>
                <c:pt idx="0">
                  <c:v>40</c:v>
                </c:pt>
              </c:numCache>
              <c:extLst/>
            </c:numRef>
          </c:val>
          <c:extLst>
            <c:ext xmlns:c16="http://schemas.microsoft.com/office/drawing/2014/chart" uri="{C3380CC4-5D6E-409C-BE32-E72D297353CC}">
              <c16:uniqueId val="{00000002-F14C-4B28-B9F8-ABA1DED1E0B3}"/>
            </c:ext>
          </c:extLst>
        </c:ser>
        <c:ser>
          <c:idx val="3"/>
          <c:order val="3"/>
          <c:tx>
            <c:strRef>
              <c:f>'[工作表 在 Project review meeting_1438-0005_Apr2026.pptx 2]template'!$A$8</c:f>
              <c:strCache>
                <c:ptCount val="1"/>
                <c:pt idx="0">
                  <c:v>Japan Recruitment(Actual)</c:v>
                </c:pt>
              </c:strCache>
            </c:strRef>
          </c:tx>
          <c:spPr>
            <a:solidFill>
              <a:schemeClr val="accent5">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Project review meeting_1438-0005_Apr2026.pptx 2]template'!$B$4:$H$4</c:f>
              <c:numCache>
                <c:formatCode>[$-409]mmm\-yy;@</c:formatCode>
                <c:ptCount val="1"/>
                <c:pt idx="0">
                  <c:v>46138</c:v>
                </c:pt>
              </c:numCache>
              <c:extLst/>
            </c:numRef>
          </c:cat>
          <c:val>
            <c:numRef>
              <c:f>'[工作表 在 Project review meeting_1438-0005_Apr2026.pptx 2]template'!$B$8:$H$8</c:f>
              <c:numCache>
                <c:formatCode>General</c:formatCode>
                <c:ptCount val="1"/>
                <c:pt idx="0">
                  <c:v>4</c:v>
                </c:pt>
              </c:numCache>
              <c:extLst/>
            </c:numRef>
          </c:val>
          <c:extLst>
            <c:ext xmlns:c16="http://schemas.microsoft.com/office/drawing/2014/chart" uri="{C3380CC4-5D6E-409C-BE32-E72D297353CC}">
              <c16:uniqueId val="{00000003-F14C-4B28-B9F8-ABA1DED1E0B3}"/>
            </c:ext>
          </c:extLst>
        </c:ser>
        <c:ser>
          <c:idx val="4"/>
          <c:order val="4"/>
          <c:tx>
            <c:strRef>
              <c:f>'[工作表 在 Project review meeting_1438-0005_Apr2026.pptx 2]template'!$A$9</c:f>
              <c:strCache>
                <c:ptCount val="1"/>
                <c:pt idx="0">
                  <c:v>Korea Screen(Actual)</c:v>
                </c:pt>
              </c:strCache>
            </c:strRef>
          </c:tx>
          <c:spPr>
            <a:solidFill>
              <a:schemeClr val="accent4">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Project review meeting_1438-0005_Apr2026.pptx 2]template'!$B$4:$H$4</c:f>
              <c:numCache>
                <c:formatCode>[$-409]mmm\-yy;@</c:formatCode>
                <c:ptCount val="1"/>
                <c:pt idx="0">
                  <c:v>46138</c:v>
                </c:pt>
              </c:numCache>
              <c:extLst/>
            </c:numRef>
          </c:cat>
          <c:val>
            <c:numRef>
              <c:f>'[工作表 在 Project review meeting_1438-0005_Apr2026.pptx 2]template'!$B$9:$H$9</c:f>
              <c:numCache>
                <c:formatCode>General</c:formatCode>
                <c:ptCount val="1"/>
                <c:pt idx="0">
                  <c:v>5</c:v>
                </c:pt>
              </c:numCache>
              <c:extLst/>
            </c:numRef>
          </c:val>
          <c:extLst>
            <c:ext xmlns:c16="http://schemas.microsoft.com/office/drawing/2014/chart" uri="{C3380CC4-5D6E-409C-BE32-E72D297353CC}">
              <c16:uniqueId val="{00000004-F14C-4B28-B9F8-ABA1DED1E0B3}"/>
            </c:ext>
          </c:extLst>
        </c:ser>
        <c:ser>
          <c:idx val="5"/>
          <c:order val="5"/>
          <c:tx>
            <c:strRef>
              <c:f>'[工作表 在 Project review meeting_1438-0005_Apr2026.pptx 2]template'!$A$10</c:f>
              <c:strCache>
                <c:ptCount val="1"/>
                <c:pt idx="0">
                  <c:v>Korea Recruitment(Actual)</c:v>
                </c:pt>
              </c:strCache>
            </c:strRef>
          </c:tx>
          <c:spPr>
            <a:solidFill>
              <a:schemeClr val="accent4">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Project review meeting_1438-0005_Apr2026.pptx 2]template'!$B$4:$H$4</c:f>
              <c:numCache>
                <c:formatCode>[$-409]mmm\-yy;@</c:formatCode>
                <c:ptCount val="1"/>
                <c:pt idx="0">
                  <c:v>46138</c:v>
                </c:pt>
              </c:numCache>
              <c:extLst/>
            </c:numRef>
          </c:cat>
          <c:val>
            <c:numRef>
              <c:f>'[工作表 在 Project review meeting_1438-0005_Apr2026.pptx 2]template'!$B$10:$H$10</c:f>
              <c:numCache>
                <c:formatCode>General</c:formatCode>
                <c:ptCount val="1"/>
                <c:pt idx="0">
                  <c:v>0</c:v>
                </c:pt>
              </c:numCache>
              <c:extLst/>
            </c:numRef>
          </c:val>
          <c:extLst>
            <c:ext xmlns:c16="http://schemas.microsoft.com/office/drawing/2014/chart" uri="{C3380CC4-5D6E-409C-BE32-E72D297353CC}">
              <c16:uniqueId val="{00000005-F14C-4B28-B9F8-ABA1DED1E0B3}"/>
            </c:ext>
          </c:extLst>
        </c:ser>
        <c:ser>
          <c:idx val="6"/>
          <c:order val="6"/>
          <c:tx>
            <c:strRef>
              <c:f>'[工作表 在 Project review meeting_1438-0005_Apr2026.pptx 2]template'!$A$11</c:f>
              <c:strCache>
                <c:ptCount val="1"/>
                <c:pt idx="0">
                  <c:v>Asia Screen(Actual)</c:v>
                </c:pt>
              </c:strCache>
            </c:strRef>
          </c:tx>
          <c:spPr>
            <a:solidFill>
              <a:schemeClr val="accent2">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Project review meeting_1438-0005_Apr2026.pptx 2]template'!$B$4:$H$4</c:f>
              <c:numCache>
                <c:formatCode>[$-409]mmm\-yy;@</c:formatCode>
                <c:ptCount val="1"/>
                <c:pt idx="0">
                  <c:v>46138</c:v>
                </c:pt>
              </c:numCache>
              <c:extLst/>
            </c:numRef>
          </c:cat>
          <c:val>
            <c:numRef>
              <c:f>'[工作表 在 Project review meeting_1438-0005_Apr2026.pptx 2]template'!$B$11:$H$11</c:f>
              <c:numCache>
                <c:formatCode>General</c:formatCode>
                <c:ptCount val="1"/>
                <c:pt idx="0">
                  <c:v>58</c:v>
                </c:pt>
              </c:numCache>
              <c:extLst/>
            </c:numRef>
          </c:val>
          <c:extLst>
            <c:ext xmlns:c16="http://schemas.microsoft.com/office/drawing/2014/chart" uri="{C3380CC4-5D6E-409C-BE32-E72D297353CC}">
              <c16:uniqueId val="{00000006-F14C-4B28-B9F8-ABA1DED1E0B3}"/>
            </c:ext>
          </c:extLst>
        </c:ser>
        <c:ser>
          <c:idx val="7"/>
          <c:order val="7"/>
          <c:tx>
            <c:strRef>
              <c:f>'[工作表 在 Project review meeting_1438-0005_Apr2026.pptx 2]template'!$A$12</c:f>
              <c:strCache>
                <c:ptCount val="1"/>
                <c:pt idx="0">
                  <c:v>Asia Recruitment(Actual)</c:v>
                </c:pt>
              </c:strCache>
            </c:strRef>
          </c:tx>
          <c:spPr>
            <a:solidFill>
              <a:schemeClr val="accent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Project review meeting_1438-0005_Apr2026.pptx 2]template'!$B$4:$H$4</c:f>
              <c:numCache>
                <c:formatCode>[$-409]mmm\-yy;@</c:formatCode>
                <c:ptCount val="1"/>
                <c:pt idx="0">
                  <c:v>46138</c:v>
                </c:pt>
              </c:numCache>
              <c:extLst/>
            </c:numRef>
          </c:cat>
          <c:val>
            <c:numRef>
              <c:f>'[工作表 在 Project review meeting_1438-0005_Apr2026.pptx 2]template'!$B$12:$H$12</c:f>
              <c:numCache>
                <c:formatCode>General</c:formatCode>
                <c:ptCount val="1"/>
                <c:pt idx="0">
                  <c:v>9</c:v>
                </c:pt>
              </c:numCache>
              <c:extLst/>
            </c:numRef>
          </c:val>
          <c:extLst>
            <c:ext xmlns:c16="http://schemas.microsoft.com/office/drawing/2014/chart" uri="{C3380CC4-5D6E-409C-BE32-E72D297353CC}">
              <c16:uniqueId val="{00000007-F14C-4B28-B9F8-ABA1DED1E0B3}"/>
            </c:ext>
          </c:extLst>
        </c:ser>
        <c:dLbls>
          <c:dLblPos val="outEnd"/>
          <c:showLegendKey val="0"/>
          <c:showVal val="1"/>
          <c:showCatName val="0"/>
          <c:showSerName val="0"/>
          <c:showPercent val="0"/>
          <c:showBubbleSize val="0"/>
        </c:dLbls>
        <c:gapWidth val="219"/>
        <c:overlap val="-27"/>
        <c:axId val="882392608"/>
        <c:axId val="882388648"/>
      </c:barChart>
      <c:dateAx>
        <c:axId val="88239260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zh-CN"/>
                  <a:t>Month</a:t>
                </a:r>
                <a:endParaRPr lang="zh-CN" altLang="en-US"/>
              </a:p>
            </c:rich>
          </c:tx>
          <c:layout>
            <c:manualLayout>
              <c:xMode val="edge"/>
              <c:yMode val="edge"/>
              <c:x val="0.4920764336657984"/>
              <c:y val="0.8286833043385661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CN" altLang="en-US"/>
            </a:p>
          </c:txPr>
        </c:title>
        <c:numFmt formatCode="[$-409]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882388648"/>
        <c:crosses val="autoZero"/>
        <c:auto val="1"/>
        <c:lblOffset val="100"/>
        <c:baseTimeUnit val="months"/>
      </c:dateAx>
      <c:valAx>
        <c:axId val="8823886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ltLang="zh-CN"/>
                  <a:t>Patient Number</a:t>
                </a:r>
                <a:endParaRPr lang="zh-CN" alt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zh-CN"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882392608"/>
        <c:crosses val="autoZero"/>
        <c:crossBetween val="between"/>
      </c:valAx>
      <c:spPr>
        <a:noFill/>
        <a:ln>
          <a:noFill/>
        </a:ln>
        <a:effectLst/>
      </c:spPr>
    </c:plotArea>
    <c:legend>
      <c:legendPos val="b"/>
      <c:layout>
        <c:manualLayout>
          <c:xMode val="edge"/>
          <c:yMode val="edge"/>
          <c:x val="4.999996010271613E-2"/>
          <c:y val="0.94441187343432731"/>
          <c:w val="0.63796600455034225"/>
          <c:h val="4.1007709634632357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cdr:x>
      <cdr:y>0.00805</cdr:y>
    </cdr:from>
    <cdr:to>
      <cdr:x>0.11082</cdr:x>
      <cdr:y>0.23049</cdr:y>
    </cdr:to>
    <cdr:sp macro="" textlink="">
      <cdr:nvSpPr>
        <cdr:cNvPr id="2" name="Rectangle 3">
          <a:extLst xmlns:a="http://schemas.openxmlformats.org/drawingml/2006/main">
            <a:ext uri="{FF2B5EF4-FFF2-40B4-BE49-F238E27FC236}">
              <a16:creationId xmlns:a16="http://schemas.microsoft.com/office/drawing/2014/main" id="{C8372D3D-F981-D448-4D5F-CABB21656912}"/>
            </a:ext>
          </a:extLst>
        </cdr:cNvPr>
        <cdr:cNvSpPr/>
      </cdr:nvSpPr>
      <cdr:spPr bwMode="gray">
        <a:xfrm xmlns:a="http://schemas.openxmlformats.org/drawingml/2006/main">
          <a:off x="0" y="43838"/>
          <a:ext cx="1239077" cy="1211304"/>
        </a:xfrm>
        <a:prstGeom xmlns:a="http://schemas.openxmlformats.org/drawingml/2006/main" prst="rect">
          <a:avLst/>
        </a:prstGeom>
        <a:solidFill xmlns:a="http://schemas.openxmlformats.org/drawingml/2006/main">
          <a:schemeClr val="bg2">
            <a:lumMod val="90000"/>
            <a:lumOff val="10000"/>
          </a:schemeClr>
        </a:solidFill>
        <a:ln xmlns:a="http://schemas.openxmlformats.org/drawingml/2006/main" w="6350">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a:lnSpc>
              <a:spcPct val="140000"/>
            </a:lnSpc>
          </a:pPr>
          <a:r>
            <a:rPr lang="en-GB" sz="900" b="1" dirty="0">
              <a:solidFill>
                <a:schemeClr val="tx2">
                  <a:lumMod val="60000"/>
                  <a:lumOff val="40000"/>
                </a:schemeClr>
              </a:solidFill>
            </a:rPr>
            <a:t>Screened: 23 (</a:t>
          </a:r>
          <a:r>
            <a:rPr lang="en-GB" sz="900" b="1" dirty="0">
              <a:solidFill>
                <a:srgbClr val="FF0000"/>
              </a:solidFill>
            </a:rPr>
            <a:t>+1</a:t>
          </a:r>
          <a:r>
            <a:rPr lang="en-GB" sz="900" b="1" dirty="0">
              <a:solidFill>
                <a:schemeClr val="tx2">
                  <a:lumMod val="60000"/>
                  <a:lumOff val="40000"/>
                </a:schemeClr>
              </a:solidFill>
            </a:rPr>
            <a:t>)</a:t>
          </a:r>
        </a:p>
        <a:p xmlns:a="http://schemas.openxmlformats.org/drawingml/2006/main">
          <a:pPr algn="ctr">
            <a:lnSpc>
              <a:spcPct val="140000"/>
            </a:lnSpc>
          </a:pPr>
          <a:r>
            <a:rPr lang="en-GB" sz="900" b="1" dirty="0">
              <a:solidFill>
                <a:schemeClr val="tx2">
                  <a:lumMod val="60000"/>
                  <a:lumOff val="40000"/>
                </a:schemeClr>
              </a:solidFill>
            </a:rPr>
            <a:t>Treated: 18 </a:t>
          </a:r>
          <a:r>
            <a:rPr lang="en-GB" altLang="zh-CN" sz="900" b="1" dirty="0">
              <a:solidFill>
                <a:schemeClr val="tx2">
                  <a:lumMod val="60000"/>
                  <a:lumOff val="40000"/>
                </a:schemeClr>
              </a:solidFill>
            </a:rPr>
            <a:t>(</a:t>
          </a:r>
          <a:r>
            <a:rPr lang="en-GB" altLang="zh-CN" sz="900" b="1" dirty="0">
              <a:solidFill>
                <a:srgbClr val="FF0000"/>
              </a:solidFill>
            </a:rPr>
            <a:t>+1</a:t>
          </a:r>
          <a:r>
            <a:rPr lang="en-GB" altLang="zh-CN" sz="900" b="1" dirty="0">
              <a:solidFill>
                <a:schemeClr val="tx2">
                  <a:lumMod val="60000"/>
                  <a:lumOff val="40000"/>
                </a:schemeClr>
              </a:solidFill>
            </a:rPr>
            <a:t>)</a:t>
          </a:r>
          <a:endParaRPr lang="en-GB" sz="900" b="1" dirty="0">
            <a:solidFill>
              <a:srgbClr val="FF0000"/>
            </a:solidFill>
          </a:endParaRPr>
        </a:p>
        <a:p xmlns:a="http://schemas.openxmlformats.org/drawingml/2006/main">
          <a:pPr algn="ctr">
            <a:lnSpc>
              <a:spcPct val="140000"/>
            </a:lnSpc>
          </a:pPr>
          <a:r>
            <a:rPr lang="en-GB" sz="900" b="1" dirty="0">
              <a:solidFill>
                <a:schemeClr val="tx2">
                  <a:lumMod val="60000"/>
                  <a:lumOff val="40000"/>
                </a:schemeClr>
              </a:solidFill>
            </a:rPr>
            <a:t>Screen Failed: 4 </a:t>
          </a:r>
        </a:p>
        <a:p xmlns:a="http://schemas.openxmlformats.org/drawingml/2006/main">
          <a:pPr algn="ctr">
            <a:lnSpc>
              <a:spcPct val="140000"/>
            </a:lnSpc>
          </a:pPr>
          <a:r>
            <a:rPr lang="en-GB" sz="900" b="1" dirty="0">
              <a:solidFill>
                <a:schemeClr val="tx2">
                  <a:lumMod val="60000"/>
                  <a:lumOff val="40000"/>
                </a:schemeClr>
              </a:solidFill>
            </a:rPr>
            <a:t>EOT: 4</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AF16-6F8D-4DA0-840B-A855AE3206B0}" type="datetimeFigureOut">
              <a:rPr lang="zh-CN" altLang="en-US" smtClean="0"/>
              <a:t>2026/4/29</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B4BB5-E309-45E5-BB7A-A4E8DEB85991}" type="slidenum">
              <a:rPr lang="zh-CN" altLang="en-US" smtClean="0"/>
              <a:t>‹#›</a:t>
            </a:fld>
            <a:endParaRPr lang="zh-CN" altLang="en-US"/>
          </a:p>
        </p:txBody>
      </p:sp>
    </p:spTree>
    <p:extLst>
      <p:ext uri="{BB962C8B-B14F-4D97-AF65-F5344CB8AC3E}">
        <p14:creationId xmlns:p14="http://schemas.microsoft.com/office/powerpoint/2010/main" val="95459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E7E6E6"/>
                </a:solidFill>
                <a:effectLst/>
                <a:uLnTx/>
                <a:uFillTx/>
                <a:latin typeface="等线" panose="020F0502020204030204"/>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E7E6E6"/>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E7E6E6"/>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423096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2</a:t>
            </a:fld>
            <a:endParaRPr lang="zh-CN" altLang="en-US"/>
          </a:p>
        </p:txBody>
      </p:sp>
    </p:spTree>
    <p:extLst>
      <p:ext uri="{BB962C8B-B14F-4D97-AF65-F5344CB8AC3E}">
        <p14:creationId xmlns:p14="http://schemas.microsoft.com/office/powerpoint/2010/main" val="1961398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817FD-24B3-9D88-3D03-0ED3136966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23E36-0718-03CF-FC32-AF2E7EF86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EA1D32-B3F3-28E7-8BE6-3D759C56667B}"/>
              </a:ext>
            </a:extLst>
          </p:cNvPr>
          <p:cNvSpPr>
            <a:spLocks noGrp="1"/>
          </p:cNvSpPr>
          <p:nvPr>
            <p:ph type="body" idx="1"/>
          </p:nvPr>
        </p:nvSpPr>
        <p:spPr/>
        <p:txBody>
          <a:bodyPr/>
          <a:lstStyle/>
          <a:p>
            <a:r>
              <a:rPr lang="en-US" altLang="zh-CN" err="1"/>
              <a:t>mannual</a:t>
            </a:r>
            <a:endParaRPr lang="zh-CN" altLang="en-US"/>
          </a:p>
        </p:txBody>
      </p:sp>
      <p:sp>
        <p:nvSpPr>
          <p:cNvPr id="4" name="Slide Number Placeholder 3">
            <a:extLst>
              <a:ext uri="{FF2B5EF4-FFF2-40B4-BE49-F238E27FC236}">
                <a16:creationId xmlns:a16="http://schemas.microsoft.com/office/drawing/2014/main" id="{CB6B1A97-B5B3-2436-D0C3-D7EC16BCB1D3}"/>
              </a:ext>
            </a:extLst>
          </p:cNvPr>
          <p:cNvSpPr>
            <a:spLocks noGrp="1"/>
          </p:cNvSpPr>
          <p:nvPr>
            <p:ph type="sldNum" sz="quarter" idx="5"/>
          </p:nvPr>
        </p:nvSpPr>
        <p:spPr/>
        <p:txBody>
          <a:bodyPr/>
          <a:lstStyle/>
          <a:p>
            <a:fld id="{E00EDDAC-DE75-41AE-9B58-967EC3E860B8}" type="slidenum">
              <a:rPr lang="en-US" smtClean="0"/>
              <a:t>4</a:t>
            </a:fld>
            <a:endParaRPr lang="en-US"/>
          </a:p>
        </p:txBody>
      </p:sp>
    </p:spTree>
    <p:extLst>
      <p:ext uri="{BB962C8B-B14F-4D97-AF65-F5344CB8AC3E}">
        <p14:creationId xmlns:p14="http://schemas.microsoft.com/office/powerpoint/2010/main" val="597789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58D5B-DDDB-002D-F622-BC4A7C7B0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2BDA63-E8F0-D272-5F8A-707FDFB161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44997-E63A-DB73-E738-B74B6343A1C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3C385E-AB49-07D8-2C05-4EED8EF6F4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CB4BB5-E309-45E5-BB7A-A4E8DEB8599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23454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C0C14-9CD8-3800-98B0-8DD4135812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40B7E7-3DF1-B09B-47CB-509EDC092A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4B11C2E-4B74-E09F-D1DB-D7C48069A55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5DFA43A-39E2-A0C8-53FC-2C2D54EECEAF}"/>
              </a:ext>
            </a:extLst>
          </p:cNvPr>
          <p:cNvSpPr>
            <a:spLocks noGrp="1"/>
          </p:cNvSpPr>
          <p:nvPr>
            <p:ph type="sldNum" sz="quarter" idx="5"/>
          </p:nvPr>
        </p:nvSpPr>
        <p:spPr/>
        <p:txBody>
          <a:bodyPr/>
          <a:lstStyle/>
          <a:p>
            <a:fld id="{2E8287C5-6CD0-4BF4-859B-409A599B0178}" type="slidenum">
              <a:rPr lang="zh-CN" altLang="en-US" smtClean="0"/>
              <a:t>8</a:t>
            </a:fld>
            <a:endParaRPr lang="zh-CN" altLang="en-US"/>
          </a:p>
        </p:txBody>
      </p:sp>
    </p:spTree>
    <p:extLst>
      <p:ext uri="{BB962C8B-B14F-4D97-AF65-F5344CB8AC3E}">
        <p14:creationId xmlns:p14="http://schemas.microsoft.com/office/powerpoint/2010/main" val="1432116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9</a:t>
            </a:fld>
            <a:endParaRPr lang="zh-CN" altLang="en-US"/>
          </a:p>
        </p:txBody>
      </p:sp>
    </p:spTree>
    <p:extLst>
      <p:ext uri="{BB962C8B-B14F-4D97-AF65-F5344CB8AC3E}">
        <p14:creationId xmlns:p14="http://schemas.microsoft.com/office/powerpoint/2010/main" val="4067863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10</a:t>
            </a:fld>
            <a:endParaRPr lang="zh-CN" altLang="en-US"/>
          </a:p>
        </p:txBody>
      </p:sp>
    </p:spTree>
    <p:extLst>
      <p:ext uri="{BB962C8B-B14F-4D97-AF65-F5344CB8AC3E}">
        <p14:creationId xmlns:p14="http://schemas.microsoft.com/office/powerpoint/2010/main" val="9517500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BDC9F97-3138-46FC-AC77-7F9A61ACDAB9}" type="slidenum">
              <a:rPr lang="en-US" smtClean="0"/>
              <a:t>13</a:t>
            </a:fld>
            <a:endParaRPr lang="en-US"/>
          </a:p>
        </p:txBody>
      </p:sp>
    </p:spTree>
    <p:extLst>
      <p:ext uri="{BB962C8B-B14F-4D97-AF65-F5344CB8AC3E}">
        <p14:creationId xmlns:p14="http://schemas.microsoft.com/office/powerpoint/2010/main" val="112302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21</a:t>
            </a:fld>
            <a:endParaRPr lang="zh-CN" altLang="en-US"/>
          </a:p>
        </p:txBody>
      </p:sp>
    </p:spTree>
    <p:extLst>
      <p:ext uri="{BB962C8B-B14F-4D97-AF65-F5344CB8AC3E}">
        <p14:creationId xmlns:p14="http://schemas.microsoft.com/office/powerpoint/2010/main" val="3756718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32</a:t>
            </a:fld>
            <a:endParaRPr lang="zh-CN" altLang="en-US"/>
          </a:p>
        </p:txBody>
      </p:sp>
    </p:spTree>
    <p:extLst>
      <p:ext uri="{BB962C8B-B14F-4D97-AF65-F5344CB8AC3E}">
        <p14:creationId xmlns:p14="http://schemas.microsoft.com/office/powerpoint/2010/main" val="2473528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4" name="Fußzeilenplatzhalt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Foliennummernplatzhalt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30178023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C28E3-779D-07E5-0DDB-F4C7F89F6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776A8-17A4-2F4E-0DA4-1A21DE5E83D4}"/>
              </a:ext>
            </a:extLst>
          </p:cNvPr>
          <p:cNvSpPr>
            <a:spLocks noGrp="1" noRot="1" noChangeAspect="1"/>
          </p:cNvSpPr>
          <p:nvPr>
            <p:ph type="sldImg"/>
          </p:nvPr>
        </p:nvSpPr>
        <p:spPr>
          <a:xfrm>
            <a:off x="193675" y="663575"/>
            <a:ext cx="6408738" cy="3605213"/>
          </a:xfrm>
        </p:spPr>
        <p:txBody>
          <a:bodyPr/>
          <a:lstStyle/>
          <a:p>
            <a:endParaRPr lang="en-US"/>
          </a:p>
        </p:txBody>
      </p:sp>
      <p:sp>
        <p:nvSpPr>
          <p:cNvPr id="3" name="Notes Placeholder 2">
            <a:extLst>
              <a:ext uri="{FF2B5EF4-FFF2-40B4-BE49-F238E27FC236}">
                <a16:creationId xmlns:a16="http://schemas.microsoft.com/office/drawing/2014/main" id="{532609AB-AC9C-1F23-5279-FCC1E4BBEECA}"/>
              </a:ext>
            </a:extLst>
          </p:cNvPr>
          <p:cNvSpPr>
            <a:spLocks noGrp="1"/>
          </p:cNvSpPr>
          <p:nvPr>
            <p:ph type="body" idx="1"/>
          </p:nvPr>
        </p:nvSpPr>
        <p:spPr/>
        <p:txBody>
          <a:bodyPr/>
          <a:lstStyle/>
          <a:p>
            <a:pPr marL="0" indent="0">
              <a:buNone/>
            </a:pPr>
            <a:r>
              <a:rPr lang="en-US" sz="1200" b="1">
                <a:solidFill>
                  <a:schemeClr val="tx1">
                    <a:lumMod val="95000"/>
                    <a:lumOff val="5000"/>
                  </a:schemeClr>
                </a:solidFill>
              </a:rPr>
              <a:t>Benchmark in TPS</a:t>
            </a:r>
            <a:r>
              <a:rPr lang="en-US" sz="1200" b="1" i="1">
                <a:solidFill>
                  <a:schemeClr val="tx1">
                    <a:lumMod val="95000"/>
                    <a:lumOff val="5000"/>
                  </a:schemeClr>
                </a:solidFill>
              </a:rPr>
              <a:t> ≥50%</a:t>
            </a:r>
          </a:p>
          <a:p>
            <a:r>
              <a:rPr lang="en-US" sz="1200" err="1">
                <a:solidFill>
                  <a:schemeClr val="tx1">
                    <a:lumMod val="95000"/>
                    <a:lumOff val="5000"/>
                  </a:schemeClr>
                </a:solidFill>
              </a:rPr>
              <a:t>Pembro</a:t>
            </a:r>
            <a:r>
              <a:rPr lang="en-US" sz="1200">
                <a:solidFill>
                  <a:schemeClr val="tx1">
                    <a:lumMod val="95000"/>
                    <a:lumOff val="5000"/>
                  </a:schemeClr>
                </a:solidFill>
              </a:rPr>
              <a:t> mono </a:t>
            </a:r>
            <a:r>
              <a:rPr lang="en-US" sz="1200" i="1">
                <a:solidFill>
                  <a:schemeClr val="tx1">
                    <a:lumMod val="95000"/>
                    <a:lumOff val="5000"/>
                  </a:schemeClr>
                </a:solidFill>
              </a:rPr>
              <a:t>: non-sq mOS 26.3m, </a:t>
            </a:r>
            <a:r>
              <a:rPr lang="en-US" sz="1200" i="1" err="1">
                <a:solidFill>
                  <a:schemeClr val="tx1">
                    <a:lumMod val="95000"/>
                    <a:lumOff val="5000"/>
                  </a:schemeClr>
                </a:solidFill>
              </a:rPr>
              <a:t>mPFS</a:t>
            </a:r>
            <a:r>
              <a:rPr lang="en-US" sz="1200" i="1">
                <a:solidFill>
                  <a:schemeClr val="tx1">
                    <a:lumMod val="95000"/>
                    <a:lumOff val="5000"/>
                  </a:schemeClr>
                </a:solidFill>
              </a:rPr>
              <a:t> 7.7.m, ORR 46%. Squamous: mOS 19.9m; </a:t>
            </a:r>
            <a:r>
              <a:rPr lang="en-US" sz="1200" i="1" err="1">
                <a:solidFill>
                  <a:schemeClr val="tx1">
                    <a:lumMod val="95000"/>
                    <a:lumOff val="5000"/>
                  </a:schemeClr>
                </a:solidFill>
              </a:rPr>
              <a:t>mPFS</a:t>
            </a:r>
            <a:r>
              <a:rPr lang="en-US" sz="1200" i="1">
                <a:solidFill>
                  <a:schemeClr val="tx1">
                    <a:lumMod val="95000"/>
                    <a:lumOff val="5000"/>
                  </a:schemeClr>
                </a:solidFill>
              </a:rPr>
              <a:t> 8.3m</a:t>
            </a:r>
          </a:p>
          <a:p>
            <a:r>
              <a:rPr lang="en-US" sz="1200" i="1">
                <a:solidFill>
                  <a:schemeClr val="tx1">
                    <a:lumMod val="95000"/>
                    <a:lumOff val="5000"/>
                  </a:schemeClr>
                </a:solidFill>
              </a:rPr>
              <a:t>Future benchmark:  </a:t>
            </a:r>
            <a:r>
              <a:rPr lang="en-US" sz="1200" i="1" err="1">
                <a:solidFill>
                  <a:schemeClr val="tx1">
                    <a:lumMod val="95000"/>
                    <a:lumOff val="5000"/>
                  </a:schemeClr>
                </a:solidFill>
              </a:rPr>
              <a:t>Ivonescimab</a:t>
            </a:r>
            <a:r>
              <a:rPr lang="en-US" sz="1200" i="1">
                <a:solidFill>
                  <a:schemeClr val="tx1">
                    <a:lumMod val="95000"/>
                    <a:lumOff val="5000"/>
                  </a:schemeClr>
                </a:solidFill>
              </a:rPr>
              <a:t> (HARMONI-7, PCD: 4/2028). Approved in China (HARMONi-2) PFS 11.1m vs 5.8m, HR 0.51 </a:t>
            </a:r>
          </a:p>
          <a:p>
            <a:pPr marL="0" indent="0">
              <a:buNone/>
            </a:pPr>
            <a:r>
              <a:rPr lang="en-US" sz="1200" b="1" i="1">
                <a:solidFill>
                  <a:schemeClr val="tx1">
                    <a:lumMod val="95000"/>
                    <a:lumOff val="5000"/>
                  </a:schemeClr>
                </a:solidFill>
              </a:rPr>
              <a:t>Benchmark in </a:t>
            </a:r>
            <a:r>
              <a:rPr lang="en-US" sz="1200" b="1">
                <a:solidFill>
                  <a:schemeClr val="tx1">
                    <a:lumMod val="95000"/>
                    <a:lumOff val="5000"/>
                  </a:schemeClr>
                </a:solidFill>
              </a:rPr>
              <a:t>T</a:t>
            </a:r>
            <a:r>
              <a:rPr lang="en-GB" sz="1200" b="1"/>
              <a:t>PS &lt;50%: </a:t>
            </a:r>
          </a:p>
          <a:p>
            <a:r>
              <a:rPr lang="en-GB" sz="1200" err="1"/>
              <a:t>Pembro</a:t>
            </a:r>
            <a:r>
              <a:rPr lang="en-GB" sz="1200"/>
              <a:t> + chemo: </a:t>
            </a:r>
            <a:r>
              <a:rPr lang="en-US" sz="1200" i="1">
                <a:solidFill>
                  <a:schemeClr val="tx1">
                    <a:lumMod val="95000"/>
                    <a:lumOff val="5000"/>
                  </a:schemeClr>
                </a:solidFill>
              </a:rPr>
              <a:t>non-sq : mOS 19-22m ; </a:t>
            </a:r>
            <a:r>
              <a:rPr lang="en-US" sz="1200" i="1" err="1">
                <a:solidFill>
                  <a:schemeClr val="tx1">
                    <a:lumMod val="95000"/>
                    <a:lumOff val="5000"/>
                  </a:schemeClr>
                </a:solidFill>
              </a:rPr>
              <a:t>mPFS</a:t>
            </a:r>
            <a:r>
              <a:rPr lang="en-US" sz="1200" i="1">
                <a:solidFill>
                  <a:schemeClr val="tx1">
                    <a:lumMod val="95000"/>
                    <a:lumOff val="5000"/>
                  </a:schemeClr>
                </a:solidFill>
              </a:rPr>
              <a:t> 8-9m ; ORR 44-56%. squamous: mOS 18m; </a:t>
            </a:r>
            <a:r>
              <a:rPr lang="en-US" sz="1200" i="1" err="1">
                <a:solidFill>
                  <a:schemeClr val="tx1">
                    <a:lumMod val="95000"/>
                    <a:lumOff val="5000"/>
                  </a:schemeClr>
                </a:solidFill>
              </a:rPr>
              <a:t>mPFS</a:t>
            </a:r>
            <a:r>
              <a:rPr lang="en-US" sz="1200" i="1">
                <a:solidFill>
                  <a:schemeClr val="tx1">
                    <a:lumMod val="95000"/>
                    <a:lumOff val="5000"/>
                  </a:schemeClr>
                </a:solidFill>
              </a:rPr>
              <a:t> 8.2m</a:t>
            </a:r>
          </a:p>
          <a:p>
            <a:r>
              <a:rPr lang="en-US" sz="1200" i="1">
                <a:solidFill>
                  <a:schemeClr val="tx1">
                    <a:lumMod val="95000"/>
                    <a:lumOff val="5000"/>
                  </a:schemeClr>
                </a:solidFill>
              </a:rPr>
              <a:t>Future benchmark </a:t>
            </a:r>
            <a:r>
              <a:rPr lang="en-US" sz="1200" i="1" err="1">
                <a:solidFill>
                  <a:schemeClr val="tx1">
                    <a:lumMod val="95000"/>
                    <a:lumOff val="5000"/>
                  </a:schemeClr>
                </a:solidFill>
              </a:rPr>
              <a:t>Ivonescimab+Chemo</a:t>
            </a:r>
            <a:r>
              <a:rPr lang="en-US" sz="1200" i="1">
                <a:solidFill>
                  <a:schemeClr val="tx1">
                    <a:lumMod val="95000"/>
                    <a:lumOff val="5000"/>
                  </a:schemeClr>
                </a:solidFill>
              </a:rPr>
              <a:t> (global HARMONI-3, PCD: 4/2028). Approved in China (HARMONI-6 all comers, PFS 11.1m vs 6.9m HR 0.6) and in TPS ≥1%. </a:t>
            </a:r>
            <a:endParaRPr lang="en-GB" sz="1200"/>
          </a:p>
          <a:p>
            <a:pPr rtl="0" fontAlgn="base"/>
            <a:endParaRPr lang="en-US" sz="1200" b="0" i="1" kern="1200">
              <a:solidFill>
                <a:schemeClr val="tx1"/>
              </a:solidFill>
              <a:effectLst/>
              <a:latin typeface="Boehringer Forward Text" panose="02000500000000020000" pitchFamily="2" charset="0"/>
              <a:ea typeface="+mn-ea"/>
              <a:cs typeface="+mn-cs"/>
            </a:endParaRPr>
          </a:p>
          <a:p>
            <a:pPr rtl="0" fontAlgn="base"/>
            <a:r>
              <a:rPr lang="en-US" sz="1200" b="0" i="1" kern="1200">
                <a:solidFill>
                  <a:schemeClr val="tx1"/>
                </a:solidFill>
                <a:effectLst/>
                <a:latin typeface="Boehringer Forward Text" panose="02000500000000020000" pitchFamily="2" charset="0"/>
                <a:ea typeface="+mn-ea"/>
                <a:cs typeface="+mn-cs"/>
              </a:rPr>
              <a:t>TPS ≥50%: mOS 26.3m; </a:t>
            </a:r>
            <a:r>
              <a:rPr lang="en-US" sz="1200" b="0" i="1" kern="1200" err="1">
                <a:solidFill>
                  <a:schemeClr val="tx1"/>
                </a:solidFill>
                <a:effectLst/>
                <a:latin typeface="Boehringer Forward Text" panose="02000500000000020000" pitchFamily="2" charset="0"/>
                <a:ea typeface="+mn-ea"/>
                <a:cs typeface="+mn-cs"/>
              </a:rPr>
              <a:t>mPFS</a:t>
            </a:r>
            <a:r>
              <a:rPr lang="en-US" sz="1200" b="0" i="1" kern="1200">
                <a:solidFill>
                  <a:schemeClr val="tx1"/>
                </a:solidFill>
                <a:effectLst/>
                <a:latin typeface="Boehringer Forward Text" panose="02000500000000020000" pitchFamily="2" charset="0"/>
                <a:ea typeface="+mn-ea"/>
                <a:cs typeface="+mn-cs"/>
              </a:rPr>
              <a:t> 7.7m; ORR 45%; DOR 29m (Keynote-024)</a:t>
            </a:r>
            <a:r>
              <a:rPr lang="en-US" sz="1200" b="0" i="0" kern="1200">
                <a:solidFill>
                  <a:schemeClr val="tx1"/>
                </a:solidFill>
                <a:effectLst/>
                <a:latin typeface="Boehringer Forward Text" panose="02000500000000020000" pitchFamily="2" charset="0"/>
                <a:ea typeface="+mn-ea"/>
                <a:cs typeface="+mn-cs"/>
              </a:rPr>
              <a:t>​</a:t>
            </a:r>
          </a:p>
          <a:p>
            <a:pPr rtl="0" fontAlgn="base"/>
            <a:r>
              <a:rPr lang="en-US" sz="1200" b="0" i="1" kern="1200">
                <a:solidFill>
                  <a:schemeClr val="tx1"/>
                </a:solidFill>
                <a:effectLst/>
                <a:latin typeface="Boehringer Forward Text" panose="02000500000000020000" pitchFamily="2" charset="0"/>
                <a:ea typeface="+mn-ea"/>
                <a:cs typeface="+mn-cs"/>
              </a:rPr>
              <a:t>TPS ≥1%: mOS 16.4m; </a:t>
            </a:r>
            <a:r>
              <a:rPr lang="en-US" sz="1200" b="0" i="1" kern="1200" err="1">
                <a:solidFill>
                  <a:schemeClr val="tx1"/>
                </a:solidFill>
                <a:effectLst/>
                <a:latin typeface="Boehringer Forward Text" panose="02000500000000020000" pitchFamily="2" charset="0"/>
                <a:ea typeface="+mn-ea"/>
                <a:cs typeface="+mn-cs"/>
              </a:rPr>
              <a:t>mPFS</a:t>
            </a:r>
            <a:r>
              <a:rPr lang="en-US" sz="1200" b="0" i="1" kern="1200">
                <a:solidFill>
                  <a:schemeClr val="tx1"/>
                </a:solidFill>
                <a:effectLst/>
                <a:latin typeface="Boehringer Forward Text" panose="02000500000000020000" pitchFamily="2" charset="0"/>
                <a:ea typeface="+mn-ea"/>
                <a:cs typeface="+mn-cs"/>
              </a:rPr>
              <a:t> 5.6m; ORR 37.3%; DOR 26.5m (Keynote-042)</a:t>
            </a:r>
            <a:r>
              <a:rPr lang="en-US" sz="1200" b="0" i="0" kern="1200">
                <a:solidFill>
                  <a:schemeClr val="tx1"/>
                </a:solidFill>
                <a:effectLst/>
                <a:latin typeface="Boehringer Forward Text" panose="02000500000000020000" pitchFamily="2" charset="0"/>
                <a:ea typeface="+mn-ea"/>
                <a:cs typeface="+mn-cs"/>
              </a:rPr>
              <a:t>​</a:t>
            </a:r>
          </a:p>
          <a:p>
            <a:endParaRPr lang="en-GB"/>
          </a:p>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de-DE" sz="1200" b="0" i="0" u="none" strike="noStrike" kern="1200" cap="none" spc="0" normalizeH="0" baseline="0" noProof="0">
                <a:ln>
                  <a:noFill/>
                </a:ln>
                <a:solidFill>
                  <a:srgbClr val="FF0000"/>
                </a:solidFill>
                <a:effectLst/>
                <a:uLnTx/>
                <a:uFillTx/>
                <a:latin typeface="Boehringer Text"/>
                <a:ea typeface="+mn-ea"/>
                <a:cs typeface="+mn-cs"/>
              </a:rPr>
              <a:t>KN-042: Pembro mono in TPS &gt;=50%: ORR 39%, mPFS 6.5 mo, mOS 20 mo </a:t>
            </a:r>
          </a:p>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de-DE" sz="1200" b="0" i="0" u="none" strike="noStrike" kern="1200" cap="none" spc="0" normalizeH="0" baseline="0" noProof="0">
                <a:ln>
                  <a:noFill/>
                </a:ln>
                <a:solidFill>
                  <a:srgbClr val="FF0000"/>
                </a:solidFill>
                <a:effectLst/>
                <a:uLnTx/>
                <a:uFillTx/>
                <a:latin typeface="Boehringer Text"/>
                <a:ea typeface="+mn-ea"/>
                <a:cs typeface="+mn-cs"/>
              </a:rPr>
              <a:t>KN-407: Pembro chemo in TPS &gt;=50%: ORR 60%, mPFS 8.3 mo, mOS 23.3 mo</a:t>
            </a:r>
          </a:p>
          <a:p>
            <a:pPr marL="180000" marR="0" lvl="0" indent="-18000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de-DE" sz="1200" b="0" i="0" u="none" strike="noStrike" kern="1200" cap="none" spc="0" normalizeH="0" baseline="0" noProof="0">
                <a:ln>
                  <a:noFill/>
                </a:ln>
                <a:solidFill>
                  <a:srgbClr val="FF0000"/>
                </a:solidFill>
                <a:effectLst/>
                <a:uLnTx/>
                <a:uFillTx/>
                <a:latin typeface="Boehringer Text"/>
                <a:ea typeface="+mn-ea"/>
                <a:cs typeface="+mn-cs"/>
              </a:rPr>
              <a:t>KN-189: Pembro chemo in TPS &gt;=50%: ORR 62%, mPFS 12.8 mo, mOS 29.6 mo</a:t>
            </a:r>
          </a:p>
          <a:p>
            <a:endParaRPr lang="en-GB"/>
          </a:p>
        </p:txBody>
      </p:sp>
      <p:sp>
        <p:nvSpPr>
          <p:cNvPr id="4" name="Slide Number Placeholder 3">
            <a:extLst>
              <a:ext uri="{FF2B5EF4-FFF2-40B4-BE49-F238E27FC236}">
                <a16:creationId xmlns:a16="http://schemas.microsoft.com/office/drawing/2014/main" id="{3925BC4F-3F7B-74C8-C82E-A34D4EC4EC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3931CD-8897-4FA7-A884-29B64A94088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5218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txBody>
          <a:bodyPr/>
          <a:lstStyle/>
          <a:p>
            <a:endParaRPr lang="en-US"/>
          </a:p>
        </p:txBody>
      </p:sp>
      <p:sp>
        <p:nvSpPr>
          <p:cNvPr id="3" name="Notes Placeholder 2"/>
          <p:cNvSpPr>
            <a:spLocks noGrp="1"/>
          </p:cNvSpPr>
          <p:nvPr>
            <p:ph type="body" idx="1"/>
          </p:nvPr>
        </p:nvSpPr>
        <p:spPr/>
        <p:txBody>
          <a:bodyPr/>
          <a:lstStyle/>
          <a:p>
            <a:pPr marL="285750" lvl="0" indent="-285750" eaLnBrk="0" fontAlgn="base" hangingPunct="0">
              <a:spcBef>
                <a:spcPts val="600"/>
              </a:spcBef>
              <a:spcAft>
                <a:spcPts val="600"/>
              </a:spcAft>
              <a:buFont typeface="Arial" panose="020B0604020202020204" pitchFamily="34" charset="0"/>
              <a:buChar char="•"/>
            </a:pPr>
            <a:r>
              <a:rPr lang="en-US" altLang="en-US" sz="1200" err="1"/>
              <a:t>Ficerafusp</a:t>
            </a:r>
            <a:r>
              <a:rPr lang="en-US" altLang="en-US" sz="1200"/>
              <a:t> alfa (EGFR x </a:t>
            </a:r>
            <a:r>
              <a:rPr lang="en-US" altLang="en-US" sz="1200" err="1"/>
              <a:t>TGFb</a:t>
            </a:r>
            <a:r>
              <a:rPr lang="en-US" altLang="en-US" sz="1200"/>
              <a:t>, </a:t>
            </a:r>
            <a:r>
              <a:rPr lang="en-US" altLang="en-US" sz="1200" err="1"/>
              <a:t>Bicara</a:t>
            </a:r>
            <a:r>
              <a:rPr lang="en-US" altLang="en-US" sz="1200"/>
              <a:t> Ther.) + Pembro may launch in Q1 2028 for HPV- disease; Ph 1 trial data (n=28) </a:t>
            </a:r>
            <a:r>
              <a:rPr lang="en-US" altLang="en-US" sz="1200" b="1"/>
              <a:t>ORR 54%, </a:t>
            </a:r>
            <a:r>
              <a:rPr lang="en-US" altLang="en-US" sz="1200" b="1" err="1"/>
              <a:t>mPFS</a:t>
            </a:r>
            <a:r>
              <a:rPr lang="en-US" altLang="en-US" sz="1200" b="1"/>
              <a:t> 9.9m and mOS 21.3m.</a:t>
            </a:r>
          </a:p>
          <a:p>
            <a:pPr marL="285750" lvl="0" indent="-285750" eaLnBrk="0" fontAlgn="base" hangingPunct="0">
              <a:spcBef>
                <a:spcPts val="600"/>
              </a:spcBef>
              <a:spcAft>
                <a:spcPts val="600"/>
              </a:spcAft>
              <a:buFont typeface="Arial" panose="020B0604020202020204" pitchFamily="34" charset="0"/>
              <a:buChar char="•"/>
            </a:pPr>
            <a:r>
              <a:rPr lang="en-US" altLang="en-US" sz="1200" err="1"/>
              <a:t>Amivantamab</a:t>
            </a:r>
            <a:r>
              <a:rPr lang="en-US" altLang="en-US" sz="1200"/>
              <a:t> (EGFR x c-MET, Janssen) Ph1/2 data in 2L HNSCC (</a:t>
            </a:r>
            <a:r>
              <a:rPr lang="en-US" altLang="en-US" sz="1200" b="1"/>
              <a:t>ORR 45% with DOR of 7.2m and </a:t>
            </a:r>
            <a:r>
              <a:rPr lang="en-US" altLang="en-US" sz="1200" b="1" err="1"/>
              <a:t>mPFS</a:t>
            </a:r>
            <a:r>
              <a:rPr lang="en-US" altLang="en-US" sz="1200" b="1"/>
              <a:t> 6.8m</a:t>
            </a:r>
            <a:r>
              <a:rPr lang="en-US" altLang="en-US" sz="1200"/>
              <a:t>); a Ph 3 trial in combination with Pembro and carboplatin planned, </a:t>
            </a:r>
            <a:r>
              <a:rPr lang="en-US" altLang="en-US" sz="1200" err="1"/>
              <a:t>estim</a:t>
            </a:r>
            <a:r>
              <a:rPr lang="en-US" altLang="en-US" sz="1200"/>
              <a:t>. launch Q4/2029.</a:t>
            </a:r>
          </a:p>
          <a:p>
            <a:pPr marL="285750" lvl="0" indent="-285750" eaLnBrk="0" fontAlgn="base" hangingPunct="0">
              <a:spcBef>
                <a:spcPts val="600"/>
              </a:spcBef>
              <a:spcAft>
                <a:spcPts val="600"/>
              </a:spcAft>
              <a:buFont typeface="Arial" panose="020B0604020202020204" pitchFamily="34" charset="0"/>
              <a:buChar char="•"/>
            </a:pPr>
            <a:r>
              <a:rPr lang="en-US" altLang="en-US" sz="1200"/>
              <a:t>POC: 36% = 11 OR /30pts</a:t>
            </a:r>
          </a:p>
          <a:p>
            <a:pPr rtl="0" eaLnBrk="1" fontAlgn="t" latinLnBrk="0" hangingPunct="1"/>
            <a:r>
              <a:rPr lang="en-US" altLang="en-US" sz="1200"/>
              <a:t>Extreme regimen </a:t>
            </a:r>
            <a:r>
              <a:rPr lang="en-US" altLang="en-US" sz="1200" err="1"/>
              <a:t>cetux</a:t>
            </a:r>
            <a:r>
              <a:rPr lang="en-US" altLang="en-US" sz="1200"/>
              <a:t>/platin/5FU: </a:t>
            </a:r>
            <a:r>
              <a:rPr lang="de-AT" sz="1200" b="1" i="0" u="none" strike="noStrike" kern="1200">
                <a:solidFill>
                  <a:schemeClr val="tx1"/>
                </a:solidFill>
                <a:effectLst/>
                <a:latin typeface="Boehringer Forward Text" panose="02000500000000020000" pitchFamily="2" charset="0"/>
                <a:ea typeface="+mn-ea"/>
                <a:cs typeface="+mn-cs"/>
              </a:rPr>
              <a:t>ORR 36% PFS 5.1mo OS 10.7mo</a:t>
            </a:r>
            <a:endParaRPr lang="en-US" sz="1200" b="1" i="0" u="none" strike="noStrike" kern="1200">
              <a:solidFill>
                <a:schemeClr val="tx1"/>
              </a:solidFill>
              <a:effectLst/>
              <a:latin typeface="Boehringer Forward Text" panose="02000500000000020000" pitchFamily="2" charset="0"/>
              <a:ea typeface="+mn-ea"/>
              <a:cs typeface="+mn-cs"/>
            </a:endParaRPr>
          </a:p>
          <a:p>
            <a:pPr marL="285750" lvl="0" indent="-285750" eaLnBrk="0" fontAlgn="base" hangingPunct="0">
              <a:spcBef>
                <a:spcPts val="600"/>
              </a:spcBef>
              <a:spcAft>
                <a:spcPts val="600"/>
              </a:spcAft>
              <a:buFont typeface="Arial" panose="020B0604020202020204" pitchFamily="34" charset="0"/>
              <a:buChar char="•"/>
            </a:pPr>
            <a:endParaRPr lang="en-US" altLang="en-US" sz="1200"/>
          </a:p>
          <a:p>
            <a:pPr eaLnBrk="0" fontAlgn="base" hangingPunct="0">
              <a:spcBef>
                <a:spcPts val="600"/>
              </a:spcBef>
              <a:spcAft>
                <a:spcPts val="600"/>
              </a:spcAft>
            </a:pPr>
            <a:r>
              <a:rPr lang="en-US" altLang="en-US" sz="1200">
                <a:ea typeface="Aptos" panose="020B0004020202020204" pitchFamily="34" charset="0"/>
                <a:cs typeface="Segoe UI Emoji" panose="020B0502040204020203" pitchFamily="34" charset="0"/>
              </a:rPr>
              <a:t>LGR5, or Leucine-rich repeat-containing G-protein coupled receptor 5, is a transmembrane receptor that plays a significant role in regulating stem cell function and is a marker for adult stem cells in various tissues, particularly in the intestinal epithelium. It is involved in the </a:t>
            </a:r>
            <a:r>
              <a:rPr lang="en-US" altLang="en-US" sz="1200" err="1">
                <a:ea typeface="Aptos" panose="020B0004020202020204" pitchFamily="34" charset="0"/>
                <a:cs typeface="Segoe UI Emoji" panose="020B0502040204020203" pitchFamily="34" charset="0"/>
              </a:rPr>
              <a:t>Wnt</a:t>
            </a:r>
            <a:r>
              <a:rPr lang="en-US" altLang="en-US" sz="1200">
                <a:ea typeface="Aptos" panose="020B0004020202020204" pitchFamily="34" charset="0"/>
                <a:cs typeface="Segoe UI Emoji" panose="020B0502040204020203" pitchFamily="34" charset="0"/>
              </a:rPr>
              <a:t> signaling pathway, which is essential for maintaining stemness and controlling cell fate.</a:t>
            </a:r>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40</a:t>
            </a:fld>
            <a:endParaRPr lang="en-US" sz="800">
              <a:solidFill>
                <a:schemeClr val="bg2"/>
              </a:solidFill>
            </a:endParaRPr>
          </a:p>
        </p:txBody>
      </p:sp>
    </p:spTree>
    <p:extLst>
      <p:ext uri="{BB962C8B-B14F-4D97-AF65-F5344CB8AC3E}">
        <p14:creationId xmlns:p14="http://schemas.microsoft.com/office/powerpoint/2010/main" val="34511729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45</a:t>
            </a:fld>
            <a:endParaRPr lang="zh-CN" altLang="en-US"/>
          </a:p>
        </p:txBody>
      </p:sp>
    </p:spTree>
    <p:extLst>
      <p:ext uri="{BB962C8B-B14F-4D97-AF65-F5344CB8AC3E}">
        <p14:creationId xmlns:p14="http://schemas.microsoft.com/office/powerpoint/2010/main" val="9517500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6250" y="611188"/>
            <a:ext cx="5903913" cy="3321050"/>
          </a:xfrm>
        </p:spPr>
      </p:sp>
      <p:sp>
        <p:nvSpPr>
          <p:cNvPr id="3" name="Notizenplatzhalter 2"/>
          <p:cNvSpPr>
            <a:spLocks noGrp="1"/>
          </p:cNvSpPr>
          <p:nvPr>
            <p:ph type="body" idx="1"/>
          </p:nvPr>
        </p:nvSpPr>
        <p:spPr/>
        <p:txBody>
          <a:bodyPr/>
          <a:lstStyle/>
          <a:p>
            <a:endParaRPr lang="de-DE"/>
          </a:p>
        </p:txBody>
      </p:sp>
      <p:sp>
        <p:nvSpPr>
          <p:cNvPr id="5" name="Fußzeilenplatzhalter 3">
            <a:extLst>
              <a:ext uri="{FF2B5EF4-FFF2-40B4-BE49-F238E27FC236}">
                <a16:creationId xmlns:a16="http://schemas.microsoft.com/office/drawing/2014/main" id="{1693CBEF-46AD-392C-8A90-34E36D6AE6FA}"/>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p>
        </p:txBody>
      </p:sp>
      <p:sp>
        <p:nvSpPr>
          <p:cNvPr id="6" name="Foliennummernplatzhalter 4">
            <a:extLst>
              <a:ext uri="{FF2B5EF4-FFF2-40B4-BE49-F238E27FC236}">
                <a16:creationId xmlns:a16="http://schemas.microsoft.com/office/drawing/2014/main" id="{FAC06AAC-FF0B-3F83-DEE8-7333CCE78913}"/>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46</a:t>
            </a:fld>
            <a:endParaRPr lang="en-US" sz="800">
              <a:solidFill>
                <a:schemeClr val="bg2"/>
              </a:solidFill>
            </a:endParaRPr>
          </a:p>
        </p:txBody>
      </p:sp>
    </p:spTree>
    <p:extLst>
      <p:ext uri="{BB962C8B-B14F-4D97-AF65-F5344CB8AC3E}">
        <p14:creationId xmlns:p14="http://schemas.microsoft.com/office/powerpoint/2010/main" val="20652417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47</a:t>
            </a:fld>
            <a:endParaRPr lang="en-US" sz="800">
              <a:solidFill>
                <a:schemeClr val="bg2"/>
              </a:solidFill>
            </a:endParaRPr>
          </a:p>
        </p:txBody>
      </p:sp>
    </p:spTree>
    <p:extLst>
      <p:ext uri="{BB962C8B-B14F-4D97-AF65-F5344CB8AC3E}">
        <p14:creationId xmlns:p14="http://schemas.microsoft.com/office/powerpoint/2010/main" val="4401815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49F2F-0679-314E-E461-4F1CA80FFC57}"/>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6C073FBF-7B99-BFCF-B5A2-0BA5BC0CACDB}"/>
              </a:ext>
            </a:extLst>
          </p:cNvPr>
          <p:cNvSpPr>
            <a:spLocks noGrp="1"/>
          </p:cNvSpPr>
          <p:nvPr>
            <p:ph type="body" idx="1"/>
          </p:nvPr>
        </p:nvSpPr>
        <p:spPr/>
        <p:txBody>
          <a:bodyPr/>
          <a:lstStyle/>
          <a:p>
            <a:r>
              <a:rPr b="1"/>
              <a:t>ECR</a:t>
            </a:r>
            <a:endParaRPr/>
          </a:p>
          <a:p>
            <a:r>
              <a:rPr b="0"/>
              <a:t>No alt text provided</a:t>
            </a:r>
            <a:endParaRPr/>
          </a:p>
          <a:p>
            <a:endParaRPr/>
          </a:p>
          <a:p>
            <a:r>
              <a:rPr b="1"/>
              <a:t>pivotTable</a:t>
            </a:r>
            <a:endParaRPr/>
          </a:p>
          <a:p>
            <a:r>
              <a:rPr b="0"/>
              <a:t>No alt text provided</a:t>
            </a:r>
            <a:endParaRPr/>
          </a:p>
          <a:p>
            <a:endParaRPr/>
          </a:p>
          <a:p>
            <a:r>
              <a:rPr b="1"/>
              <a:t>image</a:t>
            </a:r>
            <a:endParaRPr/>
          </a:p>
          <a:p>
            <a:r>
              <a:rPr b="0"/>
              <a:t>No alt text provided</a:t>
            </a:r>
            <a:endParaRPr/>
          </a:p>
          <a:p>
            <a:endParaRPr/>
          </a:p>
          <a:p>
            <a:r>
              <a:rPr b="1"/>
              <a:t>textbox</a:t>
            </a:r>
            <a:endParaRPr/>
          </a:p>
          <a:p>
            <a:r>
              <a:rPr b="0"/>
              <a:t>No alt text provided</a:t>
            </a:r>
            <a:endParaRPr/>
          </a:p>
          <a:p>
            <a:endParaRPr/>
          </a:p>
          <a:p>
            <a:r>
              <a:rPr b="1"/>
              <a:t>textbox</a:t>
            </a:r>
            <a:endParaRPr/>
          </a:p>
          <a:p>
            <a:r>
              <a:rPr b="0"/>
              <a:t>No alt text provided</a:t>
            </a:r>
            <a:endParaRPr/>
          </a:p>
          <a:p>
            <a:endParaRPr/>
          </a:p>
          <a:p>
            <a:r>
              <a:rPr b="1"/>
              <a:t>card</a:t>
            </a:r>
            <a:endParaRPr/>
          </a:p>
          <a:p>
            <a:r>
              <a:rPr b="0"/>
              <a:t>No alt text provided</a:t>
            </a:r>
            <a:endParaRPr/>
          </a:p>
          <a:p>
            <a:endParaRPr/>
          </a:p>
          <a:p>
            <a:r>
              <a:rPr b="1"/>
              <a:t>IIS</a:t>
            </a:r>
            <a:endParaRPr/>
          </a:p>
          <a:p>
            <a:r>
              <a:rPr b="0"/>
              <a:t>No alt text provided</a:t>
            </a:r>
            <a:endParaRPr/>
          </a:p>
          <a:p>
            <a:endParaRPr/>
          </a:p>
          <a:p>
            <a:r>
              <a:rPr b="1"/>
              <a:t>slicer</a:t>
            </a:r>
            <a:endParaRPr/>
          </a:p>
          <a:p>
            <a:r>
              <a:rPr b="0"/>
              <a:t>No alt text provided</a:t>
            </a:r>
            <a:endParaRPr/>
          </a:p>
          <a:p>
            <a:endParaRPr/>
          </a:p>
          <a:p>
            <a:r>
              <a:rPr b="1"/>
              <a:t>slicer</a:t>
            </a:r>
            <a:endParaRPr/>
          </a:p>
          <a:p>
            <a:r>
              <a:rPr b="0"/>
              <a:t>No alt text provided</a:t>
            </a:r>
            <a:endParaRPr/>
          </a:p>
          <a:p>
            <a:endParaRPr/>
          </a:p>
          <a:p>
            <a:r>
              <a:rPr b="1"/>
              <a:t>slicer</a:t>
            </a:r>
            <a:endParaRPr/>
          </a:p>
          <a:p>
            <a:r>
              <a:rPr b="0"/>
              <a:t>No alt text provided</a:t>
            </a:r>
            <a:endParaRPr/>
          </a:p>
          <a:p>
            <a:endParaRPr/>
          </a:p>
          <a:p>
            <a:r>
              <a:rPr b="1"/>
              <a:t>slicer</a:t>
            </a:r>
            <a:endParaRPr/>
          </a:p>
          <a:p>
            <a:r>
              <a:rPr b="0"/>
              <a:t>No alt text provided</a:t>
            </a:r>
            <a:endParaRPr/>
          </a:p>
          <a:p>
            <a:endParaRPr/>
          </a:p>
          <a:p>
            <a:r>
              <a:rPr b="1"/>
              <a:t>BI-ONISed</a:t>
            </a:r>
            <a:endParaRPr/>
          </a:p>
          <a:p>
            <a:r>
              <a:rPr b="0"/>
              <a:t>No alt text provided</a:t>
            </a:r>
            <a:endParaRPr/>
          </a:p>
          <a:p>
            <a:endParaRPr/>
          </a:p>
          <a:p>
            <a:r>
              <a:rPr b="1"/>
              <a:t>BI-ONISnd</a:t>
            </a:r>
            <a:endParaRPr/>
          </a:p>
          <a:p>
            <a:r>
              <a:rPr b="0"/>
              <a:t>No alt text provided</a:t>
            </a:r>
            <a:endParaRPr/>
          </a:p>
          <a:p>
            <a:endParaRPr/>
          </a:p>
          <a:p>
            <a:r>
              <a:rPr b="1"/>
              <a:t>EAP</a:t>
            </a:r>
            <a:endParaRPr/>
          </a:p>
          <a:p>
            <a:r>
              <a:rPr b="0"/>
              <a:t>No alt text provided</a:t>
            </a:r>
            <a:endParaRPr/>
          </a:p>
          <a:p>
            <a:endParaRPr/>
          </a:p>
          <a:p>
            <a:r>
              <a:rPr b="1"/>
              <a:t>BI-Clinical trial</a:t>
            </a:r>
            <a:endParaRPr/>
          </a:p>
          <a:p>
            <a:r>
              <a:rPr b="0"/>
              <a:t>No alt text provided</a:t>
            </a:r>
            <a:endParaRPr/>
          </a:p>
          <a:p>
            <a:endParaRPr/>
          </a:p>
          <a:p>
            <a:r>
              <a:rPr b="1"/>
              <a:t>image</a:t>
            </a:r>
            <a:endParaRPr/>
          </a:p>
          <a:p>
            <a:r>
              <a:rPr b="0"/>
              <a:t>No alt text provided</a:t>
            </a:r>
            <a:endParaRPr/>
          </a:p>
          <a:p>
            <a:endParaRPr/>
          </a:p>
        </p:txBody>
      </p:sp>
    </p:spTree>
    <p:extLst>
      <p:ext uri="{BB962C8B-B14F-4D97-AF65-F5344CB8AC3E}">
        <p14:creationId xmlns:p14="http://schemas.microsoft.com/office/powerpoint/2010/main" val="9496925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7232-E8F5-47F5-93FB-A3523A08FE3D}" type="slidenum">
              <a:rPr lang="zh-CN" altLang="en-US" smtClean="0"/>
              <a:t>50</a:t>
            </a:fld>
            <a:endParaRPr lang="zh-CN" altLang="en-US"/>
          </a:p>
        </p:txBody>
      </p:sp>
    </p:spTree>
    <p:extLst>
      <p:ext uri="{BB962C8B-B14F-4D97-AF65-F5344CB8AC3E}">
        <p14:creationId xmlns:p14="http://schemas.microsoft.com/office/powerpoint/2010/main" val="40646673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4.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4.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4.xml"/><Relationship Id="rId5" Type="http://schemas.openxmlformats.org/officeDocument/2006/relationships/image" Target="../media/image18.svg"/><Relationship Id="rId4" Type="http://schemas.openxmlformats.org/officeDocument/2006/relationships/image" Target="../media/image15.sv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emf"/><Relationship Id="rId1" Type="http://schemas.openxmlformats.org/officeDocument/2006/relationships/slideMaster" Target="../slideMasters/slideMaster4.xml"/><Relationship Id="rId5" Type="http://schemas.openxmlformats.org/officeDocument/2006/relationships/image" Target="../media/image15.svg"/><Relationship Id="rId4" Type="http://schemas.openxmlformats.org/officeDocument/2006/relationships/image" Target="../media/image21.png"/></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slideMaster" Target="../slideMasters/slideMaster4.xml"/><Relationship Id="rId4" Type="http://schemas.openxmlformats.org/officeDocument/2006/relationships/image" Target="../media/image15.svg"/></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slideMaster" Target="../slideMasters/slideMaster4.xml"/><Relationship Id="rId4" Type="http://schemas.openxmlformats.org/officeDocument/2006/relationships/image" Target="../media/image15.svg"/></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slideMaster" Target="../slideMasters/slideMaster4.xml"/><Relationship Id="rId4" Type="http://schemas.openxmlformats.org/officeDocument/2006/relationships/image" Target="../media/image15.svg"/></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2.emf"/><Relationship Id="rId1" Type="http://schemas.openxmlformats.org/officeDocument/2006/relationships/slideMaster" Target="../slideMasters/slideMaster4.xml"/><Relationship Id="rId5" Type="http://schemas.openxmlformats.org/officeDocument/2006/relationships/image" Target="../media/image15.svg"/><Relationship Id="rId4" Type="http://schemas.openxmlformats.org/officeDocument/2006/relationships/image" Target="../media/image17.emf"/></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2.svg"/><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svg"/></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Tree>
    <p:extLst>
      <p:ext uri="{BB962C8B-B14F-4D97-AF65-F5344CB8AC3E}">
        <p14:creationId xmlns:p14="http://schemas.microsoft.com/office/powerpoint/2010/main" val="4071346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225671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66635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59061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5751294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25995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618203822"/>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Tree>
    <p:extLst>
      <p:ext uri="{BB962C8B-B14F-4D97-AF65-F5344CB8AC3E}">
        <p14:creationId xmlns:p14="http://schemas.microsoft.com/office/powerpoint/2010/main" val="28300000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3964284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6919383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388264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693764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583576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01269282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924613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a:prstGeom prst="rect">
            <a:avLst/>
          </a:prstGeo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8770396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1406195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32735386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078513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9524603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350209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9493395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3281604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0984867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5861098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44811232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12056046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75323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82552585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764304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662756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8731732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6318449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96352410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56_Title Slide">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6583081" y="239892"/>
            <a:ext cx="5300117" cy="6335891"/>
          </a:xfrm>
          <a:custGeom>
            <a:avLst/>
            <a:gdLst/>
            <a:ahLst/>
            <a:cxnLst/>
            <a:rect l="l" t="t" r="r" b="b"/>
            <a:pathLst>
              <a:path w="4335753" h="5183067">
                <a:moveTo>
                  <a:pt x="2624125" y="1178296"/>
                </a:moveTo>
                <a:cubicBezTo>
                  <a:pt x="2698245" y="1173058"/>
                  <a:pt x="2774671" y="1189136"/>
                  <a:pt x="2843864" y="1229085"/>
                </a:cubicBezTo>
                <a:cubicBezTo>
                  <a:pt x="3028381" y="1335615"/>
                  <a:pt x="3091600" y="1571555"/>
                  <a:pt x="2985070" y="1756071"/>
                </a:cubicBezTo>
                <a:lnTo>
                  <a:pt x="1117895" y="4990113"/>
                </a:lnTo>
                <a:cubicBezTo>
                  <a:pt x="1011365" y="5174629"/>
                  <a:pt x="775425" y="5237849"/>
                  <a:pt x="590909" y="5131318"/>
                </a:cubicBezTo>
                <a:cubicBezTo>
                  <a:pt x="406393" y="5024788"/>
                  <a:pt x="343173" y="4788848"/>
                  <a:pt x="449703" y="4604332"/>
                </a:cubicBezTo>
                <a:lnTo>
                  <a:pt x="2316878" y="1370290"/>
                </a:lnTo>
                <a:cubicBezTo>
                  <a:pt x="2383459" y="1254968"/>
                  <a:pt x="2500592" y="1187027"/>
                  <a:pt x="2624125" y="1178296"/>
                </a:cubicBezTo>
                <a:close/>
                <a:moveTo>
                  <a:pt x="3923060" y="861165"/>
                </a:moveTo>
                <a:cubicBezTo>
                  <a:pt x="3997180" y="855927"/>
                  <a:pt x="4073605" y="872005"/>
                  <a:pt x="4142799" y="911954"/>
                </a:cubicBezTo>
                <a:cubicBezTo>
                  <a:pt x="4327315" y="1018484"/>
                  <a:pt x="4390534" y="1254424"/>
                  <a:pt x="4284004" y="1438940"/>
                </a:cubicBezTo>
                <a:lnTo>
                  <a:pt x="2416832" y="4672979"/>
                </a:lnTo>
                <a:cubicBezTo>
                  <a:pt x="2310301" y="4857495"/>
                  <a:pt x="2074361" y="4920715"/>
                  <a:pt x="1889845" y="4814185"/>
                </a:cubicBezTo>
                <a:cubicBezTo>
                  <a:pt x="1705329" y="4707654"/>
                  <a:pt x="1642109" y="4471714"/>
                  <a:pt x="1748639" y="4287198"/>
                </a:cubicBezTo>
                <a:lnTo>
                  <a:pt x="3615812" y="1053159"/>
                </a:lnTo>
                <a:cubicBezTo>
                  <a:pt x="3682394" y="937837"/>
                  <a:pt x="3799525" y="869895"/>
                  <a:pt x="3923060" y="861165"/>
                </a:cubicBezTo>
                <a:close/>
                <a:moveTo>
                  <a:pt x="2226169" y="961"/>
                </a:moveTo>
                <a:cubicBezTo>
                  <a:pt x="2300289" y="-4277"/>
                  <a:pt x="2376714" y="11800"/>
                  <a:pt x="2445908" y="51750"/>
                </a:cubicBezTo>
                <a:cubicBezTo>
                  <a:pt x="2630424" y="158280"/>
                  <a:pt x="2693644" y="394220"/>
                  <a:pt x="2587114" y="578736"/>
                </a:cubicBezTo>
                <a:lnTo>
                  <a:pt x="719942" y="3812773"/>
                </a:lnTo>
                <a:cubicBezTo>
                  <a:pt x="613411" y="3997289"/>
                  <a:pt x="377471" y="4060509"/>
                  <a:pt x="192955" y="3953979"/>
                </a:cubicBezTo>
                <a:cubicBezTo>
                  <a:pt x="8439" y="3847448"/>
                  <a:pt x="-54781" y="3611508"/>
                  <a:pt x="51749" y="3426992"/>
                </a:cubicBezTo>
                <a:lnTo>
                  <a:pt x="1918921" y="192955"/>
                </a:lnTo>
                <a:cubicBezTo>
                  <a:pt x="1985503" y="77633"/>
                  <a:pt x="2102635" y="9691"/>
                  <a:pt x="2226169" y="961"/>
                </a:cubicBezTo>
                <a:close/>
              </a:path>
            </a:pathLst>
          </a:custGeom>
          <a:noFill/>
        </p:spPr>
        <p:txBody>
          <a:bodyPr lIns="68580" tIns="34290" rIns="68580" bIns="34290" anchor="ctr">
            <a:normAutofit/>
          </a:bodyPr>
          <a:lstStyle>
            <a:lvl1pPr marL="0" indent="0" algn="ctr">
              <a:buNone/>
              <a:defRPr sz="1660" baseline="0">
                <a:latin typeface="OPPOSans M" panose="00020600040101010101" pitchFamily="18" charset="-122"/>
                <a:cs typeface="Lato Regular"/>
              </a:defRPr>
            </a:lvl1pPr>
          </a:lstStyle>
          <a:p>
            <a:endParaRPr lang="en-US"/>
          </a:p>
        </p:txBody>
      </p:sp>
    </p:spTree>
    <p:extLst>
      <p:ext uri="{BB962C8B-B14F-4D97-AF65-F5344CB8AC3E}">
        <p14:creationId xmlns:p14="http://schemas.microsoft.com/office/powerpoint/2010/main" val="12712272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标题">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91F1F4-B9F8-8CFC-C6FD-77C2D4ACAB82}"/>
              </a:ext>
            </a:extLst>
          </p:cNvPr>
          <p:cNvSpPr>
            <a:spLocks noGrp="1"/>
          </p:cNvSpPr>
          <p:nvPr>
            <p:ph type="dt" sz="half" idx="10"/>
          </p:nvPr>
        </p:nvSpPr>
        <p:spPr/>
        <p:txBody>
          <a:bodyPr/>
          <a:lstStyle/>
          <a:p>
            <a:fld id="{5DE66590-3E96-4764-9BF7-697F166BBDD2}" type="datetimeFigureOut">
              <a:rPr lang="zh-CN" altLang="en-US" smtClean="0"/>
              <a:t>2026/4/29</a:t>
            </a:fld>
            <a:endParaRPr lang="zh-CN" altLang="en-US"/>
          </a:p>
        </p:txBody>
      </p:sp>
      <p:sp>
        <p:nvSpPr>
          <p:cNvPr id="3" name="页脚占位符 2">
            <a:extLst>
              <a:ext uri="{FF2B5EF4-FFF2-40B4-BE49-F238E27FC236}">
                <a16:creationId xmlns:a16="http://schemas.microsoft.com/office/drawing/2014/main" id="{AC5AB01F-981A-1245-32FD-CA7ED3F1EF6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0D059A1-3ADB-385A-0ACA-C3332CFAA1B5}"/>
              </a:ext>
            </a:extLst>
          </p:cNvPr>
          <p:cNvSpPr>
            <a:spLocks noGrp="1"/>
          </p:cNvSpPr>
          <p:nvPr>
            <p:ph type="sldNum" sz="quarter" idx="12"/>
          </p:nvPr>
        </p:nvSpPr>
        <p:spPr/>
        <p:txBody>
          <a:bodyPr/>
          <a:lstStyle/>
          <a:p>
            <a:fld id="{01C16240-A846-4458-80FC-BD33C1EA2FF0}" type="slidenum">
              <a:rPr lang="zh-CN" altLang="en-US" smtClean="0"/>
              <a:t>‹#›</a:t>
            </a:fld>
            <a:endParaRPr lang="zh-CN" altLang="en-US"/>
          </a:p>
        </p:txBody>
      </p:sp>
      <p:sp>
        <p:nvSpPr>
          <p:cNvPr id="6" name="文本占位符 5">
            <a:extLst>
              <a:ext uri="{FF2B5EF4-FFF2-40B4-BE49-F238E27FC236}">
                <a16:creationId xmlns:a16="http://schemas.microsoft.com/office/drawing/2014/main" id="{A7B5850D-D735-46B9-D260-373560190F41}"/>
              </a:ext>
            </a:extLst>
          </p:cNvPr>
          <p:cNvSpPr>
            <a:spLocks noGrp="1"/>
          </p:cNvSpPr>
          <p:nvPr>
            <p:ph type="body" sz="quarter" idx="13"/>
          </p:nvPr>
        </p:nvSpPr>
        <p:spPr>
          <a:xfrm>
            <a:off x="442913" y="454025"/>
            <a:ext cx="9600579" cy="398571"/>
          </a:xfrm>
        </p:spPr>
        <p:txBody>
          <a:bodyPr lIns="0" tIns="0" rIns="0" bIns="0" anchor="b" anchorCtr="0">
            <a:spAutoFit/>
          </a:bodyPr>
          <a:lstStyle>
            <a:lvl1pPr marL="0" indent="0">
              <a:buNone/>
              <a:defRPr lang="zh-CN" altLang="en-US" dirty="0">
                <a:gradFill>
                  <a:gsLst>
                    <a:gs pos="0">
                      <a:schemeClr val="accent1"/>
                    </a:gs>
                    <a:gs pos="100000">
                      <a:schemeClr val="accent1">
                        <a:lumMod val="75000"/>
                      </a:schemeClr>
                    </a:gs>
                  </a:gsLst>
                  <a:lin ang="2700000" scaled="1"/>
                </a:gradFill>
                <a:latin typeface="+mj-ea"/>
                <a:ea typeface="+mj-ea"/>
              </a:defRPr>
            </a:lvl1pPr>
          </a:lstStyle>
          <a:p>
            <a:pPr lvl="0"/>
            <a:r>
              <a:rPr lang="zh-CN" altLang="en-US"/>
              <a:t>单击此处编辑母版文本样式</a:t>
            </a:r>
          </a:p>
        </p:txBody>
      </p:sp>
    </p:spTree>
    <p:extLst>
      <p:ext uri="{BB962C8B-B14F-4D97-AF65-F5344CB8AC3E}">
        <p14:creationId xmlns:p14="http://schemas.microsoft.com/office/powerpoint/2010/main" val="37837935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7" name="内容占位符 2"/>
          <p:cNvSpPr>
            <a:spLocks noGrp="1"/>
          </p:cNvSpPr>
          <p:nvPr>
            <p:ph idx="1"/>
          </p:nvPr>
        </p:nvSpPr>
        <p:spPr>
          <a:xfrm>
            <a:off x="609601" y="988219"/>
            <a:ext cx="10972800" cy="5184000"/>
          </a:xfrm>
          <a:prstGeom prst="rect">
            <a:avLst/>
          </a:prstGeom>
        </p:spPr>
        <p:txBody>
          <a:bodyPr lIns="91429" tIns="45715" rIns="91429" bIns="45715"/>
          <a:lstStyle>
            <a:lvl1pPr>
              <a:defRPr sz="1920">
                <a:latin typeface="+mj-ea"/>
                <a:ea typeface="+mj-ea"/>
              </a:defRPr>
            </a:lvl1pPr>
            <a:lvl2pPr>
              <a:defRPr sz="1920">
                <a:latin typeface="+mj-ea"/>
                <a:ea typeface="+mj-ea"/>
              </a:defRPr>
            </a:lvl2pPr>
            <a:lvl3pPr>
              <a:defRPr sz="1680">
                <a:latin typeface="+mj-ea"/>
                <a:ea typeface="+mj-ea"/>
              </a:defRPr>
            </a:lvl3pPr>
            <a:lvl4pPr>
              <a:defRPr sz="1680">
                <a:latin typeface="+mj-ea"/>
                <a:ea typeface="+mj-ea"/>
              </a:defRPr>
            </a:lvl4pPr>
            <a:lvl5pPr>
              <a:defRPr sz="1680">
                <a:latin typeface="+mj-ea"/>
                <a:ea typeface="+mj-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243507666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4"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8"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37348853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grpSp>
        <p:nvGrpSpPr>
          <p:cNvPr id="2" name="Group 1">
            <a:extLst>
              <a:ext uri="{FF2B5EF4-FFF2-40B4-BE49-F238E27FC236}">
                <a16:creationId xmlns:a16="http://schemas.microsoft.com/office/drawing/2014/main" id="{74B84046-99A6-D78A-1847-74A75F6DF8A4}"/>
              </a:ext>
            </a:extLst>
          </p:cNvPr>
          <p:cNvGrpSpPr/>
          <p:nvPr userDrawn="1"/>
        </p:nvGrpSpPr>
        <p:grpSpPr>
          <a:xfrm>
            <a:off x="0" y="-1259"/>
            <a:ext cx="12194475" cy="286323"/>
            <a:chOff x="0" y="-734511"/>
            <a:chExt cx="12194475" cy="286323"/>
          </a:xfrm>
        </p:grpSpPr>
        <p:sp>
          <p:nvSpPr>
            <p:cNvPr id="6" name="Freeform: Shape 5">
              <a:extLst>
                <a:ext uri="{FF2B5EF4-FFF2-40B4-BE49-F238E27FC236}">
                  <a16:creationId xmlns:a16="http://schemas.microsoft.com/office/drawing/2014/main" id="{BE9116ED-E33F-87B9-E90B-C1F40CA854AB}"/>
                </a:ext>
              </a:extLst>
            </p:cNvPr>
            <p:cNvSpPr/>
            <p:nvPr/>
          </p:nvSpPr>
          <p:spPr>
            <a:xfrm>
              <a:off x="10263758" y="-734509"/>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7" name="Freeform: Shape 6">
              <a:extLst>
                <a:ext uri="{FF2B5EF4-FFF2-40B4-BE49-F238E27FC236}">
                  <a16:creationId xmlns:a16="http://schemas.microsoft.com/office/drawing/2014/main" id="{2F5C5872-EC2D-7EBA-A316-FB729D414CE2}"/>
                </a:ext>
              </a:extLst>
            </p:cNvPr>
            <p:cNvSpPr/>
            <p:nvPr/>
          </p:nvSpPr>
          <p:spPr>
            <a:xfrm>
              <a:off x="0" y="-734509"/>
              <a:ext cx="2300033" cy="286321"/>
            </a:xfrm>
            <a:custGeom>
              <a:avLst/>
              <a:gdLst>
                <a:gd name="connsiteX0" fmla="*/ 2061718 w 2300033"/>
                <a:gd name="connsiteY0" fmla="*/ 286322 h 286321"/>
                <a:gd name="connsiteX1" fmla="*/ 0 w 2300033"/>
                <a:gd name="connsiteY1" fmla="*/ 286322 h 286321"/>
                <a:gd name="connsiteX2" fmla="*/ 0 w 2300033"/>
                <a:gd name="connsiteY2" fmla="*/ 0 h 286321"/>
                <a:gd name="connsiteX3" fmla="*/ 2300034 w 2300033"/>
                <a:gd name="connsiteY3" fmla="*/ 0 h 286321"/>
                <a:gd name="connsiteX4" fmla="*/ 2061718 w 2300033"/>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0033" h="286321">
                  <a:moveTo>
                    <a:pt x="2061718" y="286322"/>
                  </a:moveTo>
                  <a:lnTo>
                    <a:pt x="0" y="286322"/>
                  </a:lnTo>
                  <a:lnTo>
                    <a:pt x="0" y="0"/>
                  </a:lnTo>
                  <a:lnTo>
                    <a:pt x="2300034" y="0"/>
                  </a:lnTo>
                  <a:lnTo>
                    <a:pt x="2061718"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9" name="Freeform: Shape 8">
              <a:extLst>
                <a:ext uri="{FF2B5EF4-FFF2-40B4-BE49-F238E27FC236}">
                  <a16:creationId xmlns:a16="http://schemas.microsoft.com/office/drawing/2014/main" id="{B491C194-6B79-2C22-D8EC-2971242893EC}"/>
                </a:ext>
              </a:extLst>
            </p:cNvPr>
            <p:cNvSpPr/>
            <p:nvPr/>
          </p:nvSpPr>
          <p:spPr>
            <a:xfrm>
              <a:off x="2200401" y="-734509"/>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0" name="Freeform: Shape 9">
              <a:extLst>
                <a:ext uri="{FF2B5EF4-FFF2-40B4-BE49-F238E27FC236}">
                  <a16:creationId xmlns:a16="http://schemas.microsoft.com/office/drawing/2014/main" id="{9838B120-46B8-500E-BDFB-713B6D377F69}"/>
                </a:ext>
              </a:extLst>
            </p:cNvPr>
            <p:cNvSpPr/>
            <p:nvPr userDrawn="1"/>
          </p:nvSpPr>
          <p:spPr>
            <a:xfrm>
              <a:off x="10263758" y="-734511"/>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gradFill>
              <a:gsLst>
                <a:gs pos="0">
                  <a:srgbClr val="4F41C8">
                    <a:alpha val="19000"/>
                  </a:srgbClr>
                </a:gs>
                <a:gs pos="91000">
                  <a:srgbClr val="121B58"/>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1" name="Freeform: Shape 10">
              <a:extLst>
                <a:ext uri="{FF2B5EF4-FFF2-40B4-BE49-F238E27FC236}">
                  <a16:creationId xmlns:a16="http://schemas.microsoft.com/office/drawing/2014/main" id="{BA8A080D-A9D5-8C60-C00A-2DA52706648F}"/>
                </a:ext>
              </a:extLst>
            </p:cNvPr>
            <p:cNvSpPr/>
            <p:nvPr userDrawn="1"/>
          </p:nvSpPr>
          <p:spPr>
            <a:xfrm>
              <a:off x="2350929" y="-734510"/>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gradFill>
              <a:gsLst>
                <a:gs pos="0">
                  <a:srgbClr val="4F41C8"/>
                </a:gs>
                <a:gs pos="100000">
                  <a:srgbClr val="121B58">
                    <a:alpha val="94000"/>
                  </a:srgbClr>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3" name="Freeform: Shape 12">
              <a:extLst>
                <a:ext uri="{FF2B5EF4-FFF2-40B4-BE49-F238E27FC236}">
                  <a16:creationId xmlns:a16="http://schemas.microsoft.com/office/drawing/2014/main" id="{7A0B497E-5744-E790-467F-690B30999B01}"/>
                </a:ext>
              </a:extLst>
            </p:cNvPr>
            <p:cNvSpPr/>
            <p:nvPr userDrawn="1"/>
          </p:nvSpPr>
          <p:spPr bwMode="gray">
            <a:xfrm rot="2983687" flipH="1">
              <a:off x="4100228" y="-629382"/>
              <a:ext cx="45719" cy="241296"/>
            </a:xfrm>
            <a:custGeom>
              <a:avLst/>
              <a:gdLst>
                <a:gd name="connsiteX0" fmla="*/ 28990 w 33964"/>
                <a:gd name="connsiteY0" fmla="*/ 4974 h 198801"/>
                <a:gd name="connsiteX1" fmla="*/ 16982 w 33964"/>
                <a:gd name="connsiteY1" fmla="*/ 0 h 198801"/>
                <a:gd name="connsiteX2" fmla="*/ 0 w 33964"/>
                <a:gd name="connsiteY2" fmla="*/ 16982 h 198801"/>
                <a:gd name="connsiteX3" fmla="*/ 0 w 33964"/>
                <a:gd name="connsiteY3" fmla="*/ 158712 h 198801"/>
                <a:gd name="connsiteX4" fmla="*/ 33964 w 33964"/>
                <a:gd name="connsiteY4" fmla="*/ 198801 h 198801"/>
                <a:gd name="connsiteX5" fmla="*/ 33964 w 33964"/>
                <a:gd name="connsiteY5" fmla="*/ 16982 h 198801"/>
                <a:gd name="connsiteX6" fmla="*/ 28990 w 33964"/>
                <a:gd name="connsiteY6" fmla="*/ 4974 h 19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64" h="198801">
                  <a:moveTo>
                    <a:pt x="28990" y="4974"/>
                  </a:moveTo>
                  <a:cubicBezTo>
                    <a:pt x="25917" y="1901"/>
                    <a:pt x="21671" y="0"/>
                    <a:pt x="16982" y="0"/>
                  </a:cubicBezTo>
                  <a:cubicBezTo>
                    <a:pt x="7603" y="0"/>
                    <a:pt x="0" y="7603"/>
                    <a:pt x="0" y="16982"/>
                  </a:cubicBezTo>
                  <a:lnTo>
                    <a:pt x="0" y="158712"/>
                  </a:lnTo>
                  <a:lnTo>
                    <a:pt x="33964" y="198801"/>
                  </a:lnTo>
                  <a:lnTo>
                    <a:pt x="33964" y="16982"/>
                  </a:lnTo>
                  <a:cubicBezTo>
                    <a:pt x="33964" y="12292"/>
                    <a:pt x="32063" y="8047"/>
                    <a:pt x="28990" y="4974"/>
                  </a:cubicBez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sp>
          <p:nvSpPr>
            <p:cNvPr id="14" name="Freeform: Shape 13">
              <a:extLst>
                <a:ext uri="{FF2B5EF4-FFF2-40B4-BE49-F238E27FC236}">
                  <a16:creationId xmlns:a16="http://schemas.microsoft.com/office/drawing/2014/main" id="{C940A4C7-6A38-BA04-360B-6588FCD08DBD}"/>
                </a:ext>
              </a:extLst>
            </p:cNvPr>
            <p:cNvSpPr/>
            <p:nvPr userDrawn="1"/>
          </p:nvSpPr>
          <p:spPr bwMode="gray">
            <a:xfrm rot="2983687" flipH="1">
              <a:off x="11897677" y="-800106"/>
              <a:ext cx="33965" cy="312883"/>
            </a:xfrm>
            <a:custGeom>
              <a:avLst/>
              <a:gdLst>
                <a:gd name="connsiteX0" fmla="*/ 33965 w 33965"/>
                <a:gd name="connsiteY0" fmla="*/ 40088 h 312883"/>
                <a:gd name="connsiteX1" fmla="*/ 0 w 33965"/>
                <a:gd name="connsiteY1" fmla="*/ 0 h 312883"/>
                <a:gd name="connsiteX2" fmla="*/ 1 w 33965"/>
                <a:gd name="connsiteY2" fmla="*/ 272794 h 312883"/>
                <a:gd name="connsiteX3" fmla="*/ 33965 w 33965"/>
                <a:gd name="connsiteY3" fmla="*/ 312883 h 312883"/>
                <a:gd name="connsiteX4" fmla="*/ 33965 w 33965"/>
                <a:gd name="connsiteY4" fmla="*/ 40088 h 312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65" h="312883">
                  <a:moveTo>
                    <a:pt x="33965" y="40088"/>
                  </a:moveTo>
                  <a:lnTo>
                    <a:pt x="0" y="0"/>
                  </a:lnTo>
                  <a:lnTo>
                    <a:pt x="1" y="272794"/>
                  </a:lnTo>
                  <a:lnTo>
                    <a:pt x="33965" y="312883"/>
                  </a:lnTo>
                  <a:lnTo>
                    <a:pt x="33965" y="40088"/>
                  </a:ln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grpSp>
      <p:sp>
        <p:nvSpPr>
          <p:cNvPr id="15" name="Fußzeilenplatzhalter 4">
            <a:extLst>
              <a:ext uri="{FF2B5EF4-FFF2-40B4-BE49-F238E27FC236}">
                <a16:creationId xmlns:a16="http://schemas.microsoft.com/office/drawing/2014/main" id="{2A400CA0-E31C-E508-2FAC-75E3ECB3D8F1}"/>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rgbClr val="333333"/>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HERNEXEOS    |    pre-read, Sep 2025 TA PC     |    ONLY FOR INTERNAL USE</a:t>
            </a:r>
          </a:p>
        </p:txBody>
      </p:sp>
      <p:sp>
        <p:nvSpPr>
          <p:cNvPr id="16" name="Foliennummernplatzhalter 5">
            <a:extLst>
              <a:ext uri="{FF2B5EF4-FFF2-40B4-BE49-F238E27FC236}">
                <a16:creationId xmlns:a16="http://schemas.microsoft.com/office/drawing/2014/main" id="{0136CA4E-22B5-BD63-CD1B-E9C164F26B44}"/>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rgbClr val="333333"/>
                </a:solidFill>
              </a:defRPr>
            </a:lvl1pPr>
          </a:lstStyle>
          <a:p>
            <a:fld id="{DF4E8F9F-5B1F-4F5B-BE49-3245D8C18D9F}" type="slidenum">
              <a:rPr lang="en-US" smtClean="0"/>
              <a:pPr/>
              <a:t>‹#›</a:t>
            </a:fld>
            <a:endParaRPr lang="en-US"/>
          </a:p>
        </p:txBody>
      </p:sp>
      <p:sp>
        <p:nvSpPr>
          <p:cNvPr id="17" name="Titelplatzhalter 1">
            <a:extLst>
              <a:ext uri="{FF2B5EF4-FFF2-40B4-BE49-F238E27FC236}">
                <a16:creationId xmlns:a16="http://schemas.microsoft.com/office/drawing/2014/main" id="{F114D3E4-39BA-97CC-B276-19F167F46634}"/>
              </a:ext>
            </a:extLst>
          </p:cNvPr>
          <p:cNvSpPr>
            <a:spLocks noGrp="1"/>
          </p:cNvSpPr>
          <p:nvPr>
            <p:ph type="title" hasCustomPrompt="1"/>
          </p:nvPr>
        </p:nvSpPr>
        <p:spPr bwMode="gray">
          <a:xfrm>
            <a:off x="482645" y="450674"/>
            <a:ext cx="11226756" cy="720000"/>
          </a:xfrm>
          <a:prstGeom prst="rect">
            <a:avLst/>
          </a:prstGeom>
        </p:spPr>
        <p:txBody>
          <a:bodyPr vert="horz" lIns="0" tIns="0" rIns="0" bIns="0" rtlCol="0" anchor="t">
            <a:noAutofit/>
          </a:bodyPr>
          <a:lstStyle/>
          <a:p>
            <a:r>
              <a:rPr lang="en-US"/>
              <a:t>Add title of the slide</a:t>
            </a:r>
          </a:p>
        </p:txBody>
      </p:sp>
      <p:sp>
        <p:nvSpPr>
          <p:cNvPr id="19" name="Inhaltsplatzhalter 2">
            <a:extLst>
              <a:ext uri="{FF2B5EF4-FFF2-40B4-BE49-F238E27FC236}">
                <a16:creationId xmlns:a16="http://schemas.microsoft.com/office/drawing/2014/main" id="{E7899919-72C8-9D81-F7BD-8AD34FB8DCC3}"/>
              </a:ext>
            </a:extLst>
          </p:cNvPr>
          <p:cNvSpPr>
            <a:spLocks noGrp="1"/>
          </p:cNvSpPr>
          <p:nvPr>
            <p:ph idx="1" hasCustomPrompt="1"/>
          </p:nvPr>
        </p:nvSpPr>
        <p:spPr bwMode="gray">
          <a:xfrm>
            <a:off x="482599" y="1416052"/>
            <a:ext cx="11226755" cy="429598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8886342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3" name="Rectangle 2">
            <a:extLst>
              <a:ext uri="{FF2B5EF4-FFF2-40B4-BE49-F238E27FC236}">
                <a16:creationId xmlns:a16="http://schemas.microsoft.com/office/drawing/2014/main" id="{305B95E0-8679-E595-E95B-45F1CA85E32C}"/>
              </a:ext>
            </a:extLst>
          </p:cNvPr>
          <p:cNvSpPr/>
          <p:nvPr userDrawn="1"/>
        </p:nvSpPr>
        <p:spPr bwMode="gray">
          <a:xfrm>
            <a:off x="88900" y="5949950"/>
            <a:ext cx="2514600" cy="78105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GB" sz="1600">
              <a:solidFill>
                <a:schemeClr val="tx1"/>
              </a:solidFill>
            </a:endParaRPr>
          </a:p>
        </p:txBody>
      </p:sp>
    </p:spTree>
    <p:extLst>
      <p:ext uri="{BB962C8B-B14F-4D97-AF65-F5344CB8AC3E}">
        <p14:creationId xmlns:p14="http://schemas.microsoft.com/office/powerpoint/2010/main" val="3515748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D8156-BF7E-CDE9-3E99-F53A9DF513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F37C13-3D18-1362-FC67-B374142FB5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44C16-6798-D4A3-5624-CD52AA8D00F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229EC4C-9B85-91E1-ED6A-2A694801D0DD}"/>
              </a:ext>
            </a:extLst>
          </p:cNvPr>
          <p:cNvSpPr>
            <a:spLocks noGrp="1"/>
          </p:cNvSpPr>
          <p:nvPr>
            <p:ph type="ftr" sz="quarter" idx="11"/>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F2033110-F28C-3315-85FF-6974DBBAE50C}"/>
              </a:ext>
            </a:extLst>
          </p:cNvPr>
          <p:cNvSpPr>
            <a:spLocks noGrp="1"/>
          </p:cNvSpPr>
          <p:nvPr>
            <p:ph type="sldNum" sz="quarter" idx="12"/>
          </p:nvPr>
        </p:nvSpPr>
        <p:spPr/>
        <p:txBody>
          <a:bodyPr/>
          <a:lstStyle/>
          <a:p>
            <a:fld id="{8D70766E-ED60-4152-BABF-438224519024}" type="slidenum">
              <a:rPr lang="en-US" smtClean="0"/>
              <a:t>‹#›</a:t>
            </a:fld>
            <a:endParaRPr lang="en-US"/>
          </a:p>
        </p:txBody>
      </p:sp>
    </p:spTree>
    <p:extLst>
      <p:ext uri="{BB962C8B-B14F-4D97-AF65-F5344CB8AC3E}">
        <p14:creationId xmlns:p14="http://schemas.microsoft.com/office/powerpoint/2010/main" val="428161305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_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8388884" cy="720000"/>
          </a:xfrm>
        </p:spPr>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Beamion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pic>
        <p:nvPicPr>
          <p:cNvPr id="2" name="Picture 6" descr="A blue square on a black background&#10;&#10;Description automatically generated">
            <a:extLst>
              <a:ext uri="{FF2B5EF4-FFF2-40B4-BE49-F238E27FC236}">
                <a16:creationId xmlns:a16="http://schemas.microsoft.com/office/drawing/2014/main" id="{41A95EB3-4C4F-3D0F-8128-3F025C2FA426}"/>
              </a:ext>
            </a:extLst>
          </p:cNvPr>
          <p:cNvPicPr>
            <a:picLocks noChangeAspect="1"/>
          </p:cNvPicPr>
          <p:nvPr userDrawn="1"/>
        </p:nvPicPr>
        <p:blipFill>
          <a:blip r:embed="rId2"/>
          <a:stretch>
            <a:fillRect/>
          </a:stretch>
        </p:blipFill>
        <p:spPr>
          <a:xfrm>
            <a:off x="8688288" y="260648"/>
            <a:ext cx="3395424" cy="836967"/>
          </a:xfrm>
          <a:prstGeom prst="rect">
            <a:avLst/>
          </a:prstGeom>
        </p:spPr>
      </p:pic>
    </p:spTree>
    <p:extLst>
      <p:ext uri="{BB962C8B-B14F-4D97-AF65-F5344CB8AC3E}">
        <p14:creationId xmlns:p14="http://schemas.microsoft.com/office/powerpoint/2010/main" val="28055726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Tree>
    <p:extLst>
      <p:ext uri="{BB962C8B-B14F-4D97-AF65-F5344CB8AC3E}">
        <p14:creationId xmlns:p14="http://schemas.microsoft.com/office/powerpoint/2010/main" val="8492027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22543506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888327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Presentation title    |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8072955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Presentation title    |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97797028"/>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7" y="1412877"/>
            <a:ext cx="11233151" cy="4537075"/>
          </a:xfrm>
        </p:spPr>
        <p:txBody>
          <a:bodyPr/>
          <a:lstStyle>
            <a:lvl1pPr marL="359982" indent="-359982">
              <a:spcBef>
                <a:spcPts val="1800"/>
              </a:spcBef>
              <a:buFont typeface="+mj-lt"/>
              <a:buAutoNum type="arabicPeriod"/>
              <a:defRPr sz="2000"/>
            </a:lvl1pPr>
            <a:lvl2pPr marL="539973" indent="-179992">
              <a:spcBef>
                <a:spcPts val="200"/>
              </a:spcBef>
              <a:spcAft>
                <a:spcPts val="200"/>
              </a:spcAft>
              <a:buFont typeface="Arial" panose="020B0604020202020204" pitchFamily="34" charset="0"/>
              <a:buChar char="•"/>
              <a:defRPr/>
            </a:lvl2pPr>
            <a:lvl3pPr marL="539973" indent="-179992">
              <a:spcBef>
                <a:spcPts val="200"/>
              </a:spcBef>
              <a:spcAft>
                <a:spcPts val="200"/>
              </a:spcAft>
              <a:buFont typeface="Arial" panose="020B0604020202020204" pitchFamily="34" charset="0"/>
              <a:buChar char="•"/>
              <a:defRPr/>
            </a:lvl3pPr>
            <a:lvl4pPr marL="539973" indent="-179992">
              <a:spcBef>
                <a:spcPts val="200"/>
              </a:spcBef>
              <a:spcAft>
                <a:spcPts val="200"/>
              </a:spcAft>
              <a:buFont typeface="Arial" panose="020B0604020202020204" pitchFamily="34" charset="0"/>
              <a:buChar char="•"/>
              <a:defRPr/>
            </a:lvl4pPr>
            <a:lvl5pPr marL="539973" indent="-179992">
              <a:spcBef>
                <a:spcPts val="200"/>
              </a:spcBef>
              <a:spcAft>
                <a:spcPts val="200"/>
              </a:spcAft>
              <a:buFont typeface="Arial" panose="020B0604020202020204" pitchFamily="34" charset="0"/>
              <a:buChar char="•"/>
              <a:defRPr sz="1600"/>
            </a:lvl5pPr>
            <a:lvl6pPr marL="539973" indent="-179992">
              <a:spcBef>
                <a:spcPts val="200"/>
              </a:spcBef>
              <a:spcAft>
                <a:spcPts val="200"/>
              </a:spcAft>
              <a:buFont typeface="Arial" panose="020B0604020202020204" pitchFamily="34" charset="0"/>
              <a:buChar char="•"/>
              <a:defRPr sz="1600"/>
            </a:lvl6pPr>
            <a:lvl7pPr marL="539973" indent="-179992">
              <a:spcBef>
                <a:spcPts val="200"/>
              </a:spcBef>
              <a:spcAft>
                <a:spcPts val="200"/>
              </a:spcAft>
              <a:buFont typeface="Arial" panose="020B0604020202020204" pitchFamily="34" charset="0"/>
              <a:buChar char="•"/>
              <a:defRPr sz="1600"/>
            </a:lvl7pPr>
            <a:lvl8pPr marL="539973" indent="-179992">
              <a:spcBef>
                <a:spcPts val="200"/>
              </a:spcBef>
              <a:spcAft>
                <a:spcPts val="200"/>
              </a:spcAft>
              <a:buFont typeface="Arial" panose="020B0604020202020204" pitchFamily="34" charset="0"/>
              <a:buChar char="•"/>
              <a:defRPr sz="1600"/>
            </a:lvl8pPr>
            <a:lvl9pPr marL="539973" indent="-179992">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4631939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886619481"/>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2790528001"/>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2452459041"/>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7" y="1412876"/>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7"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54496751"/>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7"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7243799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7"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32452468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364825799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39695682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61504956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854847823"/>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696259968"/>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90"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1"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920440803"/>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1"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04816778"/>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5"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7085912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8290834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3"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7320139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7252300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40"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9634445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1"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3488712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01481314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3"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7"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61977327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758409571"/>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482854085"/>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49733239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66730447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3"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9"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3"/>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7192391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7"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7"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3"/>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5"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278813484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grpSp>
        <p:nvGrpSpPr>
          <p:cNvPr id="2" name="Group 1">
            <a:extLst>
              <a:ext uri="{FF2B5EF4-FFF2-40B4-BE49-F238E27FC236}">
                <a16:creationId xmlns:a16="http://schemas.microsoft.com/office/drawing/2014/main" id="{74B84046-99A6-D78A-1847-74A75F6DF8A4}"/>
              </a:ext>
            </a:extLst>
          </p:cNvPr>
          <p:cNvGrpSpPr/>
          <p:nvPr userDrawn="1"/>
        </p:nvGrpSpPr>
        <p:grpSpPr>
          <a:xfrm>
            <a:off x="0" y="-1259"/>
            <a:ext cx="12194475" cy="286323"/>
            <a:chOff x="0" y="-734511"/>
            <a:chExt cx="12194475" cy="286323"/>
          </a:xfrm>
        </p:grpSpPr>
        <p:sp>
          <p:nvSpPr>
            <p:cNvPr id="6" name="Freeform: Shape 5">
              <a:extLst>
                <a:ext uri="{FF2B5EF4-FFF2-40B4-BE49-F238E27FC236}">
                  <a16:creationId xmlns:a16="http://schemas.microsoft.com/office/drawing/2014/main" id="{BE9116ED-E33F-87B9-E90B-C1F40CA854AB}"/>
                </a:ext>
              </a:extLst>
            </p:cNvPr>
            <p:cNvSpPr/>
            <p:nvPr/>
          </p:nvSpPr>
          <p:spPr>
            <a:xfrm>
              <a:off x="10263758" y="-734509"/>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7" name="Freeform: Shape 6">
              <a:extLst>
                <a:ext uri="{FF2B5EF4-FFF2-40B4-BE49-F238E27FC236}">
                  <a16:creationId xmlns:a16="http://schemas.microsoft.com/office/drawing/2014/main" id="{2F5C5872-EC2D-7EBA-A316-FB729D414CE2}"/>
                </a:ext>
              </a:extLst>
            </p:cNvPr>
            <p:cNvSpPr/>
            <p:nvPr/>
          </p:nvSpPr>
          <p:spPr>
            <a:xfrm>
              <a:off x="0" y="-734509"/>
              <a:ext cx="2300033" cy="286321"/>
            </a:xfrm>
            <a:custGeom>
              <a:avLst/>
              <a:gdLst>
                <a:gd name="connsiteX0" fmla="*/ 2061718 w 2300033"/>
                <a:gd name="connsiteY0" fmla="*/ 286322 h 286321"/>
                <a:gd name="connsiteX1" fmla="*/ 0 w 2300033"/>
                <a:gd name="connsiteY1" fmla="*/ 286322 h 286321"/>
                <a:gd name="connsiteX2" fmla="*/ 0 w 2300033"/>
                <a:gd name="connsiteY2" fmla="*/ 0 h 286321"/>
                <a:gd name="connsiteX3" fmla="*/ 2300034 w 2300033"/>
                <a:gd name="connsiteY3" fmla="*/ 0 h 286321"/>
                <a:gd name="connsiteX4" fmla="*/ 2061718 w 2300033"/>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0033" h="286321">
                  <a:moveTo>
                    <a:pt x="2061718" y="286322"/>
                  </a:moveTo>
                  <a:lnTo>
                    <a:pt x="0" y="286322"/>
                  </a:lnTo>
                  <a:lnTo>
                    <a:pt x="0" y="0"/>
                  </a:lnTo>
                  <a:lnTo>
                    <a:pt x="2300034" y="0"/>
                  </a:lnTo>
                  <a:lnTo>
                    <a:pt x="2061718"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9" name="Freeform: Shape 8">
              <a:extLst>
                <a:ext uri="{FF2B5EF4-FFF2-40B4-BE49-F238E27FC236}">
                  <a16:creationId xmlns:a16="http://schemas.microsoft.com/office/drawing/2014/main" id="{B491C194-6B79-2C22-D8EC-2971242893EC}"/>
                </a:ext>
              </a:extLst>
            </p:cNvPr>
            <p:cNvSpPr/>
            <p:nvPr/>
          </p:nvSpPr>
          <p:spPr>
            <a:xfrm>
              <a:off x="2200401" y="-734509"/>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0" name="Freeform: Shape 9">
              <a:extLst>
                <a:ext uri="{FF2B5EF4-FFF2-40B4-BE49-F238E27FC236}">
                  <a16:creationId xmlns:a16="http://schemas.microsoft.com/office/drawing/2014/main" id="{9838B120-46B8-500E-BDFB-713B6D377F69}"/>
                </a:ext>
              </a:extLst>
            </p:cNvPr>
            <p:cNvSpPr/>
            <p:nvPr userDrawn="1"/>
          </p:nvSpPr>
          <p:spPr>
            <a:xfrm>
              <a:off x="10263758" y="-734511"/>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gradFill>
              <a:gsLst>
                <a:gs pos="0">
                  <a:srgbClr val="4F41C8">
                    <a:alpha val="19000"/>
                  </a:srgbClr>
                </a:gs>
                <a:gs pos="91000">
                  <a:srgbClr val="121B58"/>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1" name="Freeform: Shape 10">
              <a:extLst>
                <a:ext uri="{FF2B5EF4-FFF2-40B4-BE49-F238E27FC236}">
                  <a16:creationId xmlns:a16="http://schemas.microsoft.com/office/drawing/2014/main" id="{BA8A080D-A9D5-8C60-C00A-2DA52706648F}"/>
                </a:ext>
              </a:extLst>
            </p:cNvPr>
            <p:cNvSpPr/>
            <p:nvPr userDrawn="1"/>
          </p:nvSpPr>
          <p:spPr>
            <a:xfrm>
              <a:off x="2350929" y="-734510"/>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gradFill>
              <a:gsLst>
                <a:gs pos="0">
                  <a:srgbClr val="4F41C8"/>
                </a:gs>
                <a:gs pos="100000">
                  <a:srgbClr val="121B58">
                    <a:alpha val="94000"/>
                  </a:srgbClr>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3" name="Freeform: Shape 12">
              <a:extLst>
                <a:ext uri="{FF2B5EF4-FFF2-40B4-BE49-F238E27FC236}">
                  <a16:creationId xmlns:a16="http://schemas.microsoft.com/office/drawing/2014/main" id="{7A0B497E-5744-E790-467F-690B30999B01}"/>
                </a:ext>
              </a:extLst>
            </p:cNvPr>
            <p:cNvSpPr/>
            <p:nvPr userDrawn="1"/>
          </p:nvSpPr>
          <p:spPr bwMode="gray">
            <a:xfrm rot="2983687" flipH="1">
              <a:off x="4100228" y="-629382"/>
              <a:ext cx="45719" cy="241296"/>
            </a:xfrm>
            <a:custGeom>
              <a:avLst/>
              <a:gdLst>
                <a:gd name="connsiteX0" fmla="*/ 28990 w 33964"/>
                <a:gd name="connsiteY0" fmla="*/ 4974 h 198801"/>
                <a:gd name="connsiteX1" fmla="*/ 16982 w 33964"/>
                <a:gd name="connsiteY1" fmla="*/ 0 h 198801"/>
                <a:gd name="connsiteX2" fmla="*/ 0 w 33964"/>
                <a:gd name="connsiteY2" fmla="*/ 16982 h 198801"/>
                <a:gd name="connsiteX3" fmla="*/ 0 w 33964"/>
                <a:gd name="connsiteY3" fmla="*/ 158712 h 198801"/>
                <a:gd name="connsiteX4" fmla="*/ 33964 w 33964"/>
                <a:gd name="connsiteY4" fmla="*/ 198801 h 198801"/>
                <a:gd name="connsiteX5" fmla="*/ 33964 w 33964"/>
                <a:gd name="connsiteY5" fmla="*/ 16982 h 198801"/>
                <a:gd name="connsiteX6" fmla="*/ 28990 w 33964"/>
                <a:gd name="connsiteY6" fmla="*/ 4974 h 19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64" h="198801">
                  <a:moveTo>
                    <a:pt x="28990" y="4974"/>
                  </a:moveTo>
                  <a:cubicBezTo>
                    <a:pt x="25917" y="1901"/>
                    <a:pt x="21671" y="0"/>
                    <a:pt x="16982" y="0"/>
                  </a:cubicBezTo>
                  <a:cubicBezTo>
                    <a:pt x="7603" y="0"/>
                    <a:pt x="0" y="7603"/>
                    <a:pt x="0" y="16982"/>
                  </a:cubicBezTo>
                  <a:lnTo>
                    <a:pt x="0" y="158712"/>
                  </a:lnTo>
                  <a:lnTo>
                    <a:pt x="33964" y="198801"/>
                  </a:lnTo>
                  <a:lnTo>
                    <a:pt x="33964" y="16982"/>
                  </a:lnTo>
                  <a:cubicBezTo>
                    <a:pt x="33964" y="12292"/>
                    <a:pt x="32063" y="8047"/>
                    <a:pt x="28990" y="4974"/>
                  </a:cubicBez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sp>
          <p:nvSpPr>
            <p:cNvPr id="14" name="Freeform: Shape 13">
              <a:extLst>
                <a:ext uri="{FF2B5EF4-FFF2-40B4-BE49-F238E27FC236}">
                  <a16:creationId xmlns:a16="http://schemas.microsoft.com/office/drawing/2014/main" id="{C940A4C7-6A38-BA04-360B-6588FCD08DBD}"/>
                </a:ext>
              </a:extLst>
            </p:cNvPr>
            <p:cNvSpPr/>
            <p:nvPr userDrawn="1"/>
          </p:nvSpPr>
          <p:spPr bwMode="gray">
            <a:xfrm rot="2983687" flipH="1">
              <a:off x="11897677" y="-800106"/>
              <a:ext cx="33965" cy="312883"/>
            </a:xfrm>
            <a:custGeom>
              <a:avLst/>
              <a:gdLst>
                <a:gd name="connsiteX0" fmla="*/ 33965 w 33965"/>
                <a:gd name="connsiteY0" fmla="*/ 40088 h 312883"/>
                <a:gd name="connsiteX1" fmla="*/ 0 w 33965"/>
                <a:gd name="connsiteY1" fmla="*/ 0 h 312883"/>
                <a:gd name="connsiteX2" fmla="*/ 1 w 33965"/>
                <a:gd name="connsiteY2" fmla="*/ 272794 h 312883"/>
                <a:gd name="connsiteX3" fmla="*/ 33965 w 33965"/>
                <a:gd name="connsiteY3" fmla="*/ 312883 h 312883"/>
                <a:gd name="connsiteX4" fmla="*/ 33965 w 33965"/>
                <a:gd name="connsiteY4" fmla="*/ 40088 h 312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65" h="312883">
                  <a:moveTo>
                    <a:pt x="33965" y="40088"/>
                  </a:moveTo>
                  <a:lnTo>
                    <a:pt x="0" y="0"/>
                  </a:lnTo>
                  <a:lnTo>
                    <a:pt x="1" y="272794"/>
                  </a:lnTo>
                  <a:lnTo>
                    <a:pt x="33965" y="312883"/>
                  </a:lnTo>
                  <a:lnTo>
                    <a:pt x="33965" y="40088"/>
                  </a:ln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grpSp>
      <p:sp>
        <p:nvSpPr>
          <p:cNvPr id="15" name="Fußzeilenplatzhalter 4">
            <a:extLst>
              <a:ext uri="{FF2B5EF4-FFF2-40B4-BE49-F238E27FC236}">
                <a16:creationId xmlns:a16="http://schemas.microsoft.com/office/drawing/2014/main" id="{2A400CA0-E31C-E508-2FAC-75E3ECB3D8F1}"/>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rgbClr val="333333"/>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HERNEXEOS    |    pre-read, Sep 2025 TA PC     |    ONLY FOR INTERNAL USE</a:t>
            </a:r>
          </a:p>
        </p:txBody>
      </p:sp>
      <p:sp>
        <p:nvSpPr>
          <p:cNvPr id="16" name="Foliennummernplatzhalter 5">
            <a:extLst>
              <a:ext uri="{FF2B5EF4-FFF2-40B4-BE49-F238E27FC236}">
                <a16:creationId xmlns:a16="http://schemas.microsoft.com/office/drawing/2014/main" id="{0136CA4E-22B5-BD63-CD1B-E9C164F26B44}"/>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rgbClr val="333333"/>
                </a:solidFill>
              </a:defRPr>
            </a:lvl1pPr>
          </a:lstStyle>
          <a:p>
            <a:fld id="{DF4E8F9F-5B1F-4F5B-BE49-3245D8C18D9F}" type="slidenum">
              <a:rPr lang="en-US" smtClean="0"/>
              <a:pPr/>
              <a:t>‹#›</a:t>
            </a:fld>
            <a:endParaRPr lang="en-US"/>
          </a:p>
        </p:txBody>
      </p:sp>
      <p:sp>
        <p:nvSpPr>
          <p:cNvPr id="17" name="Titelplatzhalter 1">
            <a:extLst>
              <a:ext uri="{FF2B5EF4-FFF2-40B4-BE49-F238E27FC236}">
                <a16:creationId xmlns:a16="http://schemas.microsoft.com/office/drawing/2014/main" id="{F114D3E4-39BA-97CC-B276-19F167F46634}"/>
              </a:ext>
            </a:extLst>
          </p:cNvPr>
          <p:cNvSpPr>
            <a:spLocks noGrp="1"/>
          </p:cNvSpPr>
          <p:nvPr>
            <p:ph type="title" hasCustomPrompt="1"/>
          </p:nvPr>
        </p:nvSpPr>
        <p:spPr bwMode="gray">
          <a:xfrm>
            <a:off x="482645" y="450674"/>
            <a:ext cx="11226756" cy="720000"/>
          </a:xfrm>
          <a:prstGeom prst="rect">
            <a:avLst/>
          </a:prstGeom>
        </p:spPr>
        <p:txBody>
          <a:bodyPr vert="horz" lIns="0" tIns="0" rIns="0" bIns="0" rtlCol="0" anchor="t">
            <a:noAutofit/>
          </a:bodyPr>
          <a:lstStyle/>
          <a:p>
            <a:r>
              <a:rPr lang="en-US"/>
              <a:t>Add title of the slide</a:t>
            </a:r>
          </a:p>
        </p:txBody>
      </p:sp>
      <p:sp>
        <p:nvSpPr>
          <p:cNvPr id="19" name="Inhaltsplatzhalter 2">
            <a:extLst>
              <a:ext uri="{FF2B5EF4-FFF2-40B4-BE49-F238E27FC236}">
                <a16:creationId xmlns:a16="http://schemas.microsoft.com/office/drawing/2014/main" id="{E7899919-72C8-9D81-F7BD-8AD34FB8DCC3}"/>
              </a:ext>
            </a:extLst>
          </p:cNvPr>
          <p:cNvSpPr>
            <a:spLocks noGrp="1"/>
          </p:cNvSpPr>
          <p:nvPr>
            <p:ph idx="1" hasCustomPrompt="1"/>
          </p:nvPr>
        </p:nvSpPr>
        <p:spPr bwMode="gray">
          <a:xfrm>
            <a:off x="482599" y="1416052"/>
            <a:ext cx="11226755" cy="429598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286504284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2_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8388884" cy="720000"/>
          </a:xfrm>
        </p:spPr>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Beamion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pic>
        <p:nvPicPr>
          <p:cNvPr id="2" name="Picture 6" descr="A blue square on a black background&#10;&#10;Description automatically generated">
            <a:extLst>
              <a:ext uri="{FF2B5EF4-FFF2-40B4-BE49-F238E27FC236}">
                <a16:creationId xmlns:a16="http://schemas.microsoft.com/office/drawing/2014/main" id="{41A95EB3-4C4F-3D0F-8128-3F025C2FA426}"/>
              </a:ext>
            </a:extLst>
          </p:cNvPr>
          <p:cNvPicPr>
            <a:picLocks noChangeAspect="1"/>
          </p:cNvPicPr>
          <p:nvPr userDrawn="1"/>
        </p:nvPicPr>
        <p:blipFill>
          <a:blip r:embed="rId2"/>
          <a:stretch>
            <a:fillRect/>
          </a:stretch>
        </p:blipFill>
        <p:spPr>
          <a:xfrm>
            <a:off x="8688288" y="260648"/>
            <a:ext cx="3395424" cy="836967"/>
          </a:xfrm>
          <a:prstGeom prst="rect">
            <a:avLst/>
          </a:prstGeom>
        </p:spPr>
      </p:pic>
    </p:spTree>
    <p:extLst>
      <p:ext uri="{BB962C8B-B14F-4D97-AF65-F5344CB8AC3E}">
        <p14:creationId xmlns:p14="http://schemas.microsoft.com/office/powerpoint/2010/main" val="164855367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BI 3907074/BI 3907075/BI 3720590 September 2025 IUPC  |  CONFIDENTIAL – External Innovation</a:t>
            </a:r>
          </a:p>
        </p:txBody>
      </p:sp>
    </p:spTree>
    <p:extLst>
      <p:ext uri="{BB962C8B-B14F-4D97-AF65-F5344CB8AC3E}">
        <p14:creationId xmlns:p14="http://schemas.microsoft.com/office/powerpoint/2010/main" val="236579088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BI 3907074/BI 3907075/BI 3720590 September 2025 IUPC  |  CONFIDENTIAL – External Innovation</a:t>
            </a:r>
          </a:p>
        </p:txBody>
      </p:sp>
    </p:spTree>
    <p:extLst>
      <p:ext uri="{BB962C8B-B14F-4D97-AF65-F5344CB8AC3E}">
        <p14:creationId xmlns:p14="http://schemas.microsoft.com/office/powerpoint/2010/main" val="390619238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BI 3907074/BI 3907075/BI 3720590 September 2025 IUPC  |  CONFIDENTIAL – External Innovation</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5745623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BI 3907074/BI 3907075/BI 3720590 September 2025 IUPC  |  CONFIDENTIAL – External Innovation</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2540769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BI 3907074/BI 3907075/BI 3720590 September 2025 IUPC  |  CONFIDENTIAL – External Innovation</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2404983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BI 3907074/BI 3907075/BI 3720590 September 2025 IUPC  |  CONFIDENTIAL – External Innovation</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9753519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094839266"/>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BI 3907074/BI 3907075/BI 3720590 September 2025 IUPC  |  CONFIDENTIAL – External Innovation</a:t>
            </a:r>
          </a:p>
        </p:txBody>
      </p:sp>
    </p:spTree>
    <p:extLst>
      <p:ext uri="{BB962C8B-B14F-4D97-AF65-F5344CB8AC3E}">
        <p14:creationId xmlns:p14="http://schemas.microsoft.com/office/powerpoint/2010/main" val="3891958391"/>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BI 3907074/BI 3907075/BI 3720590 September 2025 IUPC  |  CONFIDENTIAL – External Innovation</a:t>
            </a:r>
          </a:p>
        </p:txBody>
      </p:sp>
    </p:spTree>
    <p:extLst>
      <p:ext uri="{BB962C8B-B14F-4D97-AF65-F5344CB8AC3E}">
        <p14:creationId xmlns:p14="http://schemas.microsoft.com/office/powerpoint/2010/main" val="2217677950"/>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BI 3907074/BI 3907075/BI 3720590 September 2025 IUPC  |  CONFIDENTIAL – External Innovation</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93810497"/>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vl6pPr>
              <a:lnSpc>
                <a:spcPct val="100000"/>
              </a:lnSpc>
              <a:defRPr/>
            </a:lvl6pPr>
            <a:lvl7pPr>
              <a:lnSpc>
                <a:spcPct val="100000"/>
              </a:lnSpc>
              <a:defRPr/>
            </a:lvl7pPr>
            <a:lvl8pPr>
              <a:lnSpc>
                <a:spcPct val="100000"/>
              </a:lnSpc>
              <a:defRPr/>
            </a:lvl8pPr>
            <a:lvl9pPr>
              <a:lnSpc>
                <a:spcPct val="100000"/>
              </a:lnSpc>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BI 3907074/BI 3907075/BI 3720590 September 2025 IUPC  |  CONFIDENTIAL – External Innovation</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68730010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53101890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BI 3907074/BI 3907075/BI 3720590 September 2025 IUPC  |  CONFIDENTIAL – External Innovation</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13961880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BI 3907074/BI 3907075/BI 3720590 September 2025 IUPC  |  CONFIDENTIAL – External Innovation</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62204102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BI 3907074/BI 3907075/BI 3720590 September 2025 IUPC  |  CONFIDENTIAL – External Innovation</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56371775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BI 3907074/BI 3907075/BI 3720590 September 2025 IUPC  |  CONFIDENTIAL – External Innovation</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086205216"/>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BI 3907074/BI 3907075/BI 3720590 September 2025 IUPC  |  CONFIDENTIAL – External Innovation</a:t>
            </a:r>
          </a:p>
        </p:txBody>
      </p:sp>
    </p:spTree>
    <p:extLst>
      <p:ext uri="{BB962C8B-B14F-4D97-AF65-F5344CB8AC3E}">
        <p14:creationId xmlns:p14="http://schemas.microsoft.com/office/powerpoint/2010/main" val="3760474578"/>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BI 3907074/BI 3907075/BI 3720590 September 2025 IUPC  |  CONFIDENTIAL – External Innovation</a:t>
            </a:r>
          </a:p>
        </p:txBody>
      </p:sp>
    </p:spTree>
    <p:extLst>
      <p:ext uri="{BB962C8B-B14F-4D97-AF65-F5344CB8AC3E}">
        <p14:creationId xmlns:p14="http://schemas.microsoft.com/office/powerpoint/2010/main" val="2940339570"/>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BI 3907074/BI 3907075/BI 3720590 September 2025 IUPC  |  CONFIDENTIAL – External Innovation</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84054281"/>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BI 3907074/BI 3907075/BI 3720590 September 2025 IUPC  |  CONFIDENTIAL – External Innovation</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5030249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BI 3907074/BI 3907075/BI 3720590 September 2025 IUPC  |  CONFIDENTIAL – External Innovation</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4689650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BI 3907074/BI 3907075/BI 3720590 September 2025 IUPC  |  CONFIDENTIAL – External Innovation</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3269392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978383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BI 3907074/BI 3907075/BI 3720590 September 2025 IUPC  |  CONFIDENTIAL – External Innovation</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9500680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6191037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050365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a:t>
            </a:r>
            <a:r>
              <a:rPr lang="en-US" err="1"/>
              <a:t>hinzufügen</a:t>
            </a:r>
            <a:r>
              <a:rPr lang="en-US"/>
              <a:t>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67557008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07221123"/>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26160116"/>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a:xfrm>
            <a:off x="6165176" y="6246836"/>
            <a:ext cx="5187409" cy="288000"/>
          </a:xfrm>
        </p:spPr>
        <p:txBody>
          <a:bodyPr/>
          <a:lstStyle/>
          <a:p>
            <a:r>
              <a:rPr lang="en-US"/>
              <a:t>BI 3907074/BI 3907075/BI 3720590 September 2025 IUPC  |  CONFIDENTIAL – External Innovation</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4144376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a:xfrm>
            <a:off x="6173821" y="6246836"/>
            <a:ext cx="5178763" cy="288000"/>
          </a:xfrm>
        </p:spPr>
        <p:txBody>
          <a:bodyPr/>
          <a:lstStyle/>
          <a:p>
            <a:r>
              <a:rPr lang="en-US"/>
              <a:t>BI 3907074/BI 3907075/BI 3720590 September 2025 IUPC  |  CONFIDENTIAL – External Innovation</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67275535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a:xfrm>
            <a:off x="6096000" y="6246836"/>
            <a:ext cx="5256584" cy="288000"/>
          </a:xfrm>
        </p:spPr>
        <p:txBody>
          <a:bodyPr/>
          <a:lstStyle>
            <a:lvl1pPr>
              <a:defRPr>
                <a:solidFill>
                  <a:schemeClr val="bg1"/>
                </a:solidFill>
              </a:defRPr>
            </a:lvl1pPr>
          </a:lstStyle>
          <a:p>
            <a:r>
              <a:rPr lang="en-US"/>
              <a:t>BI 3907074/BI 3907075/BI 3720590 September 2025 IUPC  |  CONFIDENTIAL – External Innovation</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23536741"/>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a:xfrm>
            <a:off x="6096000" y="6246836"/>
            <a:ext cx="5256584" cy="288000"/>
          </a:xfrm>
        </p:spPr>
        <p:txBody>
          <a:bodyPr/>
          <a:lstStyle/>
          <a:p>
            <a:r>
              <a:rPr lang="en-US"/>
              <a:t>BI 3907074/BI 3907075/BI 3720590 September 2025 IUPC  |  CONFIDENTIAL – External Innovation</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9310684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6A2F28-0815-0B36-C3B7-EAEBD47384AD}"/>
              </a:ext>
            </a:extLst>
          </p:cNvPr>
          <p:cNvSpPr>
            <a:spLocks noGrp="1"/>
          </p:cNvSpPr>
          <p:nvPr>
            <p:ph type="ftr" sz="quarter" idx="10"/>
          </p:nvPr>
        </p:nvSpPr>
        <p:spPr/>
        <p:txBody>
          <a:bodyPr/>
          <a:lstStyle/>
          <a:p>
            <a:r>
              <a:rPr lang="en-US"/>
              <a:t>BI 3907074/BI 3907075/BI 3720590 September 2025 IUPC  |  CONFIDENTIAL – External Innovation</a:t>
            </a:r>
          </a:p>
        </p:txBody>
      </p:sp>
      <p:sp>
        <p:nvSpPr>
          <p:cNvPr id="3" name="Slide Number Placeholder 2">
            <a:extLst>
              <a:ext uri="{FF2B5EF4-FFF2-40B4-BE49-F238E27FC236}">
                <a16:creationId xmlns:a16="http://schemas.microsoft.com/office/drawing/2014/main" id="{D1EB5F4C-326A-1753-69E3-70DA453474F7}"/>
              </a:ext>
            </a:extLst>
          </p:cNvPr>
          <p:cNvSpPr>
            <a:spLocks noGrp="1"/>
          </p:cNvSpPr>
          <p:nvPr>
            <p:ph type="sldNum" sz="quarter" idx="11"/>
          </p:nvPr>
        </p:nvSpPr>
        <p:spPr/>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407393521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616064" cy="216000"/>
          </a:xfrm>
        </p:spPr>
        <p:txBody>
          <a:bodyPr/>
          <a:lstStyle>
            <a:lvl1pPr algn="l">
              <a:defRPr/>
            </a:lvl1pPr>
          </a:lstStyle>
          <a:p>
            <a:r>
              <a:rPr lang="en-US"/>
              <a:t>BI 3907074/BI 3907075/BI 3720590 September 2025 IUPC  |  CONFIDENTIAL – External Innovation</a:t>
            </a:r>
          </a:p>
        </p:txBody>
      </p:sp>
    </p:spTree>
    <p:extLst>
      <p:ext uri="{BB962C8B-B14F-4D97-AF65-F5344CB8AC3E}">
        <p14:creationId xmlns:p14="http://schemas.microsoft.com/office/powerpoint/2010/main" val="27178260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5" y="6165328"/>
            <a:ext cx="5339367" cy="216000"/>
          </a:xfrm>
        </p:spPr>
        <p:txBody>
          <a:bodyPr/>
          <a:lstStyle>
            <a:lvl1pPr algn="l">
              <a:defRPr>
                <a:solidFill>
                  <a:schemeClr val="bg1"/>
                </a:solidFill>
              </a:defRPr>
            </a:lvl1pPr>
          </a:lstStyle>
          <a:p>
            <a:r>
              <a:rPr lang="en-US"/>
              <a:t>BI 3907074/BI 3907075/BI 3720590 September 2025 IUPC  |  CONFIDENTIAL – External Innovation</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6450939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313425" cy="216000"/>
          </a:xfrm>
        </p:spPr>
        <p:txBody>
          <a:bodyPr/>
          <a:lstStyle>
            <a:lvl1pPr algn="l">
              <a:defRPr/>
            </a:lvl1pPr>
          </a:lstStyle>
          <a:p>
            <a:r>
              <a:rPr lang="en-US"/>
              <a:t>BI 3907074/BI 3907075/BI 3720590 September 2025 IUPC  |  CONFIDENTIAL – External Innovation</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2272087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391756" cy="216000"/>
          </a:xfrm>
        </p:spPr>
        <p:txBody>
          <a:bodyPr/>
          <a:lstStyle>
            <a:lvl1pPr algn="l">
              <a:defRPr>
                <a:solidFill>
                  <a:schemeClr val="bg1"/>
                </a:solidFill>
              </a:defRPr>
            </a:lvl1pPr>
          </a:lstStyle>
          <a:p>
            <a:r>
              <a:rPr lang="en-US"/>
              <a:t>BI 3907074/BI 3907075/BI 3720590 September 2025 IUPC  |  CONFIDENTIAL – External Innovation</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6068042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a:xfrm>
            <a:off x="5949715" y="6246836"/>
            <a:ext cx="5402869" cy="288000"/>
          </a:xfrm>
        </p:spPr>
        <p:txBody>
          <a:bodyPr/>
          <a:lstStyle>
            <a:lvl1pPr>
              <a:defRPr>
                <a:solidFill>
                  <a:schemeClr val="bg1"/>
                </a:solidFill>
              </a:defRPr>
            </a:lvl1pPr>
          </a:lstStyle>
          <a:p>
            <a:r>
              <a:rPr lang="en-US"/>
              <a:t>BI 3907074/BI 3907075/BI 3720590 September 2025 IUPC  |  CONFIDENTIAL – External Innovation</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80391680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BI 3907074/BI 3907075/BI 3720590 September 2025 IUPC  |  CONFIDENTIAL – External Innovation</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47490375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BI 3907074/BI 3907075/BI 3720590 September 2025 IUPC  |  CONFIDENTIAL – External Innovation</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7704325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2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BI 3907074/BI 3907075/BI 3720590 September 2025 IUPC  |  CONFIDENTIAL – External Innovation</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56282516"/>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a:xfrm>
            <a:off x="5957651" y="6246836"/>
            <a:ext cx="5394933" cy="288000"/>
          </a:xfrm>
        </p:spPr>
        <p:txBody>
          <a:bodyPr/>
          <a:lstStyle/>
          <a:p>
            <a:r>
              <a:rPr lang="en-US"/>
              <a:t>BI 3907074/BI 3907075/BI 3720590 September 2025 IUPC  |  CONFIDENTIAL – External Innovation</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532646789"/>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2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182023442"/>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9677723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49424637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42542778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849813315"/>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74879264"/>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BI 3907074/BI 3907075/BI 3720590 September 2025 IUPC  |  CONFIDENTIAL – External Innovation</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31744180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BI 3907074/BI 3907075/BI 3720590 September 2025 IUPC  |  CONFIDENTIAL – External Innovation</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004852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BI 3907074/BI 3907075/BI 3720590 September 2025 IUPC  |  CONFIDENTIAL – External Innovation</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9759820"/>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BI 3907074/BI 3907075/BI 3720590 September 2025 IUPC  |  CONFIDENTIAL – External Innovation</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212449574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slide">
    <p:bg bwMode="gray">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9326D8-8985-5701-2A16-E131B4F2CB90}"/>
              </a:ext>
            </a:extLst>
          </p:cNvPr>
          <p:cNvPicPr>
            <a:picLocks noChangeAspect="1"/>
          </p:cNvPicPr>
          <p:nvPr userDrawn="1"/>
        </p:nvPicPr>
        <p:blipFill>
          <a:blip r:embed="rId2">
            <a:extLst>
              <a:ext uri="{28A0092B-C50C-407E-A947-70E740481C1C}">
                <a14:useLocalDpi xmlns:a14="http://schemas.microsoft.com/office/drawing/2010/main" val="0"/>
              </a:ext>
            </a:extLst>
          </a:blip>
          <a:srcRect r="491" b="3782"/>
          <a:stretch>
            <a:fillRect/>
          </a:stretch>
        </p:blipFill>
        <p:spPr>
          <a:xfrm>
            <a:off x="481511" y="1414145"/>
            <a:ext cx="11710490" cy="5443855"/>
          </a:xfrm>
          <a:prstGeom prst="rect">
            <a:avLst/>
          </a:prstGeom>
        </p:spPr>
      </p:pic>
      <p:pic>
        <p:nvPicPr>
          <p:cNvPr id="7" name="Picture 6">
            <a:extLst>
              <a:ext uri="{FF2B5EF4-FFF2-40B4-BE49-F238E27FC236}">
                <a16:creationId xmlns:a16="http://schemas.microsoft.com/office/drawing/2014/main" id="{FCB747BF-91D8-4E34-BD4C-EE586A153715}"/>
              </a:ext>
            </a:extLst>
          </p:cNvPr>
          <p:cNvPicPr>
            <a:picLocks noChangeAspect="1"/>
          </p:cNvPicPr>
          <p:nvPr userDrawn="1"/>
        </p:nvPicPr>
        <p:blipFill>
          <a:blip r:embed="rId3"/>
          <a:srcRect t="20251" r="3976" b="2553"/>
          <a:stretch>
            <a:fillRect/>
          </a:stretch>
        </p:blipFill>
        <p:spPr>
          <a:xfrm>
            <a:off x="1752807" y="1415673"/>
            <a:ext cx="10439193" cy="5442328"/>
          </a:xfrm>
          <a:prstGeom prst="rect">
            <a:avLst/>
          </a:prstGeom>
        </p:spPr>
      </p:pic>
      <p:sp>
        <p:nvSpPr>
          <p:cNvPr id="2" name="Titel 1"/>
          <p:cNvSpPr>
            <a:spLocks noGrp="1"/>
          </p:cNvSpPr>
          <p:nvPr>
            <p:ph type="ctrTitle" hasCustomPrompt="1"/>
          </p:nvPr>
        </p:nvSpPr>
        <p:spPr bwMode="gray">
          <a:xfrm>
            <a:off x="977698" y="2637000"/>
            <a:ext cx="8280755" cy="1584000"/>
          </a:xfrm>
        </p:spPr>
        <p:txBody>
          <a:bodyPr anchor="b"/>
          <a:lstStyle>
            <a:lvl1pPr algn="l">
              <a:defRPr sz="4800" b="1" i="0">
                <a:solidFill>
                  <a:schemeClr val="bg1"/>
                </a:solidFill>
                <a:latin typeface="Source Sans 3" panose="020B0303030403020204" pitchFamily="34" charset="0"/>
              </a:defRPr>
            </a:lvl1pPr>
          </a:lstStyle>
          <a:p>
            <a:r>
              <a:rPr lang="en-US"/>
              <a:t>Presentation title</a:t>
            </a:r>
          </a:p>
        </p:txBody>
      </p:sp>
      <p:sp>
        <p:nvSpPr>
          <p:cNvPr id="3" name="Untertitel 2"/>
          <p:cNvSpPr>
            <a:spLocks noGrp="1"/>
          </p:cNvSpPr>
          <p:nvPr>
            <p:ph type="subTitle" idx="1" hasCustomPrompt="1"/>
          </p:nvPr>
        </p:nvSpPr>
        <p:spPr bwMode="gray">
          <a:xfrm>
            <a:off x="977698"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1" i="0">
                <a:solidFill>
                  <a:schemeClr val="bg1"/>
                </a:solidFill>
                <a:latin typeface="Source Sans 3" panose="020B0303030403020204" pitchFamily="34" charset="0"/>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pic>
        <p:nvPicPr>
          <p:cNvPr id="5" name="Picture 6">
            <a:extLst>
              <a:ext uri="{FF2B5EF4-FFF2-40B4-BE49-F238E27FC236}">
                <a16:creationId xmlns:a16="http://schemas.microsoft.com/office/drawing/2014/main" id="{2C23FA55-4466-0A59-D7A8-C24F0820E78E}"/>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8804550" y="390067"/>
            <a:ext cx="2911634" cy="600927"/>
          </a:xfrm>
          <a:prstGeom prst="rect">
            <a:avLst/>
          </a:prstGeom>
        </p:spPr>
      </p:pic>
      <p:sp>
        <p:nvSpPr>
          <p:cNvPr id="11" name="Fußzeilenplatzhalter 4">
            <a:extLst>
              <a:ext uri="{FF2B5EF4-FFF2-40B4-BE49-F238E27FC236}">
                <a16:creationId xmlns:a16="http://schemas.microsoft.com/office/drawing/2014/main" id="{38CC6EF2-BD93-0C65-1EB0-B9B3CF7E017E}"/>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chemeClr val="bg1"/>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HPBU-EC 29 Jan 2026    |    zongertinib - ONLY FOR INTERNAL USE</a:t>
            </a:r>
          </a:p>
        </p:txBody>
      </p:sp>
      <p:sp>
        <p:nvSpPr>
          <p:cNvPr id="12" name="Foliennummernplatzhalter 5">
            <a:extLst>
              <a:ext uri="{FF2B5EF4-FFF2-40B4-BE49-F238E27FC236}">
                <a16:creationId xmlns:a16="http://schemas.microsoft.com/office/drawing/2014/main" id="{1103D7B0-C39A-BFBA-9D56-1A1121C6E994}"/>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1"/>
                </a:solidFill>
              </a:defRPr>
            </a:lvl1pPr>
          </a:lstStyle>
          <a:p>
            <a:fld id="{DF4E8F9F-5B1F-4F5B-BE49-3245D8C18D9F}" type="slidenum">
              <a:rPr lang="en-US" smtClean="0"/>
              <a:pPr/>
              <a:t>‹#›</a:t>
            </a:fld>
            <a:endParaRPr lang="en-US"/>
          </a:p>
        </p:txBody>
      </p:sp>
      <p:sp>
        <p:nvSpPr>
          <p:cNvPr id="13" name="TextBox 12">
            <a:extLst>
              <a:ext uri="{FF2B5EF4-FFF2-40B4-BE49-F238E27FC236}">
                <a16:creationId xmlns:a16="http://schemas.microsoft.com/office/drawing/2014/main" id="{94F5238F-6673-59B6-E813-02411B1A5F4C}"/>
              </a:ext>
            </a:extLst>
          </p:cNvPr>
          <p:cNvSpPr txBox="1"/>
          <p:nvPr userDrawn="1"/>
        </p:nvSpPr>
        <p:spPr>
          <a:xfrm>
            <a:off x="4508863" y="6283114"/>
            <a:ext cx="3174274" cy="215444"/>
          </a:xfrm>
          <a:prstGeom prst="rect">
            <a:avLst/>
          </a:prstGeom>
          <a:noFill/>
        </p:spPr>
        <p:txBody>
          <a:bodyPr wrap="square" rtlCol="0">
            <a:spAutoFit/>
          </a:bodyPr>
          <a:lstStyle/>
          <a:p>
            <a:pPr algn="ctr"/>
            <a:r>
              <a:rPr lang="en-US" sz="800">
                <a:solidFill>
                  <a:schemeClr val="bg1"/>
                </a:solidFill>
                <a:latin typeface="Source Sans 3 Regular"/>
              </a:rPr>
              <a:t>ONLY FOR INTERNAL USE</a:t>
            </a:r>
            <a:endParaRPr lang="en-US" sz="800">
              <a:solidFill>
                <a:schemeClr val="bg1"/>
              </a:solidFill>
            </a:endParaRPr>
          </a:p>
        </p:txBody>
      </p:sp>
      <p:pic>
        <p:nvPicPr>
          <p:cNvPr id="14" name="Grafik 7">
            <a:extLst>
              <a:ext uri="{FF2B5EF4-FFF2-40B4-BE49-F238E27FC236}">
                <a16:creationId xmlns:a16="http://schemas.microsoft.com/office/drawing/2014/main" id="{090946A8-7CD4-4432-C45D-0AE31910FB5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bwMode="gray">
          <a:xfrm>
            <a:off x="482414" y="448187"/>
            <a:ext cx="1645200" cy="495753"/>
          </a:xfrm>
          <a:prstGeom prst="rect">
            <a:avLst/>
          </a:prstGeom>
        </p:spPr>
      </p:pic>
    </p:spTree>
    <p:extLst>
      <p:ext uri="{BB962C8B-B14F-4D97-AF65-F5344CB8AC3E}">
        <p14:creationId xmlns:p14="http://schemas.microsoft.com/office/powerpoint/2010/main" val="90112032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Agenda slide">
    <p:bg bwMode="blackWhite">
      <p:bgPr>
        <a:solidFill>
          <a:schemeClr val="bg1"/>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a:xfrm>
            <a:off x="486507" y="450945"/>
            <a:ext cx="11226085" cy="720000"/>
          </a:xfrm>
        </p:spPr>
        <p:txBody>
          <a:bodyPr/>
          <a:lstStyle>
            <a:lvl1pPr>
              <a:defRPr>
                <a:solidFill>
                  <a:srgbClr val="4F41C8"/>
                </a:solidFill>
              </a:defRPr>
            </a:lvl1pPr>
          </a:lstStyle>
          <a:p>
            <a:r>
              <a:rPr lang="en-US"/>
              <a:t>Add agenda title</a:t>
            </a:r>
          </a:p>
        </p:txBody>
      </p:sp>
      <p:grpSp>
        <p:nvGrpSpPr>
          <p:cNvPr id="11" name="Group 10">
            <a:extLst>
              <a:ext uri="{FF2B5EF4-FFF2-40B4-BE49-F238E27FC236}">
                <a16:creationId xmlns:a16="http://schemas.microsoft.com/office/drawing/2014/main" id="{7727D29B-D25B-836A-FE28-F174527EC2E6}"/>
              </a:ext>
            </a:extLst>
          </p:cNvPr>
          <p:cNvGrpSpPr/>
          <p:nvPr userDrawn="1"/>
        </p:nvGrpSpPr>
        <p:grpSpPr>
          <a:xfrm>
            <a:off x="0" y="-1259"/>
            <a:ext cx="12194475" cy="286323"/>
            <a:chOff x="0" y="-734511"/>
            <a:chExt cx="12194475" cy="286323"/>
          </a:xfrm>
        </p:grpSpPr>
        <p:sp>
          <p:nvSpPr>
            <p:cNvPr id="16" name="Freeform: Shape 5">
              <a:extLst>
                <a:ext uri="{FF2B5EF4-FFF2-40B4-BE49-F238E27FC236}">
                  <a16:creationId xmlns:a16="http://schemas.microsoft.com/office/drawing/2014/main" id="{946FEE1C-84D4-8998-A3AE-0CB478F77F74}"/>
                </a:ext>
              </a:extLst>
            </p:cNvPr>
            <p:cNvSpPr/>
            <p:nvPr/>
          </p:nvSpPr>
          <p:spPr>
            <a:xfrm>
              <a:off x="10263758" y="-734509"/>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7" name="Freeform: Shape 6">
              <a:extLst>
                <a:ext uri="{FF2B5EF4-FFF2-40B4-BE49-F238E27FC236}">
                  <a16:creationId xmlns:a16="http://schemas.microsoft.com/office/drawing/2014/main" id="{70DD1389-3D99-5F2C-9761-BDD80E1AAB17}"/>
                </a:ext>
              </a:extLst>
            </p:cNvPr>
            <p:cNvSpPr/>
            <p:nvPr/>
          </p:nvSpPr>
          <p:spPr>
            <a:xfrm>
              <a:off x="0" y="-734509"/>
              <a:ext cx="2300033" cy="286321"/>
            </a:xfrm>
            <a:custGeom>
              <a:avLst/>
              <a:gdLst>
                <a:gd name="connsiteX0" fmla="*/ 2061718 w 2300033"/>
                <a:gd name="connsiteY0" fmla="*/ 286322 h 286321"/>
                <a:gd name="connsiteX1" fmla="*/ 0 w 2300033"/>
                <a:gd name="connsiteY1" fmla="*/ 286322 h 286321"/>
                <a:gd name="connsiteX2" fmla="*/ 0 w 2300033"/>
                <a:gd name="connsiteY2" fmla="*/ 0 h 286321"/>
                <a:gd name="connsiteX3" fmla="*/ 2300034 w 2300033"/>
                <a:gd name="connsiteY3" fmla="*/ 0 h 286321"/>
                <a:gd name="connsiteX4" fmla="*/ 2061718 w 2300033"/>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0033" h="286321">
                  <a:moveTo>
                    <a:pt x="2061718" y="286322"/>
                  </a:moveTo>
                  <a:lnTo>
                    <a:pt x="0" y="286322"/>
                  </a:lnTo>
                  <a:lnTo>
                    <a:pt x="0" y="0"/>
                  </a:lnTo>
                  <a:lnTo>
                    <a:pt x="2300034" y="0"/>
                  </a:lnTo>
                  <a:lnTo>
                    <a:pt x="2061718"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8" name="Freeform: Shape 8">
              <a:extLst>
                <a:ext uri="{FF2B5EF4-FFF2-40B4-BE49-F238E27FC236}">
                  <a16:creationId xmlns:a16="http://schemas.microsoft.com/office/drawing/2014/main" id="{8B55743A-3F13-7F93-F74F-C3D256CC86D0}"/>
                </a:ext>
              </a:extLst>
            </p:cNvPr>
            <p:cNvSpPr/>
            <p:nvPr/>
          </p:nvSpPr>
          <p:spPr>
            <a:xfrm>
              <a:off x="2200401" y="-734509"/>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9" name="Freeform: Shape 9">
              <a:extLst>
                <a:ext uri="{FF2B5EF4-FFF2-40B4-BE49-F238E27FC236}">
                  <a16:creationId xmlns:a16="http://schemas.microsoft.com/office/drawing/2014/main" id="{CE8CA1A7-7668-52C8-6CCA-6E3F1FAE4373}"/>
                </a:ext>
              </a:extLst>
            </p:cNvPr>
            <p:cNvSpPr/>
            <p:nvPr userDrawn="1"/>
          </p:nvSpPr>
          <p:spPr>
            <a:xfrm>
              <a:off x="10263758" y="-734511"/>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gradFill>
              <a:gsLst>
                <a:gs pos="0">
                  <a:srgbClr val="4F41C8">
                    <a:alpha val="19000"/>
                  </a:srgbClr>
                </a:gs>
                <a:gs pos="91000">
                  <a:srgbClr val="121B58"/>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20" name="Freeform: Shape 10">
              <a:extLst>
                <a:ext uri="{FF2B5EF4-FFF2-40B4-BE49-F238E27FC236}">
                  <a16:creationId xmlns:a16="http://schemas.microsoft.com/office/drawing/2014/main" id="{15509CB4-72C5-77A6-FAA3-B159E8A90AF8}"/>
                </a:ext>
              </a:extLst>
            </p:cNvPr>
            <p:cNvSpPr/>
            <p:nvPr userDrawn="1"/>
          </p:nvSpPr>
          <p:spPr>
            <a:xfrm>
              <a:off x="2350929" y="-734510"/>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gradFill>
              <a:gsLst>
                <a:gs pos="0">
                  <a:srgbClr val="4F41C8"/>
                </a:gs>
                <a:gs pos="100000">
                  <a:srgbClr val="121B58">
                    <a:alpha val="94000"/>
                  </a:srgbClr>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21" name="Freeform: Shape 12">
              <a:extLst>
                <a:ext uri="{FF2B5EF4-FFF2-40B4-BE49-F238E27FC236}">
                  <a16:creationId xmlns:a16="http://schemas.microsoft.com/office/drawing/2014/main" id="{A417DFE8-0A07-7AD8-9FBC-F2EFC038E96B}"/>
                </a:ext>
              </a:extLst>
            </p:cNvPr>
            <p:cNvSpPr/>
            <p:nvPr userDrawn="1"/>
          </p:nvSpPr>
          <p:spPr bwMode="gray">
            <a:xfrm rot="2983687" flipH="1">
              <a:off x="4100228" y="-629382"/>
              <a:ext cx="45719" cy="241296"/>
            </a:xfrm>
            <a:custGeom>
              <a:avLst/>
              <a:gdLst>
                <a:gd name="connsiteX0" fmla="*/ 28990 w 33964"/>
                <a:gd name="connsiteY0" fmla="*/ 4974 h 198801"/>
                <a:gd name="connsiteX1" fmla="*/ 16982 w 33964"/>
                <a:gd name="connsiteY1" fmla="*/ 0 h 198801"/>
                <a:gd name="connsiteX2" fmla="*/ 0 w 33964"/>
                <a:gd name="connsiteY2" fmla="*/ 16982 h 198801"/>
                <a:gd name="connsiteX3" fmla="*/ 0 w 33964"/>
                <a:gd name="connsiteY3" fmla="*/ 158712 h 198801"/>
                <a:gd name="connsiteX4" fmla="*/ 33964 w 33964"/>
                <a:gd name="connsiteY4" fmla="*/ 198801 h 198801"/>
                <a:gd name="connsiteX5" fmla="*/ 33964 w 33964"/>
                <a:gd name="connsiteY5" fmla="*/ 16982 h 198801"/>
                <a:gd name="connsiteX6" fmla="*/ 28990 w 33964"/>
                <a:gd name="connsiteY6" fmla="*/ 4974 h 19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64" h="198801">
                  <a:moveTo>
                    <a:pt x="28990" y="4974"/>
                  </a:moveTo>
                  <a:cubicBezTo>
                    <a:pt x="25917" y="1901"/>
                    <a:pt x="21671" y="0"/>
                    <a:pt x="16982" y="0"/>
                  </a:cubicBezTo>
                  <a:cubicBezTo>
                    <a:pt x="7603" y="0"/>
                    <a:pt x="0" y="7603"/>
                    <a:pt x="0" y="16982"/>
                  </a:cubicBezTo>
                  <a:lnTo>
                    <a:pt x="0" y="158712"/>
                  </a:lnTo>
                  <a:lnTo>
                    <a:pt x="33964" y="198801"/>
                  </a:lnTo>
                  <a:lnTo>
                    <a:pt x="33964" y="16982"/>
                  </a:lnTo>
                  <a:cubicBezTo>
                    <a:pt x="33964" y="12292"/>
                    <a:pt x="32063" y="8047"/>
                    <a:pt x="28990" y="4974"/>
                  </a:cubicBez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sp>
          <p:nvSpPr>
            <p:cNvPr id="22" name="Freeform: Shape 13">
              <a:extLst>
                <a:ext uri="{FF2B5EF4-FFF2-40B4-BE49-F238E27FC236}">
                  <a16:creationId xmlns:a16="http://schemas.microsoft.com/office/drawing/2014/main" id="{28D760C8-8C44-7B7F-B93A-946E945E6682}"/>
                </a:ext>
              </a:extLst>
            </p:cNvPr>
            <p:cNvSpPr/>
            <p:nvPr userDrawn="1"/>
          </p:nvSpPr>
          <p:spPr bwMode="gray">
            <a:xfrm rot="2983687" flipH="1">
              <a:off x="11897677" y="-800106"/>
              <a:ext cx="33965" cy="312883"/>
            </a:xfrm>
            <a:custGeom>
              <a:avLst/>
              <a:gdLst>
                <a:gd name="connsiteX0" fmla="*/ 33965 w 33965"/>
                <a:gd name="connsiteY0" fmla="*/ 40088 h 312883"/>
                <a:gd name="connsiteX1" fmla="*/ 0 w 33965"/>
                <a:gd name="connsiteY1" fmla="*/ 0 h 312883"/>
                <a:gd name="connsiteX2" fmla="*/ 1 w 33965"/>
                <a:gd name="connsiteY2" fmla="*/ 272794 h 312883"/>
                <a:gd name="connsiteX3" fmla="*/ 33965 w 33965"/>
                <a:gd name="connsiteY3" fmla="*/ 312883 h 312883"/>
                <a:gd name="connsiteX4" fmla="*/ 33965 w 33965"/>
                <a:gd name="connsiteY4" fmla="*/ 40088 h 312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65" h="312883">
                  <a:moveTo>
                    <a:pt x="33965" y="40088"/>
                  </a:moveTo>
                  <a:lnTo>
                    <a:pt x="0" y="0"/>
                  </a:lnTo>
                  <a:lnTo>
                    <a:pt x="1" y="272794"/>
                  </a:lnTo>
                  <a:lnTo>
                    <a:pt x="33965" y="312883"/>
                  </a:lnTo>
                  <a:lnTo>
                    <a:pt x="33965" y="40088"/>
                  </a:ln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grpSp>
      <p:sp>
        <p:nvSpPr>
          <p:cNvPr id="23" name="Fußzeilenplatzhalter 4">
            <a:extLst>
              <a:ext uri="{FF2B5EF4-FFF2-40B4-BE49-F238E27FC236}">
                <a16:creationId xmlns:a16="http://schemas.microsoft.com/office/drawing/2014/main" id="{C9A0061A-0414-14AD-923A-00A59689BEC0}"/>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rgbClr val="333333"/>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HPBU-EC 29 Jan 2026    |    zongertinib - ONLY FOR INTERNAL USE</a:t>
            </a:r>
          </a:p>
        </p:txBody>
      </p:sp>
      <p:sp>
        <p:nvSpPr>
          <p:cNvPr id="24" name="Foliennummernplatzhalter 5">
            <a:extLst>
              <a:ext uri="{FF2B5EF4-FFF2-40B4-BE49-F238E27FC236}">
                <a16:creationId xmlns:a16="http://schemas.microsoft.com/office/drawing/2014/main" id="{95D26BCC-514A-38E9-D43E-5F21B02F4B2D}"/>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rgbClr val="333333"/>
                </a:solidFill>
              </a:defRPr>
            </a:lvl1pPr>
          </a:lstStyle>
          <a:p>
            <a:fld id="{DF4E8F9F-5B1F-4F5B-BE49-3245D8C18D9F}" type="slidenum">
              <a:rPr lang="en-US" smtClean="0"/>
              <a:pPr/>
              <a:t>‹#›</a:t>
            </a:fld>
            <a:endParaRPr lang="en-US"/>
          </a:p>
        </p:txBody>
      </p:sp>
      <p:sp>
        <p:nvSpPr>
          <p:cNvPr id="4" name="Textplatzhalter 8">
            <a:extLst>
              <a:ext uri="{FF2B5EF4-FFF2-40B4-BE49-F238E27FC236}">
                <a16:creationId xmlns:a16="http://schemas.microsoft.com/office/drawing/2014/main" id="{7C2F4ADE-3A61-C789-7F95-6C570B74FC8A}"/>
              </a:ext>
            </a:extLst>
          </p:cNvPr>
          <p:cNvSpPr>
            <a:spLocks noGrp="1"/>
          </p:cNvSpPr>
          <p:nvPr>
            <p:ph type="body" sz="quarter" idx="48" hasCustomPrompt="1"/>
          </p:nvPr>
        </p:nvSpPr>
        <p:spPr bwMode="white">
          <a:xfrm>
            <a:off x="485830" y="1419126"/>
            <a:ext cx="792000" cy="540000"/>
          </a:xfrm>
          <a:noFill/>
          <a:effectLst/>
        </p:spPr>
        <p:txBody>
          <a:bodyPr wrap="none" rIns="0" bIns="72000" anchor="ctr" anchorCtr="0"/>
          <a:lstStyle>
            <a:lvl1pPr marL="0" indent="0" algn="l">
              <a:buFontTx/>
              <a:buNone/>
              <a:defRPr sz="4400" b="1" i="0">
                <a:solidFill>
                  <a:schemeClr val="tx2"/>
                </a:solidFill>
                <a:latin typeface="Source Sans 3" panose="020B0303030403020204" pitchFamily="34"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6" name="Textplatzhalter 8">
            <a:extLst>
              <a:ext uri="{FF2B5EF4-FFF2-40B4-BE49-F238E27FC236}">
                <a16:creationId xmlns:a16="http://schemas.microsoft.com/office/drawing/2014/main" id="{168C9691-0955-D23D-F6EE-92068AB12E0A}"/>
              </a:ext>
            </a:extLst>
          </p:cNvPr>
          <p:cNvSpPr>
            <a:spLocks noGrp="1"/>
          </p:cNvSpPr>
          <p:nvPr>
            <p:ph type="body" sz="quarter" idx="18" hasCustomPrompt="1"/>
          </p:nvPr>
        </p:nvSpPr>
        <p:spPr bwMode="gray">
          <a:xfrm>
            <a:off x="1492064" y="1419126"/>
            <a:ext cx="4464000" cy="864000"/>
          </a:xfrm>
        </p:spPr>
        <p:txBody>
          <a:bodyPr/>
          <a:lstStyle>
            <a:lvl1pPr marL="0" indent="0">
              <a:spcAft>
                <a:spcPts val="0"/>
              </a:spcAft>
              <a:buFontTx/>
              <a:buNone/>
              <a:defRPr sz="1600" b="1">
                <a:solidFill>
                  <a:schemeClr val="tx1"/>
                </a:solidFill>
              </a:defRPr>
            </a:lvl1pPr>
            <a:lvl2pPr marL="0" indent="0">
              <a:spcAft>
                <a:spcPts val="0"/>
              </a:spcAft>
              <a:buFontTx/>
              <a:buNone/>
              <a:defRPr sz="1600">
                <a:solidFill>
                  <a:schemeClr val="tx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7" name="Textplatzhalter 8">
            <a:extLst>
              <a:ext uri="{FF2B5EF4-FFF2-40B4-BE49-F238E27FC236}">
                <a16:creationId xmlns:a16="http://schemas.microsoft.com/office/drawing/2014/main" id="{B0CD5FAB-1D47-C528-E58D-4A535EE385E2}"/>
              </a:ext>
            </a:extLst>
          </p:cNvPr>
          <p:cNvSpPr>
            <a:spLocks noGrp="1"/>
          </p:cNvSpPr>
          <p:nvPr>
            <p:ph type="body" sz="quarter" idx="30" hasCustomPrompt="1"/>
          </p:nvPr>
        </p:nvSpPr>
        <p:spPr bwMode="white">
          <a:xfrm>
            <a:off x="482655" y="2529950"/>
            <a:ext cx="792000" cy="540000"/>
          </a:xfrm>
          <a:noFill/>
          <a:effectLst/>
        </p:spPr>
        <p:txBody>
          <a:bodyPr wrap="none" rIns="0" bIns="72000" anchor="ctr" anchorCtr="0"/>
          <a:lstStyle>
            <a:lvl1pPr marL="0" indent="0" algn="l">
              <a:buFontTx/>
              <a:buNone/>
              <a:defRPr sz="4400" b="1" i="0">
                <a:solidFill>
                  <a:schemeClr val="tx2"/>
                </a:solidFill>
                <a:latin typeface="Source Sans 3" panose="020B0303030403020204" pitchFamily="34"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8" name="Textplatzhalter 8">
            <a:extLst>
              <a:ext uri="{FF2B5EF4-FFF2-40B4-BE49-F238E27FC236}">
                <a16:creationId xmlns:a16="http://schemas.microsoft.com/office/drawing/2014/main" id="{A974FB12-B387-8847-D520-1F082A52CB2E}"/>
              </a:ext>
            </a:extLst>
          </p:cNvPr>
          <p:cNvSpPr>
            <a:spLocks noGrp="1"/>
          </p:cNvSpPr>
          <p:nvPr>
            <p:ph type="body" sz="quarter" idx="31" hasCustomPrompt="1"/>
          </p:nvPr>
        </p:nvSpPr>
        <p:spPr bwMode="white">
          <a:xfrm>
            <a:off x="485726" y="3646074"/>
            <a:ext cx="792000" cy="540000"/>
          </a:xfrm>
          <a:noFill/>
          <a:effectLst/>
        </p:spPr>
        <p:txBody>
          <a:bodyPr wrap="none" rIns="0" bIns="72000" anchor="ctr" anchorCtr="0"/>
          <a:lstStyle>
            <a:lvl1pPr marL="0" indent="0" algn="l">
              <a:buFontTx/>
              <a:buNone/>
              <a:defRPr sz="4400" b="1" i="0">
                <a:solidFill>
                  <a:schemeClr val="tx2"/>
                </a:solidFill>
                <a:latin typeface="Source Sans 3" panose="020B0303030403020204" pitchFamily="34"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14" name="Textplatzhalter 8">
            <a:extLst>
              <a:ext uri="{FF2B5EF4-FFF2-40B4-BE49-F238E27FC236}">
                <a16:creationId xmlns:a16="http://schemas.microsoft.com/office/drawing/2014/main" id="{3DB7C8EE-6D75-E1A8-B012-0327772E9D08}"/>
              </a:ext>
            </a:extLst>
          </p:cNvPr>
          <p:cNvSpPr>
            <a:spLocks noGrp="1"/>
          </p:cNvSpPr>
          <p:nvPr>
            <p:ph type="body" sz="quarter" idx="32" hasCustomPrompt="1"/>
          </p:nvPr>
        </p:nvSpPr>
        <p:spPr bwMode="white">
          <a:xfrm>
            <a:off x="485726" y="4762198"/>
            <a:ext cx="792000" cy="540000"/>
          </a:xfrm>
          <a:noFill/>
          <a:effectLst/>
        </p:spPr>
        <p:txBody>
          <a:bodyPr wrap="none" rIns="0" bIns="72000" anchor="ctr" anchorCtr="0"/>
          <a:lstStyle>
            <a:lvl1pPr marL="0" indent="0" algn="l">
              <a:buFontTx/>
              <a:buNone/>
              <a:defRPr sz="4400" b="1" i="0">
                <a:solidFill>
                  <a:schemeClr val="tx2"/>
                </a:solidFill>
                <a:latin typeface="Source Sans 3" panose="020B0303030403020204" pitchFamily="34"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5" name="Textplatzhalter 8">
            <a:extLst>
              <a:ext uri="{FF2B5EF4-FFF2-40B4-BE49-F238E27FC236}">
                <a16:creationId xmlns:a16="http://schemas.microsoft.com/office/drawing/2014/main" id="{F65C8363-F540-EB8E-4347-3369FEB6055B}"/>
              </a:ext>
            </a:extLst>
          </p:cNvPr>
          <p:cNvSpPr>
            <a:spLocks noGrp="1"/>
          </p:cNvSpPr>
          <p:nvPr>
            <p:ph type="body" sz="quarter" idx="34" hasCustomPrompt="1"/>
          </p:nvPr>
        </p:nvSpPr>
        <p:spPr bwMode="white">
          <a:xfrm>
            <a:off x="6246285" y="1419126"/>
            <a:ext cx="792000" cy="540000"/>
          </a:xfrm>
          <a:noFill/>
          <a:effectLst/>
        </p:spPr>
        <p:txBody>
          <a:bodyPr wrap="none" rIns="0" bIns="72000" anchor="ctr" anchorCtr="0"/>
          <a:lstStyle>
            <a:lvl1pPr marL="0" indent="0" algn="l">
              <a:buFontTx/>
              <a:buNone/>
              <a:defRPr sz="4400" b="1" i="0">
                <a:solidFill>
                  <a:schemeClr val="tx2"/>
                </a:solidFill>
                <a:latin typeface="Source Sans 3" panose="020B0303030403020204" pitchFamily="34"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C5768539-6521-F13B-D1F3-4A7095607A10}"/>
              </a:ext>
            </a:extLst>
          </p:cNvPr>
          <p:cNvSpPr>
            <a:spLocks noGrp="1"/>
          </p:cNvSpPr>
          <p:nvPr>
            <p:ph type="body" sz="quarter" idx="38" hasCustomPrompt="1"/>
          </p:nvPr>
        </p:nvSpPr>
        <p:spPr bwMode="white">
          <a:xfrm>
            <a:off x="6246181" y="2529950"/>
            <a:ext cx="792000" cy="540000"/>
          </a:xfrm>
          <a:noFill/>
          <a:effectLst/>
        </p:spPr>
        <p:txBody>
          <a:bodyPr wrap="none" rIns="0" bIns="72000" anchor="ctr" anchorCtr="0"/>
          <a:lstStyle>
            <a:lvl1pPr marL="0" indent="0" algn="l">
              <a:buFontTx/>
              <a:buNone/>
              <a:defRPr sz="4400" b="1" i="0">
                <a:solidFill>
                  <a:schemeClr val="tx2"/>
                </a:solidFill>
                <a:latin typeface="Source Sans 3" panose="020B0303030403020204" pitchFamily="34"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9" name="Textplatzhalter 8">
            <a:extLst>
              <a:ext uri="{FF2B5EF4-FFF2-40B4-BE49-F238E27FC236}">
                <a16:creationId xmlns:a16="http://schemas.microsoft.com/office/drawing/2014/main" id="{EA8C4428-10D4-C132-520E-AB4C9A357245}"/>
              </a:ext>
            </a:extLst>
          </p:cNvPr>
          <p:cNvSpPr>
            <a:spLocks noGrp="1"/>
          </p:cNvSpPr>
          <p:nvPr>
            <p:ph type="body" sz="quarter" idx="39" hasCustomPrompt="1"/>
          </p:nvPr>
        </p:nvSpPr>
        <p:spPr bwMode="white">
          <a:xfrm>
            <a:off x="6246077" y="3646074"/>
            <a:ext cx="792000" cy="540000"/>
          </a:xfrm>
          <a:noFill/>
          <a:effectLst/>
        </p:spPr>
        <p:txBody>
          <a:bodyPr wrap="none" rIns="0" bIns="72000" anchor="ctr" anchorCtr="0"/>
          <a:lstStyle>
            <a:lvl1pPr marL="0" indent="0" algn="l">
              <a:buFontTx/>
              <a:buNone/>
              <a:defRPr sz="4400" b="1" i="0">
                <a:solidFill>
                  <a:schemeClr val="tx2"/>
                </a:solidFill>
                <a:latin typeface="Source Sans 3" panose="020B0303030403020204" pitchFamily="34"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1" name="Textplatzhalter 8">
            <a:extLst>
              <a:ext uri="{FF2B5EF4-FFF2-40B4-BE49-F238E27FC236}">
                <a16:creationId xmlns:a16="http://schemas.microsoft.com/office/drawing/2014/main" id="{4D332594-EC4B-1703-1B3B-D0D933BE2253}"/>
              </a:ext>
            </a:extLst>
          </p:cNvPr>
          <p:cNvSpPr>
            <a:spLocks noGrp="1"/>
          </p:cNvSpPr>
          <p:nvPr>
            <p:ph type="body" sz="quarter" idx="40" hasCustomPrompt="1"/>
          </p:nvPr>
        </p:nvSpPr>
        <p:spPr bwMode="white">
          <a:xfrm>
            <a:off x="6246077" y="4762198"/>
            <a:ext cx="792000" cy="540000"/>
          </a:xfrm>
          <a:noFill/>
          <a:effectLst/>
        </p:spPr>
        <p:txBody>
          <a:bodyPr wrap="none" rIns="0" bIns="72000" anchor="ctr" anchorCtr="0"/>
          <a:lstStyle>
            <a:lvl1pPr marL="0" indent="0" algn="l">
              <a:buFontTx/>
              <a:buNone/>
              <a:defRPr sz="4400" b="1" i="0">
                <a:solidFill>
                  <a:schemeClr val="tx2"/>
                </a:solidFill>
                <a:latin typeface="Source Sans 3" panose="020B0303030403020204" pitchFamily="34"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2" name="Textplatzhalter 8">
            <a:extLst>
              <a:ext uri="{FF2B5EF4-FFF2-40B4-BE49-F238E27FC236}">
                <a16:creationId xmlns:a16="http://schemas.microsoft.com/office/drawing/2014/main" id="{B7345677-6618-F7F1-5321-1D0F119A0845}"/>
              </a:ext>
            </a:extLst>
          </p:cNvPr>
          <p:cNvSpPr>
            <a:spLocks noGrp="1"/>
          </p:cNvSpPr>
          <p:nvPr>
            <p:ph type="body" sz="quarter" idx="41" hasCustomPrompt="1"/>
          </p:nvPr>
        </p:nvSpPr>
        <p:spPr bwMode="gray">
          <a:xfrm>
            <a:off x="1488889" y="2529314"/>
            <a:ext cx="4464000" cy="864000"/>
          </a:xfrm>
        </p:spPr>
        <p:txBody>
          <a:bodyPr/>
          <a:lstStyle>
            <a:lvl1pPr marL="0" indent="0">
              <a:spcAft>
                <a:spcPts val="0"/>
              </a:spcAft>
              <a:buFontTx/>
              <a:buNone/>
              <a:defRPr sz="1600" b="1">
                <a:solidFill>
                  <a:schemeClr val="tx1"/>
                </a:solidFill>
              </a:defRPr>
            </a:lvl1pPr>
            <a:lvl2pPr marL="0" indent="0">
              <a:spcAft>
                <a:spcPts val="0"/>
              </a:spcAft>
              <a:buFontTx/>
              <a:buNone/>
              <a:defRPr sz="1600">
                <a:solidFill>
                  <a:schemeClr val="tx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3" name="Textplatzhalter 8">
            <a:extLst>
              <a:ext uri="{FF2B5EF4-FFF2-40B4-BE49-F238E27FC236}">
                <a16:creationId xmlns:a16="http://schemas.microsoft.com/office/drawing/2014/main" id="{097005C7-246E-1708-6F94-99D50D57A9C0}"/>
              </a:ext>
            </a:extLst>
          </p:cNvPr>
          <p:cNvSpPr>
            <a:spLocks noGrp="1"/>
          </p:cNvSpPr>
          <p:nvPr>
            <p:ph type="body" sz="quarter" idx="42" hasCustomPrompt="1"/>
          </p:nvPr>
        </p:nvSpPr>
        <p:spPr bwMode="gray">
          <a:xfrm>
            <a:off x="1492064" y="3645279"/>
            <a:ext cx="4464000" cy="864000"/>
          </a:xfrm>
        </p:spPr>
        <p:txBody>
          <a:bodyPr/>
          <a:lstStyle>
            <a:lvl1pPr marL="0" indent="0">
              <a:spcAft>
                <a:spcPts val="0"/>
              </a:spcAft>
              <a:buFontTx/>
              <a:buNone/>
              <a:defRPr sz="1600" b="1">
                <a:solidFill>
                  <a:schemeClr val="tx1"/>
                </a:solidFill>
              </a:defRPr>
            </a:lvl1pPr>
            <a:lvl2pPr marL="0" indent="0">
              <a:spcAft>
                <a:spcPts val="0"/>
              </a:spcAft>
              <a:buFontTx/>
              <a:buNone/>
              <a:defRPr sz="1600">
                <a:solidFill>
                  <a:schemeClr val="tx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6" name="Textplatzhalter 8">
            <a:extLst>
              <a:ext uri="{FF2B5EF4-FFF2-40B4-BE49-F238E27FC236}">
                <a16:creationId xmlns:a16="http://schemas.microsoft.com/office/drawing/2014/main" id="{EAD4F1B0-67F4-98B4-6A25-0E3733612247}"/>
              </a:ext>
            </a:extLst>
          </p:cNvPr>
          <p:cNvSpPr>
            <a:spLocks noGrp="1"/>
          </p:cNvSpPr>
          <p:nvPr>
            <p:ph type="body" sz="quarter" idx="43" hasCustomPrompt="1"/>
          </p:nvPr>
        </p:nvSpPr>
        <p:spPr bwMode="gray">
          <a:xfrm>
            <a:off x="1492064" y="4761244"/>
            <a:ext cx="4464000" cy="864000"/>
          </a:xfrm>
        </p:spPr>
        <p:txBody>
          <a:bodyPr/>
          <a:lstStyle>
            <a:lvl1pPr marL="0" indent="0">
              <a:spcAft>
                <a:spcPts val="0"/>
              </a:spcAft>
              <a:buFontTx/>
              <a:buNone/>
              <a:defRPr sz="1600" b="1">
                <a:solidFill>
                  <a:schemeClr val="tx1"/>
                </a:solidFill>
              </a:defRPr>
            </a:lvl1pPr>
            <a:lvl2pPr marL="0" indent="0">
              <a:spcAft>
                <a:spcPts val="0"/>
              </a:spcAft>
              <a:buFontTx/>
              <a:buNone/>
              <a:defRPr sz="1600">
                <a:solidFill>
                  <a:schemeClr val="tx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7" name="Textplatzhalter 8">
            <a:extLst>
              <a:ext uri="{FF2B5EF4-FFF2-40B4-BE49-F238E27FC236}">
                <a16:creationId xmlns:a16="http://schemas.microsoft.com/office/drawing/2014/main" id="{E017AE1F-176A-4A1D-7E54-B4F858AFBC56}"/>
              </a:ext>
            </a:extLst>
          </p:cNvPr>
          <p:cNvSpPr>
            <a:spLocks noGrp="1"/>
          </p:cNvSpPr>
          <p:nvPr>
            <p:ph type="body" sz="quarter" idx="44" hasCustomPrompt="1"/>
          </p:nvPr>
        </p:nvSpPr>
        <p:spPr bwMode="gray">
          <a:xfrm>
            <a:off x="7242274" y="1419126"/>
            <a:ext cx="4464000" cy="864000"/>
          </a:xfrm>
        </p:spPr>
        <p:txBody>
          <a:bodyPr/>
          <a:lstStyle>
            <a:lvl1pPr marL="0" indent="0">
              <a:spcAft>
                <a:spcPts val="0"/>
              </a:spcAft>
              <a:buFontTx/>
              <a:buNone/>
              <a:defRPr sz="1600" b="1">
                <a:solidFill>
                  <a:schemeClr val="tx1"/>
                </a:solidFill>
              </a:defRPr>
            </a:lvl1pPr>
            <a:lvl2pPr marL="0" indent="0">
              <a:spcAft>
                <a:spcPts val="0"/>
              </a:spcAft>
              <a:buFontTx/>
              <a:buNone/>
              <a:defRPr sz="1600">
                <a:solidFill>
                  <a:schemeClr val="tx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8" name="Textplatzhalter 8">
            <a:extLst>
              <a:ext uri="{FF2B5EF4-FFF2-40B4-BE49-F238E27FC236}">
                <a16:creationId xmlns:a16="http://schemas.microsoft.com/office/drawing/2014/main" id="{3EEAC136-43EA-4B6F-48A1-84BDB2A5EDD5}"/>
              </a:ext>
            </a:extLst>
          </p:cNvPr>
          <p:cNvSpPr>
            <a:spLocks noGrp="1"/>
          </p:cNvSpPr>
          <p:nvPr>
            <p:ph type="body" sz="quarter" idx="45" hasCustomPrompt="1"/>
          </p:nvPr>
        </p:nvSpPr>
        <p:spPr bwMode="gray">
          <a:xfrm>
            <a:off x="7242274" y="2529314"/>
            <a:ext cx="4464000" cy="864000"/>
          </a:xfrm>
        </p:spPr>
        <p:txBody>
          <a:bodyPr/>
          <a:lstStyle>
            <a:lvl1pPr marL="0" indent="0">
              <a:spcAft>
                <a:spcPts val="0"/>
              </a:spcAft>
              <a:buFontTx/>
              <a:buNone/>
              <a:defRPr sz="1600" b="1">
                <a:solidFill>
                  <a:schemeClr val="tx1"/>
                </a:solidFill>
              </a:defRPr>
            </a:lvl1pPr>
            <a:lvl2pPr marL="0" indent="0">
              <a:spcAft>
                <a:spcPts val="0"/>
              </a:spcAft>
              <a:buFontTx/>
              <a:buNone/>
              <a:defRPr sz="1600">
                <a:solidFill>
                  <a:schemeClr val="tx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9" name="Textplatzhalter 8">
            <a:extLst>
              <a:ext uri="{FF2B5EF4-FFF2-40B4-BE49-F238E27FC236}">
                <a16:creationId xmlns:a16="http://schemas.microsoft.com/office/drawing/2014/main" id="{472ABAA1-9E5E-2E4E-A6A4-8B788C407BF1}"/>
              </a:ext>
            </a:extLst>
          </p:cNvPr>
          <p:cNvSpPr>
            <a:spLocks noGrp="1"/>
          </p:cNvSpPr>
          <p:nvPr>
            <p:ph type="body" sz="quarter" idx="46" hasCustomPrompt="1"/>
          </p:nvPr>
        </p:nvSpPr>
        <p:spPr bwMode="gray">
          <a:xfrm>
            <a:off x="7242274" y="3645279"/>
            <a:ext cx="4464000" cy="864000"/>
          </a:xfrm>
        </p:spPr>
        <p:txBody>
          <a:bodyPr/>
          <a:lstStyle>
            <a:lvl1pPr marL="0" indent="0">
              <a:spcAft>
                <a:spcPts val="0"/>
              </a:spcAft>
              <a:buFontTx/>
              <a:buNone/>
              <a:defRPr sz="1600" b="1">
                <a:solidFill>
                  <a:schemeClr val="tx1"/>
                </a:solidFill>
              </a:defRPr>
            </a:lvl1pPr>
            <a:lvl2pPr marL="0" indent="0">
              <a:spcAft>
                <a:spcPts val="0"/>
              </a:spcAft>
              <a:buFontTx/>
              <a:buNone/>
              <a:defRPr sz="1600">
                <a:solidFill>
                  <a:schemeClr val="tx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40" name="Textplatzhalter 8">
            <a:extLst>
              <a:ext uri="{FF2B5EF4-FFF2-40B4-BE49-F238E27FC236}">
                <a16:creationId xmlns:a16="http://schemas.microsoft.com/office/drawing/2014/main" id="{EE24CB50-135D-8721-EAEB-C6F5D0BCD152}"/>
              </a:ext>
            </a:extLst>
          </p:cNvPr>
          <p:cNvSpPr>
            <a:spLocks noGrp="1"/>
          </p:cNvSpPr>
          <p:nvPr>
            <p:ph type="body" sz="quarter" idx="47" hasCustomPrompt="1"/>
          </p:nvPr>
        </p:nvSpPr>
        <p:spPr bwMode="gray">
          <a:xfrm>
            <a:off x="7242274" y="4761244"/>
            <a:ext cx="4464000" cy="864000"/>
          </a:xfrm>
        </p:spPr>
        <p:txBody>
          <a:bodyPr/>
          <a:lstStyle>
            <a:lvl1pPr marL="0" indent="0">
              <a:spcAft>
                <a:spcPts val="0"/>
              </a:spcAft>
              <a:buFontTx/>
              <a:buNone/>
              <a:defRPr sz="1600" b="1">
                <a:solidFill>
                  <a:schemeClr val="tx1"/>
                </a:solidFill>
              </a:defRPr>
            </a:lvl1pPr>
            <a:lvl2pPr marL="0" indent="0">
              <a:spcAft>
                <a:spcPts val="0"/>
              </a:spcAft>
              <a:buFontTx/>
              <a:buNone/>
              <a:defRPr sz="1600">
                <a:solidFill>
                  <a:schemeClr val="tx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Tree>
    <p:extLst>
      <p:ext uri="{BB962C8B-B14F-4D97-AF65-F5344CB8AC3E}">
        <p14:creationId xmlns:p14="http://schemas.microsoft.com/office/powerpoint/2010/main" val="2476709861"/>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hapter divider-01">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BE3D81-AAE1-B5BC-7D98-C889EB99D272}"/>
              </a:ext>
            </a:extLst>
          </p:cNvPr>
          <p:cNvPicPr>
            <a:picLocks noChangeAspect="1"/>
          </p:cNvPicPr>
          <p:nvPr userDrawn="1"/>
        </p:nvPicPr>
        <p:blipFill>
          <a:blip r:embed="rId2"/>
          <a:srcRect l="-1" r="34832"/>
          <a:stretch>
            <a:fillRect/>
          </a:stretch>
        </p:blipFill>
        <p:spPr>
          <a:xfrm>
            <a:off x="-1" y="-5764"/>
            <a:ext cx="12201393" cy="6863764"/>
          </a:xfrm>
          <a:prstGeom prst="rect">
            <a:avLst/>
          </a:prstGeom>
        </p:spPr>
      </p:pic>
      <p:pic>
        <p:nvPicPr>
          <p:cNvPr id="4" name="Graphic 3">
            <a:extLst>
              <a:ext uri="{FF2B5EF4-FFF2-40B4-BE49-F238E27FC236}">
                <a16:creationId xmlns:a16="http://schemas.microsoft.com/office/drawing/2014/main" id="{1CB906F3-5BCA-4861-0462-D1F492F26447}"/>
              </a:ext>
            </a:extLst>
          </p:cNvPr>
          <p:cNvPicPr>
            <a:picLocks noChangeAspect="1"/>
          </p:cNvPicPr>
          <p:nvPr userDrawn="1"/>
        </p:nvPicPr>
        <p:blipFill>
          <a:blip>
            <a:extLst>
              <a:ext uri="{96DAC541-7B7A-43D3-8B79-37D633B846F1}">
                <asvg:svgBlip xmlns:asvg="http://schemas.microsoft.com/office/drawing/2016/SVG/main" r:embed="rId3"/>
              </a:ext>
            </a:extLst>
          </a:blip>
          <a:srcRect l="713" b="82"/>
          <a:stretch>
            <a:fillRect/>
          </a:stretch>
        </p:blipFill>
        <p:spPr>
          <a:xfrm flipH="1">
            <a:off x="485356" y="446569"/>
            <a:ext cx="11706644" cy="6411432"/>
          </a:xfrm>
          <a:prstGeom prst="rect">
            <a:avLst/>
          </a:prstGeom>
        </p:spPr>
      </p:pic>
      <p:pic>
        <p:nvPicPr>
          <p:cNvPr id="5" name="Picture 4">
            <a:extLst>
              <a:ext uri="{FF2B5EF4-FFF2-40B4-BE49-F238E27FC236}">
                <a16:creationId xmlns:a16="http://schemas.microsoft.com/office/drawing/2014/main" id="{8D4CF24E-6B5E-EBE9-175F-3BD6630D48F1}"/>
              </a:ext>
            </a:extLst>
          </p:cNvPr>
          <p:cNvPicPr>
            <a:picLocks noChangeAspect="1"/>
          </p:cNvPicPr>
          <p:nvPr userDrawn="1"/>
        </p:nvPicPr>
        <p:blipFill>
          <a:blip r:embed="rId4">
            <a:alphaModFix amt="12000"/>
          </a:blip>
          <a:stretch>
            <a:fillRect/>
          </a:stretch>
        </p:blipFill>
        <p:spPr>
          <a:xfrm>
            <a:off x="4253345" y="2541359"/>
            <a:ext cx="7938655" cy="4316642"/>
          </a:xfrm>
          <a:prstGeom prst="rect">
            <a:avLst/>
          </a:prstGeom>
        </p:spPr>
      </p:pic>
      <p:sp>
        <p:nvSpPr>
          <p:cNvPr id="2" name="Titel 1"/>
          <p:cNvSpPr>
            <a:spLocks noGrp="1"/>
          </p:cNvSpPr>
          <p:nvPr>
            <p:ph type="title" hasCustomPrompt="1"/>
          </p:nvPr>
        </p:nvSpPr>
        <p:spPr bwMode="gray">
          <a:xfrm>
            <a:off x="975193" y="1412874"/>
            <a:ext cx="7632701" cy="1799861"/>
          </a:xfrm>
        </p:spPr>
        <p:txBody>
          <a:bodyPr anchor="b"/>
          <a:lstStyle>
            <a:lvl1pPr>
              <a:defRPr sz="4000">
                <a:solidFill>
                  <a:srgbClr val="333333"/>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975193"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tx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8" name="Fußzeilenplatzhalter 4">
            <a:extLst>
              <a:ext uri="{FF2B5EF4-FFF2-40B4-BE49-F238E27FC236}">
                <a16:creationId xmlns:a16="http://schemas.microsoft.com/office/drawing/2014/main" id="{D5E41FBA-18B4-1C0C-E2E5-89F61C77EDC3}"/>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chemeClr val="tx1"/>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HPBU-EC 29 Jan 2026    |    zongertinib - ONLY FOR INTERNAL USE</a:t>
            </a:r>
          </a:p>
        </p:txBody>
      </p:sp>
      <p:sp>
        <p:nvSpPr>
          <p:cNvPr id="10" name="Foliennummernplatzhalter 5">
            <a:extLst>
              <a:ext uri="{FF2B5EF4-FFF2-40B4-BE49-F238E27FC236}">
                <a16:creationId xmlns:a16="http://schemas.microsoft.com/office/drawing/2014/main" id="{90F2FDA3-0A10-4AD0-90A7-C66C7F52EE02}"/>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tx1"/>
                </a:solidFill>
              </a:defRPr>
            </a:lvl1pPr>
          </a:lstStyle>
          <a:p>
            <a:fld id="{DF4E8F9F-5B1F-4F5B-BE49-3245D8C18D9F}" type="slidenum">
              <a:rPr lang="en-US" smtClean="0"/>
              <a:pPr/>
              <a:t>‹#›</a:t>
            </a:fld>
            <a:endParaRPr lang="en-US"/>
          </a:p>
        </p:txBody>
      </p:sp>
      <p:sp>
        <p:nvSpPr>
          <p:cNvPr id="12" name="TextBox 11">
            <a:extLst>
              <a:ext uri="{FF2B5EF4-FFF2-40B4-BE49-F238E27FC236}">
                <a16:creationId xmlns:a16="http://schemas.microsoft.com/office/drawing/2014/main" id="{91D90D27-47BB-877F-5DB2-CBBE59FF6060}"/>
              </a:ext>
            </a:extLst>
          </p:cNvPr>
          <p:cNvSpPr txBox="1"/>
          <p:nvPr userDrawn="1"/>
        </p:nvSpPr>
        <p:spPr>
          <a:xfrm>
            <a:off x="4508863" y="6283114"/>
            <a:ext cx="3174274" cy="215444"/>
          </a:xfrm>
          <a:prstGeom prst="rect">
            <a:avLst/>
          </a:prstGeom>
          <a:noFill/>
        </p:spPr>
        <p:txBody>
          <a:bodyPr wrap="square" rtlCol="0">
            <a:spAutoFit/>
          </a:bodyPr>
          <a:lstStyle/>
          <a:p>
            <a:pPr algn="ctr"/>
            <a:r>
              <a:rPr lang="en-US" sz="800">
                <a:solidFill>
                  <a:srgbClr val="333333"/>
                </a:solidFill>
                <a:latin typeface="Source Sans 3 Regular"/>
              </a:rPr>
              <a:t>ONLY FOR INTERNAL USE</a:t>
            </a:r>
            <a:endParaRPr lang="en-US" sz="800">
              <a:solidFill>
                <a:srgbClr val="333333"/>
              </a:solidFill>
            </a:endParaRPr>
          </a:p>
        </p:txBody>
      </p:sp>
      <p:pic>
        <p:nvPicPr>
          <p:cNvPr id="13" name="Picture 6">
            <a:extLst>
              <a:ext uri="{FF2B5EF4-FFF2-40B4-BE49-F238E27FC236}">
                <a16:creationId xmlns:a16="http://schemas.microsoft.com/office/drawing/2014/main" id="{8723639C-A83A-7806-8116-42C0F549B5A8}"/>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63638" y="6041809"/>
            <a:ext cx="2911634" cy="600927"/>
          </a:xfrm>
          <a:prstGeom prst="rect">
            <a:avLst/>
          </a:prstGeom>
        </p:spPr>
      </p:pic>
    </p:spTree>
    <p:extLst>
      <p:ext uri="{BB962C8B-B14F-4D97-AF65-F5344CB8AC3E}">
        <p14:creationId xmlns:p14="http://schemas.microsoft.com/office/powerpoint/2010/main" val="61850263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hapter divider-02">
    <p:bg>
      <p:bgPr>
        <a:solidFill>
          <a:schemeClr val="tx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CB906F3-5BCA-4861-0462-D1F492F26447}"/>
              </a:ext>
            </a:extLst>
          </p:cNvPr>
          <p:cNvPicPr>
            <a:picLocks noChangeAspect="1"/>
          </p:cNvPicPr>
          <p:nvPr userDrawn="1"/>
        </p:nvPicPr>
        <p:blipFill>
          <a:blip>
            <a:extLst>
              <a:ext uri="{96DAC541-7B7A-43D3-8B79-37D633B846F1}">
                <asvg:svgBlip xmlns:asvg="http://schemas.microsoft.com/office/drawing/2016/SVG/main" r:embed="rId2"/>
              </a:ext>
            </a:extLst>
          </a:blip>
          <a:srcRect l="713" b="82"/>
          <a:stretch>
            <a:fillRect/>
          </a:stretch>
        </p:blipFill>
        <p:spPr>
          <a:xfrm flipH="1">
            <a:off x="485356" y="446569"/>
            <a:ext cx="11706644" cy="6411432"/>
          </a:xfrm>
          <a:prstGeom prst="rect">
            <a:avLst/>
          </a:prstGeom>
        </p:spPr>
      </p:pic>
      <p:pic>
        <p:nvPicPr>
          <p:cNvPr id="5" name="Picture 4">
            <a:extLst>
              <a:ext uri="{FF2B5EF4-FFF2-40B4-BE49-F238E27FC236}">
                <a16:creationId xmlns:a16="http://schemas.microsoft.com/office/drawing/2014/main" id="{8D4CF24E-6B5E-EBE9-175F-3BD6630D48F1}"/>
              </a:ext>
            </a:extLst>
          </p:cNvPr>
          <p:cNvPicPr>
            <a:picLocks noChangeAspect="1"/>
          </p:cNvPicPr>
          <p:nvPr userDrawn="1"/>
        </p:nvPicPr>
        <p:blipFill>
          <a:blip r:embed="rId3">
            <a:alphaModFix amt="12000"/>
          </a:blip>
          <a:stretch>
            <a:fillRect/>
          </a:stretch>
        </p:blipFill>
        <p:spPr>
          <a:xfrm>
            <a:off x="4253345" y="2541359"/>
            <a:ext cx="7938655" cy="4316642"/>
          </a:xfrm>
          <a:prstGeom prst="rect">
            <a:avLst/>
          </a:prstGeom>
        </p:spPr>
      </p:pic>
      <p:sp>
        <p:nvSpPr>
          <p:cNvPr id="2" name="Titel 1"/>
          <p:cNvSpPr>
            <a:spLocks noGrp="1"/>
          </p:cNvSpPr>
          <p:nvPr>
            <p:ph type="title" hasCustomPrompt="1"/>
          </p:nvPr>
        </p:nvSpPr>
        <p:spPr bwMode="gray">
          <a:xfrm>
            <a:off x="975193" y="1412874"/>
            <a:ext cx="7632701" cy="1799861"/>
          </a:xfrm>
        </p:spPr>
        <p:txBody>
          <a:bodyPr anchor="b"/>
          <a:lstStyle>
            <a:lvl1pPr>
              <a:defRPr sz="4000">
                <a:solidFill>
                  <a:srgbClr val="333333"/>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975193"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tx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8" name="Fußzeilenplatzhalter 4">
            <a:extLst>
              <a:ext uri="{FF2B5EF4-FFF2-40B4-BE49-F238E27FC236}">
                <a16:creationId xmlns:a16="http://schemas.microsoft.com/office/drawing/2014/main" id="{D5E41FBA-18B4-1C0C-E2E5-89F61C77EDC3}"/>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chemeClr val="tx1"/>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HPBU-EC 29 Jan 2026    |    zongertinib - ONLY FOR INTERNAL USE</a:t>
            </a:r>
          </a:p>
        </p:txBody>
      </p:sp>
      <p:sp>
        <p:nvSpPr>
          <p:cNvPr id="10" name="Foliennummernplatzhalter 5">
            <a:extLst>
              <a:ext uri="{FF2B5EF4-FFF2-40B4-BE49-F238E27FC236}">
                <a16:creationId xmlns:a16="http://schemas.microsoft.com/office/drawing/2014/main" id="{90F2FDA3-0A10-4AD0-90A7-C66C7F52EE02}"/>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tx1"/>
                </a:solidFill>
              </a:defRPr>
            </a:lvl1pPr>
          </a:lstStyle>
          <a:p>
            <a:fld id="{DF4E8F9F-5B1F-4F5B-BE49-3245D8C18D9F}" type="slidenum">
              <a:rPr lang="en-US" smtClean="0"/>
              <a:pPr/>
              <a:t>‹#›</a:t>
            </a:fld>
            <a:endParaRPr lang="en-US"/>
          </a:p>
        </p:txBody>
      </p:sp>
      <p:sp>
        <p:nvSpPr>
          <p:cNvPr id="12" name="TextBox 11">
            <a:extLst>
              <a:ext uri="{FF2B5EF4-FFF2-40B4-BE49-F238E27FC236}">
                <a16:creationId xmlns:a16="http://schemas.microsoft.com/office/drawing/2014/main" id="{91D90D27-47BB-877F-5DB2-CBBE59FF6060}"/>
              </a:ext>
            </a:extLst>
          </p:cNvPr>
          <p:cNvSpPr txBox="1"/>
          <p:nvPr userDrawn="1"/>
        </p:nvSpPr>
        <p:spPr>
          <a:xfrm>
            <a:off x="4508863" y="6283114"/>
            <a:ext cx="3174274" cy="215444"/>
          </a:xfrm>
          <a:prstGeom prst="rect">
            <a:avLst/>
          </a:prstGeom>
          <a:noFill/>
        </p:spPr>
        <p:txBody>
          <a:bodyPr wrap="square" rtlCol="0">
            <a:spAutoFit/>
          </a:bodyPr>
          <a:lstStyle/>
          <a:p>
            <a:pPr algn="ctr"/>
            <a:r>
              <a:rPr lang="en-US" sz="800">
                <a:solidFill>
                  <a:srgbClr val="333333"/>
                </a:solidFill>
                <a:latin typeface="Source Sans 3 Regular"/>
              </a:rPr>
              <a:t>ONLY FOR INTERNAL USE</a:t>
            </a:r>
            <a:endParaRPr lang="en-US" sz="800">
              <a:solidFill>
                <a:srgbClr val="333333"/>
              </a:solidFill>
            </a:endParaRPr>
          </a:p>
        </p:txBody>
      </p:sp>
      <p:pic>
        <p:nvPicPr>
          <p:cNvPr id="13" name="Picture 6">
            <a:extLst>
              <a:ext uri="{FF2B5EF4-FFF2-40B4-BE49-F238E27FC236}">
                <a16:creationId xmlns:a16="http://schemas.microsoft.com/office/drawing/2014/main" id="{8723639C-A83A-7806-8116-42C0F549B5A8}"/>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63638" y="6041809"/>
            <a:ext cx="2911634" cy="600927"/>
          </a:xfrm>
          <a:prstGeom prst="rect">
            <a:avLst/>
          </a:prstGeom>
        </p:spPr>
      </p:pic>
    </p:spTree>
    <p:extLst>
      <p:ext uri="{BB962C8B-B14F-4D97-AF65-F5344CB8AC3E}">
        <p14:creationId xmlns:p14="http://schemas.microsoft.com/office/powerpoint/2010/main" val="2708429357"/>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hapter divider-03">
    <p:bg>
      <p:bgPr>
        <a:solidFill>
          <a:schemeClr val="accent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CB906F3-5BCA-4861-0462-D1F492F26447}"/>
              </a:ext>
            </a:extLst>
          </p:cNvPr>
          <p:cNvPicPr>
            <a:picLocks noChangeAspect="1"/>
          </p:cNvPicPr>
          <p:nvPr userDrawn="1"/>
        </p:nvPicPr>
        <p:blipFill>
          <a:blip>
            <a:extLst>
              <a:ext uri="{96DAC541-7B7A-43D3-8B79-37D633B846F1}">
                <asvg:svgBlip xmlns:asvg="http://schemas.microsoft.com/office/drawing/2016/SVG/main" r:embed="rId2"/>
              </a:ext>
            </a:extLst>
          </a:blip>
          <a:srcRect l="713" b="82"/>
          <a:stretch>
            <a:fillRect/>
          </a:stretch>
        </p:blipFill>
        <p:spPr>
          <a:xfrm flipH="1">
            <a:off x="485356" y="446569"/>
            <a:ext cx="11706644" cy="6411432"/>
          </a:xfrm>
          <a:prstGeom prst="rect">
            <a:avLst/>
          </a:prstGeom>
        </p:spPr>
      </p:pic>
      <p:pic>
        <p:nvPicPr>
          <p:cNvPr id="5" name="Picture 4">
            <a:extLst>
              <a:ext uri="{FF2B5EF4-FFF2-40B4-BE49-F238E27FC236}">
                <a16:creationId xmlns:a16="http://schemas.microsoft.com/office/drawing/2014/main" id="{8D4CF24E-6B5E-EBE9-175F-3BD6630D48F1}"/>
              </a:ext>
            </a:extLst>
          </p:cNvPr>
          <p:cNvPicPr>
            <a:picLocks noChangeAspect="1"/>
          </p:cNvPicPr>
          <p:nvPr userDrawn="1"/>
        </p:nvPicPr>
        <p:blipFill>
          <a:blip r:embed="rId3">
            <a:alphaModFix amt="12000"/>
          </a:blip>
          <a:stretch>
            <a:fillRect/>
          </a:stretch>
        </p:blipFill>
        <p:spPr>
          <a:xfrm>
            <a:off x="4253345" y="2541359"/>
            <a:ext cx="7938655" cy="4316642"/>
          </a:xfrm>
          <a:prstGeom prst="rect">
            <a:avLst/>
          </a:prstGeom>
        </p:spPr>
      </p:pic>
      <p:sp>
        <p:nvSpPr>
          <p:cNvPr id="2" name="Titel 1"/>
          <p:cNvSpPr>
            <a:spLocks noGrp="1"/>
          </p:cNvSpPr>
          <p:nvPr>
            <p:ph type="title" hasCustomPrompt="1"/>
          </p:nvPr>
        </p:nvSpPr>
        <p:spPr bwMode="gray">
          <a:xfrm>
            <a:off x="975193" y="1412874"/>
            <a:ext cx="7632701" cy="1799861"/>
          </a:xfrm>
        </p:spPr>
        <p:txBody>
          <a:bodyPr anchor="b"/>
          <a:lstStyle>
            <a:lvl1pPr>
              <a:defRPr sz="4000">
                <a:solidFill>
                  <a:srgbClr val="333333"/>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975193"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tx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8" name="Fußzeilenplatzhalter 4">
            <a:extLst>
              <a:ext uri="{FF2B5EF4-FFF2-40B4-BE49-F238E27FC236}">
                <a16:creationId xmlns:a16="http://schemas.microsoft.com/office/drawing/2014/main" id="{D5E41FBA-18B4-1C0C-E2E5-89F61C77EDC3}"/>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chemeClr val="tx1"/>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HPBU-EC 29 Jan 2026    |    zongertinib - ONLY FOR INTERNAL USE</a:t>
            </a:r>
          </a:p>
        </p:txBody>
      </p:sp>
      <p:sp>
        <p:nvSpPr>
          <p:cNvPr id="10" name="Foliennummernplatzhalter 5">
            <a:extLst>
              <a:ext uri="{FF2B5EF4-FFF2-40B4-BE49-F238E27FC236}">
                <a16:creationId xmlns:a16="http://schemas.microsoft.com/office/drawing/2014/main" id="{90F2FDA3-0A10-4AD0-90A7-C66C7F52EE02}"/>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tx1"/>
                </a:solidFill>
              </a:defRPr>
            </a:lvl1pPr>
          </a:lstStyle>
          <a:p>
            <a:fld id="{DF4E8F9F-5B1F-4F5B-BE49-3245D8C18D9F}" type="slidenum">
              <a:rPr lang="en-US" smtClean="0"/>
              <a:pPr/>
              <a:t>‹#›</a:t>
            </a:fld>
            <a:endParaRPr lang="en-US"/>
          </a:p>
        </p:txBody>
      </p:sp>
      <p:sp>
        <p:nvSpPr>
          <p:cNvPr id="12" name="TextBox 11">
            <a:extLst>
              <a:ext uri="{FF2B5EF4-FFF2-40B4-BE49-F238E27FC236}">
                <a16:creationId xmlns:a16="http://schemas.microsoft.com/office/drawing/2014/main" id="{91D90D27-47BB-877F-5DB2-CBBE59FF6060}"/>
              </a:ext>
            </a:extLst>
          </p:cNvPr>
          <p:cNvSpPr txBox="1"/>
          <p:nvPr userDrawn="1"/>
        </p:nvSpPr>
        <p:spPr>
          <a:xfrm>
            <a:off x="4508863" y="6283114"/>
            <a:ext cx="3174274" cy="215444"/>
          </a:xfrm>
          <a:prstGeom prst="rect">
            <a:avLst/>
          </a:prstGeom>
          <a:noFill/>
        </p:spPr>
        <p:txBody>
          <a:bodyPr wrap="square" rtlCol="0">
            <a:spAutoFit/>
          </a:bodyPr>
          <a:lstStyle/>
          <a:p>
            <a:pPr algn="ctr"/>
            <a:r>
              <a:rPr lang="en-US" sz="800">
                <a:solidFill>
                  <a:srgbClr val="333333"/>
                </a:solidFill>
                <a:latin typeface="Source Sans 3 Regular"/>
              </a:rPr>
              <a:t>ONLY FOR INTERNAL USE</a:t>
            </a:r>
            <a:endParaRPr lang="en-US" sz="800">
              <a:solidFill>
                <a:srgbClr val="333333"/>
              </a:solidFill>
            </a:endParaRPr>
          </a:p>
        </p:txBody>
      </p:sp>
      <p:pic>
        <p:nvPicPr>
          <p:cNvPr id="13" name="Picture 6">
            <a:extLst>
              <a:ext uri="{FF2B5EF4-FFF2-40B4-BE49-F238E27FC236}">
                <a16:creationId xmlns:a16="http://schemas.microsoft.com/office/drawing/2014/main" id="{8723639C-A83A-7806-8116-42C0F549B5A8}"/>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63638" y="6041809"/>
            <a:ext cx="2911634" cy="600927"/>
          </a:xfrm>
          <a:prstGeom prst="rect">
            <a:avLst/>
          </a:prstGeom>
        </p:spPr>
      </p:pic>
    </p:spTree>
    <p:extLst>
      <p:ext uri="{BB962C8B-B14F-4D97-AF65-F5344CB8AC3E}">
        <p14:creationId xmlns:p14="http://schemas.microsoft.com/office/powerpoint/2010/main" val="249215256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hapter divider-04">
    <p:bg>
      <p:bgPr>
        <a:solidFill>
          <a:schemeClr val="bg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CB906F3-5BCA-4861-0462-D1F492F26447}"/>
              </a:ext>
            </a:extLst>
          </p:cNvPr>
          <p:cNvPicPr>
            <a:picLocks noChangeAspect="1"/>
          </p:cNvPicPr>
          <p:nvPr userDrawn="1"/>
        </p:nvPicPr>
        <p:blipFill>
          <a:blip>
            <a:extLst>
              <a:ext uri="{96DAC541-7B7A-43D3-8B79-37D633B846F1}">
                <asvg:svgBlip xmlns:asvg="http://schemas.microsoft.com/office/drawing/2016/SVG/main" r:embed="rId2"/>
              </a:ext>
            </a:extLst>
          </a:blip>
          <a:srcRect l="713" b="82"/>
          <a:stretch>
            <a:fillRect/>
          </a:stretch>
        </p:blipFill>
        <p:spPr>
          <a:xfrm flipH="1">
            <a:off x="485356" y="446569"/>
            <a:ext cx="11706644" cy="6411432"/>
          </a:xfrm>
          <a:prstGeom prst="rect">
            <a:avLst/>
          </a:prstGeom>
        </p:spPr>
      </p:pic>
      <p:pic>
        <p:nvPicPr>
          <p:cNvPr id="5" name="Picture 4">
            <a:extLst>
              <a:ext uri="{FF2B5EF4-FFF2-40B4-BE49-F238E27FC236}">
                <a16:creationId xmlns:a16="http://schemas.microsoft.com/office/drawing/2014/main" id="{8D4CF24E-6B5E-EBE9-175F-3BD6630D48F1}"/>
              </a:ext>
            </a:extLst>
          </p:cNvPr>
          <p:cNvPicPr>
            <a:picLocks noChangeAspect="1"/>
          </p:cNvPicPr>
          <p:nvPr userDrawn="1"/>
        </p:nvPicPr>
        <p:blipFill>
          <a:blip r:embed="rId3">
            <a:alphaModFix amt="12000"/>
          </a:blip>
          <a:stretch>
            <a:fillRect/>
          </a:stretch>
        </p:blipFill>
        <p:spPr>
          <a:xfrm>
            <a:off x="4253345" y="2541359"/>
            <a:ext cx="7938655" cy="4316642"/>
          </a:xfrm>
          <a:prstGeom prst="rect">
            <a:avLst/>
          </a:prstGeom>
        </p:spPr>
      </p:pic>
      <p:sp>
        <p:nvSpPr>
          <p:cNvPr id="2" name="Titel 1"/>
          <p:cNvSpPr>
            <a:spLocks noGrp="1"/>
          </p:cNvSpPr>
          <p:nvPr>
            <p:ph type="title" hasCustomPrompt="1"/>
          </p:nvPr>
        </p:nvSpPr>
        <p:spPr bwMode="gray">
          <a:xfrm>
            <a:off x="975193" y="1412874"/>
            <a:ext cx="7632701" cy="1799861"/>
          </a:xfrm>
        </p:spPr>
        <p:txBody>
          <a:bodyPr anchor="b"/>
          <a:lstStyle>
            <a:lvl1pPr>
              <a:defRPr sz="4000">
                <a:solidFill>
                  <a:srgbClr val="333333"/>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975193"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tx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8" name="Fußzeilenplatzhalter 4">
            <a:extLst>
              <a:ext uri="{FF2B5EF4-FFF2-40B4-BE49-F238E27FC236}">
                <a16:creationId xmlns:a16="http://schemas.microsoft.com/office/drawing/2014/main" id="{D5E41FBA-18B4-1C0C-E2E5-89F61C77EDC3}"/>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chemeClr val="tx1"/>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HPBU-EC 29 Jan 2026    |    zongertinib - ONLY FOR INTERNAL USE</a:t>
            </a:r>
          </a:p>
        </p:txBody>
      </p:sp>
      <p:sp>
        <p:nvSpPr>
          <p:cNvPr id="10" name="Foliennummernplatzhalter 5">
            <a:extLst>
              <a:ext uri="{FF2B5EF4-FFF2-40B4-BE49-F238E27FC236}">
                <a16:creationId xmlns:a16="http://schemas.microsoft.com/office/drawing/2014/main" id="{90F2FDA3-0A10-4AD0-90A7-C66C7F52EE02}"/>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tx1"/>
                </a:solidFill>
              </a:defRPr>
            </a:lvl1pPr>
          </a:lstStyle>
          <a:p>
            <a:fld id="{DF4E8F9F-5B1F-4F5B-BE49-3245D8C18D9F}" type="slidenum">
              <a:rPr lang="en-US" smtClean="0"/>
              <a:pPr/>
              <a:t>‹#›</a:t>
            </a:fld>
            <a:endParaRPr lang="en-US"/>
          </a:p>
        </p:txBody>
      </p:sp>
      <p:sp>
        <p:nvSpPr>
          <p:cNvPr id="12" name="TextBox 11">
            <a:extLst>
              <a:ext uri="{FF2B5EF4-FFF2-40B4-BE49-F238E27FC236}">
                <a16:creationId xmlns:a16="http://schemas.microsoft.com/office/drawing/2014/main" id="{91D90D27-47BB-877F-5DB2-CBBE59FF6060}"/>
              </a:ext>
            </a:extLst>
          </p:cNvPr>
          <p:cNvSpPr txBox="1"/>
          <p:nvPr userDrawn="1"/>
        </p:nvSpPr>
        <p:spPr>
          <a:xfrm>
            <a:off x="4508863" y="6283114"/>
            <a:ext cx="3174274" cy="215444"/>
          </a:xfrm>
          <a:prstGeom prst="rect">
            <a:avLst/>
          </a:prstGeom>
          <a:noFill/>
        </p:spPr>
        <p:txBody>
          <a:bodyPr wrap="square" rtlCol="0">
            <a:spAutoFit/>
          </a:bodyPr>
          <a:lstStyle/>
          <a:p>
            <a:pPr algn="ctr"/>
            <a:r>
              <a:rPr lang="en-US" sz="800">
                <a:solidFill>
                  <a:srgbClr val="333333"/>
                </a:solidFill>
                <a:latin typeface="Source Sans 3 Regular"/>
              </a:rPr>
              <a:t>ONLY FOR INTERNAL USE</a:t>
            </a:r>
            <a:endParaRPr lang="en-US" sz="800">
              <a:solidFill>
                <a:srgbClr val="333333"/>
              </a:solidFill>
            </a:endParaRPr>
          </a:p>
        </p:txBody>
      </p:sp>
      <p:pic>
        <p:nvPicPr>
          <p:cNvPr id="13" name="Picture 6">
            <a:extLst>
              <a:ext uri="{FF2B5EF4-FFF2-40B4-BE49-F238E27FC236}">
                <a16:creationId xmlns:a16="http://schemas.microsoft.com/office/drawing/2014/main" id="{8723639C-A83A-7806-8116-42C0F549B5A8}"/>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63638" y="6041809"/>
            <a:ext cx="2911634" cy="600927"/>
          </a:xfrm>
          <a:prstGeom prst="rect">
            <a:avLst/>
          </a:prstGeom>
        </p:spPr>
      </p:pic>
    </p:spTree>
    <p:extLst>
      <p:ext uri="{BB962C8B-B14F-4D97-AF65-F5344CB8AC3E}">
        <p14:creationId xmlns:p14="http://schemas.microsoft.com/office/powerpoint/2010/main" val="1551701439"/>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hapter divider-05">
    <p:bg>
      <p:bgPr>
        <a:solidFill>
          <a:schemeClr val="bg1"/>
        </a:solidFill>
        <a:effectLst/>
      </p:bgPr>
    </p:bg>
    <p:spTree>
      <p:nvGrpSpPr>
        <p:cNvPr id="1" name=""/>
        <p:cNvGrpSpPr/>
        <p:nvPr/>
      </p:nvGrpSpPr>
      <p:grpSpPr>
        <a:xfrm>
          <a:off x="0" y="0"/>
          <a:ext cx="0" cy="0"/>
          <a:chOff x="0" y="0"/>
          <a:chExt cx="0" cy="0"/>
        </a:xfrm>
      </p:grpSpPr>
      <p:sp>
        <p:nvSpPr>
          <p:cNvPr id="14" name="Bildplatzhalter 10">
            <a:extLst>
              <a:ext uri="{FF2B5EF4-FFF2-40B4-BE49-F238E27FC236}">
                <a16:creationId xmlns:a16="http://schemas.microsoft.com/office/drawing/2014/main" id="{34677825-95A0-08A5-C116-BBCFBE17A298}"/>
              </a:ext>
            </a:extLst>
          </p:cNvPr>
          <p:cNvSpPr>
            <a:spLocks noGrp="1"/>
          </p:cNvSpPr>
          <p:nvPr>
            <p:ph type="pic" sz="quarter" idx="10" hasCustomPrompt="1"/>
          </p:nvPr>
        </p:nvSpPr>
        <p:spPr bwMode="gray">
          <a:xfrm>
            <a:off x="6096000" y="0"/>
            <a:ext cx="6096000" cy="6858000"/>
          </a:xfrm>
          <a:solidFill>
            <a:schemeClr val="bg1">
              <a:alpha val="0"/>
            </a:schemeClr>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pic>
        <p:nvPicPr>
          <p:cNvPr id="3" name="Picture 2">
            <a:extLst>
              <a:ext uri="{FF2B5EF4-FFF2-40B4-BE49-F238E27FC236}">
                <a16:creationId xmlns:a16="http://schemas.microsoft.com/office/drawing/2014/main" id="{160325C9-76D3-DE8F-E9E6-B76239CB2A19}"/>
              </a:ext>
            </a:extLst>
          </p:cNvPr>
          <p:cNvPicPr>
            <a:picLocks noChangeAspect="1"/>
          </p:cNvPicPr>
          <p:nvPr userDrawn="1"/>
        </p:nvPicPr>
        <p:blipFill>
          <a:blip r:embed="rId2"/>
          <a:stretch>
            <a:fillRect/>
          </a:stretch>
        </p:blipFill>
        <p:spPr>
          <a:xfrm rot="16200000">
            <a:off x="-381001" y="380997"/>
            <a:ext cx="6858001" cy="6095999"/>
          </a:xfrm>
          <a:prstGeom prst="rect">
            <a:avLst/>
          </a:prstGeom>
        </p:spPr>
      </p:pic>
      <p:sp>
        <p:nvSpPr>
          <p:cNvPr id="2" name="Titel 1"/>
          <p:cNvSpPr>
            <a:spLocks noGrp="1"/>
          </p:cNvSpPr>
          <p:nvPr>
            <p:ph type="title" hasCustomPrompt="1"/>
          </p:nvPr>
        </p:nvSpPr>
        <p:spPr bwMode="gray">
          <a:xfrm>
            <a:off x="485774" y="1419225"/>
            <a:ext cx="5329239" cy="1793876"/>
          </a:xfrm>
        </p:spPr>
        <p:txBody>
          <a:bodyPr anchor="b"/>
          <a:lstStyle>
            <a:lvl1pPr>
              <a:defRPr sz="4000">
                <a:solidFill>
                  <a:schemeClr val="bg1"/>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85774" y="3579840"/>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6" name="Fußzeilenplatzhalter 4">
            <a:extLst>
              <a:ext uri="{FF2B5EF4-FFF2-40B4-BE49-F238E27FC236}">
                <a16:creationId xmlns:a16="http://schemas.microsoft.com/office/drawing/2014/main" id="{C4F5DBB7-F29F-9C3B-9436-0BADC5612AF5}"/>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rgbClr val="333333"/>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HPBU-EC 29 Jan 2026    |    zongertinib - ONLY FOR INTERNAL USE</a:t>
            </a:r>
          </a:p>
        </p:txBody>
      </p:sp>
      <p:sp>
        <p:nvSpPr>
          <p:cNvPr id="10" name="Foliennummernplatzhalter 5">
            <a:extLst>
              <a:ext uri="{FF2B5EF4-FFF2-40B4-BE49-F238E27FC236}">
                <a16:creationId xmlns:a16="http://schemas.microsoft.com/office/drawing/2014/main" id="{3009BCBF-A034-73D3-DFF4-18FE73837963}"/>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rgbClr val="333333"/>
                </a:solidFill>
              </a:defRPr>
            </a:lvl1pPr>
          </a:lstStyle>
          <a:p>
            <a:fld id="{DF4E8F9F-5B1F-4F5B-BE49-3245D8C18D9F}" type="slidenum">
              <a:rPr lang="en-US" smtClean="0"/>
              <a:pPr/>
              <a:t>‹#›</a:t>
            </a:fld>
            <a:endParaRPr lang="en-US"/>
          </a:p>
        </p:txBody>
      </p:sp>
      <p:pic>
        <p:nvPicPr>
          <p:cNvPr id="13" name="Picture 12">
            <a:extLst>
              <a:ext uri="{FF2B5EF4-FFF2-40B4-BE49-F238E27FC236}">
                <a16:creationId xmlns:a16="http://schemas.microsoft.com/office/drawing/2014/main" id="{80203D9A-1B31-52AA-B1A0-E5B7C1AE0790}"/>
              </a:ext>
            </a:extLst>
          </p:cNvPr>
          <p:cNvPicPr>
            <a:picLocks noChangeAspect="1"/>
          </p:cNvPicPr>
          <p:nvPr userDrawn="1"/>
        </p:nvPicPr>
        <p:blipFill>
          <a:blip r:embed="rId4"/>
          <a:srcRect t="20251" r="3976" b="2553"/>
          <a:stretch>
            <a:fillRect/>
          </a:stretch>
        </p:blipFill>
        <p:spPr>
          <a:xfrm>
            <a:off x="2005327" y="4725384"/>
            <a:ext cx="4090672" cy="2132615"/>
          </a:xfrm>
          <a:prstGeom prst="rect">
            <a:avLst/>
          </a:prstGeom>
        </p:spPr>
      </p:pic>
      <p:sp>
        <p:nvSpPr>
          <p:cNvPr id="11" name="TextBox 10">
            <a:extLst>
              <a:ext uri="{FF2B5EF4-FFF2-40B4-BE49-F238E27FC236}">
                <a16:creationId xmlns:a16="http://schemas.microsoft.com/office/drawing/2014/main" id="{CD3CA04C-BC7E-B15F-D9E7-B09887B8742B}"/>
              </a:ext>
            </a:extLst>
          </p:cNvPr>
          <p:cNvSpPr txBox="1"/>
          <p:nvPr userDrawn="1"/>
        </p:nvSpPr>
        <p:spPr>
          <a:xfrm>
            <a:off x="4508863" y="6283114"/>
            <a:ext cx="3174274" cy="215444"/>
          </a:xfrm>
          <a:prstGeom prst="rect">
            <a:avLst/>
          </a:prstGeom>
          <a:noFill/>
        </p:spPr>
        <p:txBody>
          <a:bodyPr wrap="square" rtlCol="0">
            <a:spAutoFit/>
          </a:bodyPr>
          <a:lstStyle/>
          <a:p>
            <a:pPr algn="ctr"/>
            <a:r>
              <a:rPr lang="en-US" sz="800">
                <a:solidFill>
                  <a:srgbClr val="333333"/>
                </a:solidFill>
                <a:latin typeface="Source Sans 3 Regular"/>
              </a:rPr>
              <a:t>ONLY FOR INTERNAL USE</a:t>
            </a:r>
            <a:endParaRPr lang="en-US" sz="800">
              <a:solidFill>
                <a:srgbClr val="333333"/>
              </a:solidFill>
            </a:endParaRPr>
          </a:p>
        </p:txBody>
      </p:sp>
      <p:pic>
        <p:nvPicPr>
          <p:cNvPr id="21" name="Picture 6">
            <a:extLst>
              <a:ext uri="{FF2B5EF4-FFF2-40B4-BE49-F238E27FC236}">
                <a16:creationId xmlns:a16="http://schemas.microsoft.com/office/drawing/2014/main" id="{BD74935F-3783-A0BA-0FAF-1E1A8A88E685}"/>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481443" y="6148478"/>
            <a:ext cx="2304020" cy="475522"/>
          </a:xfrm>
          <a:prstGeom prst="rect">
            <a:avLst/>
          </a:prstGeom>
        </p:spPr>
      </p:pic>
    </p:spTree>
    <p:extLst>
      <p:ext uri="{BB962C8B-B14F-4D97-AF65-F5344CB8AC3E}">
        <p14:creationId xmlns:p14="http://schemas.microsoft.com/office/powerpoint/2010/main" val="320255318"/>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grpSp>
        <p:nvGrpSpPr>
          <p:cNvPr id="2" name="Group 1">
            <a:extLst>
              <a:ext uri="{FF2B5EF4-FFF2-40B4-BE49-F238E27FC236}">
                <a16:creationId xmlns:a16="http://schemas.microsoft.com/office/drawing/2014/main" id="{74B84046-99A6-D78A-1847-74A75F6DF8A4}"/>
              </a:ext>
            </a:extLst>
          </p:cNvPr>
          <p:cNvGrpSpPr/>
          <p:nvPr userDrawn="1"/>
        </p:nvGrpSpPr>
        <p:grpSpPr>
          <a:xfrm>
            <a:off x="0" y="-1259"/>
            <a:ext cx="12194475" cy="286323"/>
            <a:chOff x="0" y="-734511"/>
            <a:chExt cx="12194475" cy="286323"/>
          </a:xfrm>
        </p:grpSpPr>
        <p:sp>
          <p:nvSpPr>
            <p:cNvPr id="6" name="Freeform: Shape 5">
              <a:extLst>
                <a:ext uri="{FF2B5EF4-FFF2-40B4-BE49-F238E27FC236}">
                  <a16:creationId xmlns:a16="http://schemas.microsoft.com/office/drawing/2014/main" id="{BE9116ED-E33F-87B9-E90B-C1F40CA854AB}"/>
                </a:ext>
              </a:extLst>
            </p:cNvPr>
            <p:cNvSpPr/>
            <p:nvPr/>
          </p:nvSpPr>
          <p:spPr>
            <a:xfrm>
              <a:off x="10263758" y="-734509"/>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7" name="Freeform: Shape 6">
              <a:extLst>
                <a:ext uri="{FF2B5EF4-FFF2-40B4-BE49-F238E27FC236}">
                  <a16:creationId xmlns:a16="http://schemas.microsoft.com/office/drawing/2014/main" id="{2F5C5872-EC2D-7EBA-A316-FB729D414CE2}"/>
                </a:ext>
              </a:extLst>
            </p:cNvPr>
            <p:cNvSpPr/>
            <p:nvPr/>
          </p:nvSpPr>
          <p:spPr>
            <a:xfrm>
              <a:off x="0" y="-734509"/>
              <a:ext cx="2300033" cy="286321"/>
            </a:xfrm>
            <a:custGeom>
              <a:avLst/>
              <a:gdLst>
                <a:gd name="connsiteX0" fmla="*/ 2061718 w 2300033"/>
                <a:gd name="connsiteY0" fmla="*/ 286322 h 286321"/>
                <a:gd name="connsiteX1" fmla="*/ 0 w 2300033"/>
                <a:gd name="connsiteY1" fmla="*/ 286322 h 286321"/>
                <a:gd name="connsiteX2" fmla="*/ 0 w 2300033"/>
                <a:gd name="connsiteY2" fmla="*/ 0 h 286321"/>
                <a:gd name="connsiteX3" fmla="*/ 2300034 w 2300033"/>
                <a:gd name="connsiteY3" fmla="*/ 0 h 286321"/>
                <a:gd name="connsiteX4" fmla="*/ 2061718 w 2300033"/>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0033" h="286321">
                  <a:moveTo>
                    <a:pt x="2061718" y="286322"/>
                  </a:moveTo>
                  <a:lnTo>
                    <a:pt x="0" y="286322"/>
                  </a:lnTo>
                  <a:lnTo>
                    <a:pt x="0" y="0"/>
                  </a:lnTo>
                  <a:lnTo>
                    <a:pt x="2300034" y="0"/>
                  </a:lnTo>
                  <a:lnTo>
                    <a:pt x="2061718"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9" name="Freeform: Shape 8">
              <a:extLst>
                <a:ext uri="{FF2B5EF4-FFF2-40B4-BE49-F238E27FC236}">
                  <a16:creationId xmlns:a16="http://schemas.microsoft.com/office/drawing/2014/main" id="{B491C194-6B79-2C22-D8EC-2971242893EC}"/>
                </a:ext>
              </a:extLst>
            </p:cNvPr>
            <p:cNvSpPr/>
            <p:nvPr/>
          </p:nvSpPr>
          <p:spPr>
            <a:xfrm>
              <a:off x="2200401" y="-734509"/>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0" name="Freeform: Shape 9">
              <a:extLst>
                <a:ext uri="{FF2B5EF4-FFF2-40B4-BE49-F238E27FC236}">
                  <a16:creationId xmlns:a16="http://schemas.microsoft.com/office/drawing/2014/main" id="{9838B120-46B8-500E-BDFB-713B6D377F69}"/>
                </a:ext>
              </a:extLst>
            </p:cNvPr>
            <p:cNvSpPr/>
            <p:nvPr userDrawn="1"/>
          </p:nvSpPr>
          <p:spPr>
            <a:xfrm>
              <a:off x="10263758" y="-734511"/>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gradFill>
              <a:gsLst>
                <a:gs pos="0">
                  <a:srgbClr val="4F41C8">
                    <a:alpha val="19000"/>
                  </a:srgbClr>
                </a:gs>
                <a:gs pos="91000">
                  <a:srgbClr val="121B58"/>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1" name="Freeform: Shape 10">
              <a:extLst>
                <a:ext uri="{FF2B5EF4-FFF2-40B4-BE49-F238E27FC236}">
                  <a16:creationId xmlns:a16="http://schemas.microsoft.com/office/drawing/2014/main" id="{BA8A080D-A9D5-8C60-C00A-2DA52706648F}"/>
                </a:ext>
              </a:extLst>
            </p:cNvPr>
            <p:cNvSpPr/>
            <p:nvPr userDrawn="1"/>
          </p:nvSpPr>
          <p:spPr>
            <a:xfrm>
              <a:off x="2350929" y="-734510"/>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gradFill>
              <a:gsLst>
                <a:gs pos="0">
                  <a:srgbClr val="4F41C8"/>
                </a:gs>
                <a:gs pos="100000">
                  <a:srgbClr val="121B58">
                    <a:alpha val="94000"/>
                  </a:srgbClr>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3" name="Freeform: Shape 12">
              <a:extLst>
                <a:ext uri="{FF2B5EF4-FFF2-40B4-BE49-F238E27FC236}">
                  <a16:creationId xmlns:a16="http://schemas.microsoft.com/office/drawing/2014/main" id="{7A0B497E-5744-E790-467F-690B30999B01}"/>
                </a:ext>
              </a:extLst>
            </p:cNvPr>
            <p:cNvSpPr/>
            <p:nvPr userDrawn="1"/>
          </p:nvSpPr>
          <p:spPr bwMode="gray">
            <a:xfrm rot="2983687" flipH="1">
              <a:off x="4100228" y="-629382"/>
              <a:ext cx="45719" cy="241296"/>
            </a:xfrm>
            <a:custGeom>
              <a:avLst/>
              <a:gdLst>
                <a:gd name="connsiteX0" fmla="*/ 28990 w 33964"/>
                <a:gd name="connsiteY0" fmla="*/ 4974 h 198801"/>
                <a:gd name="connsiteX1" fmla="*/ 16982 w 33964"/>
                <a:gd name="connsiteY1" fmla="*/ 0 h 198801"/>
                <a:gd name="connsiteX2" fmla="*/ 0 w 33964"/>
                <a:gd name="connsiteY2" fmla="*/ 16982 h 198801"/>
                <a:gd name="connsiteX3" fmla="*/ 0 w 33964"/>
                <a:gd name="connsiteY3" fmla="*/ 158712 h 198801"/>
                <a:gd name="connsiteX4" fmla="*/ 33964 w 33964"/>
                <a:gd name="connsiteY4" fmla="*/ 198801 h 198801"/>
                <a:gd name="connsiteX5" fmla="*/ 33964 w 33964"/>
                <a:gd name="connsiteY5" fmla="*/ 16982 h 198801"/>
                <a:gd name="connsiteX6" fmla="*/ 28990 w 33964"/>
                <a:gd name="connsiteY6" fmla="*/ 4974 h 19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64" h="198801">
                  <a:moveTo>
                    <a:pt x="28990" y="4974"/>
                  </a:moveTo>
                  <a:cubicBezTo>
                    <a:pt x="25917" y="1901"/>
                    <a:pt x="21671" y="0"/>
                    <a:pt x="16982" y="0"/>
                  </a:cubicBezTo>
                  <a:cubicBezTo>
                    <a:pt x="7603" y="0"/>
                    <a:pt x="0" y="7603"/>
                    <a:pt x="0" y="16982"/>
                  </a:cubicBezTo>
                  <a:lnTo>
                    <a:pt x="0" y="158712"/>
                  </a:lnTo>
                  <a:lnTo>
                    <a:pt x="33964" y="198801"/>
                  </a:lnTo>
                  <a:lnTo>
                    <a:pt x="33964" y="16982"/>
                  </a:lnTo>
                  <a:cubicBezTo>
                    <a:pt x="33964" y="12292"/>
                    <a:pt x="32063" y="8047"/>
                    <a:pt x="28990" y="4974"/>
                  </a:cubicBez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sp>
          <p:nvSpPr>
            <p:cNvPr id="14" name="Freeform: Shape 13">
              <a:extLst>
                <a:ext uri="{FF2B5EF4-FFF2-40B4-BE49-F238E27FC236}">
                  <a16:creationId xmlns:a16="http://schemas.microsoft.com/office/drawing/2014/main" id="{C940A4C7-6A38-BA04-360B-6588FCD08DBD}"/>
                </a:ext>
              </a:extLst>
            </p:cNvPr>
            <p:cNvSpPr/>
            <p:nvPr userDrawn="1"/>
          </p:nvSpPr>
          <p:spPr bwMode="gray">
            <a:xfrm rot="2983687" flipH="1">
              <a:off x="11897677" y="-800106"/>
              <a:ext cx="33965" cy="312883"/>
            </a:xfrm>
            <a:custGeom>
              <a:avLst/>
              <a:gdLst>
                <a:gd name="connsiteX0" fmla="*/ 33965 w 33965"/>
                <a:gd name="connsiteY0" fmla="*/ 40088 h 312883"/>
                <a:gd name="connsiteX1" fmla="*/ 0 w 33965"/>
                <a:gd name="connsiteY1" fmla="*/ 0 h 312883"/>
                <a:gd name="connsiteX2" fmla="*/ 1 w 33965"/>
                <a:gd name="connsiteY2" fmla="*/ 272794 h 312883"/>
                <a:gd name="connsiteX3" fmla="*/ 33965 w 33965"/>
                <a:gd name="connsiteY3" fmla="*/ 312883 h 312883"/>
                <a:gd name="connsiteX4" fmla="*/ 33965 w 33965"/>
                <a:gd name="connsiteY4" fmla="*/ 40088 h 312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65" h="312883">
                  <a:moveTo>
                    <a:pt x="33965" y="40088"/>
                  </a:moveTo>
                  <a:lnTo>
                    <a:pt x="0" y="0"/>
                  </a:lnTo>
                  <a:lnTo>
                    <a:pt x="1" y="272794"/>
                  </a:lnTo>
                  <a:lnTo>
                    <a:pt x="33965" y="312883"/>
                  </a:lnTo>
                  <a:lnTo>
                    <a:pt x="33965" y="40088"/>
                  </a:ln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grpSp>
      <p:sp>
        <p:nvSpPr>
          <p:cNvPr id="15" name="Fußzeilenplatzhalter 4">
            <a:extLst>
              <a:ext uri="{FF2B5EF4-FFF2-40B4-BE49-F238E27FC236}">
                <a16:creationId xmlns:a16="http://schemas.microsoft.com/office/drawing/2014/main" id="{2A400CA0-E31C-E508-2FAC-75E3ECB3D8F1}"/>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rgbClr val="333333"/>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HPBU-EC 29 Jan 2026    |    zongertinib - ONLY FOR INTERNAL USE</a:t>
            </a:r>
          </a:p>
        </p:txBody>
      </p:sp>
      <p:sp>
        <p:nvSpPr>
          <p:cNvPr id="16" name="Foliennummernplatzhalter 5">
            <a:extLst>
              <a:ext uri="{FF2B5EF4-FFF2-40B4-BE49-F238E27FC236}">
                <a16:creationId xmlns:a16="http://schemas.microsoft.com/office/drawing/2014/main" id="{0136CA4E-22B5-BD63-CD1B-E9C164F26B44}"/>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rgbClr val="333333"/>
                </a:solidFill>
              </a:defRPr>
            </a:lvl1pPr>
          </a:lstStyle>
          <a:p>
            <a:fld id="{DF4E8F9F-5B1F-4F5B-BE49-3245D8C18D9F}" type="slidenum">
              <a:rPr lang="en-US" smtClean="0"/>
              <a:pPr/>
              <a:t>‹#›</a:t>
            </a:fld>
            <a:endParaRPr lang="en-US"/>
          </a:p>
        </p:txBody>
      </p:sp>
      <p:sp>
        <p:nvSpPr>
          <p:cNvPr id="17" name="Titelplatzhalter 1">
            <a:extLst>
              <a:ext uri="{FF2B5EF4-FFF2-40B4-BE49-F238E27FC236}">
                <a16:creationId xmlns:a16="http://schemas.microsoft.com/office/drawing/2014/main" id="{F114D3E4-39BA-97CC-B276-19F167F46634}"/>
              </a:ext>
            </a:extLst>
          </p:cNvPr>
          <p:cNvSpPr>
            <a:spLocks noGrp="1"/>
          </p:cNvSpPr>
          <p:nvPr>
            <p:ph type="title" hasCustomPrompt="1"/>
          </p:nvPr>
        </p:nvSpPr>
        <p:spPr bwMode="gray">
          <a:xfrm>
            <a:off x="482645" y="450674"/>
            <a:ext cx="11226756" cy="720000"/>
          </a:xfrm>
          <a:prstGeom prst="rect">
            <a:avLst/>
          </a:prstGeom>
        </p:spPr>
        <p:txBody>
          <a:bodyPr vert="horz" lIns="0" tIns="0" rIns="0" bIns="0" rtlCol="0" anchor="t">
            <a:noAutofit/>
          </a:bodyPr>
          <a:lstStyle/>
          <a:p>
            <a:r>
              <a:rPr lang="en-US"/>
              <a:t>Add title of the slide</a:t>
            </a:r>
          </a:p>
        </p:txBody>
      </p:sp>
      <p:sp>
        <p:nvSpPr>
          <p:cNvPr id="19" name="Inhaltsplatzhalter 2">
            <a:extLst>
              <a:ext uri="{FF2B5EF4-FFF2-40B4-BE49-F238E27FC236}">
                <a16:creationId xmlns:a16="http://schemas.microsoft.com/office/drawing/2014/main" id="{E7899919-72C8-9D81-F7BD-8AD34FB8DCC3}"/>
              </a:ext>
            </a:extLst>
          </p:cNvPr>
          <p:cNvSpPr>
            <a:spLocks noGrp="1"/>
          </p:cNvSpPr>
          <p:nvPr>
            <p:ph idx="1" hasCustomPrompt="1"/>
          </p:nvPr>
        </p:nvSpPr>
        <p:spPr bwMode="gray">
          <a:xfrm>
            <a:off x="482599" y="1416052"/>
            <a:ext cx="11226755" cy="429598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2361026617"/>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82600" y="1416052"/>
            <a:ext cx="5472114" cy="429598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3636" y="1416052"/>
            <a:ext cx="5472114" cy="429598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grpSp>
        <p:nvGrpSpPr>
          <p:cNvPr id="6" name="Group 5">
            <a:extLst>
              <a:ext uri="{FF2B5EF4-FFF2-40B4-BE49-F238E27FC236}">
                <a16:creationId xmlns:a16="http://schemas.microsoft.com/office/drawing/2014/main" id="{D8E83CF2-A5A4-D93F-50BA-35C3DF3E520E}"/>
              </a:ext>
            </a:extLst>
          </p:cNvPr>
          <p:cNvGrpSpPr/>
          <p:nvPr userDrawn="1"/>
        </p:nvGrpSpPr>
        <p:grpSpPr>
          <a:xfrm>
            <a:off x="0" y="-1259"/>
            <a:ext cx="12194475" cy="286323"/>
            <a:chOff x="0" y="-734511"/>
            <a:chExt cx="12194475" cy="286323"/>
          </a:xfrm>
        </p:grpSpPr>
        <p:sp>
          <p:nvSpPr>
            <p:cNvPr id="9" name="Freeform: Shape 5">
              <a:extLst>
                <a:ext uri="{FF2B5EF4-FFF2-40B4-BE49-F238E27FC236}">
                  <a16:creationId xmlns:a16="http://schemas.microsoft.com/office/drawing/2014/main" id="{5BC4881C-884C-AD08-2159-D4EE2AB72B2F}"/>
                </a:ext>
              </a:extLst>
            </p:cNvPr>
            <p:cNvSpPr/>
            <p:nvPr/>
          </p:nvSpPr>
          <p:spPr>
            <a:xfrm>
              <a:off x="10263758" y="-734509"/>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1" name="Freeform: Shape 6">
              <a:extLst>
                <a:ext uri="{FF2B5EF4-FFF2-40B4-BE49-F238E27FC236}">
                  <a16:creationId xmlns:a16="http://schemas.microsoft.com/office/drawing/2014/main" id="{5BA204AE-7D9C-5C0D-29DD-56AE8049A161}"/>
                </a:ext>
              </a:extLst>
            </p:cNvPr>
            <p:cNvSpPr/>
            <p:nvPr/>
          </p:nvSpPr>
          <p:spPr>
            <a:xfrm>
              <a:off x="0" y="-734509"/>
              <a:ext cx="2300033" cy="286321"/>
            </a:xfrm>
            <a:custGeom>
              <a:avLst/>
              <a:gdLst>
                <a:gd name="connsiteX0" fmla="*/ 2061718 w 2300033"/>
                <a:gd name="connsiteY0" fmla="*/ 286322 h 286321"/>
                <a:gd name="connsiteX1" fmla="*/ 0 w 2300033"/>
                <a:gd name="connsiteY1" fmla="*/ 286322 h 286321"/>
                <a:gd name="connsiteX2" fmla="*/ 0 w 2300033"/>
                <a:gd name="connsiteY2" fmla="*/ 0 h 286321"/>
                <a:gd name="connsiteX3" fmla="*/ 2300034 w 2300033"/>
                <a:gd name="connsiteY3" fmla="*/ 0 h 286321"/>
                <a:gd name="connsiteX4" fmla="*/ 2061718 w 2300033"/>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0033" h="286321">
                  <a:moveTo>
                    <a:pt x="2061718" y="286322"/>
                  </a:moveTo>
                  <a:lnTo>
                    <a:pt x="0" y="286322"/>
                  </a:lnTo>
                  <a:lnTo>
                    <a:pt x="0" y="0"/>
                  </a:lnTo>
                  <a:lnTo>
                    <a:pt x="2300034" y="0"/>
                  </a:lnTo>
                  <a:lnTo>
                    <a:pt x="2061718"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2" name="Freeform: Shape 8">
              <a:extLst>
                <a:ext uri="{FF2B5EF4-FFF2-40B4-BE49-F238E27FC236}">
                  <a16:creationId xmlns:a16="http://schemas.microsoft.com/office/drawing/2014/main" id="{28511818-2778-A033-498E-0D4A751C527C}"/>
                </a:ext>
              </a:extLst>
            </p:cNvPr>
            <p:cNvSpPr/>
            <p:nvPr/>
          </p:nvSpPr>
          <p:spPr>
            <a:xfrm>
              <a:off x="2200401" y="-734509"/>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3" name="Freeform: Shape 9">
              <a:extLst>
                <a:ext uri="{FF2B5EF4-FFF2-40B4-BE49-F238E27FC236}">
                  <a16:creationId xmlns:a16="http://schemas.microsoft.com/office/drawing/2014/main" id="{2A1A7AA3-8456-D4A2-425D-92F5271095C5}"/>
                </a:ext>
              </a:extLst>
            </p:cNvPr>
            <p:cNvSpPr/>
            <p:nvPr userDrawn="1"/>
          </p:nvSpPr>
          <p:spPr>
            <a:xfrm>
              <a:off x="10263758" y="-734511"/>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gradFill>
              <a:gsLst>
                <a:gs pos="0">
                  <a:srgbClr val="4F41C8">
                    <a:alpha val="19000"/>
                  </a:srgbClr>
                </a:gs>
                <a:gs pos="91000">
                  <a:srgbClr val="121B58"/>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4" name="Freeform: Shape 10">
              <a:extLst>
                <a:ext uri="{FF2B5EF4-FFF2-40B4-BE49-F238E27FC236}">
                  <a16:creationId xmlns:a16="http://schemas.microsoft.com/office/drawing/2014/main" id="{00929CC2-F88C-6EF2-5955-FFED06D911AA}"/>
                </a:ext>
              </a:extLst>
            </p:cNvPr>
            <p:cNvSpPr/>
            <p:nvPr userDrawn="1"/>
          </p:nvSpPr>
          <p:spPr>
            <a:xfrm>
              <a:off x="2350929" y="-734510"/>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gradFill>
              <a:gsLst>
                <a:gs pos="0">
                  <a:srgbClr val="4F41C8"/>
                </a:gs>
                <a:gs pos="100000">
                  <a:srgbClr val="121B58">
                    <a:alpha val="94000"/>
                  </a:srgbClr>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5" name="Freeform: Shape 12">
              <a:extLst>
                <a:ext uri="{FF2B5EF4-FFF2-40B4-BE49-F238E27FC236}">
                  <a16:creationId xmlns:a16="http://schemas.microsoft.com/office/drawing/2014/main" id="{0B7A8DED-CD95-D363-B9AF-93494DFBFCE8}"/>
                </a:ext>
              </a:extLst>
            </p:cNvPr>
            <p:cNvSpPr/>
            <p:nvPr userDrawn="1"/>
          </p:nvSpPr>
          <p:spPr bwMode="gray">
            <a:xfrm rot="2983687" flipH="1">
              <a:off x="4100228" y="-629382"/>
              <a:ext cx="45719" cy="241296"/>
            </a:xfrm>
            <a:custGeom>
              <a:avLst/>
              <a:gdLst>
                <a:gd name="connsiteX0" fmla="*/ 28990 w 33964"/>
                <a:gd name="connsiteY0" fmla="*/ 4974 h 198801"/>
                <a:gd name="connsiteX1" fmla="*/ 16982 w 33964"/>
                <a:gd name="connsiteY1" fmla="*/ 0 h 198801"/>
                <a:gd name="connsiteX2" fmla="*/ 0 w 33964"/>
                <a:gd name="connsiteY2" fmla="*/ 16982 h 198801"/>
                <a:gd name="connsiteX3" fmla="*/ 0 w 33964"/>
                <a:gd name="connsiteY3" fmla="*/ 158712 h 198801"/>
                <a:gd name="connsiteX4" fmla="*/ 33964 w 33964"/>
                <a:gd name="connsiteY4" fmla="*/ 198801 h 198801"/>
                <a:gd name="connsiteX5" fmla="*/ 33964 w 33964"/>
                <a:gd name="connsiteY5" fmla="*/ 16982 h 198801"/>
                <a:gd name="connsiteX6" fmla="*/ 28990 w 33964"/>
                <a:gd name="connsiteY6" fmla="*/ 4974 h 19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64" h="198801">
                  <a:moveTo>
                    <a:pt x="28990" y="4974"/>
                  </a:moveTo>
                  <a:cubicBezTo>
                    <a:pt x="25917" y="1901"/>
                    <a:pt x="21671" y="0"/>
                    <a:pt x="16982" y="0"/>
                  </a:cubicBezTo>
                  <a:cubicBezTo>
                    <a:pt x="7603" y="0"/>
                    <a:pt x="0" y="7603"/>
                    <a:pt x="0" y="16982"/>
                  </a:cubicBezTo>
                  <a:lnTo>
                    <a:pt x="0" y="158712"/>
                  </a:lnTo>
                  <a:lnTo>
                    <a:pt x="33964" y="198801"/>
                  </a:lnTo>
                  <a:lnTo>
                    <a:pt x="33964" y="16982"/>
                  </a:lnTo>
                  <a:cubicBezTo>
                    <a:pt x="33964" y="12292"/>
                    <a:pt x="32063" y="8047"/>
                    <a:pt x="28990" y="4974"/>
                  </a:cubicBez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sp>
          <p:nvSpPr>
            <p:cNvPr id="16" name="Freeform: Shape 13">
              <a:extLst>
                <a:ext uri="{FF2B5EF4-FFF2-40B4-BE49-F238E27FC236}">
                  <a16:creationId xmlns:a16="http://schemas.microsoft.com/office/drawing/2014/main" id="{7055DA59-2A58-7AEF-EE74-29257D73B242}"/>
                </a:ext>
              </a:extLst>
            </p:cNvPr>
            <p:cNvSpPr/>
            <p:nvPr userDrawn="1"/>
          </p:nvSpPr>
          <p:spPr bwMode="gray">
            <a:xfrm rot="2983687" flipH="1">
              <a:off x="11897677" y="-800106"/>
              <a:ext cx="33965" cy="312883"/>
            </a:xfrm>
            <a:custGeom>
              <a:avLst/>
              <a:gdLst>
                <a:gd name="connsiteX0" fmla="*/ 33965 w 33965"/>
                <a:gd name="connsiteY0" fmla="*/ 40088 h 312883"/>
                <a:gd name="connsiteX1" fmla="*/ 0 w 33965"/>
                <a:gd name="connsiteY1" fmla="*/ 0 h 312883"/>
                <a:gd name="connsiteX2" fmla="*/ 1 w 33965"/>
                <a:gd name="connsiteY2" fmla="*/ 272794 h 312883"/>
                <a:gd name="connsiteX3" fmla="*/ 33965 w 33965"/>
                <a:gd name="connsiteY3" fmla="*/ 312883 h 312883"/>
                <a:gd name="connsiteX4" fmla="*/ 33965 w 33965"/>
                <a:gd name="connsiteY4" fmla="*/ 40088 h 312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65" h="312883">
                  <a:moveTo>
                    <a:pt x="33965" y="40088"/>
                  </a:moveTo>
                  <a:lnTo>
                    <a:pt x="0" y="0"/>
                  </a:lnTo>
                  <a:lnTo>
                    <a:pt x="1" y="272794"/>
                  </a:lnTo>
                  <a:lnTo>
                    <a:pt x="33965" y="312883"/>
                  </a:lnTo>
                  <a:lnTo>
                    <a:pt x="33965" y="40088"/>
                  </a:ln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grpSp>
      <p:sp>
        <p:nvSpPr>
          <p:cNvPr id="17" name="Fußzeilenplatzhalter 4">
            <a:extLst>
              <a:ext uri="{FF2B5EF4-FFF2-40B4-BE49-F238E27FC236}">
                <a16:creationId xmlns:a16="http://schemas.microsoft.com/office/drawing/2014/main" id="{99877886-CD13-60B9-949C-F3BA2AB062E6}"/>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rgbClr val="333333"/>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HPBU-EC 29 Jan 2026    |    zongertinib - ONLY FOR INTERNAL USE</a:t>
            </a:r>
          </a:p>
        </p:txBody>
      </p:sp>
      <p:sp>
        <p:nvSpPr>
          <p:cNvPr id="18" name="Foliennummernplatzhalter 5">
            <a:extLst>
              <a:ext uri="{FF2B5EF4-FFF2-40B4-BE49-F238E27FC236}">
                <a16:creationId xmlns:a16="http://schemas.microsoft.com/office/drawing/2014/main" id="{F4D77B7D-5143-83B4-C519-36E7295B228D}"/>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rgbClr val="333333"/>
                </a:solidFill>
              </a:defRPr>
            </a:lvl1pPr>
          </a:lstStyle>
          <a:p>
            <a:fld id="{DF4E8F9F-5B1F-4F5B-BE49-3245D8C18D9F}" type="slidenum">
              <a:rPr lang="en-US" smtClean="0"/>
              <a:pPr/>
              <a:t>‹#›</a:t>
            </a:fld>
            <a:endParaRPr lang="en-US"/>
          </a:p>
        </p:txBody>
      </p:sp>
      <p:sp>
        <p:nvSpPr>
          <p:cNvPr id="5" name="Titelplatzhalter 1">
            <a:extLst>
              <a:ext uri="{FF2B5EF4-FFF2-40B4-BE49-F238E27FC236}">
                <a16:creationId xmlns:a16="http://schemas.microsoft.com/office/drawing/2014/main" id="{12AC18E6-4CA3-5394-49D5-5FACB04DD44F}"/>
              </a:ext>
            </a:extLst>
          </p:cNvPr>
          <p:cNvSpPr>
            <a:spLocks noGrp="1"/>
          </p:cNvSpPr>
          <p:nvPr>
            <p:ph type="title" hasCustomPrompt="1"/>
          </p:nvPr>
        </p:nvSpPr>
        <p:spPr bwMode="gray">
          <a:xfrm>
            <a:off x="482645" y="450674"/>
            <a:ext cx="11226756" cy="720000"/>
          </a:xfrm>
          <a:prstGeom prst="rect">
            <a:avLst/>
          </a:prstGeom>
        </p:spPr>
        <p:txBody>
          <a:bodyPr vert="horz" lIns="0" tIns="0" rIns="0" bIns="0" rtlCol="0" anchor="t">
            <a:noAutofit/>
          </a:bodyPr>
          <a:lstStyle/>
          <a:p>
            <a:r>
              <a:rPr lang="en-US"/>
              <a:t>Add title of the slide</a:t>
            </a:r>
          </a:p>
        </p:txBody>
      </p:sp>
    </p:spTree>
    <p:extLst>
      <p:ext uri="{BB962C8B-B14F-4D97-AF65-F5344CB8AC3E}">
        <p14:creationId xmlns:p14="http://schemas.microsoft.com/office/powerpoint/2010/main" val="1648608506"/>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79834" y="1413222"/>
            <a:ext cx="3563938" cy="428728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5463" y="1412876"/>
            <a:ext cx="3527425" cy="428728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51813" y="1412876"/>
            <a:ext cx="3563937" cy="428728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grpSp>
        <p:nvGrpSpPr>
          <p:cNvPr id="6" name="Group 5">
            <a:extLst>
              <a:ext uri="{FF2B5EF4-FFF2-40B4-BE49-F238E27FC236}">
                <a16:creationId xmlns:a16="http://schemas.microsoft.com/office/drawing/2014/main" id="{08C60BB4-4A75-1A94-4672-2054A9D5BD44}"/>
              </a:ext>
            </a:extLst>
          </p:cNvPr>
          <p:cNvGrpSpPr/>
          <p:nvPr userDrawn="1"/>
        </p:nvGrpSpPr>
        <p:grpSpPr>
          <a:xfrm>
            <a:off x="0" y="-1259"/>
            <a:ext cx="12194475" cy="286323"/>
            <a:chOff x="0" y="-734511"/>
            <a:chExt cx="12194475" cy="286323"/>
          </a:xfrm>
        </p:grpSpPr>
        <p:sp>
          <p:nvSpPr>
            <p:cNvPr id="9" name="Freeform: Shape 5">
              <a:extLst>
                <a:ext uri="{FF2B5EF4-FFF2-40B4-BE49-F238E27FC236}">
                  <a16:creationId xmlns:a16="http://schemas.microsoft.com/office/drawing/2014/main" id="{209E1CEC-EDEC-A22A-8B36-2DCD923A3EC0}"/>
                </a:ext>
              </a:extLst>
            </p:cNvPr>
            <p:cNvSpPr/>
            <p:nvPr/>
          </p:nvSpPr>
          <p:spPr>
            <a:xfrm>
              <a:off x="10263758" y="-734509"/>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1" name="Freeform: Shape 6">
              <a:extLst>
                <a:ext uri="{FF2B5EF4-FFF2-40B4-BE49-F238E27FC236}">
                  <a16:creationId xmlns:a16="http://schemas.microsoft.com/office/drawing/2014/main" id="{48E2FCEA-5DC4-AD4E-477F-FA94B74E3D1A}"/>
                </a:ext>
              </a:extLst>
            </p:cNvPr>
            <p:cNvSpPr/>
            <p:nvPr/>
          </p:nvSpPr>
          <p:spPr>
            <a:xfrm>
              <a:off x="0" y="-734509"/>
              <a:ext cx="2300033" cy="286321"/>
            </a:xfrm>
            <a:custGeom>
              <a:avLst/>
              <a:gdLst>
                <a:gd name="connsiteX0" fmla="*/ 2061718 w 2300033"/>
                <a:gd name="connsiteY0" fmla="*/ 286322 h 286321"/>
                <a:gd name="connsiteX1" fmla="*/ 0 w 2300033"/>
                <a:gd name="connsiteY1" fmla="*/ 286322 h 286321"/>
                <a:gd name="connsiteX2" fmla="*/ 0 w 2300033"/>
                <a:gd name="connsiteY2" fmla="*/ 0 h 286321"/>
                <a:gd name="connsiteX3" fmla="*/ 2300034 w 2300033"/>
                <a:gd name="connsiteY3" fmla="*/ 0 h 286321"/>
                <a:gd name="connsiteX4" fmla="*/ 2061718 w 2300033"/>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0033" h="286321">
                  <a:moveTo>
                    <a:pt x="2061718" y="286322"/>
                  </a:moveTo>
                  <a:lnTo>
                    <a:pt x="0" y="286322"/>
                  </a:lnTo>
                  <a:lnTo>
                    <a:pt x="0" y="0"/>
                  </a:lnTo>
                  <a:lnTo>
                    <a:pt x="2300034" y="0"/>
                  </a:lnTo>
                  <a:lnTo>
                    <a:pt x="2061718"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3" name="Freeform: Shape 8">
              <a:extLst>
                <a:ext uri="{FF2B5EF4-FFF2-40B4-BE49-F238E27FC236}">
                  <a16:creationId xmlns:a16="http://schemas.microsoft.com/office/drawing/2014/main" id="{BCEDE18A-BF2E-403F-5956-C76F3E01DBEE}"/>
                </a:ext>
              </a:extLst>
            </p:cNvPr>
            <p:cNvSpPr/>
            <p:nvPr/>
          </p:nvSpPr>
          <p:spPr>
            <a:xfrm>
              <a:off x="2200401" y="-734509"/>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4" name="Freeform: Shape 9">
              <a:extLst>
                <a:ext uri="{FF2B5EF4-FFF2-40B4-BE49-F238E27FC236}">
                  <a16:creationId xmlns:a16="http://schemas.microsoft.com/office/drawing/2014/main" id="{CEDBBD5C-531A-3EC2-A845-D7B644CF00DE}"/>
                </a:ext>
              </a:extLst>
            </p:cNvPr>
            <p:cNvSpPr/>
            <p:nvPr userDrawn="1"/>
          </p:nvSpPr>
          <p:spPr>
            <a:xfrm>
              <a:off x="10263758" y="-734511"/>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gradFill>
              <a:gsLst>
                <a:gs pos="0">
                  <a:srgbClr val="4F41C8">
                    <a:alpha val="19000"/>
                  </a:srgbClr>
                </a:gs>
                <a:gs pos="91000">
                  <a:srgbClr val="121B58"/>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5" name="Freeform: Shape 10">
              <a:extLst>
                <a:ext uri="{FF2B5EF4-FFF2-40B4-BE49-F238E27FC236}">
                  <a16:creationId xmlns:a16="http://schemas.microsoft.com/office/drawing/2014/main" id="{BE2B133E-F94D-B8F7-B339-D97C7D16F495}"/>
                </a:ext>
              </a:extLst>
            </p:cNvPr>
            <p:cNvSpPr/>
            <p:nvPr userDrawn="1"/>
          </p:nvSpPr>
          <p:spPr>
            <a:xfrm>
              <a:off x="2350929" y="-734510"/>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gradFill>
              <a:gsLst>
                <a:gs pos="0">
                  <a:srgbClr val="4F41C8"/>
                </a:gs>
                <a:gs pos="100000">
                  <a:srgbClr val="121B58">
                    <a:alpha val="94000"/>
                  </a:srgbClr>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6" name="Freeform: Shape 12">
              <a:extLst>
                <a:ext uri="{FF2B5EF4-FFF2-40B4-BE49-F238E27FC236}">
                  <a16:creationId xmlns:a16="http://schemas.microsoft.com/office/drawing/2014/main" id="{E6C0B027-096F-F86B-853A-ED45EBB93C38}"/>
                </a:ext>
              </a:extLst>
            </p:cNvPr>
            <p:cNvSpPr/>
            <p:nvPr userDrawn="1"/>
          </p:nvSpPr>
          <p:spPr bwMode="gray">
            <a:xfrm rot="2983687" flipH="1">
              <a:off x="4100228" y="-629382"/>
              <a:ext cx="45719" cy="241296"/>
            </a:xfrm>
            <a:custGeom>
              <a:avLst/>
              <a:gdLst>
                <a:gd name="connsiteX0" fmla="*/ 28990 w 33964"/>
                <a:gd name="connsiteY0" fmla="*/ 4974 h 198801"/>
                <a:gd name="connsiteX1" fmla="*/ 16982 w 33964"/>
                <a:gd name="connsiteY1" fmla="*/ 0 h 198801"/>
                <a:gd name="connsiteX2" fmla="*/ 0 w 33964"/>
                <a:gd name="connsiteY2" fmla="*/ 16982 h 198801"/>
                <a:gd name="connsiteX3" fmla="*/ 0 w 33964"/>
                <a:gd name="connsiteY3" fmla="*/ 158712 h 198801"/>
                <a:gd name="connsiteX4" fmla="*/ 33964 w 33964"/>
                <a:gd name="connsiteY4" fmla="*/ 198801 h 198801"/>
                <a:gd name="connsiteX5" fmla="*/ 33964 w 33964"/>
                <a:gd name="connsiteY5" fmla="*/ 16982 h 198801"/>
                <a:gd name="connsiteX6" fmla="*/ 28990 w 33964"/>
                <a:gd name="connsiteY6" fmla="*/ 4974 h 19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64" h="198801">
                  <a:moveTo>
                    <a:pt x="28990" y="4974"/>
                  </a:moveTo>
                  <a:cubicBezTo>
                    <a:pt x="25917" y="1901"/>
                    <a:pt x="21671" y="0"/>
                    <a:pt x="16982" y="0"/>
                  </a:cubicBezTo>
                  <a:cubicBezTo>
                    <a:pt x="7603" y="0"/>
                    <a:pt x="0" y="7603"/>
                    <a:pt x="0" y="16982"/>
                  </a:cubicBezTo>
                  <a:lnTo>
                    <a:pt x="0" y="158712"/>
                  </a:lnTo>
                  <a:lnTo>
                    <a:pt x="33964" y="198801"/>
                  </a:lnTo>
                  <a:lnTo>
                    <a:pt x="33964" y="16982"/>
                  </a:lnTo>
                  <a:cubicBezTo>
                    <a:pt x="33964" y="12292"/>
                    <a:pt x="32063" y="8047"/>
                    <a:pt x="28990" y="4974"/>
                  </a:cubicBez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sp>
          <p:nvSpPr>
            <p:cNvPr id="17" name="Freeform: Shape 13">
              <a:extLst>
                <a:ext uri="{FF2B5EF4-FFF2-40B4-BE49-F238E27FC236}">
                  <a16:creationId xmlns:a16="http://schemas.microsoft.com/office/drawing/2014/main" id="{35991642-4197-B49A-A923-14674132E08D}"/>
                </a:ext>
              </a:extLst>
            </p:cNvPr>
            <p:cNvSpPr/>
            <p:nvPr userDrawn="1"/>
          </p:nvSpPr>
          <p:spPr bwMode="gray">
            <a:xfrm rot="2983687" flipH="1">
              <a:off x="11897677" y="-800106"/>
              <a:ext cx="33965" cy="312883"/>
            </a:xfrm>
            <a:custGeom>
              <a:avLst/>
              <a:gdLst>
                <a:gd name="connsiteX0" fmla="*/ 33965 w 33965"/>
                <a:gd name="connsiteY0" fmla="*/ 40088 h 312883"/>
                <a:gd name="connsiteX1" fmla="*/ 0 w 33965"/>
                <a:gd name="connsiteY1" fmla="*/ 0 h 312883"/>
                <a:gd name="connsiteX2" fmla="*/ 1 w 33965"/>
                <a:gd name="connsiteY2" fmla="*/ 272794 h 312883"/>
                <a:gd name="connsiteX3" fmla="*/ 33965 w 33965"/>
                <a:gd name="connsiteY3" fmla="*/ 312883 h 312883"/>
                <a:gd name="connsiteX4" fmla="*/ 33965 w 33965"/>
                <a:gd name="connsiteY4" fmla="*/ 40088 h 312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65" h="312883">
                  <a:moveTo>
                    <a:pt x="33965" y="40088"/>
                  </a:moveTo>
                  <a:lnTo>
                    <a:pt x="0" y="0"/>
                  </a:lnTo>
                  <a:lnTo>
                    <a:pt x="1" y="272794"/>
                  </a:lnTo>
                  <a:lnTo>
                    <a:pt x="33965" y="312883"/>
                  </a:lnTo>
                  <a:lnTo>
                    <a:pt x="33965" y="40088"/>
                  </a:ln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grpSp>
      <p:sp>
        <p:nvSpPr>
          <p:cNvPr id="18" name="Fußzeilenplatzhalter 4">
            <a:extLst>
              <a:ext uri="{FF2B5EF4-FFF2-40B4-BE49-F238E27FC236}">
                <a16:creationId xmlns:a16="http://schemas.microsoft.com/office/drawing/2014/main" id="{918FD2B8-F670-522C-2D70-5ACEADC76473}"/>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rgbClr val="333333"/>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HPBU-EC 29 Jan 2026    |    zongertinib - ONLY FOR INTERNAL USE</a:t>
            </a:r>
          </a:p>
        </p:txBody>
      </p:sp>
      <p:sp>
        <p:nvSpPr>
          <p:cNvPr id="19" name="Foliennummernplatzhalter 5">
            <a:extLst>
              <a:ext uri="{FF2B5EF4-FFF2-40B4-BE49-F238E27FC236}">
                <a16:creationId xmlns:a16="http://schemas.microsoft.com/office/drawing/2014/main" id="{5EF88A73-4727-BFEC-E783-DC385E08D330}"/>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rgbClr val="333333"/>
                </a:solidFill>
              </a:defRPr>
            </a:lvl1pPr>
          </a:lstStyle>
          <a:p>
            <a:fld id="{DF4E8F9F-5B1F-4F5B-BE49-3245D8C18D9F}" type="slidenum">
              <a:rPr lang="en-US" smtClean="0"/>
              <a:pPr/>
              <a:t>‹#›</a:t>
            </a:fld>
            <a:endParaRPr lang="en-US"/>
          </a:p>
        </p:txBody>
      </p:sp>
      <p:sp>
        <p:nvSpPr>
          <p:cNvPr id="7" name="Titelplatzhalter 1">
            <a:extLst>
              <a:ext uri="{FF2B5EF4-FFF2-40B4-BE49-F238E27FC236}">
                <a16:creationId xmlns:a16="http://schemas.microsoft.com/office/drawing/2014/main" id="{AA5EEEFC-FA59-2473-FDB5-9A8558AE521D}"/>
              </a:ext>
            </a:extLst>
          </p:cNvPr>
          <p:cNvSpPr>
            <a:spLocks noGrp="1"/>
          </p:cNvSpPr>
          <p:nvPr>
            <p:ph type="title" hasCustomPrompt="1"/>
          </p:nvPr>
        </p:nvSpPr>
        <p:spPr bwMode="gray">
          <a:xfrm>
            <a:off x="482645" y="450674"/>
            <a:ext cx="11226756" cy="720000"/>
          </a:xfrm>
          <a:prstGeom prst="rect">
            <a:avLst/>
          </a:prstGeom>
        </p:spPr>
        <p:txBody>
          <a:bodyPr vert="horz" lIns="0" tIns="0" rIns="0" bIns="0" rtlCol="0" anchor="t">
            <a:noAutofit/>
          </a:bodyPr>
          <a:lstStyle/>
          <a:p>
            <a:r>
              <a:rPr lang="en-US"/>
              <a:t>Add title of the slide</a:t>
            </a:r>
          </a:p>
        </p:txBody>
      </p:sp>
    </p:spTree>
    <p:extLst>
      <p:ext uri="{BB962C8B-B14F-4D97-AF65-F5344CB8AC3E}">
        <p14:creationId xmlns:p14="http://schemas.microsoft.com/office/powerpoint/2010/main" val="916608307"/>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ection slide-04">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C5CEDF"/>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grpSp>
        <p:nvGrpSpPr>
          <p:cNvPr id="4" name="Group 3">
            <a:extLst>
              <a:ext uri="{FF2B5EF4-FFF2-40B4-BE49-F238E27FC236}">
                <a16:creationId xmlns:a16="http://schemas.microsoft.com/office/drawing/2014/main" id="{4EAC37E8-078B-8A00-0636-D9617AC1BF85}"/>
              </a:ext>
            </a:extLst>
          </p:cNvPr>
          <p:cNvGrpSpPr/>
          <p:nvPr userDrawn="1"/>
        </p:nvGrpSpPr>
        <p:grpSpPr>
          <a:xfrm>
            <a:off x="0" y="-1259"/>
            <a:ext cx="12194475" cy="286323"/>
            <a:chOff x="0" y="-734511"/>
            <a:chExt cx="12194475" cy="286323"/>
          </a:xfrm>
        </p:grpSpPr>
        <p:sp>
          <p:nvSpPr>
            <p:cNvPr id="5" name="Freeform: Shape 5">
              <a:extLst>
                <a:ext uri="{FF2B5EF4-FFF2-40B4-BE49-F238E27FC236}">
                  <a16:creationId xmlns:a16="http://schemas.microsoft.com/office/drawing/2014/main" id="{06ED0EF9-4F52-B842-209A-93E5BC0C5488}"/>
                </a:ext>
              </a:extLst>
            </p:cNvPr>
            <p:cNvSpPr/>
            <p:nvPr/>
          </p:nvSpPr>
          <p:spPr>
            <a:xfrm>
              <a:off x="10263758" y="-734509"/>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9" name="Freeform: Shape 6">
              <a:extLst>
                <a:ext uri="{FF2B5EF4-FFF2-40B4-BE49-F238E27FC236}">
                  <a16:creationId xmlns:a16="http://schemas.microsoft.com/office/drawing/2014/main" id="{A4C90030-543A-263D-BC43-7A793CD6833D}"/>
                </a:ext>
              </a:extLst>
            </p:cNvPr>
            <p:cNvSpPr/>
            <p:nvPr/>
          </p:nvSpPr>
          <p:spPr>
            <a:xfrm>
              <a:off x="0" y="-734509"/>
              <a:ext cx="2300033" cy="286321"/>
            </a:xfrm>
            <a:custGeom>
              <a:avLst/>
              <a:gdLst>
                <a:gd name="connsiteX0" fmla="*/ 2061718 w 2300033"/>
                <a:gd name="connsiteY0" fmla="*/ 286322 h 286321"/>
                <a:gd name="connsiteX1" fmla="*/ 0 w 2300033"/>
                <a:gd name="connsiteY1" fmla="*/ 286322 h 286321"/>
                <a:gd name="connsiteX2" fmla="*/ 0 w 2300033"/>
                <a:gd name="connsiteY2" fmla="*/ 0 h 286321"/>
                <a:gd name="connsiteX3" fmla="*/ 2300034 w 2300033"/>
                <a:gd name="connsiteY3" fmla="*/ 0 h 286321"/>
                <a:gd name="connsiteX4" fmla="*/ 2061718 w 2300033"/>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0033" h="286321">
                  <a:moveTo>
                    <a:pt x="2061718" y="286322"/>
                  </a:moveTo>
                  <a:lnTo>
                    <a:pt x="0" y="286322"/>
                  </a:lnTo>
                  <a:lnTo>
                    <a:pt x="0" y="0"/>
                  </a:lnTo>
                  <a:lnTo>
                    <a:pt x="2300034" y="0"/>
                  </a:lnTo>
                  <a:lnTo>
                    <a:pt x="2061718"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1" name="Freeform: Shape 8">
              <a:extLst>
                <a:ext uri="{FF2B5EF4-FFF2-40B4-BE49-F238E27FC236}">
                  <a16:creationId xmlns:a16="http://schemas.microsoft.com/office/drawing/2014/main" id="{F79340C4-EA09-E7A2-B23E-02856BB14C96}"/>
                </a:ext>
              </a:extLst>
            </p:cNvPr>
            <p:cNvSpPr/>
            <p:nvPr/>
          </p:nvSpPr>
          <p:spPr>
            <a:xfrm>
              <a:off x="2200401" y="-734509"/>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solidFill>
              <a:srgbClr val="4F41C8"/>
            </a:soli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3" name="Freeform: Shape 9">
              <a:extLst>
                <a:ext uri="{FF2B5EF4-FFF2-40B4-BE49-F238E27FC236}">
                  <a16:creationId xmlns:a16="http://schemas.microsoft.com/office/drawing/2014/main" id="{2DD04876-1C72-D680-08FC-5D20074469C6}"/>
                </a:ext>
              </a:extLst>
            </p:cNvPr>
            <p:cNvSpPr/>
            <p:nvPr userDrawn="1"/>
          </p:nvSpPr>
          <p:spPr>
            <a:xfrm>
              <a:off x="10263758" y="-734511"/>
              <a:ext cx="1930717" cy="286321"/>
            </a:xfrm>
            <a:custGeom>
              <a:avLst/>
              <a:gdLst>
                <a:gd name="connsiteX0" fmla="*/ 1929067 w 1930717"/>
                <a:gd name="connsiteY0" fmla="*/ 286322 h 286321"/>
                <a:gd name="connsiteX1" fmla="*/ 0 w 1930717"/>
                <a:gd name="connsiteY1" fmla="*/ 286322 h 286321"/>
                <a:gd name="connsiteX2" fmla="*/ 6160 w 1930717"/>
                <a:gd name="connsiteY2" fmla="*/ 0 h 286321"/>
                <a:gd name="connsiteX3" fmla="*/ 1930718 w 1930717"/>
                <a:gd name="connsiteY3" fmla="*/ 0 h 286321"/>
                <a:gd name="connsiteX4" fmla="*/ 1929067 w 1930717"/>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17" h="286321">
                  <a:moveTo>
                    <a:pt x="1929067" y="286322"/>
                  </a:moveTo>
                  <a:lnTo>
                    <a:pt x="0" y="286322"/>
                  </a:lnTo>
                  <a:lnTo>
                    <a:pt x="6160" y="0"/>
                  </a:lnTo>
                  <a:lnTo>
                    <a:pt x="1930718" y="0"/>
                  </a:lnTo>
                  <a:lnTo>
                    <a:pt x="1929067" y="286322"/>
                  </a:lnTo>
                  <a:close/>
                </a:path>
              </a:pathLst>
            </a:custGeom>
            <a:gradFill>
              <a:gsLst>
                <a:gs pos="0">
                  <a:srgbClr val="4F41C8">
                    <a:alpha val="19000"/>
                  </a:srgbClr>
                </a:gs>
                <a:gs pos="91000">
                  <a:srgbClr val="121B58"/>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4" name="Freeform: Shape 10">
              <a:extLst>
                <a:ext uri="{FF2B5EF4-FFF2-40B4-BE49-F238E27FC236}">
                  <a16:creationId xmlns:a16="http://schemas.microsoft.com/office/drawing/2014/main" id="{67171C9C-A8BE-8849-6095-514CD1CEA1B3}"/>
                </a:ext>
              </a:extLst>
            </p:cNvPr>
            <p:cNvSpPr/>
            <p:nvPr userDrawn="1"/>
          </p:nvSpPr>
          <p:spPr>
            <a:xfrm>
              <a:off x="2350929" y="-734510"/>
              <a:ext cx="8322691" cy="286321"/>
            </a:xfrm>
            <a:custGeom>
              <a:avLst/>
              <a:gdLst>
                <a:gd name="connsiteX0" fmla="*/ 8084376 w 8322691"/>
                <a:gd name="connsiteY0" fmla="*/ 286322 h 286321"/>
                <a:gd name="connsiteX1" fmla="*/ 0 w 8322691"/>
                <a:gd name="connsiteY1" fmla="*/ 286322 h 286321"/>
                <a:gd name="connsiteX2" fmla="*/ 242316 w 8322691"/>
                <a:gd name="connsiteY2" fmla="*/ 0 h 286321"/>
                <a:gd name="connsiteX3" fmla="*/ 8322692 w 8322691"/>
                <a:gd name="connsiteY3" fmla="*/ 0 h 286321"/>
                <a:gd name="connsiteX4" fmla="*/ 8084376 w 8322691"/>
                <a:gd name="connsiteY4" fmla="*/ 286322 h 2863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2691" h="286321">
                  <a:moveTo>
                    <a:pt x="8084376" y="286322"/>
                  </a:moveTo>
                  <a:lnTo>
                    <a:pt x="0" y="286322"/>
                  </a:lnTo>
                  <a:lnTo>
                    <a:pt x="242316" y="0"/>
                  </a:lnTo>
                  <a:lnTo>
                    <a:pt x="8322692" y="0"/>
                  </a:lnTo>
                  <a:lnTo>
                    <a:pt x="8084376" y="286322"/>
                  </a:lnTo>
                  <a:close/>
                </a:path>
              </a:pathLst>
            </a:custGeom>
            <a:gradFill>
              <a:gsLst>
                <a:gs pos="0">
                  <a:srgbClr val="4F41C8"/>
                </a:gs>
                <a:gs pos="100000">
                  <a:srgbClr val="121B58">
                    <a:alpha val="94000"/>
                  </a:srgbClr>
                </a:gs>
              </a:gsLst>
              <a:lin ang="4800000" scaled="0"/>
            </a:gradFill>
            <a:ln w="635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333333"/>
                </a:solidFill>
                <a:effectLst/>
                <a:uLnTx/>
                <a:uFillTx/>
                <a:latin typeface="Source Sans 3"/>
              </a:endParaRPr>
            </a:p>
          </p:txBody>
        </p:sp>
        <p:sp>
          <p:nvSpPr>
            <p:cNvPr id="15" name="Freeform: Shape 12">
              <a:extLst>
                <a:ext uri="{FF2B5EF4-FFF2-40B4-BE49-F238E27FC236}">
                  <a16:creationId xmlns:a16="http://schemas.microsoft.com/office/drawing/2014/main" id="{E69605C1-DFF6-595D-8FBF-3FD951774D51}"/>
                </a:ext>
              </a:extLst>
            </p:cNvPr>
            <p:cNvSpPr/>
            <p:nvPr userDrawn="1"/>
          </p:nvSpPr>
          <p:spPr bwMode="gray">
            <a:xfrm rot="2983687" flipH="1">
              <a:off x="4100228" y="-629382"/>
              <a:ext cx="45719" cy="241296"/>
            </a:xfrm>
            <a:custGeom>
              <a:avLst/>
              <a:gdLst>
                <a:gd name="connsiteX0" fmla="*/ 28990 w 33964"/>
                <a:gd name="connsiteY0" fmla="*/ 4974 h 198801"/>
                <a:gd name="connsiteX1" fmla="*/ 16982 w 33964"/>
                <a:gd name="connsiteY1" fmla="*/ 0 h 198801"/>
                <a:gd name="connsiteX2" fmla="*/ 0 w 33964"/>
                <a:gd name="connsiteY2" fmla="*/ 16982 h 198801"/>
                <a:gd name="connsiteX3" fmla="*/ 0 w 33964"/>
                <a:gd name="connsiteY3" fmla="*/ 158712 h 198801"/>
                <a:gd name="connsiteX4" fmla="*/ 33964 w 33964"/>
                <a:gd name="connsiteY4" fmla="*/ 198801 h 198801"/>
                <a:gd name="connsiteX5" fmla="*/ 33964 w 33964"/>
                <a:gd name="connsiteY5" fmla="*/ 16982 h 198801"/>
                <a:gd name="connsiteX6" fmla="*/ 28990 w 33964"/>
                <a:gd name="connsiteY6" fmla="*/ 4974 h 19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64" h="198801">
                  <a:moveTo>
                    <a:pt x="28990" y="4974"/>
                  </a:moveTo>
                  <a:cubicBezTo>
                    <a:pt x="25917" y="1901"/>
                    <a:pt x="21671" y="0"/>
                    <a:pt x="16982" y="0"/>
                  </a:cubicBezTo>
                  <a:cubicBezTo>
                    <a:pt x="7603" y="0"/>
                    <a:pt x="0" y="7603"/>
                    <a:pt x="0" y="16982"/>
                  </a:cubicBezTo>
                  <a:lnTo>
                    <a:pt x="0" y="158712"/>
                  </a:lnTo>
                  <a:lnTo>
                    <a:pt x="33964" y="198801"/>
                  </a:lnTo>
                  <a:lnTo>
                    <a:pt x="33964" y="16982"/>
                  </a:lnTo>
                  <a:cubicBezTo>
                    <a:pt x="33964" y="12292"/>
                    <a:pt x="32063" y="8047"/>
                    <a:pt x="28990" y="4974"/>
                  </a:cubicBez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sp>
          <p:nvSpPr>
            <p:cNvPr id="20" name="Freeform: Shape 13">
              <a:extLst>
                <a:ext uri="{FF2B5EF4-FFF2-40B4-BE49-F238E27FC236}">
                  <a16:creationId xmlns:a16="http://schemas.microsoft.com/office/drawing/2014/main" id="{926CBBB3-F1A0-CE0E-587F-F45E911284DD}"/>
                </a:ext>
              </a:extLst>
            </p:cNvPr>
            <p:cNvSpPr/>
            <p:nvPr userDrawn="1"/>
          </p:nvSpPr>
          <p:spPr bwMode="gray">
            <a:xfrm rot="2983687" flipH="1">
              <a:off x="11897677" y="-800106"/>
              <a:ext cx="33965" cy="312883"/>
            </a:xfrm>
            <a:custGeom>
              <a:avLst/>
              <a:gdLst>
                <a:gd name="connsiteX0" fmla="*/ 33965 w 33965"/>
                <a:gd name="connsiteY0" fmla="*/ 40088 h 312883"/>
                <a:gd name="connsiteX1" fmla="*/ 0 w 33965"/>
                <a:gd name="connsiteY1" fmla="*/ 0 h 312883"/>
                <a:gd name="connsiteX2" fmla="*/ 1 w 33965"/>
                <a:gd name="connsiteY2" fmla="*/ 272794 h 312883"/>
                <a:gd name="connsiteX3" fmla="*/ 33965 w 33965"/>
                <a:gd name="connsiteY3" fmla="*/ 312883 h 312883"/>
                <a:gd name="connsiteX4" fmla="*/ 33965 w 33965"/>
                <a:gd name="connsiteY4" fmla="*/ 40088 h 312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65" h="312883">
                  <a:moveTo>
                    <a:pt x="33965" y="40088"/>
                  </a:moveTo>
                  <a:lnTo>
                    <a:pt x="0" y="0"/>
                  </a:lnTo>
                  <a:lnTo>
                    <a:pt x="1" y="272794"/>
                  </a:lnTo>
                  <a:lnTo>
                    <a:pt x="33965" y="312883"/>
                  </a:lnTo>
                  <a:lnTo>
                    <a:pt x="33965" y="40088"/>
                  </a:lnTo>
                  <a:close/>
                </a:path>
              </a:pathLst>
            </a:custGeom>
            <a:gradFill>
              <a:gsLst>
                <a:gs pos="0">
                  <a:srgbClr val="9DECCC">
                    <a:lumMod val="5000"/>
                    <a:lumOff val="95000"/>
                    <a:alpha val="55000"/>
                  </a:srgbClr>
                </a:gs>
                <a:gs pos="65000">
                  <a:srgbClr val="9DECCC">
                    <a:lumMod val="45000"/>
                    <a:lumOff val="55000"/>
                    <a:alpha val="17000"/>
                  </a:srgbClr>
                </a:gs>
                <a:gs pos="83000">
                  <a:srgbClr val="9DECCC">
                    <a:lumMod val="45000"/>
                    <a:lumOff val="55000"/>
                    <a:alpha val="5000"/>
                  </a:srgbClr>
                </a:gs>
                <a:gs pos="100000">
                  <a:srgbClr val="9DECCC">
                    <a:lumMod val="30000"/>
                    <a:lumOff val="70000"/>
                    <a:alpha val="3000"/>
                  </a:srgbClr>
                </a:gs>
              </a:gsLst>
              <a:lin ang="5400000" scaled="1"/>
            </a:gradFill>
            <a:ln w="6350" cap="flat" cmpd="sng" algn="ctr">
              <a:noFill/>
              <a:prstDash val="solid"/>
              <a:miter lim="800000"/>
            </a:ln>
            <a:effectLst/>
          </p:spPr>
          <p:txBody>
            <a:bodyPr rtlCol="0" anchor="ctr"/>
            <a:lstStyle/>
            <a:p>
              <a:pPr marL="0" marR="0" lvl="0" indent="0" algn="ctr" defTabSz="914400" eaLnBrk="1" fontAlgn="auto" latinLnBrk="0" hangingPunct="1">
                <a:lnSpc>
                  <a:spcPct val="140000"/>
                </a:lnSpc>
                <a:spcBef>
                  <a:spcPts val="0"/>
                </a:spcBef>
                <a:spcAft>
                  <a:spcPts val="0"/>
                </a:spcAft>
                <a:buClrTx/>
                <a:buSzTx/>
                <a:buFontTx/>
                <a:buNone/>
                <a:tabLst/>
                <a:defRPr/>
              </a:pPr>
              <a:endParaRPr kumimoji="0" lang="en-IN" sz="1600" b="0" i="0" u="none" strike="noStrike" kern="0" cap="none" spc="0" normalizeH="0" baseline="0" noProof="0">
                <a:ln>
                  <a:noFill/>
                </a:ln>
                <a:solidFill>
                  <a:prstClr val="black"/>
                </a:solidFill>
                <a:effectLst/>
                <a:uLnTx/>
                <a:uFillTx/>
                <a:latin typeface="Source Sans 3 Regular"/>
                <a:ea typeface="+mn-ea"/>
                <a:cs typeface="+mn-cs"/>
              </a:endParaRPr>
            </a:p>
          </p:txBody>
        </p:sp>
      </p:grpSp>
      <p:sp>
        <p:nvSpPr>
          <p:cNvPr id="22" name="Fußzeilenplatzhalter 4">
            <a:extLst>
              <a:ext uri="{FF2B5EF4-FFF2-40B4-BE49-F238E27FC236}">
                <a16:creationId xmlns:a16="http://schemas.microsoft.com/office/drawing/2014/main" id="{0D8446FA-89B3-889F-5A32-942864D022E4}"/>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rgbClr val="333333"/>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HPBU-EC 29 Jan 2026    |    zongertinib - ONLY FOR INTERNAL USE</a:t>
            </a:r>
          </a:p>
        </p:txBody>
      </p:sp>
      <p:sp>
        <p:nvSpPr>
          <p:cNvPr id="23" name="Foliennummernplatzhalter 5">
            <a:extLst>
              <a:ext uri="{FF2B5EF4-FFF2-40B4-BE49-F238E27FC236}">
                <a16:creationId xmlns:a16="http://schemas.microsoft.com/office/drawing/2014/main" id="{14540C72-F7D2-021F-0686-1C9AD174E637}"/>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rgbClr val="333333"/>
                </a:solidFill>
              </a:defRPr>
            </a:lvl1pPr>
          </a:lstStyle>
          <a:p>
            <a:fld id="{DF4E8F9F-5B1F-4F5B-BE49-3245D8C18D9F}" type="slidenum">
              <a:rPr lang="en-US" smtClean="0"/>
              <a:pPr/>
              <a:t>‹#›</a:t>
            </a:fld>
            <a:endParaRPr lang="en-US"/>
          </a:p>
        </p:txBody>
      </p:sp>
      <p:sp>
        <p:nvSpPr>
          <p:cNvPr id="7" name="Titelplatzhalter 1">
            <a:extLst>
              <a:ext uri="{FF2B5EF4-FFF2-40B4-BE49-F238E27FC236}">
                <a16:creationId xmlns:a16="http://schemas.microsoft.com/office/drawing/2014/main" id="{0A879657-F6D0-398B-C756-B1D788342AFB}"/>
              </a:ext>
            </a:extLst>
          </p:cNvPr>
          <p:cNvSpPr>
            <a:spLocks noGrp="1"/>
          </p:cNvSpPr>
          <p:nvPr>
            <p:ph type="title" hasCustomPrompt="1"/>
          </p:nvPr>
        </p:nvSpPr>
        <p:spPr bwMode="gray">
          <a:xfrm>
            <a:off x="482645" y="450674"/>
            <a:ext cx="11226756" cy="720000"/>
          </a:xfrm>
          <a:prstGeom prst="rect">
            <a:avLst/>
          </a:prstGeom>
        </p:spPr>
        <p:txBody>
          <a:bodyPr vert="horz" lIns="0" tIns="0" rIns="0" bIns="0" rtlCol="0" anchor="t">
            <a:noAutofit/>
          </a:bodyPr>
          <a:lstStyle/>
          <a:p>
            <a:r>
              <a:rPr lang="en-US"/>
              <a:t>Add title of the slide</a:t>
            </a:r>
          </a:p>
        </p:txBody>
      </p:sp>
    </p:spTree>
    <p:extLst>
      <p:ext uri="{BB962C8B-B14F-4D97-AF65-F5344CB8AC3E}">
        <p14:creationId xmlns:p14="http://schemas.microsoft.com/office/powerpoint/2010/main" val="2775329245"/>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Section slide-05">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8577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C5CEDF"/>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6" name="Fußzeilenplatzhalter 4">
            <a:extLst>
              <a:ext uri="{FF2B5EF4-FFF2-40B4-BE49-F238E27FC236}">
                <a16:creationId xmlns:a16="http://schemas.microsoft.com/office/drawing/2014/main" id="{0E62580B-AF1B-6C14-87BF-9A1FEF67B9BC}"/>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rgbClr val="333333"/>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HPBU-EC 29 Jan 2026    |    zongertinib - ONLY FOR INTERNAL USE</a:t>
            </a:r>
          </a:p>
        </p:txBody>
      </p:sp>
      <p:sp>
        <p:nvSpPr>
          <p:cNvPr id="9" name="Foliennummernplatzhalter 5">
            <a:extLst>
              <a:ext uri="{FF2B5EF4-FFF2-40B4-BE49-F238E27FC236}">
                <a16:creationId xmlns:a16="http://schemas.microsoft.com/office/drawing/2014/main" id="{E43E5E0C-567B-E02B-A665-687D0B912FEF}"/>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rgbClr val="333333"/>
                </a:solidFill>
              </a:defRPr>
            </a:lvl1pPr>
          </a:lstStyle>
          <a:p>
            <a:fld id="{DF4E8F9F-5B1F-4F5B-BE49-3245D8C18D9F}" type="slidenum">
              <a:rPr lang="en-US" smtClean="0"/>
              <a:pPr/>
              <a:t>‹#›</a:t>
            </a:fld>
            <a:endParaRPr lang="en-US"/>
          </a:p>
        </p:txBody>
      </p:sp>
      <p:sp>
        <p:nvSpPr>
          <p:cNvPr id="2" name="Titelplatzhalter 1">
            <a:extLst>
              <a:ext uri="{FF2B5EF4-FFF2-40B4-BE49-F238E27FC236}">
                <a16:creationId xmlns:a16="http://schemas.microsoft.com/office/drawing/2014/main" id="{BD513F8F-B77F-D0E6-AB2E-E1EAA035DA8A}"/>
              </a:ext>
            </a:extLst>
          </p:cNvPr>
          <p:cNvSpPr>
            <a:spLocks noGrp="1"/>
          </p:cNvSpPr>
          <p:nvPr>
            <p:ph type="title" hasCustomPrompt="1"/>
          </p:nvPr>
        </p:nvSpPr>
        <p:spPr bwMode="gray">
          <a:xfrm>
            <a:off x="482645" y="450674"/>
            <a:ext cx="7377068" cy="720000"/>
          </a:xfrm>
          <a:prstGeom prst="rect">
            <a:avLst/>
          </a:prstGeom>
        </p:spPr>
        <p:txBody>
          <a:bodyPr vert="horz" lIns="0" tIns="0" rIns="0" bIns="0" rtlCol="0" anchor="t">
            <a:noAutofit/>
          </a:bodyPr>
          <a:lstStyle/>
          <a:p>
            <a:r>
              <a:rPr lang="en-US"/>
              <a:t>Add title of the slide</a:t>
            </a:r>
          </a:p>
        </p:txBody>
      </p:sp>
    </p:spTree>
    <p:extLst>
      <p:ext uri="{BB962C8B-B14F-4D97-AF65-F5344CB8AC3E}">
        <p14:creationId xmlns:p14="http://schemas.microsoft.com/office/powerpoint/2010/main" val="423256470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Section slide-06">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C5CED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83948" y="449238"/>
            <a:ext cx="2808000" cy="5472000"/>
          </a:xfrm>
          <a:noFill/>
        </p:spPr>
        <p:txBody>
          <a:bodyPr lIns="0" tIns="0" rIns="0"/>
          <a:lstStyle>
            <a:lvl1pPr>
              <a:defRPr sz="12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marL="792000" indent="-216000">
              <a:defRPr sz="1200">
                <a:solidFill>
                  <a:schemeClr val="tx1"/>
                </a:solidFill>
              </a:defRPr>
            </a:lvl5pPr>
            <a:lvl6pPr marL="792000" indent="-216000">
              <a:defRPr sz="1200">
                <a:solidFill>
                  <a:schemeClr val="tx1"/>
                </a:solidFill>
              </a:defRPr>
            </a:lvl6pPr>
            <a:lvl7pPr marL="792000" indent="-216000">
              <a:defRPr sz="1200">
                <a:solidFill>
                  <a:schemeClr val="tx1"/>
                </a:solidFill>
              </a:defRPr>
            </a:lvl7pPr>
            <a:lvl8pPr marL="792000" indent="-216000">
              <a:defRPr sz="1200">
                <a:solidFill>
                  <a:schemeClr val="tx1"/>
                </a:solidFill>
              </a:defRPr>
            </a:lvl8pPr>
            <a:lvl9pPr marL="792000" indent="-216000">
              <a:defRPr sz="1200">
                <a:solidFill>
                  <a:schemeClr val="tx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4" name="Rectangle 3">
            <a:extLst>
              <a:ext uri="{FF2B5EF4-FFF2-40B4-BE49-F238E27FC236}">
                <a16:creationId xmlns:a16="http://schemas.microsoft.com/office/drawing/2014/main" id="{B210FDEB-7E10-1751-6A9D-CC8474A4838B}"/>
              </a:ext>
            </a:extLst>
          </p:cNvPr>
          <p:cNvSpPr/>
          <p:nvPr userDrawn="1"/>
        </p:nvSpPr>
        <p:spPr bwMode="gray">
          <a:xfrm>
            <a:off x="0" y="6165000"/>
            <a:ext cx="3287376" cy="693000"/>
          </a:xfrm>
          <a:prstGeom prst="rect">
            <a:avLst/>
          </a:prstGeom>
          <a:solidFill>
            <a:srgbClr val="C5CED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14" name="Fußzeilenplatzhalter 4">
            <a:extLst>
              <a:ext uri="{FF2B5EF4-FFF2-40B4-BE49-F238E27FC236}">
                <a16:creationId xmlns:a16="http://schemas.microsoft.com/office/drawing/2014/main" id="{830D7172-9E7B-C32A-0927-2579A9F46D11}"/>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rgbClr val="333333"/>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HPBU-EC 29 Jan 2026    |    zongertinib - ONLY FOR INTERNAL USE</a:t>
            </a:r>
          </a:p>
        </p:txBody>
      </p:sp>
      <p:sp>
        <p:nvSpPr>
          <p:cNvPr id="15" name="Foliennummernplatzhalter 5">
            <a:extLst>
              <a:ext uri="{FF2B5EF4-FFF2-40B4-BE49-F238E27FC236}">
                <a16:creationId xmlns:a16="http://schemas.microsoft.com/office/drawing/2014/main" id="{31EA44E3-83A3-572A-0FC4-570C2F064E96}"/>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rgbClr val="333333"/>
                </a:solidFill>
              </a:defRPr>
            </a:lvl1pPr>
          </a:lstStyle>
          <a:p>
            <a:fld id="{DF4E8F9F-5B1F-4F5B-BE49-3245D8C18D9F}" type="slidenum">
              <a:rPr lang="en-US" smtClean="0"/>
              <a:pPr/>
              <a:t>‹#›</a:t>
            </a:fld>
            <a:endParaRPr lang="en-US"/>
          </a:p>
        </p:txBody>
      </p:sp>
      <p:pic>
        <p:nvPicPr>
          <p:cNvPr id="7" name="Picture 6">
            <a:extLst>
              <a:ext uri="{FF2B5EF4-FFF2-40B4-BE49-F238E27FC236}">
                <a16:creationId xmlns:a16="http://schemas.microsoft.com/office/drawing/2014/main" id="{1B898AF2-A25D-F5CC-BC98-78ADF83991B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486112" y="6227546"/>
            <a:ext cx="1920910" cy="396453"/>
          </a:xfrm>
          <a:prstGeom prst="rect">
            <a:avLst/>
          </a:prstGeom>
        </p:spPr>
      </p:pic>
    </p:spTree>
    <p:extLst>
      <p:ext uri="{BB962C8B-B14F-4D97-AF65-F5344CB8AC3E}">
        <p14:creationId xmlns:p14="http://schemas.microsoft.com/office/powerpoint/2010/main" val="92740271"/>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Only title</a:t>
            </a:r>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3" name="Fußzeilenplatzhalter 4">
            <a:extLst>
              <a:ext uri="{FF2B5EF4-FFF2-40B4-BE49-F238E27FC236}">
                <a16:creationId xmlns:a16="http://schemas.microsoft.com/office/drawing/2014/main" id="{6EBB6622-74EE-E9BF-C0E9-AB213BF17A92}"/>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rgbClr val="333333"/>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HPBU-EC 29 Jan 2026    |    zongertinib - ONLY FOR INTERNAL USE</a:t>
            </a:r>
          </a:p>
        </p:txBody>
      </p:sp>
      <p:sp>
        <p:nvSpPr>
          <p:cNvPr id="4" name="Foliennummernplatzhalter 5">
            <a:extLst>
              <a:ext uri="{FF2B5EF4-FFF2-40B4-BE49-F238E27FC236}">
                <a16:creationId xmlns:a16="http://schemas.microsoft.com/office/drawing/2014/main" id="{A7E5C3BF-38A7-6D6F-2A3B-7F3676B61D01}"/>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rgbClr val="333333"/>
                </a:solidFill>
              </a:defRPr>
            </a:lvl1pPr>
          </a:lstStyle>
          <a:p>
            <a:fld id="{DF4E8F9F-5B1F-4F5B-BE49-3245D8C18D9F}" type="slidenum">
              <a:rPr lang="en-US" smtClean="0"/>
              <a:pPr/>
              <a:t>‹#›</a:t>
            </a:fld>
            <a:endParaRPr lang="en-US"/>
          </a:p>
        </p:txBody>
      </p:sp>
    </p:spTree>
    <p:extLst>
      <p:ext uri="{BB962C8B-B14F-4D97-AF65-F5344CB8AC3E}">
        <p14:creationId xmlns:p14="http://schemas.microsoft.com/office/powerpoint/2010/main" val="199176074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hank you slide">
    <p:bg bwMode="gray">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EB0400-C020-612A-A1CC-46B6F711E2F8}"/>
              </a:ext>
            </a:extLst>
          </p:cNvPr>
          <p:cNvPicPr>
            <a:picLocks noChangeAspect="1"/>
          </p:cNvPicPr>
          <p:nvPr userDrawn="1"/>
        </p:nvPicPr>
        <p:blipFill>
          <a:blip r:embed="rId2">
            <a:extLst>
              <a:ext uri="{28A0092B-C50C-407E-A947-70E740481C1C}">
                <a14:useLocalDpi xmlns:a14="http://schemas.microsoft.com/office/drawing/2010/main" val="0"/>
              </a:ext>
            </a:extLst>
          </a:blip>
          <a:srcRect r="491" b="3782"/>
          <a:stretch>
            <a:fillRect/>
          </a:stretch>
        </p:blipFill>
        <p:spPr>
          <a:xfrm>
            <a:off x="481511" y="1414145"/>
            <a:ext cx="11710490" cy="5443855"/>
          </a:xfrm>
          <a:prstGeom prst="rect">
            <a:avLst/>
          </a:prstGeom>
        </p:spPr>
      </p:pic>
      <p:pic>
        <p:nvPicPr>
          <p:cNvPr id="4" name="Picture 3">
            <a:extLst>
              <a:ext uri="{FF2B5EF4-FFF2-40B4-BE49-F238E27FC236}">
                <a16:creationId xmlns:a16="http://schemas.microsoft.com/office/drawing/2014/main" id="{B63245F2-8239-3142-E87E-FDEC711B0071}"/>
              </a:ext>
            </a:extLst>
          </p:cNvPr>
          <p:cNvPicPr>
            <a:picLocks noChangeAspect="1"/>
          </p:cNvPicPr>
          <p:nvPr userDrawn="1"/>
        </p:nvPicPr>
        <p:blipFill>
          <a:blip r:embed="rId3"/>
          <a:srcRect t="20251" r="3976" b="2553"/>
          <a:stretch>
            <a:fillRect/>
          </a:stretch>
        </p:blipFill>
        <p:spPr>
          <a:xfrm>
            <a:off x="1752807" y="1415673"/>
            <a:ext cx="10439193" cy="5442328"/>
          </a:xfrm>
          <a:prstGeom prst="rect">
            <a:avLst/>
          </a:prstGeom>
        </p:spPr>
      </p:pic>
      <p:sp>
        <p:nvSpPr>
          <p:cNvPr id="2" name="Titel 1"/>
          <p:cNvSpPr>
            <a:spLocks noGrp="1"/>
          </p:cNvSpPr>
          <p:nvPr>
            <p:ph type="ctrTitle" hasCustomPrompt="1"/>
          </p:nvPr>
        </p:nvSpPr>
        <p:spPr bwMode="gray">
          <a:xfrm>
            <a:off x="1126993" y="3237075"/>
            <a:ext cx="8280755" cy="1584000"/>
          </a:xfrm>
        </p:spPr>
        <p:txBody>
          <a:bodyPr anchor="b"/>
          <a:lstStyle>
            <a:lvl1pPr algn="l">
              <a:defRPr sz="4800" b="1" i="0">
                <a:solidFill>
                  <a:schemeClr val="bg1"/>
                </a:solidFill>
                <a:latin typeface="Source Sans 3" panose="020B0303030403020204" pitchFamily="34" charset="0"/>
              </a:defRPr>
            </a:lvl1pPr>
          </a:lstStyle>
          <a:p>
            <a:r>
              <a:rPr lang="en-US"/>
              <a:t>Thank you</a:t>
            </a:r>
          </a:p>
        </p:txBody>
      </p:sp>
      <p:sp>
        <p:nvSpPr>
          <p:cNvPr id="11" name="Fußzeilenplatzhalter 4">
            <a:extLst>
              <a:ext uri="{FF2B5EF4-FFF2-40B4-BE49-F238E27FC236}">
                <a16:creationId xmlns:a16="http://schemas.microsoft.com/office/drawing/2014/main" id="{38CC6EF2-BD93-0C65-1EB0-B9B3CF7E017E}"/>
              </a:ext>
            </a:extLst>
          </p:cNvPr>
          <p:cNvSpPr>
            <a:spLocks noGrp="1"/>
          </p:cNvSpPr>
          <p:nvPr>
            <p:ph type="ftr" sz="quarter" idx="3"/>
          </p:nvPr>
        </p:nvSpPr>
        <p:spPr bwMode="gray">
          <a:xfrm>
            <a:off x="7392144" y="6246836"/>
            <a:ext cx="3960440" cy="288000"/>
          </a:xfrm>
          <a:prstGeom prst="rect">
            <a:avLst/>
          </a:prstGeom>
        </p:spPr>
        <p:txBody>
          <a:bodyPr vert="horz" lIns="0" tIns="0" rIns="0" bIns="0" rtlCol="0" anchor="b">
            <a:noAutofit/>
          </a:bodyPr>
          <a:lstStyle>
            <a:lvl1pPr marL="0" indent="0" algn="r">
              <a:spcAft>
                <a:spcPts val="300"/>
              </a:spcAft>
              <a:defRPr sz="800">
                <a:solidFill>
                  <a:schemeClr val="bg1"/>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HPBU-EC 29 Jan 2026    |    zongertinib - ONLY FOR INTERNAL USE</a:t>
            </a:r>
          </a:p>
        </p:txBody>
      </p:sp>
      <p:sp>
        <p:nvSpPr>
          <p:cNvPr id="12" name="Foliennummernplatzhalter 5">
            <a:extLst>
              <a:ext uri="{FF2B5EF4-FFF2-40B4-BE49-F238E27FC236}">
                <a16:creationId xmlns:a16="http://schemas.microsoft.com/office/drawing/2014/main" id="{1103D7B0-C39A-BFBA-9D56-1A1121C6E994}"/>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1"/>
                </a:solidFill>
              </a:defRPr>
            </a:lvl1pPr>
          </a:lstStyle>
          <a:p>
            <a:fld id="{DF4E8F9F-5B1F-4F5B-BE49-3245D8C18D9F}" type="slidenum">
              <a:rPr lang="en-US" smtClean="0"/>
              <a:pPr/>
              <a:t>‹#›</a:t>
            </a:fld>
            <a:endParaRPr lang="en-US"/>
          </a:p>
        </p:txBody>
      </p:sp>
      <p:sp>
        <p:nvSpPr>
          <p:cNvPr id="13" name="TextBox 12">
            <a:extLst>
              <a:ext uri="{FF2B5EF4-FFF2-40B4-BE49-F238E27FC236}">
                <a16:creationId xmlns:a16="http://schemas.microsoft.com/office/drawing/2014/main" id="{94F5238F-6673-59B6-E813-02411B1A5F4C}"/>
              </a:ext>
            </a:extLst>
          </p:cNvPr>
          <p:cNvSpPr txBox="1"/>
          <p:nvPr userDrawn="1"/>
        </p:nvSpPr>
        <p:spPr>
          <a:xfrm>
            <a:off x="4508863" y="6283114"/>
            <a:ext cx="3174274" cy="215444"/>
          </a:xfrm>
          <a:prstGeom prst="rect">
            <a:avLst/>
          </a:prstGeom>
          <a:noFill/>
        </p:spPr>
        <p:txBody>
          <a:bodyPr wrap="square" rtlCol="0">
            <a:spAutoFit/>
          </a:bodyPr>
          <a:lstStyle/>
          <a:p>
            <a:pPr algn="ctr"/>
            <a:r>
              <a:rPr lang="en-US" sz="800">
                <a:solidFill>
                  <a:schemeClr val="bg1"/>
                </a:solidFill>
                <a:latin typeface="Source Sans 3 Regular"/>
              </a:rPr>
              <a:t>ONLY FOR INTERNAL USE</a:t>
            </a:r>
            <a:endParaRPr lang="en-US" sz="800">
              <a:solidFill>
                <a:schemeClr val="bg1"/>
              </a:solidFill>
            </a:endParaRPr>
          </a:p>
        </p:txBody>
      </p:sp>
      <p:pic>
        <p:nvPicPr>
          <p:cNvPr id="8" name="Picture 6">
            <a:extLst>
              <a:ext uri="{FF2B5EF4-FFF2-40B4-BE49-F238E27FC236}">
                <a16:creationId xmlns:a16="http://schemas.microsoft.com/office/drawing/2014/main" id="{3D192C97-B8E7-E078-B498-909130940B76}"/>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8804550" y="390067"/>
            <a:ext cx="2911634" cy="600927"/>
          </a:xfrm>
          <a:prstGeom prst="rect">
            <a:avLst/>
          </a:prstGeom>
        </p:spPr>
      </p:pic>
    </p:spTree>
    <p:extLst>
      <p:ext uri="{BB962C8B-B14F-4D97-AF65-F5344CB8AC3E}">
        <p14:creationId xmlns:p14="http://schemas.microsoft.com/office/powerpoint/2010/main" val="229251661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HPBU-EC 29 Jan 2026    |    zongertinib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326017440"/>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HPBU-EC 29 Jan 2026    |    zongertinib - ONLY FOR INTERNAL USE</a:t>
            </a:r>
          </a:p>
        </p:txBody>
      </p:sp>
    </p:spTree>
    <p:extLst>
      <p:ext uri="{BB962C8B-B14F-4D97-AF65-F5344CB8AC3E}">
        <p14:creationId xmlns:p14="http://schemas.microsoft.com/office/powerpoint/2010/main" val="280363261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84375675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22148033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5858820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82031421"/>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41695538"/>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74857151"/>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071588857"/>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74076081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7875304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94581108"/>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960535292"/>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722142908"/>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42597087"/>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31516832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144082099"/>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761205594"/>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397813815"/>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343166633"/>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42378129"/>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633826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5860271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5755787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4677729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5272050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6157175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84670694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80368952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794546559"/>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534626194"/>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58466103"/>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728067463"/>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44851594"/>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2570294129"/>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616787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slideLayout" Target="../slideLayouts/slideLayout60.xml"/><Relationship Id="rId26" Type="http://schemas.openxmlformats.org/officeDocument/2006/relationships/slideLayout" Target="../slideLayouts/slideLayout68.xml"/><Relationship Id="rId3" Type="http://schemas.openxmlformats.org/officeDocument/2006/relationships/slideLayout" Target="../slideLayouts/slideLayout45.xml"/><Relationship Id="rId21" Type="http://schemas.openxmlformats.org/officeDocument/2006/relationships/slideLayout" Target="../slideLayouts/slideLayout63.xml"/><Relationship Id="rId34" Type="http://schemas.openxmlformats.org/officeDocument/2006/relationships/slideLayout" Target="../slideLayouts/slideLayout76.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5" Type="http://schemas.openxmlformats.org/officeDocument/2006/relationships/slideLayout" Target="../slideLayouts/slideLayout67.xml"/><Relationship Id="rId33" Type="http://schemas.openxmlformats.org/officeDocument/2006/relationships/slideLayout" Target="../slideLayouts/slideLayout75.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0" Type="http://schemas.openxmlformats.org/officeDocument/2006/relationships/slideLayout" Target="../slideLayouts/slideLayout62.xml"/><Relationship Id="rId29" Type="http://schemas.openxmlformats.org/officeDocument/2006/relationships/slideLayout" Target="../slideLayouts/slideLayout71.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24" Type="http://schemas.openxmlformats.org/officeDocument/2006/relationships/slideLayout" Target="../slideLayouts/slideLayout66.xml"/><Relationship Id="rId32" Type="http://schemas.openxmlformats.org/officeDocument/2006/relationships/slideLayout" Target="../slideLayouts/slideLayout74.xml"/><Relationship Id="rId37" Type="http://schemas.openxmlformats.org/officeDocument/2006/relationships/image" Target="../media/image1.svg"/><Relationship Id="rId5" Type="http://schemas.openxmlformats.org/officeDocument/2006/relationships/slideLayout" Target="../slideLayouts/slideLayout47.xml"/><Relationship Id="rId15" Type="http://schemas.openxmlformats.org/officeDocument/2006/relationships/slideLayout" Target="../slideLayouts/slideLayout57.xml"/><Relationship Id="rId23" Type="http://schemas.openxmlformats.org/officeDocument/2006/relationships/slideLayout" Target="../slideLayouts/slideLayout65.xml"/><Relationship Id="rId28" Type="http://schemas.openxmlformats.org/officeDocument/2006/relationships/slideLayout" Target="../slideLayouts/slideLayout70.xml"/><Relationship Id="rId36" Type="http://schemas.openxmlformats.org/officeDocument/2006/relationships/theme" Target="../theme/theme2.xml"/><Relationship Id="rId10" Type="http://schemas.openxmlformats.org/officeDocument/2006/relationships/slideLayout" Target="../slideLayouts/slideLayout52.xml"/><Relationship Id="rId19" Type="http://schemas.openxmlformats.org/officeDocument/2006/relationships/slideLayout" Target="../slideLayouts/slideLayout61.xml"/><Relationship Id="rId31" Type="http://schemas.openxmlformats.org/officeDocument/2006/relationships/slideLayout" Target="../slideLayouts/slideLayout73.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slideLayout" Target="../slideLayouts/slideLayout64.xml"/><Relationship Id="rId27" Type="http://schemas.openxmlformats.org/officeDocument/2006/relationships/slideLayout" Target="../slideLayouts/slideLayout69.xml"/><Relationship Id="rId30" Type="http://schemas.openxmlformats.org/officeDocument/2006/relationships/slideLayout" Target="../slideLayouts/slideLayout72.xml"/><Relationship Id="rId35" Type="http://schemas.openxmlformats.org/officeDocument/2006/relationships/slideLayout" Target="../slideLayouts/slideLayout7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0.xml"/><Relationship Id="rId18" Type="http://schemas.openxmlformats.org/officeDocument/2006/relationships/slideLayout" Target="../slideLayouts/slideLayout95.xml"/><Relationship Id="rId26" Type="http://schemas.openxmlformats.org/officeDocument/2006/relationships/slideLayout" Target="../slideLayouts/slideLayout103.xml"/><Relationship Id="rId39" Type="http://schemas.openxmlformats.org/officeDocument/2006/relationships/slideLayout" Target="../slideLayouts/slideLayout116.xml"/><Relationship Id="rId21" Type="http://schemas.openxmlformats.org/officeDocument/2006/relationships/slideLayout" Target="../slideLayouts/slideLayout98.xml"/><Relationship Id="rId34" Type="http://schemas.openxmlformats.org/officeDocument/2006/relationships/slideLayout" Target="../slideLayouts/slideLayout111.xml"/><Relationship Id="rId42" Type="http://schemas.openxmlformats.org/officeDocument/2006/relationships/slideLayout" Target="../slideLayouts/slideLayout119.xml"/><Relationship Id="rId47" Type="http://schemas.openxmlformats.org/officeDocument/2006/relationships/slideLayout" Target="../slideLayouts/slideLayout124.xml"/><Relationship Id="rId50" Type="http://schemas.openxmlformats.org/officeDocument/2006/relationships/slideLayout" Target="../slideLayouts/slideLayout127.xml"/><Relationship Id="rId55" Type="http://schemas.openxmlformats.org/officeDocument/2006/relationships/image" Target="../media/image1.svg"/><Relationship Id="rId7" Type="http://schemas.openxmlformats.org/officeDocument/2006/relationships/slideLayout" Target="../slideLayouts/slideLayout84.xml"/><Relationship Id="rId12" Type="http://schemas.openxmlformats.org/officeDocument/2006/relationships/slideLayout" Target="../slideLayouts/slideLayout89.xml"/><Relationship Id="rId17" Type="http://schemas.openxmlformats.org/officeDocument/2006/relationships/slideLayout" Target="../slideLayouts/slideLayout94.xml"/><Relationship Id="rId25" Type="http://schemas.openxmlformats.org/officeDocument/2006/relationships/slideLayout" Target="../slideLayouts/slideLayout102.xml"/><Relationship Id="rId33" Type="http://schemas.openxmlformats.org/officeDocument/2006/relationships/slideLayout" Target="../slideLayouts/slideLayout110.xml"/><Relationship Id="rId38" Type="http://schemas.openxmlformats.org/officeDocument/2006/relationships/slideLayout" Target="../slideLayouts/slideLayout115.xml"/><Relationship Id="rId46" Type="http://schemas.openxmlformats.org/officeDocument/2006/relationships/slideLayout" Target="../slideLayouts/slideLayout123.xml"/><Relationship Id="rId2" Type="http://schemas.openxmlformats.org/officeDocument/2006/relationships/slideLayout" Target="../slideLayouts/slideLayout79.xml"/><Relationship Id="rId16" Type="http://schemas.openxmlformats.org/officeDocument/2006/relationships/slideLayout" Target="../slideLayouts/slideLayout93.xml"/><Relationship Id="rId20" Type="http://schemas.openxmlformats.org/officeDocument/2006/relationships/slideLayout" Target="../slideLayouts/slideLayout97.xml"/><Relationship Id="rId29" Type="http://schemas.openxmlformats.org/officeDocument/2006/relationships/slideLayout" Target="../slideLayouts/slideLayout106.xml"/><Relationship Id="rId41" Type="http://schemas.openxmlformats.org/officeDocument/2006/relationships/slideLayout" Target="../slideLayouts/slideLayout118.xml"/><Relationship Id="rId54" Type="http://schemas.openxmlformats.org/officeDocument/2006/relationships/theme" Target="../theme/theme3.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24" Type="http://schemas.openxmlformats.org/officeDocument/2006/relationships/slideLayout" Target="../slideLayouts/slideLayout101.xml"/><Relationship Id="rId32" Type="http://schemas.openxmlformats.org/officeDocument/2006/relationships/slideLayout" Target="../slideLayouts/slideLayout109.xml"/><Relationship Id="rId37" Type="http://schemas.openxmlformats.org/officeDocument/2006/relationships/slideLayout" Target="../slideLayouts/slideLayout114.xml"/><Relationship Id="rId40" Type="http://schemas.openxmlformats.org/officeDocument/2006/relationships/slideLayout" Target="../slideLayouts/slideLayout117.xml"/><Relationship Id="rId45" Type="http://schemas.openxmlformats.org/officeDocument/2006/relationships/slideLayout" Target="../slideLayouts/slideLayout122.xml"/><Relationship Id="rId53" Type="http://schemas.openxmlformats.org/officeDocument/2006/relationships/slideLayout" Target="../slideLayouts/slideLayout130.xml"/><Relationship Id="rId5" Type="http://schemas.openxmlformats.org/officeDocument/2006/relationships/slideLayout" Target="../slideLayouts/slideLayout82.xml"/><Relationship Id="rId15" Type="http://schemas.openxmlformats.org/officeDocument/2006/relationships/slideLayout" Target="../slideLayouts/slideLayout92.xml"/><Relationship Id="rId23" Type="http://schemas.openxmlformats.org/officeDocument/2006/relationships/slideLayout" Target="../slideLayouts/slideLayout100.xml"/><Relationship Id="rId28" Type="http://schemas.openxmlformats.org/officeDocument/2006/relationships/slideLayout" Target="../slideLayouts/slideLayout105.xml"/><Relationship Id="rId36" Type="http://schemas.openxmlformats.org/officeDocument/2006/relationships/slideLayout" Target="../slideLayouts/slideLayout113.xml"/><Relationship Id="rId49" Type="http://schemas.openxmlformats.org/officeDocument/2006/relationships/slideLayout" Target="../slideLayouts/slideLayout126.xml"/><Relationship Id="rId10" Type="http://schemas.openxmlformats.org/officeDocument/2006/relationships/slideLayout" Target="../slideLayouts/slideLayout87.xml"/><Relationship Id="rId19" Type="http://schemas.openxmlformats.org/officeDocument/2006/relationships/slideLayout" Target="../slideLayouts/slideLayout96.xml"/><Relationship Id="rId31" Type="http://schemas.openxmlformats.org/officeDocument/2006/relationships/slideLayout" Target="../slideLayouts/slideLayout108.xml"/><Relationship Id="rId44" Type="http://schemas.openxmlformats.org/officeDocument/2006/relationships/slideLayout" Target="../slideLayouts/slideLayout121.xml"/><Relationship Id="rId52" Type="http://schemas.openxmlformats.org/officeDocument/2006/relationships/slideLayout" Target="../slideLayouts/slideLayout129.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slideLayout" Target="../slideLayouts/slideLayout91.xml"/><Relationship Id="rId22" Type="http://schemas.openxmlformats.org/officeDocument/2006/relationships/slideLayout" Target="../slideLayouts/slideLayout99.xml"/><Relationship Id="rId27" Type="http://schemas.openxmlformats.org/officeDocument/2006/relationships/slideLayout" Target="../slideLayouts/slideLayout104.xml"/><Relationship Id="rId30" Type="http://schemas.openxmlformats.org/officeDocument/2006/relationships/slideLayout" Target="../slideLayouts/slideLayout107.xml"/><Relationship Id="rId35" Type="http://schemas.openxmlformats.org/officeDocument/2006/relationships/slideLayout" Target="../slideLayouts/slideLayout112.xml"/><Relationship Id="rId43" Type="http://schemas.openxmlformats.org/officeDocument/2006/relationships/slideLayout" Target="../slideLayouts/slideLayout120.xml"/><Relationship Id="rId48" Type="http://schemas.openxmlformats.org/officeDocument/2006/relationships/slideLayout" Target="../slideLayouts/slideLayout125.xml"/><Relationship Id="rId8" Type="http://schemas.openxmlformats.org/officeDocument/2006/relationships/slideLayout" Target="../slideLayouts/slideLayout85.xml"/><Relationship Id="rId51" Type="http://schemas.openxmlformats.org/officeDocument/2006/relationships/slideLayout" Target="../slideLayouts/slideLayout128.xml"/><Relationship Id="rId3" Type="http://schemas.openxmlformats.org/officeDocument/2006/relationships/slideLayout" Target="../slideLayouts/slideLayout8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38.xml"/><Relationship Id="rId13" Type="http://schemas.openxmlformats.org/officeDocument/2006/relationships/slideLayout" Target="../slideLayouts/slideLayout143.xml"/><Relationship Id="rId18" Type="http://schemas.openxmlformats.org/officeDocument/2006/relationships/theme" Target="../theme/theme4.xml"/><Relationship Id="rId3" Type="http://schemas.openxmlformats.org/officeDocument/2006/relationships/slideLayout" Target="../slideLayouts/slideLayout133.xml"/><Relationship Id="rId7" Type="http://schemas.openxmlformats.org/officeDocument/2006/relationships/slideLayout" Target="../slideLayouts/slideLayout137.xml"/><Relationship Id="rId12" Type="http://schemas.openxmlformats.org/officeDocument/2006/relationships/slideLayout" Target="../slideLayouts/slideLayout142.xml"/><Relationship Id="rId17" Type="http://schemas.openxmlformats.org/officeDocument/2006/relationships/slideLayout" Target="../slideLayouts/slideLayout147.xml"/><Relationship Id="rId2" Type="http://schemas.openxmlformats.org/officeDocument/2006/relationships/slideLayout" Target="../slideLayouts/slideLayout132.xml"/><Relationship Id="rId16" Type="http://schemas.openxmlformats.org/officeDocument/2006/relationships/slideLayout" Target="../slideLayouts/slideLayout146.xml"/><Relationship Id="rId1" Type="http://schemas.openxmlformats.org/officeDocument/2006/relationships/slideLayout" Target="../slideLayouts/slideLayout131.xml"/><Relationship Id="rId6" Type="http://schemas.openxmlformats.org/officeDocument/2006/relationships/slideLayout" Target="../slideLayouts/slideLayout136.xml"/><Relationship Id="rId11" Type="http://schemas.openxmlformats.org/officeDocument/2006/relationships/slideLayout" Target="../slideLayouts/slideLayout141.xml"/><Relationship Id="rId5" Type="http://schemas.openxmlformats.org/officeDocument/2006/relationships/slideLayout" Target="../slideLayouts/slideLayout135.xml"/><Relationship Id="rId15" Type="http://schemas.openxmlformats.org/officeDocument/2006/relationships/slideLayout" Target="../slideLayouts/slideLayout145.xml"/><Relationship Id="rId10" Type="http://schemas.openxmlformats.org/officeDocument/2006/relationships/slideLayout" Target="../slideLayouts/slideLayout140.xml"/><Relationship Id="rId19" Type="http://schemas.openxmlformats.org/officeDocument/2006/relationships/image" Target="../media/image15.svg"/><Relationship Id="rId4" Type="http://schemas.openxmlformats.org/officeDocument/2006/relationships/slideLayout" Target="../slideLayouts/slideLayout134.xml"/><Relationship Id="rId9" Type="http://schemas.openxmlformats.org/officeDocument/2006/relationships/slideLayout" Target="../slideLayouts/slideLayout139.xml"/><Relationship Id="rId14" Type="http://schemas.openxmlformats.org/officeDocument/2006/relationships/slideLayout" Target="../slideLayouts/slideLayout1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55.xml"/><Relationship Id="rId13" Type="http://schemas.openxmlformats.org/officeDocument/2006/relationships/slideLayout" Target="../slideLayouts/slideLayout160.xml"/><Relationship Id="rId18" Type="http://schemas.openxmlformats.org/officeDocument/2006/relationships/slideLayout" Target="../slideLayouts/slideLayout165.xml"/><Relationship Id="rId26" Type="http://schemas.openxmlformats.org/officeDocument/2006/relationships/slideLayout" Target="../slideLayouts/slideLayout173.xml"/><Relationship Id="rId3" Type="http://schemas.openxmlformats.org/officeDocument/2006/relationships/slideLayout" Target="../slideLayouts/slideLayout150.xml"/><Relationship Id="rId21" Type="http://schemas.openxmlformats.org/officeDocument/2006/relationships/slideLayout" Target="../slideLayouts/slideLayout168.xml"/><Relationship Id="rId34" Type="http://schemas.openxmlformats.org/officeDocument/2006/relationships/slideLayout" Target="../slideLayouts/slideLayout181.xml"/><Relationship Id="rId7" Type="http://schemas.openxmlformats.org/officeDocument/2006/relationships/slideLayout" Target="../slideLayouts/slideLayout154.xml"/><Relationship Id="rId12" Type="http://schemas.openxmlformats.org/officeDocument/2006/relationships/slideLayout" Target="../slideLayouts/slideLayout159.xml"/><Relationship Id="rId17" Type="http://schemas.openxmlformats.org/officeDocument/2006/relationships/slideLayout" Target="../slideLayouts/slideLayout164.xml"/><Relationship Id="rId25" Type="http://schemas.openxmlformats.org/officeDocument/2006/relationships/slideLayout" Target="../slideLayouts/slideLayout172.xml"/><Relationship Id="rId33" Type="http://schemas.openxmlformats.org/officeDocument/2006/relationships/slideLayout" Target="../slideLayouts/slideLayout180.xml"/><Relationship Id="rId2" Type="http://schemas.openxmlformats.org/officeDocument/2006/relationships/slideLayout" Target="../slideLayouts/slideLayout149.xml"/><Relationship Id="rId16" Type="http://schemas.openxmlformats.org/officeDocument/2006/relationships/slideLayout" Target="../slideLayouts/slideLayout163.xml"/><Relationship Id="rId20" Type="http://schemas.openxmlformats.org/officeDocument/2006/relationships/slideLayout" Target="../slideLayouts/slideLayout167.xml"/><Relationship Id="rId29" Type="http://schemas.openxmlformats.org/officeDocument/2006/relationships/slideLayout" Target="../slideLayouts/slideLayout176.xml"/><Relationship Id="rId1" Type="http://schemas.openxmlformats.org/officeDocument/2006/relationships/slideLayout" Target="../slideLayouts/slideLayout148.xml"/><Relationship Id="rId6" Type="http://schemas.openxmlformats.org/officeDocument/2006/relationships/slideLayout" Target="../slideLayouts/slideLayout153.xml"/><Relationship Id="rId11" Type="http://schemas.openxmlformats.org/officeDocument/2006/relationships/slideLayout" Target="../slideLayouts/slideLayout158.xml"/><Relationship Id="rId24" Type="http://schemas.openxmlformats.org/officeDocument/2006/relationships/slideLayout" Target="../slideLayouts/slideLayout171.xml"/><Relationship Id="rId32" Type="http://schemas.openxmlformats.org/officeDocument/2006/relationships/slideLayout" Target="../slideLayouts/slideLayout179.xml"/><Relationship Id="rId5" Type="http://schemas.openxmlformats.org/officeDocument/2006/relationships/slideLayout" Target="../slideLayouts/slideLayout152.xml"/><Relationship Id="rId15" Type="http://schemas.openxmlformats.org/officeDocument/2006/relationships/slideLayout" Target="../slideLayouts/slideLayout162.xml"/><Relationship Id="rId23" Type="http://schemas.openxmlformats.org/officeDocument/2006/relationships/slideLayout" Target="../slideLayouts/slideLayout170.xml"/><Relationship Id="rId28" Type="http://schemas.openxmlformats.org/officeDocument/2006/relationships/slideLayout" Target="../slideLayouts/slideLayout175.xml"/><Relationship Id="rId36" Type="http://schemas.openxmlformats.org/officeDocument/2006/relationships/image" Target="../media/image1.svg"/><Relationship Id="rId10" Type="http://schemas.openxmlformats.org/officeDocument/2006/relationships/slideLayout" Target="../slideLayouts/slideLayout157.xml"/><Relationship Id="rId19" Type="http://schemas.openxmlformats.org/officeDocument/2006/relationships/slideLayout" Target="../slideLayouts/slideLayout166.xml"/><Relationship Id="rId31" Type="http://schemas.openxmlformats.org/officeDocument/2006/relationships/slideLayout" Target="../slideLayouts/slideLayout178.xml"/><Relationship Id="rId4" Type="http://schemas.openxmlformats.org/officeDocument/2006/relationships/slideLayout" Target="../slideLayouts/slideLayout151.xml"/><Relationship Id="rId9" Type="http://schemas.openxmlformats.org/officeDocument/2006/relationships/slideLayout" Target="../slideLayouts/slideLayout156.xml"/><Relationship Id="rId14" Type="http://schemas.openxmlformats.org/officeDocument/2006/relationships/slideLayout" Target="../slideLayouts/slideLayout161.xml"/><Relationship Id="rId22" Type="http://schemas.openxmlformats.org/officeDocument/2006/relationships/slideLayout" Target="../slideLayouts/slideLayout169.xml"/><Relationship Id="rId27" Type="http://schemas.openxmlformats.org/officeDocument/2006/relationships/slideLayout" Target="../slideLayouts/slideLayout174.xml"/><Relationship Id="rId30" Type="http://schemas.openxmlformats.org/officeDocument/2006/relationships/slideLayout" Target="../slideLayouts/slideLayout177.xml"/><Relationship Id="rId35"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4"/>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12581710"/>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66" r:id="rId34"/>
    <p:sldLayoutId id="2147483768" r:id="rId35"/>
    <p:sldLayoutId id="2147483991" r:id="rId36"/>
    <p:sldLayoutId id="2147483773" r:id="rId37"/>
    <p:sldLayoutId id="2147483774" r:id="rId38"/>
    <p:sldLayoutId id="2147484038" r:id="rId39"/>
    <p:sldLayoutId id="2147484075" r:id="rId40"/>
    <p:sldLayoutId id="2147484097" r:id="rId41"/>
    <p:sldLayoutId id="2147484098" r:id="rId42"/>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7"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5"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7"/>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112941606"/>
      </p:ext>
    </p:extLst>
  </p:cSld>
  <p:clrMap bg1="lt1" tx1="dk1" bg2="lt2" tx2="dk2" accent1="accent1" accent2="accent2" accent3="accent3" accent4="accent4" accent5="accent5" accent6="accent6" hlink="hlink" folHlink="folHlink"/>
  <p:sldLayoutIdLst>
    <p:sldLayoutId id="2147483992" r:id="rId1"/>
    <p:sldLayoutId id="2147483813" r:id="rId2"/>
    <p:sldLayoutId id="2147483814" r:id="rId3"/>
    <p:sldLayoutId id="2147483815" r:id="rId4"/>
    <p:sldLayoutId id="2147483816" r:id="rId5"/>
    <p:sldLayoutId id="2147484100" r:id="rId6"/>
    <p:sldLayoutId id="2147483990" r:id="rId7"/>
    <p:sldLayoutId id="2147483819" r:id="rId8"/>
    <p:sldLayoutId id="2147483820" r:id="rId9"/>
    <p:sldLayoutId id="2147483821" r:id="rId10"/>
    <p:sldLayoutId id="2147483822" r:id="rId11"/>
    <p:sldLayoutId id="2147483823" r:id="rId12"/>
    <p:sldLayoutId id="2147483824" r:id="rId13"/>
    <p:sldLayoutId id="2147483825" r:id="rId14"/>
    <p:sldLayoutId id="2147483826" r:id="rId15"/>
    <p:sldLayoutId id="2147483827" r:id="rId16"/>
    <p:sldLayoutId id="2147483828" r:id="rId17"/>
    <p:sldLayoutId id="2147483829" r:id="rId18"/>
    <p:sldLayoutId id="2147483830" r:id="rId19"/>
    <p:sldLayoutId id="2147483831" r:id="rId20"/>
    <p:sldLayoutId id="2147483832" r:id="rId21"/>
    <p:sldLayoutId id="2147483833" r:id="rId22"/>
    <p:sldLayoutId id="2147483834" r:id="rId23"/>
    <p:sldLayoutId id="2147483835" r:id="rId24"/>
    <p:sldLayoutId id="2147483836" r:id="rId25"/>
    <p:sldLayoutId id="2147483837" r:id="rId26"/>
    <p:sldLayoutId id="2147483838" r:id="rId27"/>
    <p:sldLayoutId id="2147483839" r:id="rId28"/>
    <p:sldLayoutId id="2147483840" r:id="rId29"/>
    <p:sldLayoutId id="2147483841" r:id="rId30"/>
    <p:sldLayoutId id="2147483842" r:id="rId31"/>
    <p:sldLayoutId id="2147483843" r:id="rId32"/>
    <p:sldLayoutId id="2147483844" r:id="rId33"/>
    <p:sldLayoutId id="2147483845" r:id="rId34"/>
    <p:sldLayoutId id="2147483846" r:id="rId35"/>
  </p:sldLayoutIdLst>
  <p:hf hdr="0" ftr="0" dt="0"/>
  <p:txStyles>
    <p:titleStyle>
      <a:lvl1pPr algn="l" defTabSz="914354"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89" indent="-215989" algn="l" defTabSz="914354"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79"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72"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60"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86" indent="-142867"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79"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7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7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BI 3907074/BI 3907075/BI 3720590 September 2025 IUPC  |  CONFIDENTIAL – External Innovation</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5"/>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041359043"/>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 id="2147483893" r:id="rId12"/>
    <p:sldLayoutId id="2147483894" r:id="rId13"/>
    <p:sldLayoutId id="2147483895" r:id="rId14"/>
    <p:sldLayoutId id="2147483896" r:id="rId15"/>
    <p:sldLayoutId id="2147483897" r:id="rId16"/>
    <p:sldLayoutId id="2147483898" r:id="rId17"/>
    <p:sldLayoutId id="2147483899" r:id="rId18"/>
    <p:sldLayoutId id="2147483900" r:id="rId19"/>
    <p:sldLayoutId id="2147483901" r:id="rId20"/>
    <p:sldLayoutId id="2147483902" r:id="rId21"/>
    <p:sldLayoutId id="2147483903" r:id="rId22"/>
    <p:sldLayoutId id="2147483904" r:id="rId23"/>
    <p:sldLayoutId id="2147483905" r:id="rId24"/>
    <p:sldLayoutId id="2147483906" r:id="rId25"/>
    <p:sldLayoutId id="2147483907" r:id="rId26"/>
    <p:sldLayoutId id="2147483908" r:id="rId27"/>
    <p:sldLayoutId id="2147483909" r:id="rId28"/>
    <p:sldLayoutId id="2147483910" r:id="rId29"/>
    <p:sldLayoutId id="2147483911" r:id="rId30"/>
    <p:sldLayoutId id="2147483912" r:id="rId31"/>
    <p:sldLayoutId id="2147483913" r:id="rId32"/>
    <p:sldLayoutId id="2147483914" r:id="rId33"/>
    <p:sldLayoutId id="2147483915" r:id="rId34"/>
    <p:sldLayoutId id="2147483916" r:id="rId35"/>
    <p:sldLayoutId id="2147483917" r:id="rId36"/>
    <p:sldLayoutId id="2147483918" r:id="rId37"/>
    <p:sldLayoutId id="2147483919" r:id="rId38"/>
    <p:sldLayoutId id="2147483920" r:id="rId39"/>
    <p:sldLayoutId id="2147483921" r:id="rId40"/>
    <p:sldLayoutId id="2147483922" r:id="rId41"/>
    <p:sldLayoutId id="2147483923" r:id="rId42"/>
    <p:sldLayoutId id="2147483924" r:id="rId43"/>
    <p:sldLayoutId id="2147483925" r:id="rId44"/>
    <p:sldLayoutId id="2147483933" r:id="rId45"/>
    <p:sldLayoutId id="2147483934" r:id="rId46"/>
    <p:sldLayoutId id="2147483935" r:id="rId47"/>
    <p:sldLayoutId id="2147483936" r:id="rId48"/>
    <p:sldLayoutId id="2147483937" r:id="rId49"/>
    <p:sldLayoutId id="2147483938" r:id="rId50"/>
    <p:sldLayoutId id="2147483939" r:id="rId51"/>
    <p:sldLayoutId id="2147483940" r:id="rId52"/>
    <p:sldLayoutId id="2147483941" r:id="rId53"/>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 name="Titelplatzhalter 1">
            <a:extLst>
              <a:ext uri="{FF2B5EF4-FFF2-40B4-BE49-F238E27FC236}">
                <a16:creationId xmlns:a16="http://schemas.microsoft.com/office/drawing/2014/main" id="{F0B683A0-C470-18AC-71CE-187B618833C3}"/>
              </a:ext>
            </a:extLst>
          </p:cNvPr>
          <p:cNvSpPr>
            <a:spLocks noGrp="1"/>
          </p:cNvSpPr>
          <p:nvPr>
            <p:ph type="title"/>
          </p:nvPr>
        </p:nvSpPr>
        <p:spPr bwMode="gray">
          <a:xfrm>
            <a:off x="485820" y="450674"/>
            <a:ext cx="11226756" cy="720000"/>
          </a:xfrm>
          <a:prstGeom prst="rect">
            <a:avLst/>
          </a:prstGeom>
        </p:spPr>
        <p:txBody>
          <a:bodyPr vert="horz" lIns="0" tIns="0" rIns="0" bIns="0" rtlCol="0" anchor="t">
            <a:noAutofit/>
          </a:bodyPr>
          <a:lstStyle/>
          <a:p>
            <a:r>
              <a:rPr lang="en-US"/>
              <a:t>Add Title</a:t>
            </a:r>
          </a:p>
        </p:txBody>
      </p:sp>
      <p:sp>
        <p:nvSpPr>
          <p:cNvPr id="21" name="Textplatzhalter 2">
            <a:extLst>
              <a:ext uri="{FF2B5EF4-FFF2-40B4-BE49-F238E27FC236}">
                <a16:creationId xmlns:a16="http://schemas.microsoft.com/office/drawing/2014/main" id="{030B33CE-9628-3A6C-E402-D5AA993E8316}"/>
              </a:ext>
            </a:extLst>
          </p:cNvPr>
          <p:cNvSpPr>
            <a:spLocks noGrp="1"/>
          </p:cNvSpPr>
          <p:nvPr>
            <p:ph type="body" idx="1"/>
          </p:nvPr>
        </p:nvSpPr>
        <p:spPr bwMode="gray">
          <a:xfrm>
            <a:off x="485868" y="1413280"/>
            <a:ext cx="11226708"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2" name="Fußzeilenplatzhalter 4">
            <a:extLst>
              <a:ext uri="{FF2B5EF4-FFF2-40B4-BE49-F238E27FC236}">
                <a16:creationId xmlns:a16="http://schemas.microsoft.com/office/drawing/2014/main" id="{0C913A03-1654-AB5D-2832-81F73C4F5E4F}"/>
              </a:ext>
            </a:extLst>
          </p:cNvPr>
          <p:cNvSpPr>
            <a:spLocks noGrp="1"/>
          </p:cNvSpPr>
          <p:nvPr>
            <p:ph type="ftr" sz="quarter" idx="3"/>
          </p:nvPr>
        </p:nvSpPr>
        <p:spPr bwMode="gray">
          <a:xfrm>
            <a:off x="8034390" y="6246836"/>
            <a:ext cx="3318193" cy="288000"/>
          </a:xfrm>
          <a:prstGeom prst="rect">
            <a:avLst/>
          </a:prstGeom>
        </p:spPr>
        <p:txBody>
          <a:bodyPr vert="horz" lIns="0" tIns="0" rIns="0" bIns="0" rtlCol="0" anchor="b">
            <a:noAutofit/>
          </a:bodyPr>
          <a:lstStyle>
            <a:lvl1pPr marL="0" indent="0" algn="r">
              <a:spcAft>
                <a:spcPts val="300"/>
              </a:spcAft>
              <a:defRPr sz="800">
                <a:solidFill>
                  <a:schemeClr val="tx1"/>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black"/>
                </a:solidFill>
                <a:effectLst/>
                <a:uLnTx/>
                <a:uFillTx/>
                <a:latin typeface="Source Sans 3 Regular"/>
                <a:ea typeface="+mn-ea"/>
                <a:cs typeface="+mn-cs"/>
              </a:rPr>
              <a:t>HPBU-EC 29 Jan 2026    |    zongertinib - ONLY FOR INTERNAL USE</a:t>
            </a:r>
          </a:p>
        </p:txBody>
      </p:sp>
      <p:sp>
        <p:nvSpPr>
          <p:cNvPr id="23" name="Foliennummernplatzhalter 5">
            <a:extLst>
              <a:ext uri="{FF2B5EF4-FFF2-40B4-BE49-F238E27FC236}">
                <a16:creationId xmlns:a16="http://schemas.microsoft.com/office/drawing/2014/main" id="{0BFA77C3-2DD3-CCF5-9BD8-33E8B719FB3C}"/>
              </a:ext>
            </a:extLst>
          </p:cNvPr>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tx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prstClr val="black"/>
                </a:solidFill>
                <a:effectLst/>
                <a:uLnTx/>
                <a:uFillTx/>
                <a:latin typeface="Source Sans 3 Regula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prstClr val="black"/>
              </a:solidFill>
              <a:effectLst/>
              <a:uLnTx/>
              <a:uFillTx/>
              <a:latin typeface="Source Sans 3 Regular"/>
              <a:ea typeface="+mn-ea"/>
              <a:cs typeface="+mn-cs"/>
            </a:endParaRPr>
          </a:p>
        </p:txBody>
      </p:sp>
      <p:pic>
        <p:nvPicPr>
          <p:cNvPr id="2" name="Picture 6">
            <a:extLst>
              <a:ext uri="{FF2B5EF4-FFF2-40B4-BE49-F238E27FC236}">
                <a16:creationId xmlns:a16="http://schemas.microsoft.com/office/drawing/2014/main" id="{45CD4F09-55DF-AF2B-269C-A34BB7C3F506}"/>
              </a:ext>
            </a:extLst>
          </p:cNvPr>
          <p:cNvPicPr>
            <a:picLocks noChangeAspect="1"/>
          </p:cNvPicPr>
          <p:nvPr userDrawn="1"/>
        </p:nvPicPr>
        <p:blipFill>
          <a:blip>
            <a:extLst>
              <a:ext uri="{96DAC541-7B7A-43D3-8B79-37D633B846F1}">
                <asvg:svgBlip xmlns:asvg="http://schemas.microsoft.com/office/drawing/2016/SVG/main" r:embed="rId19"/>
              </a:ext>
            </a:extLst>
          </a:blip>
          <a:srcRect/>
          <a:stretch/>
        </p:blipFill>
        <p:spPr>
          <a:xfrm>
            <a:off x="486112" y="6227546"/>
            <a:ext cx="1920910" cy="396453"/>
          </a:xfrm>
          <a:prstGeom prst="rect">
            <a:avLst/>
          </a:prstGeom>
        </p:spPr>
      </p:pic>
      <p:sp>
        <p:nvSpPr>
          <p:cNvPr id="3" name="TextBox 2">
            <a:extLst>
              <a:ext uri="{FF2B5EF4-FFF2-40B4-BE49-F238E27FC236}">
                <a16:creationId xmlns:a16="http://schemas.microsoft.com/office/drawing/2014/main" id="{BC4B93FC-43A4-0EDC-859A-5D6D689B12C7}"/>
              </a:ext>
            </a:extLst>
          </p:cNvPr>
          <p:cNvSpPr txBox="1"/>
          <p:nvPr userDrawn="1"/>
        </p:nvSpPr>
        <p:spPr>
          <a:xfrm>
            <a:off x="4508863" y="6283114"/>
            <a:ext cx="3174274" cy="215444"/>
          </a:xfrm>
          <a:prstGeom prst="rect">
            <a:avLst/>
          </a:prstGeom>
          <a:noFill/>
        </p:spPr>
        <p:txBody>
          <a:bodyPr wrap="square" rtlCol="0">
            <a:spAutoFit/>
          </a:bodyPr>
          <a:lstStyle/>
          <a:p>
            <a:pPr algn="ctr"/>
            <a:r>
              <a:rPr lang="en-US" sz="800">
                <a:solidFill>
                  <a:srgbClr val="333333"/>
                </a:solidFill>
                <a:latin typeface="Source Sans 3 Regular"/>
              </a:rPr>
              <a:t>ONLY FOR INTERNAL USE</a:t>
            </a:r>
            <a:endParaRPr lang="en-US" sz="800">
              <a:solidFill>
                <a:srgbClr val="333333"/>
              </a:solidFill>
            </a:endParaRPr>
          </a:p>
        </p:txBody>
      </p:sp>
      <p:grpSp>
        <p:nvGrpSpPr>
          <p:cNvPr id="4" name="Gruppieren 24">
            <a:extLst>
              <a:ext uri="{FF2B5EF4-FFF2-40B4-BE49-F238E27FC236}">
                <a16:creationId xmlns:a16="http://schemas.microsoft.com/office/drawing/2014/main" id="{5CA4D002-D28B-CDA4-E3AB-A7E762439A5A}"/>
              </a:ext>
            </a:extLst>
          </p:cNvPr>
          <p:cNvGrpSpPr/>
          <p:nvPr userDrawn="1"/>
        </p:nvGrpSpPr>
        <p:grpSpPr bwMode="gray">
          <a:xfrm>
            <a:off x="-168688" y="1413000"/>
            <a:ext cx="72000" cy="4536000"/>
            <a:chOff x="-456728" y="1628800"/>
            <a:chExt cx="216000" cy="4536504"/>
          </a:xfrm>
        </p:grpSpPr>
        <p:cxnSp>
          <p:nvCxnSpPr>
            <p:cNvPr id="5" name="Gerader Verbinder 22">
              <a:extLst>
                <a:ext uri="{FF2B5EF4-FFF2-40B4-BE49-F238E27FC236}">
                  <a16:creationId xmlns:a16="http://schemas.microsoft.com/office/drawing/2014/main" id="{2AB0A834-1BC3-F7D8-6E55-2549B6D76152}"/>
                </a:ext>
              </a:extLst>
            </p:cNvPr>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Gerader Verbinder 23">
              <a:extLst>
                <a:ext uri="{FF2B5EF4-FFF2-40B4-BE49-F238E27FC236}">
                  <a16:creationId xmlns:a16="http://schemas.microsoft.com/office/drawing/2014/main" id="{342F7960-64E5-215E-4F26-3F44CFA38E85}"/>
                </a:ext>
              </a:extLst>
            </p:cNvPr>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 name="Gruppieren 2081">
            <a:extLst>
              <a:ext uri="{FF2B5EF4-FFF2-40B4-BE49-F238E27FC236}">
                <a16:creationId xmlns:a16="http://schemas.microsoft.com/office/drawing/2014/main" id="{2D387256-B51B-718B-087F-0D1207728824}"/>
              </a:ext>
            </a:extLst>
          </p:cNvPr>
          <p:cNvGrpSpPr/>
          <p:nvPr userDrawn="1"/>
        </p:nvGrpSpPr>
        <p:grpSpPr bwMode="gray">
          <a:xfrm>
            <a:off x="480000" y="-171400"/>
            <a:ext cx="11232624" cy="72000"/>
            <a:chOff x="480000" y="-171400"/>
            <a:chExt cx="11232624" cy="72000"/>
          </a:xfrm>
        </p:grpSpPr>
        <p:cxnSp>
          <p:nvCxnSpPr>
            <p:cNvPr id="8" name="Gerader Verbinder 12">
              <a:extLst>
                <a:ext uri="{FF2B5EF4-FFF2-40B4-BE49-F238E27FC236}">
                  <a16:creationId xmlns:a16="http://schemas.microsoft.com/office/drawing/2014/main" id="{C86C5235-9064-54D0-6DA3-3F302FB764FE}"/>
                </a:ext>
              </a:extLst>
            </p:cNvPr>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Gerader Verbinder 13">
              <a:extLst>
                <a:ext uri="{FF2B5EF4-FFF2-40B4-BE49-F238E27FC236}">
                  <a16:creationId xmlns:a16="http://schemas.microsoft.com/office/drawing/2014/main" id="{933BB857-EDBD-D414-6362-85C488FC840F}"/>
                </a:ext>
              </a:extLst>
            </p:cNvPr>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Gerader Verbinder 14">
              <a:extLst>
                <a:ext uri="{FF2B5EF4-FFF2-40B4-BE49-F238E27FC236}">
                  <a16:creationId xmlns:a16="http://schemas.microsoft.com/office/drawing/2014/main" id="{9FF200FE-F8A9-AC3C-5883-A8ABE91AD331}"/>
                </a:ext>
              </a:extLst>
            </p:cNvPr>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Gerader Verbinder 15">
              <a:extLst>
                <a:ext uri="{FF2B5EF4-FFF2-40B4-BE49-F238E27FC236}">
                  <a16:creationId xmlns:a16="http://schemas.microsoft.com/office/drawing/2014/main" id="{FC058A65-39C0-D16B-5B84-A050E3A14FC0}"/>
                </a:ext>
              </a:extLst>
            </p:cNvPr>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16">
              <a:extLst>
                <a:ext uri="{FF2B5EF4-FFF2-40B4-BE49-F238E27FC236}">
                  <a16:creationId xmlns:a16="http://schemas.microsoft.com/office/drawing/2014/main" id="{552D6B35-0A39-65C4-6BFB-8B38EF8EAB18}"/>
                </a:ext>
              </a:extLst>
            </p:cNvPr>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Gerader Verbinder 17">
              <a:extLst>
                <a:ext uri="{FF2B5EF4-FFF2-40B4-BE49-F238E27FC236}">
                  <a16:creationId xmlns:a16="http://schemas.microsoft.com/office/drawing/2014/main" id="{89369880-786C-3DAC-C12E-07B119E1C3C2}"/>
                </a:ext>
              </a:extLst>
            </p:cNvPr>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8">
              <a:extLst>
                <a:ext uri="{FF2B5EF4-FFF2-40B4-BE49-F238E27FC236}">
                  <a16:creationId xmlns:a16="http://schemas.microsoft.com/office/drawing/2014/main" id="{5008AA48-1E2A-821C-B9AD-51858C903E34}"/>
                </a:ext>
              </a:extLst>
            </p:cNvPr>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9">
              <a:extLst>
                <a:ext uri="{FF2B5EF4-FFF2-40B4-BE49-F238E27FC236}">
                  <a16:creationId xmlns:a16="http://schemas.microsoft.com/office/drawing/2014/main" id="{72367A8F-FC00-B91A-AD98-6C690B7B3B8E}"/>
                </a:ext>
              </a:extLst>
            </p:cNvPr>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65498683"/>
      </p:ext>
    </p:extLst>
  </p:cSld>
  <p:clrMap bg1="lt1" tx1="dk1" bg2="lt2" tx2="dk2" accent1="accent1" accent2="accent2" accent3="accent3" accent4="accent4" accent5="accent5" accent6="accent6" hlink="hlink" folHlink="folHlink"/>
  <p:sldLayoutIdLst>
    <p:sldLayoutId id="2147484079" r:id="rId1"/>
    <p:sldLayoutId id="2147484080" r:id="rId2"/>
    <p:sldLayoutId id="2147484081" r:id="rId3"/>
    <p:sldLayoutId id="2147484082" r:id="rId4"/>
    <p:sldLayoutId id="2147484083" r:id="rId5"/>
    <p:sldLayoutId id="2147484084" r:id="rId6"/>
    <p:sldLayoutId id="2147484085" r:id="rId7"/>
    <p:sldLayoutId id="2147484086" r:id="rId8"/>
    <p:sldLayoutId id="2147484087" r:id="rId9"/>
    <p:sldLayoutId id="2147484088" r:id="rId10"/>
    <p:sldLayoutId id="2147484089" r:id="rId11"/>
    <p:sldLayoutId id="2147484090" r:id="rId12"/>
    <p:sldLayoutId id="2147484091" r:id="rId13"/>
    <p:sldLayoutId id="2147484092" r:id="rId14"/>
    <p:sldLayoutId id="2147484093" r:id="rId15"/>
    <p:sldLayoutId id="2147484094" r:id="rId16"/>
    <p:sldLayoutId id="2147484095" r:id="rId17"/>
  </p:sldLayoutIdLst>
  <p:hf hdr="0" dt="0"/>
  <p:txStyles>
    <p:titleStyle>
      <a:lvl1pPr algn="l" defTabSz="914400" rtl="0" eaLnBrk="1" latinLnBrk="0" hangingPunct="1">
        <a:lnSpc>
          <a:spcPct val="90000"/>
        </a:lnSpc>
        <a:spcBef>
          <a:spcPct val="0"/>
        </a:spcBef>
        <a:buNone/>
        <a:defRPr sz="2400" b="1" i="0" kern="1200">
          <a:solidFill>
            <a:schemeClr val="tx2"/>
          </a:solidFill>
          <a:latin typeface="Source Sans 3" panose="020B0303030403020204" pitchFamily="34" charset="0"/>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720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378">
          <p15:clr>
            <a:srgbClr val="F26B43"/>
          </p15:clr>
        </p15:guide>
        <p15:guide id="5" pos="302">
          <p15:clr>
            <a:srgbClr val="F26B43"/>
          </p15:clr>
        </p15:guide>
        <p15:guide id="6" orient="horz" pos="3748">
          <p15:clr>
            <a:srgbClr val="F26B43"/>
          </p15:clr>
        </p15:guide>
        <p15:guide id="8" orient="horz" pos="890">
          <p15:clr>
            <a:srgbClr val="F26B43"/>
          </p15:clr>
        </p15:guide>
        <p15:guide id="10" orient="horz" pos="28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197988272"/>
      </p:ext>
    </p:extLst>
  </p:cSld>
  <p:clrMap bg1="lt1" tx1="dk1" bg2="lt2" tx2="dk2" accent1="accent1" accent2="accent2" accent3="accent3" accent4="accent4" accent5="accent5" accent6="accent6" hlink="hlink" folHlink="folHlink"/>
  <p:sldLayoutIdLst>
    <p:sldLayoutId id="2147484032" r:id="rId1"/>
    <p:sldLayoutId id="2147483999" r:id="rId2"/>
    <p:sldLayoutId id="2147484000" r:id="rId3"/>
    <p:sldLayoutId id="2147484033" r:id="rId4"/>
    <p:sldLayoutId id="2147484002" r:id="rId5"/>
    <p:sldLayoutId id="2147484003" r:id="rId6"/>
    <p:sldLayoutId id="2147484004" r:id="rId7"/>
    <p:sldLayoutId id="2147484005" r:id="rId8"/>
    <p:sldLayoutId id="2147484006" r:id="rId9"/>
    <p:sldLayoutId id="2147484007" r:id="rId10"/>
    <p:sldLayoutId id="2147484008" r:id="rId11"/>
    <p:sldLayoutId id="2147484009" r:id="rId12"/>
    <p:sldLayoutId id="2147484034" r:id="rId13"/>
    <p:sldLayoutId id="2147484011" r:id="rId14"/>
    <p:sldLayoutId id="2147484012" r:id="rId15"/>
    <p:sldLayoutId id="2147484013" r:id="rId16"/>
    <p:sldLayoutId id="2147484014" r:id="rId17"/>
    <p:sldLayoutId id="2147484015" r:id="rId18"/>
    <p:sldLayoutId id="2147484016" r:id="rId19"/>
    <p:sldLayoutId id="2147484017" r:id="rId20"/>
    <p:sldLayoutId id="2147484018" r:id="rId21"/>
    <p:sldLayoutId id="2147484019" r:id="rId22"/>
    <p:sldLayoutId id="2147484020" r:id="rId23"/>
    <p:sldLayoutId id="2147484021" r:id="rId24"/>
    <p:sldLayoutId id="2147484022" r:id="rId25"/>
    <p:sldLayoutId id="2147484023" r:id="rId26"/>
    <p:sldLayoutId id="2147484024" r:id="rId27"/>
    <p:sldLayoutId id="2147484025" r:id="rId28"/>
    <p:sldLayoutId id="2147484026" r:id="rId29"/>
    <p:sldLayoutId id="2147484027" r:id="rId30"/>
    <p:sldLayoutId id="2147484028" r:id="rId31"/>
    <p:sldLayoutId id="2147484029" r:id="rId32"/>
    <p:sldLayoutId id="2147484030" r:id="rId33"/>
    <p:sldLayoutId id="2147484035" r:id="rId34"/>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41.xml"/><Relationship Id="rId5" Type="http://schemas.openxmlformats.org/officeDocument/2006/relationships/image" Target="../media/image26.svg"/><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1.xml"/><Relationship Id="rId5" Type="http://schemas.openxmlformats.org/officeDocument/2006/relationships/image" Target="../media/image28.svg"/><Relationship Id="rId4" Type="http://schemas.openxmlformats.org/officeDocument/2006/relationships/image" Target="../media/image27.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image" Target="../media/image31.svg"/><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image" Target="../media/image30.png"/><Relationship Id="rId2" Type="http://schemas.openxmlformats.org/officeDocument/2006/relationships/tags" Target="../tags/tag3.xml"/><Relationship Id="rId16" Type="http://schemas.openxmlformats.org/officeDocument/2006/relationships/image" Target="../media/image29.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notesSlide" Target="../notesSlides/notesSlide5.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32.png"/><Relationship Id="rId4"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notesSlide" Target="../notesSlides/notesSlide7.xml"/><Relationship Id="rId3" Type="http://schemas.openxmlformats.org/officeDocument/2006/relationships/tags" Target="../tags/tag19.xml"/><Relationship Id="rId7" Type="http://schemas.openxmlformats.org/officeDocument/2006/relationships/tags" Target="../tags/tag23.xml"/><Relationship Id="rId12" Type="http://schemas.openxmlformats.org/officeDocument/2006/relationships/slideLayout" Target="../slideLayouts/slideLayout11.xml"/><Relationship Id="rId2" Type="http://schemas.openxmlformats.org/officeDocument/2006/relationships/tags" Target="../tags/tag18.xml"/><Relationship Id="rId16" Type="http://schemas.openxmlformats.org/officeDocument/2006/relationships/image" Target="../media/image31.svg"/><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5" Type="http://schemas.openxmlformats.org/officeDocument/2006/relationships/tags" Target="../tags/tag21.xml"/><Relationship Id="rId15" Type="http://schemas.openxmlformats.org/officeDocument/2006/relationships/image" Target="../media/image30.png"/><Relationship Id="rId10" Type="http://schemas.openxmlformats.org/officeDocument/2006/relationships/tags" Target="../tags/tag26.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tags" Target="../tags/tag40.xml"/><Relationship Id="rId18" Type="http://schemas.openxmlformats.org/officeDocument/2006/relationships/image" Target="../media/image30.png"/><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tags" Target="../tags/tag39.xml"/><Relationship Id="rId17" Type="http://schemas.openxmlformats.org/officeDocument/2006/relationships/image" Target="../media/image29.png"/><Relationship Id="rId2" Type="http://schemas.openxmlformats.org/officeDocument/2006/relationships/tags" Target="../tags/tag29.xml"/><Relationship Id="rId16" Type="http://schemas.openxmlformats.org/officeDocument/2006/relationships/slideLayout" Target="../slideLayouts/slideLayout11.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5" Type="http://schemas.openxmlformats.org/officeDocument/2006/relationships/tags" Target="../tags/tag32.xml"/><Relationship Id="rId15" Type="http://schemas.openxmlformats.org/officeDocument/2006/relationships/tags" Target="../tags/tag42.xml"/><Relationship Id="rId10" Type="http://schemas.openxmlformats.org/officeDocument/2006/relationships/tags" Target="../tags/tag37.xml"/><Relationship Id="rId19" Type="http://schemas.openxmlformats.org/officeDocument/2006/relationships/image" Target="../media/image31.svg"/><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tags" Target="../tags/tag4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svg"/><Relationship Id="rId1" Type="http://schemas.openxmlformats.org/officeDocument/2006/relationships/slideLayout" Target="../slideLayouts/slideLayout11.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tags" Target="../tags/tag55.xml"/><Relationship Id="rId18" Type="http://schemas.openxmlformats.org/officeDocument/2006/relationships/image" Target="../media/image30.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tags" Target="../tags/tag54.xml"/><Relationship Id="rId17" Type="http://schemas.openxmlformats.org/officeDocument/2006/relationships/image" Target="../media/image29.png"/><Relationship Id="rId2" Type="http://schemas.openxmlformats.org/officeDocument/2006/relationships/tags" Target="../tags/tag44.xml"/><Relationship Id="rId16" Type="http://schemas.openxmlformats.org/officeDocument/2006/relationships/slideLayout" Target="../slideLayouts/slideLayout11.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tags" Target="../tags/tag57.xml"/><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tags" Target="../tags/tag5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tags" Target="../tags/tag70.xml"/><Relationship Id="rId18" Type="http://schemas.openxmlformats.org/officeDocument/2006/relationships/image" Target="../media/image30.png"/><Relationship Id="rId3" Type="http://schemas.openxmlformats.org/officeDocument/2006/relationships/tags" Target="../tags/tag60.xml"/><Relationship Id="rId7" Type="http://schemas.openxmlformats.org/officeDocument/2006/relationships/tags" Target="../tags/tag64.xml"/><Relationship Id="rId12" Type="http://schemas.openxmlformats.org/officeDocument/2006/relationships/tags" Target="../tags/tag69.xml"/><Relationship Id="rId17" Type="http://schemas.openxmlformats.org/officeDocument/2006/relationships/image" Target="../media/image29.png"/><Relationship Id="rId2" Type="http://schemas.openxmlformats.org/officeDocument/2006/relationships/tags" Target="../tags/tag59.xml"/><Relationship Id="rId16" Type="http://schemas.openxmlformats.org/officeDocument/2006/relationships/slideLayout" Target="../slideLayouts/slideLayout11.xml"/><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tags" Target="../tags/tag68.xml"/><Relationship Id="rId5" Type="http://schemas.openxmlformats.org/officeDocument/2006/relationships/tags" Target="../tags/tag62.xml"/><Relationship Id="rId15" Type="http://schemas.openxmlformats.org/officeDocument/2006/relationships/tags" Target="../tags/tag72.xml"/><Relationship Id="rId10" Type="http://schemas.openxmlformats.org/officeDocument/2006/relationships/tags" Target="../tags/tag67.xml"/><Relationship Id="rId19" Type="http://schemas.openxmlformats.org/officeDocument/2006/relationships/image" Target="../media/image31.svg"/><Relationship Id="rId4" Type="http://schemas.openxmlformats.org/officeDocument/2006/relationships/tags" Target="../tags/tag61.xml"/><Relationship Id="rId9" Type="http://schemas.openxmlformats.org/officeDocument/2006/relationships/tags" Target="../tags/tag66.xml"/><Relationship Id="rId14" Type="http://schemas.openxmlformats.org/officeDocument/2006/relationships/tags" Target="../tags/tag71.xml"/></Relationships>
</file>

<file path=ppt/slides/_rels/slide1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svg"/><Relationship Id="rId1" Type="http://schemas.openxmlformats.org/officeDocument/2006/relationships/slideLayout" Target="../slideLayouts/slideLayout11.xml"/><Relationship Id="rId4" Type="http://schemas.openxmlformats.org/officeDocument/2006/relationships/chart" Target="../charts/chart3.xml"/></Relationships>
</file>

<file path=ppt/slides/_rels/slide20.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svg"/><Relationship Id="rId1" Type="http://schemas.openxmlformats.org/officeDocument/2006/relationships/slideLayout" Target="../slideLayouts/slideLayout11.xml"/><Relationship Id="rId4" Type="http://schemas.openxmlformats.org/officeDocument/2006/relationships/chart" Target="../charts/chart4.xml"/></Relationships>
</file>

<file path=ppt/slides/_rels/slide21.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tags" Target="../tags/tag85.xml"/><Relationship Id="rId18" Type="http://schemas.openxmlformats.org/officeDocument/2006/relationships/image" Target="../media/image29.png"/><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tags" Target="../tags/tag84.xml"/><Relationship Id="rId17" Type="http://schemas.openxmlformats.org/officeDocument/2006/relationships/notesSlide" Target="../notesSlides/notesSlide9.xml"/><Relationship Id="rId2" Type="http://schemas.openxmlformats.org/officeDocument/2006/relationships/tags" Target="../tags/tag74.xml"/><Relationship Id="rId16" Type="http://schemas.openxmlformats.org/officeDocument/2006/relationships/slideLayout" Target="../slideLayouts/slideLayout11.xml"/><Relationship Id="rId20" Type="http://schemas.openxmlformats.org/officeDocument/2006/relationships/image" Target="../media/image31.svg"/><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5" Type="http://schemas.openxmlformats.org/officeDocument/2006/relationships/tags" Target="../tags/tag77.xml"/><Relationship Id="rId15" Type="http://schemas.openxmlformats.org/officeDocument/2006/relationships/tags" Target="../tags/tag87.xml"/><Relationship Id="rId10" Type="http://schemas.openxmlformats.org/officeDocument/2006/relationships/tags" Target="../tags/tag82.xml"/><Relationship Id="rId19" Type="http://schemas.openxmlformats.org/officeDocument/2006/relationships/image" Target="../media/image30.png"/><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tags" Target="../tags/tag86.xml"/></Relationships>
</file>

<file path=ppt/slides/_rels/slide22.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tags" Target="../tags/tag100.xml"/><Relationship Id="rId18" Type="http://schemas.openxmlformats.org/officeDocument/2006/relationships/image" Target="../media/image30.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tags" Target="../tags/tag99.xml"/><Relationship Id="rId17" Type="http://schemas.openxmlformats.org/officeDocument/2006/relationships/image" Target="../media/image29.png"/><Relationship Id="rId2" Type="http://schemas.openxmlformats.org/officeDocument/2006/relationships/tags" Target="../tags/tag89.xml"/><Relationship Id="rId16" Type="http://schemas.openxmlformats.org/officeDocument/2006/relationships/slideLayout" Target="../slideLayouts/slideLayout11.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tags" Target="../tags/tag98.xml"/><Relationship Id="rId5" Type="http://schemas.openxmlformats.org/officeDocument/2006/relationships/tags" Target="../tags/tag92.xml"/><Relationship Id="rId15" Type="http://schemas.openxmlformats.org/officeDocument/2006/relationships/tags" Target="../tags/tag102.xml"/><Relationship Id="rId10" Type="http://schemas.openxmlformats.org/officeDocument/2006/relationships/tags" Target="../tags/tag97.xml"/><Relationship Id="rId19" Type="http://schemas.openxmlformats.org/officeDocument/2006/relationships/image" Target="../media/image31.svg"/><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tags" Target="../tags/tag10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8" Type="http://schemas.openxmlformats.org/officeDocument/2006/relationships/tags" Target="../tags/tag110.xml"/><Relationship Id="rId13" Type="http://schemas.openxmlformats.org/officeDocument/2006/relationships/tags" Target="../tags/tag115.xml"/><Relationship Id="rId18" Type="http://schemas.openxmlformats.org/officeDocument/2006/relationships/image" Target="../media/image30.png"/><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tags" Target="../tags/tag114.xml"/><Relationship Id="rId17" Type="http://schemas.openxmlformats.org/officeDocument/2006/relationships/image" Target="../media/image29.png"/><Relationship Id="rId2" Type="http://schemas.openxmlformats.org/officeDocument/2006/relationships/tags" Target="../tags/tag104.xml"/><Relationship Id="rId16" Type="http://schemas.openxmlformats.org/officeDocument/2006/relationships/slideLayout" Target="../slideLayouts/slideLayout11.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tags" Target="../tags/tag113.xml"/><Relationship Id="rId5" Type="http://schemas.openxmlformats.org/officeDocument/2006/relationships/tags" Target="../tags/tag107.xml"/><Relationship Id="rId15" Type="http://schemas.openxmlformats.org/officeDocument/2006/relationships/tags" Target="../tags/tag117.xml"/><Relationship Id="rId10" Type="http://schemas.openxmlformats.org/officeDocument/2006/relationships/tags" Target="../tags/tag112.xml"/><Relationship Id="rId19" Type="http://schemas.openxmlformats.org/officeDocument/2006/relationships/image" Target="../media/image31.svg"/><Relationship Id="rId4" Type="http://schemas.openxmlformats.org/officeDocument/2006/relationships/tags" Target="../tags/tag106.xml"/><Relationship Id="rId9" Type="http://schemas.openxmlformats.org/officeDocument/2006/relationships/tags" Target="../tags/tag111.xml"/><Relationship Id="rId14" Type="http://schemas.openxmlformats.org/officeDocument/2006/relationships/tags" Target="../tags/tag116.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chart" Target="../charts/chart5.xml"/><Relationship Id="rId1" Type="http://schemas.openxmlformats.org/officeDocument/2006/relationships/slideLayout" Target="../slideLayouts/slideLayout11.xml"/><Relationship Id="rId6" Type="http://schemas.openxmlformats.org/officeDocument/2006/relationships/image" Target="../media/image37.emf"/><Relationship Id="rId5" Type="http://schemas.openxmlformats.org/officeDocument/2006/relationships/package" Target="../embeddings/Microsoft_Excel_Worksheet3.xlsx"/><Relationship Id="rId4" Type="http://schemas.openxmlformats.org/officeDocument/2006/relationships/image" Target="../media/image34.svg"/></Relationships>
</file>

<file path=ppt/slides/_rels/slide2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chart" Target="../charts/chart6.xml"/><Relationship Id="rId1" Type="http://schemas.openxmlformats.org/officeDocument/2006/relationships/slideLayout" Target="../slideLayouts/slideLayout11.xml"/><Relationship Id="rId4" Type="http://schemas.openxmlformats.org/officeDocument/2006/relationships/image" Target="../media/image34.svg"/></Relationships>
</file>

<file path=ppt/slides/_rels/slide29.xml.rels><?xml version="1.0" encoding="UTF-8" standalone="yes"?>
<Relationships xmlns="http://schemas.openxmlformats.org/package/2006/relationships"><Relationship Id="rId8" Type="http://schemas.openxmlformats.org/officeDocument/2006/relationships/tags" Target="../tags/tag125.xml"/><Relationship Id="rId13" Type="http://schemas.openxmlformats.org/officeDocument/2006/relationships/tags" Target="../tags/tag130.xml"/><Relationship Id="rId18" Type="http://schemas.openxmlformats.org/officeDocument/2006/relationships/tags" Target="../tags/tag135.xml"/><Relationship Id="rId3" Type="http://schemas.openxmlformats.org/officeDocument/2006/relationships/tags" Target="../tags/tag120.xml"/><Relationship Id="rId21" Type="http://schemas.openxmlformats.org/officeDocument/2006/relationships/image" Target="../media/image29.png"/><Relationship Id="rId7" Type="http://schemas.openxmlformats.org/officeDocument/2006/relationships/tags" Target="../tags/tag124.xml"/><Relationship Id="rId12" Type="http://schemas.openxmlformats.org/officeDocument/2006/relationships/tags" Target="../tags/tag129.xml"/><Relationship Id="rId17" Type="http://schemas.openxmlformats.org/officeDocument/2006/relationships/tags" Target="../tags/tag134.xml"/><Relationship Id="rId2" Type="http://schemas.openxmlformats.org/officeDocument/2006/relationships/tags" Target="../tags/tag119.xml"/><Relationship Id="rId16" Type="http://schemas.openxmlformats.org/officeDocument/2006/relationships/tags" Target="../tags/tag133.xml"/><Relationship Id="rId20" Type="http://schemas.openxmlformats.org/officeDocument/2006/relationships/slideLayout" Target="../slideLayouts/slideLayout11.xml"/><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tags" Target="../tags/tag128.xml"/><Relationship Id="rId5" Type="http://schemas.openxmlformats.org/officeDocument/2006/relationships/tags" Target="../tags/tag122.xml"/><Relationship Id="rId15" Type="http://schemas.openxmlformats.org/officeDocument/2006/relationships/tags" Target="../tags/tag132.xml"/><Relationship Id="rId23" Type="http://schemas.openxmlformats.org/officeDocument/2006/relationships/image" Target="../media/image31.svg"/><Relationship Id="rId10" Type="http://schemas.openxmlformats.org/officeDocument/2006/relationships/tags" Target="../tags/tag127.xml"/><Relationship Id="rId19" Type="http://schemas.openxmlformats.org/officeDocument/2006/relationships/tags" Target="../tags/tag136.xml"/><Relationship Id="rId4" Type="http://schemas.openxmlformats.org/officeDocument/2006/relationships/tags" Target="../tags/tag121.xml"/><Relationship Id="rId9" Type="http://schemas.openxmlformats.org/officeDocument/2006/relationships/tags" Target="../tags/tag126.xml"/><Relationship Id="rId14" Type="http://schemas.openxmlformats.org/officeDocument/2006/relationships/tags" Target="../tags/tag131.xml"/><Relationship Id="rId22" Type="http://schemas.openxmlformats.org/officeDocument/2006/relationships/image" Target="../media/image30.png"/></Relationships>
</file>

<file path=ppt/slides/_rels/slide30.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tags" Target="../tags/tag149.xml"/><Relationship Id="rId18" Type="http://schemas.openxmlformats.org/officeDocument/2006/relationships/tags" Target="../tags/tag154.xml"/><Relationship Id="rId3" Type="http://schemas.openxmlformats.org/officeDocument/2006/relationships/tags" Target="../tags/tag139.xml"/><Relationship Id="rId21" Type="http://schemas.openxmlformats.org/officeDocument/2006/relationships/image" Target="../media/image29.png"/><Relationship Id="rId7" Type="http://schemas.openxmlformats.org/officeDocument/2006/relationships/tags" Target="../tags/tag143.xml"/><Relationship Id="rId12" Type="http://schemas.openxmlformats.org/officeDocument/2006/relationships/tags" Target="../tags/tag148.xml"/><Relationship Id="rId17" Type="http://schemas.openxmlformats.org/officeDocument/2006/relationships/tags" Target="../tags/tag153.xml"/><Relationship Id="rId2" Type="http://schemas.openxmlformats.org/officeDocument/2006/relationships/tags" Target="../tags/tag138.xml"/><Relationship Id="rId16" Type="http://schemas.openxmlformats.org/officeDocument/2006/relationships/tags" Target="../tags/tag152.xml"/><Relationship Id="rId20" Type="http://schemas.openxmlformats.org/officeDocument/2006/relationships/slideLayout" Target="../slideLayouts/slideLayout11.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5" Type="http://schemas.openxmlformats.org/officeDocument/2006/relationships/tags" Target="../tags/tag151.xml"/><Relationship Id="rId23" Type="http://schemas.openxmlformats.org/officeDocument/2006/relationships/image" Target="../media/image31.svg"/><Relationship Id="rId10" Type="http://schemas.openxmlformats.org/officeDocument/2006/relationships/tags" Target="../tags/tag146.xml"/><Relationship Id="rId19" Type="http://schemas.openxmlformats.org/officeDocument/2006/relationships/tags" Target="../tags/tag155.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tags" Target="../tags/tag150.xml"/><Relationship Id="rId22" Type="http://schemas.openxmlformats.org/officeDocument/2006/relationships/image" Target="../media/image30.png"/></Relationships>
</file>

<file path=ppt/slides/_rels/slide31.xml.rels><?xml version="1.0" encoding="UTF-8" standalone="yes"?>
<Relationships xmlns="http://schemas.openxmlformats.org/package/2006/relationships"><Relationship Id="rId8" Type="http://schemas.openxmlformats.org/officeDocument/2006/relationships/tags" Target="../tags/tag163.xml"/><Relationship Id="rId13" Type="http://schemas.openxmlformats.org/officeDocument/2006/relationships/tags" Target="../tags/tag168.xml"/><Relationship Id="rId18" Type="http://schemas.openxmlformats.org/officeDocument/2006/relationships/tags" Target="../tags/tag173.xml"/><Relationship Id="rId3" Type="http://schemas.openxmlformats.org/officeDocument/2006/relationships/tags" Target="../tags/tag158.xml"/><Relationship Id="rId21" Type="http://schemas.openxmlformats.org/officeDocument/2006/relationships/image" Target="../media/image30.png"/><Relationship Id="rId7" Type="http://schemas.openxmlformats.org/officeDocument/2006/relationships/tags" Target="../tags/tag162.xml"/><Relationship Id="rId12" Type="http://schemas.openxmlformats.org/officeDocument/2006/relationships/tags" Target="../tags/tag167.xml"/><Relationship Id="rId17" Type="http://schemas.openxmlformats.org/officeDocument/2006/relationships/tags" Target="../tags/tag172.xml"/><Relationship Id="rId2" Type="http://schemas.openxmlformats.org/officeDocument/2006/relationships/tags" Target="../tags/tag157.xml"/><Relationship Id="rId16" Type="http://schemas.openxmlformats.org/officeDocument/2006/relationships/tags" Target="../tags/tag171.xml"/><Relationship Id="rId20" Type="http://schemas.openxmlformats.org/officeDocument/2006/relationships/image" Target="../media/image29.png"/><Relationship Id="rId1" Type="http://schemas.openxmlformats.org/officeDocument/2006/relationships/tags" Target="../tags/tag156.xml"/><Relationship Id="rId6" Type="http://schemas.openxmlformats.org/officeDocument/2006/relationships/tags" Target="../tags/tag161.xml"/><Relationship Id="rId11" Type="http://schemas.openxmlformats.org/officeDocument/2006/relationships/tags" Target="../tags/tag166.xml"/><Relationship Id="rId5" Type="http://schemas.openxmlformats.org/officeDocument/2006/relationships/tags" Target="../tags/tag160.xml"/><Relationship Id="rId15" Type="http://schemas.openxmlformats.org/officeDocument/2006/relationships/tags" Target="../tags/tag170.xml"/><Relationship Id="rId10" Type="http://schemas.openxmlformats.org/officeDocument/2006/relationships/tags" Target="../tags/tag165.xml"/><Relationship Id="rId19" Type="http://schemas.openxmlformats.org/officeDocument/2006/relationships/slideLayout" Target="../slideLayouts/slideLayout11.xml"/><Relationship Id="rId4" Type="http://schemas.openxmlformats.org/officeDocument/2006/relationships/tags" Target="../tags/tag159.xml"/><Relationship Id="rId9" Type="http://schemas.openxmlformats.org/officeDocument/2006/relationships/tags" Target="../tags/tag164.xml"/><Relationship Id="rId14" Type="http://schemas.openxmlformats.org/officeDocument/2006/relationships/tags" Target="../tags/tag169.xml"/></Relationships>
</file>

<file path=ppt/slides/_rels/slide32.xml.rels><?xml version="1.0" encoding="UTF-8" standalone="yes"?>
<Relationships xmlns="http://schemas.openxmlformats.org/package/2006/relationships"><Relationship Id="rId8" Type="http://schemas.openxmlformats.org/officeDocument/2006/relationships/tags" Target="../tags/tag181.xml"/><Relationship Id="rId13" Type="http://schemas.openxmlformats.org/officeDocument/2006/relationships/tags" Target="../tags/tag186.xml"/><Relationship Id="rId18" Type="http://schemas.openxmlformats.org/officeDocument/2006/relationships/tags" Target="../tags/tag191.xml"/><Relationship Id="rId3" Type="http://schemas.openxmlformats.org/officeDocument/2006/relationships/tags" Target="../tags/tag176.xml"/><Relationship Id="rId21" Type="http://schemas.openxmlformats.org/officeDocument/2006/relationships/image" Target="../media/image29.png"/><Relationship Id="rId7" Type="http://schemas.openxmlformats.org/officeDocument/2006/relationships/tags" Target="../tags/tag180.xml"/><Relationship Id="rId12" Type="http://schemas.openxmlformats.org/officeDocument/2006/relationships/tags" Target="../tags/tag185.xml"/><Relationship Id="rId17" Type="http://schemas.openxmlformats.org/officeDocument/2006/relationships/tags" Target="../tags/tag190.xml"/><Relationship Id="rId2" Type="http://schemas.openxmlformats.org/officeDocument/2006/relationships/tags" Target="../tags/tag175.xml"/><Relationship Id="rId16" Type="http://schemas.openxmlformats.org/officeDocument/2006/relationships/tags" Target="../tags/tag189.xml"/><Relationship Id="rId20" Type="http://schemas.openxmlformats.org/officeDocument/2006/relationships/notesSlide" Target="../notesSlides/notesSlide10.xml"/><Relationship Id="rId1" Type="http://schemas.openxmlformats.org/officeDocument/2006/relationships/tags" Target="../tags/tag174.xml"/><Relationship Id="rId6" Type="http://schemas.openxmlformats.org/officeDocument/2006/relationships/tags" Target="../tags/tag179.xml"/><Relationship Id="rId11" Type="http://schemas.openxmlformats.org/officeDocument/2006/relationships/tags" Target="../tags/tag184.xml"/><Relationship Id="rId5" Type="http://schemas.openxmlformats.org/officeDocument/2006/relationships/tags" Target="../tags/tag178.xml"/><Relationship Id="rId15" Type="http://schemas.openxmlformats.org/officeDocument/2006/relationships/tags" Target="../tags/tag188.xml"/><Relationship Id="rId10" Type="http://schemas.openxmlformats.org/officeDocument/2006/relationships/tags" Target="../tags/tag183.xml"/><Relationship Id="rId19" Type="http://schemas.openxmlformats.org/officeDocument/2006/relationships/slideLayout" Target="../slideLayouts/slideLayout11.xml"/><Relationship Id="rId4" Type="http://schemas.openxmlformats.org/officeDocument/2006/relationships/tags" Target="../tags/tag177.xml"/><Relationship Id="rId9" Type="http://schemas.openxmlformats.org/officeDocument/2006/relationships/tags" Target="../tags/tag182.xml"/><Relationship Id="rId14" Type="http://schemas.openxmlformats.org/officeDocument/2006/relationships/tags" Target="../tags/tag187.xml"/><Relationship Id="rId22"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4.xml.rels><?xml version="1.0" encoding="UTF-8" standalone="yes"?>
<Relationships xmlns="http://schemas.openxmlformats.org/package/2006/relationships"><Relationship Id="rId8" Type="http://schemas.openxmlformats.org/officeDocument/2006/relationships/tags" Target="../tags/tag199.xml"/><Relationship Id="rId13" Type="http://schemas.openxmlformats.org/officeDocument/2006/relationships/image" Target="../media/image30.png"/><Relationship Id="rId3" Type="http://schemas.openxmlformats.org/officeDocument/2006/relationships/tags" Target="../tags/tag194.xml"/><Relationship Id="rId7" Type="http://schemas.openxmlformats.org/officeDocument/2006/relationships/tags" Target="../tags/tag198.xml"/><Relationship Id="rId12" Type="http://schemas.openxmlformats.org/officeDocument/2006/relationships/image" Target="../media/image29.png"/><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tags" Target="../tags/tag197.xml"/><Relationship Id="rId11" Type="http://schemas.openxmlformats.org/officeDocument/2006/relationships/slideLayout" Target="../slideLayouts/slideLayout11.xml"/><Relationship Id="rId5" Type="http://schemas.openxmlformats.org/officeDocument/2006/relationships/tags" Target="../tags/tag196.xml"/><Relationship Id="rId10" Type="http://schemas.openxmlformats.org/officeDocument/2006/relationships/tags" Target="../tags/tag201.xml"/><Relationship Id="rId4" Type="http://schemas.openxmlformats.org/officeDocument/2006/relationships/tags" Target="../tags/tag195.xml"/><Relationship Id="rId9" Type="http://schemas.openxmlformats.org/officeDocument/2006/relationships/tags" Target="../tags/tag20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8" Type="http://schemas.openxmlformats.org/officeDocument/2006/relationships/tags" Target="../tags/tag209.xml"/><Relationship Id="rId13" Type="http://schemas.openxmlformats.org/officeDocument/2006/relationships/tags" Target="../tags/tag214.xml"/><Relationship Id="rId18" Type="http://schemas.openxmlformats.org/officeDocument/2006/relationships/tags" Target="../tags/tag219.xml"/><Relationship Id="rId3" Type="http://schemas.openxmlformats.org/officeDocument/2006/relationships/tags" Target="../tags/tag204.xml"/><Relationship Id="rId21" Type="http://schemas.openxmlformats.org/officeDocument/2006/relationships/image" Target="../media/image38.png"/><Relationship Id="rId7" Type="http://schemas.openxmlformats.org/officeDocument/2006/relationships/tags" Target="../tags/tag208.xml"/><Relationship Id="rId12" Type="http://schemas.openxmlformats.org/officeDocument/2006/relationships/tags" Target="../tags/tag213.xml"/><Relationship Id="rId17" Type="http://schemas.openxmlformats.org/officeDocument/2006/relationships/tags" Target="../tags/tag218.xml"/><Relationship Id="rId2" Type="http://schemas.openxmlformats.org/officeDocument/2006/relationships/tags" Target="../tags/tag203.xml"/><Relationship Id="rId16" Type="http://schemas.openxmlformats.org/officeDocument/2006/relationships/tags" Target="../tags/tag217.xml"/><Relationship Id="rId20" Type="http://schemas.openxmlformats.org/officeDocument/2006/relationships/notesSlide" Target="../notesSlides/notesSlide11.xml"/><Relationship Id="rId1" Type="http://schemas.openxmlformats.org/officeDocument/2006/relationships/tags" Target="../tags/tag202.xml"/><Relationship Id="rId6" Type="http://schemas.openxmlformats.org/officeDocument/2006/relationships/tags" Target="../tags/tag207.xml"/><Relationship Id="rId11" Type="http://schemas.openxmlformats.org/officeDocument/2006/relationships/tags" Target="../tags/tag212.xml"/><Relationship Id="rId5" Type="http://schemas.openxmlformats.org/officeDocument/2006/relationships/tags" Target="../tags/tag206.xml"/><Relationship Id="rId15" Type="http://schemas.openxmlformats.org/officeDocument/2006/relationships/tags" Target="../tags/tag216.xml"/><Relationship Id="rId10" Type="http://schemas.openxmlformats.org/officeDocument/2006/relationships/tags" Target="../tags/tag211.xml"/><Relationship Id="rId19" Type="http://schemas.openxmlformats.org/officeDocument/2006/relationships/slideLayout" Target="../slideLayouts/slideLayout11.xml"/><Relationship Id="rId4" Type="http://schemas.openxmlformats.org/officeDocument/2006/relationships/tags" Target="../tags/tag205.xml"/><Relationship Id="rId9" Type="http://schemas.openxmlformats.org/officeDocument/2006/relationships/tags" Target="../tags/tag210.xml"/><Relationship Id="rId14" Type="http://schemas.openxmlformats.org/officeDocument/2006/relationships/tags" Target="../tags/tag215.xml"/><Relationship Id="rId22" Type="http://schemas.openxmlformats.org/officeDocument/2006/relationships/image" Target="../media/image39.png"/></Relationships>
</file>

<file path=ppt/slides/_rels/slide38.xml.rels><?xml version="1.0" encoding="UTF-8" standalone="yes"?>
<Relationships xmlns="http://schemas.openxmlformats.org/package/2006/relationships"><Relationship Id="rId13" Type="http://schemas.openxmlformats.org/officeDocument/2006/relationships/tags" Target="../tags/tag232.xml"/><Relationship Id="rId18" Type="http://schemas.openxmlformats.org/officeDocument/2006/relationships/tags" Target="../tags/tag237.xml"/><Relationship Id="rId26" Type="http://schemas.openxmlformats.org/officeDocument/2006/relationships/tags" Target="../tags/tag245.xml"/><Relationship Id="rId39" Type="http://schemas.openxmlformats.org/officeDocument/2006/relationships/tags" Target="../tags/tag258.xml"/><Relationship Id="rId21" Type="http://schemas.openxmlformats.org/officeDocument/2006/relationships/tags" Target="../tags/tag240.xml"/><Relationship Id="rId34" Type="http://schemas.openxmlformats.org/officeDocument/2006/relationships/tags" Target="../tags/tag253.xml"/><Relationship Id="rId42" Type="http://schemas.openxmlformats.org/officeDocument/2006/relationships/tags" Target="../tags/tag261.xml"/><Relationship Id="rId47" Type="http://schemas.openxmlformats.org/officeDocument/2006/relationships/tags" Target="../tags/tag266.xml"/><Relationship Id="rId50" Type="http://schemas.openxmlformats.org/officeDocument/2006/relationships/tags" Target="../tags/tag269.xml"/><Relationship Id="rId55" Type="http://schemas.openxmlformats.org/officeDocument/2006/relationships/tags" Target="../tags/tag274.xml"/><Relationship Id="rId7" Type="http://schemas.openxmlformats.org/officeDocument/2006/relationships/tags" Target="../tags/tag226.xml"/><Relationship Id="rId12" Type="http://schemas.openxmlformats.org/officeDocument/2006/relationships/tags" Target="../tags/tag231.xml"/><Relationship Id="rId17" Type="http://schemas.openxmlformats.org/officeDocument/2006/relationships/tags" Target="../tags/tag236.xml"/><Relationship Id="rId25" Type="http://schemas.openxmlformats.org/officeDocument/2006/relationships/tags" Target="../tags/tag244.xml"/><Relationship Id="rId33" Type="http://schemas.openxmlformats.org/officeDocument/2006/relationships/tags" Target="../tags/tag252.xml"/><Relationship Id="rId38" Type="http://schemas.openxmlformats.org/officeDocument/2006/relationships/tags" Target="../tags/tag257.xml"/><Relationship Id="rId46" Type="http://schemas.openxmlformats.org/officeDocument/2006/relationships/tags" Target="../tags/tag265.xml"/><Relationship Id="rId2" Type="http://schemas.openxmlformats.org/officeDocument/2006/relationships/tags" Target="../tags/tag221.xml"/><Relationship Id="rId16" Type="http://schemas.openxmlformats.org/officeDocument/2006/relationships/tags" Target="../tags/tag235.xml"/><Relationship Id="rId20" Type="http://schemas.openxmlformats.org/officeDocument/2006/relationships/tags" Target="../tags/tag239.xml"/><Relationship Id="rId29" Type="http://schemas.openxmlformats.org/officeDocument/2006/relationships/tags" Target="../tags/tag248.xml"/><Relationship Id="rId41" Type="http://schemas.openxmlformats.org/officeDocument/2006/relationships/tags" Target="../tags/tag260.xml"/><Relationship Id="rId54" Type="http://schemas.openxmlformats.org/officeDocument/2006/relationships/tags" Target="../tags/tag273.xml"/><Relationship Id="rId1" Type="http://schemas.openxmlformats.org/officeDocument/2006/relationships/tags" Target="../tags/tag220.xml"/><Relationship Id="rId6" Type="http://schemas.openxmlformats.org/officeDocument/2006/relationships/tags" Target="../tags/tag225.xml"/><Relationship Id="rId11" Type="http://schemas.openxmlformats.org/officeDocument/2006/relationships/tags" Target="../tags/tag230.xml"/><Relationship Id="rId24" Type="http://schemas.openxmlformats.org/officeDocument/2006/relationships/tags" Target="../tags/tag243.xml"/><Relationship Id="rId32" Type="http://schemas.openxmlformats.org/officeDocument/2006/relationships/tags" Target="../tags/tag251.xml"/><Relationship Id="rId37" Type="http://schemas.openxmlformats.org/officeDocument/2006/relationships/tags" Target="../tags/tag256.xml"/><Relationship Id="rId40" Type="http://schemas.openxmlformats.org/officeDocument/2006/relationships/tags" Target="../tags/tag259.xml"/><Relationship Id="rId45" Type="http://schemas.openxmlformats.org/officeDocument/2006/relationships/tags" Target="../tags/tag264.xml"/><Relationship Id="rId53" Type="http://schemas.openxmlformats.org/officeDocument/2006/relationships/tags" Target="../tags/tag272.xml"/><Relationship Id="rId58" Type="http://schemas.openxmlformats.org/officeDocument/2006/relationships/notesSlide" Target="../notesSlides/notesSlide12.xml"/><Relationship Id="rId5" Type="http://schemas.openxmlformats.org/officeDocument/2006/relationships/tags" Target="../tags/tag224.xml"/><Relationship Id="rId15" Type="http://schemas.openxmlformats.org/officeDocument/2006/relationships/tags" Target="../tags/tag234.xml"/><Relationship Id="rId23" Type="http://schemas.openxmlformats.org/officeDocument/2006/relationships/tags" Target="../tags/tag242.xml"/><Relationship Id="rId28" Type="http://schemas.openxmlformats.org/officeDocument/2006/relationships/tags" Target="../tags/tag247.xml"/><Relationship Id="rId36" Type="http://schemas.openxmlformats.org/officeDocument/2006/relationships/tags" Target="../tags/tag255.xml"/><Relationship Id="rId49" Type="http://schemas.openxmlformats.org/officeDocument/2006/relationships/tags" Target="../tags/tag268.xml"/><Relationship Id="rId57" Type="http://schemas.openxmlformats.org/officeDocument/2006/relationships/slideLayout" Target="../slideLayouts/slideLayout30.xml"/><Relationship Id="rId10" Type="http://schemas.openxmlformats.org/officeDocument/2006/relationships/tags" Target="../tags/tag229.xml"/><Relationship Id="rId19" Type="http://schemas.openxmlformats.org/officeDocument/2006/relationships/tags" Target="../tags/tag238.xml"/><Relationship Id="rId31" Type="http://schemas.openxmlformats.org/officeDocument/2006/relationships/tags" Target="../tags/tag250.xml"/><Relationship Id="rId44" Type="http://schemas.openxmlformats.org/officeDocument/2006/relationships/tags" Target="../tags/tag263.xml"/><Relationship Id="rId52" Type="http://schemas.openxmlformats.org/officeDocument/2006/relationships/tags" Target="../tags/tag271.xml"/><Relationship Id="rId4" Type="http://schemas.openxmlformats.org/officeDocument/2006/relationships/tags" Target="../tags/tag223.xml"/><Relationship Id="rId9" Type="http://schemas.openxmlformats.org/officeDocument/2006/relationships/tags" Target="../tags/tag228.xml"/><Relationship Id="rId14" Type="http://schemas.openxmlformats.org/officeDocument/2006/relationships/tags" Target="../tags/tag233.xml"/><Relationship Id="rId22" Type="http://schemas.openxmlformats.org/officeDocument/2006/relationships/tags" Target="../tags/tag241.xml"/><Relationship Id="rId27" Type="http://schemas.openxmlformats.org/officeDocument/2006/relationships/tags" Target="../tags/tag246.xml"/><Relationship Id="rId30" Type="http://schemas.openxmlformats.org/officeDocument/2006/relationships/tags" Target="../tags/tag249.xml"/><Relationship Id="rId35" Type="http://schemas.openxmlformats.org/officeDocument/2006/relationships/tags" Target="../tags/tag254.xml"/><Relationship Id="rId43" Type="http://schemas.openxmlformats.org/officeDocument/2006/relationships/tags" Target="../tags/tag262.xml"/><Relationship Id="rId48" Type="http://schemas.openxmlformats.org/officeDocument/2006/relationships/tags" Target="../tags/tag267.xml"/><Relationship Id="rId56" Type="http://schemas.openxmlformats.org/officeDocument/2006/relationships/tags" Target="../tags/tag275.xml"/><Relationship Id="rId8" Type="http://schemas.openxmlformats.org/officeDocument/2006/relationships/tags" Target="../tags/tag227.xml"/><Relationship Id="rId51" Type="http://schemas.openxmlformats.org/officeDocument/2006/relationships/tags" Target="../tags/tag270.xml"/><Relationship Id="rId3" Type="http://schemas.openxmlformats.org/officeDocument/2006/relationships/tags" Target="../tags/tag22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3.xml.rels><?xml version="1.0" encoding="UTF-8" standalone="yes"?>
<Relationships xmlns="http://schemas.openxmlformats.org/package/2006/relationships"><Relationship Id="rId8" Type="http://schemas.openxmlformats.org/officeDocument/2006/relationships/tags" Target="../tags/tag283.xml"/><Relationship Id="rId13" Type="http://schemas.openxmlformats.org/officeDocument/2006/relationships/image" Target="../media/image29.png"/><Relationship Id="rId3" Type="http://schemas.openxmlformats.org/officeDocument/2006/relationships/tags" Target="../tags/tag278.xml"/><Relationship Id="rId7" Type="http://schemas.openxmlformats.org/officeDocument/2006/relationships/tags" Target="../tags/tag282.xml"/><Relationship Id="rId12" Type="http://schemas.openxmlformats.org/officeDocument/2006/relationships/slideLayout" Target="../slideLayouts/slideLayout53.xml"/><Relationship Id="rId2" Type="http://schemas.openxmlformats.org/officeDocument/2006/relationships/tags" Target="../tags/tag277.xml"/><Relationship Id="rId1" Type="http://schemas.openxmlformats.org/officeDocument/2006/relationships/tags" Target="../tags/tag276.xml"/><Relationship Id="rId6" Type="http://schemas.openxmlformats.org/officeDocument/2006/relationships/tags" Target="../tags/tag281.xml"/><Relationship Id="rId11" Type="http://schemas.openxmlformats.org/officeDocument/2006/relationships/tags" Target="../tags/tag286.xml"/><Relationship Id="rId5" Type="http://schemas.openxmlformats.org/officeDocument/2006/relationships/tags" Target="../tags/tag280.xml"/><Relationship Id="rId10" Type="http://schemas.openxmlformats.org/officeDocument/2006/relationships/tags" Target="../tags/tag285.xml"/><Relationship Id="rId4" Type="http://schemas.openxmlformats.org/officeDocument/2006/relationships/tags" Target="../tags/tag279.xml"/><Relationship Id="rId9" Type="http://schemas.openxmlformats.org/officeDocument/2006/relationships/tags" Target="../tags/tag284.xml"/><Relationship Id="rId14"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5.xml.rels><?xml version="1.0" encoding="UTF-8" standalone="yes"?>
<Relationships xmlns="http://schemas.openxmlformats.org/package/2006/relationships"><Relationship Id="rId8" Type="http://schemas.openxmlformats.org/officeDocument/2006/relationships/tags" Target="../tags/tag294.xml"/><Relationship Id="rId13" Type="http://schemas.openxmlformats.org/officeDocument/2006/relationships/tags" Target="../tags/tag299.xml"/><Relationship Id="rId18" Type="http://schemas.openxmlformats.org/officeDocument/2006/relationships/tags" Target="../tags/tag304.xml"/><Relationship Id="rId26" Type="http://schemas.openxmlformats.org/officeDocument/2006/relationships/slideLayout" Target="../slideLayouts/slideLayout53.xml"/><Relationship Id="rId3" Type="http://schemas.openxmlformats.org/officeDocument/2006/relationships/tags" Target="../tags/tag289.xml"/><Relationship Id="rId21" Type="http://schemas.openxmlformats.org/officeDocument/2006/relationships/tags" Target="../tags/tag307.xml"/><Relationship Id="rId7" Type="http://schemas.openxmlformats.org/officeDocument/2006/relationships/tags" Target="../tags/tag293.xml"/><Relationship Id="rId12" Type="http://schemas.openxmlformats.org/officeDocument/2006/relationships/tags" Target="../tags/tag298.xml"/><Relationship Id="rId17" Type="http://schemas.openxmlformats.org/officeDocument/2006/relationships/tags" Target="../tags/tag303.xml"/><Relationship Id="rId25" Type="http://schemas.openxmlformats.org/officeDocument/2006/relationships/tags" Target="../tags/tag311.xml"/><Relationship Id="rId2" Type="http://schemas.openxmlformats.org/officeDocument/2006/relationships/tags" Target="../tags/tag288.xml"/><Relationship Id="rId16" Type="http://schemas.openxmlformats.org/officeDocument/2006/relationships/tags" Target="../tags/tag302.xml"/><Relationship Id="rId20" Type="http://schemas.openxmlformats.org/officeDocument/2006/relationships/tags" Target="../tags/tag306.xml"/><Relationship Id="rId29" Type="http://schemas.openxmlformats.org/officeDocument/2006/relationships/image" Target="../media/image30.png"/><Relationship Id="rId1" Type="http://schemas.openxmlformats.org/officeDocument/2006/relationships/tags" Target="../tags/tag287.xml"/><Relationship Id="rId6" Type="http://schemas.openxmlformats.org/officeDocument/2006/relationships/tags" Target="../tags/tag292.xml"/><Relationship Id="rId11" Type="http://schemas.openxmlformats.org/officeDocument/2006/relationships/tags" Target="../tags/tag297.xml"/><Relationship Id="rId24" Type="http://schemas.openxmlformats.org/officeDocument/2006/relationships/tags" Target="../tags/tag310.xml"/><Relationship Id="rId5" Type="http://schemas.openxmlformats.org/officeDocument/2006/relationships/tags" Target="../tags/tag291.xml"/><Relationship Id="rId15" Type="http://schemas.openxmlformats.org/officeDocument/2006/relationships/tags" Target="../tags/tag301.xml"/><Relationship Id="rId23" Type="http://schemas.openxmlformats.org/officeDocument/2006/relationships/tags" Target="../tags/tag309.xml"/><Relationship Id="rId28" Type="http://schemas.openxmlformats.org/officeDocument/2006/relationships/image" Target="../media/image29.png"/><Relationship Id="rId10" Type="http://schemas.openxmlformats.org/officeDocument/2006/relationships/tags" Target="../tags/tag296.xml"/><Relationship Id="rId19" Type="http://schemas.openxmlformats.org/officeDocument/2006/relationships/tags" Target="../tags/tag305.xml"/><Relationship Id="rId4" Type="http://schemas.openxmlformats.org/officeDocument/2006/relationships/tags" Target="../tags/tag290.xml"/><Relationship Id="rId9" Type="http://schemas.openxmlformats.org/officeDocument/2006/relationships/tags" Target="../tags/tag295.xml"/><Relationship Id="rId14" Type="http://schemas.openxmlformats.org/officeDocument/2006/relationships/tags" Target="../tags/tag300.xml"/><Relationship Id="rId22" Type="http://schemas.openxmlformats.org/officeDocument/2006/relationships/tags" Target="../tags/tag308.xml"/><Relationship Id="rId27" Type="http://schemas.openxmlformats.org/officeDocument/2006/relationships/notesSlide" Target="../notesSlides/notesSlide14.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4.xml"/><Relationship Id="rId1" Type="http://schemas.openxmlformats.org/officeDocument/2006/relationships/tags" Target="../tags/tag312.xml"/><Relationship Id="rId6" Type="http://schemas.openxmlformats.org/officeDocument/2006/relationships/image" Target="../media/image42.svg"/><Relationship Id="rId5" Type="http://schemas.openxmlformats.org/officeDocument/2006/relationships/image" Target="../media/image41.emf"/><Relationship Id="rId4" Type="http://schemas.openxmlformats.org/officeDocument/2006/relationships/oleObject" Target="../embeddings/oleObject4.bin"/></Relationships>
</file>

<file path=ppt/slides/_rels/slide4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6.xml"/><Relationship Id="rId1" Type="http://schemas.openxmlformats.org/officeDocument/2006/relationships/slideLayout" Target="../slideLayouts/slideLayout5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49.xml.rels><?xml version="1.0" encoding="UTF-8" standalone="yes"?>
<Relationships xmlns="http://schemas.openxmlformats.org/package/2006/relationships"><Relationship Id="rId3" Type="http://schemas.openxmlformats.org/officeDocument/2006/relationships/hyperlink" Target="https://app.powerbi.com/groups/me/reports/858cff9e-b9c1-4e7d-8f41-2532ba62d974/?pbi_source=PowerPoint" TargetMode="External"/><Relationship Id="rId2" Type="http://schemas.openxmlformats.org/officeDocument/2006/relationships/notesSlide" Target="../notesSlides/notesSlide17.xml"/><Relationship Id="rId1" Type="http://schemas.openxmlformats.org/officeDocument/2006/relationships/slideLayout" Target="../slideLayouts/slideLayout181.xml"/><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17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479425" y="2637000"/>
            <a:ext cx="11587237" cy="1584000"/>
          </a:xfrm>
        </p:spPr>
        <p:txBody>
          <a:bodyPr anchor="t"/>
          <a:lstStyle/>
          <a:p>
            <a:r>
              <a:rPr lang="en-US" sz="3200" noProof="0"/>
              <a:t>Portfolio Executive Committee (PEC) Review Meeting</a:t>
            </a:r>
            <a:br>
              <a:rPr lang="en-US" sz="3200" noProof="0"/>
            </a:br>
            <a:br>
              <a:rPr lang="en-US" sz="3200" noProof="0"/>
            </a:br>
            <a:r>
              <a:rPr lang="en-US" sz="3200" noProof="0"/>
              <a:t>TA </a:t>
            </a:r>
            <a:r>
              <a:rPr lang="en-US" sz="2800" i="1" noProof="0">
                <a:solidFill>
                  <a:schemeClr val="bg1">
                    <a:lumMod val="75000"/>
                  </a:schemeClr>
                </a:solidFill>
              </a:rPr>
              <a:t>ONCOLOGY</a:t>
            </a:r>
            <a:endParaRPr lang="en-US" sz="3200" noProof="0"/>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479425" y="4437120"/>
            <a:ext cx="8281375" cy="936000"/>
          </a:xfrm>
        </p:spPr>
        <p:txBody>
          <a:bodyPr vert="horz" lIns="0" tIns="0" rIns="0" bIns="0" rtlCol="0" anchor="t">
            <a:noAutofit/>
          </a:bodyPr>
          <a:lstStyle/>
          <a:p>
            <a:pPr lvl="1"/>
            <a:r>
              <a:rPr lang="en-US" altLang="zh-CN"/>
              <a:t>Oncology Team | 23-Apr-2026 </a:t>
            </a:r>
            <a:r>
              <a:rPr lang="en-US" noProof="0"/>
              <a:t>| 20 mins </a:t>
            </a:r>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a:xfrm>
            <a:off x="479936" y="6165328"/>
            <a:ext cx="5040000" cy="216000"/>
          </a:xfrm>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964267" y="1027289"/>
            <a:ext cx="0" cy="0"/>
          </a:xfrm>
          <a:prstGeom prst="rect">
            <a:avLst/>
          </a:prstGeom>
          <a:noFill/>
        </p:spPr>
        <p:txBody>
          <a:bodyPr wrap="none" lIns="0" tIns="0" rIns="0" bIns="0" rtlCol="0">
            <a:no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TextBox 7">
            <a:extLst>
              <a:ext uri="{FF2B5EF4-FFF2-40B4-BE49-F238E27FC236}">
                <a16:creationId xmlns:a16="http://schemas.microsoft.com/office/drawing/2014/main" id="{28576732-9C88-DCDA-879A-44699A5FB4E6}"/>
              </a:ext>
            </a:extLst>
          </p:cNvPr>
          <p:cNvSpPr txBox="1">
            <a:spLocks noGrp="1" noRot="1" noMove="1" noResize="1" noEditPoints="1" noAdjustHandles="1" noChangeArrowheads="1" noChangeShapeType="1"/>
          </p:cNvSpPr>
          <p:nvPr/>
        </p:nvSpPr>
        <p:spPr bwMode="gray">
          <a:xfrm>
            <a:off x="12399976" y="-1"/>
            <a:ext cx="1715078" cy="3017521"/>
          </a:xfrm>
          <a:prstGeom prst="rect">
            <a:avLst/>
          </a:prstGeom>
          <a:solidFill>
            <a:schemeClr val="bg1"/>
          </a:solidFill>
        </p:spPr>
        <p:txBody>
          <a:bodyPr wrap="square" lIns="108000" tIns="108000" rIns="108000" bIns="108000">
            <a:noAutofit/>
          </a:body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Boehringer Forward Head"/>
                <a:ea typeface="+mn-ea"/>
                <a:cs typeface="+mn-cs"/>
              </a:rPr>
              <a:t>To insert a wordmark:</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Add (e.g. via drag and drop) your wordmark file (in RGB) to this slide (in alignment with our brand governance and architecture guidelines)</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Change the size of the wordmark according to the height reference (magenta placeholder)</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Select the “guides” in the navigation bar and move the wordmark to the right and top line (orange)</a:t>
            </a:r>
          </a:p>
        </p:txBody>
      </p:sp>
      <p:pic>
        <p:nvPicPr>
          <p:cNvPr id="10" name="Grafik 9">
            <a:extLst>
              <a:ext uri="{FF2B5EF4-FFF2-40B4-BE49-F238E27FC236}">
                <a16:creationId xmlns:a16="http://schemas.microsoft.com/office/drawing/2014/main" id="{3ABF3C48-BECA-13B1-0740-A1DC728D6B9E}"/>
              </a:ext>
            </a:extLst>
          </p:cNvPr>
          <p:cNvPicPr>
            <a:picLocks noGrp="1" noRot="1" noChangeAspect="1" noMove="1" noResize="1" noEditPoints="1" noAdjustHandles="1" noChangeArrowheads="1" noChangeShapeType="1" noCrop="1"/>
          </p:cNvPicPr>
          <p:nvPr/>
        </p:nvPicPr>
        <p:blipFill>
          <a:blip r:embed="rId3"/>
          <a:stretch>
            <a:fillRect/>
          </a:stretch>
        </p:blipFill>
        <p:spPr>
          <a:xfrm>
            <a:off x="12399976" y="3212976"/>
            <a:ext cx="2448273" cy="815185"/>
          </a:xfrm>
          <a:prstGeom prst="rect">
            <a:avLst/>
          </a:prstGeom>
        </p:spPr>
      </p:pic>
    </p:spTree>
    <p:extLst>
      <p:ext uri="{BB962C8B-B14F-4D97-AF65-F5344CB8AC3E}">
        <p14:creationId xmlns:p14="http://schemas.microsoft.com/office/powerpoint/2010/main" val="3380180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37727-D7AD-712A-06E4-373BBE21B75F}"/>
              </a:ext>
            </a:extLst>
          </p:cNvPr>
          <p:cNvSpPr>
            <a:spLocks noGrp="1"/>
          </p:cNvSpPr>
          <p:nvPr>
            <p:ph type="title"/>
          </p:nvPr>
        </p:nvSpPr>
        <p:spPr/>
        <p:txBody>
          <a:bodyPr/>
          <a:lstStyle/>
          <a:p>
            <a:r>
              <a:rPr lang="en-US" noProof="0"/>
              <a:t>Actions from last PEC meeting</a:t>
            </a:r>
          </a:p>
        </p:txBody>
      </p:sp>
      <p:sp>
        <p:nvSpPr>
          <p:cNvPr id="4" name="Slide Number Placeholder 3">
            <a:extLst>
              <a:ext uri="{FF2B5EF4-FFF2-40B4-BE49-F238E27FC236}">
                <a16:creationId xmlns:a16="http://schemas.microsoft.com/office/drawing/2014/main" id="{BC0B2959-6C7B-63EA-0731-D3840F6A6924}"/>
              </a:ext>
            </a:extLst>
          </p:cNvPr>
          <p:cNvSpPr>
            <a:spLocks noGrp="1"/>
          </p:cNvSpPr>
          <p:nvPr>
            <p:ph type="sldNum" sz="quarter" idx="17"/>
          </p:nvPr>
        </p:nvSpPr>
        <p:spPr/>
        <p:txBody>
          <a:bodyPr/>
          <a:lstStyle/>
          <a:p>
            <a:fld id="{8FF9B0DE-3FEB-4AA0-B465-B80EF7C1333D}" type="slidenum">
              <a:rPr lang="en-US" noProof="0" smtClean="0"/>
              <a:pPr/>
              <a:t>2</a:t>
            </a:fld>
            <a:endParaRPr lang="en-US" noProof="0"/>
          </a:p>
        </p:txBody>
      </p:sp>
      <p:graphicFrame>
        <p:nvGraphicFramePr>
          <p:cNvPr id="3" name="Table 2">
            <a:extLst>
              <a:ext uri="{FF2B5EF4-FFF2-40B4-BE49-F238E27FC236}">
                <a16:creationId xmlns:a16="http://schemas.microsoft.com/office/drawing/2014/main" id="{2F2A9A13-C4C5-E5CA-0CD3-BE7A2B085B09}"/>
              </a:ext>
            </a:extLst>
          </p:cNvPr>
          <p:cNvGraphicFramePr>
            <a:graphicFrameLocks noGrp="1"/>
          </p:cNvGraphicFramePr>
          <p:nvPr>
            <p:extLst>
              <p:ext uri="{D42A27DB-BD31-4B8C-83A1-F6EECF244321}">
                <p14:modId xmlns:p14="http://schemas.microsoft.com/office/powerpoint/2010/main" val="1340714910"/>
              </p:ext>
            </p:extLst>
          </p:nvPr>
        </p:nvGraphicFramePr>
        <p:xfrm>
          <a:off x="479423" y="1400748"/>
          <a:ext cx="11355785" cy="3491977"/>
        </p:xfrm>
        <a:graphic>
          <a:graphicData uri="http://schemas.openxmlformats.org/drawingml/2006/table">
            <a:tbl>
              <a:tblPr firstRow="1" bandRow="1">
                <a:tableStyleId>{5C22544A-7EE6-4342-B048-85BDC9FD1C3A}</a:tableStyleId>
              </a:tblPr>
              <a:tblGrid>
                <a:gridCol w="3887084">
                  <a:extLst>
                    <a:ext uri="{9D8B030D-6E8A-4147-A177-3AD203B41FA5}">
                      <a16:colId xmlns:a16="http://schemas.microsoft.com/office/drawing/2014/main" val="2049677863"/>
                    </a:ext>
                  </a:extLst>
                </a:gridCol>
                <a:gridCol w="905584">
                  <a:extLst>
                    <a:ext uri="{9D8B030D-6E8A-4147-A177-3AD203B41FA5}">
                      <a16:colId xmlns:a16="http://schemas.microsoft.com/office/drawing/2014/main" val="3730782793"/>
                    </a:ext>
                  </a:extLst>
                </a:gridCol>
                <a:gridCol w="1091167">
                  <a:extLst>
                    <a:ext uri="{9D8B030D-6E8A-4147-A177-3AD203B41FA5}">
                      <a16:colId xmlns:a16="http://schemas.microsoft.com/office/drawing/2014/main" val="934501001"/>
                    </a:ext>
                  </a:extLst>
                </a:gridCol>
                <a:gridCol w="4505597">
                  <a:extLst>
                    <a:ext uri="{9D8B030D-6E8A-4147-A177-3AD203B41FA5}">
                      <a16:colId xmlns:a16="http://schemas.microsoft.com/office/drawing/2014/main" val="2583197439"/>
                    </a:ext>
                  </a:extLst>
                </a:gridCol>
                <a:gridCol w="966353">
                  <a:extLst>
                    <a:ext uri="{9D8B030D-6E8A-4147-A177-3AD203B41FA5}">
                      <a16:colId xmlns:a16="http://schemas.microsoft.com/office/drawing/2014/main" val="1233136039"/>
                    </a:ext>
                  </a:extLst>
                </a:gridCol>
              </a:tblGrid>
              <a:tr h="510682">
                <a:tc>
                  <a:txBody>
                    <a:bodyPr/>
                    <a:lstStyle/>
                    <a:p>
                      <a:pPr algn="ctr"/>
                      <a:r>
                        <a:rPr lang="en-US" sz="1200" noProof="0">
                          <a:latin typeface="+mn-lt"/>
                        </a:rPr>
                        <a:t>Follow up actions</a:t>
                      </a:r>
                    </a:p>
                  </a:txBody>
                  <a:tcPr anchor="ctr"/>
                </a:tc>
                <a:tc>
                  <a:txBody>
                    <a:bodyPr/>
                    <a:lstStyle/>
                    <a:p>
                      <a:pPr algn="ctr"/>
                      <a:r>
                        <a:rPr lang="en-US" sz="1200" noProof="0">
                          <a:latin typeface="+mn-lt"/>
                        </a:rPr>
                        <a:t>Owner</a:t>
                      </a:r>
                    </a:p>
                  </a:txBody>
                  <a:tcPr anchor="ctr"/>
                </a:tc>
                <a:tc>
                  <a:txBody>
                    <a:bodyPr/>
                    <a:lstStyle/>
                    <a:p>
                      <a:pPr algn="ctr"/>
                      <a:r>
                        <a:rPr lang="en-US" sz="1200" noProof="0">
                          <a:latin typeface="+mn-lt"/>
                        </a:rPr>
                        <a:t>Due Date</a:t>
                      </a:r>
                    </a:p>
                  </a:txBody>
                  <a:tcPr anchor="ctr"/>
                </a:tc>
                <a:tc>
                  <a:txBody>
                    <a:bodyPr/>
                    <a:lstStyle/>
                    <a:p>
                      <a:pPr algn="ctr"/>
                      <a:r>
                        <a:rPr lang="en-US" sz="1200" noProof="0">
                          <a:latin typeface="+mn-lt"/>
                        </a:rPr>
                        <a:t>Status update</a:t>
                      </a:r>
                    </a:p>
                  </a:txBody>
                  <a:tcPr anchor="ctr"/>
                </a:tc>
                <a:tc>
                  <a:txBody>
                    <a:bodyPr/>
                    <a:lstStyle/>
                    <a:p>
                      <a:pPr algn="ctr"/>
                      <a:r>
                        <a:rPr lang="en-US" sz="1200" noProof="0">
                          <a:latin typeface="+mn-lt"/>
                        </a:rPr>
                        <a:t>Completed (Y/N)</a:t>
                      </a:r>
                    </a:p>
                  </a:txBody>
                  <a:tcPr anchor="ctr"/>
                </a:tc>
                <a:extLst>
                  <a:ext uri="{0D108BD9-81ED-4DB2-BD59-A6C34878D82A}">
                    <a16:rowId xmlns:a16="http://schemas.microsoft.com/office/drawing/2014/main" val="622484063"/>
                  </a:ext>
                </a:extLst>
              </a:tr>
              <a:tr h="970330">
                <a:tc>
                  <a:txBody>
                    <a:bodyPr/>
                    <a:lstStyle/>
                    <a:p>
                      <a:pPr marL="42545">
                        <a:buNone/>
                      </a:pPr>
                      <a:r>
                        <a:rPr lang="en-US" sz="1200" b="1">
                          <a:solidFill>
                            <a:srgbClr val="000000"/>
                          </a:solidFill>
                          <a:effectLst/>
                          <a:latin typeface="Calibri" panose="020F0502020204030204" pitchFamily="34" charset="0"/>
                          <a:ea typeface="SimSun" panose="02010600030101010101" pitchFamily="2" charset="-122"/>
                        </a:rPr>
                        <a:t>Zongertinib-1L NSCLC:</a:t>
                      </a:r>
                      <a:endParaRPr lang="zh-CN" sz="1200">
                        <a:effectLst/>
                        <a:latin typeface="Times New Roman" panose="02020603050405020304" pitchFamily="18" charset="0"/>
                        <a:ea typeface="SimSun" panose="02010600030101010101" pitchFamily="2" charset="-122"/>
                      </a:endParaRPr>
                    </a:p>
                    <a:p>
                      <a:pPr marL="342900" lvl="0" indent="-342900">
                        <a:buFont typeface="DengXian" panose="02010600030101010101" pitchFamily="2" charset="-122"/>
                        <a:buChar char="•"/>
                      </a:pPr>
                      <a:r>
                        <a:rPr lang="en-US" sz="1200">
                          <a:solidFill>
                            <a:srgbClr val="000000"/>
                          </a:solidFill>
                          <a:effectLst/>
                          <a:latin typeface="Calibri" panose="020F0502020204030204" pitchFamily="34" charset="0"/>
                          <a:ea typeface="SimSun" panose="02010600030101010101" pitchFamily="2" charset="-122"/>
                          <a:cs typeface="Arial" panose="020B0604020202020204" pitchFamily="34" charset="0"/>
                        </a:rPr>
                        <a:t>To evaluate the NDA approval timeline after the inspection feedback is transferred to CDE from CFDI and reviewed by CDE (expected around early April) .</a:t>
                      </a:r>
                      <a:endParaRPr lang="zh-CN" sz="1200">
                        <a:effectLst/>
                        <a:latin typeface="Times New Roman" panose="02020603050405020304" pitchFamily="18" charset="0"/>
                        <a:ea typeface="SimSun" panose="02010600030101010101" pitchFamily="2" charset="-122"/>
                      </a:endParaRPr>
                    </a:p>
                  </a:txBody>
                  <a:tcPr marL="19050" marR="19050" marT="0" marB="0" anchor="ctr"/>
                </a:tc>
                <a:tc>
                  <a:txBody>
                    <a:bodyPr/>
                    <a:lstStyle/>
                    <a:p>
                      <a:pPr algn="ctr">
                        <a:buNone/>
                      </a:pPr>
                      <a:r>
                        <a:rPr lang="en-US" sz="1200" err="1">
                          <a:solidFill>
                            <a:srgbClr val="000000"/>
                          </a:solidFill>
                          <a:effectLst/>
                          <a:latin typeface="Calibri" panose="020F0502020204030204" pitchFamily="34" charset="0"/>
                          <a:ea typeface="SimSun" panose="02010600030101010101" pitchFamily="2" charset="-122"/>
                        </a:rPr>
                        <a:t>Zongertinib</a:t>
                      </a:r>
                      <a:r>
                        <a:rPr lang="en-US" sz="1200">
                          <a:solidFill>
                            <a:srgbClr val="000000"/>
                          </a:solidFill>
                          <a:effectLst/>
                          <a:latin typeface="Calibri" panose="020F0502020204030204" pitchFamily="34" charset="0"/>
                          <a:ea typeface="SimSun" panose="02010600030101010101" pitchFamily="2" charset="-122"/>
                        </a:rPr>
                        <a:t> LPT</a:t>
                      </a:r>
                      <a:endParaRPr lang="zh-CN" sz="1200">
                        <a:effectLst/>
                        <a:latin typeface="Times New Roman" panose="02020603050405020304" pitchFamily="18" charset="0"/>
                        <a:ea typeface="SimSun" panose="02010600030101010101" pitchFamily="2" charset="-122"/>
                      </a:endParaRPr>
                    </a:p>
                  </a:txBody>
                  <a:tcPr marL="19050" marR="19050" marT="0" marB="0" anchor="ctr"/>
                </a:tc>
                <a:tc>
                  <a:txBody>
                    <a:bodyPr/>
                    <a:lstStyle/>
                    <a:p>
                      <a:pPr algn="ctr">
                        <a:buNone/>
                      </a:pPr>
                      <a:r>
                        <a:rPr lang="pt-BR" sz="1200">
                          <a:solidFill>
                            <a:srgbClr val="000000"/>
                          </a:solidFill>
                          <a:effectLst/>
                          <a:latin typeface="Calibri" panose="020F0502020204030204" pitchFamily="34" charset="0"/>
                          <a:ea typeface="SimSun" panose="02010600030101010101" pitchFamily="2" charset="-122"/>
                        </a:rPr>
                        <a:t>Apr PEC</a:t>
                      </a:r>
                      <a:r>
                        <a:rPr lang="pt-BR" sz="1200">
                          <a:effectLst/>
                          <a:latin typeface="Calibri" panose="020F0502020204030204" pitchFamily="34" charset="0"/>
                          <a:ea typeface="SimSun" panose="02010600030101010101" pitchFamily="2" charset="-122"/>
                        </a:rPr>
                        <a:t> </a:t>
                      </a:r>
                      <a:endParaRPr lang="zh-CN" sz="1200">
                        <a:effectLst/>
                        <a:latin typeface="Times New Roman" panose="02020603050405020304" pitchFamily="18" charset="0"/>
                        <a:ea typeface="SimSun" panose="02010600030101010101" pitchFamily="2" charset="-122"/>
                      </a:endParaRPr>
                    </a:p>
                    <a:p>
                      <a:pPr algn="ctr">
                        <a:buNone/>
                      </a:pPr>
                      <a:r>
                        <a:rPr lang="pt-BR" sz="1200">
                          <a:effectLst/>
                          <a:latin typeface="Calibri" panose="020F0502020204030204" pitchFamily="34" charset="0"/>
                          <a:ea typeface="SimSun" panose="02010600030101010101" pitchFamily="2" charset="-122"/>
                        </a:rPr>
                        <a:t> </a:t>
                      </a:r>
                      <a:endParaRPr lang="zh-CN" sz="1200">
                        <a:effectLst/>
                        <a:latin typeface="Times New Roman" panose="02020603050405020304" pitchFamily="18" charset="0"/>
                        <a:ea typeface="SimSun" panose="02010600030101010101" pitchFamily="2" charset="-122"/>
                      </a:endParaRPr>
                    </a:p>
                  </a:txBody>
                  <a:tcPr marL="19050" marR="19050" marT="0" marB="0" anchor="ct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kern="1200">
                          <a:solidFill>
                            <a:srgbClr val="000000"/>
                          </a:solidFill>
                          <a:effectLst/>
                          <a:latin typeface="Calibri" panose="020F0502020204030204" pitchFamily="34" charset="0"/>
                          <a:ea typeface="SimSun" panose="02010600030101010101" pitchFamily="2" charset="-122"/>
                          <a:cs typeface="+mn-cs"/>
                        </a:rPr>
                        <a:t>To be covered in the program update.</a:t>
                      </a:r>
                      <a:endParaRPr lang="zh-CN" altLang="en-US" sz="1200" kern="1200">
                        <a:solidFill>
                          <a:srgbClr val="000000"/>
                        </a:solidFill>
                        <a:effectLst/>
                        <a:latin typeface="Calibri" panose="020F0502020204030204" pitchFamily="34" charset="0"/>
                        <a:ea typeface="SimSun" panose="02010600030101010101" pitchFamily="2" charset="-122"/>
                        <a:cs typeface="+mn-cs"/>
                      </a:endParaRPr>
                    </a:p>
                  </a:txBody>
                  <a:tcPr marL="19050" marR="19050" marT="0" marB="0" anchor="ctr"/>
                </a:tc>
                <a:tc>
                  <a:txBody>
                    <a:bodyPr/>
                    <a:lstStyle/>
                    <a:p>
                      <a:pPr marL="0" lvl="1" indent="0" algn="ctr" defTabSz="914377" rtl="0" eaLnBrk="1" fontAlgn="base" latinLnBrk="0" hangingPunct="1">
                        <a:buFont typeface="Arial" panose="020B0604020202020204" pitchFamily="34" charset="0"/>
                        <a:buNone/>
                      </a:pPr>
                      <a:r>
                        <a:rPr lang="en-US" sz="1200" b="0" kern="1200" noProof="0">
                          <a:solidFill>
                            <a:schemeClr val="dk1"/>
                          </a:solidFill>
                          <a:effectLst/>
                          <a:latin typeface="+mn-lt"/>
                          <a:ea typeface="SimSun" panose="02010600030101010101" pitchFamily="2" charset="-122"/>
                          <a:cs typeface="+mn-cs"/>
                        </a:rPr>
                        <a:t>Y</a:t>
                      </a:r>
                    </a:p>
                  </a:txBody>
                  <a:tcPr anchor="ctr"/>
                </a:tc>
                <a:extLst>
                  <a:ext uri="{0D108BD9-81ED-4DB2-BD59-A6C34878D82A}">
                    <a16:rowId xmlns:a16="http://schemas.microsoft.com/office/drawing/2014/main" val="3656669024"/>
                  </a:ext>
                </a:extLst>
              </a:tr>
              <a:tr h="970331">
                <a:tc>
                  <a:txBody>
                    <a:bodyPr/>
                    <a:lstStyle/>
                    <a:p>
                      <a:pPr marL="42545">
                        <a:buNone/>
                      </a:pPr>
                      <a:r>
                        <a:rPr lang="en-US" altLang="zh-CN" sz="1200" b="1" err="1">
                          <a:solidFill>
                            <a:srgbClr val="000000"/>
                          </a:solidFill>
                          <a:effectLst/>
                          <a:latin typeface="Calibri" panose="020F0502020204030204" pitchFamily="34" charset="0"/>
                          <a:ea typeface="SimSun" panose="02010600030101010101" pitchFamily="2" charset="-122"/>
                        </a:rPr>
                        <a:t>Zongertinib</a:t>
                      </a:r>
                      <a:r>
                        <a:rPr lang="en-US" altLang="zh-CN" sz="1200" b="1">
                          <a:solidFill>
                            <a:srgbClr val="000000"/>
                          </a:solidFill>
                          <a:effectLst/>
                          <a:latin typeface="Calibri" panose="020F0502020204030204" pitchFamily="34" charset="0"/>
                          <a:ea typeface="SimSun" panose="02010600030101010101" pitchFamily="2" charset="-122"/>
                        </a:rPr>
                        <a:t>-IIS:</a:t>
                      </a:r>
                      <a:endParaRPr lang="zh-CN" altLang="zh-CN" sz="1800">
                        <a:effectLst/>
                        <a:latin typeface="Times New Roman" panose="02020603050405020304" pitchFamily="18" charset="0"/>
                        <a:ea typeface="SimSun" panose="02010600030101010101" pitchFamily="2" charset="-122"/>
                      </a:endParaRPr>
                    </a:p>
                    <a:p>
                      <a:pPr marL="342900" lvl="0" indent="-342900">
                        <a:buFont typeface="DengXian" panose="02010600030101010101" pitchFamily="2" charset="-122"/>
                        <a:buChar char="•"/>
                      </a:pPr>
                      <a:r>
                        <a:rPr lang="en-US" altLang="zh-CN" sz="1200">
                          <a:solidFill>
                            <a:srgbClr val="000000"/>
                          </a:solidFill>
                          <a:effectLst/>
                          <a:latin typeface="Calibri" panose="020F0502020204030204" pitchFamily="34" charset="0"/>
                          <a:ea typeface="SimSun" panose="02010600030101010101" pitchFamily="2" charset="-122"/>
                        </a:rPr>
                        <a:t>To reconfirm with China commercial team regarding the IMP supply (200 kits) for this study.</a:t>
                      </a:r>
                      <a:endParaRPr lang="zh-CN" sz="1200">
                        <a:effectLst/>
                        <a:latin typeface="Times New Roman" panose="02020603050405020304" pitchFamily="18" charset="0"/>
                        <a:ea typeface="SimSun" panose="02010600030101010101" pitchFamily="2" charset="-122"/>
                      </a:endParaRPr>
                    </a:p>
                  </a:txBody>
                  <a:tcPr marL="19050" marR="1905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solidFill>
                            <a:srgbClr val="000000"/>
                          </a:solidFill>
                          <a:effectLst/>
                          <a:latin typeface="Calibri" panose="020F0502020204030204" pitchFamily="34" charset="0"/>
                          <a:ea typeface="SimSun" panose="02010600030101010101" pitchFamily="2" charset="-122"/>
                        </a:rPr>
                        <a:t>Sally Chen</a:t>
                      </a:r>
                      <a:endParaRPr lang="zh-CN" altLang="zh-CN" sz="1800">
                        <a:effectLst/>
                        <a:latin typeface="Times New Roman" panose="02020603050405020304" pitchFamily="18" charset="0"/>
                        <a:ea typeface="SimSun" panose="02010600030101010101" pitchFamily="2" charset="-122"/>
                      </a:endParaRPr>
                    </a:p>
                  </a:txBody>
                  <a:tcPr marL="19050" marR="1905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pt-BR" altLang="zh-CN" sz="1200">
                          <a:solidFill>
                            <a:srgbClr val="000000"/>
                          </a:solidFill>
                          <a:effectLst/>
                          <a:latin typeface="Calibri" panose="020F0502020204030204" pitchFamily="34" charset="0"/>
                          <a:ea typeface="SimSun" panose="02010600030101010101" pitchFamily="2" charset="-122"/>
                        </a:rPr>
                        <a:t>Apr PEC</a:t>
                      </a:r>
                      <a:endParaRPr lang="zh-CN" altLang="zh-CN" sz="1800">
                        <a:effectLst/>
                        <a:latin typeface="Times New Roman" panose="02020603050405020304" pitchFamily="18" charset="0"/>
                        <a:ea typeface="SimSun" panose="02010600030101010101" pitchFamily="2" charset="-122"/>
                      </a:endParaRPr>
                    </a:p>
                  </a:txBody>
                  <a:tcPr marL="19050" marR="19050" marT="0" marB="0" anchor="ctr"/>
                </a:tc>
                <a:tc>
                  <a:txBody>
                    <a:bodyPr/>
                    <a:lstStyle/>
                    <a:p>
                      <a:pPr marL="213995"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kern="1200">
                          <a:solidFill>
                            <a:srgbClr val="000000"/>
                          </a:solidFill>
                          <a:effectLst/>
                          <a:latin typeface="Calibri" panose="020F0502020204030204" pitchFamily="34" charset="0"/>
                          <a:ea typeface="SimSun" panose="02010600030101010101" pitchFamily="2" charset="-122"/>
                          <a:cs typeface="+mn-cs"/>
                        </a:rPr>
                        <a:t>Confirmed – 200 kits for 2026.</a:t>
                      </a:r>
                      <a:endParaRPr lang="zh-CN" altLang="en-US" sz="1200" kern="1200">
                        <a:solidFill>
                          <a:srgbClr val="000000"/>
                        </a:solidFill>
                        <a:effectLst/>
                        <a:latin typeface="Calibri" panose="020F0502020204030204" pitchFamily="34" charset="0"/>
                        <a:ea typeface="SimSun" panose="02010600030101010101" pitchFamily="2" charset="-122"/>
                        <a:cs typeface="+mn-cs"/>
                      </a:endParaRPr>
                    </a:p>
                  </a:txBody>
                  <a:tcPr marL="19050" marR="19050" marT="0" marB="0" anchor="ctr"/>
                </a:tc>
                <a:tc>
                  <a:txBody>
                    <a:bodyPr/>
                    <a:lstStyle/>
                    <a:p>
                      <a:pPr marL="0" lvl="1" indent="0" algn="ctr" defTabSz="914377" rtl="0" eaLnBrk="1" fontAlgn="base" latinLnBrk="0" hangingPunct="1">
                        <a:buFont typeface="Arial" panose="020B0604020202020204" pitchFamily="34" charset="0"/>
                        <a:buNone/>
                      </a:pPr>
                      <a:r>
                        <a:rPr lang="en-US" sz="1200" b="0" kern="1200" noProof="0">
                          <a:solidFill>
                            <a:schemeClr val="dk1"/>
                          </a:solidFill>
                          <a:effectLst/>
                          <a:latin typeface="+mn-lt"/>
                          <a:ea typeface="SimSun" panose="02010600030101010101" pitchFamily="2" charset="-122"/>
                          <a:cs typeface="+mn-cs"/>
                        </a:rPr>
                        <a:t>Y</a:t>
                      </a:r>
                    </a:p>
                  </a:txBody>
                  <a:tcPr anchor="ctr"/>
                </a:tc>
                <a:extLst>
                  <a:ext uri="{0D108BD9-81ED-4DB2-BD59-A6C34878D82A}">
                    <a16:rowId xmlns:a16="http://schemas.microsoft.com/office/drawing/2014/main" val="1870494687"/>
                  </a:ext>
                </a:extLst>
              </a:tr>
              <a:tr h="1040634">
                <a:tc>
                  <a:txBody>
                    <a:bodyPr/>
                    <a:lstStyle/>
                    <a:p>
                      <a:pPr marL="42545">
                        <a:buNone/>
                      </a:pPr>
                      <a:r>
                        <a:rPr lang="en-US" altLang="zh-CN" sz="1200" b="1" err="1">
                          <a:solidFill>
                            <a:srgbClr val="000000"/>
                          </a:solidFill>
                          <a:effectLst/>
                          <a:latin typeface="Calibri" panose="020F0502020204030204" pitchFamily="34" charset="0"/>
                          <a:ea typeface="SimSun" panose="02010600030101010101" pitchFamily="2" charset="-122"/>
                        </a:rPr>
                        <a:t>Zongertinib</a:t>
                      </a:r>
                      <a:r>
                        <a:rPr lang="en-US" altLang="zh-CN" sz="1200" b="1">
                          <a:solidFill>
                            <a:srgbClr val="000000"/>
                          </a:solidFill>
                          <a:effectLst/>
                          <a:latin typeface="Calibri" panose="020F0502020204030204" pitchFamily="34" charset="0"/>
                          <a:ea typeface="SimSun" panose="02010600030101010101" pitchFamily="2" charset="-122"/>
                        </a:rPr>
                        <a:t>-RWE study:</a:t>
                      </a:r>
                      <a:endParaRPr lang="zh-CN" altLang="zh-CN" sz="1800">
                        <a:effectLst/>
                        <a:latin typeface="Times New Roman" panose="02020603050405020304" pitchFamily="18" charset="0"/>
                        <a:ea typeface="SimSun" panose="02010600030101010101" pitchFamily="2" charset="-122"/>
                      </a:endParaRPr>
                    </a:p>
                    <a:p>
                      <a:pPr marL="342900" lvl="0" indent="-342900">
                        <a:buFont typeface="DengXian" panose="02010600030101010101" pitchFamily="2" charset="-122"/>
                        <a:buChar char="•"/>
                      </a:pPr>
                      <a:r>
                        <a:rPr lang="en-US" altLang="zh-CN" sz="1200">
                          <a:solidFill>
                            <a:srgbClr val="000000"/>
                          </a:solidFill>
                          <a:effectLst/>
                          <a:latin typeface="Calibri" panose="020F0502020204030204" pitchFamily="34" charset="0"/>
                          <a:ea typeface="SimSun" panose="02010600030101010101" pitchFamily="2" charset="-122"/>
                        </a:rPr>
                        <a:t>To document the communication with HAMA team regarding the different definitions of PFS &amp; OS between RWE study and clinical study.</a:t>
                      </a:r>
                      <a:endParaRPr lang="zh-CN" altLang="zh-CN" sz="1800">
                        <a:effectLst/>
                        <a:latin typeface="Times New Roman" panose="02020603050405020304" pitchFamily="18" charset="0"/>
                        <a:ea typeface="SimSun" panose="02010600030101010101" pitchFamily="2" charset="-122"/>
                      </a:endParaRPr>
                    </a:p>
                    <a:p>
                      <a:pPr marL="42545">
                        <a:buNone/>
                      </a:pPr>
                      <a:endParaRPr lang="zh-CN" sz="1200">
                        <a:effectLst/>
                        <a:latin typeface="Times New Roman" panose="02020603050405020304" pitchFamily="18" charset="0"/>
                        <a:ea typeface="SimSun" panose="02010600030101010101" pitchFamily="2" charset="-122"/>
                      </a:endParaRPr>
                    </a:p>
                  </a:txBody>
                  <a:tcPr marL="19050" marR="1905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solidFill>
                            <a:srgbClr val="000000"/>
                          </a:solidFill>
                          <a:effectLst/>
                          <a:latin typeface="Calibri" panose="020F0502020204030204" pitchFamily="34" charset="0"/>
                          <a:ea typeface="SimSun" panose="02010600030101010101" pitchFamily="2" charset="-122"/>
                        </a:rPr>
                        <a:t>Yuhui Huang</a:t>
                      </a:r>
                      <a:endParaRPr lang="zh-CN" altLang="zh-CN" sz="1800">
                        <a:effectLst/>
                        <a:latin typeface="Times New Roman" panose="02020603050405020304" pitchFamily="18" charset="0"/>
                        <a:ea typeface="SimSun" panose="02010600030101010101" pitchFamily="2" charset="-122"/>
                      </a:endParaRPr>
                    </a:p>
                  </a:txBody>
                  <a:tcPr marL="19050" marR="19050" marT="0" marB="0"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solidFill>
                            <a:srgbClr val="000000"/>
                          </a:solidFill>
                          <a:effectLst/>
                          <a:latin typeface="Calibri" panose="020F0502020204030204" pitchFamily="34" charset="0"/>
                          <a:ea typeface="SimSun" panose="02010600030101010101" pitchFamily="2" charset="-122"/>
                        </a:rPr>
                        <a:t>Apr PEC</a:t>
                      </a:r>
                      <a:endParaRPr lang="zh-CN" altLang="zh-CN" sz="1800">
                        <a:effectLst/>
                        <a:latin typeface="Times New Roman" panose="02020603050405020304" pitchFamily="18" charset="0"/>
                        <a:ea typeface="SimSun" panose="02010600030101010101" pitchFamily="2" charset="-122"/>
                      </a:endParaRPr>
                    </a:p>
                  </a:txBody>
                  <a:tcPr marL="19050" marR="19050" marT="0" marB="0" anchor="ctr"/>
                </a:tc>
                <a:tc>
                  <a:txBody>
                    <a:bodyPr/>
                    <a:lstStyle/>
                    <a:p>
                      <a:pPr marL="171450" lvl="0" indent="-171450" algn="l" defTabSz="914377" rtl="0" eaLnBrk="1" latinLnBrk="0" hangingPunct="1">
                        <a:buFont typeface="Arial" panose="020B0604020202020204" pitchFamily="34" charset="0"/>
                        <a:buChar char="•"/>
                      </a:pPr>
                      <a:r>
                        <a:rPr lang="en-US" altLang="zh-CN" sz="1200" kern="1200">
                          <a:solidFill>
                            <a:srgbClr val="000000"/>
                          </a:solidFill>
                          <a:effectLst/>
                          <a:latin typeface="Calibri" panose="020F0502020204030204" pitchFamily="34" charset="0"/>
                          <a:ea typeface="SimSun" panose="02010600030101010101" pitchFamily="2" charset="-122"/>
                          <a:cs typeface="+mn-cs"/>
                        </a:rPr>
                        <a:t>Informed the HAMA team of the different definitions at the meeting and emphasized them in the email sharing preliminary results of the RWE study.</a:t>
                      </a:r>
                      <a:endParaRPr lang="zh-CN" altLang="en-US" sz="1200" kern="1200">
                        <a:solidFill>
                          <a:srgbClr val="000000"/>
                        </a:solidFill>
                        <a:effectLst/>
                        <a:latin typeface="Calibri" panose="020F0502020204030204" pitchFamily="34" charset="0"/>
                        <a:ea typeface="SimSun" panose="02010600030101010101" pitchFamily="2" charset="-122"/>
                        <a:cs typeface="+mn-cs"/>
                      </a:endParaRPr>
                    </a:p>
                  </a:txBody>
                  <a:tcPr marL="19050" marR="19050" marT="0" marB="0" anchor="ctr"/>
                </a:tc>
                <a:tc>
                  <a:txBody>
                    <a:bodyPr/>
                    <a:lstStyle/>
                    <a:p>
                      <a:pPr marL="0" lvl="1" indent="0" algn="ctr" defTabSz="914377" rtl="0" eaLnBrk="1" fontAlgn="base" latinLnBrk="0" hangingPunct="1">
                        <a:buFont typeface="Arial" panose="020B0604020202020204" pitchFamily="34" charset="0"/>
                        <a:buNone/>
                      </a:pPr>
                      <a:r>
                        <a:rPr lang="en-US" sz="1200" b="0" kern="1200" noProof="0">
                          <a:solidFill>
                            <a:schemeClr val="dk1"/>
                          </a:solidFill>
                          <a:effectLst/>
                          <a:latin typeface="+mn-lt"/>
                          <a:ea typeface="SimSun" panose="02010600030101010101" pitchFamily="2" charset="-122"/>
                          <a:cs typeface="+mn-cs"/>
                        </a:rPr>
                        <a:t>Y</a:t>
                      </a:r>
                    </a:p>
                  </a:txBody>
                  <a:tcPr anchor="ctr"/>
                </a:tc>
                <a:extLst>
                  <a:ext uri="{0D108BD9-81ED-4DB2-BD59-A6C34878D82A}">
                    <a16:rowId xmlns:a16="http://schemas.microsoft.com/office/drawing/2014/main" val="3323541247"/>
                  </a:ext>
                </a:extLst>
              </a:tr>
            </a:tbl>
          </a:graphicData>
        </a:graphic>
      </p:graphicFrame>
    </p:spTree>
    <p:extLst>
      <p:ext uri="{BB962C8B-B14F-4D97-AF65-F5344CB8AC3E}">
        <p14:creationId xmlns:p14="http://schemas.microsoft.com/office/powerpoint/2010/main" val="1212685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43307-A2AC-FD79-A6B1-B6FF397E30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A0ACD9-449E-959D-52D6-C8EC196674B8}"/>
              </a:ext>
            </a:extLst>
          </p:cNvPr>
          <p:cNvSpPr>
            <a:spLocks noGrp="1"/>
          </p:cNvSpPr>
          <p:nvPr>
            <p:ph type="ctrTitle"/>
          </p:nvPr>
        </p:nvSpPr>
        <p:spPr>
          <a:xfrm>
            <a:off x="479425" y="2637000"/>
            <a:ext cx="8280755" cy="1584000"/>
          </a:xfrm>
        </p:spPr>
        <p:txBody>
          <a:bodyPr anchor="b">
            <a:normAutofit/>
          </a:bodyPr>
          <a:lstStyle/>
          <a:p>
            <a:pPr marL="0" indent="0">
              <a:buNone/>
            </a:pPr>
            <a:r>
              <a:rPr lang="en-US" b="1" noProof="0"/>
              <a:t>Part I: Portfolio Update</a:t>
            </a:r>
          </a:p>
        </p:txBody>
      </p:sp>
      <p:sp>
        <p:nvSpPr>
          <p:cNvPr id="6" name="Slide Number Placeholder 5" hidden="1">
            <a:extLst>
              <a:ext uri="{FF2B5EF4-FFF2-40B4-BE49-F238E27FC236}">
                <a16:creationId xmlns:a16="http://schemas.microsoft.com/office/drawing/2014/main" id="{212DC281-C5C9-FB64-DFB6-75FE95A7F99E}"/>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noProof="0" smtClean="0"/>
              <a:pPr>
                <a:spcAft>
                  <a:spcPts val="600"/>
                </a:spcAft>
              </a:pPr>
              <a:t>3</a:t>
            </a:fld>
            <a:endParaRPr lang="en-US" noProof="0"/>
          </a:p>
        </p:txBody>
      </p:sp>
    </p:spTree>
    <p:extLst>
      <p:ext uri="{BB962C8B-B14F-4D97-AF65-F5344CB8AC3E}">
        <p14:creationId xmlns:p14="http://schemas.microsoft.com/office/powerpoint/2010/main" val="2230873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F71BF-62AC-D4D6-F9A3-7B6CE0EA6858}"/>
            </a:ext>
          </a:extLst>
        </p:cNvPr>
        <p:cNvGrpSpPr/>
        <p:nvPr/>
      </p:nvGrpSpPr>
      <p:grpSpPr>
        <a:xfrm>
          <a:off x="0" y="0"/>
          <a:ext cx="0" cy="0"/>
          <a:chOff x="0" y="0"/>
          <a:chExt cx="0" cy="0"/>
        </a:xfrm>
      </p:grpSpPr>
      <p:sp>
        <p:nvSpPr>
          <p:cNvPr id="46" name="Titel 2">
            <a:extLst>
              <a:ext uri="{FF2B5EF4-FFF2-40B4-BE49-F238E27FC236}">
                <a16:creationId xmlns:a16="http://schemas.microsoft.com/office/drawing/2014/main" id="{8394C71C-F9D6-C84B-2EB6-4863DC3F97BE}"/>
              </a:ext>
            </a:extLst>
          </p:cNvPr>
          <p:cNvSpPr txBox="1">
            <a:spLocks/>
          </p:cNvSpPr>
          <p:nvPr/>
        </p:nvSpPr>
        <p:spPr bwMode="gray">
          <a:xfrm>
            <a:off x="183842" y="144147"/>
            <a:ext cx="11044803" cy="720000"/>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lang="en-US" altLang="zh-CN" sz="2400">
                <a:ln w="6350" cap="flat">
                  <a:noFill/>
                  <a:miter lim="800000"/>
                </a:ln>
                <a:solidFill>
                  <a:srgbClr val="08312A"/>
                </a:solidFill>
                <a:latin typeface="Boehringer Forward Head"/>
                <a:cs typeface="Arial" panose="020B0604020202020204" pitchFamily="34" charset="0"/>
                <a:sym typeface="BISans" panose="02000503040000020004" pitchFamily="2" charset="0"/>
              </a:rPr>
              <a:t>TA ONC Portfolio </a:t>
            </a:r>
            <a:r>
              <a:rPr kumimoji="0" lang="en-US" altLang="zh-CN" sz="2400" b="1" i="0" u="none" strike="noStrike" kern="1200" cap="none" spc="0" normalizeH="0" baseline="0" noProof="0">
                <a:ln w="6350" cap="flat">
                  <a:noFill/>
                  <a:miter lim="800000"/>
                </a:ln>
                <a:solidFill>
                  <a:srgbClr val="08312A"/>
                </a:solidFill>
                <a:effectLst/>
                <a:uLnTx/>
                <a:uFillTx/>
                <a:latin typeface="Boehringer Forward Head"/>
                <a:ea typeface="+mj-ea"/>
                <a:cs typeface="Arial" panose="020B0604020202020204" pitchFamily="34" charset="0"/>
                <a:sym typeface="BISans" panose="02000503040000020004" pitchFamily="2" charset="0"/>
              </a:rPr>
              <a:t>Summary - Pipeline Project</a:t>
            </a:r>
            <a:endParaRPr kumimoji="0" lang="de-DE" sz="1600" b="1" i="0" u="none" strike="noStrike" kern="1200" cap="none" spc="0" normalizeH="0" baseline="0" noProof="0">
              <a:ln>
                <a:noFill/>
              </a:ln>
              <a:solidFill>
                <a:srgbClr val="08312A"/>
              </a:solidFill>
              <a:effectLst/>
              <a:uLnTx/>
              <a:uFillTx/>
              <a:latin typeface="Boehringer Forward Head"/>
              <a:ea typeface="+mj-ea"/>
              <a:cs typeface="+mj-cs"/>
            </a:endParaRPr>
          </a:p>
        </p:txBody>
      </p:sp>
      <p:sp>
        <p:nvSpPr>
          <p:cNvPr id="45" name="Oval 10">
            <a:extLst>
              <a:ext uri="{FF2B5EF4-FFF2-40B4-BE49-F238E27FC236}">
                <a16:creationId xmlns:a16="http://schemas.microsoft.com/office/drawing/2014/main" id="{83D029B0-80B3-10A0-D5B8-871CAFA2238D}"/>
              </a:ext>
            </a:extLst>
          </p:cNvPr>
          <p:cNvSpPr>
            <a:spLocks noChangeAspect="1"/>
          </p:cNvSpPr>
          <p:nvPr/>
        </p:nvSpPr>
        <p:spPr>
          <a:xfrm>
            <a:off x="7117059" y="5103519"/>
            <a:ext cx="637171" cy="637171"/>
          </a:xfrm>
          <a:prstGeom prst="ellipse">
            <a:avLst/>
          </a:prstGeom>
          <a:solidFill>
            <a:srgbClr val="076D7E"/>
          </a:solidFill>
          <a:ln w="38100" cap="flat" cmpd="sng" algn="ctr">
            <a:solidFill>
              <a:sysClr val="window" lastClr="FFFFFF"/>
            </a:solidFill>
            <a:prstDash val="solid"/>
            <a:miter lim="800000"/>
          </a:ln>
          <a:effectLst>
            <a:outerShdw blurRad="63500" sx="102000" sy="102000" algn="ctr" rotWithShape="0">
              <a:prstClr val="black">
                <a:alpha val="10000"/>
              </a:prstClr>
            </a:outerShdw>
          </a:effectLst>
        </p:spPr>
        <p:txBody>
          <a:bodyPr lIns="72000" tIns="72000" rIns="72000" bIns="72000" rtlCol="0" anchor="ctr"/>
          <a:lstStyle/>
          <a:p>
            <a:pPr marL="0" marR="0" lvl="0" indent="0" algn="ctr" defTabSz="914332" eaLnBrk="1" fontAlgn="auto" latinLnBrk="0" hangingPunct="1">
              <a:lnSpc>
                <a:spcPct val="100000"/>
              </a:lnSpc>
              <a:spcBef>
                <a:spcPts val="0"/>
              </a:spcBef>
              <a:spcAft>
                <a:spcPts val="0"/>
              </a:spcAft>
              <a:buClrTx/>
              <a:buSzTx/>
              <a:buFontTx/>
              <a:buNone/>
              <a:tabLst/>
              <a:defRPr/>
            </a:pPr>
            <a:endParaRPr kumimoji="0" lang="en-US" sz="1333" b="0" i="0" u="none" strike="noStrike" kern="0" cap="none" spc="0" normalizeH="0" baseline="0" noProof="0">
              <a:ln>
                <a:noFill/>
              </a:ln>
              <a:solidFill>
                <a:sysClr val="windowText" lastClr="000000"/>
              </a:solidFill>
              <a:effectLst/>
              <a:uLnTx/>
              <a:uFillTx/>
              <a:latin typeface="Arial" panose="020B0604020202020204" pitchFamily="34" charset="0"/>
              <a:ea typeface="+mn-ea"/>
              <a:cs typeface="+mn-cs"/>
              <a:sym typeface="Helvetica Neue Medium"/>
            </a:endParaRPr>
          </a:p>
        </p:txBody>
      </p:sp>
      <p:sp>
        <p:nvSpPr>
          <p:cNvPr id="56" name="TextBox 112">
            <a:extLst>
              <a:ext uri="{FF2B5EF4-FFF2-40B4-BE49-F238E27FC236}">
                <a16:creationId xmlns:a16="http://schemas.microsoft.com/office/drawing/2014/main" id="{364BF966-73EB-CFF0-03EF-6BC1C6156533}"/>
              </a:ext>
            </a:extLst>
          </p:cNvPr>
          <p:cNvSpPr txBox="1"/>
          <p:nvPr/>
        </p:nvSpPr>
        <p:spPr>
          <a:xfrm>
            <a:off x="7064672" y="5508672"/>
            <a:ext cx="728195" cy="123111"/>
          </a:xfrm>
          <a:prstGeom prst="rect">
            <a:avLst/>
          </a:prstGeom>
          <a:noFill/>
          <a:ln>
            <a:noFill/>
          </a:ln>
        </p:spPr>
        <p:txBody>
          <a:bodyPr wrap="square" lIns="0" tIns="0" rIns="0" bIns="0" rtlCol="0">
            <a:spAutoFit/>
          </a:bodyPr>
          <a:lstStyle/>
          <a:p>
            <a:pPr lvl="0" algn="ctr" defTabSz="1219050">
              <a:spcBef>
                <a:spcPts val="600"/>
              </a:spcBef>
              <a:defRPr/>
            </a:pPr>
            <a:r>
              <a:rPr lang="en-US" altLang="zh-CN" sz="800" b="1" err="1">
                <a:solidFill>
                  <a:srgbClr val="FFFFFF"/>
                </a:solidFill>
                <a:latin typeface="BISansOpti"/>
              </a:rPr>
              <a:t>FiH</a:t>
            </a:r>
            <a:r>
              <a:rPr lang="en-US" altLang="zh-CN" sz="800" b="1">
                <a:solidFill>
                  <a:srgbClr val="FFFFFF"/>
                </a:solidFill>
                <a:latin typeface="BISansOpti"/>
              </a:rPr>
              <a:t> - PoC</a:t>
            </a:r>
          </a:p>
        </p:txBody>
      </p:sp>
      <p:grpSp>
        <p:nvGrpSpPr>
          <p:cNvPr id="37" name="Group 36">
            <a:extLst>
              <a:ext uri="{FF2B5EF4-FFF2-40B4-BE49-F238E27FC236}">
                <a16:creationId xmlns:a16="http://schemas.microsoft.com/office/drawing/2014/main" id="{EFF88870-F8CD-90AC-66BC-61B37AE9AE60}"/>
              </a:ext>
            </a:extLst>
          </p:cNvPr>
          <p:cNvGrpSpPr/>
          <p:nvPr/>
        </p:nvGrpSpPr>
        <p:grpSpPr>
          <a:xfrm>
            <a:off x="7294417" y="5187304"/>
            <a:ext cx="268704" cy="254868"/>
            <a:chOff x="7123471" y="4805609"/>
            <a:chExt cx="385616" cy="440489"/>
          </a:xfrm>
        </p:grpSpPr>
        <p:sp>
          <p:nvSpPr>
            <p:cNvPr id="14" name="Freeform: Shape 13">
              <a:extLst>
                <a:ext uri="{FF2B5EF4-FFF2-40B4-BE49-F238E27FC236}">
                  <a16:creationId xmlns:a16="http://schemas.microsoft.com/office/drawing/2014/main" id="{336F93B1-310B-12D8-BF22-C3846AD027D4}"/>
                </a:ext>
              </a:extLst>
            </p:cNvPr>
            <p:cNvSpPr/>
            <p:nvPr/>
          </p:nvSpPr>
          <p:spPr>
            <a:xfrm>
              <a:off x="7357865" y="4805609"/>
              <a:ext cx="81816" cy="81816"/>
            </a:xfrm>
            <a:custGeom>
              <a:avLst/>
              <a:gdLst>
                <a:gd name="csX0" fmla="*/ 40908 w 81816"/>
                <a:gd name="csY0" fmla="*/ 81817 h 81816"/>
                <a:gd name="csX1" fmla="*/ 81817 w 81816"/>
                <a:gd name="csY1" fmla="*/ 40908 h 81816"/>
                <a:gd name="csX2" fmla="*/ 40908 w 81816"/>
                <a:gd name="csY2" fmla="*/ 0 h 81816"/>
                <a:gd name="csX3" fmla="*/ 0 w 81816"/>
                <a:gd name="csY3" fmla="*/ 40908 h 81816"/>
                <a:gd name="csX4" fmla="*/ 40908 w 81816"/>
                <a:gd name="csY4" fmla="*/ 81817 h 81816"/>
                <a:gd name="csX5" fmla="*/ 40908 w 81816"/>
                <a:gd name="csY5" fmla="*/ 10227 h 81816"/>
                <a:gd name="csX6" fmla="*/ 71589 w 81816"/>
                <a:gd name="csY6" fmla="*/ 40908 h 81816"/>
                <a:gd name="csX7" fmla="*/ 40908 w 81816"/>
                <a:gd name="csY7" fmla="*/ 71589 h 81816"/>
                <a:gd name="csX8" fmla="*/ 10227 w 81816"/>
                <a:gd name="csY8" fmla="*/ 40908 h 81816"/>
                <a:gd name="csX9" fmla="*/ 40908 w 81816"/>
                <a:gd name="csY9" fmla="*/ 10207 h 81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1816" h="81816">
                  <a:moveTo>
                    <a:pt x="40908" y="81817"/>
                  </a:moveTo>
                  <a:cubicBezTo>
                    <a:pt x="63501" y="81817"/>
                    <a:pt x="81817" y="63501"/>
                    <a:pt x="81817" y="40908"/>
                  </a:cubicBezTo>
                  <a:cubicBezTo>
                    <a:pt x="81817" y="18315"/>
                    <a:pt x="63501" y="0"/>
                    <a:pt x="40908" y="0"/>
                  </a:cubicBezTo>
                  <a:cubicBezTo>
                    <a:pt x="18315" y="0"/>
                    <a:pt x="0" y="18315"/>
                    <a:pt x="0" y="40908"/>
                  </a:cubicBezTo>
                  <a:cubicBezTo>
                    <a:pt x="0" y="63501"/>
                    <a:pt x="18315" y="81817"/>
                    <a:pt x="40908" y="81817"/>
                  </a:cubicBezTo>
                  <a:close/>
                  <a:moveTo>
                    <a:pt x="40908" y="10227"/>
                  </a:moveTo>
                  <a:cubicBezTo>
                    <a:pt x="57853" y="10227"/>
                    <a:pt x="71589" y="23963"/>
                    <a:pt x="71589" y="40908"/>
                  </a:cubicBezTo>
                  <a:cubicBezTo>
                    <a:pt x="71589" y="57853"/>
                    <a:pt x="57853" y="71589"/>
                    <a:pt x="40908" y="71589"/>
                  </a:cubicBezTo>
                  <a:cubicBezTo>
                    <a:pt x="23964" y="71589"/>
                    <a:pt x="10227" y="57853"/>
                    <a:pt x="10227" y="40908"/>
                  </a:cubicBezTo>
                  <a:cubicBezTo>
                    <a:pt x="10238" y="23965"/>
                    <a:pt x="23965" y="10229"/>
                    <a:pt x="40908" y="10207"/>
                  </a:cubicBezTo>
                  <a:close/>
                </a:path>
              </a:pathLst>
            </a:custGeom>
            <a:solidFill>
              <a:srgbClr val="FFFFFF"/>
            </a:solidFill>
            <a:ln w="5060" cap="flat">
              <a:solidFill>
                <a:srgbClr val="FFFFFF"/>
              </a:solidFill>
              <a:prstDash val="solid"/>
              <a:miter/>
            </a:ln>
          </p:spPr>
          <p:txBody>
            <a:bodyPr/>
            <a:lstStyle/>
            <a:p>
              <a:endParaRPr lang="zh-CN" altLang="en-US"/>
            </a:p>
          </p:txBody>
        </p:sp>
        <p:sp>
          <p:nvSpPr>
            <p:cNvPr id="23" name="Freeform: Shape 22">
              <a:extLst>
                <a:ext uri="{FF2B5EF4-FFF2-40B4-BE49-F238E27FC236}">
                  <a16:creationId xmlns:a16="http://schemas.microsoft.com/office/drawing/2014/main" id="{9DFE7616-69E7-D6C6-3E79-351EB4BCE0E0}"/>
                </a:ext>
              </a:extLst>
            </p:cNvPr>
            <p:cNvSpPr/>
            <p:nvPr/>
          </p:nvSpPr>
          <p:spPr>
            <a:xfrm>
              <a:off x="7123471" y="5046027"/>
              <a:ext cx="168276" cy="99100"/>
            </a:xfrm>
            <a:custGeom>
              <a:avLst/>
              <a:gdLst>
                <a:gd name="csX0" fmla="*/ 134379 w 168276"/>
                <a:gd name="csY0" fmla="*/ 80957 h 99100"/>
                <a:gd name="csX1" fmla="*/ 121216 w 168276"/>
                <a:gd name="csY1" fmla="*/ 88868 h 99100"/>
                <a:gd name="csX2" fmla="*/ 25312 w 168276"/>
                <a:gd name="csY2" fmla="*/ 88868 h 99100"/>
                <a:gd name="csX3" fmla="*/ 10227 w 168276"/>
                <a:gd name="csY3" fmla="*/ 73783 h 99100"/>
                <a:gd name="csX4" fmla="*/ 25312 w 168276"/>
                <a:gd name="csY4" fmla="*/ 58698 h 99100"/>
                <a:gd name="csX5" fmla="*/ 109113 w 168276"/>
                <a:gd name="csY5" fmla="*/ 58698 h 99100"/>
                <a:gd name="csX6" fmla="*/ 113618 w 168276"/>
                <a:gd name="csY6" fmla="*/ 56003 h 99100"/>
                <a:gd name="csX7" fmla="*/ 137651 w 168276"/>
                <a:gd name="csY7" fmla="*/ 11214 h 99100"/>
                <a:gd name="csX8" fmla="*/ 132057 w 168276"/>
                <a:gd name="csY8" fmla="*/ 0 h 99100"/>
                <a:gd name="csX9" fmla="*/ 106044 w 168276"/>
                <a:gd name="csY9" fmla="*/ 48476 h 99100"/>
                <a:gd name="csX10" fmla="*/ 25312 w 168276"/>
                <a:gd name="csY10" fmla="*/ 48476 h 99100"/>
                <a:gd name="csX11" fmla="*/ 0 w 168276"/>
                <a:gd name="csY11" fmla="*/ 73788 h 99100"/>
                <a:gd name="csX12" fmla="*/ 25312 w 168276"/>
                <a:gd name="csY12" fmla="*/ 99100 h 99100"/>
                <a:gd name="csX13" fmla="*/ 121216 w 168276"/>
                <a:gd name="csY13" fmla="*/ 99100 h 99100"/>
                <a:gd name="csX14" fmla="*/ 143378 w 168276"/>
                <a:gd name="csY14" fmla="*/ 85805 h 99100"/>
                <a:gd name="csX15" fmla="*/ 168276 w 168276"/>
                <a:gd name="csY15" fmla="*/ 39911 h 99100"/>
                <a:gd name="csX16" fmla="*/ 160478 w 168276"/>
                <a:gd name="csY16" fmla="*/ 32860 h 99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68276" h="99100">
                  <a:moveTo>
                    <a:pt x="134379" y="80957"/>
                  </a:moveTo>
                  <a:cubicBezTo>
                    <a:pt x="131818" y="85851"/>
                    <a:pt x="126739" y="88904"/>
                    <a:pt x="121216" y="88868"/>
                  </a:cubicBezTo>
                  <a:lnTo>
                    <a:pt x="25312" y="88868"/>
                  </a:lnTo>
                  <a:cubicBezTo>
                    <a:pt x="16981" y="88868"/>
                    <a:pt x="10227" y="82114"/>
                    <a:pt x="10227" y="73783"/>
                  </a:cubicBezTo>
                  <a:cubicBezTo>
                    <a:pt x="10227" y="65452"/>
                    <a:pt x="16981" y="58698"/>
                    <a:pt x="25312" y="58698"/>
                  </a:cubicBezTo>
                  <a:lnTo>
                    <a:pt x="109113" y="58698"/>
                  </a:lnTo>
                  <a:cubicBezTo>
                    <a:pt x="110996" y="58698"/>
                    <a:pt x="112727" y="57663"/>
                    <a:pt x="113618" y="56003"/>
                  </a:cubicBezTo>
                  <a:lnTo>
                    <a:pt x="137651" y="11214"/>
                  </a:lnTo>
                  <a:cubicBezTo>
                    <a:pt x="135129" y="7842"/>
                    <a:pt x="133234" y="4043"/>
                    <a:pt x="132057" y="0"/>
                  </a:cubicBezTo>
                  <a:lnTo>
                    <a:pt x="106044" y="48476"/>
                  </a:lnTo>
                  <a:lnTo>
                    <a:pt x="25312" y="48476"/>
                  </a:lnTo>
                  <a:cubicBezTo>
                    <a:pt x="11333" y="48476"/>
                    <a:pt x="0" y="59809"/>
                    <a:pt x="0" y="73788"/>
                  </a:cubicBezTo>
                  <a:cubicBezTo>
                    <a:pt x="0" y="87768"/>
                    <a:pt x="11333" y="99100"/>
                    <a:pt x="25312" y="99100"/>
                  </a:cubicBezTo>
                  <a:lnTo>
                    <a:pt x="121216" y="99100"/>
                  </a:lnTo>
                  <a:cubicBezTo>
                    <a:pt x="130509" y="99164"/>
                    <a:pt x="139060" y="94034"/>
                    <a:pt x="143378" y="85805"/>
                  </a:cubicBezTo>
                  <a:lnTo>
                    <a:pt x="168276" y="39911"/>
                  </a:lnTo>
                  <a:lnTo>
                    <a:pt x="160478" y="32860"/>
                  </a:lnTo>
                  <a:close/>
                </a:path>
              </a:pathLst>
            </a:custGeom>
            <a:solidFill>
              <a:srgbClr val="FFFFFF"/>
            </a:solidFill>
            <a:ln w="5060" cap="flat">
              <a:solidFill>
                <a:srgbClr val="FFFFFF"/>
              </a:solidFill>
              <a:prstDash val="solid"/>
              <a:miter/>
            </a:ln>
          </p:spPr>
          <p:txBody>
            <a:bodyPr/>
            <a:lstStyle/>
            <a:p>
              <a:endParaRPr lang="zh-CN" altLang="en-US"/>
            </a:p>
          </p:txBody>
        </p:sp>
        <p:sp>
          <p:nvSpPr>
            <p:cNvPr id="25" name="Freeform: Shape 24">
              <a:extLst>
                <a:ext uri="{FF2B5EF4-FFF2-40B4-BE49-F238E27FC236}">
                  <a16:creationId xmlns:a16="http://schemas.microsoft.com/office/drawing/2014/main" id="{204079BF-713C-AB7E-6742-CB7E6510293E}"/>
                </a:ext>
              </a:extLst>
            </p:cNvPr>
            <p:cNvSpPr/>
            <p:nvPr/>
          </p:nvSpPr>
          <p:spPr>
            <a:xfrm>
              <a:off x="7220761" y="4893261"/>
              <a:ext cx="288326" cy="352837"/>
            </a:xfrm>
            <a:custGeom>
              <a:avLst/>
              <a:gdLst>
                <a:gd name="csX0" fmla="*/ 287442 w 288326"/>
                <a:gd name="csY0" fmla="*/ 25868 h 352837"/>
                <a:gd name="csX1" fmla="*/ 274981 w 288326"/>
                <a:gd name="csY1" fmla="*/ 10471 h 352837"/>
                <a:gd name="csX2" fmla="*/ 255923 w 288326"/>
                <a:gd name="csY2" fmla="*/ 8794 h 352837"/>
                <a:gd name="csX3" fmla="*/ 241369 w 288326"/>
                <a:gd name="csY3" fmla="*/ 21097 h 352837"/>
                <a:gd name="csX4" fmla="*/ 226591 w 288326"/>
                <a:gd name="csY4" fmla="*/ 48996 h 352837"/>
                <a:gd name="csX5" fmla="*/ 211333 w 288326"/>
                <a:gd name="csY5" fmla="*/ 39378 h 352837"/>
                <a:gd name="csX6" fmla="*/ 211333 w 288326"/>
                <a:gd name="csY6" fmla="*/ 39378 h 352837"/>
                <a:gd name="csX7" fmla="*/ 189283 w 288326"/>
                <a:gd name="csY7" fmla="*/ 25490 h 352837"/>
                <a:gd name="csX8" fmla="*/ 189232 w 288326"/>
                <a:gd name="csY8" fmla="*/ 25459 h 352837"/>
                <a:gd name="csX9" fmla="*/ 189232 w 288326"/>
                <a:gd name="csY9" fmla="*/ 25459 h 352837"/>
                <a:gd name="csX10" fmla="*/ 164891 w 288326"/>
                <a:gd name="csY10" fmla="*/ 10118 h 352837"/>
                <a:gd name="csX11" fmla="*/ 164891 w 288326"/>
                <a:gd name="csY11" fmla="*/ 10118 h 352837"/>
                <a:gd name="csX12" fmla="*/ 154900 w 288326"/>
                <a:gd name="csY12" fmla="*/ 3829 h 352837"/>
                <a:gd name="csX13" fmla="*/ 141645 w 288326"/>
                <a:gd name="csY13" fmla="*/ 4 h 352837"/>
                <a:gd name="csX14" fmla="*/ 57272 w 288326"/>
                <a:gd name="csY14" fmla="*/ 4 h 352837"/>
                <a:gd name="csX15" fmla="*/ 35402 w 288326"/>
                <a:gd name="csY15" fmla="*/ 13110 h 352837"/>
                <a:gd name="csX16" fmla="*/ 3186 w 288326"/>
                <a:gd name="csY16" fmla="*/ 72565 h 352837"/>
                <a:gd name="csX17" fmla="*/ 1003 w 288326"/>
                <a:gd name="csY17" fmla="*/ 91357 h 352837"/>
                <a:gd name="csX18" fmla="*/ 13275 w 288326"/>
                <a:gd name="csY18" fmla="*/ 106513 h 352837"/>
                <a:gd name="csX19" fmla="*/ 24995 w 288326"/>
                <a:gd name="csY19" fmla="*/ 109536 h 352837"/>
                <a:gd name="csX20" fmla="*/ 46866 w 288326"/>
                <a:gd name="csY20" fmla="*/ 96445 h 352837"/>
                <a:gd name="csX21" fmla="*/ 72219 w 288326"/>
                <a:gd name="csY21" fmla="*/ 49953 h 352837"/>
                <a:gd name="csX22" fmla="*/ 89922 w 288326"/>
                <a:gd name="csY22" fmla="*/ 49953 h 352837"/>
                <a:gd name="csX23" fmla="*/ 46457 w 288326"/>
                <a:gd name="csY23" fmla="*/ 131048 h 352837"/>
                <a:gd name="csX24" fmla="*/ 51678 w 288326"/>
                <a:gd name="csY24" fmla="*/ 161346 h 352837"/>
                <a:gd name="csX25" fmla="*/ 126504 w 288326"/>
                <a:gd name="csY25" fmla="*/ 229238 h 352837"/>
                <a:gd name="csX26" fmla="*/ 122158 w 288326"/>
                <a:gd name="csY26" fmla="*/ 326395 h 352837"/>
                <a:gd name="csX27" fmla="*/ 128023 w 288326"/>
                <a:gd name="csY27" fmla="*/ 344451 h 352837"/>
                <a:gd name="csX28" fmla="*/ 145619 w 288326"/>
                <a:gd name="csY28" fmla="*/ 352837 h 352837"/>
                <a:gd name="csX29" fmla="*/ 146611 w 288326"/>
                <a:gd name="csY29" fmla="*/ 352837 h 352837"/>
                <a:gd name="csX30" fmla="*/ 171575 w 288326"/>
                <a:gd name="csY30" fmla="*/ 329085 h 352837"/>
                <a:gd name="csX31" fmla="*/ 176525 w 288326"/>
                <a:gd name="csY31" fmla="*/ 220039 h 352837"/>
                <a:gd name="csX32" fmla="*/ 168461 w 288326"/>
                <a:gd name="csY32" fmla="*/ 200480 h 352837"/>
                <a:gd name="csX33" fmla="*/ 123196 w 288326"/>
                <a:gd name="csY33" fmla="*/ 158477 h 352837"/>
                <a:gd name="csX34" fmla="*/ 178130 w 288326"/>
                <a:gd name="csY34" fmla="*/ 56125 h 352837"/>
                <a:gd name="csX35" fmla="*/ 176264 w 288326"/>
                <a:gd name="csY35" fmla="*/ 49138 h 352837"/>
                <a:gd name="csX36" fmla="*/ 169278 w 288326"/>
                <a:gd name="csY36" fmla="*/ 51004 h 352837"/>
                <a:gd name="csX37" fmla="*/ 169125 w 288326"/>
                <a:gd name="csY37" fmla="*/ 51287 h 352837"/>
                <a:gd name="csX38" fmla="*/ 112319 w 288326"/>
                <a:gd name="csY38" fmla="*/ 157137 h 352837"/>
                <a:gd name="csX39" fmla="*/ 113342 w 288326"/>
                <a:gd name="csY39" fmla="*/ 163304 h 352837"/>
                <a:gd name="csX40" fmla="*/ 161573 w 288326"/>
                <a:gd name="csY40" fmla="*/ 208063 h 352837"/>
                <a:gd name="csX41" fmla="*/ 166318 w 288326"/>
                <a:gd name="csY41" fmla="*/ 219400 h 352837"/>
                <a:gd name="csX42" fmla="*/ 161353 w 288326"/>
                <a:gd name="csY42" fmla="*/ 328625 h 352837"/>
                <a:gd name="csX43" fmla="*/ 146611 w 288326"/>
                <a:gd name="csY43" fmla="*/ 342610 h 352837"/>
                <a:gd name="csX44" fmla="*/ 145854 w 288326"/>
                <a:gd name="csY44" fmla="*/ 342610 h 352837"/>
                <a:gd name="csX45" fmla="*/ 135724 w 288326"/>
                <a:gd name="csY45" fmla="*/ 337737 h 352837"/>
                <a:gd name="csX46" fmla="*/ 132359 w 288326"/>
                <a:gd name="csY46" fmla="*/ 327096 h 352837"/>
                <a:gd name="csX47" fmla="*/ 136823 w 288326"/>
                <a:gd name="csY47" fmla="*/ 227290 h 352837"/>
                <a:gd name="csX48" fmla="*/ 135151 w 288326"/>
                <a:gd name="csY48" fmla="*/ 223276 h 352837"/>
                <a:gd name="csX49" fmla="*/ 58525 w 288326"/>
                <a:gd name="csY49" fmla="*/ 153773 h 352837"/>
                <a:gd name="csX50" fmla="*/ 55457 w 288326"/>
                <a:gd name="csY50" fmla="*/ 135875 h 352837"/>
                <a:gd name="csX51" fmla="*/ 102982 w 288326"/>
                <a:gd name="csY51" fmla="*/ 47248 h 352837"/>
                <a:gd name="csX52" fmla="*/ 100895 w 288326"/>
                <a:gd name="csY52" fmla="*/ 40323 h 352837"/>
                <a:gd name="csX53" fmla="*/ 98477 w 288326"/>
                <a:gd name="csY53" fmla="*/ 39715 h 352837"/>
                <a:gd name="csX54" fmla="*/ 69171 w 288326"/>
                <a:gd name="csY54" fmla="*/ 39715 h 352837"/>
                <a:gd name="csX55" fmla="*/ 64682 w 288326"/>
                <a:gd name="csY55" fmla="*/ 42385 h 352837"/>
                <a:gd name="csX56" fmla="*/ 37861 w 288326"/>
                <a:gd name="csY56" fmla="*/ 91562 h 352837"/>
                <a:gd name="csX57" fmla="*/ 24985 w 288326"/>
                <a:gd name="csY57" fmla="*/ 99298 h 352837"/>
                <a:gd name="csX58" fmla="*/ 17939 w 288326"/>
                <a:gd name="csY58" fmla="*/ 97406 h 352837"/>
                <a:gd name="csX59" fmla="*/ 10836 w 288326"/>
                <a:gd name="csY59" fmla="*/ 88514 h 352837"/>
                <a:gd name="csX60" fmla="*/ 12109 w 288326"/>
                <a:gd name="csY60" fmla="*/ 77550 h 352837"/>
                <a:gd name="csX61" fmla="*/ 44386 w 288326"/>
                <a:gd name="csY61" fmla="*/ 17957 h 352837"/>
                <a:gd name="csX62" fmla="*/ 57257 w 288326"/>
                <a:gd name="csY62" fmla="*/ 10231 h 352837"/>
                <a:gd name="csX63" fmla="*/ 141630 w 288326"/>
                <a:gd name="csY63" fmla="*/ 10231 h 352837"/>
                <a:gd name="csX64" fmla="*/ 149331 w 288326"/>
                <a:gd name="csY64" fmla="*/ 12424 h 352837"/>
                <a:gd name="csX65" fmla="*/ 157037 w 288326"/>
                <a:gd name="csY65" fmla="*/ 17282 h 352837"/>
                <a:gd name="csX66" fmla="*/ 157037 w 288326"/>
                <a:gd name="csY66" fmla="*/ 17282 h 352837"/>
                <a:gd name="csX67" fmla="*/ 191707 w 288326"/>
                <a:gd name="csY67" fmla="*/ 39122 h 352837"/>
                <a:gd name="csX68" fmla="*/ 191707 w 288326"/>
                <a:gd name="csY68" fmla="*/ 39122 h 352837"/>
                <a:gd name="csX69" fmla="*/ 225778 w 288326"/>
                <a:gd name="csY69" fmla="*/ 60599 h 352837"/>
                <a:gd name="csX70" fmla="*/ 232831 w 288326"/>
                <a:gd name="csY70" fmla="*/ 59000 h 352837"/>
                <a:gd name="csX71" fmla="*/ 233024 w 288326"/>
                <a:gd name="csY71" fmla="*/ 58666 h 352837"/>
                <a:gd name="csX72" fmla="*/ 250451 w 288326"/>
                <a:gd name="csY72" fmla="*/ 25786 h 352837"/>
                <a:gd name="csX73" fmla="*/ 258919 w 288326"/>
                <a:gd name="csY73" fmla="*/ 18581 h 352837"/>
                <a:gd name="csX74" fmla="*/ 270215 w 288326"/>
                <a:gd name="csY74" fmla="*/ 19537 h 352837"/>
                <a:gd name="csX75" fmla="*/ 277599 w 288326"/>
                <a:gd name="csY75" fmla="*/ 28640 h 352837"/>
                <a:gd name="csX76" fmla="*/ 276116 w 288326"/>
                <a:gd name="csY76" fmla="*/ 39516 h 352837"/>
                <a:gd name="csX77" fmla="*/ 248764 w 288326"/>
                <a:gd name="csY77" fmla="*/ 91710 h 352837"/>
                <a:gd name="csX78" fmla="*/ 239559 w 288326"/>
                <a:gd name="csY78" fmla="*/ 98991 h 352837"/>
                <a:gd name="csX79" fmla="*/ 227737 w 288326"/>
                <a:gd name="csY79" fmla="*/ 97120 h 352837"/>
                <a:gd name="csX80" fmla="*/ 182840 w 288326"/>
                <a:gd name="csY80" fmla="*/ 68857 h 352837"/>
                <a:gd name="csX81" fmla="*/ 181025 w 288326"/>
                <a:gd name="csY81" fmla="*/ 72324 h 352837"/>
                <a:gd name="csX82" fmla="*/ 178028 w 288326"/>
                <a:gd name="csY82" fmla="*/ 77908 h 352837"/>
                <a:gd name="csX83" fmla="*/ 222183 w 288326"/>
                <a:gd name="csY83" fmla="*/ 105700 h 352837"/>
                <a:gd name="csX84" fmla="*/ 242249 w 288326"/>
                <a:gd name="csY84" fmla="*/ 108861 h 352837"/>
                <a:gd name="csX85" fmla="*/ 257840 w 288326"/>
                <a:gd name="csY85" fmla="*/ 96368 h 352837"/>
                <a:gd name="csX86" fmla="*/ 285044 w 288326"/>
                <a:gd name="csY86" fmla="*/ 44425 h 352837"/>
                <a:gd name="csX87" fmla="*/ 287442 w 288326"/>
                <a:gd name="csY87" fmla="*/ 25868 h 352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Lst>
              <a:rect l="l" t="t" r="r" b="b"/>
              <a:pathLst>
                <a:path w="288326" h="352837">
                  <a:moveTo>
                    <a:pt x="287442" y="25868"/>
                  </a:moveTo>
                  <a:cubicBezTo>
                    <a:pt x="285558" y="19253"/>
                    <a:pt x="281058" y="13693"/>
                    <a:pt x="274981" y="10471"/>
                  </a:cubicBezTo>
                  <a:cubicBezTo>
                    <a:pt x="269082" y="7477"/>
                    <a:pt x="262254" y="6876"/>
                    <a:pt x="255923" y="8794"/>
                  </a:cubicBezTo>
                  <a:cubicBezTo>
                    <a:pt x="249585" y="10718"/>
                    <a:pt x="244321" y="15168"/>
                    <a:pt x="241369" y="21097"/>
                  </a:cubicBezTo>
                  <a:lnTo>
                    <a:pt x="226591" y="48996"/>
                  </a:lnTo>
                  <a:lnTo>
                    <a:pt x="211333" y="39378"/>
                  </a:lnTo>
                  <a:lnTo>
                    <a:pt x="211333" y="39378"/>
                  </a:lnTo>
                  <a:lnTo>
                    <a:pt x="189283" y="25490"/>
                  </a:lnTo>
                  <a:lnTo>
                    <a:pt x="189232" y="25459"/>
                  </a:lnTo>
                  <a:lnTo>
                    <a:pt x="189232" y="25459"/>
                  </a:lnTo>
                  <a:lnTo>
                    <a:pt x="164891" y="10118"/>
                  </a:lnTo>
                  <a:lnTo>
                    <a:pt x="164891" y="10118"/>
                  </a:lnTo>
                  <a:lnTo>
                    <a:pt x="154900" y="3829"/>
                  </a:lnTo>
                  <a:cubicBezTo>
                    <a:pt x="150965" y="1253"/>
                    <a:pt x="146347" y="-80"/>
                    <a:pt x="141645" y="4"/>
                  </a:cubicBezTo>
                  <a:lnTo>
                    <a:pt x="57272" y="4"/>
                  </a:lnTo>
                  <a:cubicBezTo>
                    <a:pt x="48104" y="-63"/>
                    <a:pt x="39666" y="4994"/>
                    <a:pt x="35402" y="13110"/>
                  </a:cubicBezTo>
                  <a:lnTo>
                    <a:pt x="3186" y="72565"/>
                  </a:lnTo>
                  <a:cubicBezTo>
                    <a:pt x="-90" y="78264"/>
                    <a:pt x="-879" y="85059"/>
                    <a:pt x="1003" y="91357"/>
                  </a:cubicBezTo>
                  <a:cubicBezTo>
                    <a:pt x="2865" y="97866"/>
                    <a:pt x="7296" y="103338"/>
                    <a:pt x="13275" y="106513"/>
                  </a:cubicBezTo>
                  <a:cubicBezTo>
                    <a:pt x="16907" y="108383"/>
                    <a:pt x="20912" y="109415"/>
                    <a:pt x="24995" y="109536"/>
                  </a:cubicBezTo>
                  <a:cubicBezTo>
                    <a:pt x="34120" y="109461"/>
                    <a:pt x="42489" y="104452"/>
                    <a:pt x="46866" y="96445"/>
                  </a:cubicBezTo>
                  <a:lnTo>
                    <a:pt x="72219" y="49953"/>
                  </a:lnTo>
                  <a:lnTo>
                    <a:pt x="89922" y="49953"/>
                  </a:lnTo>
                  <a:lnTo>
                    <a:pt x="46457" y="131048"/>
                  </a:lnTo>
                  <a:cubicBezTo>
                    <a:pt x="41023" y="141146"/>
                    <a:pt x="43177" y="153649"/>
                    <a:pt x="51678" y="161346"/>
                  </a:cubicBezTo>
                  <a:lnTo>
                    <a:pt x="126504" y="229238"/>
                  </a:lnTo>
                  <a:lnTo>
                    <a:pt x="122158" y="326395"/>
                  </a:lnTo>
                  <a:cubicBezTo>
                    <a:pt x="121542" y="332965"/>
                    <a:pt x="123664" y="339498"/>
                    <a:pt x="128023" y="344451"/>
                  </a:cubicBezTo>
                  <a:cubicBezTo>
                    <a:pt x="132492" y="349538"/>
                    <a:pt x="138852" y="352569"/>
                    <a:pt x="145619" y="352837"/>
                  </a:cubicBezTo>
                  <a:lnTo>
                    <a:pt x="146611" y="352837"/>
                  </a:lnTo>
                  <a:cubicBezTo>
                    <a:pt x="159882" y="352713"/>
                    <a:pt x="170790" y="342334"/>
                    <a:pt x="171575" y="329085"/>
                  </a:cubicBezTo>
                  <a:lnTo>
                    <a:pt x="176525" y="220039"/>
                  </a:lnTo>
                  <a:cubicBezTo>
                    <a:pt x="177086" y="212610"/>
                    <a:pt x="174094" y="205354"/>
                    <a:pt x="168461" y="200480"/>
                  </a:cubicBezTo>
                  <a:lnTo>
                    <a:pt x="123196" y="158477"/>
                  </a:lnTo>
                  <a:lnTo>
                    <a:pt x="178130" y="56125"/>
                  </a:lnTo>
                  <a:cubicBezTo>
                    <a:pt x="179544" y="53680"/>
                    <a:pt x="178709" y="50552"/>
                    <a:pt x="176264" y="49138"/>
                  </a:cubicBezTo>
                  <a:cubicBezTo>
                    <a:pt x="173820" y="47724"/>
                    <a:pt x="170692" y="48559"/>
                    <a:pt x="169278" y="51004"/>
                  </a:cubicBezTo>
                  <a:cubicBezTo>
                    <a:pt x="169224" y="51097"/>
                    <a:pt x="169173" y="51191"/>
                    <a:pt x="169125" y="51287"/>
                  </a:cubicBezTo>
                  <a:lnTo>
                    <a:pt x="112319" y="157137"/>
                  </a:lnTo>
                  <a:cubicBezTo>
                    <a:pt x="111218" y="159186"/>
                    <a:pt x="111638" y="161721"/>
                    <a:pt x="113342" y="163304"/>
                  </a:cubicBezTo>
                  <a:lnTo>
                    <a:pt x="161573" y="208063"/>
                  </a:lnTo>
                  <a:cubicBezTo>
                    <a:pt x="164898" y="210850"/>
                    <a:pt x="166667" y="215075"/>
                    <a:pt x="166318" y="219400"/>
                  </a:cubicBezTo>
                  <a:lnTo>
                    <a:pt x="161353" y="328625"/>
                  </a:lnTo>
                  <a:cubicBezTo>
                    <a:pt x="160875" y="336435"/>
                    <a:pt x="154435" y="342544"/>
                    <a:pt x="146611" y="342610"/>
                  </a:cubicBezTo>
                  <a:lnTo>
                    <a:pt x="145854" y="342610"/>
                  </a:lnTo>
                  <a:cubicBezTo>
                    <a:pt x="141950" y="342450"/>
                    <a:pt x="138285" y="340687"/>
                    <a:pt x="135724" y="337737"/>
                  </a:cubicBezTo>
                  <a:cubicBezTo>
                    <a:pt x="133173" y="334812"/>
                    <a:pt x="131954" y="330957"/>
                    <a:pt x="132359" y="327096"/>
                  </a:cubicBezTo>
                  <a:lnTo>
                    <a:pt x="136823" y="227290"/>
                  </a:lnTo>
                  <a:cubicBezTo>
                    <a:pt x="136895" y="225769"/>
                    <a:pt x="136282" y="224296"/>
                    <a:pt x="135151" y="223276"/>
                  </a:cubicBezTo>
                  <a:lnTo>
                    <a:pt x="58525" y="153773"/>
                  </a:lnTo>
                  <a:cubicBezTo>
                    <a:pt x="53509" y="149222"/>
                    <a:pt x="52242" y="141837"/>
                    <a:pt x="55457" y="135875"/>
                  </a:cubicBezTo>
                  <a:lnTo>
                    <a:pt x="102982" y="47248"/>
                  </a:lnTo>
                  <a:cubicBezTo>
                    <a:pt x="104318" y="44759"/>
                    <a:pt x="103383" y="41660"/>
                    <a:pt x="100895" y="40323"/>
                  </a:cubicBezTo>
                  <a:cubicBezTo>
                    <a:pt x="100152" y="39925"/>
                    <a:pt x="99321" y="39715"/>
                    <a:pt x="98477" y="39715"/>
                  </a:cubicBezTo>
                  <a:lnTo>
                    <a:pt x="69171" y="39715"/>
                  </a:lnTo>
                  <a:cubicBezTo>
                    <a:pt x="67299" y="39716"/>
                    <a:pt x="65576" y="40740"/>
                    <a:pt x="64682" y="42385"/>
                  </a:cubicBezTo>
                  <a:lnTo>
                    <a:pt x="37861" y="91562"/>
                  </a:lnTo>
                  <a:cubicBezTo>
                    <a:pt x="35260" y="96257"/>
                    <a:pt x="30351" y="99206"/>
                    <a:pt x="24985" y="99298"/>
                  </a:cubicBezTo>
                  <a:cubicBezTo>
                    <a:pt x="22527" y="99183"/>
                    <a:pt x="20123" y="98538"/>
                    <a:pt x="17939" y="97406"/>
                  </a:cubicBezTo>
                  <a:cubicBezTo>
                    <a:pt x="14465" y="95527"/>
                    <a:pt x="11902" y="92318"/>
                    <a:pt x="10836" y="88514"/>
                  </a:cubicBezTo>
                  <a:cubicBezTo>
                    <a:pt x="9727" y="84840"/>
                    <a:pt x="10188" y="80872"/>
                    <a:pt x="12109" y="77550"/>
                  </a:cubicBezTo>
                  <a:lnTo>
                    <a:pt x="44386" y="17957"/>
                  </a:lnTo>
                  <a:cubicBezTo>
                    <a:pt x="46892" y="13176"/>
                    <a:pt x="51858" y="10194"/>
                    <a:pt x="57257" y="10231"/>
                  </a:cubicBezTo>
                  <a:lnTo>
                    <a:pt x="141630" y="10231"/>
                  </a:lnTo>
                  <a:cubicBezTo>
                    <a:pt x="144361" y="10157"/>
                    <a:pt x="147049" y="10923"/>
                    <a:pt x="149331" y="12424"/>
                  </a:cubicBezTo>
                  <a:lnTo>
                    <a:pt x="157037" y="17282"/>
                  </a:lnTo>
                  <a:lnTo>
                    <a:pt x="157037" y="17282"/>
                  </a:lnTo>
                  <a:lnTo>
                    <a:pt x="191707" y="39122"/>
                  </a:lnTo>
                  <a:lnTo>
                    <a:pt x="191707" y="39122"/>
                  </a:lnTo>
                  <a:lnTo>
                    <a:pt x="225778" y="60599"/>
                  </a:lnTo>
                  <a:cubicBezTo>
                    <a:pt x="228167" y="62105"/>
                    <a:pt x="231325" y="61389"/>
                    <a:pt x="232831" y="59000"/>
                  </a:cubicBezTo>
                  <a:cubicBezTo>
                    <a:pt x="232899" y="58891"/>
                    <a:pt x="232964" y="58780"/>
                    <a:pt x="233024" y="58666"/>
                  </a:cubicBezTo>
                  <a:lnTo>
                    <a:pt x="250451" y="25786"/>
                  </a:lnTo>
                  <a:cubicBezTo>
                    <a:pt x="252158" y="22319"/>
                    <a:pt x="255223" y="19711"/>
                    <a:pt x="258919" y="18581"/>
                  </a:cubicBezTo>
                  <a:cubicBezTo>
                    <a:pt x="262668" y="17443"/>
                    <a:pt x="266711" y="17785"/>
                    <a:pt x="270215" y="19537"/>
                  </a:cubicBezTo>
                  <a:cubicBezTo>
                    <a:pt x="273810" y="21443"/>
                    <a:pt x="276475" y="24729"/>
                    <a:pt x="277599" y="28640"/>
                  </a:cubicBezTo>
                  <a:cubicBezTo>
                    <a:pt x="278606" y="32316"/>
                    <a:pt x="278071" y="36244"/>
                    <a:pt x="276116" y="39516"/>
                  </a:cubicBezTo>
                  <a:lnTo>
                    <a:pt x="248764" y="91710"/>
                  </a:lnTo>
                  <a:cubicBezTo>
                    <a:pt x="246891" y="95352"/>
                    <a:pt x="243535" y="98008"/>
                    <a:pt x="239559" y="98991"/>
                  </a:cubicBezTo>
                  <a:cubicBezTo>
                    <a:pt x="235531" y="100062"/>
                    <a:pt x="231238" y="99382"/>
                    <a:pt x="227737" y="97120"/>
                  </a:cubicBezTo>
                  <a:lnTo>
                    <a:pt x="182840" y="68857"/>
                  </a:lnTo>
                  <a:lnTo>
                    <a:pt x="181025" y="72324"/>
                  </a:lnTo>
                  <a:lnTo>
                    <a:pt x="178028" y="77908"/>
                  </a:lnTo>
                  <a:lnTo>
                    <a:pt x="222183" y="105700"/>
                  </a:lnTo>
                  <a:cubicBezTo>
                    <a:pt x="228118" y="109561"/>
                    <a:pt x="235415" y="110710"/>
                    <a:pt x="242249" y="108861"/>
                  </a:cubicBezTo>
                  <a:cubicBezTo>
                    <a:pt x="249002" y="107135"/>
                    <a:pt x="254684" y="102583"/>
                    <a:pt x="257840" y="96368"/>
                  </a:cubicBezTo>
                  <a:lnTo>
                    <a:pt x="285044" y="44425"/>
                  </a:lnTo>
                  <a:cubicBezTo>
                    <a:pt x="288324" y="38820"/>
                    <a:pt x="289190" y="32123"/>
                    <a:pt x="287442" y="25868"/>
                  </a:cubicBezTo>
                  <a:close/>
                </a:path>
              </a:pathLst>
            </a:custGeom>
            <a:solidFill>
              <a:srgbClr val="FFFFFF"/>
            </a:solidFill>
            <a:ln w="5060" cap="flat">
              <a:solidFill>
                <a:srgbClr val="FFFFFF"/>
              </a:solidFill>
              <a:prstDash val="solid"/>
              <a:miter/>
            </a:ln>
          </p:spPr>
          <p:txBody>
            <a:bodyPr/>
            <a:lstStyle/>
            <a:p>
              <a:endParaRPr lang="zh-CN" altLang="en-US"/>
            </a:p>
          </p:txBody>
        </p:sp>
      </p:grpSp>
      <p:graphicFrame>
        <p:nvGraphicFramePr>
          <p:cNvPr id="82" name="Tabelle 39">
            <a:extLst>
              <a:ext uri="{FF2B5EF4-FFF2-40B4-BE49-F238E27FC236}">
                <a16:creationId xmlns:a16="http://schemas.microsoft.com/office/drawing/2014/main" id="{9D74AF34-7523-0E30-EE62-001727399E7C}"/>
              </a:ext>
            </a:extLst>
          </p:cNvPr>
          <p:cNvGraphicFramePr>
            <a:graphicFrameLocks noGrp="1"/>
          </p:cNvGraphicFramePr>
          <p:nvPr/>
        </p:nvGraphicFramePr>
        <p:xfrm>
          <a:off x="9075997" y="1589427"/>
          <a:ext cx="1320662" cy="2246369"/>
        </p:xfrm>
        <a:graphic>
          <a:graphicData uri="http://schemas.openxmlformats.org/drawingml/2006/table">
            <a:tbl>
              <a:tblPr firstRow="1" bandRow="1"/>
              <a:tblGrid>
                <a:gridCol w="1320662">
                  <a:extLst>
                    <a:ext uri="{9D8B030D-6E8A-4147-A177-3AD203B41FA5}">
                      <a16:colId xmlns:a16="http://schemas.microsoft.com/office/drawing/2014/main" val="4245598997"/>
                    </a:ext>
                  </a:extLst>
                </a:gridCol>
              </a:tblGrid>
              <a:tr h="326129">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en-US" altLang="zh-CN" sz="900" b="1" i="0" u="none" strike="noStrike" kern="0" cap="none" spc="0" normalizeH="0" baseline="0" noProof="0" err="1">
                          <a:ln>
                            <a:noFill/>
                          </a:ln>
                          <a:solidFill>
                            <a:schemeClr val="bg1"/>
                          </a:solidFill>
                          <a:effectLst/>
                          <a:uLnTx/>
                          <a:uFillTx/>
                          <a:latin typeface="BISansOpti"/>
                          <a:cs typeface="Calibri"/>
                        </a:rPr>
                        <a:t>Zongertinib</a:t>
                      </a:r>
                      <a:r>
                        <a:rPr lang="en-US" altLang="zh-CN" sz="900" b="1" i="0" u="none" strike="noStrike" kern="0" cap="none" spc="0" normalizeH="0" baseline="0" noProof="0">
                          <a:ln>
                            <a:noFill/>
                          </a:ln>
                          <a:solidFill>
                            <a:schemeClr val="bg1"/>
                          </a:solidFill>
                          <a:effectLst/>
                          <a:uLnTx/>
                          <a:uFillTx/>
                          <a:latin typeface="BISansOpti"/>
                          <a:cs typeface="Calibri"/>
                        </a:rPr>
                        <a:t> </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185175">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en-US" altLang="zh-CN" sz="800">
                          <a:solidFill>
                            <a:schemeClr val="bg1"/>
                          </a:solidFill>
                        </a:rPr>
                        <a:t>2L NSCLC</a:t>
                      </a:r>
                    </a:p>
                  </a:txBody>
                  <a:tcPr>
                    <a:lnL w="12700" cmpd="sng">
                      <a:solidFill>
                        <a:sysClr val="window" lastClr="FFFFFF"/>
                      </a:solidFill>
                    </a:lnL>
                    <a:lnR w="12700" cmpd="sng">
                      <a:solidFill>
                        <a:sysClr val="window" lastClr="FFFFFF"/>
                      </a:solidFill>
                    </a:lnR>
                    <a:lnT w="381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280457632"/>
                  </a:ext>
                </a:extLst>
              </a:tr>
              <a:tr h="185175">
                <a:tc>
                  <a:txBody>
                    <a:bodyPr/>
                    <a:lstStyle/>
                    <a:p>
                      <a:pPr marL="0" algn="ctr" defTabSz="914400" rtl="0" eaLnBrk="1" latinLnBrk="0" hangingPunct="1"/>
                      <a:r>
                        <a:rPr lang="de-DE" sz="800" kern="1200">
                          <a:solidFill>
                            <a:schemeClr val="bg1"/>
                          </a:solidFill>
                          <a:latin typeface="Boehringer Forward Text"/>
                          <a:ea typeface="+mn-ea"/>
                          <a:cs typeface="+mn-cs"/>
                        </a:rPr>
                        <a:t>1L NSCLC</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130840362"/>
                  </a:ext>
                </a:extLst>
              </a:tr>
              <a:tr h="185175">
                <a:tc>
                  <a:txBody>
                    <a:bodyPr/>
                    <a:lstStyle/>
                    <a:p>
                      <a:pPr marL="0" algn="ctr" defTabSz="914400" rtl="0" eaLnBrk="1" latinLnBrk="0" hangingPunct="1"/>
                      <a:r>
                        <a:rPr lang="de-DE" sz="800" kern="1200">
                          <a:solidFill>
                            <a:schemeClr val="bg1"/>
                          </a:solidFill>
                          <a:latin typeface="+mn-lt"/>
                          <a:ea typeface="+mn-ea"/>
                          <a:cs typeface="+mn-cs"/>
                        </a:rPr>
                        <a:t>Adjuvant NSCLC </a:t>
                      </a:r>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231402577"/>
                  </a:ext>
                </a:extLst>
              </a:tr>
              <a:tr h="185175">
                <a:tc>
                  <a:txBody>
                    <a:bodyPr/>
                    <a:lstStyle/>
                    <a:p>
                      <a:pPr marL="0" algn="ctr" defTabSz="914400" rtl="0" eaLnBrk="1" latinLnBrk="0" hangingPunct="1"/>
                      <a:r>
                        <a:rPr lang="de-DE" sz="800" kern="1200">
                          <a:solidFill>
                            <a:schemeClr val="bg1"/>
                          </a:solidFill>
                          <a:latin typeface="Boehringer Forward Text"/>
                          <a:ea typeface="+mn-ea"/>
                          <a:cs typeface="+mn-cs"/>
                        </a:rPr>
                        <a:t>Pan-Tumor HER2m</a:t>
                      </a: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3904810002"/>
                  </a:ext>
                </a:extLst>
              </a:tr>
              <a:tr h="1851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altLang="zh-CN" sz="800" kern="1200">
                          <a:solidFill>
                            <a:schemeClr val="bg1"/>
                          </a:solidFill>
                          <a:latin typeface="+mn-lt"/>
                          <a:ea typeface="+mn-ea"/>
                          <a:cs typeface="+mn-cs"/>
                        </a:rPr>
                        <a:t>Pan-Tumor HER2+</a:t>
                      </a: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4113762246"/>
                  </a:ext>
                </a:extLst>
              </a:tr>
              <a:tr h="1851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altLang="zh-CN" sz="800" kern="1200">
                          <a:solidFill>
                            <a:schemeClr val="bg1"/>
                          </a:solidFill>
                          <a:latin typeface="+mn-lt"/>
                          <a:ea typeface="+mn-ea"/>
                          <a:cs typeface="+mn-cs"/>
                        </a:rPr>
                        <a:t>3L+ BC</a:t>
                      </a: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635954123"/>
                  </a:ext>
                </a:extLst>
              </a:tr>
              <a:tr h="185175">
                <a:tc>
                  <a:txBody>
                    <a:bodyPr/>
                    <a:lstStyle/>
                    <a:p>
                      <a:pPr marL="0" algn="ctr" defTabSz="914400" rtl="0" eaLnBrk="1" latinLnBrk="0" hangingPunct="1"/>
                      <a:r>
                        <a:rPr lang="de-DE" sz="800" kern="1200">
                          <a:solidFill>
                            <a:schemeClr val="bg1"/>
                          </a:solidFill>
                          <a:highlight>
                            <a:srgbClr val="00FF00"/>
                          </a:highlight>
                          <a:latin typeface="Boehringer Forward Text"/>
                          <a:ea typeface="+mn-ea"/>
                          <a:cs typeface="+mn-cs"/>
                        </a:rPr>
                        <a:t>1L CRC</a:t>
                      </a: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3674102806"/>
                  </a:ext>
                </a:extLst>
              </a:tr>
              <a:tr h="1851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altLang="zh-CN" sz="800" kern="1200">
                          <a:solidFill>
                            <a:schemeClr val="bg1"/>
                          </a:solidFill>
                          <a:latin typeface="+mn-lt"/>
                          <a:ea typeface="+mn-ea"/>
                          <a:cs typeface="+mn-cs"/>
                        </a:rPr>
                        <a:t>2L  BC</a:t>
                      </a: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526646047"/>
                  </a:ext>
                </a:extLst>
              </a:tr>
              <a:tr h="1851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0" kern="1200">
                          <a:solidFill>
                            <a:schemeClr val="bg1"/>
                          </a:solidFill>
                          <a:latin typeface="Boehringer Forward Text"/>
                          <a:ea typeface="+mn-ea"/>
                          <a:cs typeface="+mn-cs"/>
                        </a:rPr>
                        <a:t>2L GC</a:t>
                      </a: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056251412"/>
                  </a:ext>
                </a:extLst>
              </a:tr>
            </a:tbl>
          </a:graphicData>
        </a:graphic>
      </p:graphicFrame>
      <p:graphicFrame>
        <p:nvGraphicFramePr>
          <p:cNvPr id="84" name="Tabelle 41">
            <a:extLst>
              <a:ext uri="{FF2B5EF4-FFF2-40B4-BE49-F238E27FC236}">
                <a16:creationId xmlns:a16="http://schemas.microsoft.com/office/drawing/2014/main" id="{BA87FD8A-4062-327B-C397-EF8CE328E451}"/>
              </a:ext>
            </a:extLst>
          </p:cNvPr>
          <p:cNvGraphicFramePr>
            <a:graphicFrameLocks noGrp="1"/>
          </p:cNvGraphicFramePr>
          <p:nvPr/>
        </p:nvGraphicFramePr>
        <p:xfrm>
          <a:off x="6111721" y="2861405"/>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CD137/FAP</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bg1"/>
                          </a:solidFill>
                        </a:rPr>
                        <a:t>HNSCC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194513473"/>
                  </a:ext>
                </a:extLst>
              </a:tr>
            </a:tbl>
          </a:graphicData>
        </a:graphic>
      </p:graphicFrame>
      <p:graphicFrame>
        <p:nvGraphicFramePr>
          <p:cNvPr id="7" name="Tabelle 13">
            <a:extLst>
              <a:ext uri="{FF2B5EF4-FFF2-40B4-BE49-F238E27FC236}">
                <a16:creationId xmlns:a16="http://schemas.microsoft.com/office/drawing/2014/main" id="{D7456E80-A0DF-22AF-04AD-C05483333AEE}"/>
              </a:ext>
            </a:extLst>
          </p:cNvPr>
          <p:cNvGraphicFramePr>
            <a:graphicFrameLocks noGrp="1"/>
          </p:cNvGraphicFramePr>
          <p:nvPr/>
        </p:nvGraphicFramePr>
        <p:xfrm>
          <a:off x="9075997" y="3963576"/>
          <a:ext cx="1320662" cy="868680"/>
        </p:xfrm>
        <a:graphic>
          <a:graphicData uri="http://schemas.openxmlformats.org/drawingml/2006/table">
            <a:tbl>
              <a:tblPr firstRow="1" bandRow="1"/>
              <a:tblGrid>
                <a:gridCol w="1320662">
                  <a:extLst>
                    <a:ext uri="{9D8B030D-6E8A-4147-A177-3AD203B41FA5}">
                      <a16:colId xmlns:a16="http://schemas.microsoft.com/office/drawing/2014/main" val="4245598997"/>
                    </a:ext>
                  </a:extLst>
                </a:gridCol>
              </a:tblGrid>
              <a:tr h="158174">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spcBef>
                          <a:spcPts val="0"/>
                        </a:spcBef>
                        <a:spcAft>
                          <a:spcPts val="0"/>
                        </a:spcAft>
                        <a:buClrTx/>
                        <a:buSzTx/>
                        <a:buFontTx/>
                        <a:buNone/>
                        <a:tabLst/>
                        <a:defRPr/>
                      </a:pPr>
                      <a:r>
                        <a:rPr lang="de-DE" altLang="zh-CN" sz="900" b="1" i="0" u="none" strike="noStrike" kern="0" cap="none" spc="0" normalizeH="0" baseline="0">
                          <a:ln>
                            <a:noFill/>
                          </a:ln>
                          <a:solidFill>
                            <a:schemeClr val="bg1"/>
                          </a:solidFill>
                          <a:effectLst/>
                          <a:uLnTx/>
                          <a:uFillTx/>
                          <a:latin typeface="BISansOpti"/>
                          <a:ea typeface="+mn-ea"/>
                          <a:cs typeface="Calibri"/>
                        </a:rPr>
                        <a:t>Obrixtamig</a:t>
                      </a:r>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1581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0" kern="1200">
                          <a:solidFill>
                            <a:schemeClr val="bg1"/>
                          </a:solidFill>
                          <a:latin typeface="Boehringer Forward Text"/>
                          <a:ea typeface="+mn-ea"/>
                          <a:cs typeface="+mn-cs"/>
                        </a:rPr>
                        <a:t>2L epNEC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194513473"/>
                  </a:ext>
                </a:extLst>
              </a:tr>
              <a:tr h="1581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0" kern="1200">
                          <a:solidFill>
                            <a:schemeClr val="bg1"/>
                          </a:solidFill>
                          <a:latin typeface="Boehringer Forward Text"/>
                          <a:ea typeface="+mn-ea"/>
                          <a:cs typeface="+mn-cs"/>
                        </a:rPr>
                        <a:t>1L epNEC</a:t>
                      </a: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33890377"/>
                  </a:ext>
                </a:extLst>
              </a:tr>
              <a:tr h="1581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0" kern="1200">
                          <a:solidFill>
                            <a:schemeClr val="bg1"/>
                          </a:solidFill>
                          <a:latin typeface="Boehringer Forward Text"/>
                          <a:ea typeface="+mn-ea"/>
                          <a:cs typeface="+mn-cs"/>
                        </a:rPr>
                        <a:t>1L SCLC</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921035694"/>
                  </a:ext>
                </a:extLst>
              </a:tr>
            </a:tbl>
          </a:graphicData>
        </a:graphic>
      </p:graphicFrame>
      <p:sp>
        <p:nvSpPr>
          <p:cNvPr id="21" name="Rectangle: Rounded Corners 62">
            <a:extLst>
              <a:ext uri="{FF2B5EF4-FFF2-40B4-BE49-F238E27FC236}">
                <a16:creationId xmlns:a16="http://schemas.microsoft.com/office/drawing/2014/main" id="{CDC2021B-D4CD-4305-891C-5E7312DB5969}"/>
              </a:ext>
            </a:extLst>
          </p:cNvPr>
          <p:cNvSpPr/>
          <p:nvPr/>
        </p:nvSpPr>
        <p:spPr>
          <a:xfrm>
            <a:off x="870576" y="1885615"/>
            <a:ext cx="1143812" cy="227335"/>
          </a:xfrm>
          <a:prstGeom prst="rect">
            <a:avLst/>
          </a:prstGeom>
          <a:solidFill>
            <a:srgbClr val="F5F5FC"/>
          </a:solidFill>
          <a:ln w="38100"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914241">
              <a:spcBef>
                <a:spcPts val="300"/>
              </a:spcBef>
              <a:spcAft>
                <a:spcPts val="300"/>
              </a:spcAft>
              <a:defRPr/>
            </a:pPr>
            <a:r>
              <a:rPr lang="en-US" altLang="zh-CN" sz="900" b="1" kern="0">
                <a:latin typeface="BISansOpti"/>
                <a:cs typeface="Calibri" panose="020F0502020204030204" pitchFamily="34" charset="0"/>
              </a:rPr>
              <a:t>Next wave</a:t>
            </a:r>
            <a:endParaRPr lang="en-US" sz="800">
              <a:latin typeface="Boehringer Forward Text"/>
            </a:endParaRPr>
          </a:p>
        </p:txBody>
      </p:sp>
      <p:sp>
        <p:nvSpPr>
          <p:cNvPr id="22" name="Rectangle: Rounded Corners 62">
            <a:extLst>
              <a:ext uri="{FF2B5EF4-FFF2-40B4-BE49-F238E27FC236}">
                <a16:creationId xmlns:a16="http://schemas.microsoft.com/office/drawing/2014/main" id="{56FBF1C2-2B61-496D-2535-3E6EBCBF0B3D}"/>
              </a:ext>
            </a:extLst>
          </p:cNvPr>
          <p:cNvSpPr/>
          <p:nvPr/>
        </p:nvSpPr>
        <p:spPr>
          <a:xfrm>
            <a:off x="835595" y="1308587"/>
            <a:ext cx="1162409" cy="241000"/>
          </a:xfrm>
          <a:prstGeom prst="rect">
            <a:avLst/>
          </a:prstGeom>
          <a:solidFill>
            <a:srgbClr val="928BDE"/>
          </a:solidFill>
          <a:ln w="12700"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eaLnBrk="1" fontAlgn="auto" latinLnBrk="0" hangingPunct="1">
              <a:lnSpc>
                <a:spcPct val="100000"/>
              </a:lnSpc>
              <a:spcBef>
                <a:spcPts val="300"/>
              </a:spcBef>
              <a:spcAft>
                <a:spcPts val="300"/>
              </a:spcAft>
              <a:buClrTx/>
              <a:buSzTx/>
              <a:buFontTx/>
              <a:buNone/>
              <a:tabLst/>
              <a:defRPr/>
            </a:pPr>
            <a:r>
              <a:rPr kumimoji="0" lang="en-US" altLang="zh-CN" sz="900" b="1" i="0" u="none" strike="noStrike" kern="0" cap="none" spc="0" normalizeH="0" baseline="0" noProof="0">
                <a:ln>
                  <a:noFill/>
                </a:ln>
                <a:solidFill>
                  <a:schemeClr val="bg1"/>
                </a:solidFill>
                <a:effectLst/>
                <a:uLnTx/>
                <a:uFillTx/>
                <a:latin typeface="BISansOpti"/>
                <a:cs typeface="Calibri" panose="020F0502020204030204" pitchFamily="34" charset="0"/>
              </a:rPr>
              <a:t>Ongoing/under planning</a:t>
            </a:r>
            <a:endParaRPr kumimoji="0" lang="de-DE" sz="900" b="1" i="0" u="none" strike="noStrike" kern="0" cap="none" spc="0" normalizeH="0" baseline="0" noProof="0">
              <a:ln>
                <a:noFill/>
              </a:ln>
              <a:solidFill>
                <a:schemeClr val="bg1"/>
              </a:solidFill>
              <a:effectLst/>
              <a:uLnTx/>
              <a:uFillTx/>
              <a:latin typeface="BISansOpti"/>
              <a:cs typeface="Calibri" panose="020F0502020204030204" pitchFamily="34" charset="0"/>
            </a:endParaRPr>
          </a:p>
        </p:txBody>
      </p:sp>
      <p:sp>
        <p:nvSpPr>
          <p:cNvPr id="24" name="矩形: 圆角 93">
            <a:extLst>
              <a:ext uri="{FF2B5EF4-FFF2-40B4-BE49-F238E27FC236}">
                <a16:creationId xmlns:a16="http://schemas.microsoft.com/office/drawing/2014/main" id="{5B5BA1E7-7DFD-0606-CDCC-B8C68DC69321}"/>
              </a:ext>
            </a:extLst>
          </p:cNvPr>
          <p:cNvSpPr/>
          <p:nvPr/>
        </p:nvSpPr>
        <p:spPr>
          <a:xfrm>
            <a:off x="1223483" y="4998551"/>
            <a:ext cx="9418320" cy="27432"/>
          </a:xfrm>
          <a:prstGeom prst="roundRect">
            <a:avLst>
              <a:gd name="adj" fmla="val 0"/>
            </a:avLst>
          </a:prstGeom>
          <a:solidFill>
            <a:schemeClr val="accent3"/>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Oval 10">
            <a:extLst>
              <a:ext uri="{FF2B5EF4-FFF2-40B4-BE49-F238E27FC236}">
                <a16:creationId xmlns:a16="http://schemas.microsoft.com/office/drawing/2014/main" id="{2B62EA1A-6325-16EF-D850-13EB74437668}"/>
              </a:ext>
            </a:extLst>
          </p:cNvPr>
          <p:cNvSpPr>
            <a:spLocks noChangeAspect="1"/>
          </p:cNvSpPr>
          <p:nvPr/>
        </p:nvSpPr>
        <p:spPr>
          <a:xfrm>
            <a:off x="9494153" y="5106162"/>
            <a:ext cx="637172" cy="628691"/>
          </a:xfrm>
          <a:prstGeom prst="ellipse">
            <a:avLst/>
          </a:prstGeom>
          <a:solidFill>
            <a:srgbClr val="5D4495"/>
          </a:solidFill>
          <a:ln w="38100" cap="flat" cmpd="sng" algn="ctr">
            <a:solidFill>
              <a:sysClr val="window" lastClr="FFFFFF"/>
            </a:solidFill>
            <a:prstDash val="solid"/>
            <a:miter lim="800000"/>
          </a:ln>
          <a:effectLst>
            <a:outerShdw blurRad="63500" sx="102000" sy="102000" algn="ctr" rotWithShape="0">
              <a:prstClr val="black">
                <a:alpha val="10000"/>
              </a:prstClr>
            </a:outerShdw>
          </a:effectLst>
        </p:spPr>
        <p:txBody>
          <a:bodyPr lIns="72000" tIns="72000" rIns="72000" bIns="72000" rtlCol="0" anchor="ctr"/>
          <a:lstStyle/>
          <a:p>
            <a:pPr marL="0" marR="0" lvl="0" indent="0" algn="ctr" defTabSz="914332"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ysClr val="windowText" lastClr="000000"/>
              </a:solidFill>
              <a:effectLst/>
              <a:uLnTx/>
              <a:uFillTx/>
              <a:latin typeface="BISansOpti"/>
              <a:ea typeface="+mn-ea"/>
              <a:cs typeface="+mn-cs"/>
            </a:endParaRPr>
          </a:p>
          <a:p>
            <a:pPr marL="0" marR="0" lvl="0" indent="0" algn="ctr" defTabSz="914332"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ysClr val="windowText" lastClr="000000"/>
              </a:solidFill>
              <a:effectLst/>
              <a:uLnTx/>
              <a:uFillTx/>
              <a:latin typeface="BISansOpti"/>
              <a:ea typeface="+mn-ea"/>
              <a:cs typeface="+mn-cs"/>
            </a:endParaRPr>
          </a:p>
          <a:p>
            <a:pPr marL="0" marR="0" lvl="0" indent="0" algn="ctr" defTabSz="914332"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ysClr val="windowText" lastClr="000000"/>
              </a:solidFill>
              <a:effectLst/>
              <a:uLnTx/>
              <a:uFillTx/>
              <a:latin typeface="BISansOpti"/>
              <a:ea typeface="+mn-ea"/>
              <a:cs typeface="+mn-cs"/>
            </a:endParaRPr>
          </a:p>
          <a:p>
            <a:pPr marL="0" marR="0" lvl="0" indent="0" algn="ctr" defTabSz="914332" eaLnBrk="1" fontAlgn="auto" latinLnBrk="0" hangingPunct="1">
              <a:lnSpc>
                <a:spcPct val="100000"/>
              </a:lnSpc>
              <a:spcBef>
                <a:spcPts val="0"/>
              </a:spcBef>
              <a:spcAft>
                <a:spcPts val="0"/>
              </a:spcAft>
              <a:buClrTx/>
              <a:buSzTx/>
              <a:buFontTx/>
              <a:buNone/>
              <a:tabLst/>
              <a:defRPr/>
            </a:pPr>
            <a:endParaRPr kumimoji="0" lang="en-US" sz="1333" b="0" i="0" u="none" strike="noStrike" kern="0" cap="none" spc="0" normalizeH="0" baseline="0" noProof="0">
              <a:ln>
                <a:noFill/>
              </a:ln>
              <a:solidFill>
                <a:sysClr val="windowText" lastClr="000000"/>
              </a:solidFill>
              <a:effectLst/>
              <a:uLnTx/>
              <a:uFillTx/>
              <a:latin typeface="Arial" panose="020B0604020202020204" pitchFamily="34" charset="0"/>
              <a:ea typeface="+mn-ea"/>
              <a:cs typeface="+mn-cs"/>
              <a:sym typeface="Helvetica Neue Medium"/>
            </a:endParaRPr>
          </a:p>
        </p:txBody>
      </p:sp>
      <p:sp>
        <p:nvSpPr>
          <p:cNvPr id="70" name="TextBox 112">
            <a:extLst>
              <a:ext uri="{FF2B5EF4-FFF2-40B4-BE49-F238E27FC236}">
                <a16:creationId xmlns:a16="http://schemas.microsoft.com/office/drawing/2014/main" id="{3FA92F51-11A0-99D8-F027-2D66CC520EC8}"/>
              </a:ext>
            </a:extLst>
          </p:cNvPr>
          <p:cNvSpPr txBox="1"/>
          <p:nvPr/>
        </p:nvSpPr>
        <p:spPr>
          <a:xfrm>
            <a:off x="9448641" y="5507075"/>
            <a:ext cx="728196" cy="123111"/>
          </a:xfrm>
          <a:prstGeom prst="rect">
            <a:avLst/>
          </a:prstGeom>
          <a:noFill/>
          <a:ln>
            <a:noFill/>
          </a:ln>
        </p:spPr>
        <p:txBody>
          <a:bodyPr wrap="square" lIns="0" tIns="0" rIns="0" bIns="0" rtlCol="0">
            <a:spAutoFit/>
          </a:bodyPr>
          <a:lstStyle/>
          <a:p>
            <a:pPr algn="ctr" defTabSz="1219050">
              <a:spcBef>
                <a:spcPts val="600"/>
              </a:spcBef>
              <a:defRPr/>
            </a:pPr>
            <a:r>
              <a:rPr lang="en-US" sz="800" b="1">
                <a:solidFill>
                  <a:srgbClr val="FFFFFF"/>
                </a:solidFill>
                <a:latin typeface="BISansOpti"/>
              </a:rPr>
              <a:t>Post PoC</a:t>
            </a:r>
          </a:p>
        </p:txBody>
      </p:sp>
      <p:sp>
        <p:nvSpPr>
          <p:cNvPr id="26" name="Graphic 220" descr="Airplane outline">
            <a:extLst>
              <a:ext uri="{FF2B5EF4-FFF2-40B4-BE49-F238E27FC236}">
                <a16:creationId xmlns:a16="http://schemas.microsoft.com/office/drawing/2014/main" id="{31E7191B-E1DD-AF2C-A041-58AFF042ABF2}"/>
              </a:ext>
            </a:extLst>
          </p:cNvPr>
          <p:cNvSpPr/>
          <p:nvPr/>
        </p:nvSpPr>
        <p:spPr>
          <a:xfrm>
            <a:off x="9694961" y="5150113"/>
            <a:ext cx="235556" cy="254869"/>
          </a:xfrm>
          <a:custGeom>
            <a:avLst/>
            <a:gdLst>
              <a:gd name="csX0" fmla="*/ 338044 w 338044"/>
              <a:gd name="csY0" fmla="*/ 288332 h 397699"/>
              <a:gd name="csX1" fmla="*/ 338044 w 338044"/>
              <a:gd name="csY1" fmla="*/ 243591 h 397699"/>
              <a:gd name="csX2" fmla="*/ 193878 w 338044"/>
              <a:gd name="csY2" fmla="*/ 141680 h 397699"/>
              <a:gd name="csX3" fmla="*/ 193878 w 338044"/>
              <a:gd name="csY3" fmla="*/ 44741 h 397699"/>
              <a:gd name="csX4" fmla="*/ 169022 w 338044"/>
              <a:gd name="csY4" fmla="*/ 0 h 397699"/>
              <a:gd name="csX5" fmla="*/ 144166 w 338044"/>
              <a:gd name="csY5" fmla="*/ 44741 h 397699"/>
              <a:gd name="csX6" fmla="*/ 144166 w 338044"/>
              <a:gd name="csY6" fmla="*/ 141680 h 397699"/>
              <a:gd name="csX7" fmla="*/ 0 w 338044"/>
              <a:gd name="csY7" fmla="*/ 243591 h 397699"/>
              <a:gd name="csX8" fmla="*/ 0 w 338044"/>
              <a:gd name="csY8" fmla="*/ 288332 h 397699"/>
              <a:gd name="csX9" fmla="*/ 144166 w 338044"/>
              <a:gd name="csY9" fmla="*/ 216249 h 397699"/>
              <a:gd name="csX10" fmla="*/ 144166 w 338044"/>
              <a:gd name="csY10" fmla="*/ 324622 h 397699"/>
              <a:gd name="csX11" fmla="*/ 94454 w 338044"/>
              <a:gd name="csY11" fmla="*/ 367872 h 397699"/>
              <a:gd name="csX12" fmla="*/ 94454 w 338044"/>
              <a:gd name="csY12" fmla="*/ 397699 h 397699"/>
              <a:gd name="csX13" fmla="*/ 169022 w 338044"/>
              <a:gd name="csY13" fmla="*/ 367872 h 397699"/>
              <a:gd name="csX14" fmla="*/ 243591 w 338044"/>
              <a:gd name="csY14" fmla="*/ 397699 h 397699"/>
              <a:gd name="csX15" fmla="*/ 243591 w 338044"/>
              <a:gd name="csY15" fmla="*/ 367872 h 397699"/>
              <a:gd name="csX16" fmla="*/ 193878 w 338044"/>
              <a:gd name="csY16" fmla="*/ 324622 h 397699"/>
              <a:gd name="csX17" fmla="*/ 193878 w 338044"/>
              <a:gd name="csY17" fmla="*/ 216249 h 397699"/>
              <a:gd name="csX18" fmla="*/ 187351 w 338044"/>
              <a:gd name="csY18" fmla="*/ 332124 h 397699"/>
              <a:gd name="csX19" fmla="*/ 233648 w 338044"/>
              <a:gd name="csY19" fmla="*/ 372391 h 397699"/>
              <a:gd name="csX20" fmla="*/ 233648 w 338044"/>
              <a:gd name="csY20" fmla="*/ 383004 h 397699"/>
              <a:gd name="csX21" fmla="*/ 172716 w 338044"/>
              <a:gd name="csY21" fmla="*/ 358645 h 397699"/>
              <a:gd name="csX22" fmla="*/ 169022 w 338044"/>
              <a:gd name="csY22" fmla="*/ 357154 h 397699"/>
              <a:gd name="csX23" fmla="*/ 165329 w 338044"/>
              <a:gd name="csY23" fmla="*/ 358645 h 397699"/>
              <a:gd name="csX24" fmla="*/ 104396 w 338044"/>
              <a:gd name="csY24" fmla="*/ 383004 h 397699"/>
              <a:gd name="csX25" fmla="*/ 104396 w 338044"/>
              <a:gd name="csY25" fmla="*/ 372401 h 397699"/>
              <a:gd name="csX26" fmla="*/ 150693 w 338044"/>
              <a:gd name="csY26" fmla="*/ 332133 h 397699"/>
              <a:gd name="csX27" fmla="*/ 154108 w 338044"/>
              <a:gd name="csY27" fmla="*/ 329151 h 397699"/>
              <a:gd name="csX28" fmla="*/ 154108 w 338044"/>
              <a:gd name="csY28" fmla="*/ 200162 h 397699"/>
              <a:gd name="csX29" fmla="*/ 139692 w 338044"/>
              <a:gd name="csY29" fmla="*/ 207355 h 397699"/>
              <a:gd name="csX30" fmla="*/ 9942 w 338044"/>
              <a:gd name="csY30" fmla="*/ 272245 h 397699"/>
              <a:gd name="csX31" fmla="*/ 9942 w 338044"/>
              <a:gd name="csY31" fmla="*/ 248736 h 397699"/>
              <a:gd name="csX32" fmla="*/ 149903 w 338044"/>
              <a:gd name="csY32" fmla="*/ 149808 h 397699"/>
              <a:gd name="csX33" fmla="*/ 154108 w 338044"/>
              <a:gd name="csY33" fmla="*/ 146826 h 397699"/>
              <a:gd name="csX34" fmla="*/ 154108 w 338044"/>
              <a:gd name="csY34" fmla="*/ 44741 h 397699"/>
              <a:gd name="csX35" fmla="*/ 169022 w 338044"/>
              <a:gd name="csY35" fmla="*/ 9942 h 397699"/>
              <a:gd name="csX36" fmla="*/ 183936 w 338044"/>
              <a:gd name="csY36" fmla="*/ 44741 h 397699"/>
              <a:gd name="csX37" fmla="*/ 183936 w 338044"/>
              <a:gd name="csY37" fmla="*/ 146826 h 397699"/>
              <a:gd name="csX38" fmla="*/ 188137 w 338044"/>
              <a:gd name="csY38" fmla="*/ 149808 h 397699"/>
              <a:gd name="csX39" fmla="*/ 328102 w 338044"/>
              <a:gd name="csY39" fmla="*/ 248736 h 397699"/>
              <a:gd name="csX40" fmla="*/ 328102 w 338044"/>
              <a:gd name="csY40" fmla="*/ 272245 h 397699"/>
              <a:gd name="csX41" fmla="*/ 198328 w 338044"/>
              <a:gd name="csY41" fmla="*/ 207355 h 397699"/>
              <a:gd name="csX42" fmla="*/ 183941 w 338044"/>
              <a:gd name="csY42" fmla="*/ 200162 h 397699"/>
              <a:gd name="csX43" fmla="*/ 183941 w 338044"/>
              <a:gd name="csY43" fmla="*/ 329151 h 3976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338044" h="397699">
                <a:moveTo>
                  <a:pt x="338044" y="288332"/>
                </a:moveTo>
                <a:lnTo>
                  <a:pt x="338044" y="243591"/>
                </a:lnTo>
                <a:lnTo>
                  <a:pt x="193878" y="141680"/>
                </a:lnTo>
                <a:lnTo>
                  <a:pt x="193878" y="44741"/>
                </a:lnTo>
                <a:cubicBezTo>
                  <a:pt x="193878" y="25353"/>
                  <a:pt x="183936" y="0"/>
                  <a:pt x="169022" y="0"/>
                </a:cubicBezTo>
                <a:cubicBezTo>
                  <a:pt x="154606" y="0"/>
                  <a:pt x="144166" y="25353"/>
                  <a:pt x="144166" y="44741"/>
                </a:cubicBezTo>
                <a:lnTo>
                  <a:pt x="144166" y="141680"/>
                </a:lnTo>
                <a:lnTo>
                  <a:pt x="0" y="243591"/>
                </a:lnTo>
                <a:lnTo>
                  <a:pt x="0" y="288332"/>
                </a:lnTo>
                <a:lnTo>
                  <a:pt x="144166" y="216249"/>
                </a:lnTo>
                <a:lnTo>
                  <a:pt x="144166" y="324622"/>
                </a:lnTo>
                <a:lnTo>
                  <a:pt x="94454" y="367872"/>
                </a:lnTo>
                <a:lnTo>
                  <a:pt x="94454" y="397699"/>
                </a:lnTo>
                <a:lnTo>
                  <a:pt x="169022" y="367872"/>
                </a:lnTo>
                <a:lnTo>
                  <a:pt x="243591" y="397699"/>
                </a:lnTo>
                <a:lnTo>
                  <a:pt x="243591" y="367872"/>
                </a:lnTo>
                <a:lnTo>
                  <a:pt x="193878" y="324622"/>
                </a:lnTo>
                <a:lnTo>
                  <a:pt x="193878" y="216249"/>
                </a:lnTo>
                <a:close/>
                <a:moveTo>
                  <a:pt x="187351" y="332124"/>
                </a:moveTo>
                <a:lnTo>
                  <a:pt x="233648" y="372391"/>
                </a:lnTo>
                <a:lnTo>
                  <a:pt x="233648" y="383004"/>
                </a:lnTo>
                <a:lnTo>
                  <a:pt x="172716" y="358645"/>
                </a:lnTo>
                <a:lnTo>
                  <a:pt x="169022" y="357154"/>
                </a:lnTo>
                <a:lnTo>
                  <a:pt x="165329" y="358645"/>
                </a:lnTo>
                <a:lnTo>
                  <a:pt x="104396" y="383004"/>
                </a:lnTo>
                <a:lnTo>
                  <a:pt x="104396" y="372401"/>
                </a:lnTo>
                <a:lnTo>
                  <a:pt x="150693" y="332133"/>
                </a:lnTo>
                <a:lnTo>
                  <a:pt x="154108" y="329151"/>
                </a:lnTo>
                <a:lnTo>
                  <a:pt x="154108" y="200162"/>
                </a:lnTo>
                <a:lnTo>
                  <a:pt x="139692" y="207355"/>
                </a:lnTo>
                <a:lnTo>
                  <a:pt x="9942" y="272245"/>
                </a:lnTo>
                <a:lnTo>
                  <a:pt x="9942" y="248736"/>
                </a:lnTo>
                <a:lnTo>
                  <a:pt x="149903" y="149808"/>
                </a:lnTo>
                <a:lnTo>
                  <a:pt x="154108" y="146826"/>
                </a:lnTo>
                <a:lnTo>
                  <a:pt x="154108" y="44741"/>
                </a:lnTo>
                <a:cubicBezTo>
                  <a:pt x="154108" y="27138"/>
                  <a:pt x="163554" y="9942"/>
                  <a:pt x="169022" y="9942"/>
                </a:cubicBezTo>
                <a:cubicBezTo>
                  <a:pt x="175256" y="9942"/>
                  <a:pt x="183936" y="27476"/>
                  <a:pt x="183936" y="44741"/>
                </a:cubicBezTo>
                <a:lnTo>
                  <a:pt x="183936" y="146826"/>
                </a:lnTo>
                <a:lnTo>
                  <a:pt x="188137" y="149808"/>
                </a:lnTo>
                <a:lnTo>
                  <a:pt x="328102" y="248736"/>
                </a:lnTo>
                <a:lnTo>
                  <a:pt x="328102" y="272245"/>
                </a:lnTo>
                <a:lnTo>
                  <a:pt x="198328" y="207355"/>
                </a:lnTo>
                <a:lnTo>
                  <a:pt x="183941" y="200162"/>
                </a:lnTo>
                <a:lnTo>
                  <a:pt x="183941" y="329151"/>
                </a:lnTo>
                <a:close/>
              </a:path>
            </a:pathLst>
          </a:custGeom>
          <a:solidFill>
            <a:srgbClr val="FFFFFF"/>
          </a:solidFill>
          <a:ln w="4961" cap="flat">
            <a:solidFill>
              <a:srgbClr val="FFFFFF"/>
            </a:solidFill>
            <a:prstDash val="solid"/>
            <a:miter/>
          </a:ln>
        </p:spPr>
        <p:txBody>
          <a:bodyPr/>
          <a:lstStyle/>
          <a:p>
            <a:endParaRPr lang="zh-CN" altLang="en-US"/>
          </a:p>
        </p:txBody>
      </p:sp>
      <p:sp>
        <p:nvSpPr>
          <p:cNvPr id="36" name="Rectangle: Rounded Corners 62">
            <a:extLst>
              <a:ext uri="{FF2B5EF4-FFF2-40B4-BE49-F238E27FC236}">
                <a16:creationId xmlns:a16="http://schemas.microsoft.com/office/drawing/2014/main" id="{DE9B47C7-E61A-2C0B-1F24-19D9D54233CB}"/>
              </a:ext>
            </a:extLst>
          </p:cNvPr>
          <p:cNvSpPr/>
          <p:nvPr/>
        </p:nvSpPr>
        <p:spPr>
          <a:xfrm>
            <a:off x="880968" y="1603933"/>
            <a:ext cx="1143812" cy="227335"/>
          </a:xfrm>
          <a:prstGeom prst="rect">
            <a:avLst/>
          </a:prstGeom>
          <a:solidFill>
            <a:srgbClr val="F5F5FC"/>
          </a:solidFill>
          <a:ln w="12700" cap="sq" cmpd="sng" algn="ctr">
            <a:solidFill>
              <a:srgbClr val="E18600"/>
            </a:solidFill>
            <a:prstDash val="dashDot"/>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914241">
              <a:spcBef>
                <a:spcPts val="300"/>
              </a:spcBef>
              <a:spcAft>
                <a:spcPts val="300"/>
              </a:spcAft>
              <a:defRPr/>
            </a:pPr>
            <a:r>
              <a:rPr lang="en-US" altLang="zh-CN" sz="900" b="1" kern="0">
                <a:latin typeface="BISansOpti"/>
                <a:cs typeface="Calibri" panose="020F0502020204030204" pitchFamily="34" charset="0"/>
              </a:rPr>
              <a:t>Under evaluation</a:t>
            </a:r>
            <a:endParaRPr lang="en-US" sz="800">
              <a:latin typeface="Boehringer Forward Text"/>
            </a:endParaRPr>
          </a:p>
        </p:txBody>
      </p:sp>
      <p:sp>
        <p:nvSpPr>
          <p:cNvPr id="2" name="Rectangle: Rounded Corners 62">
            <a:extLst>
              <a:ext uri="{FF2B5EF4-FFF2-40B4-BE49-F238E27FC236}">
                <a16:creationId xmlns:a16="http://schemas.microsoft.com/office/drawing/2014/main" id="{2F6DB52B-61C7-1A27-4C2C-4A8E0C6F74A7}"/>
              </a:ext>
            </a:extLst>
          </p:cNvPr>
          <p:cNvSpPr/>
          <p:nvPr/>
        </p:nvSpPr>
        <p:spPr>
          <a:xfrm>
            <a:off x="1433279" y="4576085"/>
            <a:ext cx="1336383" cy="213848"/>
          </a:xfrm>
          <a:prstGeom prst="rect">
            <a:avLst/>
          </a:prstGeom>
          <a:solidFill>
            <a:sysClr val="window" lastClr="FFFFFF">
              <a:lumMod val="75000"/>
            </a:sysClr>
          </a:solidFill>
          <a:ln w="38100" cap="sq" cmpd="sng" algn="ctr">
            <a:solidFill>
              <a:sysClr val="window" lastClr="FFFFFF">
                <a:lumMod val="75000"/>
              </a:sysClr>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eaLnBrk="1" fontAlgn="auto" latinLnBrk="0" hangingPunct="1">
              <a:lnSpc>
                <a:spcPct val="100000"/>
              </a:lnSpc>
              <a:spcBef>
                <a:spcPts val="300"/>
              </a:spcBef>
              <a:spcAft>
                <a:spcPts val="300"/>
              </a:spcAft>
              <a:buClrTx/>
              <a:buSzTx/>
              <a:buFontTx/>
              <a:buNone/>
              <a:tabLst/>
              <a:defRPr/>
            </a:pPr>
            <a:r>
              <a:rPr kumimoji="0" lang="en-US" altLang="zh-CN" sz="900" b="1" i="0" u="none" strike="noStrike" kern="0" cap="none" spc="0" normalizeH="0" baseline="0" noProof="0">
                <a:ln>
                  <a:noFill/>
                </a:ln>
                <a:solidFill>
                  <a:srgbClr val="FFFFFF"/>
                </a:solidFill>
                <a:effectLst/>
                <a:uLnTx/>
                <a:uFillTx/>
                <a:latin typeface="BISansOpti"/>
                <a:cs typeface="Calibri" panose="020F0502020204030204" pitchFamily="34" charset="0"/>
              </a:rPr>
              <a:t>KISIMA-02</a:t>
            </a:r>
            <a:endParaRPr kumimoji="0" lang="de-DE" sz="900" b="1" i="0" u="none" strike="noStrike" kern="0" cap="none" spc="0" normalizeH="0" baseline="0" noProof="0">
              <a:ln>
                <a:noFill/>
              </a:ln>
              <a:solidFill>
                <a:srgbClr val="FFFFFF"/>
              </a:solidFill>
              <a:effectLst/>
              <a:uLnTx/>
              <a:uFillTx/>
              <a:latin typeface="BISansOpti"/>
              <a:cs typeface="Calibri" panose="020F0502020204030204" pitchFamily="34" charset="0"/>
            </a:endParaRPr>
          </a:p>
        </p:txBody>
      </p:sp>
      <p:grpSp>
        <p:nvGrpSpPr>
          <p:cNvPr id="13" name="Group 12">
            <a:extLst>
              <a:ext uri="{FF2B5EF4-FFF2-40B4-BE49-F238E27FC236}">
                <a16:creationId xmlns:a16="http://schemas.microsoft.com/office/drawing/2014/main" id="{66F54DF4-A6C2-C24F-8080-6ABBAF290E70}"/>
              </a:ext>
            </a:extLst>
          </p:cNvPr>
          <p:cNvGrpSpPr/>
          <p:nvPr/>
        </p:nvGrpSpPr>
        <p:grpSpPr>
          <a:xfrm>
            <a:off x="4118240" y="5193932"/>
            <a:ext cx="747800" cy="637171"/>
            <a:chOff x="4269491" y="5193932"/>
            <a:chExt cx="747800" cy="637171"/>
          </a:xfrm>
        </p:grpSpPr>
        <p:sp>
          <p:nvSpPr>
            <p:cNvPr id="54" name="TextBox 89">
              <a:extLst>
                <a:ext uri="{FF2B5EF4-FFF2-40B4-BE49-F238E27FC236}">
                  <a16:creationId xmlns:a16="http://schemas.microsoft.com/office/drawing/2014/main" id="{0ED33F0C-A52C-D12B-B925-0D6D50551D33}"/>
                </a:ext>
              </a:extLst>
            </p:cNvPr>
            <p:cNvSpPr txBox="1"/>
            <p:nvPr/>
          </p:nvSpPr>
          <p:spPr>
            <a:xfrm>
              <a:off x="4289095" y="5613235"/>
              <a:ext cx="728196" cy="128678"/>
            </a:xfrm>
            <a:prstGeom prst="rect">
              <a:avLst/>
            </a:prstGeom>
            <a:noFill/>
            <a:ln>
              <a:noFill/>
            </a:ln>
          </p:spPr>
          <p:txBody>
            <a:bodyPr wrap="square" lIns="0" tIns="0" rIns="0" bIns="0" rtlCol="0">
              <a:spAutoFit/>
            </a:bodyPr>
            <a:lstStyle/>
            <a:p>
              <a:pPr algn="ctr" defTabSz="1219050">
                <a:spcBef>
                  <a:spcPts val="600"/>
                </a:spcBef>
                <a:defRPr/>
              </a:pPr>
              <a:r>
                <a:rPr lang="en-US" sz="1200" b="1">
                  <a:solidFill>
                    <a:srgbClr val="FFFFFF"/>
                  </a:solidFill>
                  <a:latin typeface="BISansOpti"/>
                </a:rPr>
                <a:t>Sustain</a:t>
              </a:r>
            </a:p>
          </p:txBody>
        </p:sp>
        <p:sp>
          <p:nvSpPr>
            <p:cNvPr id="6" name="Freeform: Shape 5">
              <a:extLst>
                <a:ext uri="{FF2B5EF4-FFF2-40B4-BE49-F238E27FC236}">
                  <a16:creationId xmlns:a16="http://schemas.microsoft.com/office/drawing/2014/main" id="{A8B0DA1D-372A-83DC-D259-B56A44221CCB}"/>
                </a:ext>
              </a:extLst>
            </p:cNvPr>
            <p:cNvSpPr/>
            <p:nvPr/>
          </p:nvSpPr>
          <p:spPr>
            <a:xfrm>
              <a:off x="4540527" y="5440502"/>
              <a:ext cx="94020" cy="131975"/>
            </a:xfrm>
            <a:custGeom>
              <a:avLst/>
              <a:gdLst>
                <a:gd name="csX0" fmla="*/ 115596 w 134927"/>
                <a:gd name="csY0" fmla="*/ 76092 h 189397"/>
                <a:gd name="csX1" fmla="*/ 112536 w 134927"/>
                <a:gd name="csY1" fmla="*/ 82518 h 189397"/>
                <a:gd name="csX2" fmla="*/ 38352 w 134927"/>
                <a:gd name="csY2" fmla="*/ 172580 h 189397"/>
                <a:gd name="csX3" fmla="*/ 26227 w 134927"/>
                <a:gd name="csY3" fmla="*/ 178476 h 189397"/>
                <a:gd name="csX4" fmla="*/ 16463 w 134927"/>
                <a:gd name="csY4" fmla="*/ 174953 h 189397"/>
                <a:gd name="csX5" fmla="*/ 14565 w 134927"/>
                <a:gd name="csY5" fmla="*/ 152981 h 189397"/>
                <a:gd name="csX6" fmla="*/ 85475 w 134927"/>
                <a:gd name="csY6" fmla="*/ 66683 h 189397"/>
                <a:gd name="csX7" fmla="*/ 86610 w 134927"/>
                <a:gd name="csY7" fmla="*/ 64316 h 189397"/>
                <a:gd name="csX8" fmla="*/ 97748 w 134927"/>
                <a:gd name="csY8" fmla="*/ 9889 h 189397"/>
                <a:gd name="csX9" fmla="*/ 88639 w 134927"/>
                <a:gd name="csY9" fmla="*/ 0 h 189397"/>
                <a:gd name="csX10" fmla="*/ 76202 w 134927"/>
                <a:gd name="csY10" fmla="*/ 60803 h 189397"/>
                <a:gd name="csX11" fmla="*/ 6137 w 134927"/>
                <a:gd name="csY11" fmla="*/ 146054 h 189397"/>
                <a:gd name="csX12" fmla="*/ 9448 w 134927"/>
                <a:gd name="csY12" fmla="*/ 183309 h 189397"/>
                <a:gd name="csX13" fmla="*/ 46491 w 134927"/>
                <a:gd name="csY13" fmla="*/ 179921 h 189397"/>
                <a:gd name="csX14" fmla="*/ 46867 w 134927"/>
                <a:gd name="csY14" fmla="*/ 179458 h 189397"/>
                <a:gd name="csX15" fmla="*/ 121050 w 134927"/>
                <a:gd name="csY15" fmla="*/ 89391 h 189397"/>
                <a:gd name="csX16" fmla="*/ 126363 w 134927"/>
                <a:gd name="csY16" fmla="*/ 78094 h 189397"/>
                <a:gd name="csX17" fmla="*/ 134927 w 134927"/>
                <a:gd name="csY17" fmla="*/ 36704 h 189397"/>
                <a:gd name="csX18" fmla="*/ 125229 w 134927"/>
                <a:gd name="csY18" fmla="*/ 29717 h 189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34927" h="189397">
                  <a:moveTo>
                    <a:pt x="115596" y="76092"/>
                  </a:moveTo>
                  <a:cubicBezTo>
                    <a:pt x="115125" y="78455"/>
                    <a:pt x="114073" y="80663"/>
                    <a:pt x="112536" y="82518"/>
                  </a:cubicBezTo>
                  <a:lnTo>
                    <a:pt x="38352" y="172580"/>
                  </a:lnTo>
                  <a:cubicBezTo>
                    <a:pt x="35460" y="176340"/>
                    <a:pt x="30970" y="178523"/>
                    <a:pt x="26227" y="178476"/>
                  </a:cubicBezTo>
                  <a:cubicBezTo>
                    <a:pt x="22655" y="178511"/>
                    <a:pt x="19190" y="177261"/>
                    <a:pt x="16463" y="174953"/>
                  </a:cubicBezTo>
                  <a:cubicBezTo>
                    <a:pt x="9884" y="169403"/>
                    <a:pt x="9035" y="159577"/>
                    <a:pt x="14565" y="152981"/>
                  </a:cubicBezTo>
                  <a:lnTo>
                    <a:pt x="85475" y="66683"/>
                  </a:lnTo>
                  <a:cubicBezTo>
                    <a:pt x="86040" y="65998"/>
                    <a:pt x="86430" y="65185"/>
                    <a:pt x="86610" y="64316"/>
                  </a:cubicBezTo>
                  <a:lnTo>
                    <a:pt x="97748" y="9889"/>
                  </a:lnTo>
                  <a:cubicBezTo>
                    <a:pt x="94149" y="7160"/>
                    <a:pt x="91064" y="3811"/>
                    <a:pt x="88639" y="0"/>
                  </a:cubicBezTo>
                  <a:lnTo>
                    <a:pt x="76202" y="60803"/>
                  </a:lnTo>
                  <a:lnTo>
                    <a:pt x="6137" y="146054"/>
                  </a:lnTo>
                  <a:cubicBezTo>
                    <a:pt x="-3198" y="157268"/>
                    <a:pt x="-1718" y="173917"/>
                    <a:pt x="9448" y="183309"/>
                  </a:cubicBezTo>
                  <a:cubicBezTo>
                    <a:pt x="20613" y="192603"/>
                    <a:pt x="37197" y="191086"/>
                    <a:pt x="46491" y="179921"/>
                  </a:cubicBezTo>
                  <a:cubicBezTo>
                    <a:pt x="46618" y="179768"/>
                    <a:pt x="46743" y="179614"/>
                    <a:pt x="46867" y="179458"/>
                  </a:cubicBezTo>
                  <a:lnTo>
                    <a:pt x="121050" y="89391"/>
                  </a:lnTo>
                  <a:cubicBezTo>
                    <a:pt x="123730" y="86124"/>
                    <a:pt x="125556" y="82242"/>
                    <a:pt x="126363" y="78094"/>
                  </a:cubicBezTo>
                  <a:lnTo>
                    <a:pt x="134927" y="36704"/>
                  </a:lnTo>
                  <a:lnTo>
                    <a:pt x="125229" y="29717"/>
                  </a:lnTo>
                  <a:close/>
                </a:path>
              </a:pathLst>
            </a:custGeom>
            <a:solidFill>
              <a:srgbClr val="FFFFFF"/>
            </a:solidFill>
            <a:ln w="5358" cap="flat">
              <a:solidFill>
                <a:srgbClr val="FFFFFF"/>
              </a:solidFill>
              <a:prstDash val="solid"/>
              <a:miter/>
            </a:ln>
          </p:spPr>
          <p:txBody>
            <a:bodyPr/>
            <a:lstStyle/>
            <a:p>
              <a:endParaRPr lang="zh-CN" altLang="en-US"/>
            </a:p>
          </p:txBody>
        </p:sp>
        <p:sp>
          <p:nvSpPr>
            <p:cNvPr id="8" name="Freeform: Shape 7">
              <a:extLst>
                <a:ext uri="{FF2B5EF4-FFF2-40B4-BE49-F238E27FC236}">
                  <a16:creationId xmlns:a16="http://schemas.microsoft.com/office/drawing/2014/main" id="{D98BE9C2-3E91-589D-796B-47A435F8814B}"/>
                </a:ext>
              </a:extLst>
            </p:cNvPr>
            <p:cNvSpPr/>
            <p:nvPr/>
          </p:nvSpPr>
          <p:spPr>
            <a:xfrm>
              <a:off x="4559840" y="5314008"/>
              <a:ext cx="194995" cy="258458"/>
            </a:xfrm>
            <a:custGeom>
              <a:avLst/>
              <a:gdLst>
                <a:gd name="csX0" fmla="*/ 261696 w 279836"/>
                <a:gd name="csY0" fmla="*/ 112513 h 370912"/>
                <a:gd name="csX1" fmla="*/ 209517 w 279836"/>
                <a:gd name="csY1" fmla="*/ 95282 h 370912"/>
                <a:gd name="csX2" fmla="*/ 178998 w 279836"/>
                <a:gd name="csY2" fmla="*/ 25026 h 370912"/>
                <a:gd name="csX3" fmla="*/ 137189 w 279836"/>
                <a:gd name="csY3" fmla="*/ 0 h 370912"/>
                <a:gd name="csX4" fmla="*/ 117192 w 279836"/>
                <a:gd name="csY4" fmla="*/ 4615 h 370912"/>
                <a:gd name="csX5" fmla="*/ 43058 w 279836"/>
                <a:gd name="csY5" fmla="*/ 33748 h 370912"/>
                <a:gd name="csX6" fmla="*/ 28423 w 279836"/>
                <a:gd name="csY6" fmla="*/ 48356 h 370912"/>
                <a:gd name="csX7" fmla="*/ 1913 w 279836"/>
                <a:gd name="csY7" fmla="*/ 111962 h 370912"/>
                <a:gd name="csX8" fmla="*/ 2268 w 279836"/>
                <a:gd name="csY8" fmla="*/ 132832 h 370912"/>
                <a:gd name="csX9" fmla="*/ 16602 w 279836"/>
                <a:gd name="csY9" fmla="*/ 146583 h 370912"/>
                <a:gd name="csX10" fmla="*/ 26563 w 279836"/>
                <a:gd name="csY10" fmla="*/ 148558 h 370912"/>
                <a:gd name="csX11" fmla="*/ 51223 w 279836"/>
                <a:gd name="csY11" fmla="*/ 131866 h 370912"/>
                <a:gd name="csX12" fmla="*/ 72060 w 279836"/>
                <a:gd name="csY12" fmla="*/ 79049 h 370912"/>
                <a:gd name="csX13" fmla="*/ 82669 w 279836"/>
                <a:gd name="csY13" fmla="*/ 75007 h 370912"/>
                <a:gd name="csX14" fmla="*/ 82736 w 279836"/>
                <a:gd name="csY14" fmla="*/ 75024 h 370912"/>
                <a:gd name="csX15" fmla="*/ 82740 w 279836"/>
                <a:gd name="csY15" fmla="*/ 75067 h 370912"/>
                <a:gd name="csX16" fmla="*/ 67276 w 279836"/>
                <a:gd name="csY16" fmla="*/ 150549 h 370912"/>
                <a:gd name="csX17" fmla="*/ 77062 w 279836"/>
                <a:gd name="csY17" fmla="*/ 183118 h 370912"/>
                <a:gd name="csX18" fmla="*/ 77062 w 279836"/>
                <a:gd name="csY18" fmla="*/ 183118 h 370912"/>
                <a:gd name="csX19" fmla="*/ 157698 w 279836"/>
                <a:gd name="csY19" fmla="*/ 241189 h 370912"/>
                <a:gd name="csX20" fmla="*/ 157698 w 279836"/>
                <a:gd name="csY20" fmla="*/ 343098 h 370912"/>
                <a:gd name="csX21" fmla="*/ 181660 w 279836"/>
                <a:gd name="csY21" fmla="*/ 370780 h 370912"/>
                <a:gd name="csX22" fmla="*/ 210822 w 279836"/>
                <a:gd name="csY22" fmla="*/ 346877 h 370912"/>
                <a:gd name="csX23" fmla="*/ 210952 w 279836"/>
                <a:gd name="csY23" fmla="*/ 344282 h 370912"/>
                <a:gd name="csX24" fmla="*/ 210952 w 279836"/>
                <a:gd name="csY24" fmla="*/ 227814 h 370912"/>
                <a:gd name="csX25" fmla="*/ 200244 w 279836"/>
                <a:gd name="csY25" fmla="*/ 206470 h 370912"/>
                <a:gd name="csX26" fmla="*/ 151698 w 279836"/>
                <a:gd name="csY26" fmla="*/ 170938 h 370912"/>
                <a:gd name="csX27" fmla="*/ 157649 w 279836"/>
                <a:gd name="csY27" fmla="*/ 141199 h 370912"/>
                <a:gd name="csX28" fmla="*/ 159880 w 279836"/>
                <a:gd name="csY28" fmla="*/ 129417 h 370912"/>
                <a:gd name="csX29" fmla="*/ 169153 w 279836"/>
                <a:gd name="csY29" fmla="*/ 81051 h 370912"/>
                <a:gd name="csX30" fmla="*/ 165020 w 279836"/>
                <a:gd name="csY30" fmla="*/ 74537 h 370912"/>
                <a:gd name="csX31" fmla="*/ 158506 w 279836"/>
                <a:gd name="csY31" fmla="*/ 78669 h 370912"/>
                <a:gd name="csX32" fmla="*/ 158440 w 279836"/>
                <a:gd name="csY32" fmla="*/ 79022 h 370912"/>
                <a:gd name="csX33" fmla="*/ 149292 w 279836"/>
                <a:gd name="csY33" fmla="*/ 127323 h 370912"/>
                <a:gd name="csX34" fmla="*/ 140314 w 279836"/>
                <a:gd name="csY34" fmla="*/ 172214 h 370912"/>
                <a:gd name="csX35" fmla="*/ 142441 w 279836"/>
                <a:gd name="csY35" fmla="*/ 177669 h 370912"/>
                <a:gd name="csX36" fmla="*/ 193879 w 279836"/>
                <a:gd name="csY36" fmla="*/ 215306 h 370912"/>
                <a:gd name="csX37" fmla="*/ 200021 w 279836"/>
                <a:gd name="csY37" fmla="*/ 227781 h 370912"/>
                <a:gd name="csX38" fmla="*/ 200021 w 279836"/>
                <a:gd name="csY38" fmla="*/ 343643 h 370912"/>
                <a:gd name="csX39" fmla="*/ 187431 w 279836"/>
                <a:gd name="csY39" fmla="*/ 359680 h 370912"/>
                <a:gd name="csX40" fmla="*/ 168912 w 279836"/>
                <a:gd name="csY40" fmla="*/ 347325 h 370912"/>
                <a:gd name="csX41" fmla="*/ 168607 w 279836"/>
                <a:gd name="csY41" fmla="*/ 344287 h 370912"/>
                <a:gd name="csX42" fmla="*/ 168607 w 279836"/>
                <a:gd name="csY42" fmla="*/ 238401 h 370912"/>
                <a:gd name="csX43" fmla="*/ 166349 w 279836"/>
                <a:gd name="csY43" fmla="*/ 233983 h 370912"/>
                <a:gd name="csX44" fmla="*/ 83438 w 279836"/>
                <a:gd name="csY44" fmla="*/ 174238 h 370912"/>
                <a:gd name="csX45" fmla="*/ 76969 w 279836"/>
                <a:gd name="csY45" fmla="*/ 157683 h 370912"/>
                <a:gd name="csX46" fmla="*/ 95444 w 279836"/>
                <a:gd name="csY46" fmla="*/ 67430 h 370912"/>
                <a:gd name="csX47" fmla="*/ 91195 w 279836"/>
                <a:gd name="csY47" fmla="*/ 60992 h 370912"/>
                <a:gd name="csX48" fmla="*/ 88157 w 279836"/>
                <a:gd name="csY48" fmla="*/ 61239 h 370912"/>
                <a:gd name="csX49" fmla="*/ 65907 w 279836"/>
                <a:gd name="csY49" fmla="*/ 69711 h 370912"/>
                <a:gd name="csX50" fmla="*/ 62776 w 279836"/>
                <a:gd name="csY50" fmla="*/ 72809 h 370912"/>
                <a:gd name="csX51" fmla="*/ 41039 w 279836"/>
                <a:gd name="csY51" fmla="*/ 127955 h 370912"/>
                <a:gd name="csX52" fmla="*/ 26563 w 279836"/>
                <a:gd name="csY52" fmla="*/ 137648 h 370912"/>
                <a:gd name="csX53" fmla="*/ 20563 w 279836"/>
                <a:gd name="csY53" fmla="*/ 136421 h 370912"/>
                <a:gd name="csX54" fmla="*/ 12250 w 279836"/>
                <a:gd name="csY54" fmla="*/ 128452 h 370912"/>
                <a:gd name="csX55" fmla="*/ 12010 w 279836"/>
                <a:gd name="csY55" fmla="*/ 116086 h 370912"/>
                <a:gd name="csX56" fmla="*/ 38503 w 279836"/>
                <a:gd name="csY56" fmla="*/ 52485 h 370912"/>
                <a:gd name="csX57" fmla="*/ 47078 w 279836"/>
                <a:gd name="csY57" fmla="*/ 43883 h 370912"/>
                <a:gd name="csX58" fmla="*/ 121626 w 279836"/>
                <a:gd name="csY58" fmla="*/ 14569 h 370912"/>
                <a:gd name="csX59" fmla="*/ 137189 w 279836"/>
                <a:gd name="csY59" fmla="*/ 10909 h 370912"/>
                <a:gd name="csX60" fmla="*/ 169371 w 279836"/>
                <a:gd name="csY60" fmla="*/ 30104 h 370912"/>
                <a:gd name="csX61" fmla="*/ 200506 w 279836"/>
                <a:gd name="csY61" fmla="*/ 101898 h 370912"/>
                <a:gd name="csX62" fmla="*/ 203779 w 279836"/>
                <a:gd name="csY62" fmla="*/ 104871 h 370912"/>
                <a:gd name="csX63" fmla="*/ 258282 w 279836"/>
                <a:gd name="csY63" fmla="*/ 122872 h 370912"/>
                <a:gd name="csX64" fmla="*/ 268133 w 279836"/>
                <a:gd name="csY64" fmla="*/ 142781 h 370912"/>
                <a:gd name="csX65" fmla="*/ 253127 w 279836"/>
                <a:gd name="csY65" fmla="*/ 153538 h 370912"/>
                <a:gd name="csX66" fmla="*/ 247951 w 279836"/>
                <a:gd name="csY66" fmla="*/ 152730 h 370912"/>
                <a:gd name="csX67" fmla="*/ 184573 w 279836"/>
                <a:gd name="csY67" fmla="*/ 131626 h 370912"/>
                <a:gd name="csX68" fmla="*/ 175011 w 279836"/>
                <a:gd name="csY68" fmla="*/ 122943 h 370912"/>
                <a:gd name="csX69" fmla="*/ 173053 w 279836"/>
                <a:gd name="csY69" fmla="*/ 118415 h 370912"/>
                <a:gd name="csX70" fmla="*/ 170015 w 279836"/>
                <a:gd name="csY70" fmla="*/ 134474 h 370912"/>
                <a:gd name="csX71" fmla="*/ 180979 w 279836"/>
                <a:gd name="csY71" fmla="*/ 141930 h 370912"/>
                <a:gd name="csX72" fmla="*/ 244945 w 279836"/>
                <a:gd name="csY72" fmla="*/ 163203 h 370912"/>
                <a:gd name="csX73" fmla="*/ 253127 w 279836"/>
                <a:gd name="csY73" fmla="*/ 164414 h 370912"/>
                <a:gd name="csX74" fmla="*/ 278420 w 279836"/>
                <a:gd name="csY74" fmla="*/ 146414 h 370912"/>
                <a:gd name="csX75" fmla="*/ 261696 w 279836"/>
                <a:gd name="csY75" fmla="*/ 112513 h 3709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79836" h="370912">
                  <a:moveTo>
                    <a:pt x="261696" y="112513"/>
                  </a:moveTo>
                  <a:lnTo>
                    <a:pt x="209517" y="95282"/>
                  </a:lnTo>
                  <a:cubicBezTo>
                    <a:pt x="202808" y="79774"/>
                    <a:pt x="180122" y="27273"/>
                    <a:pt x="178998" y="25026"/>
                  </a:cubicBezTo>
                  <a:cubicBezTo>
                    <a:pt x="170609" y="9740"/>
                    <a:pt x="154624" y="172"/>
                    <a:pt x="137189" y="0"/>
                  </a:cubicBezTo>
                  <a:cubicBezTo>
                    <a:pt x="130259" y="5"/>
                    <a:pt x="123422" y="1583"/>
                    <a:pt x="117192" y="4615"/>
                  </a:cubicBezTo>
                  <a:lnTo>
                    <a:pt x="43058" y="33748"/>
                  </a:lnTo>
                  <a:cubicBezTo>
                    <a:pt x="36397" y="36426"/>
                    <a:pt x="31113" y="41700"/>
                    <a:pt x="28423" y="48356"/>
                  </a:cubicBezTo>
                  <a:lnTo>
                    <a:pt x="1913" y="111962"/>
                  </a:lnTo>
                  <a:cubicBezTo>
                    <a:pt x="-755" y="118688"/>
                    <a:pt x="-628" y="126201"/>
                    <a:pt x="2268" y="132832"/>
                  </a:cubicBezTo>
                  <a:cubicBezTo>
                    <a:pt x="4995" y="139161"/>
                    <a:pt x="10165" y="144120"/>
                    <a:pt x="16602" y="146583"/>
                  </a:cubicBezTo>
                  <a:cubicBezTo>
                    <a:pt x="19767" y="147869"/>
                    <a:pt x="23147" y="148540"/>
                    <a:pt x="26563" y="148558"/>
                  </a:cubicBezTo>
                  <a:cubicBezTo>
                    <a:pt x="37474" y="148730"/>
                    <a:pt x="47329" y="142061"/>
                    <a:pt x="51223" y="131866"/>
                  </a:cubicBezTo>
                  <a:lnTo>
                    <a:pt x="72060" y="79049"/>
                  </a:lnTo>
                  <a:lnTo>
                    <a:pt x="82669" y="75007"/>
                  </a:lnTo>
                  <a:cubicBezTo>
                    <a:pt x="82693" y="74993"/>
                    <a:pt x="82723" y="75000"/>
                    <a:pt x="82736" y="75024"/>
                  </a:cubicBezTo>
                  <a:cubicBezTo>
                    <a:pt x="82745" y="75037"/>
                    <a:pt x="82746" y="75053"/>
                    <a:pt x="82740" y="75067"/>
                  </a:cubicBezTo>
                  <a:lnTo>
                    <a:pt x="67276" y="150549"/>
                  </a:lnTo>
                  <a:cubicBezTo>
                    <a:pt x="65557" y="162319"/>
                    <a:pt x="69141" y="174245"/>
                    <a:pt x="77062" y="183118"/>
                  </a:cubicBezTo>
                  <a:lnTo>
                    <a:pt x="77062" y="183118"/>
                  </a:lnTo>
                  <a:lnTo>
                    <a:pt x="157698" y="241189"/>
                  </a:lnTo>
                  <a:lnTo>
                    <a:pt x="157698" y="343098"/>
                  </a:lnTo>
                  <a:cubicBezTo>
                    <a:pt x="157458" y="357086"/>
                    <a:pt x="167783" y="369013"/>
                    <a:pt x="181660" y="370780"/>
                  </a:cubicBezTo>
                  <a:cubicBezTo>
                    <a:pt x="196314" y="372232"/>
                    <a:pt x="209370" y="361530"/>
                    <a:pt x="210822" y="346877"/>
                  </a:cubicBezTo>
                  <a:cubicBezTo>
                    <a:pt x="210908" y="346014"/>
                    <a:pt x="210951" y="345148"/>
                    <a:pt x="210952" y="344282"/>
                  </a:cubicBezTo>
                  <a:lnTo>
                    <a:pt x="210952" y="227814"/>
                  </a:lnTo>
                  <a:cubicBezTo>
                    <a:pt x="211059" y="219382"/>
                    <a:pt x="207067" y="211424"/>
                    <a:pt x="200244" y="206470"/>
                  </a:cubicBezTo>
                  <a:lnTo>
                    <a:pt x="151698" y="170938"/>
                  </a:lnTo>
                  <a:lnTo>
                    <a:pt x="157649" y="141199"/>
                  </a:lnTo>
                  <a:lnTo>
                    <a:pt x="159880" y="129417"/>
                  </a:lnTo>
                  <a:lnTo>
                    <a:pt x="169153" y="81051"/>
                  </a:lnTo>
                  <a:cubicBezTo>
                    <a:pt x="169811" y="78111"/>
                    <a:pt x="167960" y="75195"/>
                    <a:pt x="165020" y="74537"/>
                  </a:cubicBezTo>
                  <a:cubicBezTo>
                    <a:pt x="162080" y="73880"/>
                    <a:pt x="159164" y="75730"/>
                    <a:pt x="158506" y="78669"/>
                  </a:cubicBezTo>
                  <a:cubicBezTo>
                    <a:pt x="158481" y="78786"/>
                    <a:pt x="158458" y="78903"/>
                    <a:pt x="158440" y="79022"/>
                  </a:cubicBezTo>
                  <a:lnTo>
                    <a:pt x="149292" y="127323"/>
                  </a:lnTo>
                  <a:lnTo>
                    <a:pt x="140314" y="172214"/>
                  </a:lnTo>
                  <a:cubicBezTo>
                    <a:pt x="139904" y="174292"/>
                    <a:pt x="140734" y="176418"/>
                    <a:pt x="142441" y="177669"/>
                  </a:cubicBezTo>
                  <a:lnTo>
                    <a:pt x="193879" y="215306"/>
                  </a:lnTo>
                  <a:cubicBezTo>
                    <a:pt x="197833" y="218218"/>
                    <a:pt x="200124" y="222871"/>
                    <a:pt x="200021" y="227781"/>
                  </a:cubicBezTo>
                  <a:lnTo>
                    <a:pt x="200021" y="343643"/>
                  </a:lnTo>
                  <a:cubicBezTo>
                    <a:pt x="200159" y="351298"/>
                    <a:pt x="194900" y="357997"/>
                    <a:pt x="187431" y="359680"/>
                  </a:cubicBezTo>
                  <a:cubicBezTo>
                    <a:pt x="178906" y="361382"/>
                    <a:pt x="170614" y="355850"/>
                    <a:pt x="168912" y="347325"/>
                  </a:cubicBezTo>
                  <a:cubicBezTo>
                    <a:pt x="168712" y="346324"/>
                    <a:pt x="168610" y="345307"/>
                    <a:pt x="168607" y="344287"/>
                  </a:cubicBezTo>
                  <a:lnTo>
                    <a:pt x="168607" y="238401"/>
                  </a:lnTo>
                  <a:cubicBezTo>
                    <a:pt x="168607" y="236651"/>
                    <a:pt x="167767" y="235008"/>
                    <a:pt x="166349" y="233983"/>
                  </a:cubicBezTo>
                  <a:lnTo>
                    <a:pt x="83438" y="174238"/>
                  </a:lnTo>
                  <a:cubicBezTo>
                    <a:pt x="78212" y="170474"/>
                    <a:pt x="75680" y="163994"/>
                    <a:pt x="76969" y="157683"/>
                  </a:cubicBezTo>
                  <a:lnTo>
                    <a:pt x="95444" y="67430"/>
                  </a:lnTo>
                  <a:cubicBezTo>
                    <a:pt x="96048" y="64479"/>
                    <a:pt x="94146" y="61597"/>
                    <a:pt x="91195" y="60992"/>
                  </a:cubicBezTo>
                  <a:cubicBezTo>
                    <a:pt x="90179" y="60785"/>
                    <a:pt x="89125" y="60870"/>
                    <a:pt x="88157" y="61239"/>
                  </a:cubicBezTo>
                  <a:lnTo>
                    <a:pt x="65907" y="69711"/>
                  </a:lnTo>
                  <a:cubicBezTo>
                    <a:pt x="64474" y="70257"/>
                    <a:pt x="63338" y="71382"/>
                    <a:pt x="62776" y="72809"/>
                  </a:cubicBezTo>
                  <a:lnTo>
                    <a:pt x="41039" y="127955"/>
                  </a:lnTo>
                  <a:cubicBezTo>
                    <a:pt x="38779" y="133947"/>
                    <a:pt x="32963" y="137841"/>
                    <a:pt x="26563" y="137648"/>
                  </a:cubicBezTo>
                  <a:cubicBezTo>
                    <a:pt x="24502" y="137629"/>
                    <a:pt x="22465" y="137212"/>
                    <a:pt x="20563" y="136421"/>
                  </a:cubicBezTo>
                  <a:cubicBezTo>
                    <a:pt x="16830" y="134995"/>
                    <a:pt x="13832" y="132121"/>
                    <a:pt x="12250" y="128452"/>
                  </a:cubicBezTo>
                  <a:cubicBezTo>
                    <a:pt x="10532" y="124525"/>
                    <a:pt x="10446" y="120077"/>
                    <a:pt x="12010" y="116086"/>
                  </a:cubicBezTo>
                  <a:lnTo>
                    <a:pt x="38503" y="52485"/>
                  </a:lnTo>
                  <a:cubicBezTo>
                    <a:pt x="40073" y="48571"/>
                    <a:pt x="43169" y="45466"/>
                    <a:pt x="47078" y="43883"/>
                  </a:cubicBezTo>
                  <a:lnTo>
                    <a:pt x="121626" y="14569"/>
                  </a:lnTo>
                  <a:cubicBezTo>
                    <a:pt x="126467" y="12179"/>
                    <a:pt x="131790" y="10927"/>
                    <a:pt x="137189" y="10909"/>
                  </a:cubicBezTo>
                  <a:cubicBezTo>
                    <a:pt x="150590" y="11045"/>
                    <a:pt x="162883" y="18377"/>
                    <a:pt x="169371" y="30104"/>
                  </a:cubicBezTo>
                  <a:cubicBezTo>
                    <a:pt x="170380" y="32210"/>
                    <a:pt x="188555" y="74211"/>
                    <a:pt x="200506" y="101898"/>
                  </a:cubicBezTo>
                  <a:cubicBezTo>
                    <a:pt x="201117" y="103315"/>
                    <a:pt x="202310" y="104399"/>
                    <a:pt x="203779" y="104871"/>
                  </a:cubicBezTo>
                  <a:lnTo>
                    <a:pt x="258282" y="122872"/>
                  </a:lnTo>
                  <a:cubicBezTo>
                    <a:pt x="266457" y="125699"/>
                    <a:pt x="270845" y="134567"/>
                    <a:pt x="268133" y="142781"/>
                  </a:cubicBezTo>
                  <a:cubicBezTo>
                    <a:pt x="265842" y="149128"/>
                    <a:pt x="259874" y="153406"/>
                    <a:pt x="253127" y="153538"/>
                  </a:cubicBezTo>
                  <a:cubicBezTo>
                    <a:pt x="251375" y="153485"/>
                    <a:pt x="249636" y="153214"/>
                    <a:pt x="247951" y="152730"/>
                  </a:cubicBezTo>
                  <a:lnTo>
                    <a:pt x="184573" y="131626"/>
                  </a:lnTo>
                  <a:cubicBezTo>
                    <a:pt x="180398" y="130052"/>
                    <a:pt x="176979" y="126947"/>
                    <a:pt x="175011" y="122943"/>
                  </a:cubicBezTo>
                  <a:lnTo>
                    <a:pt x="173053" y="118415"/>
                  </a:lnTo>
                  <a:lnTo>
                    <a:pt x="170015" y="134474"/>
                  </a:lnTo>
                  <a:cubicBezTo>
                    <a:pt x="173010" y="137811"/>
                    <a:pt x="176773" y="140371"/>
                    <a:pt x="180979" y="141930"/>
                  </a:cubicBezTo>
                  <a:lnTo>
                    <a:pt x="244945" y="163203"/>
                  </a:lnTo>
                  <a:cubicBezTo>
                    <a:pt x="247608" y="163961"/>
                    <a:pt x="250359" y="164368"/>
                    <a:pt x="253127" y="164414"/>
                  </a:cubicBezTo>
                  <a:cubicBezTo>
                    <a:pt x="264479" y="164250"/>
                    <a:pt x="274547" y="157085"/>
                    <a:pt x="278420" y="146414"/>
                  </a:cubicBezTo>
                  <a:cubicBezTo>
                    <a:pt x="283145" y="132435"/>
                    <a:pt x="275664" y="117270"/>
                    <a:pt x="261696" y="112513"/>
                  </a:cubicBezTo>
                  <a:close/>
                </a:path>
              </a:pathLst>
            </a:custGeom>
            <a:solidFill>
              <a:srgbClr val="FFFFFF"/>
            </a:solidFill>
            <a:ln w="5358" cap="flat">
              <a:solidFill>
                <a:srgbClr val="FFFFFF"/>
              </a:solidFill>
              <a:prstDash val="solid"/>
              <a:miter/>
            </a:ln>
          </p:spPr>
          <p:txBody>
            <a:bodyPr/>
            <a:lstStyle/>
            <a:p>
              <a:endParaRPr lang="zh-CN" altLang="en-US"/>
            </a:p>
          </p:txBody>
        </p:sp>
        <p:sp>
          <p:nvSpPr>
            <p:cNvPr id="67" name="Oval 10">
              <a:extLst>
                <a:ext uri="{FF2B5EF4-FFF2-40B4-BE49-F238E27FC236}">
                  <a16:creationId xmlns:a16="http://schemas.microsoft.com/office/drawing/2014/main" id="{4052C938-AEE0-5D35-1989-4976BF62B62F}"/>
                </a:ext>
              </a:extLst>
            </p:cNvPr>
            <p:cNvSpPr>
              <a:spLocks noChangeAspect="1"/>
            </p:cNvSpPr>
            <p:nvPr/>
          </p:nvSpPr>
          <p:spPr>
            <a:xfrm>
              <a:off x="4315961" y="5193932"/>
              <a:ext cx="637172" cy="637171"/>
            </a:xfrm>
            <a:prstGeom prst="ellipse">
              <a:avLst/>
            </a:prstGeom>
            <a:solidFill>
              <a:schemeClr val="accent2"/>
            </a:solidFill>
            <a:ln w="38100" cap="flat" cmpd="sng" algn="ctr">
              <a:solidFill>
                <a:sysClr val="window" lastClr="FFFFFF"/>
              </a:solidFill>
              <a:prstDash val="solid"/>
              <a:miter lim="800000"/>
            </a:ln>
            <a:effectLst>
              <a:outerShdw blurRad="63500" sx="102000" sy="102000" algn="ctr" rotWithShape="0">
                <a:prstClr val="black">
                  <a:alpha val="10000"/>
                </a:prstClr>
              </a:outerShdw>
            </a:effectLst>
          </p:spPr>
          <p:txBody>
            <a:bodyPr lIns="72000" tIns="72000" rIns="72000" bIns="72000" rtlCol="0" anchor="ctr"/>
            <a:lstStyle/>
            <a:p>
              <a:pPr marL="0" marR="0" lvl="0" indent="0" algn="ctr" defTabSz="914332" eaLnBrk="1" fontAlgn="auto" latinLnBrk="0" hangingPunct="1">
                <a:lnSpc>
                  <a:spcPct val="100000"/>
                </a:lnSpc>
                <a:spcBef>
                  <a:spcPts val="0"/>
                </a:spcBef>
                <a:spcAft>
                  <a:spcPts val="0"/>
                </a:spcAft>
                <a:buClrTx/>
                <a:buSzTx/>
                <a:buFontTx/>
                <a:buNone/>
                <a:tabLst/>
                <a:defRPr/>
              </a:pPr>
              <a:endParaRPr kumimoji="0" lang="en-US" sz="1333" b="0" i="0" u="none" strike="noStrike" kern="0" cap="none" spc="0" normalizeH="0" baseline="0" noProof="0">
                <a:ln>
                  <a:noFill/>
                </a:ln>
                <a:solidFill>
                  <a:srgbClr val="FFFFFF"/>
                </a:solidFill>
                <a:effectLst/>
                <a:uLnTx/>
                <a:uFillTx/>
                <a:latin typeface="Arial" panose="020B0604020202020204" pitchFamily="34" charset="0"/>
                <a:ea typeface="+mn-ea"/>
                <a:cs typeface="+mn-cs"/>
                <a:sym typeface="Helvetica Neue Medium"/>
              </a:endParaRPr>
            </a:p>
          </p:txBody>
        </p:sp>
        <p:grpSp>
          <p:nvGrpSpPr>
            <p:cNvPr id="27" name="Group 26">
              <a:extLst>
                <a:ext uri="{FF2B5EF4-FFF2-40B4-BE49-F238E27FC236}">
                  <a16:creationId xmlns:a16="http://schemas.microsoft.com/office/drawing/2014/main" id="{FBD79999-5379-0F7A-7FB4-5FB47A64A4D7}"/>
                </a:ext>
              </a:extLst>
            </p:cNvPr>
            <p:cNvGrpSpPr/>
            <p:nvPr/>
          </p:nvGrpSpPr>
          <p:grpSpPr>
            <a:xfrm>
              <a:off x="4516766" y="5250694"/>
              <a:ext cx="214308" cy="254870"/>
              <a:chOff x="4375829" y="4807144"/>
              <a:chExt cx="307553" cy="453635"/>
            </a:xfrm>
          </p:grpSpPr>
          <p:sp>
            <p:nvSpPr>
              <p:cNvPr id="3" name="Freeform: Shape 2">
                <a:extLst>
                  <a:ext uri="{FF2B5EF4-FFF2-40B4-BE49-F238E27FC236}">
                    <a16:creationId xmlns:a16="http://schemas.microsoft.com/office/drawing/2014/main" id="{8C1E25F5-2EEA-E304-3289-3EB7A03E3B50}"/>
                  </a:ext>
                </a:extLst>
              </p:cNvPr>
              <p:cNvSpPr/>
              <p:nvPr/>
            </p:nvSpPr>
            <p:spPr>
              <a:xfrm>
                <a:off x="4560691" y="4807144"/>
                <a:ext cx="87274" cy="87274"/>
              </a:xfrm>
              <a:custGeom>
                <a:avLst/>
                <a:gdLst>
                  <a:gd name="csX0" fmla="*/ 43637 w 87274"/>
                  <a:gd name="csY0" fmla="*/ 87275 h 87274"/>
                  <a:gd name="csX1" fmla="*/ 87275 w 87274"/>
                  <a:gd name="csY1" fmla="*/ 43637 h 87274"/>
                  <a:gd name="csX2" fmla="*/ 43637 w 87274"/>
                  <a:gd name="csY2" fmla="*/ 0 h 87274"/>
                  <a:gd name="csX3" fmla="*/ 0 w 87274"/>
                  <a:gd name="csY3" fmla="*/ 43637 h 87274"/>
                  <a:gd name="csX4" fmla="*/ 43637 w 87274"/>
                  <a:gd name="csY4" fmla="*/ 87275 h 87274"/>
                  <a:gd name="csX5" fmla="*/ 43637 w 87274"/>
                  <a:gd name="csY5" fmla="*/ 10909 h 87274"/>
                  <a:gd name="csX6" fmla="*/ 76365 w 87274"/>
                  <a:gd name="csY6" fmla="*/ 43637 h 87274"/>
                  <a:gd name="csX7" fmla="*/ 43637 w 87274"/>
                  <a:gd name="csY7" fmla="*/ 76365 h 87274"/>
                  <a:gd name="csX8" fmla="*/ 10909 w 87274"/>
                  <a:gd name="csY8" fmla="*/ 43637 h 87274"/>
                  <a:gd name="csX9" fmla="*/ 43637 w 87274"/>
                  <a:gd name="csY9" fmla="*/ 10887 h 872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7274" h="87274">
                    <a:moveTo>
                      <a:pt x="43637" y="87275"/>
                    </a:moveTo>
                    <a:cubicBezTo>
                      <a:pt x="67738" y="87275"/>
                      <a:pt x="87275" y="67738"/>
                      <a:pt x="87275" y="43637"/>
                    </a:cubicBezTo>
                    <a:cubicBezTo>
                      <a:pt x="87275" y="19537"/>
                      <a:pt x="67738" y="0"/>
                      <a:pt x="43637" y="0"/>
                    </a:cubicBezTo>
                    <a:cubicBezTo>
                      <a:pt x="19537" y="0"/>
                      <a:pt x="0" y="19537"/>
                      <a:pt x="0" y="43637"/>
                    </a:cubicBezTo>
                    <a:cubicBezTo>
                      <a:pt x="0" y="67738"/>
                      <a:pt x="19537" y="87275"/>
                      <a:pt x="43637" y="87275"/>
                    </a:cubicBezTo>
                    <a:close/>
                    <a:moveTo>
                      <a:pt x="43637" y="10909"/>
                    </a:moveTo>
                    <a:cubicBezTo>
                      <a:pt x="61712" y="10909"/>
                      <a:pt x="76365" y="25562"/>
                      <a:pt x="76365" y="43637"/>
                    </a:cubicBezTo>
                    <a:cubicBezTo>
                      <a:pt x="76365" y="61712"/>
                      <a:pt x="61712" y="76365"/>
                      <a:pt x="43637" y="76365"/>
                    </a:cubicBezTo>
                    <a:cubicBezTo>
                      <a:pt x="25562" y="76365"/>
                      <a:pt x="10909" y="61712"/>
                      <a:pt x="10909" y="43637"/>
                    </a:cubicBezTo>
                    <a:cubicBezTo>
                      <a:pt x="10921" y="25564"/>
                      <a:pt x="25564" y="10912"/>
                      <a:pt x="43637" y="10887"/>
                    </a:cubicBezTo>
                    <a:close/>
                  </a:path>
                </a:pathLst>
              </a:custGeom>
              <a:solidFill>
                <a:srgbClr val="FFFFFF"/>
              </a:solidFill>
              <a:ln w="5358" cap="flat">
                <a:solidFill>
                  <a:srgbClr val="FFFFFF"/>
                </a:solidFill>
                <a:prstDash val="solid"/>
                <a:miter/>
              </a:ln>
            </p:spPr>
            <p:txBody>
              <a:bodyPr/>
              <a:lstStyle/>
              <a:p>
                <a:endParaRPr lang="zh-CN" altLang="en-US"/>
              </a:p>
            </p:txBody>
          </p:sp>
          <p:sp>
            <p:nvSpPr>
              <p:cNvPr id="34" name="Freeform: Shape 33">
                <a:extLst>
                  <a:ext uri="{FF2B5EF4-FFF2-40B4-BE49-F238E27FC236}">
                    <a16:creationId xmlns:a16="http://schemas.microsoft.com/office/drawing/2014/main" id="{FACAE79A-9899-8B37-8F92-6F76924FB041}"/>
                  </a:ext>
                </a:extLst>
              </p:cNvPr>
              <p:cNvSpPr/>
              <p:nvPr/>
            </p:nvSpPr>
            <p:spPr>
              <a:xfrm>
                <a:off x="4375829" y="5071382"/>
                <a:ext cx="134927" cy="189397"/>
              </a:xfrm>
              <a:custGeom>
                <a:avLst/>
                <a:gdLst>
                  <a:gd name="csX0" fmla="*/ 115596 w 134927"/>
                  <a:gd name="csY0" fmla="*/ 76092 h 189397"/>
                  <a:gd name="csX1" fmla="*/ 112536 w 134927"/>
                  <a:gd name="csY1" fmla="*/ 82518 h 189397"/>
                  <a:gd name="csX2" fmla="*/ 38352 w 134927"/>
                  <a:gd name="csY2" fmla="*/ 172580 h 189397"/>
                  <a:gd name="csX3" fmla="*/ 26227 w 134927"/>
                  <a:gd name="csY3" fmla="*/ 178476 h 189397"/>
                  <a:gd name="csX4" fmla="*/ 16463 w 134927"/>
                  <a:gd name="csY4" fmla="*/ 174953 h 189397"/>
                  <a:gd name="csX5" fmla="*/ 14565 w 134927"/>
                  <a:gd name="csY5" fmla="*/ 152981 h 189397"/>
                  <a:gd name="csX6" fmla="*/ 85475 w 134927"/>
                  <a:gd name="csY6" fmla="*/ 66683 h 189397"/>
                  <a:gd name="csX7" fmla="*/ 86610 w 134927"/>
                  <a:gd name="csY7" fmla="*/ 64316 h 189397"/>
                  <a:gd name="csX8" fmla="*/ 97748 w 134927"/>
                  <a:gd name="csY8" fmla="*/ 9889 h 189397"/>
                  <a:gd name="csX9" fmla="*/ 88639 w 134927"/>
                  <a:gd name="csY9" fmla="*/ 0 h 189397"/>
                  <a:gd name="csX10" fmla="*/ 76202 w 134927"/>
                  <a:gd name="csY10" fmla="*/ 60803 h 189397"/>
                  <a:gd name="csX11" fmla="*/ 6137 w 134927"/>
                  <a:gd name="csY11" fmla="*/ 146054 h 189397"/>
                  <a:gd name="csX12" fmla="*/ 9448 w 134927"/>
                  <a:gd name="csY12" fmla="*/ 183309 h 189397"/>
                  <a:gd name="csX13" fmla="*/ 46491 w 134927"/>
                  <a:gd name="csY13" fmla="*/ 179921 h 189397"/>
                  <a:gd name="csX14" fmla="*/ 46867 w 134927"/>
                  <a:gd name="csY14" fmla="*/ 179458 h 189397"/>
                  <a:gd name="csX15" fmla="*/ 121050 w 134927"/>
                  <a:gd name="csY15" fmla="*/ 89391 h 189397"/>
                  <a:gd name="csX16" fmla="*/ 126363 w 134927"/>
                  <a:gd name="csY16" fmla="*/ 78094 h 189397"/>
                  <a:gd name="csX17" fmla="*/ 134927 w 134927"/>
                  <a:gd name="csY17" fmla="*/ 36704 h 189397"/>
                  <a:gd name="csX18" fmla="*/ 125229 w 134927"/>
                  <a:gd name="csY18" fmla="*/ 29717 h 189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34927" h="189397">
                    <a:moveTo>
                      <a:pt x="115596" y="76092"/>
                    </a:moveTo>
                    <a:cubicBezTo>
                      <a:pt x="115125" y="78455"/>
                      <a:pt x="114073" y="80663"/>
                      <a:pt x="112536" y="82518"/>
                    </a:cubicBezTo>
                    <a:lnTo>
                      <a:pt x="38352" y="172580"/>
                    </a:lnTo>
                    <a:cubicBezTo>
                      <a:pt x="35460" y="176340"/>
                      <a:pt x="30970" y="178523"/>
                      <a:pt x="26227" y="178476"/>
                    </a:cubicBezTo>
                    <a:cubicBezTo>
                      <a:pt x="22655" y="178511"/>
                      <a:pt x="19190" y="177261"/>
                      <a:pt x="16463" y="174953"/>
                    </a:cubicBezTo>
                    <a:cubicBezTo>
                      <a:pt x="9884" y="169403"/>
                      <a:pt x="9035" y="159577"/>
                      <a:pt x="14565" y="152981"/>
                    </a:cubicBezTo>
                    <a:lnTo>
                      <a:pt x="85475" y="66683"/>
                    </a:lnTo>
                    <a:cubicBezTo>
                      <a:pt x="86040" y="65998"/>
                      <a:pt x="86430" y="65185"/>
                      <a:pt x="86610" y="64316"/>
                    </a:cubicBezTo>
                    <a:lnTo>
                      <a:pt x="97748" y="9889"/>
                    </a:lnTo>
                    <a:cubicBezTo>
                      <a:pt x="94149" y="7160"/>
                      <a:pt x="91064" y="3811"/>
                      <a:pt x="88639" y="0"/>
                    </a:cubicBezTo>
                    <a:lnTo>
                      <a:pt x="76202" y="60803"/>
                    </a:lnTo>
                    <a:lnTo>
                      <a:pt x="6137" y="146054"/>
                    </a:lnTo>
                    <a:cubicBezTo>
                      <a:pt x="-3198" y="157268"/>
                      <a:pt x="-1718" y="173917"/>
                      <a:pt x="9448" y="183309"/>
                    </a:cubicBezTo>
                    <a:cubicBezTo>
                      <a:pt x="20613" y="192603"/>
                      <a:pt x="37197" y="191086"/>
                      <a:pt x="46491" y="179921"/>
                    </a:cubicBezTo>
                    <a:cubicBezTo>
                      <a:pt x="46618" y="179768"/>
                      <a:pt x="46743" y="179614"/>
                      <a:pt x="46867" y="179458"/>
                    </a:cubicBezTo>
                    <a:lnTo>
                      <a:pt x="121050" y="89391"/>
                    </a:lnTo>
                    <a:cubicBezTo>
                      <a:pt x="123730" y="86124"/>
                      <a:pt x="125556" y="82242"/>
                      <a:pt x="126363" y="78094"/>
                    </a:cubicBezTo>
                    <a:lnTo>
                      <a:pt x="134927" y="36704"/>
                    </a:lnTo>
                    <a:lnTo>
                      <a:pt x="125229" y="29717"/>
                    </a:lnTo>
                    <a:close/>
                  </a:path>
                </a:pathLst>
              </a:custGeom>
              <a:solidFill>
                <a:srgbClr val="FFFFFF"/>
              </a:solidFill>
              <a:ln w="5358" cap="flat">
                <a:solidFill>
                  <a:srgbClr val="FFFFFF"/>
                </a:solidFill>
                <a:prstDash val="solid"/>
                <a:miter/>
              </a:ln>
            </p:spPr>
            <p:txBody>
              <a:bodyPr/>
              <a:lstStyle/>
              <a:p>
                <a:endParaRPr lang="zh-CN" altLang="en-US"/>
              </a:p>
            </p:txBody>
          </p:sp>
          <p:sp>
            <p:nvSpPr>
              <p:cNvPr id="35" name="Freeform: Shape 34">
                <a:extLst>
                  <a:ext uri="{FF2B5EF4-FFF2-40B4-BE49-F238E27FC236}">
                    <a16:creationId xmlns:a16="http://schemas.microsoft.com/office/drawing/2014/main" id="{39DECE3E-5FBA-6A2D-BEA6-739042CF06E7}"/>
                  </a:ext>
                </a:extLst>
              </p:cNvPr>
              <p:cNvSpPr/>
              <p:nvPr/>
            </p:nvSpPr>
            <p:spPr>
              <a:xfrm>
                <a:off x="4403546" y="4889851"/>
                <a:ext cx="279836" cy="370912"/>
              </a:xfrm>
              <a:custGeom>
                <a:avLst/>
                <a:gdLst>
                  <a:gd name="csX0" fmla="*/ 261696 w 279836"/>
                  <a:gd name="csY0" fmla="*/ 112513 h 370912"/>
                  <a:gd name="csX1" fmla="*/ 209517 w 279836"/>
                  <a:gd name="csY1" fmla="*/ 95282 h 370912"/>
                  <a:gd name="csX2" fmla="*/ 178998 w 279836"/>
                  <a:gd name="csY2" fmla="*/ 25026 h 370912"/>
                  <a:gd name="csX3" fmla="*/ 137189 w 279836"/>
                  <a:gd name="csY3" fmla="*/ 0 h 370912"/>
                  <a:gd name="csX4" fmla="*/ 117192 w 279836"/>
                  <a:gd name="csY4" fmla="*/ 4615 h 370912"/>
                  <a:gd name="csX5" fmla="*/ 43058 w 279836"/>
                  <a:gd name="csY5" fmla="*/ 33748 h 370912"/>
                  <a:gd name="csX6" fmla="*/ 28423 w 279836"/>
                  <a:gd name="csY6" fmla="*/ 48356 h 370912"/>
                  <a:gd name="csX7" fmla="*/ 1913 w 279836"/>
                  <a:gd name="csY7" fmla="*/ 111962 h 370912"/>
                  <a:gd name="csX8" fmla="*/ 2268 w 279836"/>
                  <a:gd name="csY8" fmla="*/ 132832 h 370912"/>
                  <a:gd name="csX9" fmla="*/ 16602 w 279836"/>
                  <a:gd name="csY9" fmla="*/ 146583 h 370912"/>
                  <a:gd name="csX10" fmla="*/ 26563 w 279836"/>
                  <a:gd name="csY10" fmla="*/ 148558 h 370912"/>
                  <a:gd name="csX11" fmla="*/ 51223 w 279836"/>
                  <a:gd name="csY11" fmla="*/ 131866 h 370912"/>
                  <a:gd name="csX12" fmla="*/ 72060 w 279836"/>
                  <a:gd name="csY12" fmla="*/ 79049 h 370912"/>
                  <a:gd name="csX13" fmla="*/ 82669 w 279836"/>
                  <a:gd name="csY13" fmla="*/ 75007 h 370912"/>
                  <a:gd name="csX14" fmla="*/ 82736 w 279836"/>
                  <a:gd name="csY14" fmla="*/ 75024 h 370912"/>
                  <a:gd name="csX15" fmla="*/ 82740 w 279836"/>
                  <a:gd name="csY15" fmla="*/ 75067 h 370912"/>
                  <a:gd name="csX16" fmla="*/ 67276 w 279836"/>
                  <a:gd name="csY16" fmla="*/ 150549 h 370912"/>
                  <a:gd name="csX17" fmla="*/ 77062 w 279836"/>
                  <a:gd name="csY17" fmla="*/ 183118 h 370912"/>
                  <a:gd name="csX18" fmla="*/ 77062 w 279836"/>
                  <a:gd name="csY18" fmla="*/ 183118 h 370912"/>
                  <a:gd name="csX19" fmla="*/ 157698 w 279836"/>
                  <a:gd name="csY19" fmla="*/ 241189 h 370912"/>
                  <a:gd name="csX20" fmla="*/ 157698 w 279836"/>
                  <a:gd name="csY20" fmla="*/ 343098 h 370912"/>
                  <a:gd name="csX21" fmla="*/ 181660 w 279836"/>
                  <a:gd name="csY21" fmla="*/ 370780 h 370912"/>
                  <a:gd name="csX22" fmla="*/ 210822 w 279836"/>
                  <a:gd name="csY22" fmla="*/ 346877 h 370912"/>
                  <a:gd name="csX23" fmla="*/ 210952 w 279836"/>
                  <a:gd name="csY23" fmla="*/ 344282 h 370912"/>
                  <a:gd name="csX24" fmla="*/ 210952 w 279836"/>
                  <a:gd name="csY24" fmla="*/ 227814 h 370912"/>
                  <a:gd name="csX25" fmla="*/ 200244 w 279836"/>
                  <a:gd name="csY25" fmla="*/ 206470 h 370912"/>
                  <a:gd name="csX26" fmla="*/ 151698 w 279836"/>
                  <a:gd name="csY26" fmla="*/ 170938 h 370912"/>
                  <a:gd name="csX27" fmla="*/ 157649 w 279836"/>
                  <a:gd name="csY27" fmla="*/ 141199 h 370912"/>
                  <a:gd name="csX28" fmla="*/ 159880 w 279836"/>
                  <a:gd name="csY28" fmla="*/ 129417 h 370912"/>
                  <a:gd name="csX29" fmla="*/ 169153 w 279836"/>
                  <a:gd name="csY29" fmla="*/ 81051 h 370912"/>
                  <a:gd name="csX30" fmla="*/ 165020 w 279836"/>
                  <a:gd name="csY30" fmla="*/ 74537 h 370912"/>
                  <a:gd name="csX31" fmla="*/ 158506 w 279836"/>
                  <a:gd name="csY31" fmla="*/ 78669 h 370912"/>
                  <a:gd name="csX32" fmla="*/ 158440 w 279836"/>
                  <a:gd name="csY32" fmla="*/ 79022 h 370912"/>
                  <a:gd name="csX33" fmla="*/ 149292 w 279836"/>
                  <a:gd name="csY33" fmla="*/ 127323 h 370912"/>
                  <a:gd name="csX34" fmla="*/ 140314 w 279836"/>
                  <a:gd name="csY34" fmla="*/ 172214 h 370912"/>
                  <a:gd name="csX35" fmla="*/ 142441 w 279836"/>
                  <a:gd name="csY35" fmla="*/ 177669 h 370912"/>
                  <a:gd name="csX36" fmla="*/ 193879 w 279836"/>
                  <a:gd name="csY36" fmla="*/ 215306 h 370912"/>
                  <a:gd name="csX37" fmla="*/ 200021 w 279836"/>
                  <a:gd name="csY37" fmla="*/ 227781 h 370912"/>
                  <a:gd name="csX38" fmla="*/ 200021 w 279836"/>
                  <a:gd name="csY38" fmla="*/ 343643 h 370912"/>
                  <a:gd name="csX39" fmla="*/ 187431 w 279836"/>
                  <a:gd name="csY39" fmla="*/ 359680 h 370912"/>
                  <a:gd name="csX40" fmla="*/ 168912 w 279836"/>
                  <a:gd name="csY40" fmla="*/ 347325 h 370912"/>
                  <a:gd name="csX41" fmla="*/ 168607 w 279836"/>
                  <a:gd name="csY41" fmla="*/ 344287 h 370912"/>
                  <a:gd name="csX42" fmla="*/ 168607 w 279836"/>
                  <a:gd name="csY42" fmla="*/ 238401 h 370912"/>
                  <a:gd name="csX43" fmla="*/ 166349 w 279836"/>
                  <a:gd name="csY43" fmla="*/ 233983 h 370912"/>
                  <a:gd name="csX44" fmla="*/ 83438 w 279836"/>
                  <a:gd name="csY44" fmla="*/ 174238 h 370912"/>
                  <a:gd name="csX45" fmla="*/ 76969 w 279836"/>
                  <a:gd name="csY45" fmla="*/ 157683 h 370912"/>
                  <a:gd name="csX46" fmla="*/ 95444 w 279836"/>
                  <a:gd name="csY46" fmla="*/ 67430 h 370912"/>
                  <a:gd name="csX47" fmla="*/ 91195 w 279836"/>
                  <a:gd name="csY47" fmla="*/ 60992 h 370912"/>
                  <a:gd name="csX48" fmla="*/ 88157 w 279836"/>
                  <a:gd name="csY48" fmla="*/ 61239 h 370912"/>
                  <a:gd name="csX49" fmla="*/ 65907 w 279836"/>
                  <a:gd name="csY49" fmla="*/ 69711 h 370912"/>
                  <a:gd name="csX50" fmla="*/ 62776 w 279836"/>
                  <a:gd name="csY50" fmla="*/ 72809 h 370912"/>
                  <a:gd name="csX51" fmla="*/ 41039 w 279836"/>
                  <a:gd name="csY51" fmla="*/ 127955 h 370912"/>
                  <a:gd name="csX52" fmla="*/ 26563 w 279836"/>
                  <a:gd name="csY52" fmla="*/ 137648 h 370912"/>
                  <a:gd name="csX53" fmla="*/ 20563 w 279836"/>
                  <a:gd name="csY53" fmla="*/ 136421 h 370912"/>
                  <a:gd name="csX54" fmla="*/ 12250 w 279836"/>
                  <a:gd name="csY54" fmla="*/ 128452 h 370912"/>
                  <a:gd name="csX55" fmla="*/ 12010 w 279836"/>
                  <a:gd name="csY55" fmla="*/ 116086 h 370912"/>
                  <a:gd name="csX56" fmla="*/ 38503 w 279836"/>
                  <a:gd name="csY56" fmla="*/ 52485 h 370912"/>
                  <a:gd name="csX57" fmla="*/ 47078 w 279836"/>
                  <a:gd name="csY57" fmla="*/ 43883 h 370912"/>
                  <a:gd name="csX58" fmla="*/ 121626 w 279836"/>
                  <a:gd name="csY58" fmla="*/ 14569 h 370912"/>
                  <a:gd name="csX59" fmla="*/ 137189 w 279836"/>
                  <a:gd name="csY59" fmla="*/ 10909 h 370912"/>
                  <a:gd name="csX60" fmla="*/ 169371 w 279836"/>
                  <a:gd name="csY60" fmla="*/ 30104 h 370912"/>
                  <a:gd name="csX61" fmla="*/ 200506 w 279836"/>
                  <a:gd name="csY61" fmla="*/ 101898 h 370912"/>
                  <a:gd name="csX62" fmla="*/ 203779 w 279836"/>
                  <a:gd name="csY62" fmla="*/ 104871 h 370912"/>
                  <a:gd name="csX63" fmla="*/ 258282 w 279836"/>
                  <a:gd name="csY63" fmla="*/ 122872 h 370912"/>
                  <a:gd name="csX64" fmla="*/ 268133 w 279836"/>
                  <a:gd name="csY64" fmla="*/ 142781 h 370912"/>
                  <a:gd name="csX65" fmla="*/ 253127 w 279836"/>
                  <a:gd name="csY65" fmla="*/ 153538 h 370912"/>
                  <a:gd name="csX66" fmla="*/ 247951 w 279836"/>
                  <a:gd name="csY66" fmla="*/ 152730 h 370912"/>
                  <a:gd name="csX67" fmla="*/ 184573 w 279836"/>
                  <a:gd name="csY67" fmla="*/ 131626 h 370912"/>
                  <a:gd name="csX68" fmla="*/ 175011 w 279836"/>
                  <a:gd name="csY68" fmla="*/ 122943 h 370912"/>
                  <a:gd name="csX69" fmla="*/ 173053 w 279836"/>
                  <a:gd name="csY69" fmla="*/ 118415 h 370912"/>
                  <a:gd name="csX70" fmla="*/ 170015 w 279836"/>
                  <a:gd name="csY70" fmla="*/ 134474 h 370912"/>
                  <a:gd name="csX71" fmla="*/ 180979 w 279836"/>
                  <a:gd name="csY71" fmla="*/ 141930 h 370912"/>
                  <a:gd name="csX72" fmla="*/ 244945 w 279836"/>
                  <a:gd name="csY72" fmla="*/ 163203 h 370912"/>
                  <a:gd name="csX73" fmla="*/ 253127 w 279836"/>
                  <a:gd name="csY73" fmla="*/ 164414 h 370912"/>
                  <a:gd name="csX74" fmla="*/ 278420 w 279836"/>
                  <a:gd name="csY74" fmla="*/ 146414 h 370912"/>
                  <a:gd name="csX75" fmla="*/ 261696 w 279836"/>
                  <a:gd name="csY75" fmla="*/ 112513 h 3709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79836" h="370912">
                    <a:moveTo>
                      <a:pt x="261696" y="112513"/>
                    </a:moveTo>
                    <a:lnTo>
                      <a:pt x="209517" y="95282"/>
                    </a:lnTo>
                    <a:cubicBezTo>
                      <a:pt x="202808" y="79774"/>
                      <a:pt x="180122" y="27273"/>
                      <a:pt x="178998" y="25026"/>
                    </a:cubicBezTo>
                    <a:cubicBezTo>
                      <a:pt x="170609" y="9740"/>
                      <a:pt x="154624" y="172"/>
                      <a:pt x="137189" y="0"/>
                    </a:cubicBezTo>
                    <a:cubicBezTo>
                      <a:pt x="130259" y="5"/>
                      <a:pt x="123422" y="1583"/>
                      <a:pt x="117192" y="4615"/>
                    </a:cubicBezTo>
                    <a:lnTo>
                      <a:pt x="43058" y="33748"/>
                    </a:lnTo>
                    <a:cubicBezTo>
                      <a:pt x="36397" y="36426"/>
                      <a:pt x="31113" y="41700"/>
                      <a:pt x="28423" y="48356"/>
                    </a:cubicBezTo>
                    <a:lnTo>
                      <a:pt x="1913" y="111962"/>
                    </a:lnTo>
                    <a:cubicBezTo>
                      <a:pt x="-755" y="118688"/>
                      <a:pt x="-628" y="126201"/>
                      <a:pt x="2268" y="132832"/>
                    </a:cubicBezTo>
                    <a:cubicBezTo>
                      <a:pt x="4995" y="139161"/>
                      <a:pt x="10165" y="144120"/>
                      <a:pt x="16602" y="146583"/>
                    </a:cubicBezTo>
                    <a:cubicBezTo>
                      <a:pt x="19767" y="147869"/>
                      <a:pt x="23147" y="148540"/>
                      <a:pt x="26563" y="148558"/>
                    </a:cubicBezTo>
                    <a:cubicBezTo>
                      <a:pt x="37474" y="148730"/>
                      <a:pt x="47329" y="142061"/>
                      <a:pt x="51223" y="131866"/>
                    </a:cubicBezTo>
                    <a:lnTo>
                      <a:pt x="72060" y="79049"/>
                    </a:lnTo>
                    <a:lnTo>
                      <a:pt x="82669" y="75007"/>
                    </a:lnTo>
                    <a:cubicBezTo>
                      <a:pt x="82693" y="74993"/>
                      <a:pt x="82723" y="75000"/>
                      <a:pt x="82736" y="75024"/>
                    </a:cubicBezTo>
                    <a:cubicBezTo>
                      <a:pt x="82745" y="75037"/>
                      <a:pt x="82746" y="75053"/>
                      <a:pt x="82740" y="75067"/>
                    </a:cubicBezTo>
                    <a:lnTo>
                      <a:pt x="67276" y="150549"/>
                    </a:lnTo>
                    <a:cubicBezTo>
                      <a:pt x="65557" y="162319"/>
                      <a:pt x="69141" y="174245"/>
                      <a:pt x="77062" y="183118"/>
                    </a:cubicBezTo>
                    <a:lnTo>
                      <a:pt x="77062" y="183118"/>
                    </a:lnTo>
                    <a:lnTo>
                      <a:pt x="157698" y="241189"/>
                    </a:lnTo>
                    <a:lnTo>
                      <a:pt x="157698" y="343098"/>
                    </a:lnTo>
                    <a:cubicBezTo>
                      <a:pt x="157458" y="357086"/>
                      <a:pt x="167783" y="369013"/>
                      <a:pt x="181660" y="370780"/>
                    </a:cubicBezTo>
                    <a:cubicBezTo>
                      <a:pt x="196314" y="372232"/>
                      <a:pt x="209370" y="361530"/>
                      <a:pt x="210822" y="346877"/>
                    </a:cubicBezTo>
                    <a:cubicBezTo>
                      <a:pt x="210908" y="346014"/>
                      <a:pt x="210951" y="345148"/>
                      <a:pt x="210952" y="344282"/>
                    </a:cubicBezTo>
                    <a:lnTo>
                      <a:pt x="210952" y="227814"/>
                    </a:lnTo>
                    <a:cubicBezTo>
                      <a:pt x="211059" y="219382"/>
                      <a:pt x="207067" y="211424"/>
                      <a:pt x="200244" y="206470"/>
                    </a:cubicBezTo>
                    <a:lnTo>
                      <a:pt x="151698" y="170938"/>
                    </a:lnTo>
                    <a:lnTo>
                      <a:pt x="157649" y="141199"/>
                    </a:lnTo>
                    <a:lnTo>
                      <a:pt x="159880" y="129417"/>
                    </a:lnTo>
                    <a:lnTo>
                      <a:pt x="169153" y="81051"/>
                    </a:lnTo>
                    <a:cubicBezTo>
                      <a:pt x="169811" y="78111"/>
                      <a:pt x="167960" y="75195"/>
                      <a:pt x="165020" y="74537"/>
                    </a:cubicBezTo>
                    <a:cubicBezTo>
                      <a:pt x="162080" y="73880"/>
                      <a:pt x="159164" y="75730"/>
                      <a:pt x="158506" y="78669"/>
                    </a:cubicBezTo>
                    <a:cubicBezTo>
                      <a:pt x="158481" y="78786"/>
                      <a:pt x="158458" y="78903"/>
                      <a:pt x="158440" y="79022"/>
                    </a:cubicBezTo>
                    <a:lnTo>
                      <a:pt x="149292" y="127323"/>
                    </a:lnTo>
                    <a:lnTo>
                      <a:pt x="140314" y="172214"/>
                    </a:lnTo>
                    <a:cubicBezTo>
                      <a:pt x="139904" y="174292"/>
                      <a:pt x="140734" y="176418"/>
                      <a:pt x="142441" y="177669"/>
                    </a:cubicBezTo>
                    <a:lnTo>
                      <a:pt x="193879" y="215306"/>
                    </a:lnTo>
                    <a:cubicBezTo>
                      <a:pt x="197833" y="218218"/>
                      <a:pt x="200124" y="222871"/>
                      <a:pt x="200021" y="227781"/>
                    </a:cubicBezTo>
                    <a:lnTo>
                      <a:pt x="200021" y="343643"/>
                    </a:lnTo>
                    <a:cubicBezTo>
                      <a:pt x="200159" y="351298"/>
                      <a:pt x="194900" y="357997"/>
                      <a:pt x="187431" y="359680"/>
                    </a:cubicBezTo>
                    <a:cubicBezTo>
                      <a:pt x="178906" y="361382"/>
                      <a:pt x="170614" y="355850"/>
                      <a:pt x="168912" y="347325"/>
                    </a:cubicBezTo>
                    <a:cubicBezTo>
                      <a:pt x="168712" y="346324"/>
                      <a:pt x="168610" y="345307"/>
                      <a:pt x="168607" y="344287"/>
                    </a:cubicBezTo>
                    <a:lnTo>
                      <a:pt x="168607" y="238401"/>
                    </a:lnTo>
                    <a:cubicBezTo>
                      <a:pt x="168607" y="236651"/>
                      <a:pt x="167767" y="235008"/>
                      <a:pt x="166349" y="233983"/>
                    </a:cubicBezTo>
                    <a:lnTo>
                      <a:pt x="83438" y="174238"/>
                    </a:lnTo>
                    <a:cubicBezTo>
                      <a:pt x="78212" y="170474"/>
                      <a:pt x="75680" y="163994"/>
                      <a:pt x="76969" y="157683"/>
                    </a:cubicBezTo>
                    <a:lnTo>
                      <a:pt x="95444" y="67430"/>
                    </a:lnTo>
                    <a:cubicBezTo>
                      <a:pt x="96048" y="64479"/>
                      <a:pt x="94146" y="61597"/>
                      <a:pt x="91195" y="60992"/>
                    </a:cubicBezTo>
                    <a:cubicBezTo>
                      <a:pt x="90179" y="60785"/>
                      <a:pt x="89125" y="60870"/>
                      <a:pt x="88157" y="61239"/>
                    </a:cubicBezTo>
                    <a:lnTo>
                      <a:pt x="65907" y="69711"/>
                    </a:lnTo>
                    <a:cubicBezTo>
                      <a:pt x="64474" y="70257"/>
                      <a:pt x="63338" y="71382"/>
                      <a:pt x="62776" y="72809"/>
                    </a:cubicBezTo>
                    <a:lnTo>
                      <a:pt x="41039" y="127955"/>
                    </a:lnTo>
                    <a:cubicBezTo>
                      <a:pt x="38779" y="133947"/>
                      <a:pt x="32963" y="137841"/>
                      <a:pt x="26563" y="137648"/>
                    </a:cubicBezTo>
                    <a:cubicBezTo>
                      <a:pt x="24502" y="137629"/>
                      <a:pt x="22465" y="137212"/>
                      <a:pt x="20563" y="136421"/>
                    </a:cubicBezTo>
                    <a:cubicBezTo>
                      <a:pt x="16830" y="134995"/>
                      <a:pt x="13832" y="132121"/>
                      <a:pt x="12250" y="128452"/>
                    </a:cubicBezTo>
                    <a:cubicBezTo>
                      <a:pt x="10532" y="124525"/>
                      <a:pt x="10446" y="120077"/>
                      <a:pt x="12010" y="116086"/>
                    </a:cubicBezTo>
                    <a:lnTo>
                      <a:pt x="38503" y="52485"/>
                    </a:lnTo>
                    <a:cubicBezTo>
                      <a:pt x="40073" y="48571"/>
                      <a:pt x="43169" y="45466"/>
                      <a:pt x="47078" y="43883"/>
                    </a:cubicBezTo>
                    <a:lnTo>
                      <a:pt x="121626" y="14569"/>
                    </a:lnTo>
                    <a:cubicBezTo>
                      <a:pt x="126467" y="12179"/>
                      <a:pt x="131790" y="10927"/>
                      <a:pt x="137189" y="10909"/>
                    </a:cubicBezTo>
                    <a:cubicBezTo>
                      <a:pt x="150590" y="11045"/>
                      <a:pt x="162883" y="18377"/>
                      <a:pt x="169371" y="30104"/>
                    </a:cubicBezTo>
                    <a:cubicBezTo>
                      <a:pt x="170380" y="32210"/>
                      <a:pt x="188555" y="74211"/>
                      <a:pt x="200506" y="101898"/>
                    </a:cubicBezTo>
                    <a:cubicBezTo>
                      <a:pt x="201117" y="103315"/>
                      <a:pt x="202310" y="104399"/>
                      <a:pt x="203779" y="104871"/>
                    </a:cubicBezTo>
                    <a:lnTo>
                      <a:pt x="258282" y="122872"/>
                    </a:lnTo>
                    <a:cubicBezTo>
                      <a:pt x="266457" y="125699"/>
                      <a:pt x="270845" y="134567"/>
                      <a:pt x="268133" y="142781"/>
                    </a:cubicBezTo>
                    <a:cubicBezTo>
                      <a:pt x="265842" y="149128"/>
                      <a:pt x="259874" y="153406"/>
                      <a:pt x="253127" y="153538"/>
                    </a:cubicBezTo>
                    <a:cubicBezTo>
                      <a:pt x="251375" y="153485"/>
                      <a:pt x="249636" y="153214"/>
                      <a:pt x="247951" y="152730"/>
                    </a:cubicBezTo>
                    <a:lnTo>
                      <a:pt x="184573" y="131626"/>
                    </a:lnTo>
                    <a:cubicBezTo>
                      <a:pt x="180398" y="130052"/>
                      <a:pt x="176979" y="126947"/>
                      <a:pt x="175011" y="122943"/>
                    </a:cubicBezTo>
                    <a:lnTo>
                      <a:pt x="173053" y="118415"/>
                    </a:lnTo>
                    <a:lnTo>
                      <a:pt x="170015" y="134474"/>
                    </a:lnTo>
                    <a:cubicBezTo>
                      <a:pt x="173010" y="137811"/>
                      <a:pt x="176773" y="140371"/>
                      <a:pt x="180979" y="141930"/>
                    </a:cubicBezTo>
                    <a:lnTo>
                      <a:pt x="244945" y="163203"/>
                    </a:lnTo>
                    <a:cubicBezTo>
                      <a:pt x="247608" y="163961"/>
                      <a:pt x="250359" y="164368"/>
                      <a:pt x="253127" y="164414"/>
                    </a:cubicBezTo>
                    <a:cubicBezTo>
                      <a:pt x="264479" y="164250"/>
                      <a:pt x="274547" y="157085"/>
                      <a:pt x="278420" y="146414"/>
                    </a:cubicBezTo>
                    <a:cubicBezTo>
                      <a:pt x="283145" y="132435"/>
                      <a:pt x="275664" y="117270"/>
                      <a:pt x="261696" y="112513"/>
                    </a:cubicBezTo>
                    <a:close/>
                  </a:path>
                </a:pathLst>
              </a:custGeom>
              <a:solidFill>
                <a:srgbClr val="FFFFFF"/>
              </a:solidFill>
              <a:ln w="5358" cap="flat">
                <a:solidFill>
                  <a:srgbClr val="FFFFFF"/>
                </a:solidFill>
                <a:prstDash val="solid"/>
                <a:miter/>
              </a:ln>
            </p:spPr>
            <p:txBody>
              <a:bodyPr/>
              <a:lstStyle/>
              <a:p>
                <a:endParaRPr lang="zh-CN" altLang="en-US"/>
              </a:p>
            </p:txBody>
          </p:sp>
        </p:grpSp>
        <p:sp>
          <p:nvSpPr>
            <p:cNvPr id="38" name="TextBox 112">
              <a:extLst>
                <a:ext uri="{FF2B5EF4-FFF2-40B4-BE49-F238E27FC236}">
                  <a16:creationId xmlns:a16="http://schemas.microsoft.com/office/drawing/2014/main" id="{753F48AF-4B9F-8B6A-707B-4BC10326C5B4}"/>
                </a:ext>
              </a:extLst>
            </p:cNvPr>
            <p:cNvSpPr txBox="1"/>
            <p:nvPr/>
          </p:nvSpPr>
          <p:spPr>
            <a:xfrm>
              <a:off x="4269491" y="5574977"/>
              <a:ext cx="728196" cy="123111"/>
            </a:xfrm>
            <a:prstGeom prst="rect">
              <a:avLst/>
            </a:prstGeom>
            <a:noFill/>
            <a:ln>
              <a:noFill/>
            </a:ln>
          </p:spPr>
          <p:txBody>
            <a:bodyPr wrap="square" lIns="0" tIns="0" rIns="0" bIns="0" rtlCol="0">
              <a:spAutoFit/>
            </a:bodyPr>
            <a:lstStyle/>
            <a:p>
              <a:pPr lvl="0" algn="ctr" defTabSz="1219050">
                <a:spcBef>
                  <a:spcPts val="600"/>
                </a:spcBef>
                <a:defRPr/>
              </a:pPr>
              <a:r>
                <a:rPr lang="en-US" altLang="zh-CN" sz="800" b="1">
                  <a:solidFill>
                    <a:srgbClr val="FFFFFF"/>
                  </a:solidFill>
                  <a:latin typeface="BISansOpti"/>
                </a:rPr>
                <a:t>CS - </a:t>
              </a:r>
              <a:r>
                <a:rPr lang="en-US" altLang="zh-CN" sz="800" b="1" err="1">
                  <a:solidFill>
                    <a:srgbClr val="FFFFFF"/>
                  </a:solidFill>
                  <a:latin typeface="BISansOpti"/>
                </a:rPr>
                <a:t>FiH</a:t>
              </a:r>
              <a:endParaRPr lang="en-US" altLang="zh-CN" sz="800" b="1">
                <a:solidFill>
                  <a:srgbClr val="FFFFFF"/>
                </a:solidFill>
                <a:latin typeface="BISansOpti"/>
              </a:endParaRPr>
            </a:p>
          </p:txBody>
        </p:sp>
      </p:grpSp>
      <p:sp>
        <p:nvSpPr>
          <p:cNvPr id="64" name="Oval 10">
            <a:extLst>
              <a:ext uri="{FF2B5EF4-FFF2-40B4-BE49-F238E27FC236}">
                <a16:creationId xmlns:a16="http://schemas.microsoft.com/office/drawing/2014/main" id="{68D77339-D58C-68F0-0232-1BAB19502FC3}"/>
              </a:ext>
            </a:extLst>
          </p:cNvPr>
          <p:cNvSpPr>
            <a:spLocks noChangeAspect="1"/>
          </p:cNvSpPr>
          <p:nvPr/>
        </p:nvSpPr>
        <p:spPr>
          <a:xfrm>
            <a:off x="1733308" y="5100076"/>
            <a:ext cx="637171" cy="637171"/>
          </a:xfrm>
          <a:prstGeom prst="ellipse">
            <a:avLst/>
          </a:prstGeom>
          <a:solidFill>
            <a:srgbClr val="EE6541"/>
          </a:solidFill>
          <a:ln w="38100" cap="flat" cmpd="sng" algn="ctr">
            <a:solidFill>
              <a:sysClr val="window" lastClr="FFFFFF"/>
            </a:solidFill>
            <a:prstDash val="solid"/>
            <a:miter lim="800000"/>
          </a:ln>
          <a:effectLst>
            <a:outerShdw blurRad="63500" sx="102000" sy="102000" algn="ctr" rotWithShape="0">
              <a:prstClr val="black">
                <a:alpha val="10000"/>
              </a:prstClr>
            </a:outerShdw>
          </a:effectLst>
        </p:spPr>
        <p:txBody>
          <a:bodyPr lIns="72000" tIns="72000" rIns="72000" bIns="72000" rtlCol="0" anchor="ctr"/>
          <a:lstStyle/>
          <a:p>
            <a:pPr marL="0" marR="0" lvl="0" indent="0" algn="ctr" defTabSz="914332" eaLnBrk="1" fontAlgn="auto" latinLnBrk="0" hangingPunct="1">
              <a:lnSpc>
                <a:spcPct val="100000"/>
              </a:lnSpc>
              <a:spcBef>
                <a:spcPts val="0"/>
              </a:spcBef>
              <a:spcAft>
                <a:spcPts val="0"/>
              </a:spcAft>
              <a:buClrTx/>
              <a:buSzTx/>
              <a:buFontTx/>
              <a:buNone/>
              <a:tabLst/>
              <a:defRPr/>
            </a:pPr>
            <a:endParaRPr kumimoji="0" lang="en-US" sz="1333" b="0" i="0" u="none" strike="noStrike" kern="0" cap="none" spc="0" normalizeH="0" baseline="0" noProof="0">
              <a:ln>
                <a:noFill/>
              </a:ln>
              <a:solidFill>
                <a:srgbClr val="FFFFFF"/>
              </a:solidFill>
              <a:effectLst/>
              <a:uLnTx/>
              <a:uFillTx/>
              <a:latin typeface="Arial" panose="020B0604020202020204" pitchFamily="34" charset="0"/>
              <a:ea typeface="+mn-ea"/>
              <a:cs typeface="+mn-cs"/>
              <a:sym typeface="Helvetica Neue Medium"/>
            </a:endParaRPr>
          </a:p>
        </p:txBody>
      </p:sp>
      <p:sp>
        <p:nvSpPr>
          <p:cNvPr id="28" name="Freeform: Shape 27">
            <a:extLst>
              <a:ext uri="{FF2B5EF4-FFF2-40B4-BE49-F238E27FC236}">
                <a16:creationId xmlns:a16="http://schemas.microsoft.com/office/drawing/2014/main" id="{80BEF811-2AEA-6E81-35CD-27431271253E}"/>
              </a:ext>
            </a:extLst>
          </p:cNvPr>
          <p:cNvSpPr/>
          <p:nvPr/>
        </p:nvSpPr>
        <p:spPr>
          <a:xfrm>
            <a:off x="1907053" y="5148267"/>
            <a:ext cx="289682" cy="254868"/>
          </a:xfrm>
          <a:custGeom>
            <a:avLst/>
            <a:gdLst>
              <a:gd name="csX0" fmla="*/ 230572 w 415721"/>
              <a:gd name="csY0" fmla="*/ 13113 h 366934"/>
              <a:gd name="csX1" fmla="*/ 412169 w 415721"/>
              <a:gd name="csY1" fmla="*/ 327641 h 366934"/>
              <a:gd name="csX2" fmla="*/ 389458 w 415721"/>
              <a:gd name="csY2" fmla="*/ 366935 h 366934"/>
              <a:gd name="csX3" fmla="*/ 26263 w 415721"/>
              <a:gd name="csY3" fmla="*/ 366935 h 366934"/>
              <a:gd name="csX4" fmla="*/ 3553 w 415721"/>
              <a:gd name="csY4" fmla="*/ 327641 h 366934"/>
              <a:gd name="csX5" fmla="*/ 185240 w 415721"/>
              <a:gd name="csY5" fmla="*/ 13113 h 366934"/>
              <a:gd name="csX6" fmla="*/ 230662 w 415721"/>
              <a:gd name="csY6" fmla="*/ 13113 h 3669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15721" h="366934">
                <a:moveTo>
                  <a:pt x="230572" y="13113"/>
                </a:moveTo>
                <a:lnTo>
                  <a:pt x="412169" y="327641"/>
                </a:lnTo>
                <a:cubicBezTo>
                  <a:pt x="422263" y="345125"/>
                  <a:pt x="409645" y="366935"/>
                  <a:pt x="389458" y="366935"/>
                </a:cubicBezTo>
                <a:lnTo>
                  <a:pt x="26263" y="366935"/>
                </a:lnTo>
                <a:cubicBezTo>
                  <a:pt x="6076" y="366935"/>
                  <a:pt x="-6541" y="345125"/>
                  <a:pt x="3553" y="327641"/>
                </a:cubicBezTo>
                <a:lnTo>
                  <a:pt x="185240" y="13113"/>
                </a:lnTo>
                <a:cubicBezTo>
                  <a:pt x="195334" y="-4371"/>
                  <a:pt x="220568" y="-4371"/>
                  <a:pt x="230662" y="13113"/>
                </a:cubicBezTo>
                <a:close/>
              </a:path>
            </a:pathLst>
          </a:custGeom>
          <a:noFill/>
          <a:ln w="17859" cap="flat">
            <a:solidFill>
              <a:srgbClr val="FFFFFF"/>
            </a:solidFill>
            <a:prstDash val="solid"/>
            <a:miter/>
          </a:ln>
        </p:spPr>
        <p:txBody>
          <a:bodyPr/>
          <a:lstStyle/>
          <a:p>
            <a:endParaRPr lang="zh-CN" altLang="en-US"/>
          </a:p>
        </p:txBody>
      </p:sp>
      <p:sp>
        <p:nvSpPr>
          <p:cNvPr id="66" name="TextBox 81">
            <a:extLst>
              <a:ext uri="{FF2B5EF4-FFF2-40B4-BE49-F238E27FC236}">
                <a16:creationId xmlns:a16="http://schemas.microsoft.com/office/drawing/2014/main" id="{029A1B86-6130-382E-B3EC-E0FD4B8FAA8F}"/>
              </a:ext>
            </a:extLst>
          </p:cNvPr>
          <p:cNvSpPr txBox="1"/>
          <p:nvPr/>
        </p:nvSpPr>
        <p:spPr>
          <a:xfrm>
            <a:off x="1687796" y="5502549"/>
            <a:ext cx="728195" cy="123111"/>
          </a:xfrm>
          <a:prstGeom prst="rect">
            <a:avLst/>
          </a:prstGeom>
          <a:noFill/>
          <a:ln>
            <a:noFill/>
          </a:ln>
        </p:spPr>
        <p:txBody>
          <a:bodyPr wrap="square" lIns="0" tIns="0" rIns="0" bIns="0" rtlCol="0">
            <a:spAutoFit/>
          </a:bodyPr>
          <a:lstStyle/>
          <a:p>
            <a:pPr algn="ctr" defTabSz="1219050">
              <a:spcBef>
                <a:spcPts val="600"/>
              </a:spcBef>
              <a:defRPr/>
            </a:pPr>
            <a:r>
              <a:rPr lang="en-US" sz="800" b="1">
                <a:solidFill>
                  <a:srgbClr val="FFFFFF"/>
                </a:solidFill>
                <a:latin typeface="BISansOpti"/>
              </a:rPr>
              <a:t>Stop/Park</a:t>
            </a:r>
          </a:p>
        </p:txBody>
      </p:sp>
      <p:sp>
        <p:nvSpPr>
          <p:cNvPr id="40" name="Freeform: Shape 39">
            <a:extLst>
              <a:ext uri="{FF2B5EF4-FFF2-40B4-BE49-F238E27FC236}">
                <a16:creationId xmlns:a16="http://schemas.microsoft.com/office/drawing/2014/main" id="{F0B0A02B-4EF8-BCDE-C711-87E83968985D}"/>
              </a:ext>
            </a:extLst>
          </p:cNvPr>
          <p:cNvSpPr/>
          <p:nvPr/>
        </p:nvSpPr>
        <p:spPr>
          <a:xfrm>
            <a:off x="2019016" y="5300577"/>
            <a:ext cx="82455" cy="82455"/>
          </a:xfrm>
          <a:custGeom>
            <a:avLst/>
            <a:gdLst>
              <a:gd name="csX0" fmla="*/ 0 w 118331"/>
              <a:gd name="csY0" fmla="*/ 0 h 118331"/>
              <a:gd name="csX1" fmla="*/ 118331 w 118331"/>
              <a:gd name="csY1" fmla="*/ 118331 h 118331"/>
            </a:gdLst>
            <a:ahLst/>
            <a:cxnLst>
              <a:cxn ang="0">
                <a:pos x="csX0" y="csY0"/>
              </a:cxn>
              <a:cxn ang="0">
                <a:pos x="csX1" y="csY1"/>
              </a:cxn>
            </a:cxnLst>
            <a:rect l="l" t="t" r="r" b="b"/>
            <a:pathLst>
              <a:path w="118331" h="118331">
                <a:moveTo>
                  <a:pt x="0" y="0"/>
                </a:moveTo>
                <a:lnTo>
                  <a:pt x="118331" y="118331"/>
                </a:lnTo>
              </a:path>
            </a:pathLst>
          </a:custGeom>
          <a:ln w="17859" cap="flat">
            <a:solidFill>
              <a:srgbClr val="FFFFFF"/>
            </a:solidFill>
            <a:prstDash val="solid"/>
            <a:miter/>
          </a:ln>
        </p:spPr>
        <p:txBody>
          <a:bodyPr/>
          <a:lstStyle/>
          <a:p>
            <a:endParaRPr lang="zh-CN" altLang="en-US"/>
          </a:p>
        </p:txBody>
      </p:sp>
      <p:sp>
        <p:nvSpPr>
          <p:cNvPr id="41" name="Freeform: Shape 40">
            <a:extLst>
              <a:ext uri="{FF2B5EF4-FFF2-40B4-BE49-F238E27FC236}">
                <a16:creationId xmlns:a16="http://schemas.microsoft.com/office/drawing/2014/main" id="{CD446C2F-CCDD-8F0D-8B00-08F59DE5A5D2}"/>
              </a:ext>
            </a:extLst>
          </p:cNvPr>
          <p:cNvSpPr/>
          <p:nvPr/>
        </p:nvSpPr>
        <p:spPr>
          <a:xfrm>
            <a:off x="2019016" y="5300577"/>
            <a:ext cx="82455" cy="82455"/>
          </a:xfrm>
          <a:custGeom>
            <a:avLst/>
            <a:gdLst>
              <a:gd name="csX0" fmla="*/ 118331 w 118331"/>
              <a:gd name="csY0" fmla="*/ 0 h 118331"/>
              <a:gd name="csX1" fmla="*/ 0 w 118331"/>
              <a:gd name="csY1" fmla="*/ 118331 h 118331"/>
            </a:gdLst>
            <a:ahLst/>
            <a:cxnLst>
              <a:cxn ang="0">
                <a:pos x="csX0" y="csY0"/>
              </a:cxn>
              <a:cxn ang="0">
                <a:pos x="csX1" y="csY1"/>
              </a:cxn>
            </a:cxnLst>
            <a:rect l="l" t="t" r="r" b="b"/>
            <a:pathLst>
              <a:path w="118331" h="118331">
                <a:moveTo>
                  <a:pt x="118331" y="0"/>
                </a:moveTo>
                <a:lnTo>
                  <a:pt x="0" y="118331"/>
                </a:lnTo>
              </a:path>
            </a:pathLst>
          </a:custGeom>
          <a:ln w="17859" cap="flat">
            <a:solidFill>
              <a:srgbClr val="FFFFFF"/>
            </a:solidFill>
            <a:prstDash val="solid"/>
            <a:miter/>
          </a:ln>
        </p:spPr>
        <p:txBody>
          <a:bodyPr/>
          <a:lstStyle/>
          <a:p>
            <a:endParaRPr lang="zh-CN" altLang="en-US"/>
          </a:p>
        </p:txBody>
      </p:sp>
      <p:pic>
        <p:nvPicPr>
          <p:cNvPr id="29" name="Picture 7">
            <a:extLst>
              <a:ext uri="{FF2B5EF4-FFF2-40B4-BE49-F238E27FC236}">
                <a16:creationId xmlns:a16="http://schemas.microsoft.com/office/drawing/2014/main" id="{B3C0B653-EADD-88AE-40D1-A90A2C175C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V="1">
            <a:off x="10571948" y="1923944"/>
            <a:ext cx="186773" cy="18677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4">
            <a:extLst>
              <a:ext uri="{FF2B5EF4-FFF2-40B4-BE49-F238E27FC236}">
                <a16:creationId xmlns:a16="http://schemas.microsoft.com/office/drawing/2014/main" id="{C3ED4A89-B4CE-6211-E56B-20FE1961CD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85175" y="1923944"/>
            <a:ext cx="186773" cy="186773"/>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a:extLst>
              <a:ext uri="{FF2B5EF4-FFF2-40B4-BE49-F238E27FC236}">
                <a16:creationId xmlns:a16="http://schemas.microsoft.com/office/drawing/2014/main" id="{0E221D3B-9F9A-4914-D78D-FBC3EA70DE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96659" y="2126950"/>
            <a:ext cx="186773" cy="18677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3" name="Tabelle 41">
            <a:extLst>
              <a:ext uri="{FF2B5EF4-FFF2-40B4-BE49-F238E27FC236}">
                <a16:creationId xmlns:a16="http://schemas.microsoft.com/office/drawing/2014/main" id="{9FC067CA-3F8D-3BA4-5B2E-EE7A8854325E}"/>
              </a:ext>
            </a:extLst>
          </p:cNvPr>
          <p:cNvGraphicFramePr>
            <a:graphicFrameLocks noGrp="1"/>
          </p:cNvGraphicFramePr>
          <p:nvPr/>
        </p:nvGraphicFramePr>
        <p:xfrm>
          <a:off x="7446947" y="2859795"/>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altLang="zh-CN" sz="9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rPr>
                        <a:t>Non-CDN STING FR</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bg1"/>
                          </a:solidFill>
                        </a:rPr>
                        <a:t>1L sqNSCLC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194513473"/>
                  </a:ext>
                </a:extLst>
              </a:tr>
            </a:tbl>
          </a:graphicData>
        </a:graphic>
      </p:graphicFrame>
      <p:graphicFrame>
        <p:nvGraphicFramePr>
          <p:cNvPr id="39" name="Tabelle 41">
            <a:extLst>
              <a:ext uri="{FF2B5EF4-FFF2-40B4-BE49-F238E27FC236}">
                <a16:creationId xmlns:a16="http://schemas.microsoft.com/office/drawing/2014/main" id="{3AAEA128-6A29-D42C-BAA8-1176FD59E940}"/>
              </a:ext>
            </a:extLst>
          </p:cNvPr>
          <p:cNvGraphicFramePr>
            <a:graphicFrameLocks noGrp="1"/>
          </p:cNvGraphicFramePr>
          <p:nvPr/>
        </p:nvGraphicFramePr>
        <p:xfrm>
          <a:off x="6106210" y="3374520"/>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altLang="zh-CN" sz="9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rPr>
                        <a:t>B7-H6/CD3</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bg1"/>
                          </a:solidFill>
                        </a:rPr>
                        <a:t>CRC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194513473"/>
                  </a:ext>
                </a:extLst>
              </a:tr>
            </a:tbl>
          </a:graphicData>
        </a:graphic>
      </p:graphicFrame>
      <p:graphicFrame>
        <p:nvGraphicFramePr>
          <p:cNvPr id="47" name="Tabelle 41">
            <a:extLst>
              <a:ext uri="{FF2B5EF4-FFF2-40B4-BE49-F238E27FC236}">
                <a16:creationId xmlns:a16="http://schemas.microsoft.com/office/drawing/2014/main" id="{DB7049DF-AB80-28B5-A3D5-0FD463329AE4}"/>
              </a:ext>
            </a:extLst>
          </p:cNvPr>
          <p:cNvGraphicFramePr>
            <a:graphicFrameLocks noGrp="1"/>
          </p:cNvGraphicFramePr>
          <p:nvPr>
            <p:extLst>
              <p:ext uri="{D42A27DB-BD31-4B8C-83A1-F6EECF244321}">
                <p14:modId xmlns:p14="http://schemas.microsoft.com/office/powerpoint/2010/main" val="2976520311"/>
              </p:ext>
            </p:extLst>
          </p:nvPr>
        </p:nvGraphicFramePr>
        <p:xfrm>
          <a:off x="3111248" y="2265766"/>
          <a:ext cx="1294151" cy="471914"/>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244093">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altLang="zh-CN" sz="900" b="1" i="0" u="none" strike="noStrike" kern="0" cap="none" spc="0" normalizeH="0" baseline="0" noProof="0">
                          <a:ln>
                            <a:noFill/>
                          </a:ln>
                          <a:solidFill>
                            <a:srgbClr val="FFFFFF"/>
                          </a:solidFill>
                          <a:effectLst/>
                          <a:uLnTx/>
                          <a:uFillTx/>
                          <a:latin typeface="Boehringer Forward Text"/>
                          <a:ea typeface="+mn-ea"/>
                          <a:cs typeface="Calibri"/>
                        </a:rPr>
                        <a:t>KRAS</a:t>
                      </a:r>
                      <a:r>
                        <a:rPr kumimoji="0" lang="de-DE" altLang="zh-CN" sz="900" b="1" i="0" u="none" strike="noStrike" kern="0" cap="none" spc="0" normalizeH="0" baseline="30000" noProof="0">
                          <a:ln>
                            <a:noFill/>
                          </a:ln>
                          <a:solidFill>
                            <a:srgbClr val="FFFFFF"/>
                          </a:solidFill>
                          <a:effectLst/>
                          <a:uLnTx/>
                          <a:uFillTx/>
                          <a:latin typeface="Boehringer Forward Text"/>
                          <a:ea typeface="+mn-ea"/>
                          <a:cs typeface="Calibri"/>
                        </a:rPr>
                        <a:t>multi</a:t>
                      </a:r>
                      <a:r>
                        <a:rPr kumimoji="0" lang="de-DE" altLang="zh-CN" sz="900" b="1" i="0" u="none" strike="noStrike" kern="0" cap="none" spc="0" normalizeH="0" baseline="0" noProof="0">
                          <a:ln>
                            <a:noFill/>
                          </a:ln>
                          <a:solidFill>
                            <a:srgbClr val="FFFFFF"/>
                          </a:solidFill>
                          <a:effectLst/>
                          <a:uLnTx/>
                          <a:uFillTx/>
                          <a:latin typeface="Boehringer Forward Text"/>
                          <a:ea typeface="+mn-ea"/>
                          <a:cs typeface="Calibri"/>
                        </a:rPr>
                        <a:t> degrader</a:t>
                      </a:r>
                      <a:endParaRPr kumimoji="0" lang="de-DE" altLang="zh-CN" sz="9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227821">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CRC; NSCLC; PDAC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sp>
        <p:nvSpPr>
          <p:cNvPr id="48" name="Rectangle 47">
            <a:extLst>
              <a:ext uri="{FF2B5EF4-FFF2-40B4-BE49-F238E27FC236}">
                <a16:creationId xmlns:a16="http://schemas.microsoft.com/office/drawing/2014/main" id="{57F446A4-BFEB-6D31-341A-7335630C6024}"/>
              </a:ext>
            </a:extLst>
          </p:cNvPr>
          <p:cNvSpPr/>
          <p:nvPr/>
        </p:nvSpPr>
        <p:spPr bwMode="gray">
          <a:xfrm>
            <a:off x="3106413" y="2499709"/>
            <a:ext cx="1289653" cy="231378"/>
          </a:xfrm>
          <a:prstGeom prst="rect">
            <a:avLst/>
          </a:prstGeom>
          <a:noFill/>
          <a:ln w="12700">
            <a:solidFill>
              <a:srgbClr val="E186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graphicFrame>
        <p:nvGraphicFramePr>
          <p:cNvPr id="49" name="Tabelle 41">
            <a:extLst>
              <a:ext uri="{FF2B5EF4-FFF2-40B4-BE49-F238E27FC236}">
                <a16:creationId xmlns:a16="http://schemas.microsoft.com/office/drawing/2014/main" id="{A88E6C2E-5032-4BDF-528E-14486E26E582}"/>
              </a:ext>
            </a:extLst>
          </p:cNvPr>
          <p:cNvGraphicFramePr>
            <a:graphicFrameLocks noGrp="1"/>
          </p:cNvGraphicFramePr>
          <p:nvPr/>
        </p:nvGraphicFramePr>
        <p:xfrm>
          <a:off x="6119948" y="3874691"/>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SIRP</a:t>
                      </a:r>
                      <a:r>
                        <a:rPr lang="el-GR" sz="900" b="1" i="0" u="none" strike="noStrike" kern="0" cap="none" spc="0" normalizeH="0" baseline="0" noProof="0">
                          <a:ln>
                            <a:noFill/>
                          </a:ln>
                          <a:solidFill>
                            <a:schemeClr val="bg1"/>
                          </a:solidFill>
                          <a:effectLst/>
                          <a:uLnTx/>
                          <a:uFillTx/>
                          <a:latin typeface="BISansOpti"/>
                          <a:cs typeface="Calibri"/>
                        </a:rPr>
                        <a:t>α </a:t>
                      </a:r>
                      <a:r>
                        <a:rPr lang="de-DE" sz="900" b="1" i="0" u="none" strike="noStrike" kern="0" cap="none" spc="0" normalizeH="0" baseline="0" noProof="0">
                          <a:ln>
                            <a:noFill/>
                          </a:ln>
                          <a:solidFill>
                            <a:schemeClr val="bg1"/>
                          </a:solidFill>
                          <a:effectLst/>
                          <a:uLnTx/>
                          <a:uFillTx/>
                          <a:latin typeface="BISansOpti"/>
                          <a:cs typeface="Calibri"/>
                        </a:rPr>
                        <a:t>NG</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HNSCC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sp>
        <p:nvSpPr>
          <p:cNvPr id="50" name="Rectangle 49">
            <a:extLst>
              <a:ext uri="{FF2B5EF4-FFF2-40B4-BE49-F238E27FC236}">
                <a16:creationId xmlns:a16="http://schemas.microsoft.com/office/drawing/2014/main" id="{B720069A-A0D1-1B01-C76F-1E69B3688982}"/>
              </a:ext>
            </a:extLst>
          </p:cNvPr>
          <p:cNvSpPr/>
          <p:nvPr/>
        </p:nvSpPr>
        <p:spPr bwMode="gray">
          <a:xfrm>
            <a:off x="6123151" y="4089462"/>
            <a:ext cx="1289653" cy="231378"/>
          </a:xfrm>
          <a:prstGeom prst="rect">
            <a:avLst/>
          </a:prstGeom>
          <a:noFill/>
          <a:ln w="12700">
            <a:solidFill>
              <a:srgbClr val="E186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graphicFrame>
        <p:nvGraphicFramePr>
          <p:cNvPr id="51" name="Tabelle 41">
            <a:extLst>
              <a:ext uri="{FF2B5EF4-FFF2-40B4-BE49-F238E27FC236}">
                <a16:creationId xmlns:a16="http://schemas.microsoft.com/office/drawing/2014/main" id="{3C5F0210-5BDC-0A66-C2BB-13524D9BBECB}"/>
              </a:ext>
            </a:extLst>
          </p:cNvPr>
          <p:cNvGraphicFramePr>
            <a:graphicFrameLocks noGrp="1"/>
          </p:cNvGraphicFramePr>
          <p:nvPr/>
        </p:nvGraphicFramePr>
        <p:xfrm>
          <a:off x="7438417" y="3864804"/>
          <a:ext cx="1294151" cy="42672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altLang="zh-CN" sz="9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rPr>
                        <a:t>VSV-GP</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700">
                          <a:solidFill>
                            <a:schemeClr val="accent3">
                              <a:lumMod val="50000"/>
                            </a:schemeClr>
                          </a:solidFill>
                        </a:rPr>
                        <a:t>PDAC; HNSCC; Melanoma</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sp>
        <p:nvSpPr>
          <p:cNvPr id="52" name="Rectangle 51">
            <a:extLst>
              <a:ext uri="{FF2B5EF4-FFF2-40B4-BE49-F238E27FC236}">
                <a16:creationId xmlns:a16="http://schemas.microsoft.com/office/drawing/2014/main" id="{C5A88B1C-52D6-5592-B092-D1A8137BDA02}"/>
              </a:ext>
            </a:extLst>
          </p:cNvPr>
          <p:cNvSpPr/>
          <p:nvPr/>
        </p:nvSpPr>
        <p:spPr bwMode="gray">
          <a:xfrm>
            <a:off x="7441620" y="4079575"/>
            <a:ext cx="1289653" cy="231378"/>
          </a:xfrm>
          <a:prstGeom prst="rect">
            <a:avLst/>
          </a:prstGeom>
          <a:noFill/>
          <a:ln w="12700">
            <a:solidFill>
              <a:srgbClr val="E186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graphicFrame>
        <p:nvGraphicFramePr>
          <p:cNvPr id="53" name="Tabelle 41">
            <a:extLst>
              <a:ext uri="{FF2B5EF4-FFF2-40B4-BE49-F238E27FC236}">
                <a16:creationId xmlns:a16="http://schemas.microsoft.com/office/drawing/2014/main" id="{DD5F2186-AF46-45E3-DEEB-880154A6A8A4}"/>
              </a:ext>
            </a:extLst>
          </p:cNvPr>
          <p:cNvGraphicFramePr>
            <a:graphicFrameLocks noGrp="1"/>
          </p:cNvGraphicFramePr>
          <p:nvPr/>
        </p:nvGraphicFramePr>
        <p:xfrm>
          <a:off x="7455868" y="3373447"/>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de-DE" altLang="zh-CN" sz="9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rPr>
                        <a:t>KRAS G12D inh.</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bg1"/>
                          </a:solidFill>
                        </a:rPr>
                        <a:t>CRC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194513473"/>
                  </a:ext>
                </a:extLst>
              </a:tr>
            </a:tbl>
          </a:graphicData>
        </a:graphic>
      </p:graphicFrame>
      <p:graphicFrame>
        <p:nvGraphicFramePr>
          <p:cNvPr id="55" name="Tabelle 41">
            <a:extLst>
              <a:ext uri="{FF2B5EF4-FFF2-40B4-BE49-F238E27FC236}">
                <a16:creationId xmlns:a16="http://schemas.microsoft.com/office/drawing/2014/main" id="{939485EB-DAC1-1DC3-B3D4-0B6AE7A22834}"/>
              </a:ext>
            </a:extLst>
          </p:cNvPr>
          <p:cNvGraphicFramePr>
            <a:graphicFrameLocks noGrp="1"/>
          </p:cNvGraphicFramePr>
          <p:nvPr/>
        </p:nvGraphicFramePr>
        <p:xfrm>
          <a:off x="3095017" y="3269444"/>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VSV-GP-GSDME-IL12</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TNBC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graphicFrame>
        <p:nvGraphicFramePr>
          <p:cNvPr id="59" name="Tabelle 41">
            <a:extLst>
              <a:ext uri="{FF2B5EF4-FFF2-40B4-BE49-F238E27FC236}">
                <a16:creationId xmlns:a16="http://schemas.microsoft.com/office/drawing/2014/main" id="{5B678FE7-5D63-1DDF-B106-F5F577B176AB}"/>
              </a:ext>
            </a:extLst>
          </p:cNvPr>
          <p:cNvGraphicFramePr>
            <a:graphicFrameLocks noGrp="1"/>
          </p:cNvGraphicFramePr>
          <p:nvPr/>
        </p:nvGraphicFramePr>
        <p:xfrm>
          <a:off x="7437122" y="4385163"/>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ODC-IL12</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Melanoma</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sp>
        <p:nvSpPr>
          <p:cNvPr id="60" name="Rectangle 59">
            <a:extLst>
              <a:ext uri="{FF2B5EF4-FFF2-40B4-BE49-F238E27FC236}">
                <a16:creationId xmlns:a16="http://schemas.microsoft.com/office/drawing/2014/main" id="{E9F10CAE-4E68-586E-8708-3E486C2F01A1}"/>
              </a:ext>
            </a:extLst>
          </p:cNvPr>
          <p:cNvSpPr/>
          <p:nvPr/>
        </p:nvSpPr>
        <p:spPr bwMode="gray">
          <a:xfrm>
            <a:off x="7440325" y="4599934"/>
            <a:ext cx="1289653" cy="231378"/>
          </a:xfrm>
          <a:prstGeom prst="rect">
            <a:avLst/>
          </a:prstGeom>
          <a:noFill/>
          <a:ln w="12700">
            <a:solidFill>
              <a:srgbClr val="E186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graphicFrame>
        <p:nvGraphicFramePr>
          <p:cNvPr id="61" name="Tabelle 41">
            <a:extLst>
              <a:ext uri="{FF2B5EF4-FFF2-40B4-BE49-F238E27FC236}">
                <a16:creationId xmlns:a16="http://schemas.microsoft.com/office/drawing/2014/main" id="{B1277A3B-9DF4-21E5-F73B-266E39487418}"/>
              </a:ext>
            </a:extLst>
          </p:cNvPr>
          <p:cNvGraphicFramePr>
            <a:graphicFrameLocks noGrp="1"/>
          </p:cNvGraphicFramePr>
          <p:nvPr/>
        </p:nvGraphicFramePr>
        <p:xfrm>
          <a:off x="6095233" y="4380651"/>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ALPG/CD3 TcE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Solid tumors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graphicFrame>
        <p:nvGraphicFramePr>
          <p:cNvPr id="62" name="Tabelle 41">
            <a:extLst>
              <a:ext uri="{FF2B5EF4-FFF2-40B4-BE49-F238E27FC236}">
                <a16:creationId xmlns:a16="http://schemas.microsoft.com/office/drawing/2014/main" id="{00C4901B-7977-FD29-7B2D-6C50FF17CF03}"/>
              </a:ext>
            </a:extLst>
          </p:cNvPr>
          <p:cNvGraphicFramePr>
            <a:graphicFrameLocks noGrp="1"/>
          </p:cNvGraphicFramePr>
          <p:nvPr/>
        </p:nvGraphicFramePr>
        <p:xfrm>
          <a:off x="3095017" y="2770723"/>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Anti-LAYN antibody</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Solid tumors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sp>
        <p:nvSpPr>
          <p:cNvPr id="63" name="Rectangle 62">
            <a:extLst>
              <a:ext uri="{FF2B5EF4-FFF2-40B4-BE49-F238E27FC236}">
                <a16:creationId xmlns:a16="http://schemas.microsoft.com/office/drawing/2014/main" id="{E765FC78-47C9-DBF9-A5FB-242024FB17B1}"/>
              </a:ext>
            </a:extLst>
          </p:cNvPr>
          <p:cNvSpPr/>
          <p:nvPr/>
        </p:nvSpPr>
        <p:spPr bwMode="gray">
          <a:xfrm>
            <a:off x="6108149" y="4588618"/>
            <a:ext cx="1289653" cy="231378"/>
          </a:xfrm>
          <a:prstGeom prst="rect">
            <a:avLst/>
          </a:prstGeom>
          <a:noFill/>
          <a:ln w="12700">
            <a:solidFill>
              <a:srgbClr val="E186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65" name="Rectangle 64">
            <a:extLst>
              <a:ext uri="{FF2B5EF4-FFF2-40B4-BE49-F238E27FC236}">
                <a16:creationId xmlns:a16="http://schemas.microsoft.com/office/drawing/2014/main" id="{BE24EDA4-09E0-362D-7DE5-8581AC22E638}"/>
              </a:ext>
            </a:extLst>
          </p:cNvPr>
          <p:cNvSpPr/>
          <p:nvPr/>
        </p:nvSpPr>
        <p:spPr bwMode="gray">
          <a:xfrm>
            <a:off x="3107933" y="2978690"/>
            <a:ext cx="1289653" cy="231378"/>
          </a:xfrm>
          <a:prstGeom prst="rect">
            <a:avLst/>
          </a:prstGeom>
          <a:noFill/>
          <a:ln w="12700">
            <a:solidFill>
              <a:srgbClr val="E186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graphicFrame>
        <p:nvGraphicFramePr>
          <p:cNvPr id="68" name="Tabelle 41">
            <a:extLst>
              <a:ext uri="{FF2B5EF4-FFF2-40B4-BE49-F238E27FC236}">
                <a16:creationId xmlns:a16="http://schemas.microsoft.com/office/drawing/2014/main" id="{B96A9E64-2141-7753-E67C-B1E4FFEBE758}"/>
              </a:ext>
            </a:extLst>
          </p:cNvPr>
          <p:cNvGraphicFramePr>
            <a:graphicFrameLocks noGrp="1"/>
          </p:cNvGraphicFramePr>
          <p:nvPr/>
        </p:nvGraphicFramePr>
        <p:xfrm>
          <a:off x="3103210" y="3767067"/>
          <a:ext cx="1294151" cy="57912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sv-SE" sz="900" b="1" i="0" u="none" strike="noStrike" kern="0" cap="none" spc="0" normalizeH="0" baseline="0" noProof="0">
                          <a:ln>
                            <a:noFill/>
                          </a:ln>
                          <a:solidFill>
                            <a:schemeClr val="bg1"/>
                          </a:solidFill>
                          <a:effectLst/>
                          <a:uLnTx/>
                          <a:uFillTx/>
                          <a:latin typeface="BISansOpti"/>
                          <a:cs typeface="Calibri"/>
                        </a:rPr>
                        <a:t>BTN3A/CLDN6</a:t>
                      </a:r>
                    </a:p>
                    <a:p>
                      <a:pPr marL="0" marR="0" lvl="0" indent="0" algn="ctr" defTabSz="914241" rtl="0" eaLnBrk="1" fontAlgn="auto" latinLnBrk="0" hangingPunct="1">
                        <a:lnSpc>
                          <a:spcPct val="100000"/>
                        </a:lnSpc>
                        <a:buClrTx/>
                        <a:buSzTx/>
                        <a:buFontTx/>
                        <a:buNone/>
                        <a:tabLst/>
                        <a:defRPr/>
                      </a:pPr>
                      <a:r>
                        <a:rPr lang="sv-SE" sz="900" b="1" i="0" u="none" strike="noStrike" kern="0" cap="none" spc="0" normalizeH="0" baseline="0" noProof="0">
                          <a:ln>
                            <a:noFill/>
                          </a:ln>
                          <a:solidFill>
                            <a:schemeClr val="bg1"/>
                          </a:solidFill>
                          <a:effectLst/>
                          <a:uLnTx/>
                          <a:uFillTx/>
                          <a:latin typeface="BISansOpti"/>
                          <a:cs typeface="Calibri"/>
                        </a:rPr>
                        <a:t>gamma-delta TcE</a:t>
                      </a:r>
                      <a:endParaRPr lang="de-DE" sz="900" b="1" i="0" u="none" strike="noStrike" kern="0" cap="none" spc="0" normalizeH="0" baseline="0" noProof="0">
                        <a:ln>
                          <a:noFill/>
                        </a:ln>
                        <a:solidFill>
                          <a:schemeClr val="bg1"/>
                        </a:solidFill>
                        <a:effectLst/>
                        <a:uLnTx/>
                        <a:uFillTx/>
                        <a:latin typeface="BISansOpti"/>
                        <a:cs typeface="Calibri"/>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OV; EC; TC; LC; GC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graphicFrame>
        <p:nvGraphicFramePr>
          <p:cNvPr id="69" name="Tabelle 41">
            <a:extLst>
              <a:ext uri="{FF2B5EF4-FFF2-40B4-BE49-F238E27FC236}">
                <a16:creationId xmlns:a16="http://schemas.microsoft.com/office/drawing/2014/main" id="{15E4FC57-E30F-A4E9-490D-7E0BBB16485D}"/>
              </a:ext>
            </a:extLst>
          </p:cNvPr>
          <p:cNvGraphicFramePr>
            <a:graphicFrameLocks noGrp="1"/>
          </p:cNvGraphicFramePr>
          <p:nvPr/>
        </p:nvGraphicFramePr>
        <p:xfrm>
          <a:off x="3103210" y="4398233"/>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sv-SE" sz="900" b="1" i="0" u="none" strike="noStrike" kern="0" cap="none" spc="0" normalizeH="0" baseline="0" noProof="0">
                          <a:ln>
                            <a:noFill/>
                          </a:ln>
                          <a:solidFill>
                            <a:schemeClr val="bg1"/>
                          </a:solidFill>
                          <a:effectLst/>
                          <a:uLnTx/>
                          <a:uFillTx/>
                          <a:latin typeface="BISansOpti"/>
                          <a:cs typeface="Calibri"/>
                        </a:rPr>
                        <a:t>CDCP-1 ADC</a:t>
                      </a:r>
                      <a:endParaRPr lang="de-DE" sz="900" b="1" i="0" u="none" strike="noStrike" kern="0" cap="none" spc="0" normalizeH="0" baseline="0" noProof="0">
                        <a:ln>
                          <a:noFill/>
                        </a:ln>
                        <a:solidFill>
                          <a:schemeClr val="bg1"/>
                        </a:solidFill>
                        <a:effectLst/>
                        <a:uLnTx/>
                        <a:uFillTx/>
                        <a:latin typeface="BISansOpti"/>
                        <a:cs typeface="Calibri"/>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NSCLC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graphicFrame>
        <p:nvGraphicFramePr>
          <p:cNvPr id="71" name="Tabelle 41">
            <a:extLst>
              <a:ext uri="{FF2B5EF4-FFF2-40B4-BE49-F238E27FC236}">
                <a16:creationId xmlns:a16="http://schemas.microsoft.com/office/drawing/2014/main" id="{7BCFAF8C-9C5D-79C7-26FD-9455D6280C67}"/>
              </a:ext>
            </a:extLst>
          </p:cNvPr>
          <p:cNvGraphicFramePr>
            <a:graphicFrameLocks noGrp="1"/>
          </p:cNvGraphicFramePr>
          <p:nvPr/>
        </p:nvGraphicFramePr>
        <p:xfrm>
          <a:off x="4481895" y="2284938"/>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sv-SE" sz="900" b="1" i="0" u="none" strike="noStrike" kern="0" cap="none" spc="0" normalizeH="0" baseline="0" noProof="0">
                          <a:ln>
                            <a:noFill/>
                          </a:ln>
                          <a:solidFill>
                            <a:schemeClr val="bg1"/>
                          </a:solidFill>
                          <a:effectLst/>
                          <a:uLnTx/>
                          <a:uFillTx/>
                          <a:latin typeface="BISansOpti"/>
                          <a:cs typeface="Calibri"/>
                        </a:rPr>
                        <a:t>HPK1 Degrader</a:t>
                      </a:r>
                      <a:endParaRPr lang="de-DE" sz="900" b="1" i="0" u="none" strike="noStrike" kern="0" cap="none" spc="0" normalizeH="0" baseline="0" noProof="0">
                        <a:ln>
                          <a:noFill/>
                        </a:ln>
                        <a:solidFill>
                          <a:schemeClr val="bg1"/>
                        </a:solidFill>
                        <a:effectLst/>
                        <a:uLnTx/>
                        <a:uFillTx/>
                        <a:latin typeface="BISansOpti"/>
                        <a:cs typeface="Calibri"/>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RCC; NSCLC; HNSCC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graphicFrame>
        <p:nvGraphicFramePr>
          <p:cNvPr id="72" name="Tabelle 41">
            <a:extLst>
              <a:ext uri="{FF2B5EF4-FFF2-40B4-BE49-F238E27FC236}">
                <a16:creationId xmlns:a16="http://schemas.microsoft.com/office/drawing/2014/main" id="{9EBD6441-70A2-43AA-F2DF-D3AAA82410AE}"/>
              </a:ext>
            </a:extLst>
          </p:cNvPr>
          <p:cNvGraphicFramePr>
            <a:graphicFrameLocks noGrp="1"/>
          </p:cNvGraphicFramePr>
          <p:nvPr>
            <p:extLst>
              <p:ext uri="{D42A27DB-BD31-4B8C-83A1-F6EECF244321}">
                <p14:modId xmlns:p14="http://schemas.microsoft.com/office/powerpoint/2010/main" val="1921406157"/>
              </p:ext>
            </p:extLst>
          </p:nvPr>
        </p:nvGraphicFramePr>
        <p:xfrm>
          <a:off x="4473704" y="2765156"/>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sv-SE" sz="900" b="1" i="0" u="none" strike="noStrike" kern="0" cap="none" spc="0" normalizeH="0" baseline="0" noProof="0">
                          <a:ln>
                            <a:noFill/>
                          </a:ln>
                          <a:solidFill>
                            <a:schemeClr val="bg1"/>
                          </a:solidFill>
                          <a:effectLst/>
                          <a:uLnTx/>
                          <a:uFillTx/>
                          <a:latin typeface="BISansOpti"/>
                          <a:cs typeface="Calibri"/>
                        </a:rPr>
                        <a:t>LY6K-HLA/CD3</a:t>
                      </a:r>
                      <a:endParaRPr lang="de-DE" sz="900" b="1" i="0" u="none" strike="noStrike" kern="0" cap="none" spc="0" normalizeH="0" baseline="0" noProof="0">
                        <a:ln>
                          <a:noFill/>
                        </a:ln>
                        <a:solidFill>
                          <a:schemeClr val="bg1"/>
                        </a:solidFill>
                        <a:effectLst/>
                        <a:uLnTx/>
                        <a:uFillTx/>
                        <a:latin typeface="BISansOpti"/>
                        <a:cs typeface="Calibri"/>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NSCLC; HNSCC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graphicFrame>
        <p:nvGraphicFramePr>
          <p:cNvPr id="73" name="Tabelle 41">
            <a:extLst>
              <a:ext uri="{FF2B5EF4-FFF2-40B4-BE49-F238E27FC236}">
                <a16:creationId xmlns:a16="http://schemas.microsoft.com/office/drawing/2014/main" id="{7F7B30DF-C02F-49C5-C465-9311CF774B4A}"/>
              </a:ext>
            </a:extLst>
          </p:cNvPr>
          <p:cNvGraphicFramePr>
            <a:graphicFrameLocks noGrp="1"/>
          </p:cNvGraphicFramePr>
          <p:nvPr>
            <p:extLst>
              <p:ext uri="{D42A27DB-BD31-4B8C-83A1-F6EECF244321}">
                <p14:modId xmlns:p14="http://schemas.microsoft.com/office/powerpoint/2010/main" val="2592671477"/>
              </p:ext>
            </p:extLst>
          </p:nvPr>
        </p:nvGraphicFramePr>
        <p:xfrm>
          <a:off x="4473704" y="3263878"/>
          <a:ext cx="1294151" cy="547397"/>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283136">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sv-SE" sz="900" b="1" i="0" u="none" strike="noStrike" kern="0" cap="none" spc="0" normalizeH="0" baseline="0" noProof="0">
                          <a:ln>
                            <a:noFill/>
                          </a:ln>
                          <a:solidFill>
                            <a:schemeClr val="bg1"/>
                          </a:solidFill>
                          <a:effectLst/>
                          <a:uLnTx/>
                          <a:uFillTx/>
                          <a:latin typeface="BISansOpti"/>
                          <a:cs typeface="Calibri"/>
                        </a:rPr>
                        <a:t>TAG72/CD3 ADC</a:t>
                      </a:r>
                      <a:endParaRPr lang="de-DE" sz="900" b="1" i="0" u="none" strike="noStrike" kern="0" cap="none" spc="0" normalizeH="0" baseline="0" noProof="0">
                        <a:ln>
                          <a:noFill/>
                        </a:ln>
                        <a:solidFill>
                          <a:schemeClr val="bg1"/>
                        </a:solidFill>
                        <a:effectLst/>
                        <a:uLnTx/>
                        <a:uFillTx/>
                        <a:latin typeface="BISansOpti"/>
                        <a:cs typeface="Calibri"/>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264261">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GC; NSCLC; OC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graphicFrame>
        <p:nvGraphicFramePr>
          <p:cNvPr id="74" name="Tabelle 41">
            <a:extLst>
              <a:ext uri="{FF2B5EF4-FFF2-40B4-BE49-F238E27FC236}">
                <a16:creationId xmlns:a16="http://schemas.microsoft.com/office/drawing/2014/main" id="{4D217796-62FD-E975-3702-B734159CC48D}"/>
              </a:ext>
            </a:extLst>
          </p:cNvPr>
          <p:cNvGraphicFramePr>
            <a:graphicFrameLocks noGrp="1"/>
          </p:cNvGraphicFramePr>
          <p:nvPr/>
        </p:nvGraphicFramePr>
        <p:xfrm>
          <a:off x="4481896" y="3925795"/>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sv-SE" sz="900" b="1" i="0" u="none" strike="noStrike" kern="0" cap="none" spc="0" normalizeH="0" baseline="0" noProof="0">
                          <a:ln>
                            <a:noFill/>
                          </a:ln>
                          <a:solidFill>
                            <a:schemeClr val="bg1"/>
                          </a:solidFill>
                          <a:effectLst/>
                          <a:uLnTx/>
                          <a:uFillTx/>
                          <a:latin typeface="BISansOpti"/>
                          <a:cs typeface="Calibri"/>
                        </a:rPr>
                        <a:t>YE IL2-IFNa</a:t>
                      </a:r>
                      <a:endParaRPr lang="de-DE" sz="900" b="1" i="0" u="none" strike="noStrike" kern="0" cap="none" spc="0" normalizeH="0" baseline="0" noProof="0">
                        <a:ln>
                          <a:noFill/>
                        </a:ln>
                        <a:solidFill>
                          <a:schemeClr val="bg1"/>
                        </a:solidFill>
                        <a:effectLst/>
                        <a:uLnTx/>
                        <a:uFillTx/>
                        <a:latin typeface="BISansOpti"/>
                        <a:cs typeface="Calibri"/>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TNBC</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graphicFrame>
        <p:nvGraphicFramePr>
          <p:cNvPr id="76" name="Tabelle 41">
            <a:extLst>
              <a:ext uri="{FF2B5EF4-FFF2-40B4-BE49-F238E27FC236}">
                <a16:creationId xmlns:a16="http://schemas.microsoft.com/office/drawing/2014/main" id="{079AE94D-55DA-615D-25C0-79F66375E5BD}"/>
              </a:ext>
            </a:extLst>
          </p:cNvPr>
          <p:cNvGraphicFramePr>
            <a:graphicFrameLocks noGrp="1"/>
          </p:cNvGraphicFramePr>
          <p:nvPr/>
        </p:nvGraphicFramePr>
        <p:xfrm>
          <a:off x="4473704" y="4398233"/>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sv-SE" sz="900" b="1" i="0" u="none" strike="noStrike" kern="0" cap="none" spc="0" normalizeH="0" baseline="0" noProof="0">
                          <a:ln>
                            <a:noFill/>
                          </a:ln>
                          <a:solidFill>
                            <a:schemeClr val="bg1"/>
                          </a:solidFill>
                          <a:effectLst/>
                          <a:uLnTx/>
                          <a:uFillTx/>
                          <a:latin typeface="BISansOpti"/>
                          <a:cs typeface="Calibri"/>
                        </a:rPr>
                        <a:t>YE-cGAS/RIG1</a:t>
                      </a:r>
                      <a:endParaRPr lang="de-DE" sz="900" b="1" i="0" u="none" strike="noStrike" kern="0" cap="none" spc="0" normalizeH="0" baseline="0" noProof="0">
                        <a:ln>
                          <a:noFill/>
                        </a:ln>
                        <a:solidFill>
                          <a:schemeClr val="bg1"/>
                        </a:solidFill>
                        <a:effectLst/>
                        <a:uLnTx/>
                        <a:uFillTx/>
                        <a:latin typeface="BISansOpti"/>
                        <a:cs typeface="Calibri"/>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HNSCC; Melanoma</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sp>
        <p:nvSpPr>
          <p:cNvPr id="4" name="Rectangle: Rounded Corners 3">
            <a:extLst>
              <a:ext uri="{FF2B5EF4-FFF2-40B4-BE49-F238E27FC236}">
                <a16:creationId xmlns:a16="http://schemas.microsoft.com/office/drawing/2014/main" id="{D63A0094-B6F1-2657-7481-0CD98864FD11}"/>
              </a:ext>
            </a:extLst>
          </p:cNvPr>
          <p:cNvSpPr/>
          <p:nvPr/>
        </p:nvSpPr>
        <p:spPr bwMode="gray">
          <a:xfrm>
            <a:off x="1346791" y="4508406"/>
            <a:ext cx="1495646" cy="351126"/>
          </a:xfrm>
          <a:prstGeom prst="round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pic>
        <p:nvPicPr>
          <p:cNvPr id="5" name="Graphic 4" descr="Fireworks with solid fill">
            <a:extLst>
              <a:ext uri="{FF2B5EF4-FFF2-40B4-BE49-F238E27FC236}">
                <a16:creationId xmlns:a16="http://schemas.microsoft.com/office/drawing/2014/main" id="{D67DC721-90B6-D927-C3CB-163DD9AF67A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69251" y="2099526"/>
            <a:ext cx="288303" cy="288303"/>
          </a:xfrm>
          <a:prstGeom prst="rect">
            <a:avLst/>
          </a:prstGeom>
        </p:spPr>
      </p:pic>
      <p:sp>
        <p:nvSpPr>
          <p:cNvPr id="11" name="Slide Number Placeholder 10">
            <a:extLst>
              <a:ext uri="{FF2B5EF4-FFF2-40B4-BE49-F238E27FC236}">
                <a16:creationId xmlns:a16="http://schemas.microsoft.com/office/drawing/2014/main" id="{7033167F-12D9-03D3-7653-E068B3410D57}"/>
              </a:ext>
            </a:extLst>
          </p:cNvPr>
          <p:cNvSpPr>
            <a:spLocks noGrp="1"/>
          </p:cNvSpPr>
          <p:nvPr>
            <p:ph type="sldNum" sz="quarter" idx="12"/>
          </p:nvPr>
        </p:nvSpPr>
        <p:spPr/>
        <p:txBody>
          <a:bodyPr/>
          <a:lstStyle/>
          <a:p>
            <a:fld id="{8D70766E-ED60-4152-BABF-438224519024}" type="slidenum">
              <a:rPr lang="en-US" smtClean="0"/>
              <a:t>4</a:t>
            </a:fld>
            <a:endParaRPr lang="en-US"/>
          </a:p>
        </p:txBody>
      </p:sp>
      <p:sp>
        <p:nvSpPr>
          <p:cNvPr id="12" name="Rectangle: Rounded Corners 62">
            <a:extLst>
              <a:ext uri="{FF2B5EF4-FFF2-40B4-BE49-F238E27FC236}">
                <a16:creationId xmlns:a16="http://schemas.microsoft.com/office/drawing/2014/main" id="{CA30E0E1-B725-BBE0-8D4E-08AA616FDEA9}"/>
              </a:ext>
            </a:extLst>
          </p:cNvPr>
          <p:cNvSpPr/>
          <p:nvPr/>
        </p:nvSpPr>
        <p:spPr>
          <a:xfrm>
            <a:off x="849837" y="1037969"/>
            <a:ext cx="1162409" cy="241000"/>
          </a:xfrm>
          <a:prstGeom prst="rect">
            <a:avLst/>
          </a:prstGeom>
          <a:solidFill>
            <a:schemeClr val="tx2"/>
          </a:solidFill>
          <a:ln w="12700"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914241">
              <a:spcBef>
                <a:spcPts val="300"/>
              </a:spcBef>
              <a:spcAft>
                <a:spcPts val="300"/>
              </a:spcAft>
              <a:defRPr/>
            </a:pPr>
            <a:r>
              <a:rPr lang="en-US" altLang="zh-CN" sz="900" b="1" kern="0">
                <a:solidFill>
                  <a:prstClr val="white"/>
                </a:solidFill>
                <a:latin typeface="BISansOpti"/>
                <a:cs typeface="Calibri"/>
              </a:rPr>
              <a:t>Launched </a:t>
            </a:r>
            <a:endParaRPr lang="en-US" altLang="zh-CN" sz="900" b="1" i="0" u="none" strike="noStrike" kern="0" cap="none" spc="0" normalizeH="0" baseline="0" noProof="0">
              <a:ln>
                <a:noFill/>
              </a:ln>
              <a:solidFill>
                <a:prstClr val="white"/>
              </a:solidFill>
              <a:effectLst/>
              <a:uLnTx/>
              <a:uFillTx/>
              <a:latin typeface="BISansOpti"/>
              <a:cs typeface="Calibri"/>
            </a:endParaRPr>
          </a:p>
        </p:txBody>
      </p:sp>
      <p:sp>
        <p:nvSpPr>
          <p:cNvPr id="9" name="文本框 8">
            <a:extLst>
              <a:ext uri="{FF2B5EF4-FFF2-40B4-BE49-F238E27FC236}">
                <a16:creationId xmlns:a16="http://schemas.microsoft.com/office/drawing/2014/main" id="{CEC5BA6E-18E0-D131-56CC-3DD669ABE000}"/>
              </a:ext>
            </a:extLst>
          </p:cNvPr>
          <p:cNvSpPr txBox="1"/>
          <p:nvPr/>
        </p:nvSpPr>
        <p:spPr bwMode="gray">
          <a:xfrm>
            <a:off x="3389768" y="5957597"/>
            <a:ext cx="5686229" cy="892552"/>
          </a:xfrm>
          <a:prstGeom prst="rect">
            <a:avLst/>
          </a:prstGeom>
          <a:noFill/>
        </p:spPr>
        <p:txBody>
          <a:bodyPr wrap="square" lIns="0" tIns="0" rIns="0" bIns="0" rtlCol="0">
            <a:spAutoFit/>
          </a:bodyPr>
          <a:lstStyle/>
          <a:p>
            <a:pPr lvl="0" defTabSz="914241">
              <a:spcBef>
                <a:spcPts val="300"/>
              </a:spcBef>
              <a:spcAft>
                <a:spcPts val="300"/>
              </a:spcAft>
              <a:defRPr/>
            </a:pPr>
            <a:r>
              <a:rPr lang="de-DE" altLang="zh-CN" sz="1200" b="1" kern="0">
                <a:cs typeface="Calibri"/>
              </a:rPr>
              <a:t>KRAS</a:t>
            </a:r>
            <a:r>
              <a:rPr lang="de-DE" altLang="zh-CN" sz="1200" b="1" kern="0" baseline="30000">
                <a:cs typeface="Calibri"/>
              </a:rPr>
              <a:t>multi</a:t>
            </a:r>
            <a:r>
              <a:rPr lang="de-DE" altLang="zh-CN" sz="1200" b="1" kern="0">
                <a:cs typeface="Calibri"/>
              </a:rPr>
              <a:t> degrader:</a:t>
            </a:r>
          </a:p>
          <a:p>
            <a:pPr marL="171450" indent="-171450" defTabSz="914241">
              <a:spcBef>
                <a:spcPts val="300"/>
              </a:spcBef>
              <a:spcAft>
                <a:spcPts val="300"/>
              </a:spcAft>
              <a:buFontTx/>
              <a:buChar char="-"/>
              <a:defRPr/>
            </a:pPr>
            <a:r>
              <a:rPr lang="en-US" altLang="zh-CN" sz="1200"/>
              <a:t>Discontinuation of the Front Runner compound due to much more favorable tox profile in the Backup compound</a:t>
            </a:r>
          </a:p>
          <a:p>
            <a:pPr marL="171450" indent="-171450" defTabSz="914241">
              <a:spcBef>
                <a:spcPts val="300"/>
              </a:spcBef>
              <a:spcAft>
                <a:spcPts val="300"/>
              </a:spcAft>
              <a:buFontTx/>
              <a:buChar char="-"/>
              <a:defRPr/>
            </a:pPr>
            <a:r>
              <a:rPr lang="en-US" altLang="zh-CN" sz="1200"/>
              <a:t>Re-direct CMC investment and activity towards the backup compound</a:t>
            </a:r>
            <a:endParaRPr lang="de-DE" altLang="zh-CN" sz="1200"/>
          </a:p>
        </p:txBody>
      </p:sp>
      <p:sp>
        <p:nvSpPr>
          <p:cNvPr id="10" name="矩形: 圆角 9">
            <a:extLst>
              <a:ext uri="{FF2B5EF4-FFF2-40B4-BE49-F238E27FC236}">
                <a16:creationId xmlns:a16="http://schemas.microsoft.com/office/drawing/2014/main" id="{FA786202-BF89-27B9-16A3-B9C674EEBAED}"/>
              </a:ext>
            </a:extLst>
          </p:cNvPr>
          <p:cNvSpPr/>
          <p:nvPr/>
        </p:nvSpPr>
        <p:spPr bwMode="gray">
          <a:xfrm>
            <a:off x="3111248" y="5875425"/>
            <a:ext cx="6087836" cy="982753"/>
          </a:xfrm>
          <a:prstGeom prst="round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6" name="五角星 55">
            <a:extLst>
              <a:ext uri="{FF2B5EF4-FFF2-40B4-BE49-F238E27FC236}">
                <a16:creationId xmlns:a16="http://schemas.microsoft.com/office/drawing/2014/main" id="{DAE95049-1B05-89A2-00FF-E0AC6BFA8CB0}"/>
              </a:ext>
            </a:extLst>
          </p:cNvPr>
          <p:cNvSpPr>
            <a:spLocks/>
          </p:cNvSpPr>
          <p:nvPr/>
        </p:nvSpPr>
        <p:spPr bwMode="auto">
          <a:xfrm>
            <a:off x="5530334" y="2977171"/>
            <a:ext cx="245712" cy="197429"/>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Tree>
    <p:extLst>
      <p:ext uri="{BB962C8B-B14F-4D97-AF65-F5344CB8AC3E}">
        <p14:creationId xmlns:p14="http://schemas.microsoft.com/office/powerpoint/2010/main" val="3169785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57DFD-FDF2-D3FD-C479-5FA4818C5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E90E4-9938-82C3-CC1F-A290D3758317}"/>
              </a:ext>
            </a:extLst>
          </p:cNvPr>
          <p:cNvSpPr>
            <a:spLocks noGrp="1"/>
          </p:cNvSpPr>
          <p:nvPr>
            <p:ph type="title"/>
          </p:nvPr>
        </p:nvSpPr>
        <p:spPr/>
        <p:txBody>
          <a:bodyPr/>
          <a:lstStyle/>
          <a:p>
            <a:r>
              <a:rPr lang="en-US" altLang="zh-CN"/>
              <a:t>2026 ONC Key Milestone Overview</a:t>
            </a:r>
            <a:endParaRPr lang="zh-CN" altLang="en-US"/>
          </a:p>
        </p:txBody>
      </p:sp>
      <p:sp>
        <p:nvSpPr>
          <p:cNvPr id="6" name="AutoShape 2">
            <a:extLst>
              <a:ext uri="{FF2B5EF4-FFF2-40B4-BE49-F238E27FC236}">
                <a16:creationId xmlns:a16="http://schemas.microsoft.com/office/drawing/2014/main" id="{F516F005-85E0-068A-0BDD-C47DF07FCB48}"/>
              </a:ext>
            </a:extLst>
          </p:cNvPr>
          <p:cNvSpPr>
            <a:spLocks noChangeArrowheads="1"/>
          </p:cNvSpPr>
          <p:nvPr/>
        </p:nvSpPr>
        <p:spPr bwMode="gray">
          <a:xfrm>
            <a:off x="339724" y="3110172"/>
            <a:ext cx="11232000" cy="218440"/>
          </a:xfrm>
          <a:custGeom>
            <a:avLst/>
            <a:gdLst>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61211 w 10440925"/>
              <a:gd name="connsiteY5" fmla="*/ 99783 h 199566"/>
              <a:gd name="connsiteX6" fmla="*/ 0 w 10440925"/>
              <a:gd name="connsiteY6" fmla="*/ 0 h 199566"/>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0 w 10440925"/>
              <a:gd name="connsiteY5" fmla="*/ 0 h 19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40925" h="199566">
                <a:moveTo>
                  <a:pt x="0" y="0"/>
                </a:moveTo>
                <a:lnTo>
                  <a:pt x="10379714" y="0"/>
                </a:lnTo>
                <a:lnTo>
                  <a:pt x="10440925" y="99783"/>
                </a:lnTo>
                <a:lnTo>
                  <a:pt x="10379714" y="199566"/>
                </a:lnTo>
                <a:lnTo>
                  <a:pt x="0" y="199566"/>
                </a:lnTo>
                <a:lnTo>
                  <a:pt x="0" y="0"/>
                </a:lnTo>
                <a:close/>
              </a:path>
            </a:pathLst>
          </a:cu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ot="0" spcFirstLastPara="0" vertOverflow="overflow" horzOverflow="overflow" vert="horz" wrap="square" lIns="0" tIns="37148" rIns="74295" bIns="37148" numCol="1" spcCol="0" rtlCol="0" fromWordArt="0" anchor="ctr" anchorCtr="0" forceAA="0" compatLnSpc="1">
            <a:prstTxWarp prst="textNoShape">
              <a:avLst/>
            </a:prstTxWarp>
            <a:noAutofit/>
          </a:bodyPr>
          <a:lstStyle/>
          <a:p>
            <a:pPr marL="93896" marR="0" lvl="0" indent="0" algn="l" defTabSz="914400" rtl="0" eaLnBrk="0" fontAlgn="base" latinLnBrk="0" hangingPunct="0">
              <a:lnSpc>
                <a:spcPct val="100000"/>
              </a:lnSpc>
              <a:spcBef>
                <a:spcPct val="0"/>
              </a:spcBef>
              <a:spcAft>
                <a:spcPct val="0"/>
              </a:spcAft>
              <a:buClrTx/>
              <a:buSzTx/>
              <a:buFontTx/>
              <a:buNone/>
              <a:tabLst/>
              <a:defRPr/>
            </a:pPr>
            <a:endParaRPr kumimoji="0" lang="en-US" sz="975" b="1" i="1" u="none" strike="noStrike" kern="1200" cap="none" spc="0" normalizeH="0" baseline="0" noProof="0">
              <a:ln>
                <a:noFill/>
              </a:ln>
              <a:solidFill>
                <a:srgbClr val="FFFFFF"/>
              </a:solidFill>
              <a:effectLst/>
              <a:uLnTx/>
              <a:uFillTx/>
              <a:latin typeface="Boehringer Forward Text"/>
              <a:ea typeface="+mn-ea"/>
              <a:cs typeface="Arial" panose="020B0604020202020204" pitchFamily="34" charset="0"/>
            </a:endParaRPr>
          </a:p>
        </p:txBody>
      </p:sp>
      <p:grpSp>
        <p:nvGrpSpPr>
          <p:cNvPr id="358" name="Group 357">
            <a:extLst>
              <a:ext uri="{FF2B5EF4-FFF2-40B4-BE49-F238E27FC236}">
                <a16:creationId xmlns:a16="http://schemas.microsoft.com/office/drawing/2014/main" id="{C2DC005A-208E-79CE-4BFB-19C4C51B8C73}"/>
              </a:ext>
            </a:extLst>
          </p:cNvPr>
          <p:cNvGrpSpPr/>
          <p:nvPr/>
        </p:nvGrpSpPr>
        <p:grpSpPr>
          <a:xfrm>
            <a:off x="7718088" y="6381000"/>
            <a:ext cx="4681511" cy="408182"/>
            <a:chOff x="2094839" y="6192588"/>
            <a:chExt cx="4681511" cy="408182"/>
          </a:xfrm>
        </p:grpSpPr>
        <p:sp>
          <p:nvSpPr>
            <p:cNvPr id="205" name="Arrow: Right 53">
              <a:extLst>
                <a:ext uri="{FF2B5EF4-FFF2-40B4-BE49-F238E27FC236}">
                  <a16:creationId xmlns:a16="http://schemas.microsoft.com/office/drawing/2014/main" id="{FC598970-78DF-702F-2C6C-E48184B18027}"/>
                </a:ext>
              </a:extLst>
            </p:cNvPr>
            <p:cNvSpPr/>
            <p:nvPr/>
          </p:nvSpPr>
          <p:spPr>
            <a:xfrm flipH="1">
              <a:off x="3558248" y="6217514"/>
              <a:ext cx="87750" cy="87750"/>
            </a:xfrm>
            <a:prstGeom prst="rect">
              <a:avLst/>
            </a:prstGeom>
            <a:solidFill>
              <a:srgbClr val="C73635"/>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06" name="TextBox 21">
              <a:extLst>
                <a:ext uri="{FF2B5EF4-FFF2-40B4-BE49-F238E27FC236}">
                  <a16:creationId xmlns:a16="http://schemas.microsoft.com/office/drawing/2014/main" id="{B36C824E-B9DE-2FF1-3390-5E811CEFB88D}"/>
                </a:ext>
              </a:extLst>
            </p:cNvPr>
            <p:cNvSpPr txBox="1"/>
            <p:nvPr/>
          </p:nvSpPr>
          <p:spPr bwMode="gray">
            <a:xfrm>
              <a:off x="3727936" y="6197094"/>
              <a:ext cx="642805" cy="137602"/>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Termination</a:t>
              </a:r>
              <a:endParaRPr kumimoji="0" lang="zh-CN" altLang="en-US" sz="894" b="0" i="1" u="none" strike="noStrike" kern="1200" cap="none" spc="0" normalizeH="0" baseline="0" noProof="0">
                <a:ln>
                  <a:noFill/>
                </a:ln>
                <a:solidFill>
                  <a:srgbClr val="4A6588"/>
                </a:solidFill>
                <a:effectLst/>
                <a:uLnTx/>
                <a:uFillTx/>
                <a:latin typeface="Boehringer Forward Text"/>
                <a:ea typeface="+mn-ea"/>
                <a:cs typeface="+mn-cs"/>
              </a:endParaRPr>
            </a:p>
          </p:txBody>
        </p:sp>
        <p:sp>
          <p:nvSpPr>
            <p:cNvPr id="207" name="Arrow: Right 53">
              <a:extLst>
                <a:ext uri="{FF2B5EF4-FFF2-40B4-BE49-F238E27FC236}">
                  <a16:creationId xmlns:a16="http://schemas.microsoft.com/office/drawing/2014/main" id="{F7B241E3-B9F3-3D95-44E9-7E9C668EDE0A}"/>
                </a:ext>
              </a:extLst>
            </p:cNvPr>
            <p:cNvSpPr/>
            <p:nvPr/>
          </p:nvSpPr>
          <p:spPr>
            <a:xfrm flipH="1">
              <a:off x="2094839" y="6217514"/>
              <a:ext cx="87750" cy="87750"/>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08" name="TextBox 23">
              <a:extLst>
                <a:ext uri="{FF2B5EF4-FFF2-40B4-BE49-F238E27FC236}">
                  <a16:creationId xmlns:a16="http://schemas.microsoft.com/office/drawing/2014/main" id="{150F9C98-5C02-4735-ACC5-8BA231F5F27C}"/>
                </a:ext>
              </a:extLst>
            </p:cNvPr>
            <p:cNvSpPr txBox="1"/>
            <p:nvPr/>
          </p:nvSpPr>
          <p:spPr bwMode="gray">
            <a:xfrm>
              <a:off x="2269525" y="6206416"/>
              <a:ext cx="1288723" cy="137602"/>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CS/PoC/</a:t>
              </a:r>
              <a:r>
                <a:rPr kumimoji="0" lang="en-US" altLang="zh-CN" sz="894" b="0" i="1" u="none" strike="noStrike" kern="1200" cap="none" spc="0" normalizeH="0" baseline="0" noProof="0" err="1">
                  <a:ln>
                    <a:noFill/>
                  </a:ln>
                  <a:solidFill>
                    <a:srgbClr val="4A6588"/>
                  </a:solidFill>
                  <a:effectLst/>
                  <a:uLnTx/>
                  <a:uFillTx/>
                  <a:latin typeface="Boehringer Forward Text"/>
                  <a:ea typeface="+mn-ea"/>
                  <a:cs typeface="+mn-cs"/>
                </a:rPr>
                <a:t>RoFD</a:t>
              </a:r>
              <a:endParaRPr kumimoji="0" lang="zh-CN" altLang="en-US" sz="894" b="0" i="1" u="none" strike="noStrike" kern="1200" cap="none" spc="0" normalizeH="0" baseline="0" noProof="0">
                <a:ln>
                  <a:noFill/>
                </a:ln>
                <a:solidFill>
                  <a:srgbClr val="4A6588"/>
                </a:solidFill>
                <a:effectLst/>
                <a:uLnTx/>
                <a:uFillTx/>
                <a:latin typeface="Boehringer Forward Text"/>
                <a:ea typeface="+mn-ea"/>
                <a:cs typeface="+mn-cs"/>
              </a:endParaRPr>
            </a:p>
          </p:txBody>
        </p:sp>
        <p:sp>
          <p:nvSpPr>
            <p:cNvPr id="209" name="Arrow: Right 53">
              <a:extLst>
                <a:ext uri="{FF2B5EF4-FFF2-40B4-BE49-F238E27FC236}">
                  <a16:creationId xmlns:a16="http://schemas.microsoft.com/office/drawing/2014/main" id="{7E12C3C0-F204-0FAA-E79F-F235BA96F0F0}"/>
                </a:ext>
              </a:extLst>
            </p:cNvPr>
            <p:cNvSpPr/>
            <p:nvPr/>
          </p:nvSpPr>
          <p:spPr>
            <a:xfrm flipH="1">
              <a:off x="4492736" y="6217514"/>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10" name="TextBox 201">
              <a:extLst>
                <a:ext uri="{FF2B5EF4-FFF2-40B4-BE49-F238E27FC236}">
                  <a16:creationId xmlns:a16="http://schemas.microsoft.com/office/drawing/2014/main" id="{5BAAD735-1009-BDD7-4D7A-76E9BA3E5E8F}"/>
                </a:ext>
              </a:extLst>
            </p:cNvPr>
            <p:cNvSpPr txBox="1"/>
            <p:nvPr/>
          </p:nvSpPr>
          <p:spPr bwMode="gray">
            <a:xfrm>
              <a:off x="4650678" y="6192588"/>
              <a:ext cx="2125672" cy="137602"/>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Go-</a:t>
              </a:r>
              <a:r>
                <a:rPr kumimoji="0" lang="en-US" altLang="zh-CN" sz="894" b="0" i="1" u="none" strike="noStrike" kern="1200" cap="none" spc="0" normalizeH="0" baseline="0" noProof="0" err="1">
                  <a:ln>
                    <a:noFill/>
                  </a:ln>
                  <a:solidFill>
                    <a:srgbClr val="4A6588"/>
                  </a:solidFill>
                  <a:effectLst/>
                  <a:uLnTx/>
                  <a:uFillTx/>
                  <a:latin typeface="Boehringer Forward Text"/>
                  <a:ea typeface="+mn-ea"/>
                  <a:cs typeface="+mn-cs"/>
                </a:rPr>
                <a:t>Nogo</a:t>
              </a: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 IP/IA/FA/Key result/TLR</a:t>
              </a:r>
              <a:endParaRPr kumimoji="0" lang="zh-CN" altLang="en-US" sz="894" b="0" i="1" u="none" strike="noStrike" kern="1200" cap="none" spc="0" normalizeH="0" baseline="0" noProof="0">
                <a:ln>
                  <a:noFill/>
                </a:ln>
                <a:solidFill>
                  <a:srgbClr val="4A6588"/>
                </a:solidFill>
                <a:effectLst/>
                <a:uLnTx/>
                <a:uFillTx/>
                <a:latin typeface="Boehringer Forward Text"/>
                <a:ea typeface="+mn-ea"/>
                <a:cs typeface="+mn-cs"/>
              </a:endParaRPr>
            </a:p>
          </p:txBody>
        </p:sp>
        <p:sp>
          <p:nvSpPr>
            <p:cNvPr id="211" name="Arrow: Right 53">
              <a:extLst>
                <a:ext uri="{FF2B5EF4-FFF2-40B4-BE49-F238E27FC236}">
                  <a16:creationId xmlns:a16="http://schemas.microsoft.com/office/drawing/2014/main" id="{80D65C78-6866-FDB0-A23E-71BB5C1F91C5}"/>
                </a:ext>
              </a:extLst>
            </p:cNvPr>
            <p:cNvSpPr/>
            <p:nvPr/>
          </p:nvSpPr>
          <p:spPr>
            <a:xfrm flipH="1">
              <a:off x="2094839" y="6488094"/>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12" name="TextBox 203">
              <a:extLst>
                <a:ext uri="{FF2B5EF4-FFF2-40B4-BE49-F238E27FC236}">
                  <a16:creationId xmlns:a16="http://schemas.microsoft.com/office/drawing/2014/main" id="{5A9355F6-3220-915E-0A80-CA3C33559D86}"/>
                </a:ext>
              </a:extLst>
            </p:cNvPr>
            <p:cNvSpPr txBox="1"/>
            <p:nvPr/>
          </p:nvSpPr>
          <p:spPr bwMode="gray">
            <a:xfrm>
              <a:off x="2269871" y="6463168"/>
              <a:ext cx="940963" cy="13760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Pre-IND/CTA/SIV</a:t>
              </a:r>
              <a:endParaRPr kumimoji="0" lang="zh-CN" altLang="en-US" sz="894" b="0" i="1" u="none" strike="noStrike" kern="1200" cap="none" spc="0" normalizeH="0" baseline="0" noProof="0">
                <a:ln>
                  <a:noFill/>
                </a:ln>
                <a:solidFill>
                  <a:srgbClr val="4A6588"/>
                </a:solidFill>
                <a:effectLst/>
                <a:uLnTx/>
                <a:uFillTx/>
                <a:latin typeface="Boehringer Forward Text"/>
                <a:ea typeface="+mn-ea"/>
                <a:cs typeface="+mn-cs"/>
              </a:endParaRPr>
            </a:p>
          </p:txBody>
        </p:sp>
        <p:sp>
          <p:nvSpPr>
            <p:cNvPr id="213" name="Arrow: Right 53">
              <a:extLst>
                <a:ext uri="{FF2B5EF4-FFF2-40B4-BE49-F238E27FC236}">
                  <a16:creationId xmlns:a16="http://schemas.microsoft.com/office/drawing/2014/main" id="{130ABB58-7466-17A3-E67C-64AB1510F239}"/>
                </a:ext>
              </a:extLst>
            </p:cNvPr>
            <p:cNvSpPr/>
            <p:nvPr/>
          </p:nvSpPr>
          <p:spPr>
            <a:xfrm flipH="1">
              <a:off x="3559865" y="6488094"/>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14" name="TextBox 304">
              <a:extLst>
                <a:ext uri="{FF2B5EF4-FFF2-40B4-BE49-F238E27FC236}">
                  <a16:creationId xmlns:a16="http://schemas.microsoft.com/office/drawing/2014/main" id="{EC0BA63C-DC0C-9E0B-9008-CA2532A138FA}"/>
                </a:ext>
              </a:extLst>
            </p:cNvPr>
            <p:cNvSpPr txBox="1"/>
            <p:nvPr/>
          </p:nvSpPr>
          <p:spPr bwMode="gray">
            <a:xfrm>
              <a:off x="3719460" y="6463168"/>
              <a:ext cx="1144544" cy="137602"/>
            </a:xfrm>
            <a:prstGeom prst="rect">
              <a:avLst/>
            </a:prstGeom>
            <a:noFill/>
          </p:spPr>
          <p:txBody>
            <a:bodyPr wrap="non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94" b="0" i="1" u="none" strike="noStrike" kern="1200" cap="none" spc="0" normalizeH="0" baseline="0" noProof="0">
                  <a:ln>
                    <a:noFill/>
                  </a:ln>
                  <a:solidFill>
                    <a:srgbClr val="4A6588"/>
                  </a:solidFill>
                  <a:effectLst/>
                  <a:uLnTx/>
                  <a:uFillTx/>
                  <a:latin typeface="Boehringer Forward Text"/>
                  <a:ea typeface="+mn-ea"/>
                  <a:cs typeface="+mn-cs"/>
                </a:rPr>
                <a:t>BTD/NDA/Inspection</a:t>
              </a:r>
              <a:endParaRPr kumimoji="0" lang="zh-CN" altLang="en-US" sz="894" b="0" i="1" u="none" strike="noStrike" kern="1200" cap="none" spc="0" normalizeH="0" baseline="0" noProof="0">
                <a:ln>
                  <a:noFill/>
                </a:ln>
                <a:solidFill>
                  <a:srgbClr val="4A6588"/>
                </a:solidFill>
                <a:effectLst/>
                <a:uLnTx/>
                <a:uFillTx/>
                <a:latin typeface="Boehringer Forward Text"/>
                <a:ea typeface="+mn-ea"/>
                <a:cs typeface="+mn-cs"/>
              </a:endParaRPr>
            </a:p>
          </p:txBody>
        </p:sp>
      </p:grpSp>
      <p:graphicFrame>
        <p:nvGraphicFramePr>
          <p:cNvPr id="22" name="Table 21">
            <a:extLst>
              <a:ext uri="{FF2B5EF4-FFF2-40B4-BE49-F238E27FC236}">
                <a16:creationId xmlns:a16="http://schemas.microsoft.com/office/drawing/2014/main" id="{7D59C77D-7A2A-E2E8-3F78-C8CDC111BF3F}"/>
              </a:ext>
            </a:extLst>
          </p:cNvPr>
          <p:cNvGraphicFramePr>
            <a:graphicFrameLocks noGrp="1"/>
          </p:cNvGraphicFramePr>
          <p:nvPr/>
        </p:nvGraphicFramePr>
        <p:xfrm>
          <a:off x="339724" y="3328612"/>
          <a:ext cx="11232000" cy="370840"/>
        </p:xfrm>
        <a:graphic>
          <a:graphicData uri="http://schemas.openxmlformats.org/drawingml/2006/table">
            <a:tbl>
              <a:tblPr firstRow="1" bandRow="1">
                <a:tableStyleId>{2D5ABB26-0587-4C30-8999-92F81FD0307C}</a:tableStyleId>
              </a:tblPr>
              <a:tblGrid>
                <a:gridCol w="936000">
                  <a:extLst>
                    <a:ext uri="{9D8B030D-6E8A-4147-A177-3AD203B41FA5}">
                      <a16:colId xmlns:a16="http://schemas.microsoft.com/office/drawing/2014/main" val="3259948014"/>
                    </a:ext>
                  </a:extLst>
                </a:gridCol>
                <a:gridCol w="936000">
                  <a:extLst>
                    <a:ext uri="{9D8B030D-6E8A-4147-A177-3AD203B41FA5}">
                      <a16:colId xmlns:a16="http://schemas.microsoft.com/office/drawing/2014/main" val="1754446377"/>
                    </a:ext>
                  </a:extLst>
                </a:gridCol>
                <a:gridCol w="936000">
                  <a:extLst>
                    <a:ext uri="{9D8B030D-6E8A-4147-A177-3AD203B41FA5}">
                      <a16:colId xmlns:a16="http://schemas.microsoft.com/office/drawing/2014/main" val="1217927104"/>
                    </a:ext>
                  </a:extLst>
                </a:gridCol>
                <a:gridCol w="936000">
                  <a:extLst>
                    <a:ext uri="{9D8B030D-6E8A-4147-A177-3AD203B41FA5}">
                      <a16:colId xmlns:a16="http://schemas.microsoft.com/office/drawing/2014/main" val="1536033202"/>
                    </a:ext>
                  </a:extLst>
                </a:gridCol>
                <a:gridCol w="936000">
                  <a:extLst>
                    <a:ext uri="{9D8B030D-6E8A-4147-A177-3AD203B41FA5}">
                      <a16:colId xmlns:a16="http://schemas.microsoft.com/office/drawing/2014/main" val="4043156477"/>
                    </a:ext>
                  </a:extLst>
                </a:gridCol>
                <a:gridCol w="936000">
                  <a:extLst>
                    <a:ext uri="{9D8B030D-6E8A-4147-A177-3AD203B41FA5}">
                      <a16:colId xmlns:a16="http://schemas.microsoft.com/office/drawing/2014/main" val="2059884406"/>
                    </a:ext>
                  </a:extLst>
                </a:gridCol>
                <a:gridCol w="936000">
                  <a:extLst>
                    <a:ext uri="{9D8B030D-6E8A-4147-A177-3AD203B41FA5}">
                      <a16:colId xmlns:a16="http://schemas.microsoft.com/office/drawing/2014/main" val="1431727528"/>
                    </a:ext>
                  </a:extLst>
                </a:gridCol>
                <a:gridCol w="936000">
                  <a:extLst>
                    <a:ext uri="{9D8B030D-6E8A-4147-A177-3AD203B41FA5}">
                      <a16:colId xmlns:a16="http://schemas.microsoft.com/office/drawing/2014/main" val="2665324006"/>
                    </a:ext>
                  </a:extLst>
                </a:gridCol>
                <a:gridCol w="936000">
                  <a:extLst>
                    <a:ext uri="{9D8B030D-6E8A-4147-A177-3AD203B41FA5}">
                      <a16:colId xmlns:a16="http://schemas.microsoft.com/office/drawing/2014/main" val="788781497"/>
                    </a:ext>
                  </a:extLst>
                </a:gridCol>
                <a:gridCol w="936000">
                  <a:extLst>
                    <a:ext uri="{9D8B030D-6E8A-4147-A177-3AD203B41FA5}">
                      <a16:colId xmlns:a16="http://schemas.microsoft.com/office/drawing/2014/main" val="3205292133"/>
                    </a:ext>
                  </a:extLst>
                </a:gridCol>
                <a:gridCol w="936000">
                  <a:extLst>
                    <a:ext uri="{9D8B030D-6E8A-4147-A177-3AD203B41FA5}">
                      <a16:colId xmlns:a16="http://schemas.microsoft.com/office/drawing/2014/main" val="3860680305"/>
                    </a:ext>
                  </a:extLst>
                </a:gridCol>
                <a:gridCol w="936000">
                  <a:extLst>
                    <a:ext uri="{9D8B030D-6E8A-4147-A177-3AD203B41FA5}">
                      <a16:colId xmlns:a16="http://schemas.microsoft.com/office/drawing/2014/main" val="770187199"/>
                    </a:ext>
                  </a:extLst>
                </a:gridCol>
              </a:tblGrid>
              <a:tr h="370840">
                <a:tc>
                  <a:txBody>
                    <a:bodyPr/>
                    <a:lstStyle/>
                    <a:p>
                      <a:pPr algn="ctr"/>
                      <a:r>
                        <a:rPr lang="en-US" altLang="zh-CN" sz="1200">
                          <a:solidFill>
                            <a:srgbClr val="147485"/>
                          </a:solidFill>
                        </a:rPr>
                        <a:t>JAN</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FEB</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highlight>
                            <a:srgbClr val="FFFFFF"/>
                          </a:highlight>
                        </a:rPr>
                        <a:t>MAR</a:t>
                      </a:r>
                      <a:endParaRPr lang="zh-CN" altLang="en-US" sz="1200">
                        <a:solidFill>
                          <a:srgbClr val="147485"/>
                        </a:solidFill>
                        <a:highlight>
                          <a:srgbClr val="FFFFFF"/>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APR</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MAY</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JUN</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JUL</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AUG</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SEP</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OCT</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NOV</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solidFill>
                            <a:srgbClr val="147485"/>
                          </a:solidFill>
                        </a:rPr>
                        <a:t>DEC</a:t>
                      </a:r>
                      <a:endParaRPr lang="zh-CN" altLang="en-US" sz="1200">
                        <a:solidFill>
                          <a:srgbClr val="147485"/>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1547686"/>
                  </a:ext>
                </a:extLst>
              </a:tr>
            </a:tbl>
          </a:graphicData>
        </a:graphic>
      </p:graphicFrame>
      <p:grpSp>
        <p:nvGrpSpPr>
          <p:cNvPr id="95" name="Group 94">
            <a:extLst>
              <a:ext uri="{FF2B5EF4-FFF2-40B4-BE49-F238E27FC236}">
                <a16:creationId xmlns:a16="http://schemas.microsoft.com/office/drawing/2014/main" id="{6DBA0C17-A081-199B-947A-E0CB0F57D7EF}"/>
              </a:ext>
            </a:extLst>
          </p:cNvPr>
          <p:cNvGrpSpPr/>
          <p:nvPr/>
        </p:nvGrpSpPr>
        <p:grpSpPr>
          <a:xfrm>
            <a:off x="7921642" y="3050353"/>
            <a:ext cx="1386731" cy="1273497"/>
            <a:chOff x="634988" y="3302000"/>
            <a:chExt cx="1386731" cy="1273497"/>
          </a:xfrm>
        </p:grpSpPr>
        <p:grpSp>
          <p:nvGrpSpPr>
            <p:cNvPr id="301" name="Group 300">
              <a:extLst>
                <a:ext uri="{FF2B5EF4-FFF2-40B4-BE49-F238E27FC236}">
                  <a16:creationId xmlns:a16="http://schemas.microsoft.com/office/drawing/2014/main" id="{CF62E90D-E5BA-8D00-D032-B4481584EB98}"/>
                </a:ext>
              </a:extLst>
            </p:cNvPr>
            <p:cNvGrpSpPr/>
            <p:nvPr/>
          </p:nvGrpSpPr>
          <p:grpSpPr>
            <a:xfrm>
              <a:off x="634988" y="3302000"/>
              <a:ext cx="1386731" cy="1273497"/>
              <a:chOff x="885135" y="3310635"/>
              <a:chExt cx="1386731" cy="1273497"/>
            </a:xfrm>
          </p:grpSpPr>
          <p:sp>
            <p:nvSpPr>
              <p:cNvPr id="304" name="Rectangle 373">
                <a:extLst>
                  <a:ext uri="{FF2B5EF4-FFF2-40B4-BE49-F238E27FC236}">
                    <a16:creationId xmlns:a16="http://schemas.microsoft.com/office/drawing/2014/main" id="{4E13B62D-FFBC-CE25-2E38-BE3208BF662C}"/>
                  </a:ext>
                </a:extLst>
              </p:cNvPr>
              <p:cNvSpPr/>
              <p:nvPr/>
            </p:nvSpPr>
            <p:spPr>
              <a:xfrm flipH="1">
                <a:off x="1104510" y="4213292"/>
                <a:ext cx="1167356"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CTA Sub. for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CD137/Fap - NSCLC Ph1b</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grpSp>
            <p:nvGrpSpPr>
              <p:cNvPr id="305" name="Group 94">
                <a:extLst>
                  <a:ext uri="{FF2B5EF4-FFF2-40B4-BE49-F238E27FC236}">
                    <a16:creationId xmlns:a16="http://schemas.microsoft.com/office/drawing/2014/main" id="{1515E82B-C4B0-9C6E-4101-46D0BF4825A4}"/>
                  </a:ext>
                </a:extLst>
              </p:cNvPr>
              <p:cNvGrpSpPr/>
              <p:nvPr/>
            </p:nvGrpSpPr>
            <p:grpSpPr>
              <a:xfrm>
                <a:off x="885135" y="3310635"/>
                <a:ext cx="263250" cy="263252"/>
                <a:chOff x="2124108" y="2977434"/>
                <a:chExt cx="324000" cy="324000"/>
              </a:xfrm>
            </p:grpSpPr>
            <p:sp>
              <p:nvSpPr>
                <p:cNvPr id="307" name="Oval 95">
                  <a:extLst>
                    <a:ext uri="{FF2B5EF4-FFF2-40B4-BE49-F238E27FC236}">
                      <a16:creationId xmlns:a16="http://schemas.microsoft.com/office/drawing/2014/main" id="{8B5A0BB7-3DF9-AFA4-41E3-3FA351D7AE84}"/>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08" name="Oval 96">
                  <a:extLst>
                    <a:ext uri="{FF2B5EF4-FFF2-40B4-BE49-F238E27FC236}">
                      <a16:creationId xmlns:a16="http://schemas.microsoft.com/office/drawing/2014/main" id="{DB431FBA-3F81-F722-6385-6204F3DC336B}"/>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309" name="Graphic 97" descr="Diamond with solid fill">
                  <a:extLst>
                    <a:ext uri="{FF2B5EF4-FFF2-40B4-BE49-F238E27FC236}">
                      <a16:creationId xmlns:a16="http://schemas.microsoft.com/office/drawing/2014/main" id="{E13C1212-38AD-9279-F13B-0DB240ECB22C}"/>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06951" y="3060277"/>
                  <a:ext cx="158314" cy="158314"/>
                </a:xfrm>
                <a:prstGeom prst="rect">
                  <a:avLst/>
                </a:prstGeom>
              </p:spPr>
            </p:pic>
          </p:grpSp>
          <p:cxnSp>
            <p:nvCxnSpPr>
              <p:cNvPr id="306" name="Straight Connector 379">
                <a:extLst>
                  <a:ext uri="{FF2B5EF4-FFF2-40B4-BE49-F238E27FC236}">
                    <a16:creationId xmlns:a16="http://schemas.microsoft.com/office/drawing/2014/main" id="{978C5FA4-9EA5-8349-2D37-2ED100E51226}"/>
                  </a:ext>
                </a:extLst>
              </p:cNvPr>
              <p:cNvCxnSpPr>
                <a:cxnSpLocks/>
                <a:stCxn id="303" idx="3"/>
                <a:endCxn id="307" idx="4"/>
              </p:cNvCxnSpPr>
              <p:nvPr/>
            </p:nvCxnSpPr>
            <p:spPr>
              <a:xfrm flipV="1">
                <a:off x="1009448" y="3573887"/>
                <a:ext cx="7312" cy="702188"/>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303" name="Arrow: Right 53">
              <a:extLst>
                <a:ext uri="{FF2B5EF4-FFF2-40B4-BE49-F238E27FC236}">
                  <a16:creationId xmlns:a16="http://schemas.microsoft.com/office/drawing/2014/main" id="{B6754325-81A1-589D-4C1C-FFBC067149D4}"/>
                </a:ext>
              </a:extLst>
            </p:cNvPr>
            <p:cNvSpPr/>
            <p:nvPr/>
          </p:nvSpPr>
          <p:spPr>
            <a:xfrm flipH="1">
              <a:off x="759301" y="4223565"/>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sp>
        <p:nvSpPr>
          <p:cNvPr id="318" name="Rectangle 373">
            <a:extLst>
              <a:ext uri="{FF2B5EF4-FFF2-40B4-BE49-F238E27FC236}">
                <a16:creationId xmlns:a16="http://schemas.microsoft.com/office/drawing/2014/main" id="{B29C6D5A-0758-34C6-CFBE-F5403D7F68CB}"/>
              </a:ext>
            </a:extLst>
          </p:cNvPr>
          <p:cNvSpPr/>
          <p:nvPr/>
        </p:nvSpPr>
        <p:spPr>
          <a:xfrm flipH="1">
            <a:off x="3754539" y="4434033"/>
            <a:ext cx="1167356"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HAI for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Zongertinib</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Pantumor</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development (Q2)</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grpSp>
        <p:nvGrpSpPr>
          <p:cNvPr id="352" name="Group 351">
            <a:extLst>
              <a:ext uri="{FF2B5EF4-FFF2-40B4-BE49-F238E27FC236}">
                <a16:creationId xmlns:a16="http://schemas.microsoft.com/office/drawing/2014/main" id="{720AE986-3C27-2F8C-7356-DC8A40B66D24}"/>
              </a:ext>
            </a:extLst>
          </p:cNvPr>
          <p:cNvGrpSpPr/>
          <p:nvPr/>
        </p:nvGrpSpPr>
        <p:grpSpPr>
          <a:xfrm>
            <a:off x="10627571" y="3050353"/>
            <a:ext cx="1388420" cy="1225347"/>
            <a:chOff x="10767271" y="3323425"/>
            <a:chExt cx="1388420" cy="1225347"/>
          </a:xfrm>
        </p:grpSpPr>
        <p:grpSp>
          <p:nvGrpSpPr>
            <p:cNvPr id="185" name="Group 184">
              <a:extLst>
                <a:ext uri="{FF2B5EF4-FFF2-40B4-BE49-F238E27FC236}">
                  <a16:creationId xmlns:a16="http://schemas.microsoft.com/office/drawing/2014/main" id="{33E6C4DD-9FA0-30FC-55B5-735638F2B37A}"/>
                </a:ext>
              </a:extLst>
            </p:cNvPr>
            <p:cNvGrpSpPr/>
            <p:nvPr/>
          </p:nvGrpSpPr>
          <p:grpSpPr>
            <a:xfrm>
              <a:off x="10767271" y="3323425"/>
              <a:ext cx="263250" cy="907478"/>
              <a:chOff x="885135" y="3310635"/>
              <a:chExt cx="263250" cy="907478"/>
            </a:xfrm>
          </p:grpSpPr>
          <p:grpSp>
            <p:nvGrpSpPr>
              <p:cNvPr id="188" name="Group 94">
                <a:extLst>
                  <a:ext uri="{FF2B5EF4-FFF2-40B4-BE49-F238E27FC236}">
                    <a16:creationId xmlns:a16="http://schemas.microsoft.com/office/drawing/2014/main" id="{1F697786-0E50-352B-D79B-E3C4CCCDBF0A}"/>
                  </a:ext>
                </a:extLst>
              </p:cNvPr>
              <p:cNvGrpSpPr/>
              <p:nvPr/>
            </p:nvGrpSpPr>
            <p:grpSpPr>
              <a:xfrm>
                <a:off x="885135" y="3310635"/>
                <a:ext cx="263250" cy="263252"/>
                <a:chOff x="2124108" y="2977434"/>
                <a:chExt cx="324000" cy="324000"/>
              </a:xfrm>
            </p:grpSpPr>
            <p:sp>
              <p:nvSpPr>
                <p:cNvPr id="190" name="Oval 95">
                  <a:extLst>
                    <a:ext uri="{FF2B5EF4-FFF2-40B4-BE49-F238E27FC236}">
                      <a16:creationId xmlns:a16="http://schemas.microsoft.com/office/drawing/2014/main" id="{7BAF13E2-35FD-32EF-51EA-6B7CCD8FF2F3}"/>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15" name="Oval 96">
                  <a:extLst>
                    <a:ext uri="{FF2B5EF4-FFF2-40B4-BE49-F238E27FC236}">
                      <a16:creationId xmlns:a16="http://schemas.microsoft.com/office/drawing/2014/main" id="{B8360B90-0EBC-AC55-01E2-493C195CA0EE}"/>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16" name="Graphic 97" descr="Diamond with solid fill">
                  <a:extLst>
                    <a:ext uri="{FF2B5EF4-FFF2-40B4-BE49-F238E27FC236}">
                      <a16:creationId xmlns:a16="http://schemas.microsoft.com/office/drawing/2014/main" id="{577BBE5C-7374-1927-A325-62FC055560B8}"/>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06951" y="3060277"/>
                  <a:ext cx="158314" cy="158314"/>
                </a:xfrm>
                <a:prstGeom prst="rect">
                  <a:avLst/>
                </a:prstGeom>
              </p:spPr>
            </p:pic>
          </p:grpSp>
          <p:cxnSp>
            <p:nvCxnSpPr>
              <p:cNvPr id="189" name="Straight Connector 379">
                <a:extLst>
                  <a:ext uri="{FF2B5EF4-FFF2-40B4-BE49-F238E27FC236}">
                    <a16:creationId xmlns:a16="http://schemas.microsoft.com/office/drawing/2014/main" id="{64511C8A-4E3B-7B3D-AA3C-2260F67F1671}"/>
                  </a:ext>
                </a:extLst>
              </p:cNvPr>
              <p:cNvCxnSpPr>
                <a:cxnSpLocks/>
                <a:stCxn id="217" idx="3"/>
                <a:endCxn id="190" idx="4"/>
              </p:cNvCxnSpPr>
              <p:nvPr/>
            </p:nvCxnSpPr>
            <p:spPr>
              <a:xfrm flipV="1">
                <a:off x="1008135" y="3573887"/>
                <a:ext cx="8625" cy="64422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217" name="Arrow: Right 53">
              <a:extLst>
                <a:ext uri="{FF2B5EF4-FFF2-40B4-BE49-F238E27FC236}">
                  <a16:creationId xmlns:a16="http://schemas.microsoft.com/office/drawing/2014/main" id="{122B81A5-55D3-8681-4E72-CB1017069C3A}"/>
                </a:ext>
              </a:extLst>
            </p:cNvPr>
            <p:cNvSpPr/>
            <p:nvPr/>
          </p:nvSpPr>
          <p:spPr>
            <a:xfrm flipH="1">
              <a:off x="10890271" y="4187028"/>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18" name="Rectangle 373">
              <a:extLst>
                <a:ext uri="{FF2B5EF4-FFF2-40B4-BE49-F238E27FC236}">
                  <a16:creationId xmlns:a16="http://schemas.microsoft.com/office/drawing/2014/main" id="{BB9F3DB1-59C0-3B99-32DB-A0623B43487C}"/>
                </a:ext>
              </a:extLst>
            </p:cNvPr>
            <p:cNvSpPr/>
            <p:nvPr/>
          </p:nvSpPr>
          <p:spPr>
            <a:xfrm flipH="1">
              <a:off x="10988335" y="4177932"/>
              <a:ext cx="1167356"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lvl="0">
                <a:defRPr/>
              </a:pPr>
              <a:r>
                <a:rPr lang="en-US" altLang="zh-CN" sz="813">
                  <a:solidFill>
                    <a:srgbClr val="123563"/>
                  </a:solidFill>
                </a:rPr>
                <a:t>Key results for </a:t>
              </a:r>
              <a:r>
                <a:rPr lang="en-US" altLang="zh-CN" sz="813" err="1">
                  <a:solidFill>
                    <a:srgbClr val="123563"/>
                  </a:solidFill>
                </a:rPr>
                <a:t>Zongertinib</a:t>
              </a:r>
              <a:r>
                <a:rPr lang="en-US" altLang="zh-CN" sz="813">
                  <a:solidFill>
                    <a:srgbClr val="123563"/>
                  </a:solidFill>
                </a:rPr>
                <a:t> 1L NSCLC </a:t>
              </a:r>
              <a:r>
                <a:rPr lang="en-US" altLang="zh-CN" sz="813" err="1">
                  <a:solidFill>
                    <a:srgbClr val="123563"/>
                  </a:solidFill>
                </a:rPr>
                <a:t>Beamion</a:t>
              </a:r>
              <a:r>
                <a:rPr lang="en-US" altLang="zh-CN" sz="813">
                  <a:solidFill>
                    <a:srgbClr val="123563"/>
                  </a:solidFill>
                </a:rPr>
                <a:t> LUNG-2 </a:t>
              </a:r>
            </a:p>
          </p:txBody>
        </p:sp>
      </p:grpSp>
      <p:grpSp>
        <p:nvGrpSpPr>
          <p:cNvPr id="354" name="Group 353">
            <a:extLst>
              <a:ext uri="{FF2B5EF4-FFF2-40B4-BE49-F238E27FC236}">
                <a16:creationId xmlns:a16="http://schemas.microsoft.com/office/drawing/2014/main" id="{28382760-7D7E-CF10-0EFB-F6E7BA31B648}"/>
              </a:ext>
            </a:extLst>
          </p:cNvPr>
          <p:cNvGrpSpPr/>
          <p:nvPr/>
        </p:nvGrpSpPr>
        <p:grpSpPr>
          <a:xfrm>
            <a:off x="5159809" y="3050353"/>
            <a:ext cx="1511617" cy="2705980"/>
            <a:chOff x="5299509" y="3277741"/>
            <a:chExt cx="1511617" cy="2705980"/>
          </a:xfrm>
        </p:grpSpPr>
        <p:grpSp>
          <p:nvGrpSpPr>
            <p:cNvPr id="77" name="Group 76">
              <a:extLst>
                <a:ext uri="{FF2B5EF4-FFF2-40B4-BE49-F238E27FC236}">
                  <a16:creationId xmlns:a16="http://schemas.microsoft.com/office/drawing/2014/main" id="{F56F20EE-47B2-F873-5696-5EBD350EBA49}"/>
                </a:ext>
              </a:extLst>
            </p:cNvPr>
            <p:cNvGrpSpPr/>
            <p:nvPr/>
          </p:nvGrpSpPr>
          <p:grpSpPr>
            <a:xfrm>
              <a:off x="5299509" y="3277741"/>
              <a:ext cx="1467163" cy="2437528"/>
              <a:chOff x="634988" y="3302000"/>
              <a:chExt cx="1467163" cy="2437528"/>
            </a:xfrm>
          </p:grpSpPr>
          <p:grpSp>
            <p:nvGrpSpPr>
              <p:cNvPr id="78" name="Group 77">
                <a:extLst>
                  <a:ext uri="{FF2B5EF4-FFF2-40B4-BE49-F238E27FC236}">
                    <a16:creationId xmlns:a16="http://schemas.microsoft.com/office/drawing/2014/main" id="{16BD382C-BB65-ABDB-F88B-881077341D7D}"/>
                  </a:ext>
                </a:extLst>
              </p:cNvPr>
              <p:cNvGrpSpPr/>
              <p:nvPr/>
            </p:nvGrpSpPr>
            <p:grpSpPr>
              <a:xfrm>
                <a:off x="634988" y="3302000"/>
                <a:ext cx="1386731" cy="2437528"/>
                <a:chOff x="634988" y="3302000"/>
                <a:chExt cx="1386731" cy="2437528"/>
              </a:xfrm>
            </p:grpSpPr>
            <p:grpSp>
              <p:nvGrpSpPr>
                <p:cNvPr id="86" name="Group 85">
                  <a:extLst>
                    <a:ext uri="{FF2B5EF4-FFF2-40B4-BE49-F238E27FC236}">
                      <a16:creationId xmlns:a16="http://schemas.microsoft.com/office/drawing/2014/main" id="{D20505D6-8CEB-609C-0DC5-38CA50C28201}"/>
                    </a:ext>
                  </a:extLst>
                </p:cNvPr>
                <p:cNvGrpSpPr/>
                <p:nvPr/>
              </p:nvGrpSpPr>
              <p:grpSpPr>
                <a:xfrm>
                  <a:off x="634988" y="3302000"/>
                  <a:ext cx="1386731" cy="2437528"/>
                  <a:chOff x="885135" y="3310635"/>
                  <a:chExt cx="1386731" cy="2437528"/>
                </a:xfrm>
              </p:grpSpPr>
              <p:sp>
                <p:nvSpPr>
                  <p:cNvPr id="88" name="Rectangle 373">
                    <a:extLst>
                      <a:ext uri="{FF2B5EF4-FFF2-40B4-BE49-F238E27FC236}">
                        <a16:creationId xmlns:a16="http://schemas.microsoft.com/office/drawing/2014/main" id="{F3E94FB8-00F6-E82A-0557-E294CE4F3B15}"/>
                      </a:ext>
                    </a:extLst>
                  </p:cNvPr>
                  <p:cNvSpPr/>
                  <p:nvPr/>
                </p:nvSpPr>
                <p:spPr>
                  <a:xfrm flipH="1">
                    <a:off x="1104510" y="4213292"/>
                    <a:ext cx="1167356"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CTA Sub. for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STING -1L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sqNSCLC</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Ph1b/2 </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grpSp>
                <p:nvGrpSpPr>
                  <p:cNvPr id="89" name="Group 94">
                    <a:extLst>
                      <a:ext uri="{FF2B5EF4-FFF2-40B4-BE49-F238E27FC236}">
                        <a16:creationId xmlns:a16="http://schemas.microsoft.com/office/drawing/2014/main" id="{E03EF159-E3EA-9579-1C45-E7FA657B7897}"/>
                      </a:ext>
                    </a:extLst>
                  </p:cNvPr>
                  <p:cNvGrpSpPr/>
                  <p:nvPr/>
                </p:nvGrpSpPr>
                <p:grpSpPr>
                  <a:xfrm>
                    <a:off x="885135" y="3310635"/>
                    <a:ext cx="263250" cy="263252"/>
                    <a:chOff x="2124108" y="2977434"/>
                    <a:chExt cx="324000" cy="324000"/>
                  </a:xfrm>
                </p:grpSpPr>
                <p:sp>
                  <p:nvSpPr>
                    <p:cNvPr id="91" name="Oval 95">
                      <a:extLst>
                        <a:ext uri="{FF2B5EF4-FFF2-40B4-BE49-F238E27FC236}">
                          <a16:creationId xmlns:a16="http://schemas.microsoft.com/office/drawing/2014/main" id="{8D981652-3A20-1DB0-E430-24E4C6395358}"/>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92" name="Oval 96">
                      <a:extLst>
                        <a:ext uri="{FF2B5EF4-FFF2-40B4-BE49-F238E27FC236}">
                          <a16:creationId xmlns:a16="http://schemas.microsoft.com/office/drawing/2014/main" id="{F2D3C08A-425F-C7D8-2F38-ACC11F6645F0}"/>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93" name="Graphic 97" descr="Diamond with solid fill">
                      <a:extLst>
                        <a:ext uri="{FF2B5EF4-FFF2-40B4-BE49-F238E27FC236}">
                          <a16:creationId xmlns:a16="http://schemas.microsoft.com/office/drawing/2014/main" id="{8B0A7976-2850-B411-FE4F-F7BACF3B6D35}"/>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06951" y="3060277"/>
                      <a:ext cx="158314" cy="158314"/>
                    </a:xfrm>
                    <a:prstGeom prst="rect">
                      <a:avLst/>
                    </a:prstGeom>
                  </p:spPr>
                </p:pic>
              </p:grpSp>
              <p:cxnSp>
                <p:nvCxnSpPr>
                  <p:cNvPr id="90" name="Straight Connector 379">
                    <a:extLst>
                      <a:ext uri="{FF2B5EF4-FFF2-40B4-BE49-F238E27FC236}">
                        <a16:creationId xmlns:a16="http://schemas.microsoft.com/office/drawing/2014/main" id="{302FF3FA-144B-7181-B8EE-0F7A99155F80}"/>
                      </a:ext>
                    </a:extLst>
                  </p:cNvPr>
                  <p:cNvCxnSpPr>
                    <a:cxnSpLocks/>
                    <a:stCxn id="221" idx="2"/>
                    <a:endCxn id="91" idx="4"/>
                  </p:cNvCxnSpPr>
                  <p:nvPr/>
                </p:nvCxnSpPr>
                <p:spPr>
                  <a:xfrm flipH="1" flipV="1">
                    <a:off x="1016760" y="3573887"/>
                    <a:ext cx="20438" cy="217427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87" name="Arrow: Right 53">
                  <a:extLst>
                    <a:ext uri="{FF2B5EF4-FFF2-40B4-BE49-F238E27FC236}">
                      <a16:creationId xmlns:a16="http://schemas.microsoft.com/office/drawing/2014/main" id="{C910FCE6-31B1-69C3-FCF9-AC3D9ECAF0B3}"/>
                    </a:ext>
                  </a:extLst>
                </p:cNvPr>
                <p:cNvSpPr/>
                <p:nvPr/>
              </p:nvSpPr>
              <p:spPr>
                <a:xfrm flipH="1">
                  <a:off x="759301" y="4223565"/>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sp>
            <p:nvSpPr>
              <p:cNvPr id="82" name="Arrow: Right 53">
                <a:extLst>
                  <a:ext uri="{FF2B5EF4-FFF2-40B4-BE49-F238E27FC236}">
                    <a16:creationId xmlns:a16="http://schemas.microsoft.com/office/drawing/2014/main" id="{B03DEC52-48B4-6ECA-6FB7-BFD53B7B97AB}"/>
                  </a:ext>
                </a:extLst>
              </p:cNvPr>
              <p:cNvSpPr/>
              <p:nvPr/>
            </p:nvSpPr>
            <p:spPr>
              <a:xfrm flipH="1">
                <a:off x="759301" y="4706941"/>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83" name="Rectangle 373">
                <a:extLst>
                  <a:ext uri="{FF2B5EF4-FFF2-40B4-BE49-F238E27FC236}">
                    <a16:creationId xmlns:a16="http://schemas.microsoft.com/office/drawing/2014/main" id="{2CEFD191-3D9B-3C4B-2740-5AABA683AA04}"/>
                  </a:ext>
                </a:extLst>
              </p:cNvPr>
              <p:cNvSpPr/>
              <p:nvPr/>
            </p:nvSpPr>
            <p:spPr>
              <a:xfrm flipH="1">
                <a:off x="854363" y="4684542"/>
                <a:ext cx="1247788"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HAI for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Zongertinib</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2L post-marketing requirements (Q2)</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sp>
            <p:nvSpPr>
              <p:cNvPr id="84" name="Arrow: Right 53">
                <a:extLst>
                  <a:ext uri="{FF2B5EF4-FFF2-40B4-BE49-F238E27FC236}">
                    <a16:creationId xmlns:a16="http://schemas.microsoft.com/office/drawing/2014/main" id="{294B8D9B-0044-2D94-4143-E8A9E4A91471}"/>
                  </a:ext>
                </a:extLst>
              </p:cNvPr>
              <p:cNvSpPr/>
              <p:nvPr/>
            </p:nvSpPr>
            <p:spPr>
              <a:xfrm flipH="1">
                <a:off x="747561" y="5193647"/>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85" name="Rectangle 373">
                <a:extLst>
                  <a:ext uri="{FF2B5EF4-FFF2-40B4-BE49-F238E27FC236}">
                    <a16:creationId xmlns:a16="http://schemas.microsoft.com/office/drawing/2014/main" id="{7531E88D-2C90-C52A-935A-577F975D2639}"/>
                  </a:ext>
                </a:extLst>
              </p:cNvPr>
              <p:cNvSpPr/>
              <p:nvPr/>
            </p:nvSpPr>
            <p:spPr>
              <a:xfrm flipH="1">
                <a:off x="854363" y="5171508"/>
                <a:ext cx="1247788"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lvl="0">
                  <a:defRPr/>
                </a:pPr>
                <a:r>
                  <a:rPr lang="en-US" altLang="zh-CN" sz="813">
                    <a:solidFill>
                      <a:srgbClr val="123563"/>
                    </a:solidFill>
                  </a:rPr>
                  <a:t>HAI for </a:t>
                </a:r>
                <a:r>
                  <a:rPr lang="en-US" altLang="zh-CN" sz="813" err="1">
                    <a:solidFill>
                      <a:srgbClr val="123563"/>
                    </a:solidFill>
                  </a:rPr>
                  <a:t>Obrixtamig</a:t>
                </a:r>
                <a:r>
                  <a:rPr lang="en-US" altLang="zh-CN" sz="813">
                    <a:solidFill>
                      <a:srgbClr val="123563"/>
                    </a:solidFill>
                  </a:rPr>
                  <a:t> - </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2L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epNEC</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Dareon-5 after futility analysis (Q1/2)</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grpSp>
        <p:sp>
          <p:nvSpPr>
            <p:cNvPr id="221" name="Arrow: Right 53">
              <a:extLst>
                <a:ext uri="{FF2B5EF4-FFF2-40B4-BE49-F238E27FC236}">
                  <a16:creationId xmlns:a16="http://schemas.microsoft.com/office/drawing/2014/main" id="{76FDF8D0-3E33-AE13-72F2-6D9FB5094CBE}"/>
                </a:ext>
              </a:extLst>
            </p:cNvPr>
            <p:cNvSpPr/>
            <p:nvPr/>
          </p:nvSpPr>
          <p:spPr>
            <a:xfrm flipH="1">
              <a:off x="5407697" y="5627519"/>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20" name="Rectangle 373">
              <a:extLst>
                <a:ext uri="{FF2B5EF4-FFF2-40B4-BE49-F238E27FC236}">
                  <a16:creationId xmlns:a16="http://schemas.microsoft.com/office/drawing/2014/main" id="{0E4AC97A-CB8E-7FD7-599E-F9F3C550B5CE}"/>
                </a:ext>
              </a:extLst>
            </p:cNvPr>
            <p:cNvSpPr/>
            <p:nvPr/>
          </p:nvSpPr>
          <p:spPr>
            <a:xfrm flipH="1">
              <a:off x="5518884" y="5612881"/>
              <a:ext cx="1292242"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lvl="0">
                <a:defRPr/>
              </a:pPr>
              <a:r>
                <a:rPr lang="en-US" altLang="zh-CN" sz="813">
                  <a:solidFill>
                    <a:srgbClr val="123563"/>
                  </a:solidFill>
                </a:rPr>
                <a:t>BTD Sub. for </a:t>
              </a:r>
              <a:r>
                <a:rPr lang="en-US" altLang="zh-CN" sz="813" err="1">
                  <a:solidFill>
                    <a:srgbClr val="123563"/>
                  </a:solidFill>
                </a:rPr>
                <a:t>Obrixtamig</a:t>
              </a:r>
              <a:r>
                <a:rPr lang="en-US" altLang="zh-CN" sz="813">
                  <a:solidFill>
                    <a:srgbClr val="123563"/>
                  </a:solidFill>
                </a:rPr>
                <a:t> - </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2L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epNEC</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Dareon-5 after futility analysis (Q1/2)</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grpSp>
      <p:sp>
        <p:nvSpPr>
          <p:cNvPr id="28" name="Rectangle 373">
            <a:extLst>
              <a:ext uri="{FF2B5EF4-FFF2-40B4-BE49-F238E27FC236}">
                <a16:creationId xmlns:a16="http://schemas.microsoft.com/office/drawing/2014/main" id="{779696F0-2020-979E-9D42-DE94EAC04A41}"/>
              </a:ext>
            </a:extLst>
          </p:cNvPr>
          <p:cNvSpPr/>
          <p:nvPr/>
        </p:nvSpPr>
        <p:spPr>
          <a:xfrm flipH="1">
            <a:off x="714663" y="4410210"/>
            <a:ext cx="1167356"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CTA Sub. for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Zongertinib</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 BCGC CTP amend.</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grpSp>
        <p:nvGrpSpPr>
          <p:cNvPr id="281" name="Group 94">
            <a:extLst>
              <a:ext uri="{FF2B5EF4-FFF2-40B4-BE49-F238E27FC236}">
                <a16:creationId xmlns:a16="http://schemas.microsoft.com/office/drawing/2014/main" id="{DA653B6A-75FE-AB51-9D9E-537E212C1629}"/>
              </a:ext>
            </a:extLst>
          </p:cNvPr>
          <p:cNvGrpSpPr/>
          <p:nvPr/>
        </p:nvGrpSpPr>
        <p:grpSpPr>
          <a:xfrm>
            <a:off x="495288" y="3050353"/>
            <a:ext cx="263250" cy="263252"/>
            <a:chOff x="2124108" y="2977434"/>
            <a:chExt cx="324000" cy="324000"/>
          </a:xfrm>
        </p:grpSpPr>
        <p:sp>
          <p:nvSpPr>
            <p:cNvPr id="285" name="Oval 95">
              <a:extLst>
                <a:ext uri="{FF2B5EF4-FFF2-40B4-BE49-F238E27FC236}">
                  <a16:creationId xmlns:a16="http://schemas.microsoft.com/office/drawing/2014/main" id="{E86D6C9D-F79A-E131-D35C-0B40052B2C3C}"/>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86" name="Oval 96">
              <a:extLst>
                <a:ext uri="{FF2B5EF4-FFF2-40B4-BE49-F238E27FC236}">
                  <a16:creationId xmlns:a16="http://schemas.microsoft.com/office/drawing/2014/main" id="{B8C1D136-56C2-24A8-25EC-9D3BC651FB4E}"/>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32" name="Graphic 97" descr="Diamond with solid fill">
              <a:extLst>
                <a:ext uri="{FF2B5EF4-FFF2-40B4-BE49-F238E27FC236}">
                  <a16:creationId xmlns:a16="http://schemas.microsoft.com/office/drawing/2014/main" id="{B5191DCF-DBF7-ABE9-75FE-C9D8DB51BC71}"/>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06951" y="3060277"/>
              <a:ext cx="158314" cy="158314"/>
            </a:xfrm>
            <a:prstGeom prst="rect">
              <a:avLst/>
            </a:prstGeom>
          </p:spPr>
        </p:pic>
      </p:grpSp>
      <p:cxnSp>
        <p:nvCxnSpPr>
          <p:cNvPr id="282" name="Straight Connector 379">
            <a:extLst>
              <a:ext uri="{FF2B5EF4-FFF2-40B4-BE49-F238E27FC236}">
                <a16:creationId xmlns:a16="http://schemas.microsoft.com/office/drawing/2014/main" id="{468C3483-AAA6-B84E-6E2D-A943434A631E}"/>
              </a:ext>
            </a:extLst>
          </p:cNvPr>
          <p:cNvCxnSpPr>
            <a:cxnSpLocks/>
            <a:stCxn id="58" idx="3"/>
          </p:cNvCxnSpPr>
          <p:nvPr/>
        </p:nvCxnSpPr>
        <p:spPr>
          <a:xfrm flipV="1">
            <a:off x="619601" y="3313605"/>
            <a:ext cx="7312" cy="1642764"/>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4" name="Arrow: Right 53">
            <a:extLst>
              <a:ext uri="{FF2B5EF4-FFF2-40B4-BE49-F238E27FC236}">
                <a16:creationId xmlns:a16="http://schemas.microsoft.com/office/drawing/2014/main" id="{142FBC97-7507-3705-7364-D82EE925E82D}"/>
              </a:ext>
            </a:extLst>
          </p:cNvPr>
          <p:cNvSpPr/>
          <p:nvPr/>
        </p:nvSpPr>
        <p:spPr>
          <a:xfrm flipH="1">
            <a:off x="619601" y="4429118"/>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58" name="Arrow: Right 53">
            <a:extLst>
              <a:ext uri="{FF2B5EF4-FFF2-40B4-BE49-F238E27FC236}">
                <a16:creationId xmlns:a16="http://schemas.microsoft.com/office/drawing/2014/main" id="{794A2C9B-AD3B-280A-EB9C-6DD8E5609CE5}"/>
              </a:ext>
            </a:extLst>
          </p:cNvPr>
          <p:cNvSpPr/>
          <p:nvPr/>
        </p:nvSpPr>
        <p:spPr>
          <a:xfrm flipH="1">
            <a:off x="619601" y="4912494"/>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62" name="Rectangle 373">
            <a:extLst>
              <a:ext uri="{FF2B5EF4-FFF2-40B4-BE49-F238E27FC236}">
                <a16:creationId xmlns:a16="http://schemas.microsoft.com/office/drawing/2014/main" id="{43299338-2B97-C7ED-973A-7F5E3BE67D5D}"/>
              </a:ext>
            </a:extLst>
          </p:cNvPr>
          <p:cNvSpPr/>
          <p:nvPr/>
        </p:nvSpPr>
        <p:spPr>
          <a:xfrm flipH="1">
            <a:off x="714663" y="4890095"/>
            <a:ext cx="1247788"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CTA Sub. for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Obrixtamig</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-1L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epNEC</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Ph3 </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grpSp>
        <p:nvGrpSpPr>
          <p:cNvPr id="356" name="Group 355">
            <a:extLst>
              <a:ext uri="{FF2B5EF4-FFF2-40B4-BE49-F238E27FC236}">
                <a16:creationId xmlns:a16="http://schemas.microsoft.com/office/drawing/2014/main" id="{9C347503-6BE9-460D-1F63-40509A9A46F0}"/>
              </a:ext>
            </a:extLst>
          </p:cNvPr>
          <p:cNvGrpSpPr/>
          <p:nvPr/>
        </p:nvGrpSpPr>
        <p:grpSpPr>
          <a:xfrm>
            <a:off x="4174142" y="3050353"/>
            <a:ext cx="1019247" cy="1285077"/>
            <a:chOff x="4313842" y="3285069"/>
            <a:chExt cx="1019247" cy="1285077"/>
          </a:xfrm>
        </p:grpSpPr>
        <p:grpSp>
          <p:nvGrpSpPr>
            <p:cNvPr id="337" name="Group 336">
              <a:extLst>
                <a:ext uri="{FF2B5EF4-FFF2-40B4-BE49-F238E27FC236}">
                  <a16:creationId xmlns:a16="http://schemas.microsoft.com/office/drawing/2014/main" id="{0F7888FB-FE2C-6705-1D89-0F9AE01F54F6}"/>
                </a:ext>
              </a:extLst>
            </p:cNvPr>
            <p:cNvGrpSpPr/>
            <p:nvPr/>
          </p:nvGrpSpPr>
          <p:grpSpPr>
            <a:xfrm>
              <a:off x="4313842" y="3285069"/>
              <a:ext cx="1019247" cy="1285077"/>
              <a:chOff x="885135" y="3310635"/>
              <a:chExt cx="1019247" cy="1285077"/>
            </a:xfrm>
          </p:grpSpPr>
          <p:sp>
            <p:nvSpPr>
              <p:cNvPr id="339" name="Rectangle 373">
                <a:extLst>
                  <a:ext uri="{FF2B5EF4-FFF2-40B4-BE49-F238E27FC236}">
                    <a16:creationId xmlns:a16="http://schemas.microsoft.com/office/drawing/2014/main" id="{9836C805-D055-B069-B07F-B9F771B8C7F6}"/>
                  </a:ext>
                </a:extLst>
              </p:cNvPr>
              <p:cNvSpPr/>
              <p:nvPr/>
            </p:nvSpPr>
            <p:spPr>
              <a:xfrm flipH="1">
                <a:off x="1072145" y="4224872"/>
                <a:ext cx="832237"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lvl="0">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NDA approval - </a:t>
                </a:r>
                <a:r>
                  <a:rPr kumimoji="0" lang="en-US" sz="813" b="0" i="0" u="none" strike="noStrike" kern="1200" cap="none" spc="0" normalizeH="0" baseline="0" noProof="0" err="1">
                    <a:ln>
                      <a:noFill/>
                    </a:ln>
                    <a:solidFill>
                      <a:srgbClr val="123563"/>
                    </a:solidFill>
                    <a:effectLst/>
                    <a:uLnTx/>
                    <a:uFillTx/>
                    <a:latin typeface="Boehringer Forward Text"/>
                    <a:ea typeface="+mn-ea"/>
                    <a:cs typeface="+mn-cs"/>
                  </a:rPr>
                  <a:t>Zongertinib</a:t>
                </a:r>
                <a:r>
                  <a:rPr kumimoji="0" lang="en-US" sz="813" b="0" i="0" u="none" strike="noStrike" kern="1200" cap="none" spc="0" normalizeH="0" baseline="0" noProof="0">
                    <a:ln>
                      <a:noFill/>
                    </a:ln>
                    <a:solidFill>
                      <a:srgbClr val="123563"/>
                    </a:solidFill>
                    <a:effectLst/>
                    <a:uLnTx/>
                    <a:uFillTx/>
                    <a:latin typeface="Boehringer Forward Text"/>
                    <a:ea typeface="+mn-ea"/>
                    <a:cs typeface="+mn-cs"/>
                  </a:rPr>
                  <a:t> 1L NSCLC (Best)</a:t>
                </a:r>
              </a:p>
            </p:txBody>
          </p:sp>
          <p:grpSp>
            <p:nvGrpSpPr>
              <p:cNvPr id="340" name="Group 94">
                <a:extLst>
                  <a:ext uri="{FF2B5EF4-FFF2-40B4-BE49-F238E27FC236}">
                    <a16:creationId xmlns:a16="http://schemas.microsoft.com/office/drawing/2014/main" id="{B4562FF6-5F10-1291-2483-A4E1226C69C0}"/>
                  </a:ext>
                </a:extLst>
              </p:cNvPr>
              <p:cNvGrpSpPr/>
              <p:nvPr/>
            </p:nvGrpSpPr>
            <p:grpSpPr>
              <a:xfrm>
                <a:off x="885135" y="3310635"/>
                <a:ext cx="263250" cy="263252"/>
                <a:chOff x="2124108" y="2977434"/>
                <a:chExt cx="324000" cy="324000"/>
              </a:xfrm>
            </p:grpSpPr>
            <p:sp>
              <p:nvSpPr>
                <p:cNvPr id="342" name="Oval 95">
                  <a:extLst>
                    <a:ext uri="{FF2B5EF4-FFF2-40B4-BE49-F238E27FC236}">
                      <a16:creationId xmlns:a16="http://schemas.microsoft.com/office/drawing/2014/main" id="{7DA6136E-83AB-4EC5-DC69-E1960E3C437F}"/>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43" name="Oval 96">
                  <a:extLst>
                    <a:ext uri="{FF2B5EF4-FFF2-40B4-BE49-F238E27FC236}">
                      <a16:creationId xmlns:a16="http://schemas.microsoft.com/office/drawing/2014/main" id="{537ACE12-D45A-8834-36C8-797084E287F1}"/>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344" name="Graphic 97" descr="Diamond with solid fill">
                  <a:extLst>
                    <a:ext uri="{FF2B5EF4-FFF2-40B4-BE49-F238E27FC236}">
                      <a16:creationId xmlns:a16="http://schemas.microsoft.com/office/drawing/2014/main" id="{F0D595CB-69F3-A564-655B-EA4F4C1070F2}"/>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06951" y="3060277"/>
                  <a:ext cx="158314" cy="158314"/>
                </a:xfrm>
                <a:prstGeom prst="rect">
                  <a:avLst/>
                </a:prstGeom>
              </p:spPr>
            </p:pic>
          </p:grpSp>
          <p:cxnSp>
            <p:nvCxnSpPr>
              <p:cNvPr id="341" name="Straight Connector 379">
                <a:extLst>
                  <a:ext uri="{FF2B5EF4-FFF2-40B4-BE49-F238E27FC236}">
                    <a16:creationId xmlns:a16="http://schemas.microsoft.com/office/drawing/2014/main" id="{D62F4E64-AF4E-DF77-AAE5-4BFC2BF4014D}"/>
                  </a:ext>
                </a:extLst>
              </p:cNvPr>
              <p:cNvCxnSpPr>
                <a:cxnSpLocks/>
                <a:endCxn id="342" idx="4"/>
              </p:cNvCxnSpPr>
              <p:nvPr/>
            </p:nvCxnSpPr>
            <p:spPr>
              <a:xfrm flipV="1">
                <a:off x="1001355" y="3573887"/>
                <a:ext cx="15405" cy="689178"/>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348" name="Arrow: Right 53">
              <a:extLst>
                <a:ext uri="{FF2B5EF4-FFF2-40B4-BE49-F238E27FC236}">
                  <a16:creationId xmlns:a16="http://schemas.microsoft.com/office/drawing/2014/main" id="{F6C0C229-9FF2-783D-74B1-C9DF21756B83}"/>
                </a:ext>
              </a:extLst>
            </p:cNvPr>
            <p:cNvSpPr/>
            <p:nvPr/>
          </p:nvSpPr>
          <p:spPr>
            <a:xfrm flipH="1">
              <a:off x="4425452" y="4208528"/>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grpSp>
        <p:nvGrpSpPr>
          <p:cNvPr id="353" name="Group 352">
            <a:extLst>
              <a:ext uri="{FF2B5EF4-FFF2-40B4-BE49-F238E27FC236}">
                <a16:creationId xmlns:a16="http://schemas.microsoft.com/office/drawing/2014/main" id="{C0CBA7CD-D413-CB7E-09FC-E8FCD7CD9878}"/>
              </a:ext>
            </a:extLst>
          </p:cNvPr>
          <p:cNvGrpSpPr/>
          <p:nvPr/>
        </p:nvGrpSpPr>
        <p:grpSpPr>
          <a:xfrm>
            <a:off x="6425229" y="3050353"/>
            <a:ext cx="1386731" cy="2262487"/>
            <a:chOff x="6564929" y="3277741"/>
            <a:chExt cx="1386731" cy="2262487"/>
          </a:xfrm>
        </p:grpSpPr>
        <p:grpSp>
          <p:nvGrpSpPr>
            <p:cNvPr id="116" name="Group 115">
              <a:extLst>
                <a:ext uri="{FF2B5EF4-FFF2-40B4-BE49-F238E27FC236}">
                  <a16:creationId xmlns:a16="http://schemas.microsoft.com/office/drawing/2014/main" id="{F47843AF-530E-E5DF-2335-3F982DCE0433}"/>
                </a:ext>
              </a:extLst>
            </p:cNvPr>
            <p:cNvGrpSpPr/>
            <p:nvPr/>
          </p:nvGrpSpPr>
          <p:grpSpPr>
            <a:xfrm>
              <a:off x="6564929" y="3277741"/>
              <a:ext cx="1376680" cy="1975344"/>
              <a:chOff x="634988" y="3302000"/>
              <a:chExt cx="1376680" cy="1975344"/>
            </a:xfrm>
          </p:grpSpPr>
          <p:grpSp>
            <p:nvGrpSpPr>
              <p:cNvPr id="117" name="Group 116">
                <a:extLst>
                  <a:ext uri="{FF2B5EF4-FFF2-40B4-BE49-F238E27FC236}">
                    <a16:creationId xmlns:a16="http://schemas.microsoft.com/office/drawing/2014/main" id="{4B7800EB-2DDF-8B57-5581-09408F148330}"/>
                  </a:ext>
                </a:extLst>
              </p:cNvPr>
              <p:cNvGrpSpPr/>
              <p:nvPr/>
            </p:nvGrpSpPr>
            <p:grpSpPr>
              <a:xfrm>
                <a:off x="634988" y="3302000"/>
                <a:ext cx="1376680" cy="1975344"/>
                <a:chOff x="634988" y="3302000"/>
                <a:chExt cx="1376680" cy="1975344"/>
              </a:xfrm>
            </p:grpSpPr>
            <p:grpSp>
              <p:nvGrpSpPr>
                <p:cNvPr id="150" name="Group 149">
                  <a:extLst>
                    <a:ext uri="{FF2B5EF4-FFF2-40B4-BE49-F238E27FC236}">
                      <a16:creationId xmlns:a16="http://schemas.microsoft.com/office/drawing/2014/main" id="{C70F2D7D-5A3F-2F7F-B53C-11CCC5DD2CCA}"/>
                    </a:ext>
                  </a:extLst>
                </p:cNvPr>
                <p:cNvGrpSpPr/>
                <p:nvPr/>
              </p:nvGrpSpPr>
              <p:grpSpPr>
                <a:xfrm>
                  <a:off x="634988" y="3302000"/>
                  <a:ext cx="1376680" cy="1975344"/>
                  <a:chOff x="885135" y="3310635"/>
                  <a:chExt cx="1376680" cy="1975344"/>
                </a:xfrm>
              </p:grpSpPr>
              <p:sp>
                <p:nvSpPr>
                  <p:cNvPr id="152" name="Rectangle 373">
                    <a:extLst>
                      <a:ext uri="{FF2B5EF4-FFF2-40B4-BE49-F238E27FC236}">
                        <a16:creationId xmlns:a16="http://schemas.microsoft.com/office/drawing/2014/main" id="{8D82931B-5E3A-0FEA-300D-88F8BB5F0968}"/>
                      </a:ext>
                    </a:extLst>
                  </p:cNvPr>
                  <p:cNvSpPr/>
                  <p:nvPr/>
                </p:nvSpPr>
                <p:spPr>
                  <a:xfrm flipH="1">
                    <a:off x="1094459" y="4158571"/>
                    <a:ext cx="1167356"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lvl="0">
                      <a:defRPr/>
                    </a:pPr>
                    <a:r>
                      <a:rPr lang="en-US" altLang="zh-CN" sz="813">
                        <a:solidFill>
                          <a:srgbClr val="123563"/>
                        </a:solidFill>
                      </a:rPr>
                      <a:t>1</a:t>
                    </a:r>
                    <a:r>
                      <a:rPr lang="en-US" altLang="zh-CN" sz="813" baseline="30000">
                        <a:solidFill>
                          <a:srgbClr val="123563"/>
                        </a:solidFill>
                      </a:rPr>
                      <a:t>st</a:t>
                    </a:r>
                    <a:r>
                      <a:rPr lang="en-US" altLang="zh-CN" sz="813">
                        <a:solidFill>
                          <a:srgbClr val="123563"/>
                        </a:solidFill>
                      </a:rPr>
                      <a:t> SIV for </a:t>
                    </a:r>
                    <a:r>
                      <a:rPr lang="en-US" altLang="zh-CN" sz="813" err="1">
                        <a:solidFill>
                          <a:srgbClr val="123563"/>
                        </a:solidFill>
                      </a:rPr>
                      <a:t>Zongertinib</a:t>
                    </a:r>
                    <a:r>
                      <a:rPr lang="en-US" altLang="zh-CN" sz="813">
                        <a:solidFill>
                          <a:srgbClr val="123563"/>
                        </a:solidFill>
                      </a:rPr>
                      <a:t>  - NSCLC Combo study</a:t>
                    </a:r>
                  </a:p>
                </p:txBody>
              </p:sp>
              <p:grpSp>
                <p:nvGrpSpPr>
                  <p:cNvPr id="153" name="Group 94">
                    <a:extLst>
                      <a:ext uri="{FF2B5EF4-FFF2-40B4-BE49-F238E27FC236}">
                        <a16:creationId xmlns:a16="http://schemas.microsoft.com/office/drawing/2014/main" id="{A84D973C-ED25-3B16-FCE8-36C1F39CEF47}"/>
                      </a:ext>
                    </a:extLst>
                  </p:cNvPr>
                  <p:cNvGrpSpPr/>
                  <p:nvPr/>
                </p:nvGrpSpPr>
                <p:grpSpPr>
                  <a:xfrm>
                    <a:off x="885135" y="3310635"/>
                    <a:ext cx="263250" cy="263252"/>
                    <a:chOff x="2124108" y="2977434"/>
                    <a:chExt cx="324000" cy="324000"/>
                  </a:xfrm>
                </p:grpSpPr>
                <p:sp>
                  <p:nvSpPr>
                    <p:cNvPr id="155" name="Oval 95">
                      <a:extLst>
                        <a:ext uri="{FF2B5EF4-FFF2-40B4-BE49-F238E27FC236}">
                          <a16:creationId xmlns:a16="http://schemas.microsoft.com/office/drawing/2014/main" id="{0D694D29-85AB-E2C3-BC60-2902DA9C3439}"/>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56" name="Oval 96">
                      <a:extLst>
                        <a:ext uri="{FF2B5EF4-FFF2-40B4-BE49-F238E27FC236}">
                          <a16:creationId xmlns:a16="http://schemas.microsoft.com/office/drawing/2014/main" id="{0461446D-6CC8-58F2-FEEE-F2A4C91EB015}"/>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157" name="Graphic 97" descr="Diamond with solid fill">
                      <a:extLst>
                        <a:ext uri="{FF2B5EF4-FFF2-40B4-BE49-F238E27FC236}">
                          <a16:creationId xmlns:a16="http://schemas.microsoft.com/office/drawing/2014/main" id="{541F30A8-299E-7378-87EA-18479BBC8D2D}"/>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06951" y="3060277"/>
                      <a:ext cx="158314" cy="158314"/>
                    </a:xfrm>
                    <a:prstGeom prst="rect">
                      <a:avLst/>
                    </a:prstGeom>
                  </p:spPr>
                </p:pic>
              </p:grpSp>
              <p:cxnSp>
                <p:nvCxnSpPr>
                  <p:cNvPr id="154" name="Straight Connector 379">
                    <a:extLst>
                      <a:ext uri="{FF2B5EF4-FFF2-40B4-BE49-F238E27FC236}">
                        <a16:creationId xmlns:a16="http://schemas.microsoft.com/office/drawing/2014/main" id="{6004BC30-1D60-1C76-99B5-DF845C508911}"/>
                      </a:ext>
                    </a:extLst>
                  </p:cNvPr>
                  <p:cNvCxnSpPr>
                    <a:cxnSpLocks/>
                    <a:endCxn id="155" idx="4"/>
                  </p:cNvCxnSpPr>
                  <p:nvPr/>
                </p:nvCxnSpPr>
                <p:spPr>
                  <a:xfrm flipV="1">
                    <a:off x="996395" y="3573887"/>
                    <a:ext cx="20365" cy="171209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sp>
              <p:nvSpPr>
                <p:cNvPr id="151" name="Arrow: Right 53">
                  <a:extLst>
                    <a:ext uri="{FF2B5EF4-FFF2-40B4-BE49-F238E27FC236}">
                      <a16:creationId xmlns:a16="http://schemas.microsoft.com/office/drawing/2014/main" id="{16907C01-0EC6-0081-9E0F-90750169F550}"/>
                    </a:ext>
                  </a:extLst>
                </p:cNvPr>
                <p:cNvSpPr/>
                <p:nvPr/>
              </p:nvSpPr>
              <p:spPr>
                <a:xfrm flipH="1">
                  <a:off x="759301" y="4223565"/>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sp>
            <p:nvSpPr>
              <p:cNvPr id="118" name="Arrow: Right 53">
                <a:extLst>
                  <a:ext uri="{FF2B5EF4-FFF2-40B4-BE49-F238E27FC236}">
                    <a16:creationId xmlns:a16="http://schemas.microsoft.com/office/drawing/2014/main" id="{BE3E7196-28D9-9950-76C3-2FFCFD316F31}"/>
                  </a:ext>
                </a:extLst>
              </p:cNvPr>
              <p:cNvSpPr/>
              <p:nvPr/>
            </p:nvSpPr>
            <p:spPr>
              <a:xfrm flipH="1">
                <a:off x="759301" y="4706941"/>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sp>
          <p:nvSpPr>
            <p:cNvPr id="169" name="Rectangle 373">
              <a:extLst>
                <a:ext uri="{FF2B5EF4-FFF2-40B4-BE49-F238E27FC236}">
                  <a16:creationId xmlns:a16="http://schemas.microsoft.com/office/drawing/2014/main" id="{8749C9E5-CF0B-172D-A47D-8F4F60547988}"/>
                </a:ext>
              </a:extLst>
            </p:cNvPr>
            <p:cNvSpPr/>
            <p:nvPr/>
          </p:nvSpPr>
          <p:spPr>
            <a:xfrm flipH="1">
              <a:off x="6784304" y="4656275"/>
              <a:ext cx="1167356"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lvl="0">
                <a:defRPr/>
              </a:pPr>
              <a:r>
                <a:rPr lang="en-US" altLang="zh-CN" sz="813">
                  <a:solidFill>
                    <a:srgbClr val="123563"/>
                  </a:solidFill>
                </a:rPr>
                <a:t>1</a:t>
              </a:r>
              <a:r>
                <a:rPr lang="en-US" altLang="zh-CN" sz="813" baseline="30000">
                  <a:solidFill>
                    <a:srgbClr val="123563"/>
                  </a:solidFill>
                </a:rPr>
                <a:t>st</a:t>
              </a:r>
              <a:r>
                <a:rPr lang="en-US" altLang="zh-CN" sz="813">
                  <a:solidFill>
                    <a:srgbClr val="123563"/>
                  </a:solidFill>
                </a:rPr>
                <a:t> SIV for </a:t>
              </a:r>
              <a:r>
                <a:rPr lang="en-US" altLang="zh-CN" sz="813" err="1">
                  <a:solidFill>
                    <a:srgbClr val="123563"/>
                  </a:solidFill>
                </a:rPr>
                <a:t>Obrixtamig</a:t>
              </a:r>
              <a:r>
                <a:rPr lang="en-US" altLang="zh-CN" sz="813">
                  <a:solidFill>
                    <a:srgbClr val="123563"/>
                  </a:solidFill>
                </a:rPr>
                <a:t> - 1L </a:t>
              </a:r>
              <a:r>
                <a:rPr lang="en-US" altLang="zh-CN" sz="813" err="1">
                  <a:solidFill>
                    <a:srgbClr val="123563"/>
                  </a:solidFill>
                </a:rPr>
                <a:t>epNEC</a:t>
              </a:r>
              <a:r>
                <a:rPr lang="en-US" altLang="zh-CN" sz="813">
                  <a:solidFill>
                    <a:srgbClr val="123563"/>
                  </a:solidFill>
                </a:rPr>
                <a:t> Dareon-Nec-1</a:t>
              </a:r>
            </a:p>
          </p:txBody>
        </p:sp>
        <p:sp>
          <p:nvSpPr>
            <p:cNvPr id="180" name="Arrow: Right 53">
              <a:extLst>
                <a:ext uri="{FF2B5EF4-FFF2-40B4-BE49-F238E27FC236}">
                  <a16:creationId xmlns:a16="http://schemas.microsoft.com/office/drawing/2014/main" id="{388FC07C-88F4-4FB6-0192-80FEB1CD0440}"/>
                </a:ext>
              </a:extLst>
            </p:cNvPr>
            <p:cNvSpPr/>
            <p:nvPr/>
          </p:nvSpPr>
          <p:spPr>
            <a:xfrm flipH="1">
              <a:off x="6686240" y="5178484"/>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81" name="Rectangle 373">
              <a:extLst>
                <a:ext uri="{FF2B5EF4-FFF2-40B4-BE49-F238E27FC236}">
                  <a16:creationId xmlns:a16="http://schemas.microsoft.com/office/drawing/2014/main" id="{89690C14-3EEC-630E-EFF3-60D6E22A7C67}"/>
                </a:ext>
              </a:extLst>
            </p:cNvPr>
            <p:cNvSpPr/>
            <p:nvPr/>
          </p:nvSpPr>
          <p:spPr>
            <a:xfrm flipH="1">
              <a:off x="6784304" y="5169388"/>
              <a:ext cx="1167356"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lvl="0">
                <a:defRPr/>
              </a:pPr>
              <a:r>
                <a:rPr lang="en-US" altLang="zh-CN" sz="813">
                  <a:solidFill>
                    <a:srgbClr val="123563"/>
                  </a:solidFill>
                </a:rPr>
                <a:t>Key results for </a:t>
              </a:r>
              <a:r>
                <a:rPr lang="en-US" altLang="zh-CN" sz="813" err="1">
                  <a:solidFill>
                    <a:srgbClr val="123563"/>
                  </a:solidFill>
                </a:rPr>
                <a:t>Zongertinib</a:t>
              </a:r>
              <a:r>
                <a:rPr lang="en-US" altLang="zh-CN" sz="813">
                  <a:solidFill>
                    <a:srgbClr val="123563"/>
                  </a:solidFill>
                </a:rPr>
                <a:t> </a:t>
              </a:r>
              <a:r>
                <a:rPr lang="en-US" altLang="zh-CN" sz="813" err="1">
                  <a:solidFill>
                    <a:srgbClr val="123563"/>
                  </a:solidFill>
                </a:rPr>
                <a:t>Beamion</a:t>
              </a:r>
              <a:r>
                <a:rPr lang="en-US" altLang="zh-CN" sz="813">
                  <a:solidFill>
                    <a:srgbClr val="123563"/>
                  </a:solidFill>
                </a:rPr>
                <a:t> LUNG-1 cohort 9 </a:t>
              </a:r>
            </a:p>
          </p:txBody>
        </p:sp>
      </p:grpSp>
      <p:grpSp>
        <p:nvGrpSpPr>
          <p:cNvPr id="13" name="Group 12">
            <a:extLst>
              <a:ext uri="{FF2B5EF4-FFF2-40B4-BE49-F238E27FC236}">
                <a16:creationId xmlns:a16="http://schemas.microsoft.com/office/drawing/2014/main" id="{3BCDC211-067F-341E-8095-E299A5050932}"/>
              </a:ext>
            </a:extLst>
          </p:cNvPr>
          <p:cNvGrpSpPr/>
          <p:nvPr/>
        </p:nvGrpSpPr>
        <p:grpSpPr>
          <a:xfrm>
            <a:off x="3649554" y="1957608"/>
            <a:ext cx="1180121" cy="370840"/>
            <a:chOff x="1830277" y="2636777"/>
            <a:chExt cx="1180121" cy="370840"/>
          </a:xfrm>
        </p:grpSpPr>
        <p:sp>
          <p:nvSpPr>
            <p:cNvPr id="5" name="Arrow: Right 53">
              <a:extLst>
                <a:ext uri="{FF2B5EF4-FFF2-40B4-BE49-F238E27FC236}">
                  <a16:creationId xmlns:a16="http://schemas.microsoft.com/office/drawing/2014/main" id="{F1414887-468A-56F3-3851-4CFD88C9DCC8}"/>
                </a:ext>
              </a:extLst>
            </p:cNvPr>
            <p:cNvSpPr/>
            <p:nvPr/>
          </p:nvSpPr>
          <p:spPr>
            <a:xfrm flipH="1">
              <a:off x="1830277" y="2714373"/>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7" name="Rectangle 373">
              <a:extLst>
                <a:ext uri="{FF2B5EF4-FFF2-40B4-BE49-F238E27FC236}">
                  <a16:creationId xmlns:a16="http://schemas.microsoft.com/office/drawing/2014/main" id="{E7F77B1C-3C7C-0C56-BB1E-AB7CDD69F973}"/>
                </a:ext>
              </a:extLst>
            </p:cNvPr>
            <p:cNvSpPr/>
            <p:nvPr/>
          </p:nvSpPr>
          <p:spPr>
            <a:xfrm flipH="1">
              <a:off x="1918027" y="2636777"/>
              <a:ext cx="1092371"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lvl="0">
                <a:defRPr/>
              </a:pPr>
              <a:r>
                <a:rPr lang="en-US" altLang="zh-CN" sz="813">
                  <a:solidFill>
                    <a:srgbClr val="123563"/>
                  </a:solidFill>
                </a:rPr>
                <a:t>FA for </a:t>
              </a:r>
              <a:r>
                <a:rPr lang="en-US" altLang="zh-CN" sz="813" err="1">
                  <a:solidFill>
                    <a:srgbClr val="123563"/>
                  </a:solidFill>
                </a:rPr>
                <a:t>Obrixtamig</a:t>
              </a:r>
              <a:r>
                <a:rPr lang="en-US" altLang="zh-CN" sz="813">
                  <a:solidFill>
                    <a:srgbClr val="123563"/>
                  </a:solidFill>
                </a:rPr>
                <a:t> - 2L </a:t>
              </a:r>
              <a:r>
                <a:rPr lang="en-US" altLang="zh-CN" sz="813" err="1">
                  <a:solidFill>
                    <a:srgbClr val="123563"/>
                  </a:solidFill>
                </a:rPr>
                <a:t>epNEC</a:t>
              </a:r>
              <a:r>
                <a:rPr lang="en-US" altLang="zh-CN" sz="813">
                  <a:solidFill>
                    <a:srgbClr val="123563"/>
                  </a:solidFill>
                </a:rPr>
                <a:t> Dareon-5</a:t>
              </a:r>
            </a:p>
          </p:txBody>
        </p:sp>
      </p:grpSp>
      <p:grpSp>
        <p:nvGrpSpPr>
          <p:cNvPr id="14" name="Group 13">
            <a:extLst>
              <a:ext uri="{FF2B5EF4-FFF2-40B4-BE49-F238E27FC236}">
                <a16:creationId xmlns:a16="http://schemas.microsoft.com/office/drawing/2014/main" id="{E6A0CDDC-0C87-DB42-6860-EA2671A7A9DB}"/>
              </a:ext>
            </a:extLst>
          </p:cNvPr>
          <p:cNvGrpSpPr/>
          <p:nvPr/>
        </p:nvGrpSpPr>
        <p:grpSpPr>
          <a:xfrm>
            <a:off x="622886" y="2315309"/>
            <a:ext cx="1064295" cy="725830"/>
            <a:chOff x="1819200" y="2636777"/>
            <a:chExt cx="1064295" cy="725830"/>
          </a:xfrm>
        </p:grpSpPr>
        <p:cxnSp>
          <p:nvCxnSpPr>
            <p:cNvPr id="15" name="Straight Connector 379">
              <a:extLst>
                <a:ext uri="{FF2B5EF4-FFF2-40B4-BE49-F238E27FC236}">
                  <a16:creationId xmlns:a16="http://schemas.microsoft.com/office/drawing/2014/main" id="{817A8480-194F-A06A-FF3A-840DA0053E49}"/>
                </a:ext>
              </a:extLst>
            </p:cNvPr>
            <p:cNvCxnSpPr>
              <a:cxnSpLocks/>
            </p:cNvCxnSpPr>
            <p:nvPr/>
          </p:nvCxnSpPr>
          <p:spPr>
            <a:xfrm flipV="1">
              <a:off x="1819200" y="2718381"/>
              <a:ext cx="8625" cy="64422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6" name="Arrow: Right 53">
              <a:extLst>
                <a:ext uri="{FF2B5EF4-FFF2-40B4-BE49-F238E27FC236}">
                  <a16:creationId xmlns:a16="http://schemas.microsoft.com/office/drawing/2014/main" id="{40F0733D-389E-4339-72A3-41094E639C1E}"/>
                </a:ext>
              </a:extLst>
            </p:cNvPr>
            <p:cNvSpPr/>
            <p:nvPr/>
          </p:nvSpPr>
          <p:spPr>
            <a:xfrm flipH="1">
              <a:off x="1830277" y="2714373"/>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7" name="Rectangle 373">
              <a:extLst>
                <a:ext uri="{FF2B5EF4-FFF2-40B4-BE49-F238E27FC236}">
                  <a16:creationId xmlns:a16="http://schemas.microsoft.com/office/drawing/2014/main" id="{84C93DF0-3665-328A-7146-E6B6CC496813}"/>
                </a:ext>
              </a:extLst>
            </p:cNvPr>
            <p:cNvSpPr/>
            <p:nvPr/>
          </p:nvSpPr>
          <p:spPr>
            <a:xfrm flipH="1">
              <a:off x="1918026" y="2636777"/>
              <a:ext cx="965469"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a:defRPr/>
              </a:pPr>
              <a:r>
                <a:rPr lang="en-US" altLang="zh-CN" sz="813">
                  <a:solidFill>
                    <a:srgbClr val="123563"/>
                  </a:solidFill>
                </a:rPr>
                <a:t>FA for CD137/Fap - NSCLC Ph1b</a:t>
              </a:r>
            </a:p>
          </p:txBody>
        </p:sp>
      </p:grpSp>
      <p:grpSp>
        <p:nvGrpSpPr>
          <p:cNvPr id="18" name="Group 17">
            <a:extLst>
              <a:ext uri="{FF2B5EF4-FFF2-40B4-BE49-F238E27FC236}">
                <a16:creationId xmlns:a16="http://schemas.microsoft.com/office/drawing/2014/main" id="{56D92C9B-9132-BE60-988C-0C1D84E7A4AB}"/>
              </a:ext>
            </a:extLst>
          </p:cNvPr>
          <p:cNvGrpSpPr/>
          <p:nvPr/>
        </p:nvGrpSpPr>
        <p:grpSpPr>
          <a:xfrm>
            <a:off x="6565241" y="2336347"/>
            <a:ext cx="1152847" cy="725830"/>
            <a:chOff x="1819200" y="2636777"/>
            <a:chExt cx="1152847" cy="725830"/>
          </a:xfrm>
        </p:grpSpPr>
        <p:cxnSp>
          <p:nvCxnSpPr>
            <p:cNvPr id="19" name="Straight Connector 379">
              <a:extLst>
                <a:ext uri="{FF2B5EF4-FFF2-40B4-BE49-F238E27FC236}">
                  <a16:creationId xmlns:a16="http://schemas.microsoft.com/office/drawing/2014/main" id="{CE72EC30-8934-3772-3EE9-5D80A8348920}"/>
                </a:ext>
              </a:extLst>
            </p:cNvPr>
            <p:cNvCxnSpPr>
              <a:cxnSpLocks/>
            </p:cNvCxnSpPr>
            <p:nvPr/>
          </p:nvCxnSpPr>
          <p:spPr>
            <a:xfrm flipV="1">
              <a:off x="1819200" y="2718381"/>
              <a:ext cx="8625" cy="64422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0" name="Arrow: Right 53">
              <a:extLst>
                <a:ext uri="{FF2B5EF4-FFF2-40B4-BE49-F238E27FC236}">
                  <a16:creationId xmlns:a16="http://schemas.microsoft.com/office/drawing/2014/main" id="{B45036FE-0275-245C-ABF3-A8327D715E1C}"/>
                </a:ext>
              </a:extLst>
            </p:cNvPr>
            <p:cNvSpPr/>
            <p:nvPr/>
          </p:nvSpPr>
          <p:spPr>
            <a:xfrm flipH="1">
              <a:off x="1830277" y="2714373"/>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1" name="Rectangle 373">
              <a:extLst>
                <a:ext uri="{FF2B5EF4-FFF2-40B4-BE49-F238E27FC236}">
                  <a16:creationId xmlns:a16="http://schemas.microsoft.com/office/drawing/2014/main" id="{B54ECAB7-5728-57AC-A14E-154A417F29C3}"/>
                </a:ext>
              </a:extLst>
            </p:cNvPr>
            <p:cNvSpPr/>
            <p:nvPr/>
          </p:nvSpPr>
          <p:spPr>
            <a:xfrm flipH="1">
              <a:off x="1918027" y="2636777"/>
              <a:ext cx="1054020"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a:defRPr/>
              </a:pPr>
              <a:r>
                <a:rPr lang="en-US" altLang="zh-CN" sz="813">
                  <a:solidFill>
                    <a:srgbClr val="123563"/>
                  </a:solidFill>
                </a:rPr>
                <a:t>POC for CD137/Fap - HNSCC</a:t>
              </a:r>
            </a:p>
          </p:txBody>
        </p:sp>
      </p:grpSp>
      <p:grpSp>
        <p:nvGrpSpPr>
          <p:cNvPr id="29" name="Group 94">
            <a:extLst>
              <a:ext uri="{FF2B5EF4-FFF2-40B4-BE49-F238E27FC236}">
                <a16:creationId xmlns:a16="http://schemas.microsoft.com/office/drawing/2014/main" id="{3FF0AE3B-CE5E-5A90-D58C-B114A75A4089}"/>
              </a:ext>
            </a:extLst>
          </p:cNvPr>
          <p:cNvGrpSpPr/>
          <p:nvPr/>
        </p:nvGrpSpPr>
        <p:grpSpPr>
          <a:xfrm>
            <a:off x="3530134" y="3058278"/>
            <a:ext cx="263250" cy="263252"/>
            <a:chOff x="2124108" y="2977434"/>
            <a:chExt cx="324000" cy="324000"/>
          </a:xfrm>
        </p:grpSpPr>
        <p:sp>
          <p:nvSpPr>
            <p:cNvPr id="31" name="Oval 95">
              <a:extLst>
                <a:ext uri="{FF2B5EF4-FFF2-40B4-BE49-F238E27FC236}">
                  <a16:creationId xmlns:a16="http://schemas.microsoft.com/office/drawing/2014/main" id="{50396500-49A9-D65E-B9B0-2C934AA401DF}"/>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3" name="Oval 96">
              <a:extLst>
                <a:ext uri="{FF2B5EF4-FFF2-40B4-BE49-F238E27FC236}">
                  <a16:creationId xmlns:a16="http://schemas.microsoft.com/office/drawing/2014/main" id="{709FD6F8-C5E8-F2E3-85C3-3853B33979E2}"/>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36" name="Graphic 97" descr="Diamond with solid fill">
              <a:extLst>
                <a:ext uri="{FF2B5EF4-FFF2-40B4-BE49-F238E27FC236}">
                  <a16:creationId xmlns:a16="http://schemas.microsoft.com/office/drawing/2014/main" id="{03842D26-5B6A-6E57-FBFC-888FA92702B7}"/>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06951" y="3060277"/>
              <a:ext cx="158314" cy="158314"/>
            </a:xfrm>
            <a:prstGeom prst="rect">
              <a:avLst/>
            </a:prstGeom>
          </p:spPr>
        </p:pic>
      </p:grpSp>
      <p:grpSp>
        <p:nvGrpSpPr>
          <p:cNvPr id="37" name="Group 36">
            <a:extLst>
              <a:ext uri="{FF2B5EF4-FFF2-40B4-BE49-F238E27FC236}">
                <a16:creationId xmlns:a16="http://schemas.microsoft.com/office/drawing/2014/main" id="{AD5BCE2C-CC29-F1CD-94C9-39A41A12FAF8}"/>
              </a:ext>
            </a:extLst>
          </p:cNvPr>
          <p:cNvGrpSpPr/>
          <p:nvPr/>
        </p:nvGrpSpPr>
        <p:grpSpPr>
          <a:xfrm>
            <a:off x="3661759" y="1465098"/>
            <a:ext cx="1186736" cy="1593180"/>
            <a:chOff x="1819200" y="1817471"/>
            <a:chExt cx="1186736" cy="1593180"/>
          </a:xfrm>
        </p:grpSpPr>
        <p:cxnSp>
          <p:nvCxnSpPr>
            <p:cNvPr id="38" name="Straight Connector 379">
              <a:extLst>
                <a:ext uri="{FF2B5EF4-FFF2-40B4-BE49-F238E27FC236}">
                  <a16:creationId xmlns:a16="http://schemas.microsoft.com/office/drawing/2014/main" id="{511D3C65-9809-3506-784C-9BE293065DD8}"/>
                </a:ext>
              </a:extLst>
            </p:cNvPr>
            <p:cNvCxnSpPr>
              <a:cxnSpLocks/>
              <a:stCxn id="31" idx="0"/>
            </p:cNvCxnSpPr>
            <p:nvPr/>
          </p:nvCxnSpPr>
          <p:spPr>
            <a:xfrm flipV="1">
              <a:off x="1819200" y="1817471"/>
              <a:ext cx="0" cy="159318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9" name="Arrow: Right 53">
              <a:extLst>
                <a:ext uri="{FF2B5EF4-FFF2-40B4-BE49-F238E27FC236}">
                  <a16:creationId xmlns:a16="http://schemas.microsoft.com/office/drawing/2014/main" id="{7CFAFCB5-5822-2E4D-5B72-24AFAF3ECED3}"/>
                </a:ext>
              </a:extLst>
            </p:cNvPr>
            <p:cNvSpPr/>
            <p:nvPr/>
          </p:nvSpPr>
          <p:spPr>
            <a:xfrm flipH="1">
              <a:off x="1819200" y="2171289"/>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40" name="Rectangle 373">
              <a:extLst>
                <a:ext uri="{FF2B5EF4-FFF2-40B4-BE49-F238E27FC236}">
                  <a16:creationId xmlns:a16="http://schemas.microsoft.com/office/drawing/2014/main" id="{6F559D69-080F-E09A-EF2D-22B755221CD6}"/>
                </a:ext>
              </a:extLst>
            </p:cNvPr>
            <p:cNvSpPr/>
            <p:nvPr/>
          </p:nvSpPr>
          <p:spPr>
            <a:xfrm flipH="1">
              <a:off x="1913565" y="1966342"/>
              <a:ext cx="1092371"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lvl="0">
                <a:defRPr/>
              </a:pPr>
              <a:r>
                <a:rPr lang="en-US" altLang="zh-CN" sz="813">
                  <a:solidFill>
                    <a:srgbClr val="123563"/>
                  </a:solidFill>
                </a:rPr>
                <a:t>Key result for STING -1L </a:t>
              </a:r>
              <a:r>
                <a:rPr lang="en-US" altLang="zh-CN" sz="813" err="1">
                  <a:solidFill>
                    <a:srgbClr val="123563"/>
                  </a:solidFill>
                </a:rPr>
                <a:t>sqNSCLC</a:t>
              </a:r>
              <a:r>
                <a:rPr lang="en-US" altLang="zh-CN" sz="813">
                  <a:solidFill>
                    <a:srgbClr val="123563"/>
                  </a:solidFill>
                </a:rPr>
                <a:t> Ph1a</a:t>
              </a:r>
            </a:p>
          </p:txBody>
        </p:sp>
      </p:grpSp>
      <p:grpSp>
        <p:nvGrpSpPr>
          <p:cNvPr id="42" name="Group 41">
            <a:extLst>
              <a:ext uri="{FF2B5EF4-FFF2-40B4-BE49-F238E27FC236}">
                <a16:creationId xmlns:a16="http://schemas.microsoft.com/office/drawing/2014/main" id="{53D9CF37-F5D2-F7CB-26B9-27B8C53D80D2}"/>
              </a:ext>
            </a:extLst>
          </p:cNvPr>
          <p:cNvGrpSpPr/>
          <p:nvPr/>
        </p:nvGrpSpPr>
        <p:grpSpPr>
          <a:xfrm>
            <a:off x="4290297" y="2347637"/>
            <a:ext cx="1019604" cy="725830"/>
            <a:chOff x="1819200" y="2636777"/>
            <a:chExt cx="1019604" cy="725830"/>
          </a:xfrm>
        </p:grpSpPr>
        <p:cxnSp>
          <p:nvCxnSpPr>
            <p:cNvPr id="43" name="Straight Connector 379">
              <a:extLst>
                <a:ext uri="{FF2B5EF4-FFF2-40B4-BE49-F238E27FC236}">
                  <a16:creationId xmlns:a16="http://schemas.microsoft.com/office/drawing/2014/main" id="{93D64CD7-D4A0-FF90-1F8A-8544463EDEEB}"/>
                </a:ext>
              </a:extLst>
            </p:cNvPr>
            <p:cNvCxnSpPr>
              <a:cxnSpLocks/>
            </p:cNvCxnSpPr>
            <p:nvPr/>
          </p:nvCxnSpPr>
          <p:spPr>
            <a:xfrm flipV="1">
              <a:off x="1819200" y="2718381"/>
              <a:ext cx="8625" cy="64422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44" name="Arrow: Right 53">
              <a:extLst>
                <a:ext uri="{FF2B5EF4-FFF2-40B4-BE49-F238E27FC236}">
                  <a16:creationId xmlns:a16="http://schemas.microsoft.com/office/drawing/2014/main" id="{BC44A249-2E72-ABFA-094E-57DB5B8B72B9}"/>
                </a:ext>
              </a:extLst>
            </p:cNvPr>
            <p:cNvSpPr/>
            <p:nvPr/>
          </p:nvSpPr>
          <p:spPr>
            <a:xfrm flipH="1">
              <a:off x="1830277" y="2714373"/>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45" name="Rectangle 373">
              <a:extLst>
                <a:ext uri="{FF2B5EF4-FFF2-40B4-BE49-F238E27FC236}">
                  <a16:creationId xmlns:a16="http://schemas.microsoft.com/office/drawing/2014/main" id="{83F981C4-4818-34DB-C364-59CB9E631B69}"/>
                </a:ext>
              </a:extLst>
            </p:cNvPr>
            <p:cNvSpPr/>
            <p:nvPr/>
          </p:nvSpPr>
          <p:spPr>
            <a:xfrm flipH="1">
              <a:off x="1918025" y="2636777"/>
              <a:ext cx="920779"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lvl="0">
                <a:defRPr/>
              </a:pPr>
              <a:r>
                <a:rPr lang="en-US" altLang="zh-CN" sz="813" err="1">
                  <a:solidFill>
                    <a:srgbClr val="123563"/>
                  </a:solidFill>
                </a:rPr>
                <a:t>PoCP</a:t>
              </a:r>
              <a:r>
                <a:rPr lang="en-US" altLang="zh-CN" sz="813">
                  <a:solidFill>
                    <a:srgbClr val="123563"/>
                  </a:solidFill>
                </a:rPr>
                <a:t> for VSV-GP - PDAC</a:t>
              </a:r>
            </a:p>
          </p:txBody>
        </p:sp>
      </p:grpSp>
      <p:grpSp>
        <p:nvGrpSpPr>
          <p:cNvPr id="46" name="Group 94">
            <a:extLst>
              <a:ext uri="{FF2B5EF4-FFF2-40B4-BE49-F238E27FC236}">
                <a16:creationId xmlns:a16="http://schemas.microsoft.com/office/drawing/2014/main" id="{A198ABC2-DE92-8E2E-DE45-3E67FA81AAAC}"/>
              </a:ext>
            </a:extLst>
          </p:cNvPr>
          <p:cNvGrpSpPr/>
          <p:nvPr/>
        </p:nvGrpSpPr>
        <p:grpSpPr>
          <a:xfrm>
            <a:off x="7247042" y="3057661"/>
            <a:ext cx="263250" cy="263252"/>
            <a:chOff x="2124108" y="2977434"/>
            <a:chExt cx="324000" cy="324000"/>
          </a:xfrm>
        </p:grpSpPr>
        <p:sp>
          <p:nvSpPr>
            <p:cNvPr id="47" name="Oval 95">
              <a:extLst>
                <a:ext uri="{FF2B5EF4-FFF2-40B4-BE49-F238E27FC236}">
                  <a16:creationId xmlns:a16="http://schemas.microsoft.com/office/drawing/2014/main" id="{7A8C6FA2-A467-D36E-BB51-18E2A887E061}"/>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48" name="Oval 96">
              <a:extLst>
                <a:ext uri="{FF2B5EF4-FFF2-40B4-BE49-F238E27FC236}">
                  <a16:creationId xmlns:a16="http://schemas.microsoft.com/office/drawing/2014/main" id="{53D4BC24-0A64-A2F7-13E2-9EBFC300785D}"/>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49" name="Graphic 97" descr="Diamond with solid fill">
              <a:extLst>
                <a:ext uri="{FF2B5EF4-FFF2-40B4-BE49-F238E27FC236}">
                  <a16:creationId xmlns:a16="http://schemas.microsoft.com/office/drawing/2014/main" id="{96571EA2-F7BE-3D58-281F-33F377571A07}"/>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06951" y="3060277"/>
              <a:ext cx="158314" cy="158314"/>
            </a:xfrm>
            <a:prstGeom prst="rect">
              <a:avLst/>
            </a:prstGeom>
          </p:spPr>
        </p:pic>
      </p:grpSp>
      <p:grpSp>
        <p:nvGrpSpPr>
          <p:cNvPr id="63" name="Group 62">
            <a:extLst>
              <a:ext uri="{FF2B5EF4-FFF2-40B4-BE49-F238E27FC236}">
                <a16:creationId xmlns:a16="http://schemas.microsoft.com/office/drawing/2014/main" id="{34DD3538-C7C7-752F-D1D0-DF770735AFDE}"/>
              </a:ext>
            </a:extLst>
          </p:cNvPr>
          <p:cNvGrpSpPr/>
          <p:nvPr/>
        </p:nvGrpSpPr>
        <p:grpSpPr>
          <a:xfrm>
            <a:off x="5288965" y="2336347"/>
            <a:ext cx="1152847" cy="725830"/>
            <a:chOff x="1819200" y="2636777"/>
            <a:chExt cx="1152847" cy="725830"/>
          </a:xfrm>
        </p:grpSpPr>
        <p:cxnSp>
          <p:nvCxnSpPr>
            <p:cNvPr id="256" name="Straight Connector 379">
              <a:extLst>
                <a:ext uri="{FF2B5EF4-FFF2-40B4-BE49-F238E27FC236}">
                  <a16:creationId xmlns:a16="http://schemas.microsoft.com/office/drawing/2014/main" id="{B57EEE52-D4D3-46A3-8469-C107540BA785}"/>
                </a:ext>
              </a:extLst>
            </p:cNvPr>
            <p:cNvCxnSpPr>
              <a:cxnSpLocks/>
            </p:cNvCxnSpPr>
            <p:nvPr/>
          </p:nvCxnSpPr>
          <p:spPr>
            <a:xfrm flipV="1">
              <a:off x="1819200" y="2718381"/>
              <a:ext cx="8625" cy="64422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57" name="Arrow: Right 53">
              <a:extLst>
                <a:ext uri="{FF2B5EF4-FFF2-40B4-BE49-F238E27FC236}">
                  <a16:creationId xmlns:a16="http://schemas.microsoft.com/office/drawing/2014/main" id="{3151DB61-E657-5211-7966-DCAE6BDF8926}"/>
                </a:ext>
              </a:extLst>
            </p:cNvPr>
            <p:cNvSpPr/>
            <p:nvPr/>
          </p:nvSpPr>
          <p:spPr>
            <a:xfrm flipH="1">
              <a:off x="1830277" y="2714373"/>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58" name="Rectangle 373">
              <a:extLst>
                <a:ext uri="{FF2B5EF4-FFF2-40B4-BE49-F238E27FC236}">
                  <a16:creationId xmlns:a16="http://schemas.microsoft.com/office/drawing/2014/main" id="{7C4F5DFF-D337-DB8E-8FD2-A01794C46247}"/>
                </a:ext>
              </a:extLst>
            </p:cNvPr>
            <p:cNvSpPr/>
            <p:nvPr/>
          </p:nvSpPr>
          <p:spPr>
            <a:xfrm flipH="1">
              <a:off x="1918027" y="2636777"/>
              <a:ext cx="1054020"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a:defRPr/>
              </a:pPr>
              <a:r>
                <a:rPr lang="en-US" altLang="zh-CN" sz="813">
                  <a:solidFill>
                    <a:srgbClr val="123563"/>
                  </a:solidFill>
                </a:rPr>
                <a:t>Pre-</a:t>
              </a:r>
              <a:r>
                <a:rPr lang="en-US" altLang="zh-CN" sz="813" err="1">
                  <a:solidFill>
                    <a:srgbClr val="123563"/>
                  </a:solidFill>
                </a:rPr>
                <a:t>FiH</a:t>
              </a:r>
              <a:r>
                <a:rPr lang="en-US" altLang="zh-CN" sz="813">
                  <a:solidFill>
                    <a:srgbClr val="123563"/>
                  </a:solidFill>
                </a:rPr>
                <a:t> IP</a:t>
              </a:r>
            </a:p>
            <a:p>
              <a:pPr>
                <a:defRPr/>
              </a:pPr>
              <a:r>
                <a:rPr lang="en-US" altLang="zh-CN" sz="813">
                  <a:solidFill>
                    <a:srgbClr val="123563"/>
                  </a:solidFill>
                </a:rPr>
                <a:t> for KRAS G12D Ph1</a:t>
              </a:r>
            </a:p>
          </p:txBody>
        </p:sp>
      </p:grpSp>
      <p:grpSp>
        <p:nvGrpSpPr>
          <p:cNvPr id="263" name="Group 262">
            <a:extLst>
              <a:ext uri="{FF2B5EF4-FFF2-40B4-BE49-F238E27FC236}">
                <a16:creationId xmlns:a16="http://schemas.microsoft.com/office/drawing/2014/main" id="{A51FC2AF-3C39-68A2-F840-D1E8CF2597EB}"/>
              </a:ext>
            </a:extLst>
          </p:cNvPr>
          <p:cNvGrpSpPr/>
          <p:nvPr/>
        </p:nvGrpSpPr>
        <p:grpSpPr>
          <a:xfrm>
            <a:off x="10182000" y="2336347"/>
            <a:ext cx="1288287" cy="725830"/>
            <a:chOff x="1819200" y="2636777"/>
            <a:chExt cx="1288287" cy="725830"/>
          </a:xfrm>
        </p:grpSpPr>
        <p:cxnSp>
          <p:nvCxnSpPr>
            <p:cNvPr id="264" name="Straight Connector 379">
              <a:extLst>
                <a:ext uri="{FF2B5EF4-FFF2-40B4-BE49-F238E27FC236}">
                  <a16:creationId xmlns:a16="http://schemas.microsoft.com/office/drawing/2014/main" id="{C78BF2EE-80AB-FA68-40B4-75D589F6F012}"/>
                </a:ext>
              </a:extLst>
            </p:cNvPr>
            <p:cNvCxnSpPr>
              <a:cxnSpLocks/>
            </p:cNvCxnSpPr>
            <p:nvPr/>
          </p:nvCxnSpPr>
          <p:spPr>
            <a:xfrm flipV="1">
              <a:off x="1819200" y="2718381"/>
              <a:ext cx="8625" cy="64422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65" name="Arrow: Right 53">
              <a:extLst>
                <a:ext uri="{FF2B5EF4-FFF2-40B4-BE49-F238E27FC236}">
                  <a16:creationId xmlns:a16="http://schemas.microsoft.com/office/drawing/2014/main" id="{7555AF58-41DF-F423-2E39-6653110EA2DC}"/>
                </a:ext>
              </a:extLst>
            </p:cNvPr>
            <p:cNvSpPr/>
            <p:nvPr/>
          </p:nvSpPr>
          <p:spPr>
            <a:xfrm flipH="1">
              <a:off x="1830277" y="2714373"/>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66" name="Rectangle 373">
              <a:extLst>
                <a:ext uri="{FF2B5EF4-FFF2-40B4-BE49-F238E27FC236}">
                  <a16:creationId xmlns:a16="http://schemas.microsoft.com/office/drawing/2014/main" id="{6B315963-0E37-4E93-8E8A-212A4335BAC3}"/>
                </a:ext>
              </a:extLst>
            </p:cNvPr>
            <p:cNvSpPr/>
            <p:nvPr/>
          </p:nvSpPr>
          <p:spPr>
            <a:xfrm flipH="1">
              <a:off x="1918026" y="2636777"/>
              <a:ext cx="1189461"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a:defRPr/>
              </a:pPr>
              <a:r>
                <a:rPr lang="en-US" altLang="zh-CN" sz="813">
                  <a:solidFill>
                    <a:srgbClr val="123563"/>
                  </a:solidFill>
                </a:rPr>
                <a:t>POC for SIRPa </a:t>
              </a:r>
              <a:r>
                <a:rPr lang="en-US" altLang="zh-CN" sz="813" err="1">
                  <a:solidFill>
                    <a:srgbClr val="123563"/>
                  </a:solidFill>
                </a:rPr>
                <a:t>antago</a:t>
              </a:r>
              <a:r>
                <a:rPr lang="en-US" altLang="zh-CN" sz="813">
                  <a:solidFill>
                    <a:srgbClr val="123563"/>
                  </a:solidFill>
                </a:rPr>
                <a:t>.- HNSCC</a:t>
              </a:r>
            </a:p>
          </p:txBody>
        </p:sp>
      </p:grpSp>
      <p:grpSp>
        <p:nvGrpSpPr>
          <p:cNvPr id="267" name="Group 94">
            <a:extLst>
              <a:ext uri="{FF2B5EF4-FFF2-40B4-BE49-F238E27FC236}">
                <a16:creationId xmlns:a16="http://schemas.microsoft.com/office/drawing/2014/main" id="{2B699A37-FEC0-0C77-2641-21D039AADC96}"/>
              </a:ext>
            </a:extLst>
          </p:cNvPr>
          <p:cNvGrpSpPr/>
          <p:nvPr/>
        </p:nvGrpSpPr>
        <p:grpSpPr>
          <a:xfrm>
            <a:off x="10050375" y="3057134"/>
            <a:ext cx="263250" cy="263252"/>
            <a:chOff x="2124108" y="2977434"/>
            <a:chExt cx="324000" cy="324000"/>
          </a:xfrm>
        </p:grpSpPr>
        <p:sp>
          <p:nvSpPr>
            <p:cNvPr id="268" name="Oval 95">
              <a:extLst>
                <a:ext uri="{FF2B5EF4-FFF2-40B4-BE49-F238E27FC236}">
                  <a16:creationId xmlns:a16="http://schemas.microsoft.com/office/drawing/2014/main" id="{2D15646F-F06F-5E9A-E17E-7554346AB84C}"/>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69" name="Oval 96">
              <a:extLst>
                <a:ext uri="{FF2B5EF4-FFF2-40B4-BE49-F238E27FC236}">
                  <a16:creationId xmlns:a16="http://schemas.microsoft.com/office/drawing/2014/main" id="{058D2094-838D-68E6-3F30-C47AC31F23BF}"/>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70" name="Graphic 97" descr="Diamond with solid fill">
              <a:extLst>
                <a:ext uri="{FF2B5EF4-FFF2-40B4-BE49-F238E27FC236}">
                  <a16:creationId xmlns:a16="http://schemas.microsoft.com/office/drawing/2014/main" id="{6B1E3C8B-DFB1-CC00-FAD1-6985E191CB30}"/>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06951" y="3060277"/>
              <a:ext cx="158314" cy="158314"/>
            </a:xfrm>
            <a:prstGeom prst="rect">
              <a:avLst/>
            </a:prstGeom>
          </p:spPr>
        </p:pic>
      </p:grpSp>
      <p:sp>
        <p:nvSpPr>
          <p:cNvPr id="272" name="Arrow: Right 53">
            <a:extLst>
              <a:ext uri="{FF2B5EF4-FFF2-40B4-BE49-F238E27FC236}">
                <a16:creationId xmlns:a16="http://schemas.microsoft.com/office/drawing/2014/main" id="{98F98BCA-5CD1-4152-C770-3266D7A43F7D}"/>
              </a:ext>
            </a:extLst>
          </p:cNvPr>
          <p:cNvSpPr/>
          <p:nvPr/>
        </p:nvSpPr>
        <p:spPr>
          <a:xfrm flipH="1">
            <a:off x="3661760" y="1377348"/>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73" name="Rectangle 373">
            <a:extLst>
              <a:ext uri="{FF2B5EF4-FFF2-40B4-BE49-F238E27FC236}">
                <a16:creationId xmlns:a16="http://schemas.microsoft.com/office/drawing/2014/main" id="{75B9D3DA-BAC9-F842-FAF9-C0A2699E67D1}"/>
              </a:ext>
            </a:extLst>
          </p:cNvPr>
          <p:cNvSpPr/>
          <p:nvPr/>
        </p:nvSpPr>
        <p:spPr>
          <a:xfrm flipH="1">
            <a:off x="3749509" y="1299752"/>
            <a:ext cx="1127283"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lvl="0">
              <a:defRPr/>
            </a:pPr>
            <a:r>
              <a:rPr lang="en-US" altLang="zh-CN" sz="813">
                <a:solidFill>
                  <a:srgbClr val="123563"/>
                </a:solidFill>
              </a:rPr>
              <a:t>IA for SIRPa </a:t>
            </a:r>
            <a:r>
              <a:rPr lang="en-US" altLang="zh-CN" sz="813" err="1">
                <a:solidFill>
                  <a:srgbClr val="123563"/>
                </a:solidFill>
              </a:rPr>
              <a:t>antago</a:t>
            </a:r>
            <a:r>
              <a:rPr lang="en-US" altLang="zh-CN" sz="813">
                <a:solidFill>
                  <a:srgbClr val="123563"/>
                </a:solidFill>
              </a:rPr>
              <a:t>.- HNSCC Ph1b</a:t>
            </a:r>
          </a:p>
        </p:txBody>
      </p:sp>
      <p:sp>
        <p:nvSpPr>
          <p:cNvPr id="3" name="Rectangle 373">
            <a:extLst>
              <a:ext uri="{FF2B5EF4-FFF2-40B4-BE49-F238E27FC236}">
                <a16:creationId xmlns:a16="http://schemas.microsoft.com/office/drawing/2014/main" id="{3391ACDC-0EBE-DBD9-A7C7-96CA51E2351C}"/>
              </a:ext>
            </a:extLst>
          </p:cNvPr>
          <p:cNvSpPr/>
          <p:nvPr/>
        </p:nvSpPr>
        <p:spPr>
          <a:xfrm flipH="1">
            <a:off x="9075476" y="2338937"/>
            <a:ext cx="1054019"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lvl="0">
              <a:defRPr/>
            </a:pPr>
            <a:r>
              <a:rPr lang="en-US" altLang="zh-CN" sz="813" err="1">
                <a:solidFill>
                  <a:srgbClr val="123563"/>
                </a:solidFill>
              </a:rPr>
              <a:t>RoFD</a:t>
            </a:r>
            <a:r>
              <a:rPr lang="en-US" altLang="zh-CN" sz="813">
                <a:solidFill>
                  <a:srgbClr val="123563"/>
                </a:solidFill>
              </a:rPr>
              <a:t> </a:t>
            </a:r>
            <a:r>
              <a:rPr lang="en-US" altLang="zh-CN" sz="813" err="1">
                <a:solidFill>
                  <a:srgbClr val="123563"/>
                </a:solidFill>
              </a:rPr>
              <a:t>fo</a:t>
            </a:r>
            <a:r>
              <a:rPr lang="en-US" altLang="zh-CN" sz="813">
                <a:solidFill>
                  <a:srgbClr val="123563"/>
                </a:solidFill>
              </a:rPr>
              <a:t> </a:t>
            </a:r>
            <a:r>
              <a:rPr lang="en-US" altLang="zh-CN" sz="813" err="1">
                <a:solidFill>
                  <a:srgbClr val="123563"/>
                </a:solidFill>
              </a:rPr>
              <a:t>Zongertinib</a:t>
            </a:r>
            <a:r>
              <a:rPr lang="en-US" altLang="zh-CN" sz="813">
                <a:solidFill>
                  <a:srgbClr val="123563"/>
                </a:solidFill>
              </a:rPr>
              <a:t> 2L GC</a:t>
            </a:r>
          </a:p>
        </p:txBody>
      </p:sp>
      <p:sp>
        <p:nvSpPr>
          <p:cNvPr id="4" name="Arrow: Right 53">
            <a:extLst>
              <a:ext uri="{FF2B5EF4-FFF2-40B4-BE49-F238E27FC236}">
                <a16:creationId xmlns:a16="http://schemas.microsoft.com/office/drawing/2014/main" id="{98F91835-1D19-40B0-BFBF-C2692EBF92C5}"/>
              </a:ext>
            </a:extLst>
          </p:cNvPr>
          <p:cNvSpPr/>
          <p:nvPr/>
        </p:nvSpPr>
        <p:spPr>
          <a:xfrm flipH="1">
            <a:off x="8952815" y="2424152"/>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8" name="Straight Connector 379">
            <a:extLst>
              <a:ext uri="{FF2B5EF4-FFF2-40B4-BE49-F238E27FC236}">
                <a16:creationId xmlns:a16="http://schemas.microsoft.com/office/drawing/2014/main" id="{0AE3DCB7-8060-B440-448F-6D9A4172B8C9}"/>
              </a:ext>
            </a:extLst>
          </p:cNvPr>
          <p:cNvCxnSpPr>
            <a:cxnSpLocks/>
          </p:cNvCxnSpPr>
          <p:nvPr/>
        </p:nvCxnSpPr>
        <p:spPr>
          <a:xfrm flipV="1">
            <a:off x="8970185" y="2521767"/>
            <a:ext cx="0" cy="78125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grpSp>
        <p:nvGrpSpPr>
          <p:cNvPr id="277" name="Group 94">
            <a:extLst>
              <a:ext uri="{FF2B5EF4-FFF2-40B4-BE49-F238E27FC236}">
                <a16:creationId xmlns:a16="http://schemas.microsoft.com/office/drawing/2014/main" id="{A12B393D-9DFD-FEB1-D034-0576FD769B7F}"/>
              </a:ext>
            </a:extLst>
          </p:cNvPr>
          <p:cNvGrpSpPr/>
          <p:nvPr/>
        </p:nvGrpSpPr>
        <p:grpSpPr>
          <a:xfrm>
            <a:off x="8838560" y="3077836"/>
            <a:ext cx="263250" cy="263252"/>
            <a:chOff x="2124108" y="2977434"/>
            <a:chExt cx="324000" cy="324000"/>
          </a:xfrm>
        </p:grpSpPr>
        <p:sp>
          <p:nvSpPr>
            <p:cNvPr id="278" name="Oval 95">
              <a:extLst>
                <a:ext uri="{FF2B5EF4-FFF2-40B4-BE49-F238E27FC236}">
                  <a16:creationId xmlns:a16="http://schemas.microsoft.com/office/drawing/2014/main" id="{E7C3C70C-BC3E-D8BB-7B06-BC7135408D97}"/>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79" name="Oval 96">
              <a:extLst>
                <a:ext uri="{FF2B5EF4-FFF2-40B4-BE49-F238E27FC236}">
                  <a16:creationId xmlns:a16="http://schemas.microsoft.com/office/drawing/2014/main" id="{75F137A0-B528-1F91-C2E4-9AB13896911D}"/>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80" name="Graphic 97" descr="Diamond with solid fill">
              <a:extLst>
                <a:ext uri="{FF2B5EF4-FFF2-40B4-BE49-F238E27FC236}">
                  <a16:creationId xmlns:a16="http://schemas.microsoft.com/office/drawing/2014/main" id="{3934DF7E-8ED6-07A9-EEED-D2AFDBCAB5DD}"/>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06951" y="3060277"/>
              <a:ext cx="158314" cy="158314"/>
            </a:xfrm>
            <a:prstGeom prst="rect">
              <a:avLst/>
            </a:prstGeom>
          </p:spPr>
        </p:pic>
      </p:grpSp>
      <p:sp>
        <p:nvSpPr>
          <p:cNvPr id="287" name="Rectangle 373">
            <a:extLst>
              <a:ext uri="{FF2B5EF4-FFF2-40B4-BE49-F238E27FC236}">
                <a16:creationId xmlns:a16="http://schemas.microsoft.com/office/drawing/2014/main" id="{57A669DD-66A6-9B4D-ABE1-B78872C30D21}"/>
              </a:ext>
            </a:extLst>
          </p:cNvPr>
          <p:cNvSpPr/>
          <p:nvPr/>
        </p:nvSpPr>
        <p:spPr>
          <a:xfrm flipH="1">
            <a:off x="714663" y="3893923"/>
            <a:ext cx="1801812" cy="40085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lvl="0">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1</a:t>
            </a:r>
            <a:r>
              <a:rPr kumimoji="0" lang="en-US" altLang="zh-CN" sz="813" b="0" i="0" u="none" strike="noStrike" kern="1200" cap="none" spc="0" normalizeH="0" baseline="30000" noProof="0">
                <a:ln>
                  <a:noFill/>
                </a:ln>
                <a:solidFill>
                  <a:srgbClr val="123563"/>
                </a:solidFill>
                <a:effectLst/>
                <a:uLnTx/>
                <a:uFillTx/>
                <a:latin typeface="Boehringer Forward Text"/>
                <a:ea typeface="+mn-ea"/>
                <a:cs typeface="+mn-cs"/>
              </a:rPr>
              <a:t>st</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SIV for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Zongertinib</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 Adjuvant </a:t>
            </a:r>
            <a:r>
              <a:rPr lang="en-US" altLang="zh-CN" sz="813">
                <a:solidFill>
                  <a:srgbClr val="123563"/>
                </a:solidFill>
              </a:rPr>
              <a:t>NSCLC </a:t>
            </a:r>
            <a:r>
              <a:rPr lang="en-US" altLang="zh-CN" sz="813" err="1">
                <a:solidFill>
                  <a:srgbClr val="123563"/>
                </a:solidFill>
              </a:rPr>
              <a:t>Beamion</a:t>
            </a:r>
            <a:r>
              <a:rPr lang="en-US" altLang="zh-CN" sz="813">
                <a:solidFill>
                  <a:srgbClr val="123563"/>
                </a:solidFill>
              </a:rPr>
              <a:t> LUNG-3 </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sp>
        <p:nvSpPr>
          <p:cNvPr id="64" name="Arrow: Right 53">
            <a:extLst>
              <a:ext uri="{FF2B5EF4-FFF2-40B4-BE49-F238E27FC236}">
                <a16:creationId xmlns:a16="http://schemas.microsoft.com/office/drawing/2014/main" id="{92EC37A1-95E7-DE04-1BEB-CCADF6DC4AA5}"/>
              </a:ext>
            </a:extLst>
          </p:cNvPr>
          <p:cNvSpPr/>
          <p:nvPr/>
        </p:nvSpPr>
        <p:spPr>
          <a:xfrm flipH="1">
            <a:off x="619601" y="3980729"/>
            <a:ext cx="77067"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66" name="Graphic 65" descr="Badge Tick with solid fill">
            <a:extLst>
              <a:ext uri="{FF2B5EF4-FFF2-40B4-BE49-F238E27FC236}">
                <a16:creationId xmlns:a16="http://schemas.microsoft.com/office/drawing/2014/main" id="{0B8CE7F4-688B-056D-78DE-A31DC0C80798}"/>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0523" y="3835140"/>
            <a:ext cx="389214" cy="389214"/>
          </a:xfrm>
          <a:prstGeom prst="rect">
            <a:avLst/>
          </a:prstGeom>
        </p:spPr>
      </p:pic>
      <p:sp>
        <p:nvSpPr>
          <p:cNvPr id="69" name="TextBox 68">
            <a:extLst>
              <a:ext uri="{FF2B5EF4-FFF2-40B4-BE49-F238E27FC236}">
                <a16:creationId xmlns:a16="http://schemas.microsoft.com/office/drawing/2014/main" id="{4281B4C1-59AA-EE08-016D-499DD9E003E8}"/>
              </a:ext>
            </a:extLst>
          </p:cNvPr>
          <p:cNvSpPr txBox="1"/>
          <p:nvPr/>
        </p:nvSpPr>
        <p:spPr>
          <a:xfrm>
            <a:off x="11143938" y="596718"/>
            <a:ext cx="986994" cy="577759"/>
          </a:xfrm>
          <a:prstGeom prst="rect">
            <a:avLst/>
          </a:prstGeom>
          <a:solidFill>
            <a:schemeClr val="bg1"/>
          </a:solidFill>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1" u="none" strike="noStrike" kern="1200" cap="none" spc="0" normalizeH="0" baseline="0" noProof="0">
                <a:ln>
                  <a:noFill/>
                </a:ln>
                <a:solidFill>
                  <a:srgbClr val="000000"/>
                </a:solidFill>
                <a:effectLst/>
                <a:uLnTx/>
                <a:uFillTx/>
                <a:latin typeface="Boehringer Forward Text"/>
                <a:ea typeface="+mn-ea"/>
                <a:cs typeface="+mn-cs"/>
              </a:rPr>
              <a:t>Global milestones</a:t>
            </a:r>
          </a:p>
        </p:txBody>
      </p:sp>
      <p:sp>
        <p:nvSpPr>
          <p:cNvPr id="70" name="TextBox 69">
            <a:extLst>
              <a:ext uri="{FF2B5EF4-FFF2-40B4-BE49-F238E27FC236}">
                <a16:creationId xmlns:a16="http://schemas.microsoft.com/office/drawing/2014/main" id="{6C1A82B9-02A9-E991-D8F9-75C84FE3C019}"/>
              </a:ext>
            </a:extLst>
          </p:cNvPr>
          <p:cNvSpPr txBox="1"/>
          <p:nvPr/>
        </p:nvSpPr>
        <p:spPr>
          <a:xfrm>
            <a:off x="11166161" y="5579814"/>
            <a:ext cx="986994" cy="488967"/>
          </a:xfrm>
          <a:prstGeom prst="rect">
            <a:avLst/>
          </a:prstGeom>
          <a:noFill/>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altLang="zh-CN" sz="1400" b="1" i="1" u="none" strike="noStrike" kern="1200" cap="none" spc="0" normalizeH="0" baseline="0" noProof="0">
                <a:ln>
                  <a:noFill/>
                </a:ln>
                <a:solidFill>
                  <a:srgbClr val="000000"/>
                </a:solidFill>
                <a:effectLst/>
                <a:uLnTx/>
                <a:uFillTx/>
                <a:latin typeface="Boehringer Forward Text"/>
                <a:ea typeface="+mn-ea"/>
                <a:cs typeface="+mn-cs"/>
              </a:rPr>
              <a:t>China </a:t>
            </a:r>
            <a:r>
              <a:rPr kumimoji="0" lang="en-US" sz="1400" b="1" i="1" u="none" strike="noStrike" kern="1200" cap="none" spc="0" normalizeH="0" baseline="0" noProof="0">
                <a:ln>
                  <a:noFill/>
                </a:ln>
                <a:solidFill>
                  <a:srgbClr val="000000"/>
                </a:solidFill>
                <a:effectLst/>
                <a:uLnTx/>
                <a:uFillTx/>
                <a:latin typeface="Boehringer Forward Text"/>
                <a:ea typeface="+mn-ea"/>
                <a:cs typeface="+mn-cs"/>
              </a:rPr>
              <a:t> milestones</a:t>
            </a:r>
          </a:p>
        </p:txBody>
      </p:sp>
      <p:sp>
        <p:nvSpPr>
          <p:cNvPr id="10" name="Rectangle 373">
            <a:extLst>
              <a:ext uri="{FF2B5EF4-FFF2-40B4-BE49-F238E27FC236}">
                <a16:creationId xmlns:a16="http://schemas.microsoft.com/office/drawing/2014/main" id="{55227B92-0486-CB76-EEE6-8604A0BB3DD3}"/>
              </a:ext>
            </a:extLst>
          </p:cNvPr>
          <p:cNvSpPr/>
          <p:nvPr/>
        </p:nvSpPr>
        <p:spPr>
          <a:xfrm flipH="1">
            <a:off x="6194931" y="1646386"/>
            <a:ext cx="1054019" cy="424181"/>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lvl="0">
              <a:defRPr/>
            </a:pPr>
            <a:r>
              <a:rPr lang="en-US" altLang="zh-CN" sz="813" err="1">
                <a:solidFill>
                  <a:srgbClr val="123563"/>
                </a:solidFill>
              </a:rPr>
              <a:t>RoFD</a:t>
            </a:r>
            <a:r>
              <a:rPr lang="en-US" altLang="zh-CN" sz="813">
                <a:solidFill>
                  <a:srgbClr val="123563"/>
                </a:solidFill>
              </a:rPr>
              <a:t> </a:t>
            </a:r>
            <a:r>
              <a:rPr lang="en-US" altLang="zh-CN" sz="813" err="1">
                <a:solidFill>
                  <a:srgbClr val="123563"/>
                </a:solidFill>
              </a:rPr>
              <a:t>fo</a:t>
            </a:r>
            <a:r>
              <a:rPr lang="en-US" altLang="zh-CN" sz="813">
                <a:solidFill>
                  <a:srgbClr val="123563"/>
                </a:solidFill>
              </a:rPr>
              <a:t> </a:t>
            </a:r>
            <a:r>
              <a:rPr lang="en-US" altLang="zh-CN" sz="813" err="1">
                <a:solidFill>
                  <a:srgbClr val="123563"/>
                </a:solidFill>
              </a:rPr>
              <a:t>Zongertinib</a:t>
            </a:r>
            <a:r>
              <a:rPr lang="en-US" altLang="zh-CN" sz="813">
                <a:solidFill>
                  <a:srgbClr val="123563"/>
                </a:solidFill>
              </a:rPr>
              <a:t> 1L CRC</a:t>
            </a:r>
          </a:p>
        </p:txBody>
      </p:sp>
      <p:sp>
        <p:nvSpPr>
          <p:cNvPr id="11" name="Arrow: Right 53">
            <a:extLst>
              <a:ext uri="{FF2B5EF4-FFF2-40B4-BE49-F238E27FC236}">
                <a16:creationId xmlns:a16="http://schemas.microsoft.com/office/drawing/2014/main" id="{24575590-8D80-21D9-152E-52BA022B9CBC}"/>
              </a:ext>
            </a:extLst>
          </p:cNvPr>
          <p:cNvSpPr/>
          <p:nvPr/>
        </p:nvSpPr>
        <p:spPr>
          <a:xfrm flipH="1">
            <a:off x="6454771" y="2038258"/>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cxnSp>
        <p:nvCxnSpPr>
          <p:cNvPr id="12" name="Straight Connector 379">
            <a:extLst>
              <a:ext uri="{FF2B5EF4-FFF2-40B4-BE49-F238E27FC236}">
                <a16:creationId xmlns:a16="http://schemas.microsoft.com/office/drawing/2014/main" id="{E72D4EF3-D689-2C24-F802-BB5BED9D0A2E}"/>
              </a:ext>
            </a:extLst>
          </p:cNvPr>
          <p:cNvCxnSpPr>
            <a:cxnSpLocks/>
            <a:endCxn id="11" idx="2"/>
          </p:cNvCxnSpPr>
          <p:nvPr/>
        </p:nvCxnSpPr>
        <p:spPr>
          <a:xfrm flipV="1">
            <a:off x="6498646" y="2126008"/>
            <a:ext cx="0" cy="931848"/>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pic>
        <p:nvPicPr>
          <p:cNvPr id="260" name="Graphic 259" descr="Badge Tick with solid fill">
            <a:extLst>
              <a:ext uri="{FF2B5EF4-FFF2-40B4-BE49-F238E27FC236}">
                <a16:creationId xmlns:a16="http://schemas.microsoft.com/office/drawing/2014/main" id="{946D0C08-E3DF-E0A4-6DD0-A0F3DEE246FA}"/>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0523" y="2320563"/>
            <a:ext cx="389214" cy="389214"/>
          </a:xfrm>
          <a:prstGeom prst="rect">
            <a:avLst/>
          </a:prstGeom>
        </p:spPr>
      </p:pic>
      <p:pic>
        <p:nvPicPr>
          <p:cNvPr id="261" name="Graphic 260" descr="Badge Tick with solid fill">
            <a:extLst>
              <a:ext uri="{FF2B5EF4-FFF2-40B4-BE49-F238E27FC236}">
                <a16:creationId xmlns:a16="http://schemas.microsoft.com/office/drawing/2014/main" id="{84038BEB-2ADE-A119-0639-C91849CD9CB3}"/>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5645" y="4344626"/>
            <a:ext cx="389214" cy="389214"/>
          </a:xfrm>
          <a:prstGeom prst="rect">
            <a:avLst/>
          </a:prstGeom>
        </p:spPr>
      </p:pic>
      <p:grpSp>
        <p:nvGrpSpPr>
          <p:cNvPr id="59" name="Group 58">
            <a:extLst>
              <a:ext uri="{FF2B5EF4-FFF2-40B4-BE49-F238E27FC236}">
                <a16:creationId xmlns:a16="http://schemas.microsoft.com/office/drawing/2014/main" id="{9BDC00D2-C5D4-7D12-03F3-CC6AEE8D6883}"/>
              </a:ext>
            </a:extLst>
          </p:cNvPr>
          <p:cNvGrpSpPr/>
          <p:nvPr/>
        </p:nvGrpSpPr>
        <p:grpSpPr>
          <a:xfrm>
            <a:off x="2107749" y="3050353"/>
            <a:ext cx="1484311" cy="2249048"/>
            <a:chOff x="2011499" y="3050353"/>
            <a:chExt cx="1484311" cy="2249048"/>
          </a:xfrm>
        </p:grpSpPr>
        <p:sp>
          <p:nvSpPr>
            <p:cNvPr id="262" name="Arrow: Right 53">
              <a:extLst>
                <a:ext uri="{FF2B5EF4-FFF2-40B4-BE49-F238E27FC236}">
                  <a16:creationId xmlns:a16="http://schemas.microsoft.com/office/drawing/2014/main" id="{732F117C-41C3-8B55-2E40-703D46228176}"/>
                </a:ext>
              </a:extLst>
            </p:cNvPr>
            <p:cNvSpPr/>
            <p:nvPr/>
          </p:nvSpPr>
          <p:spPr>
            <a:xfrm flipH="1">
              <a:off x="2133908" y="4428298"/>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nvGrpSpPr>
            <p:cNvPr id="271" name="Group 94">
              <a:extLst>
                <a:ext uri="{FF2B5EF4-FFF2-40B4-BE49-F238E27FC236}">
                  <a16:creationId xmlns:a16="http://schemas.microsoft.com/office/drawing/2014/main" id="{EB9FCDD5-3D53-B634-ECFF-62EA984F7954}"/>
                </a:ext>
              </a:extLst>
            </p:cNvPr>
            <p:cNvGrpSpPr/>
            <p:nvPr/>
          </p:nvGrpSpPr>
          <p:grpSpPr>
            <a:xfrm>
              <a:off x="2011499" y="3050353"/>
              <a:ext cx="263250" cy="263252"/>
              <a:chOff x="2124108" y="2977434"/>
              <a:chExt cx="324000" cy="324000"/>
            </a:xfrm>
          </p:grpSpPr>
          <p:sp>
            <p:nvSpPr>
              <p:cNvPr id="274" name="Oval 95">
                <a:extLst>
                  <a:ext uri="{FF2B5EF4-FFF2-40B4-BE49-F238E27FC236}">
                    <a16:creationId xmlns:a16="http://schemas.microsoft.com/office/drawing/2014/main" id="{1659028C-2024-F531-51B7-BB433701963B}"/>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275" name="Oval 96">
                <a:extLst>
                  <a:ext uri="{FF2B5EF4-FFF2-40B4-BE49-F238E27FC236}">
                    <a16:creationId xmlns:a16="http://schemas.microsoft.com/office/drawing/2014/main" id="{5B23D5A3-5E8F-A5E4-20F5-997F3E0B8614}"/>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b="0"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276" name="Graphic 97" descr="Diamond with solid fill">
                <a:extLst>
                  <a:ext uri="{FF2B5EF4-FFF2-40B4-BE49-F238E27FC236}">
                    <a16:creationId xmlns:a16="http://schemas.microsoft.com/office/drawing/2014/main" id="{4E91E62B-A221-A96A-593D-5774B8E2588E}"/>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06951" y="3060277"/>
                <a:ext cx="158314" cy="158314"/>
              </a:xfrm>
              <a:prstGeom prst="rect">
                <a:avLst/>
              </a:prstGeom>
            </p:spPr>
          </p:pic>
        </p:grpSp>
        <p:cxnSp>
          <p:nvCxnSpPr>
            <p:cNvPr id="283" name="Straight Connector 379">
              <a:extLst>
                <a:ext uri="{FF2B5EF4-FFF2-40B4-BE49-F238E27FC236}">
                  <a16:creationId xmlns:a16="http://schemas.microsoft.com/office/drawing/2014/main" id="{39426BBF-BBCD-D197-4020-2C14F8B5AD15}"/>
                </a:ext>
              </a:extLst>
            </p:cNvPr>
            <p:cNvCxnSpPr>
              <a:cxnSpLocks/>
              <a:stCxn id="51" idx="3"/>
            </p:cNvCxnSpPr>
            <p:nvPr/>
          </p:nvCxnSpPr>
          <p:spPr>
            <a:xfrm flipV="1">
              <a:off x="2141220" y="3313605"/>
              <a:ext cx="1904" cy="168097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84" name="Rectangle 373">
              <a:extLst>
                <a:ext uri="{FF2B5EF4-FFF2-40B4-BE49-F238E27FC236}">
                  <a16:creationId xmlns:a16="http://schemas.microsoft.com/office/drawing/2014/main" id="{27BA2706-136A-906D-6388-CFCF245E3551}"/>
                </a:ext>
              </a:extLst>
            </p:cNvPr>
            <p:cNvSpPr/>
            <p:nvPr/>
          </p:nvSpPr>
          <p:spPr>
            <a:xfrm flipH="1">
              <a:off x="2243712" y="4410210"/>
              <a:ext cx="1247788"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Inspection for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Zongertinib</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1L NSCLC NMPA *2.</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sp>
          <p:nvSpPr>
            <p:cNvPr id="51" name="Arrow: Right 53">
              <a:extLst>
                <a:ext uri="{FF2B5EF4-FFF2-40B4-BE49-F238E27FC236}">
                  <a16:creationId xmlns:a16="http://schemas.microsoft.com/office/drawing/2014/main" id="{4FBDC8D1-6ECA-A1EF-178A-B9739AFC5991}"/>
                </a:ext>
              </a:extLst>
            </p:cNvPr>
            <p:cNvSpPr/>
            <p:nvPr/>
          </p:nvSpPr>
          <p:spPr>
            <a:xfrm flipH="1">
              <a:off x="2141220" y="4950700"/>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52" name="Rectangle 373">
              <a:extLst>
                <a:ext uri="{FF2B5EF4-FFF2-40B4-BE49-F238E27FC236}">
                  <a16:creationId xmlns:a16="http://schemas.microsoft.com/office/drawing/2014/main" id="{9B12381B-6E0D-A510-D2E5-2FD111D26407}"/>
                </a:ext>
              </a:extLst>
            </p:cNvPr>
            <p:cNvSpPr/>
            <p:nvPr/>
          </p:nvSpPr>
          <p:spPr>
            <a:xfrm flipH="1">
              <a:off x="2248022" y="4928561"/>
              <a:ext cx="1247788"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CTA Sub. for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Obrixtamig</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-2L </a:t>
              </a:r>
              <a:r>
                <a:rPr kumimoji="0" lang="en-US" altLang="zh-CN" sz="813" b="0" i="0" u="none" strike="noStrike" kern="1200" cap="none" spc="0" normalizeH="0" baseline="0" noProof="0" err="1">
                  <a:ln>
                    <a:noFill/>
                  </a:ln>
                  <a:solidFill>
                    <a:srgbClr val="123563"/>
                  </a:solidFill>
                  <a:effectLst/>
                  <a:uLnTx/>
                  <a:uFillTx/>
                  <a:latin typeface="Boehringer Forward Text"/>
                  <a:ea typeface="+mn-ea"/>
                  <a:cs typeface="+mn-cs"/>
                </a:rPr>
                <a:t>epNEC</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 CTP amend. </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grpSp>
      <p:pic>
        <p:nvPicPr>
          <p:cNvPr id="61" name="Graphic 60" descr="Badge Tick with solid fill">
            <a:extLst>
              <a:ext uri="{FF2B5EF4-FFF2-40B4-BE49-F238E27FC236}">
                <a16:creationId xmlns:a16="http://schemas.microsoft.com/office/drawing/2014/main" id="{9FF3BB84-2B5F-1E36-B160-265DA447C666}"/>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0523" y="4824815"/>
            <a:ext cx="389214" cy="389214"/>
          </a:xfrm>
          <a:prstGeom prst="rect">
            <a:avLst/>
          </a:prstGeom>
        </p:spPr>
      </p:pic>
      <p:pic>
        <p:nvPicPr>
          <p:cNvPr id="259" name="Graphic 258" descr="Badge Tick with solid fill">
            <a:extLst>
              <a:ext uri="{FF2B5EF4-FFF2-40B4-BE49-F238E27FC236}">
                <a16:creationId xmlns:a16="http://schemas.microsoft.com/office/drawing/2014/main" id="{90068B8E-60ED-0B35-3905-5C5C7A86D185}"/>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82019" y="4344626"/>
            <a:ext cx="389214" cy="389214"/>
          </a:xfrm>
          <a:prstGeom prst="rect">
            <a:avLst/>
          </a:prstGeom>
        </p:spPr>
      </p:pic>
      <p:grpSp>
        <p:nvGrpSpPr>
          <p:cNvPr id="26" name="Group 62">
            <a:extLst>
              <a:ext uri="{FF2B5EF4-FFF2-40B4-BE49-F238E27FC236}">
                <a16:creationId xmlns:a16="http://schemas.microsoft.com/office/drawing/2014/main" id="{998B24DD-061A-8CAC-47D3-E22C35E2C5AD}"/>
              </a:ext>
            </a:extLst>
          </p:cNvPr>
          <p:cNvGrpSpPr/>
          <p:nvPr/>
        </p:nvGrpSpPr>
        <p:grpSpPr>
          <a:xfrm>
            <a:off x="3391453" y="678122"/>
            <a:ext cx="546747" cy="6042659"/>
            <a:chOff x="1155349" y="1057179"/>
            <a:chExt cx="546747" cy="4671535"/>
          </a:xfrm>
        </p:grpSpPr>
        <p:cxnSp>
          <p:nvCxnSpPr>
            <p:cNvPr id="27" name="Straight Connector 63">
              <a:extLst>
                <a:ext uri="{FF2B5EF4-FFF2-40B4-BE49-F238E27FC236}">
                  <a16:creationId xmlns:a16="http://schemas.microsoft.com/office/drawing/2014/main" id="{2D60073C-60C4-BC72-7ED0-B2BBB5315917}"/>
                </a:ext>
              </a:extLst>
            </p:cNvPr>
            <p:cNvCxnSpPr>
              <a:cxnSpLocks/>
            </p:cNvCxnSpPr>
            <p:nvPr/>
          </p:nvCxnSpPr>
          <p:spPr bwMode="auto">
            <a:xfrm flipV="1">
              <a:off x="1413116" y="1337678"/>
              <a:ext cx="0" cy="4391036"/>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30" name="OTLSHAPE_T_e17f3958430f4cff8650518c93c7635e_StartDate">
              <a:extLst>
                <a:ext uri="{FF2B5EF4-FFF2-40B4-BE49-F238E27FC236}">
                  <a16:creationId xmlns:a16="http://schemas.microsoft.com/office/drawing/2014/main" id="{F00AF97A-AF7A-C8EA-DC90-8701A429647F}"/>
                </a:ext>
              </a:extLst>
            </p:cNvPr>
            <p:cNvSpPr txBox="1"/>
            <p:nvPr>
              <p:custDataLst>
                <p:tags r:id="rId1"/>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grpSp>
        <p:nvGrpSpPr>
          <p:cNvPr id="94" name="Group 93">
            <a:extLst>
              <a:ext uri="{FF2B5EF4-FFF2-40B4-BE49-F238E27FC236}">
                <a16:creationId xmlns:a16="http://schemas.microsoft.com/office/drawing/2014/main" id="{F7C348A3-0A0F-F3ED-8670-58109E6BE791}"/>
              </a:ext>
            </a:extLst>
          </p:cNvPr>
          <p:cNvGrpSpPr/>
          <p:nvPr/>
        </p:nvGrpSpPr>
        <p:grpSpPr>
          <a:xfrm>
            <a:off x="1621913" y="2320523"/>
            <a:ext cx="1312667" cy="998296"/>
            <a:chOff x="1621913" y="2320523"/>
            <a:chExt cx="1312667" cy="998296"/>
          </a:xfrm>
        </p:grpSpPr>
        <p:grpSp>
          <p:nvGrpSpPr>
            <p:cNvPr id="71" name="Group 94">
              <a:extLst>
                <a:ext uri="{FF2B5EF4-FFF2-40B4-BE49-F238E27FC236}">
                  <a16:creationId xmlns:a16="http://schemas.microsoft.com/office/drawing/2014/main" id="{3047D49F-0F5D-2C20-1930-24F71D5585B4}"/>
                </a:ext>
              </a:extLst>
            </p:cNvPr>
            <p:cNvGrpSpPr/>
            <p:nvPr/>
          </p:nvGrpSpPr>
          <p:grpSpPr>
            <a:xfrm>
              <a:off x="1621913" y="3055567"/>
              <a:ext cx="263250" cy="263252"/>
              <a:chOff x="2124108" y="2977434"/>
              <a:chExt cx="324000" cy="324000"/>
            </a:xfrm>
          </p:grpSpPr>
          <p:sp>
            <p:nvSpPr>
              <p:cNvPr id="72" name="Oval 95">
                <a:extLst>
                  <a:ext uri="{FF2B5EF4-FFF2-40B4-BE49-F238E27FC236}">
                    <a16:creationId xmlns:a16="http://schemas.microsoft.com/office/drawing/2014/main" id="{B908ED35-3A06-019B-FA47-6F64816C3E3B}"/>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73" name="Oval 96">
                <a:extLst>
                  <a:ext uri="{FF2B5EF4-FFF2-40B4-BE49-F238E27FC236}">
                    <a16:creationId xmlns:a16="http://schemas.microsoft.com/office/drawing/2014/main" id="{2FF7A8A3-3A1E-83CF-7290-460336BA17E0}"/>
                  </a:ext>
                </a:extLst>
              </p:cNvPr>
              <p:cNvSpPr/>
              <p:nvPr/>
            </p:nvSpPr>
            <p:spPr>
              <a:xfrm>
                <a:off x="2187109"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295" tIns="37148" rIns="74295" bIns="3714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1138" i="0"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74" name="Graphic 97" descr="Diamond with solid fill">
                <a:extLst>
                  <a:ext uri="{FF2B5EF4-FFF2-40B4-BE49-F238E27FC236}">
                    <a16:creationId xmlns:a16="http://schemas.microsoft.com/office/drawing/2014/main" id="{497BCB1B-3F6B-C293-04ED-007CEEAC0F5A}"/>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06951" y="3060277"/>
                <a:ext cx="158314" cy="158314"/>
              </a:xfrm>
              <a:prstGeom prst="rect">
                <a:avLst/>
              </a:prstGeom>
            </p:spPr>
          </p:pic>
        </p:grpSp>
        <p:grpSp>
          <p:nvGrpSpPr>
            <p:cNvPr id="75" name="Group 74">
              <a:extLst>
                <a:ext uri="{FF2B5EF4-FFF2-40B4-BE49-F238E27FC236}">
                  <a16:creationId xmlns:a16="http://schemas.microsoft.com/office/drawing/2014/main" id="{606D0D27-5B61-9911-149A-C76A3E48B457}"/>
                </a:ext>
              </a:extLst>
            </p:cNvPr>
            <p:cNvGrpSpPr/>
            <p:nvPr/>
          </p:nvGrpSpPr>
          <p:grpSpPr>
            <a:xfrm>
              <a:off x="1749511" y="2320523"/>
              <a:ext cx="1185069" cy="725830"/>
              <a:chOff x="1819200" y="2636777"/>
              <a:chExt cx="1185069" cy="725830"/>
            </a:xfrm>
          </p:grpSpPr>
          <p:cxnSp>
            <p:nvCxnSpPr>
              <p:cNvPr id="76" name="Straight Connector 379">
                <a:extLst>
                  <a:ext uri="{FF2B5EF4-FFF2-40B4-BE49-F238E27FC236}">
                    <a16:creationId xmlns:a16="http://schemas.microsoft.com/office/drawing/2014/main" id="{0441F83E-F3EC-B32E-FD87-3D9F9C1A2B4F}"/>
                  </a:ext>
                </a:extLst>
              </p:cNvPr>
              <p:cNvCxnSpPr>
                <a:cxnSpLocks/>
              </p:cNvCxnSpPr>
              <p:nvPr/>
            </p:nvCxnSpPr>
            <p:spPr>
              <a:xfrm flipV="1">
                <a:off x="1819200" y="2718381"/>
                <a:ext cx="8625" cy="644226"/>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80" name="Rectangle 373">
                <a:extLst>
                  <a:ext uri="{FF2B5EF4-FFF2-40B4-BE49-F238E27FC236}">
                    <a16:creationId xmlns:a16="http://schemas.microsoft.com/office/drawing/2014/main" id="{1F402AC5-CD35-F507-D264-1E4DE6B05CDC}"/>
                  </a:ext>
                </a:extLst>
              </p:cNvPr>
              <p:cNvSpPr/>
              <p:nvPr/>
            </p:nvSpPr>
            <p:spPr>
              <a:xfrm flipH="1">
                <a:off x="1918024" y="2636777"/>
                <a:ext cx="1086245" cy="508372"/>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a:defRPr/>
                </a:pPr>
                <a:r>
                  <a:rPr lang="en-US" altLang="zh-CN" sz="813">
                    <a:solidFill>
                      <a:srgbClr val="123563"/>
                    </a:solidFill>
                  </a:rPr>
                  <a:t>FDA Approval for </a:t>
                </a:r>
                <a:r>
                  <a:rPr lang="en-US" altLang="zh-CN" sz="813" err="1">
                    <a:solidFill>
                      <a:srgbClr val="123563"/>
                    </a:solidFill>
                  </a:rPr>
                  <a:t>Zongertinib</a:t>
                </a:r>
                <a:r>
                  <a:rPr lang="en-US" altLang="zh-CN" sz="813">
                    <a:solidFill>
                      <a:srgbClr val="123563"/>
                    </a:solidFill>
                  </a:rPr>
                  <a:t> 1L NSCLC (2/26/2026)</a:t>
                </a:r>
              </a:p>
            </p:txBody>
          </p:sp>
        </p:grpSp>
        <p:sp>
          <p:nvSpPr>
            <p:cNvPr id="81" name="Arrow: Right 53">
              <a:extLst>
                <a:ext uri="{FF2B5EF4-FFF2-40B4-BE49-F238E27FC236}">
                  <a16:creationId xmlns:a16="http://schemas.microsoft.com/office/drawing/2014/main" id="{3FB5D4B7-EE57-9D5B-79A2-2531619A0055}"/>
                </a:ext>
              </a:extLst>
            </p:cNvPr>
            <p:cNvSpPr/>
            <p:nvPr/>
          </p:nvSpPr>
          <p:spPr>
            <a:xfrm flipH="1">
              <a:off x="1747756" y="2399414"/>
              <a:ext cx="87750" cy="87750"/>
            </a:xfrm>
            <a:prstGeom prst="rect">
              <a:avLst/>
            </a:prstGeom>
            <a:solidFill>
              <a:schemeClr val="tx2"/>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grpSp>
      <p:pic>
        <p:nvPicPr>
          <p:cNvPr id="293" name="Graphic 292" descr="Badge Tick with solid fill">
            <a:extLst>
              <a:ext uri="{FF2B5EF4-FFF2-40B4-BE49-F238E27FC236}">
                <a16:creationId xmlns:a16="http://schemas.microsoft.com/office/drawing/2014/main" id="{03365552-41B0-3C05-E489-B2199401EEAD}"/>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82770" y="4856057"/>
            <a:ext cx="389214" cy="389214"/>
          </a:xfrm>
          <a:prstGeom prst="rect">
            <a:avLst/>
          </a:prstGeom>
        </p:spPr>
      </p:pic>
      <p:cxnSp>
        <p:nvCxnSpPr>
          <p:cNvPr id="23" name="Straight Connector 379">
            <a:extLst>
              <a:ext uri="{FF2B5EF4-FFF2-40B4-BE49-F238E27FC236}">
                <a16:creationId xmlns:a16="http://schemas.microsoft.com/office/drawing/2014/main" id="{892EDD0A-F8AA-2288-2B6A-505593DC2983}"/>
              </a:ext>
            </a:extLst>
          </p:cNvPr>
          <p:cNvCxnSpPr>
            <a:cxnSpLocks/>
            <a:stCxn id="50" idx="3"/>
          </p:cNvCxnSpPr>
          <p:nvPr/>
        </p:nvCxnSpPr>
        <p:spPr>
          <a:xfrm flipV="1">
            <a:off x="3647493" y="3247675"/>
            <a:ext cx="1" cy="1922479"/>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5" name="Arrow: Right 53">
            <a:extLst>
              <a:ext uri="{FF2B5EF4-FFF2-40B4-BE49-F238E27FC236}">
                <a16:creationId xmlns:a16="http://schemas.microsoft.com/office/drawing/2014/main" id="{2650DBB9-95A0-FE1B-4D34-925DE9CADEF6}"/>
              </a:ext>
            </a:extLst>
          </p:cNvPr>
          <p:cNvSpPr/>
          <p:nvPr/>
        </p:nvSpPr>
        <p:spPr>
          <a:xfrm flipH="1">
            <a:off x="3661759" y="5170154"/>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35" name="Rectangle 373">
            <a:extLst>
              <a:ext uri="{FF2B5EF4-FFF2-40B4-BE49-F238E27FC236}">
                <a16:creationId xmlns:a16="http://schemas.microsoft.com/office/drawing/2014/main" id="{8E04B25E-C6A1-AFEC-F934-82A041652125}"/>
              </a:ext>
            </a:extLst>
          </p:cNvPr>
          <p:cNvSpPr/>
          <p:nvPr/>
        </p:nvSpPr>
        <p:spPr>
          <a:xfrm flipH="1">
            <a:off x="3793113" y="5050664"/>
            <a:ext cx="1247788" cy="370840"/>
          </a:xfrm>
          <a:prstGeom prst="rect">
            <a:avLst/>
          </a:prstGeom>
          <a:solidFill>
            <a:schemeClr val="bg1"/>
          </a:solidFill>
          <a:ln w="28575">
            <a:noFill/>
          </a:ln>
          <a:effectLst/>
        </p:spPr>
        <p:style>
          <a:lnRef idx="0">
            <a:schemeClr val="accent1"/>
          </a:lnRef>
          <a:fillRef idx="1">
            <a:schemeClr val="accent1"/>
          </a:fillRef>
          <a:effectRef idx="0">
            <a:schemeClr val="dk1"/>
          </a:effectRef>
          <a:fontRef idx="minor">
            <a:schemeClr val="lt1"/>
          </a:fontRef>
        </p:style>
        <p:txBody>
          <a:bodyPr lIns="29250" rIns="29250" rtlCol="0" anchor="ctr"/>
          <a:lstStyle/>
          <a:p>
            <a:pPr lvl="0">
              <a:defRPr/>
            </a:pPr>
            <a:r>
              <a:rPr lang="en-US" altLang="zh-CN" sz="813">
                <a:solidFill>
                  <a:srgbClr val="123563"/>
                </a:solidFill>
              </a:rPr>
              <a:t>1</a:t>
            </a:r>
            <a:r>
              <a:rPr lang="en-US" altLang="zh-CN" sz="813" baseline="30000">
                <a:solidFill>
                  <a:srgbClr val="123563"/>
                </a:solidFill>
              </a:rPr>
              <a:t>st</a:t>
            </a:r>
            <a:r>
              <a:rPr lang="en-US" altLang="zh-CN" sz="813">
                <a:solidFill>
                  <a:srgbClr val="123563"/>
                </a:solidFill>
              </a:rPr>
              <a:t> SIV for </a:t>
            </a:r>
            <a:r>
              <a:rPr lang="en-US" altLang="zh-CN" sz="813" err="1">
                <a:solidFill>
                  <a:srgbClr val="123563"/>
                </a:solidFill>
              </a:rPr>
              <a:t>Obrixtamig</a:t>
            </a:r>
            <a:r>
              <a:rPr lang="en-US" altLang="zh-CN" sz="813">
                <a:solidFill>
                  <a:srgbClr val="123563"/>
                </a:solidFill>
              </a:rPr>
              <a:t> - </a:t>
            </a:r>
            <a:r>
              <a:rPr kumimoji="0" lang="en-US" altLang="zh-CN" sz="813" b="0" i="0" u="none" strike="noStrike" kern="1200" cap="none" spc="0" normalizeH="0" baseline="0" noProof="0">
                <a:ln>
                  <a:noFill/>
                </a:ln>
                <a:solidFill>
                  <a:srgbClr val="123563"/>
                </a:solidFill>
                <a:effectLst/>
                <a:uLnTx/>
                <a:uFillTx/>
                <a:latin typeface="Boehringer Forward Text"/>
                <a:ea typeface="+mn-ea"/>
                <a:cs typeface="+mn-cs"/>
              </a:rPr>
              <a:t>1L SCLC Dareon-Lung1 </a:t>
            </a:r>
            <a:endParaRPr kumimoji="0" lang="en-US" sz="813" b="0" i="0" u="none" strike="noStrike" kern="1200" cap="none" spc="0" normalizeH="0" baseline="0" noProof="0">
              <a:ln>
                <a:noFill/>
              </a:ln>
              <a:solidFill>
                <a:srgbClr val="123563"/>
              </a:solidFill>
              <a:effectLst/>
              <a:uLnTx/>
              <a:uFillTx/>
              <a:latin typeface="Boehringer Forward Text"/>
              <a:ea typeface="+mn-ea"/>
              <a:cs typeface="+mn-cs"/>
            </a:endParaRPr>
          </a:p>
        </p:txBody>
      </p:sp>
      <p:pic>
        <p:nvPicPr>
          <p:cNvPr id="50" name="Graphic 292" descr="Badge Tick with solid fill">
            <a:extLst>
              <a:ext uri="{FF2B5EF4-FFF2-40B4-BE49-F238E27FC236}">
                <a16:creationId xmlns:a16="http://schemas.microsoft.com/office/drawing/2014/main" id="{5E8DF0EC-3D67-CEC7-5ADB-02664B32DB15}"/>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258279" y="4975547"/>
            <a:ext cx="389214" cy="389214"/>
          </a:xfrm>
          <a:prstGeom prst="rect">
            <a:avLst/>
          </a:prstGeom>
        </p:spPr>
      </p:pic>
      <p:sp>
        <p:nvSpPr>
          <p:cNvPr id="54" name="Arrow: Right 53">
            <a:extLst>
              <a:ext uri="{FF2B5EF4-FFF2-40B4-BE49-F238E27FC236}">
                <a16:creationId xmlns:a16="http://schemas.microsoft.com/office/drawing/2014/main" id="{46F74D0F-73D0-FFFD-7A30-EA8803857A48}"/>
              </a:ext>
            </a:extLst>
          </p:cNvPr>
          <p:cNvSpPr/>
          <p:nvPr/>
        </p:nvSpPr>
        <p:spPr>
          <a:xfrm flipH="1">
            <a:off x="3636162" y="4595630"/>
            <a:ext cx="87750" cy="8775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pic>
        <p:nvPicPr>
          <p:cNvPr id="55" name="Graphic 292" descr="Badge Tick with solid fill">
            <a:extLst>
              <a:ext uri="{FF2B5EF4-FFF2-40B4-BE49-F238E27FC236}">
                <a16:creationId xmlns:a16="http://schemas.microsoft.com/office/drawing/2014/main" id="{1105A8C8-B713-FB88-52DF-4A2E13709BF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272545" y="4449060"/>
            <a:ext cx="389214" cy="389214"/>
          </a:xfrm>
          <a:prstGeom prst="rect">
            <a:avLst/>
          </a:prstGeom>
        </p:spPr>
      </p:pic>
      <p:pic>
        <p:nvPicPr>
          <p:cNvPr id="56" name="Graphic 259" descr="Badge Tick with solid fill">
            <a:extLst>
              <a:ext uri="{FF2B5EF4-FFF2-40B4-BE49-F238E27FC236}">
                <a16:creationId xmlns:a16="http://schemas.microsoft.com/office/drawing/2014/main" id="{982074DB-2A63-2FC8-723E-E94D2A61F15A}"/>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601835" y="2008642"/>
            <a:ext cx="389214" cy="389214"/>
          </a:xfrm>
          <a:prstGeom prst="rect">
            <a:avLst/>
          </a:prstGeom>
        </p:spPr>
      </p:pic>
      <p:pic>
        <p:nvPicPr>
          <p:cNvPr id="65" name="Graphic 259" descr="Badge Tick with solid fill">
            <a:extLst>
              <a:ext uri="{FF2B5EF4-FFF2-40B4-BE49-F238E27FC236}">
                <a16:creationId xmlns:a16="http://schemas.microsoft.com/office/drawing/2014/main" id="{E3687CC9-B5B6-1EDB-D56B-AAEAAF8F25E4}"/>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258279" y="1898421"/>
            <a:ext cx="389214" cy="389214"/>
          </a:xfrm>
          <a:prstGeom prst="rect">
            <a:avLst/>
          </a:prstGeom>
        </p:spPr>
      </p:pic>
    </p:spTree>
    <p:extLst>
      <p:ext uri="{BB962C8B-B14F-4D97-AF65-F5344CB8AC3E}">
        <p14:creationId xmlns:p14="http://schemas.microsoft.com/office/powerpoint/2010/main" val="2264693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5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fade">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43307-A2AC-FD79-A6B1-B6FF397E30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A0ACD9-449E-959D-52D6-C8EC196674B8}"/>
              </a:ext>
            </a:extLst>
          </p:cNvPr>
          <p:cNvSpPr>
            <a:spLocks noGrp="1"/>
          </p:cNvSpPr>
          <p:nvPr>
            <p:ph type="ctrTitle"/>
          </p:nvPr>
        </p:nvSpPr>
        <p:spPr>
          <a:xfrm>
            <a:off x="479425" y="2637000"/>
            <a:ext cx="8280755" cy="1584000"/>
          </a:xfrm>
        </p:spPr>
        <p:txBody>
          <a:bodyPr anchor="b">
            <a:normAutofit/>
          </a:bodyPr>
          <a:lstStyle/>
          <a:p>
            <a:pPr marL="0" indent="0">
              <a:buNone/>
            </a:pPr>
            <a:r>
              <a:rPr lang="en-US" b="1" noProof="0"/>
              <a:t>Part II: Project Update</a:t>
            </a:r>
          </a:p>
        </p:txBody>
      </p:sp>
      <p:sp>
        <p:nvSpPr>
          <p:cNvPr id="6" name="Slide Number Placeholder 5" hidden="1">
            <a:extLst>
              <a:ext uri="{FF2B5EF4-FFF2-40B4-BE49-F238E27FC236}">
                <a16:creationId xmlns:a16="http://schemas.microsoft.com/office/drawing/2014/main" id="{212DC281-C5C9-FB64-DFB6-75FE95A7F99E}"/>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noProof="0" smtClean="0"/>
              <a:pPr>
                <a:spcAft>
                  <a:spcPts val="600"/>
                </a:spcAft>
              </a:pPr>
              <a:t>6</a:t>
            </a:fld>
            <a:endParaRPr lang="en-US" noProof="0"/>
          </a:p>
        </p:txBody>
      </p:sp>
    </p:spTree>
    <p:extLst>
      <p:ext uri="{BB962C8B-B14F-4D97-AF65-F5344CB8AC3E}">
        <p14:creationId xmlns:p14="http://schemas.microsoft.com/office/powerpoint/2010/main" val="66501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0B5201D-B3D6-EB54-09E0-5140F95F9576}"/>
              </a:ext>
            </a:extLst>
          </p:cNvPr>
          <p:cNvSpPr>
            <a:spLocks noGrp="1"/>
          </p:cNvSpPr>
          <p:nvPr>
            <p:ph type="title"/>
          </p:nvPr>
        </p:nvSpPr>
        <p:spPr>
          <a:xfrm>
            <a:off x="479422" y="1412876"/>
            <a:ext cx="9045577" cy="1799861"/>
          </a:xfrm>
        </p:spPr>
        <p:txBody>
          <a:bodyPr/>
          <a:lstStyle/>
          <a:p>
            <a:r>
              <a:rPr lang="en-US" noProof="0" err="1"/>
              <a:t>Zongertinib</a:t>
            </a:r>
            <a:r>
              <a:rPr lang="en-US" noProof="0"/>
              <a:t> (BI 1810631, HER2 TKI)</a:t>
            </a:r>
          </a:p>
        </p:txBody>
      </p:sp>
      <p:sp>
        <p:nvSpPr>
          <p:cNvPr id="2" name="文本占位符 1">
            <a:extLst>
              <a:ext uri="{FF2B5EF4-FFF2-40B4-BE49-F238E27FC236}">
                <a16:creationId xmlns:a16="http://schemas.microsoft.com/office/drawing/2014/main" id="{2AE8F0A3-EC29-BBCA-907C-D640FDC73618}"/>
              </a:ext>
            </a:extLst>
          </p:cNvPr>
          <p:cNvSpPr>
            <a:spLocks noGrp="1"/>
          </p:cNvSpPr>
          <p:nvPr>
            <p:ph type="subTitle" idx="14"/>
          </p:nvPr>
        </p:nvSpPr>
        <p:spPr/>
        <p:txBody>
          <a:bodyPr/>
          <a:lstStyle/>
          <a:p>
            <a:r>
              <a:rPr lang="en-US" sz="2400" b="1" u="sng" noProof="0"/>
              <a:t>P1-Lung</a:t>
            </a:r>
          </a:p>
        </p:txBody>
      </p:sp>
      <p:sp>
        <p:nvSpPr>
          <p:cNvPr id="4" name="Slide Number Placeholder 3">
            <a:extLst>
              <a:ext uri="{FF2B5EF4-FFF2-40B4-BE49-F238E27FC236}">
                <a16:creationId xmlns:a16="http://schemas.microsoft.com/office/drawing/2014/main" id="{89E89E5C-4F9B-D5DD-4BB7-D3CE469EBEF4}"/>
              </a:ext>
            </a:extLst>
          </p:cNvPr>
          <p:cNvSpPr>
            <a:spLocks noGrp="1"/>
          </p:cNvSpPr>
          <p:nvPr>
            <p:ph type="sldNum" sz="quarter" idx="16"/>
          </p:nvPr>
        </p:nvSpPr>
        <p:spPr/>
        <p:txBody>
          <a:bodyPr/>
          <a:lstStyle/>
          <a:p>
            <a:fld id="{8FF9B0DE-3FEB-4AA0-B465-B80EF7C1333D}" type="slidenum">
              <a:rPr lang="en-US" noProof="0" smtClean="0"/>
              <a:pPr/>
              <a:t>7</a:t>
            </a:fld>
            <a:endParaRPr lang="en-US" noProof="0"/>
          </a:p>
        </p:txBody>
      </p:sp>
    </p:spTree>
    <p:extLst>
      <p:ext uri="{BB962C8B-B14F-4D97-AF65-F5344CB8AC3E}">
        <p14:creationId xmlns:p14="http://schemas.microsoft.com/office/powerpoint/2010/main" val="2163837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055D4-4991-A00F-009A-924BC988AE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DB42D-7713-696E-1825-860D31EDF813}"/>
              </a:ext>
            </a:extLst>
          </p:cNvPr>
          <p:cNvSpPr>
            <a:spLocks noGrp="1"/>
          </p:cNvSpPr>
          <p:nvPr>
            <p:ph type="title"/>
          </p:nvPr>
        </p:nvSpPr>
        <p:spPr>
          <a:xfrm>
            <a:off x="444189" y="282289"/>
            <a:ext cx="11233151" cy="720000"/>
          </a:xfrm>
        </p:spPr>
        <p:txBody>
          <a:bodyPr/>
          <a:lstStyle/>
          <a:p>
            <a:r>
              <a:rPr lang="en-US" altLang="zh-CN" sz="2400" i="1" err="1">
                <a:solidFill>
                  <a:schemeClr val="tx1"/>
                </a:solidFill>
                <a:latin typeface="+mn-lt"/>
              </a:rPr>
              <a:t>Zongertinib</a:t>
            </a:r>
            <a:r>
              <a:rPr lang="en-US" altLang="zh-CN" sz="2400" i="1">
                <a:solidFill>
                  <a:schemeClr val="tx1"/>
                </a:solidFill>
                <a:latin typeface="+mn-lt"/>
              </a:rPr>
              <a:t> (HERNEXEOS®) – 1L NSCLC Development </a:t>
            </a:r>
            <a:r>
              <a:rPr lang="en-US" altLang="zh-CN" sz="2400" i="1" err="1">
                <a:solidFill>
                  <a:schemeClr val="tx1"/>
                </a:solidFill>
                <a:latin typeface="+mn-lt"/>
              </a:rPr>
              <a:t>Plan_AA</a:t>
            </a:r>
            <a:r>
              <a:rPr lang="en-US" altLang="zh-CN" sz="2400" i="1">
                <a:solidFill>
                  <a:schemeClr val="tx1"/>
                </a:solidFill>
                <a:latin typeface="+mn-lt"/>
              </a:rPr>
              <a:t> </a:t>
            </a:r>
            <a:br>
              <a:rPr lang="en-US" altLang="zh-CN" sz="2400" i="1">
                <a:solidFill>
                  <a:schemeClr val="tx1"/>
                </a:solidFill>
                <a:latin typeface="+mn-lt"/>
              </a:rPr>
            </a:br>
            <a:endParaRPr lang="zh-CN" altLang="en-US" sz="2400" i="1">
              <a:solidFill>
                <a:schemeClr val="tx1"/>
              </a:solidFill>
              <a:latin typeface="+mn-lt"/>
            </a:endParaRPr>
          </a:p>
        </p:txBody>
      </p:sp>
      <p:sp>
        <p:nvSpPr>
          <p:cNvPr id="4" name="Text Placeholder 3">
            <a:extLst>
              <a:ext uri="{FF2B5EF4-FFF2-40B4-BE49-F238E27FC236}">
                <a16:creationId xmlns:a16="http://schemas.microsoft.com/office/drawing/2014/main" id="{EEE356EA-2EAB-BDC4-D7EB-49985EFDAF4C}"/>
              </a:ext>
            </a:extLst>
          </p:cNvPr>
          <p:cNvSpPr>
            <a:spLocks noGrp="1"/>
          </p:cNvSpPr>
          <p:nvPr>
            <p:ph type="body" sz="quarter" idx="13"/>
          </p:nvPr>
        </p:nvSpPr>
        <p:spPr>
          <a:xfrm>
            <a:off x="2400244" y="6280430"/>
            <a:ext cx="11232000" cy="144000"/>
          </a:xfrm>
        </p:spPr>
        <p:txBody>
          <a:bodyPr/>
          <a:lstStyle/>
          <a:p>
            <a:r>
              <a:rPr lang="en-US" altLang="zh-CN"/>
              <a:t>AA: Accelerated approval; CNPV: Commissioner’s National Priority Voucher</a:t>
            </a:r>
            <a:endParaRPr lang="zh-CN" altLang="en-US"/>
          </a:p>
        </p:txBody>
      </p:sp>
      <p:graphicFrame>
        <p:nvGraphicFramePr>
          <p:cNvPr id="241" name="Table 3">
            <a:extLst>
              <a:ext uri="{FF2B5EF4-FFF2-40B4-BE49-F238E27FC236}">
                <a16:creationId xmlns:a16="http://schemas.microsoft.com/office/drawing/2014/main" id="{887A49DE-5144-D1BE-BF0C-AC36191813D3}"/>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2023</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2024</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485CF12D-D8AB-F9EE-90EF-507639BBB3CE}"/>
              </a:ext>
            </a:extLst>
          </p:cNvPr>
          <p:cNvCxnSpPr>
            <a:cxnSpLocks/>
          </p:cNvCxnSpPr>
          <p:nvPr/>
        </p:nvCxnSpPr>
        <p:spPr bwMode="auto">
          <a:xfrm flipH="1">
            <a:off x="0" y="3645557"/>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B2EFBC43-9B25-9EF5-3959-265C9CF9A51F}"/>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C67F1DEF-A2AD-D8DD-B1E1-063BFF34BF33}"/>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5FB5570A-F9DB-84AC-3C89-F88770BE7721}"/>
              </a:ext>
            </a:extLst>
          </p:cNvPr>
          <p:cNvSpPr txBox="1"/>
          <p:nvPr/>
        </p:nvSpPr>
        <p:spPr>
          <a:xfrm>
            <a:off x="-55485" y="1724266"/>
            <a:ext cx="1337645"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 </a:t>
            </a:r>
            <a:r>
              <a:rPr lang="en-US" sz="1067" b="1" err="1">
                <a:solidFill>
                  <a:srgbClr val="08312A"/>
                </a:solidFill>
                <a:cs typeface="Calibri" panose="020F0502020204030204" pitchFamily="34" charset="0"/>
              </a:rPr>
              <a:t>Ia</a:t>
            </a:r>
            <a:r>
              <a:rPr lang="en-US" sz="1067" b="1">
                <a:solidFill>
                  <a:srgbClr val="08312A"/>
                </a:solidFill>
                <a:cs typeface="Calibri" panose="020F0502020204030204" pitchFamily="34" charset="0"/>
              </a:rPr>
              <a:t>/b</a:t>
            </a:r>
          </a:p>
          <a:p>
            <a:pPr algn="ctr" defTabSz="914377">
              <a:defRPr/>
            </a:pPr>
            <a:r>
              <a:rPr lang="en-US" altLang="zh-CN" sz="1067" b="1">
                <a:solidFill>
                  <a:srgbClr val="08312A"/>
                </a:solidFill>
                <a:cs typeface="Calibri" panose="020F0502020204030204" pitchFamily="34" charset="0"/>
              </a:rPr>
              <a:t>1479-0001</a:t>
            </a:r>
          </a:p>
          <a:p>
            <a:pPr algn="ctr" defTabSz="914377">
              <a:defRPr/>
            </a:pPr>
            <a:r>
              <a:rPr lang="en-US" sz="1067" b="1" err="1">
                <a:solidFill>
                  <a:srgbClr val="08312A"/>
                </a:solidFill>
                <a:cs typeface="Calibri" panose="020F0502020204030204" pitchFamily="34" charset="0"/>
              </a:rPr>
              <a:t>Beamion</a:t>
            </a:r>
            <a:r>
              <a:rPr lang="en-US" sz="1067" b="1">
                <a:solidFill>
                  <a:srgbClr val="08312A"/>
                </a:solidFill>
                <a:cs typeface="Calibri" panose="020F0502020204030204" pitchFamily="34" charset="0"/>
              </a:rPr>
              <a:t> LUNG-1</a:t>
            </a:r>
          </a:p>
        </p:txBody>
      </p:sp>
      <p:pic>
        <p:nvPicPr>
          <p:cNvPr id="246" name="Picture 4">
            <a:extLst>
              <a:ext uri="{FF2B5EF4-FFF2-40B4-BE49-F238E27FC236}">
                <a16:creationId xmlns:a16="http://schemas.microsoft.com/office/drawing/2014/main" id="{7286C425-4A96-6581-84FE-2D829CD36A8D}"/>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1754" y="1112595"/>
            <a:ext cx="1086461" cy="535469"/>
          </a:xfrm>
          <a:prstGeom prst="rect">
            <a:avLst/>
          </a:prstGeom>
        </p:spPr>
      </p:pic>
      <p:pic>
        <p:nvPicPr>
          <p:cNvPr id="247" name="Picture 6">
            <a:extLst>
              <a:ext uri="{FF2B5EF4-FFF2-40B4-BE49-F238E27FC236}">
                <a16:creationId xmlns:a16="http://schemas.microsoft.com/office/drawing/2014/main" id="{94BAC872-3082-C1A9-C838-5298EA9F260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3822790"/>
            <a:ext cx="1138019" cy="560880"/>
          </a:xfrm>
          <a:prstGeom prst="rect">
            <a:avLst/>
          </a:prstGeom>
        </p:spPr>
      </p:pic>
      <p:sp>
        <p:nvSpPr>
          <p:cNvPr id="7" name="TextBox 64">
            <a:extLst>
              <a:ext uri="{FF2B5EF4-FFF2-40B4-BE49-F238E27FC236}">
                <a16:creationId xmlns:a16="http://schemas.microsoft.com/office/drawing/2014/main" id="{9420C33F-42A3-8D64-12C4-1DC69B771A49}"/>
              </a:ext>
            </a:extLst>
          </p:cNvPr>
          <p:cNvSpPr txBox="1"/>
          <p:nvPr/>
        </p:nvSpPr>
        <p:spPr>
          <a:xfrm>
            <a:off x="55440" y="4355331"/>
            <a:ext cx="1337645"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 </a:t>
            </a:r>
            <a:r>
              <a:rPr lang="en-US" sz="1067" b="1" err="1">
                <a:solidFill>
                  <a:srgbClr val="08312A"/>
                </a:solidFill>
                <a:cs typeface="Calibri" panose="020F0502020204030204" pitchFamily="34" charset="0"/>
              </a:rPr>
              <a:t>Ia</a:t>
            </a:r>
            <a:r>
              <a:rPr lang="en-US" sz="1067" b="1">
                <a:solidFill>
                  <a:srgbClr val="08312A"/>
                </a:solidFill>
                <a:cs typeface="Calibri" panose="020F0502020204030204" pitchFamily="34" charset="0"/>
              </a:rPr>
              <a:t>/b</a:t>
            </a:r>
          </a:p>
          <a:p>
            <a:pPr algn="ctr" defTabSz="914377">
              <a:defRPr/>
            </a:pPr>
            <a:r>
              <a:rPr lang="en-US" altLang="zh-CN" sz="1067" b="1">
                <a:solidFill>
                  <a:srgbClr val="08312A"/>
                </a:solidFill>
                <a:cs typeface="Calibri" panose="020F0502020204030204" pitchFamily="34" charset="0"/>
              </a:rPr>
              <a:t>1479-0001</a:t>
            </a:r>
          </a:p>
          <a:p>
            <a:pPr algn="ctr" defTabSz="914377">
              <a:defRPr/>
            </a:pPr>
            <a:r>
              <a:rPr lang="en-US" sz="1067" b="1" err="1">
                <a:solidFill>
                  <a:srgbClr val="08312A"/>
                </a:solidFill>
                <a:cs typeface="Calibri" panose="020F0502020204030204" pitchFamily="34" charset="0"/>
              </a:rPr>
              <a:t>Beamion</a:t>
            </a:r>
            <a:r>
              <a:rPr lang="en-US" sz="1067" b="1">
                <a:solidFill>
                  <a:srgbClr val="08312A"/>
                </a:solidFill>
                <a:cs typeface="Calibri" panose="020F0502020204030204" pitchFamily="34" charset="0"/>
              </a:rPr>
              <a:t> LUNG-1</a:t>
            </a:r>
          </a:p>
        </p:txBody>
      </p:sp>
      <p:sp>
        <p:nvSpPr>
          <p:cNvPr id="16" name="OTLSHAPE_T_e17f3958430f4cff8650518c93c7635e_StartDate">
            <a:extLst>
              <a:ext uri="{FF2B5EF4-FFF2-40B4-BE49-F238E27FC236}">
                <a16:creationId xmlns:a16="http://schemas.microsoft.com/office/drawing/2014/main" id="{830119CA-EC79-6A4A-B2AF-503587D4FDB9}"/>
              </a:ext>
            </a:extLst>
          </p:cNvPr>
          <p:cNvSpPr txBox="1"/>
          <p:nvPr>
            <p:custDataLst>
              <p:tags r:id="rId1"/>
            </p:custDataLst>
          </p:nvPr>
        </p:nvSpPr>
        <p:spPr>
          <a:xfrm>
            <a:off x="8442651" y="3979188"/>
            <a:ext cx="1212289" cy="184666"/>
          </a:xfrm>
          <a:prstGeom prst="rect">
            <a:avLst/>
          </a:prstGeom>
          <a:noFill/>
        </p:spPr>
        <p:txBody>
          <a:bodyPr vert="horz" wrap="square" lIns="0" tIns="0" rIns="0" bIns="0" rtlCol="0" anchor="ctr" anchorCtr="0">
            <a:spAutoFit/>
          </a:bodyPr>
          <a:lstStyle/>
          <a:p>
            <a:pPr algn="ctr" defTabSz="1219108">
              <a:defRPr/>
            </a:pPr>
            <a:r>
              <a:rPr lang="en-US" altLang="zh-CN" sz="1200" b="1" i="1">
                <a:solidFill>
                  <a:schemeClr val="tx2">
                    <a:lumMod val="50000"/>
                  </a:schemeClr>
                </a:solidFill>
                <a:ea typeface="等线"/>
                <a:cs typeface="Calibri"/>
              </a:rPr>
              <a:t>June 2026</a:t>
            </a:r>
            <a:endParaRPr lang="zh-CN" altLang="en-US" sz="1200" b="1" i="1">
              <a:solidFill>
                <a:schemeClr val="tx2">
                  <a:lumMod val="50000"/>
                </a:schemeClr>
              </a:solidFill>
              <a:ea typeface="等线"/>
              <a:cs typeface="Calibri"/>
            </a:endParaRPr>
          </a:p>
        </p:txBody>
      </p:sp>
      <p:sp>
        <p:nvSpPr>
          <p:cNvPr id="24" name="Rectangle 55">
            <a:extLst>
              <a:ext uri="{FF2B5EF4-FFF2-40B4-BE49-F238E27FC236}">
                <a16:creationId xmlns:a16="http://schemas.microsoft.com/office/drawing/2014/main" id="{F3C1D377-CEAC-729F-1228-F3BEED1C971C}"/>
              </a:ext>
            </a:extLst>
          </p:cNvPr>
          <p:cNvSpPr/>
          <p:nvPr/>
        </p:nvSpPr>
        <p:spPr>
          <a:xfrm>
            <a:off x="8660124" y="4479219"/>
            <a:ext cx="763351" cy="253916"/>
          </a:xfrm>
          <a:prstGeom prst="rect">
            <a:avLst/>
          </a:prstGeom>
        </p:spPr>
        <p:txBody>
          <a:bodyPr wrap="none" lIns="91440" tIns="45720" rIns="91440" bIns="45720" anchor="t">
            <a:spAutoFit/>
          </a:bodyPr>
          <a:lstStyle/>
          <a:p>
            <a:pPr algn="ctr" defTabSz="1219108">
              <a:defRPr/>
            </a:pPr>
            <a:r>
              <a:rPr lang="en-US" altLang="zh-CN" sz="1050" b="1">
                <a:solidFill>
                  <a:schemeClr val="accent2">
                    <a:lumMod val="50000"/>
                  </a:schemeClr>
                </a:solidFill>
                <a:ea typeface="等线"/>
                <a:cs typeface="Calibri"/>
              </a:rPr>
              <a:t>NDA app</a:t>
            </a:r>
            <a:endParaRPr lang="zh-CN" altLang="en-US" sz="1050" b="1">
              <a:solidFill>
                <a:schemeClr val="accent2">
                  <a:lumMod val="50000"/>
                </a:schemeClr>
              </a:solidFill>
              <a:ea typeface="等线"/>
              <a:cs typeface="Calibri"/>
            </a:endParaRPr>
          </a:p>
        </p:txBody>
      </p:sp>
      <p:pic>
        <p:nvPicPr>
          <p:cNvPr id="25" name="Graphic 318" descr="Flag with solid fill">
            <a:extLst>
              <a:ext uri="{FF2B5EF4-FFF2-40B4-BE49-F238E27FC236}">
                <a16:creationId xmlns:a16="http://schemas.microsoft.com/office/drawing/2014/main" id="{7D643BC6-9374-6E28-31BA-702E22ED978E}"/>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838484" y="4309236"/>
            <a:ext cx="210312" cy="210312"/>
          </a:xfrm>
          <a:prstGeom prst="rect">
            <a:avLst/>
          </a:prstGeom>
        </p:spPr>
      </p:pic>
      <p:grpSp>
        <p:nvGrpSpPr>
          <p:cNvPr id="26" name="组合 129">
            <a:extLst>
              <a:ext uri="{FF2B5EF4-FFF2-40B4-BE49-F238E27FC236}">
                <a16:creationId xmlns:a16="http://schemas.microsoft.com/office/drawing/2014/main" id="{49BA885F-2A21-915A-F1FF-AA6DA227E445}"/>
              </a:ext>
            </a:extLst>
          </p:cNvPr>
          <p:cNvGrpSpPr/>
          <p:nvPr/>
        </p:nvGrpSpPr>
        <p:grpSpPr>
          <a:xfrm>
            <a:off x="6358060" y="5351375"/>
            <a:ext cx="1056700" cy="584968"/>
            <a:chOff x="9305702" y="3136172"/>
            <a:chExt cx="1056700" cy="584967"/>
          </a:xfrm>
        </p:grpSpPr>
        <p:sp>
          <p:nvSpPr>
            <p:cNvPr id="27" name="Rectangle 100">
              <a:extLst>
                <a:ext uri="{FF2B5EF4-FFF2-40B4-BE49-F238E27FC236}">
                  <a16:creationId xmlns:a16="http://schemas.microsoft.com/office/drawing/2014/main" id="{B59BB722-5C5B-7D2B-8A14-08E4C7F34B9D}"/>
                </a:ext>
              </a:extLst>
            </p:cNvPr>
            <p:cNvSpPr/>
            <p:nvPr/>
          </p:nvSpPr>
          <p:spPr>
            <a:xfrm>
              <a:off x="9305702" y="3136172"/>
              <a:ext cx="1056700" cy="584967"/>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Aug 2025</a:t>
              </a:r>
            </a:p>
            <a:p>
              <a:pPr algn="ctr" defTabSz="914377">
                <a:defRPr/>
              </a:pPr>
              <a:endParaRPr lang="en-US" altLang="zh-CN" sz="1067" b="1">
                <a:solidFill>
                  <a:srgbClr val="44546A"/>
                </a:solidFill>
                <a:ea typeface="等线" panose="02010600030101010101" pitchFamily="2" charset="-122"/>
                <a:cs typeface="Calibri" panose="020F0502020204030204" pitchFamily="34" charset="0"/>
              </a:endParaRPr>
            </a:p>
            <a:p>
              <a:pPr algn="ctr" defTabSz="914377">
                <a:defRPr/>
              </a:pPr>
              <a:r>
                <a:rPr lang="en-US" altLang="zh-CN" sz="1067" b="1">
                  <a:solidFill>
                    <a:srgbClr val="44546A"/>
                  </a:solidFill>
                  <a:ea typeface="等线" panose="02010600030101010101" pitchFamily="2" charset="-122"/>
                  <a:cs typeface="Calibri" panose="020F0502020204030204" pitchFamily="34" charset="0"/>
                </a:rPr>
                <a:t>BTD granted</a:t>
              </a:r>
              <a:endParaRPr lang="zh-CN" altLang="en-US" sz="1067" b="1">
                <a:solidFill>
                  <a:srgbClr val="44546A"/>
                </a:solidFill>
                <a:ea typeface="等线" panose="02010600030101010101" pitchFamily="2" charset="-122"/>
                <a:cs typeface="Calibri" panose="020F0502020204030204" pitchFamily="34" charset="0"/>
              </a:endParaRPr>
            </a:p>
          </p:txBody>
        </p:sp>
        <p:sp>
          <p:nvSpPr>
            <p:cNvPr id="28" name="Star: 4 Points 143">
              <a:extLst>
                <a:ext uri="{FF2B5EF4-FFF2-40B4-BE49-F238E27FC236}">
                  <a16:creationId xmlns:a16="http://schemas.microsoft.com/office/drawing/2014/main" id="{2B9D8976-4B5E-5D79-B8B5-428ED8B20DF8}"/>
                </a:ext>
              </a:extLst>
            </p:cNvPr>
            <p:cNvSpPr/>
            <p:nvPr/>
          </p:nvSpPr>
          <p:spPr bwMode="auto">
            <a:xfrm>
              <a:off x="9741927" y="3313655"/>
              <a:ext cx="184243" cy="187816"/>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1067">
                <a:solidFill>
                  <a:srgbClr val="0066FF"/>
                </a:solidFill>
                <a:ea typeface="等线" panose="02010600030101010101" pitchFamily="2" charset="-122"/>
                <a:cs typeface="Calibri" panose="020F0502020204030204" pitchFamily="34" charset="0"/>
              </a:endParaRPr>
            </a:p>
          </p:txBody>
        </p:sp>
      </p:grpSp>
      <p:grpSp>
        <p:nvGrpSpPr>
          <p:cNvPr id="229" name="组合 228">
            <a:extLst>
              <a:ext uri="{FF2B5EF4-FFF2-40B4-BE49-F238E27FC236}">
                <a16:creationId xmlns:a16="http://schemas.microsoft.com/office/drawing/2014/main" id="{3E711C4B-5DA5-05B6-AA8B-D05D70074211}"/>
              </a:ext>
            </a:extLst>
          </p:cNvPr>
          <p:cNvGrpSpPr/>
          <p:nvPr/>
        </p:nvGrpSpPr>
        <p:grpSpPr>
          <a:xfrm>
            <a:off x="2362456" y="1898285"/>
            <a:ext cx="6026813" cy="1585459"/>
            <a:chOff x="2362456" y="1898285"/>
            <a:chExt cx="6026813" cy="1585459"/>
          </a:xfrm>
        </p:grpSpPr>
        <p:sp>
          <p:nvSpPr>
            <p:cNvPr id="240" name="OTLSHAPE_T_5a934a26f311425e8ebaa0f45e6533ad_Shape">
              <a:extLst>
                <a:ext uri="{FF2B5EF4-FFF2-40B4-BE49-F238E27FC236}">
                  <a16:creationId xmlns:a16="http://schemas.microsoft.com/office/drawing/2014/main" id="{014B0DAA-99FC-6CC4-1252-3A603F310BC6}"/>
                </a:ext>
              </a:extLst>
            </p:cNvPr>
            <p:cNvSpPr/>
            <p:nvPr>
              <p:custDataLst>
                <p:tags r:id="rId8"/>
              </p:custDataLst>
            </p:nvPr>
          </p:nvSpPr>
          <p:spPr bwMode="auto">
            <a:xfrm>
              <a:off x="4489704" y="2187412"/>
              <a:ext cx="2707155" cy="27762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5E4BCB7D-CCA3-FA8E-A75F-5585CBBA5097}"/>
                </a:ext>
              </a:extLst>
            </p:cNvPr>
            <p:cNvSpPr/>
            <p:nvPr>
              <p:custDataLst>
                <p:tags r:id="rId9"/>
              </p:custDataLst>
            </p:nvPr>
          </p:nvSpPr>
          <p:spPr bwMode="auto">
            <a:xfrm>
              <a:off x="2725781" y="2216901"/>
              <a:ext cx="1753685" cy="264594"/>
            </a:xfrm>
            <a:prstGeom prst="roundRect">
              <a:avLst>
                <a:gd name="adj" fmla="val 50000"/>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a:t>
              </a:r>
              <a:r>
                <a:rPr lang="en-US" altLang="zh-CN" sz="1067" b="1" err="1">
                  <a:solidFill>
                    <a:prstClr val="black"/>
                  </a:solidFill>
                  <a:ea typeface="等线" panose="02010600030101010101" pitchFamily="2" charset="-122"/>
                  <a:cs typeface="Calibri" panose="020F0502020204030204" pitchFamily="34" charset="0"/>
                </a:rPr>
                <a:t>Ib</a:t>
              </a:r>
              <a:r>
                <a:rPr lang="en-US" altLang="zh-CN" sz="1067" b="1">
                  <a:solidFill>
                    <a:prstClr val="black"/>
                  </a:solidFill>
                  <a:ea typeface="等线" panose="02010600030101010101" pitchFamily="2" charset="-122"/>
                  <a:cs typeface="Calibri" panose="020F0502020204030204" pitchFamily="34" charset="0"/>
                </a:rPr>
                <a:t> cohort 2</a:t>
              </a:r>
            </a:p>
            <a:p>
              <a:pPr algn="ctr" defTabSz="1219108">
                <a:defRPr/>
              </a:pPr>
              <a:r>
                <a:rPr lang="en-US" altLang="zh-CN" sz="1067" b="1">
                  <a:solidFill>
                    <a:prstClr val="black"/>
                  </a:solidFill>
                  <a:ea typeface="等线" panose="02010600030101010101" pitchFamily="2" charset="-122"/>
                  <a:cs typeface="Calibri" panose="020F0502020204030204" pitchFamily="34" charset="0"/>
                </a:rPr>
                <a:t> N=74</a:t>
              </a:r>
              <a:endParaRPr lang="en-US" altLang="zh-CN" sz="1067" b="1">
                <a:solidFill>
                  <a:srgbClr val="000000"/>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4863C93C-9247-CA35-6B3A-346A52794769}"/>
                </a:ext>
              </a:extLst>
            </p:cNvPr>
            <p:cNvSpPr txBox="1"/>
            <p:nvPr>
              <p:custDataLst>
                <p:tags r:id="rId10"/>
              </p:custDataLst>
            </p:nvPr>
          </p:nvSpPr>
          <p:spPr>
            <a:xfrm>
              <a:off x="5734514" y="1968488"/>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8" name="Rectangle 55">
              <a:extLst>
                <a:ext uri="{FF2B5EF4-FFF2-40B4-BE49-F238E27FC236}">
                  <a16:creationId xmlns:a16="http://schemas.microsoft.com/office/drawing/2014/main" id="{42079C4E-2336-00CA-78FA-596BDFE81E0A}"/>
                </a:ext>
              </a:extLst>
            </p:cNvPr>
            <p:cNvSpPr/>
            <p:nvPr/>
          </p:nvSpPr>
          <p:spPr>
            <a:xfrm>
              <a:off x="6192186" y="2490050"/>
              <a:ext cx="44114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TLR</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9" name="OTLSHAPE_T_e17f3958430f4cff8650518c93c7635e_StartDate">
              <a:extLst>
                <a:ext uri="{FF2B5EF4-FFF2-40B4-BE49-F238E27FC236}">
                  <a16:creationId xmlns:a16="http://schemas.microsoft.com/office/drawing/2014/main" id="{938C0793-2CD8-3EE9-D003-E35038483399}"/>
                </a:ext>
              </a:extLst>
            </p:cNvPr>
            <p:cNvSpPr txBox="1"/>
            <p:nvPr>
              <p:custDataLst>
                <p:tags r:id="rId11"/>
              </p:custDataLst>
            </p:nvPr>
          </p:nvSpPr>
          <p:spPr>
            <a:xfrm>
              <a:off x="7478118" y="1958652"/>
              <a:ext cx="911151" cy="153888"/>
            </a:xfrm>
            <a:prstGeom prst="rect">
              <a:avLst/>
            </a:prstGeom>
            <a:noFill/>
          </p:spPr>
          <p:txBody>
            <a:bodyPr vert="horz" wrap="square" lIns="0" tIns="0" rIns="0" bIns="0" rtlCol="0" anchor="ctr" anchorCtr="0">
              <a:spAutoFit/>
            </a:bodyPr>
            <a:lstStyle/>
            <a:p>
              <a:pPr algn="ctr" defTabSz="1219108">
                <a:defRPr/>
              </a:pPr>
              <a:r>
                <a:rPr lang="en-US" altLang="zh-CN" sz="1000" b="1" i="1">
                  <a:solidFill>
                    <a:schemeClr val="tx2">
                      <a:lumMod val="50000"/>
                    </a:schemeClr>
                  </a:solidFill>
                  <a:ea typeface="等线" panose="02010600030101010101" pitchFamily="2" charset="-122"/>
                  <a:cs typeface="Calibri" panose="020F0502020204030204" pitchFamily="34" charset="0"/>
                </a:rPr>
                <a:t>Feb 2026</a:t>
              </a:r>
              <a:endParaRPr lang="zh-CN" altLang="en-US" sz="1000" b="1" i="1">
                <a:solidFill>
                  <a:schemeClr val="tx2">
                    <a:lumMod val="50000"/>
                  </a:schemeClr>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BB3EA4D0-94C5-B798-BE1A-A091ABCACA9E}"/>
                </a:ext>
              </a:extLst>
            </p:cNvPr>
            <p:cNvSpPr/>
            <p:nvPr/>
          </p:nvSpPr>
          <p:spPr bwMode="auto">
            <a:xfrm>
              <a:off x="7104737" y="239044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279" name="组合 129">
              <a:extLst>
                <a:ext uri="{FF2B5EF4-FFF2-40B4-BE49-F238E27FC236}">
                  <a16:creationId xmlns:a16="http://schemas.microsoft.com/office/drawing/2014/main" id="{4163319E-82D1-62EB-BD0F-2FDC212423D7}"/>
                </a:ext>
              </a:extLst>
            </p:cNvPr>
            <p:cNvGrpSpPr/>
            <p:nvPr/>
          </p:nvGrpSpPr>
          <p:grpSpPr>
            <a:xfrm>
              <a:off x="6471221" y="2898776"/>
              <a:ext cx="798617" cy="584968"/>
              <a:chOff x="9434742" y="3109009"/>
              <a:chExt cx="798617" cy="584967"/>
            </a:xfrm>
          </p:grpSpPr>
          <p:sp>
            <p:nvSpPr>
              <p:cNvPr id="280" name="Rectangle 100">
                <a:extLst>
                  <a:ext uri="{FF2B5EF4-FFF2-40B4-BE49-F238E27FC236}">
                    <a16:creationId xmlns:a16="http://schemas.microsoft.com/office/drawing/2014/main" id="{92B09FDB-FC22-C369-27DC-2E2CAE5597E8}"/>
                  </a:ext>
                </a:extLst>
              </p:cNvPr>
              <p:cNvSpPr/>
              <p:nvPr/>
            </p:nvSpPr>
            <p:spPr>
              <a:xfrm>
                <a:off x="9434742" y="3109009"/>
                <a:ext cx="798617" cy="584967"/>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Jul 2025</a:t>
                </a:r>
              </a:p>
              <a:p>
                <a:pPr algn="ctr" defTabSz="914377">
                  <a:defRPr/>
                </a:pPr>
                <a:endParaRPr lang="en-US" altLang="zh-CN" sz="1067" b="1">
                  <a:solidFill>
                    <a:srgbClr val="44546A"/>
                  </a:solidFill>
                  <a:ea typeface="等线" panose="02010600030101010101" pitchFamily="2" charset="-122"/>
                  <a:cs typeface="Calibri" panose="020F0502020204030204" pitchFamily="34" charset="0"/>
                </a:endParaRPr>
              </a:p>
              <a:p>
                <a:pPr algn="ctr" defTabSz="914377">
                  <a:defRPr/>
                </a:pPr>
                <a:r>
                  <a:rPr lang="en-US" altLang="zh-CN" sz="1067" b="1">
                    <a:solidFill>
                      <a:srgbClr val="44546A"/>
                    </a:solidFill>
                    <a:ea typeface="等线" panose="02010600030101010101" pitchFamily="2" charset="-122"/>
                    <a:cs typeface="Calibri" panose="020F0502020204030204" pitchFamily="34" charset="0"/>
                  </a:rPr>
                  <a:t>BTD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81" name="Star: 4 Points 143">
                <a:extLst>
                  <a:ext uri="{FF2B5EF4-FFF2-40B4-BE49-F238E27FC236}">
                    <a16:creationId xmlns:a16="http://schemas.microsoft.com/office/drawing/2014/main" id="{F4F5F9DC-1F30-3402-5D55-90E5AD7DFD98}"/>
                  </a:ext>
                </a:extLst>
              </p:cNvPr>
              <p:cNvSpPr/>
              <p:nvPr/>
            </p:nvSpPr>
            <p:spPr bwMode="auto">
              <a:xfrm>
                <a:off x="9741927" y="3313655"/>
                <a:ext cx="184243" cy="187816"/>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1067">
                  <a:solidFill>
                    <a:srgbClr val="0066FF"/>
                  </a:solidFill>
                  <a:ea typeface="等线" panose="02010600030101010101" pitchFamily="2" charset="-122"/>
                  <a:cs typeface="Calibri" panose="020F0502020204030204" pitchFamily="34" charset="0"/>
                </a:endParaRPr>
              </a:p>
            </p:txBody>
          </p:sp>
        </p:grpSp>
        <p:sp>
          <p:nvSpPr>
            <p:cNvPr id="292" name="Rectangle 100">
              <a:extLst>
                <a:ext uri="{FF2B5EF4-FFF2-40B4-BE49-F238E27FC236}">
                  <a16:creationId xmlns:a16="http://schemas.microsoft.com/office/drawing/2014/main" id="{B459E3A6-83D5-C448-4BA7-F974A1B7CB46}"/>
                </a:ext>
              </a:extLst>
            </p:cNvPr>
            <p:cNvSpPr/>
            <p:nvPr/>
          </p:nvSpPr>
          <p:spPr>
            <a:xfrm>
              <a:off x="6616747" y="1898285"/>
              <a:ext cx="612667" cy="400110"/>
            </a:xfrm>
            <a:prstGeom prst="rect">
              <a:avLst/>
            </a:prstGeom>
          </p:spPr>
          <p:txBody>
            <a:bodyPr wrap="none">
              <a:spAutoFit/>
            </a:bodyPr>
            <a:lstStyle/>
            <a:p>
              <a:pPr algn="ctr" defTabSz="914377">
                <a:defRPr/>
              </a:pPr>
              <a:r>
                <a:rPr lang="en-US" altLang="zh-CN" sz="1000" b="1" i="1">
                  <a:solidFill>
                    <a:schemeClr val="tx2">
                      <a:lumMod val="50000"/>
                    </a:schemeClr>
                  </a:solidFill>
                  <a:ea typeface="等线" panose="02010600030101010101" pitchFamily="2" charset="-122"/>
                  <a:cs typeface="Calibri" panose="020F0502020204030204" pitchFamily="34" charset="0"/>
                </a:rPr>
                <a:t>30 Sep</a:t>
              </a:r>
            </a:p>
            <a:p>
              <a:pPr algn="ctr" defTabSz="914377">
                <a:defRPr/>
              </a:pPr>
              <a:r>
                <a:rPr lang="en-US" altLang="zh-CN" sz="1000" b="1" i="1">
                  <a:solidFill>
                    <a:schemeClr val="tx2">
                      <a:lumMod val="50000"/>
                    </a:schemeClr>
                  </a:solidFill>
                  <a:ea typeface="等线" panose="02010600030101010101" pitchFamily="2" charset="-122"/>
                  <a:cs typeface="Calibri" panose="020F0502020204030204" pitchFamily="34" charset="0"/>
                </a:rPr>
                <a:t>2025</a:t>
              </a:r>
              <a:endParaRPr lang="en-US" altLang="zh-CN" sz="1000" b="1">
                <a:solidFill>
                  <a:schemeClr val="tx2">
                    <a:lumMod val="50000"/>
                  </a:schemeClr>
                </a:solidFill>
                <a:ea typeface="等线" panose="02010600030101010101" pitchFamily="2" charset="-122"/>
                <a:cs typeface="Calibri" panose="020F0502020204030204" pitchFamily="34" charset="0"/>
              </a:endParaRPr>
            </a:p>
          </p:txBody>
        </p:sp>
        <p:sp>
          <p:nvSpPr>
            <p:cNvPr id="291" name="Rectangle 55">
              <a:extLst>
                <a:ext uri="{FF2B5EF4-FFF2-40B4-BE49-F238E27FC236}">
                  <a16:creationId xmlns:a16="http://schemas.microsoft.com/office/drawing/2014/main" id="{782161F5-CD8E-2755-934B-2DEE3CC1F535}"/>
                </a:ext>
              </a:extLst>
            </p:cNvPr>
            <p:cNvSpPr/>
            <p:nvPr/>
          </p:nvSpPr>
          <p:spPr>
            <a:xfrm>
              <a:off x="6645661" y="2495328"/>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8" name="五角星 55">
              <a:extLst>
                <a:ext uri="{FF2B5EF4-FFF2-40B4-BE49-F238E27FC236}">
                  <a16:creationId xmlns:a16="http://schemas.microsoft.com/office/drawing/2014/main" id="{5015BA47-7751-925A-B2A4-2F932863C264}"/>
                </a:ext>
              </a:extLst>
            </p:cNvPr>
            <p:cNvSpPr>
              <a:spLocks/>
            </p:cNvSpPr>
            <p:nvPr/>
          </p:nvSpPr>
          <p:spPr bwMode="auto">
            <a:xfrm>
              <a:off x="6343538" y="2399545"/>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96" name="Rectangle 55">
              <a:extLst>
                <a:ext uri="{FF2B5EF4-FFF2-40B4-BE49-F238E27FC236}">
                  <a16:creationId xmlns:a16="http://schemas.microsoft.com/office/drawing/2014/main" id="{31A2A9D5-4619-83E9-8B52-DDFFD24A9AD4}"/>
                </a:ext>
              </a:extLst>
            </p:cNvPr>
            <p:cNvSpPr/>
            <p:nvPr/>
          </p:nvSpPr>
          <p:spPr>
            <a:xfrm>
              <a:off x="7564869" y="2467870"/>
              <a:ext cx="80823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9" name="Graphic 318" descr="Flag with solid fill">
              <a:extLst>
                <a:ext uri="{FF2B5EF4-FFF2-40B4-BE49-F238E27FC236}">
                  <a16:creationId xmlns:a16="http://schemas.microsoft.com/office/drawing/2014/main" id="{ED3E862D-CF1F-4CD5-74E4-ECD6BF79BFC6}"/>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851425" y="2323505"/>
              <a:ext cx="210312" cy="210312"/>
            </a:xfrm>
            <a:prstGeom prst="rect">
              <a:avLst/>
            </a:prstGeom>
          </p:spPr>
        </p:pic>
        <p:sp>
          <p:nvSpPr>
            <p:cNvPr id="30" name="Rectangle 73">
              <a:extLst>
                <a:ext uri="{FF2B5EF4-FFF2-40B4-BE49-F238E27FC236}">
                  <a16:creationId xmlns:a16="http://schemas.microsoft.com/office/drawing/2014/main" id="{D11B1A78-39F4-8B70-FD83-950FD20D9C92}"/>
                </a:ext>
              </a:extLst>
            </p:cNvPr>
            <p:cNvSpPr/>
            <p:nvPr/>
          </p:nvSpPr>
          <p:spPr>
            <a:xfrm>
              <a:off x="4272446" y="2482743"/>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31" name="OTLSHAPE_T_e17f3958430f4cff8650518c93c7635e_StartDate">
              <a:extLst>
                <a:ext uri="{FF2B5EF4-FFF2-40B4-BE49-F238E27FC236}">
                  <a16:creationId xmlns:a16="http://schemas.microsoft.com/office/drawing/2014/main" id="{E29BC2BE-D81C-4EED-187A-EB59AB981D18}"/>
                </a:ext>
              </a:extLst>
            </p:cNvPr>
            <p:cNvSpPr txBox="1"/>
            <p:nvPr>
              <p:custDataLst>
                <p:tags r:id="rId12"/>
              </p:custDataLst>
            </p:nvPr>
          </p:nvSpPr>
          <p:spPr>
            <a:xfrm>
              <a:off x="4031539" y="1968488"/>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Jun 2024</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24" name="Star: 4 Points 143">
              <a:extLst>
                <a:ext uri="{FF2B5EF4-FFF2-40B4-BE49-F238E27FC236}">
                  <a16:creationId xmlns:a16="http://schemas.microsoft.com/office/drawing/2014/main" id="{A2CAD999-06A3-F42B-1CFA-9B3D4DE0C728}"/>
                </a:ext>
              </a:extLst>
            </p:cNvPr>
            <p:cNvSpPr/>
            <p:nvPr/>
          </p:nvSpPr>
          <p:spPr bwMode="auto">
            <a:xfrm>
              <a:off x="4394991" y="239044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225" name="组合 224">
              <a:extLst>
                <a:ext uri="{FF2B5EF4-FFF2-40B4-BE49-F238E27FC236}">
                  <a16:creationId xmlns:a16="http://schemas.microsoft.com/office/drawing/2014/main" id="{33D0FE2D-D952-385F-6179-606B20F2A043}"/>
                </a:ext>
              </a:extLst>
            </p:cNvPr>
            <p:cNvGrpSpPr/>
            <p:nvPr/>
          </p:nvGrpSpPr>
          <p:grpSpPr>
            <a:xfrm>
              <a:off x="2362456" y="1953304"/>
              <a:ext cx="1060915" cy="802793"/>
              <a:chOff x="1648306" y="2017726"/>
              <a:chExt cx="1060915" cy="802793"/>
            </a:xfrm>
          </p:grpSpPr>
          <p:sp>
            <p:nvSpPr>
              <p:cNvPr id="226" name="Rectangle 52">
                <a:extLst>
                  <a:ext uri="{FF2B5EF4-FFF2-40B4-BE49-F238E27FC236}">
                    <a16:creationId xmlns:a16="http://schemas.microsoft.com/office/drawing/2014/main" id="{D54BC9A8-801C-9DAA-33E4-7BF3CB43B16D}"/>
                  </a:ext>
                </a:extLst>
              </p:cNvPr>
              <p:cNvSpPr/>
              <p:nvPr/>
            </p:nvSpPr>
            <p:spPr>
              <a:xfrm>
                <a:off x="1887920"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27" name="OTLSHAPE_T_e17f3958430f4cff8650518c93c7635e_StartDate">
                <a:extLst>
                  <a:ext uri="{FF2B5EF4-FFF2-40B4-BE49-F238E27FC236}">
                    <a16:creationId xmlns:a16="http://schemas.microsoft.com/office/drawing/2014/main" id="{99AD046F-1F3B-2F55-CCCD-4A4EF056D89B}"/>
                  </a:ext>
                </a:extLst>
              </p:cNvPr>
              <p:cNvSpPr txBox="1"/>
              <p:nvPr>
                <p:custDataLst>
                  <p:tags r:id="rId13"/>
                </p:custDataLst>
              </p:nvPr>
            </p:nvSpPr>
            <p:spPr>
              <a:xfrm>
                <a:off x="1648306" y="2017726"/>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Sep 2025</a:t>
                </a:r>
                <a:endParaRPr lang="zh-CN" altLang="en-US" sz="1067" b="1" i="1">
                  <a:solidFill>
                    <a:schemeClr val="bg1">
                      <a:lumMod val="65000"/>
                    </a:schemeClr>
                  </a:solidFill>
                  <a:ea typeface="等线" panose="02010600030101010101" pitchFamily="2" charset="-122"/>
                </a:endParaRPr>
              </a:p>
            </p:txBody>
          </p:sp>
          <p:sp>
            <p:nvSpPr>
              <p:cNvPr id="228" name="Star: 4 Points 143">
                <a:extLst>
                  <a:ext uri="{FF2B5EF4-FFF2-40B4-BE49-F238E27FC236}">
                    <a16:creationId xmlns:a16="http://schemas.microsoft.com/office/drawing/2014/main" id="{D4D0BF5A-384C-39E3-DCC0-931091EBBC06}"/>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sp>
        <p:nvSpPr>
          <p:cNvPr id="231" name="OTLSHAPE_T_5a934a26f311425e8ebaa0f45e6533ad_Shape">
            <a:extLst>
              <a:ext uri="{FF2B5EF4-FFF2-40B4-BE49-F238E27FC236}">
                <a16:creationId xmlns:a16="http://schemas.microsoft.com/office/drawing/2014/main" id="{A71D8A44-8BEF-D1C3-A190-00FA749EFC65}"/>
              </a:ext>
            </a:extLst>
          </p:cNvPr>
          <p:cNvSpPr/>
          <p:nvPr>
            <p:custDataLst>
              <p:tags r:id="rId2"/>
            </p:custDataLst>
          </p:nvPr>
        </p:nvSpPr>
        <p:spPr bwMode="auto">
          <a:xfrm>
            <a:off x="4527492" y="4251359"/>
            <a:ext cx="2898526" cy="28142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32" name="OTLSHAPE_T_e17f3958430f4cff8650518c93c7635e_Shape">
            <a:extLst>
              <a:ext uri="{FF2B5EF4-FFF2-40B4-BE49-F238E27FC236}">
                <a16:creationId xmlns:a16="http://schemas.microsoft.com/office/drawing/2014/main" id="{5E5B1B36-1045-DEF8-B9CB-FB15539975BA}"/>
              </a:ext>
            </a:extLst>
          </p:cNvPr>
          <p:cNvSpPr/>
          <p:nvPr>
            <p:custDataLst>
              <p:tags r:id="rId3"/>
            </p:custDataLst>
          </p:nvPr>
        </p:nvSpPr>
        <p:spPr bwMode="auto">
          <a:xfrm>
            <a:off x="2763569" y="4280848"/>
            <a:ext cx="1753685" cy="264594"/>
          </a:xfrm>
          <a:prstGeom prst="roundRect">
            <a:avLst>
              <a:gd name="adj" fmla="val 50000"/>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a:t>
            </a:r>
            <a:r>
              <a:rPr lang="en-US" altLang="zh-CN" sz="1067" b="1" err="1">
                <a:solidFill>
                  <a:prstClr val="black"/>
                </a:solidFill>
                <a:ea typeface="等线" panose="02010600030101010101" pitchFamily="2" charset="-122"/>
                <a:cs typeface="Calibri" panose="020F0502020204030204" pitchFamily="34" charset="0"/>
              </a:rPr>
              <a:t>Ib</a:t>
            </a:r>
            <a:r>
              <a:rPr lang="en-US" altLang="zh-CN" sz="1067" b="1">
                <a:solidFill>
                  <a:prstClr val="black"/>
                </a:solidFill>
                <a:ea typeface="等线" panose="02010600030101010101" pitchFamily="2" charset="-122"/>
                <a:cs typeface="Calibri" panose="020F0502020204030204" pitchFamily="34" charset="0"/>
              </a:rPr>
              <a:t> cohort 2</a:t>
            </a:r>
          </a:p>
          <a:p>
            <a:pPr algn="ctr" defTabSz="1219108">
              <a:defRPr/>
            </a:pPr>
            <a:r>
              <a:rPr lang="en-US" altLang="zh-CN" sz="1067" b="1">
                <a:solidFill>
                  <a:prstClr val="black"/>
                </a:solidFill>
                <a:ea typeface="等线" panose="02010600030101010101" pitchFamily="2" charset="-122"/>
                <a:cs typeface="Calibri" panose="020F0502020204030204" pitchFamily="34" charset="0"/>
              </a:rPr>
              <a:t>N=18</a:t>
            </a:r>
            <a:endParaRPr lang="en-US" altLang="zh-CN" sz="1067" b="1">
              <a:solidFill>
                <a:srgbClr val="000000"/>
              </a:solidFill>
              <a:ea typeface="等线" panose="02010600030101010101" pitchFamily="2" charset="-122"/>
              <a:cs typeface="Calibri" panose="020F0502020204030204" pitchFamily="34" charset="0"/>
            </a:endParaRPr>
          </a:p>
        </p:txBody>
      </p:sp>
      <p:sp>
        <p:nvSpPr>
          <p:cNvPr id="233" name="OTLSHAPE_T_e17f3958430f4cff8650518c93c7635e_StartDate">
            <a:extLst>
              <a:ext uri="{FF2B5EF4-FFF2-40B4-BE49-F238E27FC236}">
                <a16:creationId xmlns:a16="http://schemas.microsoft.com/office/drawing/2014/main" id="{2589ECB3-0346-ABEB-DE9A-E137FC8232B3}"/>
              </a:ext>
            </a:extLst>
          </p:cNvPr>
          <p:cNvSpPr txBox="1"/>
          <p:nvPr>
            <p:custDataLst>
              <p:tags r:id="rId4"/>
            </p:custDataLst>
          </p:nvPr>
        </p:nvSpPr>
        <p:spPr>
          <a:xfrm>
            <a:off x="6151871" y="40185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34" name="Rectangle 55">
            <a:extLst>
              <a:ext uri="{FF2B5EF4-FFF2-40B4-BE49-F238E27FC236}">
                <a16:creationId xmlns:a16="http://schemas.microsoft.com/office/drawing/2014/main" id="{7DDA6651-3CF3-3FF9-A4C7-95B239B06B68}"/>
              </a:ext>
            </a:extLst>
          </p:cNvPr>
          <p:cNvSpPr/>
          <p:nvPr/>
        </p:nvSpPr>
        <p:spPr>
          <a:xfrm>
            <a:off x="6229974" y="4553997"/>
            <a:ext cx="44114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TLR</a:t>
            </a:r>
            <a:endParaRPr lang="zh-CN" altLang="en-US" sz="1067" b="1">
              <a:solidFill>
                <a:srgbClr val="44546A"/>
              </a:solidFill>
              <a:ea typeface="等线" panose="02010600030101010101" pitchFamily="2" charset="-122"/>
              <a:cs typeface="Calibri" panose="020F0502020204030204" pitchFamily="34" charset="0"/>
            </a:endParaRPr>
          </a:p>
        </p:txBody>
      </p:sp>
      <p:sp>
        <p:nvSpPr>
          <p:cNvPr id="236" name="Star: 4 Points 143">
            <a:extLst>
              <a:ext uri="{FF2B5EF4-FFF2-40B4-BE49-F238E27FC236}">
                <a16:creationId xmlns:a16="http://schemas.microsoft.com/office/drawing/2014/main" id="{FC34FBF4-4A83-CE4E-030A-BD3D0B2736C8}"/>
              </a:ext>
            </a:extLst>
          </p:cNvPr>
          <p:cNvSpPr/>
          <p:nvPr/>
        </p:nvSpPr>
        <p:spPr bwMode="auto">
          <a:xfrm>
            <a:off x="7307597" y="445292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48" name="Rectangle 100">
            <a:extLst>
              <a:ext uri="{FF2B5EF4-FFF2-40B4-BE49-F238E27FC236}">
                <a16:creationId xmlns:a16="http://schemas.microsoft.com/office/drawing/2014/main" id="{A028DF28-0F56-BCBF-6FF1-35CDBEC4B9DF}"/>
              </a:ext>
            </a:extLst>
          </p:cNvPr>
          <p:cNvSpPr/>
          <p:nvPr/>
        </p:nvSpPr>
        <p:spPr>
          <a:xfrm>
            <a:off x="6904258" y="3962232"/>
            <a:ext cx="1010213" cy="256545"/>
          </a:xfrm>
          <a:prstGeom prst="rect">
            <a:avLst/>
          </a:prstGeom>
        </p:spPr>
        <p:txBody>
          <a:bodyPr wrap="none">
            <a:spAutoFit/>
          </a:bodyPr>
          <a:lstStyle/>
          <a:p>
            <a:pPr algn="ctr" defTabSz="914377">
              <a:defRPr/>
            </a:pPr>
            <a:r>
              <a:rPr lang="en-US" altLang="zh-CN" sz="1067" b="1" i="1">
                <a:solidFill>
                  <a:schemeClr val="tx2">
                    <a:lumMod val="50000"/>
                  </a:schemeClr>
                </a:solidFill>
                <a:ea typeface="等线" panose="02010600030101010101" pitchFamily="2" charset="-122"/>
                <a:cs typeface="Calibri" panose="020F0502020204030204" pitchFamily="34" charset="0"/>
              </a:rPr>
              <a:t>29 Oct 2025</a:t>
            </a:r>
            <a:endParaRPr lang="en-US" altLang="zh-CN" sz="1067" b="1">
              <a:solidFill>
                <a:schemeClr val="tx2">
                  <a:lumMod val="50000"/>
                </a:schemeClr>
              </a:solidFill>
              <a:ea typeface="等线" panose="02010600030101010101" pitchFamily="2" charset="-122"/>
              <a:cs typeface="Calibri" panose="020F0502020204030204" pitchFamily="34" charset="0"/>
            </a:endParaRPr>
          </a:p>
        </p:txBody>
      </p:sp>
      <p:sp>
        <p:nvSpPr>
          <p:cNvPr id="257" name="Rectangle 55">
            <a:extLst>
              <a:ext uri="{FF2B5EF4-FFF2-40B4-BE49-F238E27FC236}">
                <a16:creationId xmlns:a16="http://schemas.microsoft.com/office/drawing/2014/main" id="{00A13239-A0B8-0F6B-465F-63A0432ECC94}"/>
              </a:ext>
            </a:extLst>
          </p:cNvPr>
          <p:cNvSpPr/>
          <p:nvPr/>
        </p:nvSpPr>
        <p:spPr>
          <a:xfrm>
            <a:off x="7026338" y="4578823"/>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0" name="五角星 55">
            <a:extLst>
              <a:ext uri="{FF2B5EF4-FFF2-40B4-BE49-F238E27FC236}">
                <a16:creationId xmlns:a16="http://schemas.microsoft.com/office/drawing/2014/main" id="{42F2BE33-C19F-5FAF-5B67-3187A7055FE8}"/>
              </a:ext>
            </a:extLst>
          </p:cNvPr>
          <p:cNvSpPr>
            <a:spLocks/>
          </p:cNvSpPr>
          <p:nvPr/>
        </p:nvSpPr>
        <p:spPr bwMode="auto">
          <a:xfrm>
            <a:off x="6381326" y="4463492"/>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70" name="Rectangle 73">
            <a:extLst>
              <a:ext uri="{FF2B5EF4-FFF2-40B4-BE49-F238E27FC236}">
                <a16:creationId xmlns:a16="http://schemas.microsoft.com/office/drawing/2014/main" id="{7315C087-66EF-9B11-F3F0-C7A8BC494932}"/>
              </a:ext>
            </a:extLst>
          </p:cNvPr>
          <p:cNvSpPr/>
          <p:nvPr/>
        </p:nvSpPr>
        <p:spPr>
          <a:xfrm>
            <a:off x="4310234" y="4546690"/>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85" name="OTLSHAPE_T_e17f3958430f4cff8650518c93c7635e_StartDate">
            <a:extLst>
              <a:ext uri="{FF2B5EF4-FFF2-40B4-BE49-F238E27FC236}">
                <a16:creationId xmlns:a16="http://schemas.microsoft.com/office/drawing/2014/main" id="{344B7F7A-6258-983B-17AF-93687596D5C8}"/>
              </a:ext>
            </a:extLst>
          </p:cNvPr>
          <p:cNvSpPr txBox="1"/>
          <p:nvPr>
            <p:custDataLst>
              <p:tags r:id="rId5"/>
            </p:custDataLst>
          </p:nvPr>
        </p:nvSpPr>
        <p:spPr>
          <a:xfrm>
            <a:off x="4069327" y="4032435"/>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Jun 2024</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86" name="Star: 4 Points 143">
            <a:extLst>
              <a:ext uri="{FF2B5EF4-FFF2-40B4-BE49-F238E27FC236}">
                <a16:creationId xmlns:a16="http://schemas.microsoft.com/office/drawing/2014/main" id="{8B085DA5-C289-7EF9-59B4-16D1EBF8BE67}"/>
              </a:ext>
            </a:extLst>
          </p:cNvPr>
          <p:cNvSpPr/>
          <p:nvPr/>
        </p:nvSpPr>
        <p:spPr bwMode="auto">
          <a:xfrm>
            <a:off x="4432779" y="445438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287" name="组合 286">
            <a:extLst>
              <a:ext uri="{FF2B5EF4-FFF2-40B4-BE49-F238E27FC236}">
                <a16:creationId xmlns:a16="http://schemas.microsoft.com/office/drawing/2014/main" id="{5479DD03-B1C1-577E-9B56-10BEF496D485}"/>
              </a:ext>
            </a:extLst>
          </p:cNvPr>
          <p:cNvGrpSpPr/>
          <p:nvPr/>
        </p:nvGrpSpPr>
        <p:grpSpPr>
          <a:xfrm>
            <a:off x="2400244" y="4017251"/>
            <a:ext cx="1060915" cy="802793"/>
            <a:chOff x="1648306" y="2017726"/>
            <a:chExt cx="1060915" cy="802793"/>
          </a:xfrm>
        </p:grpSpPr>
        <p:sp>
          <p:nvSpPr>
            <p:cNvPr id="64" name="Rectangle 52">
              <a:extLst>
                <a:ext uri="{FF2B5EF4-FFF2-40B4-BE49-F238E27FC236}">
                  <a16:creationId xmlns:a16="http://schemas.microsoft.com/office/drawing/2014/main" id="{2482925B-B1C6-4030-AC24-179CBE39B0E6}"/>
                </a:ext>
              </a:extLst>
            </p:cNvPr>
            <p:cNvSpPr/>
            <p:nvPr/>
          </p:nvSpPr>
          <p:spPr>
            <a:xfrm>
              <a:off x="1887920"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65" name="OTLSHAPE_T_e17f3958430f4cff8650518c93c7635e_StartDate">
              <a:extLst>
                <a:ext uri="{FF2B5EF4-FFF2-40B4-BE49-F238E27FC236}">
                  <a16:creationId xmlns:a16="http://schemas.microsoft.com/office/drawing/2014/main" id="{7B440997-7211-B810-7845-8DB6E100F0ED}"/>
                </a:ext>
              </a:extLst>
            </p:cNvPr>
            <p:cNvSpPr txBox="1"/>
            <p:nvPr>
              <p:custDataLst>
                <p:tags r:id="rId7"/>
              </p:custDataLst>
            </p:nvPr>
          </p:nvSpPr>
          <p:spPr>
            <a:xfrm>
              <a:off x="1648306" y="2017726"/>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Sep 2025</a:t>
              </a:r>
              <a:endParaRPr lang="zh-CN" altLang="en-US" sz="1067" b="1" i="1">
                <a:solidFill>
                  <a:schemeClr val="bg1">
                    <a:lumMod val="65000"/>
                  </a:schemeClr>
                </a:solidFill>
                <a:ea typeface="等线" panose="02010600030101010101" pitchFamily="2" charset="-122"/>
              </a:endParaRPr>
            </a:p>
          </p:txBody>
        </p:sp>
        <p:sp>
          <p:nvSpPr>
            <p:cNvPr id="66" name="Star: 4 Points 143">
              <a:extLst>
                <a:ext uri="{FF2B5EF4-FFF2-40B4-BE49-F238E27FC236}">
                  <a16:creationId xmlns:a16="http://schemas.microsoft.com/office/drawing/2014/main" id="{A68746EF-65FE-325D-27B6-3AF2836D7693}"/>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69" name="文本框 68">
            <a:extLst>
              <a:ext uri="{FF2B5EF4-FFF2-40B4-BE49-F238E27FC236}">
                <a16:creationId xmlns:a16="http://schemas.microsoft.com/office/drawing/2014/main" id="{D9E2A86C-D790-E9C2-8EB3-B5B940980EBE}"/>
              </a:ext>
            </a:extLst>
          </p:cNvPr>
          <p:cNvSpPr txBox="1"/>
          <p:nvPr/>
        </p:nvSpPr>
        <p:spPr bwMode="gray">
          <a:xfrm>
            <a:off x="2270433" y="6453993"/>
            <a:ext cx="5926733" cy="230832"/>
          </a:xfrm>
          <a:prstGeom prst="rect">
            <a:avLst/>
          </a:prstGeom>
          <a:noFill/>
        </p:spPr>
        <p:txBody>
          <a:bodyPr wrap="square" lIns="91440" tIns="45720" rIns="91440" bIns="45720" anchor="t">
            <a:spAutoFit/>
          </a:bodyPr>
          <a:lstStyle/>
          <a:p>
            <a:endParaRPr lang="en-US" altLang="zh-CN" sz="900">
              <a:solidFill>
                <a:schemeClr val="accent1"/>
              </a:solidFill>
            </a:endParaRPr>
          </a:p>
        </p:txBody>
      </p:sp>
      <p:sp>
        <p:nvSpPr>
          <p:cNvPr id="74" name="文本框 160">
            <a:extLst>
              <a:ext uri="{FF2B5EF4-FFF2-40B4-BE49-F238E27FC236}">
                <a16:creationId xmlns:a16="http://schemas.microsoft.com/office/drawing/2014/main" id="{DABF4C4A-7EFF-023A-B7E9-8C9FBC95435A}"/>
              </a:ext>
            </a:extLst>
          </p:cNvPr>
          <p:cNvSpPr txBox="1"/>
          <p:nvPr/>
        </p:nvSpPr>
        <p:spPr>
          <a:xfrm>
            <a:off x="8261987" y="4836444"/>
            <a:ext cx="3874574" cy="1336536"/>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400" i="1">
                <a:solidFill>
                  <a:prstClr val="black">
                    <a:lumMod val="75000"/>
                    <a:lumOff val="25000"/>
                  </a:prstClr>
                </a:solidFill>
                <a:latin typeface="Arial"/>
                <a:ea typeface="OPPOSans R"/>
              </a:rPr>
              <a:t>CFDI completed the GCP inspection assessment report and CDE registered the GCP inspection report on April 9, 2026</a:t>
            </a:r>
          </a:p>
          <a:p>
            <a:pPr marL="95998" indent="-95998" defTabSz="1219170">
              <a:spcAft>
                <a:spcPts val="267"/>
              </a:spcAft>
              <a:buFont typeface="Arial" panose="020B0604020202020204" pitchFamily="34" charset="0"/>
              <a:buChar char="•"/>
              <a:defRPr/>
            </a:pPr>
            <a:r>
              <a:rPr lang="en-US" altLang="zh-CN" sz="1400" i="1">
                <a:solidFill>
                  <a:schemeClr val="tx2"/>
                </a:solidFill>
                <a:latin typeface="Arial"/>
                <a:ea typeface="OPPOSans R"/>
              </a:rPr>
              <a:t>Response to CDE  GCP related queries was submitted on April 20. </a:t>
            </a:r>
          </a:p>
        </p:txBody>
      </p:sp>
      <p:grpSp>
        <p:nvGrpSpPr>
          <p:cNvPr id="77" name="组合 129">
            <a:extLst>
              <a:ext uri="{FF2B5EF4-FFF2-40B4-BE49-F238E27FC236}">
                <a16:creationId xmlns:a16="http://schemas.microsoft.com/office/drawing/2014/main" id="{B5F07534-1A37-08C6-12A5-3988D98BD8BC}"/>
              </a:ext>
            </a:extLst>
          </p:cNvPr>
          <p:cNvGrpSpPr/>
          <p:nvPr/>
        </p:nvGrpSpPr>
        <p:grpSpPr>
          <a:xfrm>
            <a:off x="6607444" y="4817999"/>
            <a:ext cx="1074333" cy="584968"/>
            <a:chOff x="9296887" y="3136172"/>
            <a:chExt cx="1074333" cy="584967"/>
          </a:xfrm>
        </p:grpSpPr>
        <p:sp>
          <p:nvSpPr>
            <p:cNvPr id="78" name="Rectangle 100">
              <a:extLst>
                <a:ext uri="{FF2B5EF4-FFF2-40B4-BE49-F238E27FC236}">
                  <a16:creationId xmlns:a16="http://schemas.microsoft.com/office/drawing/2014/main" id="{D7339451-A2C6-04BE-A43E-A32D7CA7A84E}"/>
                </a:ext>
              </a:extLst>
            </p:cNvPr>
            <p:cNvSpPr/>
            <p:nvPr/>
          </p:nvSpPr>
          <p:spPr>
            <a:xfrm>
              <a:off x="9296887" y="3136172"/>
              <a:ext cx="1074333" cy="584967"/>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Aug 2025</a:t>
              </a:r>
            </a:p>
            <a:p>
              <a:pPr algn="ctr" defTabSz="914377">
                <a:defRPr/>
              </a:pPr>
              <a:endParaRPr lang="en-US" altLang="zh-CN" sz="1067" b="1">
                <a:solidFill>
                  <a:srgbClr val="44546A"/>
                </a:solidFill>
                <a:ea typeface="等线" panose="02010600030101010101" pitchFamily="2" charset="-122"/>
                <a:cs typeface="Calibri" panose="020F0502020204030204" pitchFamily="34" charset="0"/>
              </a:endParaRPr>
            </a:p>
            <a:p>
              <a:pPr algn="ctr" defTabSz="914377">
                <a:defRPr/>
              </a:pPr>
              <a:r>
                <a:rPr lang="en-US" altLang="zh-CN" sz="1067" b="1">
                  <a:solidFill>
                    <a:srgbClr val="44546A"/>
                  </a:solidFill>
                  <a:ea typeface="等线" panose="02010600030101010101" pitchFamily="2" charset="-122"/>
                  <a:cs typeface="Calibri" panose="020F0502020204030204" pitchFamily="34" charset="0"/>
                </a:rPr>
                <a:t>Pre-NDA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79" name="Star: 4 Points 143">
              <a:extLst>
                <a:ext uri="{FF2B5EF4-FFF2-40B4-BE49-F238E27FC236}">
                  <a16:creationId xmlns:a16="http://schemas.microsoft.com/office/drawing/2014/main" id="{7E790813-499F-EED7-F1A2-7EEA88EA35EA}"/>
                </a:ext>
              </a:extLst>
            </p:cNvPr>
            <p:cNvSpPr/>
            <p:nvPr/>
          </p:nvSpPr>
          <p:spPr bwMode="auto">
            <a:xfrm>
              <a:off x="9741927" y="3313655"/>
              <a:ext cx="184243" cy="187816"/>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1067">
                <a:solidFill>
                  <a:srgbClr val="0066FF"/>
                </a:solidFill>
                <a:ea typeface="等线" panose="02010600030101010101" pitchFamily="2" charset="-122"/>
                <a:cs typeface="Calibri" panose="020F0502020204030204" pitchFamily="34" charset="0"/>
              </a:endParaRPr>
            </a:p>
          </p:txBody>
        </p:sp>
      </p:grpSp>
      <p:sp>
        <p:nvSpPr>
          <p:cNvPr id="3" name="文本框 160">
            <a:extLst>
              <a:ext uri="{FF2B5EF4-FFF2-40B4-BE49-F238E27FC236}">
                <a16:creationId xmlns:a16="http://schemas.microsoft.com/office/drawing/2014/main" id="{E6E4661D-14CB-F631-3123-FACE00BBCE53}"/>
              </a:ext>
            </a:extLst>
          </p:cNvPr>
          <p:cNvSpPr txBox="1"/>
          <p:nvPr/>
        </p:nvSpPr>
        <p:spPr>
          <a:xfrm>
            <a:off x="8311093" y="2052181"/>
            <a:ext cx="3852887" cy="340519"/>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400" i="1">
                <a:solidFill>
                  <a:prstClr val="black">
                    <a:lumMod val="75000"/>
                    <a:lumOff val="25000"/>
                  </a:prstClr>
                </a:solidFill>
                <a:latin typeface="Arial"/>
              </a:rPr>
              <a:t>US approval on Feb 26, 2026 </a:t>
            </a:r>
          </a:p>
        </p:txBody>
      </p:sp>
      <p:sp>
        <p:nvSpPr>
          <p:cNvPr id="5" name="Arrow: Right 53">
            <a:extLst>
              <a:ext uri="{FF2B5EF4-FFF2-40B4-BE49-F238E27FC236}">
                <a16:creationId xmlns:a16="http://schemas.microsoft.com/office/drawing/2014/main" id="{0B522E6C-24F0-25CD-C57B-349DED4405D1}"/>
              </a:ext>
            </a:extLst>
          </p:cNvPr>
          <p:cNvSpPr/>
          <p:nvPr/>
        </p:nvSpPr>
        <p:spPr>
          <a:xfrm flipH="1">
            <a:off x="7496390" y="4500942"/>
            <a:ext cx="87750" cy="87750"/>
          </a:xfrm>
          <a:prstGeom prst="rect">
            <a:avLst/>
          </a:prstGeom>
          <a:solidFill>
            <a:srgbClr val="00B0F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9250" tIns="0" rIns="2925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244"/>
              </a:spcBef>
              <a:spcAft>
                <a:spcPts val="244"/>
              </a:spcAft>
              <a:buClrTx/>
              <a:buSzTx/>
              <a:buFontTx/>
              <a:buNone/>
              <a:tabLst/>
              <a:defRPr/>
            </a:pPr>
            <a:endParaRPr kumimoji="0" lang="en-US" sz="731" b="0" i="1"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14" name="文本框 13">
            <a:extLst>
              <a:ext uri="{FF2B5EF4-FFF2-40B4-BE49-F238E27FC236}">
                <a16:creationId xmlns:a16="http://schemas.microsoft.com/office/drawing/2014/main" id="{A2672C95-5AC6-9AED-8847-CB214AA68DC2}"/>
              </a:ext>
            </a:extLst>
          </p:cNvPr>
          <p:cNvSpPr txBox="1"/>
          <p:nvPr/>
        </p:nvSpPr>
        <p:spPr bwMode="gray">
          <a:xfrm>
            <a:off x="205641" y="6592904"/>
            <a:ext cx="6899096" cy="215444"/>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STRICTLY CONFIDENTIAL</a:t>
            </a:r>
          </a:p>
        </p:txBody>
      </p:sp>
      <p:grpSp>
        <p:nvGrpSpPr>
          <p:cNvPr id="6" name="Group 62">
            <a:extLst>
              <a:ext uri="{FF2B5EF4-FFF2-40B4-BE49-F238E27FC236}">
                <a16:creationId xmlns:a16="http://schemas.microsoft.com/office/drawing/2014/main" id="{49A2FD4B-E9C6-18A6-2BCA-16548B89FDF9}"/>
              </a:ext>
            </a:extLst>
          </p:cNvPr>
          <p:cNvGrpSpPr/>
          <p:nvPr/>
        </p:nvGrpSpPr>
        <p:grpSpPr>
          <a:xfrm>
            <a:off x="8122288" y="684278"/>
            <a:ext cx="546747" cy="6205871"/>
            <a:chOff x="1154255" y="1003814"/>
            <a:chExt cx="546747" cy="4654402"/>
          </a:xfrm>
        </p:grpSpPr>
        <p:cxnSp>
          <p:nvCxnSpPr>
            <p:cNvPr id="10" name="Straight Connector 63">
              <a:extLst>
                <a:ext uri="{FF2B5EF4-FFF2-40B4-BE49-F238E27FC236}">
                  <a16:creationId xmlns:a16="http://schemas.microsoft.com/office/drawing/2014/main" id="{98E5636F-DBB6-219F-D8B4-1A5752E4B20A}"/>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11" name="OTLSHAPE_T_e17f3958430f4cff8650518c93c7635e_StartDate">
              <a:extLst>
                <a:ext uri="{FF2B5EF4-FFF2-40B4-BE49-F238E27FC236}">
                  <a16:creationId xmlns:a16="http://schemas.microsoft.com/office/drawing/2014/main" id="{DBBAB316-869C-AA9F-25EC-39398CDE8710}"/>
                </a:ext>
              </a:extLst>
            </p:cNvPr>
            <p:cNvSpPr txBox="1"/>
            <p:nvPr>
              <p:custDataLst>
                <p:tags r:id="rId6"/>
              </p:custDataLst>
            </p:nvPr>
          </p:nvSpPr>
          <p:spPr>
            <a:xfrm>
              <a:off x="1154255" y="1003814"/>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Tree>
    <p:extLst>
      <p:ext uri="{BB962C8B-B14F-4D97-AF65-F5344CB8AC3E}">
        <p14:creationId xmlns:p14="http://schemas.microsoft.com/office/powerpoint/2010/main" val="290897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框 32">
            <a:extLst>
              <a:ext uri="{FF2B5EF4-FFF2-40B4-BE49-F238E27FC236}">
                <a16:creationId xmlns:a16="http://schemas.microsoft.com/office/drawing/2014/main" id="{D8405E86-FEAF-F3F8-B652-A5B12FA7A703}"/>
              </a:ext>
            </a:extLst>
          </p:cNvPr>
          <p:cNvSpPr txBox="1"/>
          <p:nvPr/>
        </p:nvSpPr>
        <p:spPr>
          <a:xfrm>
            <a:off x="5546049" y="3593002"/>
            <a:ext cx="2208963" cy="969496"/>
          </a:xfrm>
          <a:prstGeom prst="rect">
            <a:avLst/>
          </a:prstGeom>
          <a:noFill/>
          <a:ln>
            <a:solidFill>
              <a:schemeClr val="tx1"/>
            </a:solidFill>
          </a:ln>
        </p:spPr>
        <p:txBody>
          <a:bodyPr wrap="square" lIns="0" tIns="0" rIns="0" bIns="0" rtlCol="0" anchor="t">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b="1">
                <a:solidFill>
                  <a:srgbClr val="000000"/>
                </a:solidFill>
                <a:latin typeface="Boehringer Forward Head (标题)"/>
              </a:rPr>
              <a:t>Rolling submission:</a:t>
            </a:r>
          </a:p>
          <a:p>
            <a:pPr marL="359410" lvl="0" indent="-171450">
              <a:buFont typeface="Wingdings" panose="05000000000000000000" pitchFamily="2" charset="2"/>
              <a:buChar char="ü"/>
              <a:defRPr/>
            </a:pPr>
            <a:r>
              <a:rPr lang="en-US" altLang="zh-CN" sz="1050">
                <a:solidFill>
                  <a:srgbClr val="000000"/>
                </a:solidFill>
                <a:latin typeface="Boehringer Forward Head (标题)"/>
              </a:rPr>
              <a:t>Exposure efficacy and safety report;</a:t>
            </a:r>
          </a:p>
          <a:p>
            <a:pPr marL="359410" lvl="0" indent="-171450">
              <a:buFont typeface="Wingdings" panose="05000000000000000000" pitchFamily="2" charset="2"/>
              <a:buChar char="ü"/>
              <a:defRPr/>
            </a:pPr>
            <a:r>
              <a:rPr lang="en-US" altLang="zh-CN" sz="1050">
                <a:solidFill>
                  <a:srgbClr val="000000"/>
                </a:solidFill>
                <a:latin typeface="Boehringer Forward Head (标题)"/>
              </a:rPr>
              <a:t>272 summary;</a:t>
            </a:r>
          </a:p>
          <a:p>
            <a:pPr marL="359410" lvl="0" indent="-171450">
              <a:buFont typeface="Wingdings" panose="05000000000000000000" pitchFamily="2" charset="2"/>
              <a:buChar char="ü"/>
              <a:defRPr/>
            </a:pPr>
            <a:r>
              <a:rPr kumimoji="0" lang="en-US" altLang="zh-CN" sz="1050" b="0" i="0" u="none" strike="noStrike" kern="1200" cap="none" spc="0" normalizeH="0" baseline="0" noProof="0">
                <a:ln>
                  <a:noFill/>
                </a:ln>
                <a:solidFill>
                  <a:srgbClr val="000000"/>
                </a:solidFill>
                <a:effectLst/>
                <a:uLnTx/>
                <a:uFillTx/>
                <a:latin typeface="Boehringer Forward Head (标题)"/>
              </a:rPr>
              <a:t>Pop P</a:t>
            </a:r>
            <a:r>
              <a:rPr lang="en-US" altLang="zh-CN" sz="1050">
                <a:solidFill>
                  <a:srgbClr val="000000"/>
                </a:solidFill>
                <a:latin typeface="Boehringer Forward Head (标题)"/>
              </a:rPr>
              <a:t>K report( only as request)</a:t>
            </a:r>
          </a:p>
          <a:p>
            <a:pPr marL="359410" lvl="0" indent="-171450">
              <a:buFont typeface="Wingdings" panose="05000000000000000000" pitchFamily="2" charset="2"/>
              <a:buChar char="ü"/>
              <a:defRPr/>
            </a:pPr>
            <a:r>
              <a:rPr kumimoji="0" lang="en-US" altLang="zh-CN" sz="1050" b="0" i="0" u="none" strike="noStrike" kern="1200" cap="none" spc="0" normalizeH="0" baseline="0" noProof="0">
                <a:ln>
                  <a:noFill/>
                </a:ln>
                <a:solidFill>
                  <a:srgbClr val="000000"/>
                </a:solidFill>
                <a:effectLst/>
                <a:uLnTx/>
                <a:uFillTx/>
                <a:latin typeface="Boehringer Forward Head (标题)"/>
              </a:rPr>
              <a:t>1479-0020 CTR</a:t>
            </a:r>
            <a:endParaRPr lang="en-US" altLang="zh-CN" sz="1050" b="0" i="0" u="none" strike="noStrike" kern="1200" cap="none" spc="0" normalizeH="0" baseline="0" noProof="0">
              <a:ln>
                <a:noFill/>
              </a:ln>
              <a:solidFill>
                <a:srgbClr val="000000"/>
              </a:solidFill>
              <a:effectLst/>
              <a:uLnTx/>
              <a:uFillTx/>
              <a:latin typeface="Boehringer Forward Head (标题)"/>
            </a:endParaRPr>
          </a:p>
        </p:txBody>
      </p:sp>
      <p:cxnSp>
        <p:nvCxnSpPr>
          <p:cNvPr id="34" name="直接箭头连接符 33">
            <a:extLst>
              <a:ext uri="{FF2B5EF4-FFF2-40B4-BE49-F238E27FC236}">
                <a16:creationId xmlns:a16="http://schemas.microsoft.com/office/drawing/2014/main" id="{D737421B-DA65-C293-B50B-7A9C32920DA3}"/>
              </a:ext>
            </a:extLst>
          </p:cNvPr>
          <p:cNvCxnSpPr>
            <a:cxnSpLocks/>
          </p:cNvCxnSpPr>
          <p:nvPr/>
        </p:nvCxnSpPr>
        <p:spPr>
          <a:xfrm>
            <a:off x="5003687" y="2604444"/>
            <a:ext cx="0" cy="551051"/>
          </a:xfrm>
          <a:prstGeom prst="straightConnector1">
            <a:avLst/>
          </a:prstGeom>
          <a:ln w="12700">
            <a:solidFill>
              <a:srgbClr val="003366"/>
            </a:solidFill>
            <a:tailEnd type="triangle"/>
          </a:ln>
        </p:spPr>
        <p:style>
          <a:lnRef idx="1">
            <a:schemeClr val="accent1"/>
          </a:lnRef>
          <a:fillRef idx="0">
            <a:schemeClr val="accent1"/>
          </a:fillRef>
          <a:effectRef idx="0">
            <a:schemeClr val="accent1"/>
          </a:effectRef>
          <a:fontRef idx="minor">
            <a:schemeClr val="tx1"/>
          </a:fontRef>
        </p:style>
      </p:cxnSp>
      <p:sp>
        <p:nvSpPr>
          <p:cNvPr id="35" name="标题 1">
            <a:extLst>
              <a:ext uri="{FF2B5EF4-FFF2-40B4-BE49-F238E27FC236}">
                <a16:creationId xmlns:a16="http://schemas.microsoft.com/office/drawing/2014/main" id="{FF08D1F8-E62E-7479-6E4F-2EDCBFB9626F}"/>
              </a:ext>
            </a:extLst>
          </p:cNvPr>
          <p:cNvSpPr>
            <a:spLocks noGrp="1"/>
          </p:cNvSpPr>
          <p:nvPr>
            <p:ph type="title"/>
          </p:nvPr>
        </p:nvSpPr>
        <p:spPr>
          <a:xfrm>
            <a:off x="178643" y="289563"/>
            <a:ext cx="8562667" cy="507831"/>
          </a:xfrm>
        </p:spPr>
        <p:txBody>
          <a:bodyPr/>
          <a:lstStyle/>
          <a:p>
            <a:r>
              <a:rPr lang="en-US" altLang="zh-CN" sz="2400"/>
              <a:t>Key Milestones of </a:t>
            </a:r>
            <a:r>
              <a:rPr lang="en-US" altLang="zh-CN" sz="2400" err="1"/>
              <a:t>Zongertinib</a:t>
            </a:r>
            <a:r>
              <a:rPr lang="en-US" altLang="zh-CN" sz="2400"/>
              <a:t> 1L NSCLC NDA(with PR)</a:t>
            </a:r>
            <a:endParaRPr lang="zh-CN" altLang="en-US" sz="2400"/>
          </a:p>
        </p:txBody>
      </p:sp>
      <p:graphicFrame>
        <p:nvGraphicFramePr>
          <p:cNvPr id="36" name="表格 35">
            <a:extLst>
              <a:ext uri="{FF2B5EF4-FFF2-40B4-BE49-F238E27FC236}">
                <a16:creationId xmlns:a16="http://schemas.microsoft.com/office/drawing/2014/main" id="{8091BBE3-0201-9F6C-AA92-C35464E33D83}"/>
              </a:ext>
            </a:extLst>
          </p:cNvPr>
          <p:cNvGraphicFramePr>
            <a:graphicFrameLocks noGrp="1"/>
          </p:cNvGraphicFramePr>
          <p:nvPr/>
        </p:nvGraphicFramePr>
        <p:xfrm>
          <a:off x="1135854" y="1169350"/>
          <a:ext cx="10177188" cy="505117"/>
        </p:xfrm>
        <a:graphic>
          <a:graphicData uri="http://schemas.openxmlformats.org/drawingml/2006/table">
            <a:tbl>
              <a:tblPr>
                <a:tableStyleId>{284E427A-3D55-4303-BF80-6455036E1DE7}</a:tableStyleId>
              </a:tblPr>
              <a:tblGrid>
                <a:gridCol w="848099">
                  <a:extLst>
                    <a:ext uri="{9D8B030D-6E8A-4147-A177-3AD203B41FA5}">
                      <a16:colId xmlns:a16="http://schemas.microsoft.com/office/drawing/2014/main" val="3996116366"/>
                    </a:ext>
                  </a:extLst>
                </a:gridCol>
                <a:gridCol w="848099">
                  <a:extLst>
                    <a:ext uri="{9D8B030D-6E8A-4147-A177-3AD203B41FA5}">
                      <a16:colId xmlns:a16="http://schemas.microsoft.com/office/drawing/2014/main" val="2918704795"/>
                    </a:ext>
                  </a:extLst>
                </a:gridCol>
                <a:gridCol w="848099">
                  <a:extLst>
                    <a:ext uri="{9D8B030D-6E8A-4147-A177-3AD203B41FA5}">
                      <a16:colId xmlns:a16="http://schemas.microsoft.com/office/drawing/2014/main" val="1334510360"/>
                    </a:ext>
                  </a:extLst>
                </a:gridCol>
                <a:gridCol w="848099">
                  <a:extLst>
                    <a:ext uri="{9D8B030D-6E8A-4147-A177-3AD203B41FA5}">
                      <a16:colId xmlns:a16="http://schemas.microsoft.com/office/drawing/2014/main" val="61205534"/>
                    </a:ext>
                  </a:extLst>
                </a:gridCol>
                <a:gridCol w="848099">
                  <a:extLst>
                    <a:ext uri="{9D8B030D-6E8A-4147-A177-3AD203B41FA5}">
                      <a16:colId xmlns:a16="http://schemas.microsoft.com/office/drawing/2014/main" val="491284552"/>
                    </a:ext>
                  </a:extLst>
                </a:gridCol>
                <a:gridCol w="848099">
                  <a:extLst>
                    <a:ext uri="{9D8B030D-6E8A-4147-A177-3AD203B41FA5}">
                      <a16:colId xmlns:a16="http://schemas.microsoft.com/office/drawing/2014/main" val="1969409986"/>
                    </a:ext>
                  </a:extLst>
                </a:gridCol>
                <a:gridCol w="848099">
                  <a:extLst>
                    <a:ext uri="{9D8B030D-6E8A-4147-A177-3AD203B41FA5}">
                      <a16:colId xmlns:a16="http://schemas.microsoft.com/office/drawing/2014/main" val="2945735759"/>
                    </a:ext>
                  </a:extLst>
                </a:gridCol>
                <a:gridCol w="848099">
                  <a:extLst>
                    <a:ext uri="{9D8B030D-6E8A-4147-A177-3AD203B41FA5}">
                      <a16:colId xmlns:a16="http://schemas.microsoft.com/office/drawing/2014/main" val="1963161225"/>
                    </a:ext>
                  </a:extLst>
                </a:gridCol>
                <a:gridCol w="848099">
                  <a:extLst>
                    <a:ext uri="{9D8B030D-6E8A-4147-A177-3AD203B41FA5}">
                      <a16:colId xmlns:a16="http://schemas.microsoft.com/office/drawing/2014/main" val="810895385"/>
                    </a:ext>
                  </a:extLst>
                </a:gridCol>
                <a:gridCol w="848099">
                  <a:extLst>
                    <a:ext uri="{9D8B030D-6E8A-4147-A177-3AD203B41FA5}">
                      <a16:colId xmlns:a16="http://schemas.microsoft.com/office/drawing/2014/main" val="40833187"/>
                    </a:ext>
                  </a:extLst>
                </a:gridCol>
                <a:gridCol w="848099">
                  <a:extLst>
                    <a:ext uri="{9D8B030D-6E8A-4147-A177-3AD203B41FA5}">
                      <a16:colId xmlns:a16="http://schemas.microsoft.com/office/drawing/2014/main" val="2788318179"/>
                    </a:ext>
                  </a:extLst>
                </a:gridCol>
                <a:gridCol w="848099">
                  <a:extLst>
                    <a:ext uri="{9D8B030D-6E8A-4147-A177-3AD203B41FA5}">
                      <a16:colId xmlns:a16="http://schemas.microsoft.com/office/drawing/2014/main" val="1683783120"/>
                    </a:ext>
                  </a:extLst>
                </a:gridCol>
              </a:tblGrid>
              <a:tr h="235087">
                <a:tc gridSpan="4">
                  <a:txBody>
                    <a:bodyPr/>
                    <a:lstStyle/>
                    <a:p>
                      <a:pPr algn="ctr" fontAlgn="ctr"/>
                      <a:r>
                        <a:rPr lang="en-US" altLang="zh-CN" sz="1100" b="1" i="0" u="none" strike="noStrike">
                          <a:solidFill>
                            <a:srgbClr val="000000"/>
                          </a:solidFill>
                          <a:effectLst/>
                          <a:latin typeface="+mn-lt"/>
                          <a:ea typeface="等线" panose="02010600030101010101" pitchFamily="2" charset="-122"/>
                        </a:rPr>
                        <a:t>2025</a:t>
                      </a:r>
                      <a:endParaRPr lang="zh-CN" altLang="en-US" sz="1100" b="1" i="0" u="none" strike="noStrike">
                        <a:solidFill>
                          <a:srgbClr val="000000"/>
                        </a:solidFill>
                        <a:effectLst/>
                        <a:latin typeface="+mn-lt"/>
                        <a:ea typeface="等线" panose="02010600030101010101" pitchFamily="2" charset="-122"/>
                      </a:endParaRPr>
                    </a:p>
                  </a:txBody>
                  <a:tcPr marL="4082" marR="4082" marT="4082" marB="0" anchor="ctr"/>
                </a:tc>
                <a:tc hMerge="1">
                  <a:txBody>
                    <a:bodyPr/>
                    <a:lstStyle/>
                    <a:p>
                      <a:endParaRPr/>
                    </a:p>
                  </a:txBody>
                  <a:tcPr marL="4082" marR="4082" marT="4082" marB="0" anchor="ctr"/>
                </a:tc>
                <a:tc hMerge="1">
                  <a:txBody>
                    <a:bodyPr/>
                    <a:lstStyle/>
                    <a:p>
                      <a:endParaRPr/>
                    </a:p>
                  </a:txBody>
                  <a:tcPr marL="5443" marR="5443" marT="5443" marB="0" anchor="ctr"/>
                </a:tc>
                <a:tc hMerge="1">
                  <a:txBody>
                    <a:bodyPr/>
                    <a:lstStyle/>
                    <a:p>
                      <a:pPr algn="ctr" fontAlgn="ctr"/>
                      <a:endParaRPr lang="zh-CN" altLang="en-US" sz="1200" b="1" i="0" u="none" strike="noStrike">
                        <a:solidFill>
                          <a:srgbClr val="000000"/>
                        </a:solidFill>
                        <a:effectLst/>
                        <a:latin typeface="+mn-lt"/>
                        <a:ea typeface="等线" panose="02010600030101010101" pitchFamily="2" charset="-122"/>
                      </a:endParaRPr>
                    </a:p>
                  </a:txBody>
                  <a:tcPr marL="5443" marR="5443" marT="5443" marB="0" anchor="ctr"/>
                </a:tc>
                <a:tc gridSpan="8">
                  <a:txBody>
                    <a:bodyPr/>
                    <a:lstStyle/>
                    <a:p>
                      <a:pPr algn="ctr" fontAlgn="ctr"/>
                      <a:r>
                        <a:rPr lang="en-US" altLang="zh-CN" sz="1100" b="1" u="none" strike="noStrike">
                          <a:effectLst/>
                          <a:latin typeface="+mn-lt"/>
                        </a:rPr>
                        <a:t>2026</a:t>
                      </a:r>
                      <a:endParaRPr lang="zh-CN" altLang="en-US" sz="1100" b="1" i="0" u="none" strike="noStrike">
                        <a:solidFill>
                          <a:srgbClr val="000000"/>
                        </a:solidFill>
                        <a:effectLst/>
                        <a:latin typeface="+mn-lt"/>
                        <a:ea typeface="等线" panose="02010600030101010101" pitchFamily="2" charset="-122"/>
                      </a:endParaRPr>
                    </a:p>
                  </a:txBody>
                  <a:tcPr marL="4082" marR="4082" marT="4082"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97916359"/>
                  </a:ext>
                </a:extLst>
              </a:tr>
              <a:tr h="270030">
                <a:tc>
                  <a:txBody>
                    <a:bodyPr/>
                    <a:lstStyle/>
                    <a:p>
                      <a:pPr algn="ctr" fontAlgn="ctr"/>
                      <a:r>
                        <a:rPr lang="en-US" altLang="zh-CN" sz="1100" b="1" i="0" u="none" strike="noStrike">
                          <a:solidFill>
                            <a:srgbClr val="000000"/>
                          </a:solidFill>
                          <a:effectLst/>
                          <a:latin typeface="+mn-lt"/>
                          <a:ea typeface="等线" panose="02010600030101010101" pitchFamily="2" charset="-122"/>
                        </a:rPr>
                        <a:t>Sep</a:t>
                      </a:r>
                      <a:endParaRPr lang="zh-CN" altLang="en-US" sz="1100" b="1" i="0" u="none" strike="noStrike">
                        <a:solidFill>
                          <a:srgbClr val="000000"/>
                        </a:solidFill>
                        <a:effectLst/>
                        <a:latin typeface="+mn-lt"/>
                        <a:ea typeface="等线" panose="02010600030101010101" pitchFamily="2" charset="-122"/>
                      </a:endParaRPr>
                    </a:p>
                  </a:txBody>
                  <a:tcPr marL="4082" marR="4082" marT="4082" marB="0" anchor="ctr"/>
                </a:tc>
                <a:tc>
                  <a:txBody>
                    <a:bodyPr/>
                    <a:lstStyle/>
                    <a:p>
                      <a:pPr algn="ctr" fontAlgn="ctr"/>
                      <a:r>
                        <a:rPr lang="en-US" altLang="zh-CN" sz="1100" b="1" i="0" u="none" strike="noStrike">
                          <a:solidFill>
                            <a:srgbClr val="000000"/>
                          </a:solidFill>
                          <a:effectLst/>
                          <a:latin typeface="+mn-lt"/>
                          <a:ea typeface="等线" panose="02010600030101010101" pitchFamily="2" charset="-122"/>
                        </a:rPr>
                        <a:t>Oct</a:t>
                      </a:r>
                      <a:endParaRPr lang="zh-CN" altLang="en-US" sz="1100" b="1" i="0" u="none" strike="noStrike">
                        <a:solidFill>
                          <a:srgbClr val="000000"/>
                        </a:solidFill>
                        <a:effectLst/>
                        <a:latin typeface="+mn-lt"/>
                        <a:ea typeface="等线" panose="02010600030101010101" pitchFamily="2" charset="-122"/>
                      </a:endParaRPr>
                    </a:p>
                  </a:txBody>
                  <a:tcPr marL="4082" marR="4082" marT="4082" marB="0" anchor="ctr"/>
                </a:tc>
                <a:tc>
                  <a:txBody>
                    <a:bodyPr/>
                    <a:lstStyle/>
                    <a:p>
                      <a:pPr algn="ctr" fontAlgn="ctr"/>
                      <a:r>
                        <a:rPr lang="en-US" altLang="zh-CN" sz="1100" b="1" i="0" u="none" strike="noStrike">
                          <a:solidFill>
                            <a:srgbClr val="000000"/>
                          </a:solidFill>
                          <a:effectLst/>
                          <a:latin typeface="+mn-lt"/>
                          <a:ea typeface="等线" panose="02010600030101010101" pitchFamily="2" charset="-122"/>
                        </a:rPr>
                        <a:t>Nov</a:t>
                      </a:r>
                      <a:endParaRPr lang="zh-CN" altLang="en-US" sz="1100" b="1" i="0" u="none" strike="noStrike">
                        <a:solidFill>
                          <a:srgbClr val="000000"/>
                        </a:solidFill>
                        <a:effectLst/>
                        <a:latin typeface="+mn-lt"/>
                        <a:ea typeface="等线" panose="02010600030101010101" pitchFamily="2" charset="-122"/>
                      </a:endParaRPr>
                    </a:p>
                  </a:txBody>
                  <a:tcPr marL="4082" marR="4082" marT="4082" marB="0" anchor="ctr"/>
                </a:tc>
                <a:tc>
                  <a:txBody>
                    <a:bodyPr/>
                    <a:lstStyle/>
                    <a:p>
                      <a:pPr algn="ctr" fontAlgn="ctr"/>
                      <a:r>
                        <a:rPr lang="en-US" altLang="zh-CN" sz="1100" b="1" i="0" u="none" strike="noStrike">
                          <a:solidFill>
                            <a:srgbClr val="000000"/>
                          </a:solidFill>
                          <a:effectLst/>
                          <a:latin typeface="+mn-lt"/>
                          <a:ea typeface="等线" panose="02010600030101010101" pitchFamily="2" charset="-122"/>
                        </a:rPr>
                        <a:t>Dec</a:t>
                      </a:r>
                      <a:endParaRPr lang="zh-CN" altLang="en-US" sz="1100" b="1" i="0" u="none" strike="noStrike">
                        <a:solidFill>
                          <a:srgbClr val="000000"/>
                        </a:solidFill>
                        <a:effectLst/>
                        <a:latin typeface="+mn-lt"/>
                        <a:ea typeface="等线" panose="02010600030101010101" pitchFamily="2" charset="-122"/>
                      </a:endParaRPr>
                    </a:p>
                  </a:txBody>
                  <a:tcPr marL="4082" marR="4082" marT="4082" marB="0" anchor="ctr"/>
                </a:tc>
                <a:tc>
                  <a:txBody>
                    <a:bodyPr/>
                    <a:lstStyle/>
                    <a:p>
                      <a:pPr algn="ctr" fontAlgn="ctr"/>
                      <a:r>
                        <a:rPr lang="en-US" altLang="zh-CN" sz="1100" b="1" u="none" strike="noStrike">
                          <a:effectLst/>
                          <a:latin typeface="+mn-lt"/>
                        </a:rPr>
                        <a:t>Jan</a:t>
                      </a:r>
                      <a:endParaRPr lang="zh-CN" altLang="en-US" sz="1100" b="1" i="0" u="none" strike="noStrike">
                        <a:solidFill>
                          <a:srgbClr val="000000"/>
                        </a:solidFill>
                        <a:effectLst/>
                        <a:latin typeface="+mn-lt"/>
                        <a:ea typeface="等线" panose="02010600030101010101" pitchFamily="2" charset="-122"/>
                      </a:endParaRPr>
                    </a:p>
                  </a:txBody>
                  <a:tcPr marL="4082" marR="4082" marT="4082" marB="0" anchor="ctr"/>
                </a:tc>
                <a:tc>
                  <a:txBody>
                    <a:bodyPr/>
                    <a:lstStyle/>
                    <a:p>
                      <a:pPr algn="ctr" fontAlgn="ctr"/>
                      <a:r>
                        <a:rPr lang="en-US" altLang="zh-CN" sz="1100" b="1" u="none" strike="noStrike">
                          <a:effectLst/>
                          <a:latin typeface="+mn-lt"/>
                        </a:rPr>
                        <a:t>Feb</a:t>
                      </a:r>
                      <a:endParaRPr lang="zh-CN" altLang="en-US" sz="1100" b="1" i="0" u="none" strike="noStrike">
                        <a:solidFill>
                          <a:srgbClr val="000000"/>
                        </a:solidFill>
                        <a:effectLst/>
                        <a:latin typeface="+mn-lt"/>
                        <a:ea typeface="等线" panose="02010600030101010101" pitchFamily="2" charset="-122"/>
                      </a:endParaRPr>
                    </a:p>
                  </a:txBody>
                  <a:tcPr marL="4082" marR="4082" marT="4082" marB="0" anchor="ctr"/>
                </a:tc>
                <a:tc>
                  <a:txBody>
                    <a:bodyPr/>
                    <a:lstStyle/>
                    <a:p>
                      <a:pPr algn="ctr" fontAlgn="ctr"/>
                      <a:r>
                        <a:rPr lang="en-US" altLang="zh-CN" sz="1100" b="1" u="none" strike="noStrike">
                          <a:effectLst/>
                          <a:latin typeface="+mn-lt"/>
                        </a:rPr>
                        <a:t>Mar</a:t>
                      </a:r>
                      <a:endParaRPr lang="zh-CN" altLang="en-US" sz="1100" b="1" i="0" u="none" strike="noStrike">
                        <a:solidFill>
                          <a:srgbClr val="000000"/>
                        </a:solidFill>
                        <a:effectLst/>
                        <a:latin typeface="+mn-lt"/>
                        <a:ea typeface="等线" panose="02010600030101010101" pitchFamily="2" charset="-122"/>
                      </a:endParaRPr>
                    </a:p>
                  </a:txBody>
                  <a:tcPr marL="4082" marR="4082" marT="4082" marB="0" anchor="ctr"/>
                </a:tc>
                <a:tc>
                  <a:txBody>
                    <a:bodyPr/>
                    <a:lstStyle/>
                    <a:p>
                      <a:pPr algn="ctr" fontAlgn="ctr"/>
                      <a:r>
                        <a:rPr lang="en-US" altLang="zh-CN" sz="1100" b="1" i="0" u="none" strike="noStrike">
                          <a:solidFill>
                            <a:srgbClr val="000000"/>
                          </a:solidFill>
                          <a:effectLst/>
                          <a:latin typeface="+mn-lt"/>
                          <a:ea typeface="等线" panose="02010600030101010101" pitchFamily="2" charset="-122"/>
                        </a:rPr>
                        <a:t>Apr</a:t>
                      </a:r>
                      <a:endParaRPr lang="zh-CN" altLang="en-US" sz="1100" b="1" i="0" u="none" strike="noStrike">
                        <a:solidFill>
                          <a:srgbClr val="000000"/>
                        </a:solidFill>
                        <a:effectLst/>
                        <a:latin typeface="+mn-lt"/>
                        <a:ea typeface="等线" panose="02010600030101010101" pitchFamily="2" charset="-122"/>
                      </a:endParaRPr>
                    </a:p>
                  </a:txBody>
                  <a:tcPr marL="4082" marR="4082" marT="4082" marB="0" anchor="ctr"/>
                </a:tc>
                <a:tc>
                  <a:txBody>
                    <a:bodyPr/>
                    <a:lstStyle/>
                    <a:p>
                      <a:pPr algn="ctr" fontAlgn="ctr"/>
                      <a:r>
                        <a:rPr lang="en-US" altLang="zh-CN" sz="1100" b="1" i="0" u="none" strike="noStrike">
                          <a:solidFill>
                            <a:srgbClr val="000000"/>
                          </a:solidFill>
                          <a:effectLst/>
                          <a:latin typeface="+mn-lt"/>
                          <a:ea typeface="等线" panose="02010600030101010101" pitchFamily="2" charset="-122"/>
                        </a:rPr>
                        <a:t>May</a:t>
                      </a:r>
                      <a:endParaRPr lang="zh-CN" altLang="en-US" sz="1100" b="1" i="0" u="none" strike="noStrike">
                        <a:solidFill>
                          <a:srgbClr val="000000"/>
                        </a:solidFill>
                        <a:effectLst/>
                        <a:latin typeface="+mn-lt"/>
                        <a:ea typeface="等线" panose="02010600030101010101" pitchFamily="2" charset="-122"/>
                      </a:endParaRPr>
                    </a:p>
                  </a:txBody>
                  <a:tcPr marL="4082" marR="4082" marT="4082" marB="0" anchor="ctr"/>
                </a:tc>
                <a:tc>
                  <a:txBody>
                    <a:bodyPr/>
                    <a:lstStyle/>
                    <a:p>
                      <a:pPr algn="ctr" fontAlgn="ctr"/>
                      <a:r>
                        <a:rPr lang="en-US" altLang="zh-CN" sz="1100" b="1" i="0" u="none" strike="noStrike">
                          <a:solidFill>
                            <a:srgbClr val="000000"/>
                          </a:solidFill>
                          <a:effectLst/>
                          <a:latin typeface="+mn-lt"/>
                          <a:ea typeface="等线" panose="02010600030101010101" pitchFamily="2" charset="-122"/>
                        </a:rPr>
                        <a:t>Jun</a:t>
                      </a:r>
                      <a:endParaRPr lang="zh-CN" altLang="en-US" sz="1100" b="1" i="0" u="none" strike="noStrike">
                        <a:solidFill>
                          <a:srgbClr val="000000"/>
                        </a:solidFill>
                        <a:effectLst/>
                        <a:latin typeface="+mn-lt"/>
                        <a:ea typeface="等线" panose="02010600030101010101" pitchFamily="2" charset="-122"/>
                      </a:endParaRPr>
                    </a:p>
                  </a:txBody>
                  <a:tcPr marL="4082" marR="4082" marT="4082" marB="0" anchor="ctr"/>
                </a:tc>
                <a:tc>
                  <a:txBody>
                    <a:bodyPr/>
                    <a:lstStyle/>
                    <a:p>
                      <a:pPr algn="ctr" fontAlgn="ctr"/>
                      <a:r>
                        <a:rPr lang="en-US" altLang="zh-CN" sz="1100" b="1" i="0" u="none" strike="noStrike">
                          <a:solidFill>
                            <a:srgbClr val="000000"/>
                          </a:solidFill>
                          <a:effectLst/>
                          <a:latin typeface="+mn-lt"/>
                          <a:ea typeface="等线" panose="02010600030101010101" pitchFamily="2" charset="-122"/>
                        </a:rPr>
                        <a:t>Jul</a:t>
                      </a:r>
                      <a:endParaRPr lang="zh-CN" altLang="en-US" sz="1100" b="1" i="0" u="none" strike="noStrike">
                        <a:solidFill>
                          <a:srgbClr val="000000"/>
                        </a:solidFill>
                        <a:effectLst/>
                        <a:latin typeface="+mn-lt"/>
                        <a:ea typeface="等线" panose="02010600030101010101" pitchFamily="2" charset="-122"/>
                      </a:endParaRPr>
                    </a:p>
                  </a:txBody>
                  <a:tcPr marL="4082" marR="4082" marT="4082" marB="0" anchor="ctr"/>
                </a:tc>
                <a:tc>
                  <a:txBody>
                    <a:bodyPr/>
                    <a:lstStyle/>
                    <a:p>
                      <a:pPr algn="ctr" fontAlgn="ctr"/>
                      <a:r>
                        <a:rPr lang="en-US" altLang="zh-CN" sz="1100" b="1" i="0" u="none" strike="noStrike">
                          <a:solidFill>
                            <a:srgbClr val="000000"/>
                          </a:solidFill>
                          <a:effectLst/>
                          <a:latin typeface="+mn-lt"/>
                          <a:ea typeface="等线" panose="02010600030101010101" pitchFamily="2" charset="-122"/>
                        </a:rPr>
                        <a:t>Aug</a:t>
                      </a:r>
                      <a:endParaRPr lang="zh-CN" altLang="en-US" sz="1100" b="1" i="0" u="none" strike="noStrike">
                        <a:solidFill>
                          <a:srgbClr val="000000"/>
                        </a:solidFill>
                        <a:effectLst/>
                        <a:latin typeface="+mn-lt"/>
                        <a:ea typeface="等线" panose="02010600030101010101" pitchFamily="2" charset="-122"/>
                      </a:endParaRPr>
                    </a:p>
                  </a:txBody>
                  <a:tcPr marL="4082" marR="4082" marT="4082" marB="0" anchor="ctr"/>
                </a:tc>
                <a:extLst>
                  <a:ext uri="{0D108BD9-81ED-4DB2-BD59-A6C34878D82A}">
                    <a16:rowId xmlns:a16="http://schemas.microsoft.com/office/drawing/2014/main" val="1658543568"/>
                  </a:ext>
                </a:extLst>
              </a:tr>
            </a:tbl>
          </a:graphicData>
        </a:graphic>
      </p:graphicFrame>
      <p:pic>
        <p:nvPicPr>
          <p:cNvPr id="37" name="图片 36">
            <a:extLst>
              <a:ext uri="{FF2B5EF4-FFF2-40B4-BE49-F238E27FC236}">
                <a16:creationId xmlns:a16="http://schemas.microsoft.com/office/drawing/2014/main" id="{584DB0BC-C898-D10C-F02C-208A0997975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43351" y="1998941"/>
            <a:ext cx="461880" cy="287406"/>
          </a:xfrm>
          <a:prstGeom prst="rect">
            <a:avLst/>
          </a:prstGeom>
        </p:spPr>
      </p:pic>
      <p:sp>
        <p:nvSpPr>
          <p:cNvPr id="38" name="矩形 37">
            <a:extLst>
              <a:ext uri="{FF2B5EF4-FFF2-40B4-BE49-F238E27FC236}">
                <a16:creationId xmlns:a16="http://schemas.microsoft.com/office/drawing/2014/main" id="{1EDD096C-E7F4-5DCB-0C90-6E226749D76E}"/>
              </a:ext>
            </a:extLst>
          </p:cNvPr>
          <p:cNvSpPr/>
          <p:nvPr/>
        </p:nvSpPr>
        <p:spPr>
          <a:xfrm>
            <a:off x="2836530" y="2206795"/>
            <a:ext cx="6454549" cy="377165"/>
          </a:xfrm>
          <a:prstGeom prst="rect">
            <a:avLst/>
          </a:prstGeom>
          <a:solidFill>
            <a:schemeClr val="accent6">
              <a:lumMod val="20000"/>
              <a:lumOff val="80000"/>
            </a:schemeClr>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800">
              <a:defRPr/>
            </a:pPr>
            <a:r>
              <a:rPr lang="en-US" altLang="zh-CN" sz="900">
                <a:solidFill>
                  <a:srgbClr val="000000"/>
                </a:solidFill>
                <a:latin typeface="Boehringer Forward Text"/>
              </a:rPr>
              <a:t>CDE</a:t>
            </a:r>
            <a:r>
              <a:rPr lang="zh-CN" altLang="en-US" sz="900">
                <a:solidFill>
                  <a:srgbClr val="000000"/>
                </a:solidFill>
                <a:latin typeface="Boehringer Forward Text"/>
              </a:rPr>
              <a:t> </a:t>
            </a:r>
            <a:r>
              <a:rPr lang="en-US" altLang="zh-CN" sz="900">
                <a:solidFill>
                  <a:srgbClr val="000000"/>
                </a:solidFill>
                <a:latin typeface="Boehringer Forward Text"/>
              </a:rPr>
              <a:t>Technical review</a:t>
            </a:r>
            <a:r>
              <a:rPr lang="zh-CN" altLang="en-US" sz="900">
                <a:solidFill>
                  <a:srgbClr val="000000"/>
                </a:solidFill>
                <a:latin typeface="Boehringer Forward Text"/>
              </a:rPr>
              <a:t>（</a:t>
            </a:r>
            <a:r>
              <a:rPr lang="en-US" altLang="zh-CN" sz="900">
                <a:solidFill>
                  <a:srgbClr val="000000"/>
                </a:solidFill>
                <a:latin typeface="Boehringer Forward Text"/>
              </a:rPr>
              <a:t>1</a:t>
            </a:r>
            <a:r>
              <a:rPr lang="en-US" altLang="zh-CN" sz="900" baseline="30000">
                <a:solidFill>
                  <a:srgbClr val="000000"/>
                </a:solidFill>
                <a:latin typeface="Boehringer Forward Text"/>
              </a:rPr>
              <a:t>st</a:t>
            </a:r>
            <a:r>
              <a:rPr lang="en-US" altLang="zh-CN" sz="900">
                <a:solidFill>
                  <a:srgbClr val="000000"/>
                </a:solidFill>
                <a:latin typeface="Boehringer Forward Text"/>
              </a:rPr>
              <a:t> round review,130WD</a:t>
            </a:r>
            <a:r>
              <a:rPr lang="zh-CN" altLang="en-US" sz="900">
                <a:solidFill>
                  <a:srgbClr val="000000"/>
                </a:solidFill>
                <a:latin typeface="Boehringer Forward Text"/>
              </a:rPr>
              <a:t>）</a:t>
            </a:r>
            <a:endParaRPr lang="en-US" altLang="zh-CN" sz="900">
              <a:solidFill>
                <a:srgbClr val="000000"/>
              </a:solidFill>
              <a:latin typeface="Boehringer Forward Text"/>
            </a:endParaRPr>
          </a:p>
          <a:p>
            <a:pPr algn="ctr" defTabSz="685800">
              <a:defRPr/>
            </a:pPr>
            <a:r>
              <a:rPr lang="en-US" altLang="zh-CN" sz="900">
                <a:solidFill>
                  <a:srgbClr val="000000"/>
                </a:solidFill>
                <a:latin typeface="Boehringer Forward Text"/>
              </a:rPr>
              <a:t>Nov-25  to May-26</a:t>
            </a:r>
            <a:endParaRPr lang="zh-CN" altLang="en-US" sz="900">
              <a:solidFill>
                <a:srgbClr val="000000"/>
              </a:solidFill>
              <a:latin typeface="Boehringer Forward Text"/>
            </a:endParaRPr>
          </a:p>
        </p:txBody>
      </p:sp>
      <p:sp>
        <p:nvSpPr>
          <p:cNvPr id="39" name="等腰三角形 38">
            <a:extLst>
              <a:ext uri="{FF2B5EF4-FFF2-40B4-BE49-F238E27FC236}">
                <a16:creationId xmlns:a16="http://schemas.microsoft.com/office/drawing/2014/main" id="{278B7A1D-EC14-E788-97FC-F9BB9A6A8844}"/>
              </a:ext>
            </a:extLst>
          </p:cNvPr>
          <p:cNvSpPr/>
          <p:nvPr/>
        </p:nvSpPr>
        <p:spPr>
          <a:xfrm>
            <a:off x="2591691" y="1863741"/>
            <a:ext cx="108012" cy="108000"/>
          </a:xfrm>
          <a:prstGeom prst="triangle">
            <a:avLst/>
          </a:prstGeom>
          <a:solidFill>
            <a:srgbClr val="00B050"/>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800">
              <a:defRPr/>
            </a:pPr>
            <a:endParaRPr lang="zh-CN" altLang="en-US" sz="1050" err="1">
              <a:solidFill>
                <a:srgbClr val="000000"/>
              </a:solidFill>
              <a:latin typeface="Boehringer Forward Text"/>
            </a:endParaRPr>
          </a:p>
        </p:txBody>
      </p:sp>
      <p:sp>
        <p:nvSpPr>
          <p:cNvPr id="40" name="矩形 39">
            <a:extLst>
              <a:ext uri="{FF2B5EF4-FFF2-40B4-BE49-F238E27FC236}">
                <a16:creationId xmlns:a16="http://schemas.microsoft.com/office/drawing/2014/main" id="{711F1532-AF42-B3CF-8533-2F41411A0A00}"/>
              </a:ext>
            </a:extLst>
          </p:cNvPr>
          <p:cNvSpPr/>
          <p:nvPr/>
        </p:nvSpPr>
        <p:spPr>
          <a:xfrm>
            <a:off x="5436322" y="2565291"/>
            <a:ext cx="1751988" cy="367512"/>
          </a:xfrm>
          <a:prstGeom prst="rect">
            <a:avLst/>
          </a:prstGeom>
          <a:solidFill>
            <a:srgbClr val="D3F9F8"/>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800">
              <a:defRPr/>
            </a:pPr>
            <a:r>
              <a:rPr lang="en-US" altLang="zh-CN" sz="900">
                <a:solidFill>
                  <a:srgbClr val="000000"/>
                </a:solidFill>
                <a:latin typeface="Boehringer Forward Text"/>
              </a:rPr>
              <a:t>GCP Inspection</a:t>
            </a:r>
          </a:p>
          <a:p>
            <a:pPr algn="ctr" defTabSz="685800">
              <a:defRPr/>
            </a:pPr>
            <a:r>
              <a:rPr lang="en-US" altLang="zh-CN" sz="900">
                <a:solidFill>
                  <a:srgbClr val="000000"/>
                </a:solidFill>
                <a:latin typeface="Boehringer Forward Text"/>
              </a:rPr>
              <a:t>Feb 2026 to Apr 2026</a:t>
            </a:r>
            <a:endParaRPr lang="zh-CN" altLang="en-US" sz="900">
              <a:solidFill>
                <a:srgbClr val="000000"/>
              </a:solidFill>
              <a:latin typeface="Boehringer Forward Text"/>
            </a:endParaRPr>
          </a:p>
        </p:txBody>
      </p:sp>
      <p:sp>
        <p:nvSpPr>
          <p:cNvPr id="41" name="文本框 40">
            <a:extLst>
              <a:ext uri="{FF2B5EF4-FFF2-40B4-BE49-F238E27FC236}">
                <a16:creationId xmlns:a16="http://schemas.microsoft.com/office/drawing/2014/main" id="{5FF64C55-0D34-9BF2-C5C0-9412680D33D8}"/>
              </a:ext>
            </a:extLst>
          </p:cNvPr>
          <p:cNvSpPr txBox="1"/>
          <p:nvPr/>
        </p:nvSpPr>
        <p:spPr>
          <a:xfrm>
            <a:off x="2161150" y="2032431"/>
            <a:ext cx="873845" cy="253916"/>
          </a:xfrm>
          <a:prstGeom prst="rect">
            <a:avLst/>
          </a:prstGeom>
          <a:noFill/>
        </p:spPr>
        <p:txBody>
          <a:bodyPr wrap="square" lIns="0" tIns="0" rIns="0" bIns="0" rtlCol="0">
            <a:spAutoFit/>
          </a:bodyPr>
          <a:lstStyle/>
          <a:p>
            <a:pPr algn="ctr" defTabSz="685800">
              <a:defRPr/>
            </a:pPr>
            <a:r>
              <a:rPr lang="en-US" altLang="zh-CN" sz="825" b="1">
                <a:solidFill>
                  <a:srgbClr val="0070C0"/>
                </a:solidFill>
                <a:latin typeface="Boehringer Forward Text"/>
              </a:rPr>
              <a:t>Sub:</a:t>
            </a:r>
          </a:p>
          <a:p>
            <a:pPr algn="ctr" defTabSz="685800">
              <a:defRPr/>
            </a:pPr>
            <a:r>
              <a:rPr lang="en-US" altLang="zh-CN" sz="825" b="1">
                <a:solidFill>
                  <a:srgbClr val="0070C0"/>
                </a:solidFill>
                <a:latin typeface="Boehringer Forward Text"/>
              </a:rPr>
              <a:t>29-Oct -25</a:t>
            </a:r>
          </a:p>
        </p:txBody>
      </p:sp>
      <p:sp>
        <p:nvSpPr>
          <p:cNvPr id="42" name="文本框 41">
            <a:extLst>
              <a:ext uri="{FF2B5EF4-FFF2-40B4-BE49-F238E27FC236}">
                <a16:creationId xmlns:a16="http://schemas.microsoft.com/office/drawing/2014/main" id="{3552F356-7734-8370-B978-FBE57C4373A1}"/>
              </a:ext>
            </a:extLst>
          </p:cNvPr>
          <p:cNvSpPr txBox="1"/>
          <p:nvPr/>
        </p:nvSpPr>
        <p:spPr bwMode="gray">
          <a:xfrm>
            <a:off x="7343661" y="899499"/>
            <a:ext cx="623090" cy="148117"/>
          </a:xfrm>
          <a:prstGeom prst="rect">
            <a:avLst/>
          </a:prstGeom>
          <a:noFill/>
        </p:spPr>
        <p:txBody>
          <a:bodyPr wrap="square" lIns="0" tIns="0" rIns="0" bIns="0" rtlCol="0">
            <a:spAutoFit/>
          </a:bodyPr>
          <a:lstStyle/>
          <a:p>
            <a:pPr defTabSz="685800">
              <a:lnSpc>
                <a:spcPct val="140000"/>
              </a:lnSpc>
              <a:defRPr/>
            </a:pPr>
            <a:r>
              <a:rPr lang="en-US" altLang="zh-CN" sz="750" b="1">
                <a:solidFill>
                  <a:srgbClr val="0070C0"/>
                </a:solidFill>
                <a:latin typeface="Boehringer Forward Text"/>
              </a:rPr>
              <a:t>We are here</a:t>
            </a:r>
            <a:endParaRPr lang="zh-CN" altLang="en-US" sz="750" b="1">
              <a:solidFill>
                <a:srgbClr val="0070C0"/>
              </a:solidFill>
              <a:latin typeface="Boehringer Forward Text"/>
            </a:endParaRPr>
          </a:p>
        </p:txBody>
      </p:sp>
      <p:sp>
        <p:nvSpPr>
          <p:cNvPr id="45" name="文本框 44">
            <a:extLst>
              <a:ext uri="{FF2B5EF4-FFF2-40B4-BE49-F238E27FC236}">
                <a16:creationId xmlns:a16="http://schemas.microsoft.com/office/drawing/2014/main" id="{B2936C09-14E9-2D7C-83A4-D6133C18DFF5}"/>
              </a:ext>
            </a:extLst>
          </p:cNvPr>
          <p:cNvSpPr txBox="1"/>
          <p:nvPr/>
        </p:nvSpPr>
        <p:spPr bwMode="gray">
          <a:xfrm>
            <a:off x="73899" y="2308842"/>
            <a:ext cx="1251976" cy="236924"/>
          </a:xfrm>
          <a:prstGeom prst="rect">
            <a:avLst/>
          </a:prstGeom>
          <a:noFill/>
        </p:spPr>
        <p:txBody>
          <a:bodyPr wrap="square" lIns="0" tIns="0" rIns="0" bIns="0" rtlCol="0">
            <a:spAutoFit/>
          </a:bodyPr>
          <a:lstStyle/>
          <a:p>
            <a:pPr defTabSz="685800">
              <a:lnSpc>
                <a:spcPct val="140000"/>
              </a:lnSpc>
            </a:pPr>
            <a:r>
              <a:rPr lang="en-US" altLang="zh-CN" sz="1200">
                <a:solidFill>
                  <a:prstClr val="black"/>
                </a:solidFill>
                <a:latin typeface="Boehringer Forward Text"/>
              </a:rPr>
              <a:t>Without DL-7m</a:t>
            </a:r>
            <a:endParaRPr lang="zh-CN" altLang="en-US" sz="1200">
              <a:solidFill>
                <a:prstClr val="black"/>
              </a:solidFill>
              <a:latin typeface="Boehringer Forward Text"/>
            </a:endParaRPr>
          </a:p>
        </p:txBody>
      </p:sp>
      <p:sp>
        <p:nvSpPr>
          <p:cNvPr id="46" name="等腰三角形 45">
            <a:extLst>
              <a:ext uri="{FF2B5EF4-FFF2-40B4-BE49-F238E27FC236}">
                <a16:creationId xmlns:a16="http://schemas.microsoft.com/office/drawing/2014/main" id="{2B29AD22-45A2-DF5E-2D45-60D5FC32CD8E}"/>
              </a:ext>
            </a:extLst>
          </p:cNvPr>
          <p:cNvSpPr/>
          <p:nvPr/>
        </p:nvSpPr>
        <p:spPr>
          <a:xfrm>
            <a:off x="2710189" y="2306112"/>
            <a:ext cx="108012" cy="108000"/>
          </a:xfrm>
          <a:prstGeom prst="triangle">
            <a:avLst/>
          </a:prstGeom>
          <a:solidFill>
            <a:srgbClr val="00B050"/>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800">
              <a:defRPr/>
            </a:pPr>
            <a:endParaRPr lang="zh-CN" altLang="en-US" sz="1050" err="1">
              <a:solidFill>
                <a:srgbClr val="000000"/>
              </a:solidFill>
              <a:latin typeface="Boehringer Forward Text"/>
            </a:endParaRPr>
          </a:p>
        </p:txBody>
      </p:sp>
      <p:sp>
        <p:nvSpPr>
          <p:cNvPr id="47" name="文本框 46">
            <a:extLst>
              <a:ext uri="{FF2B5EF4-FFF2-40B4-BE49-F238E27FC236}">
                <a16:creationId xmlns:a16="http://schemas.microsoft.com/office/drawing/2014/main" id="{BAB1F2AF-CF5D-7E4A-9C6B-9DF876D7C5D9}"/>
              </a:ext>
            </a:extLst>
          </p:cNvPr>
          <p:cNvSpPr txBox="1"/>
          <p:nvPr/>
        </p:nvSpPr>
        <p:spPr>
          <a:xfrm>
            <a:off x="2093966" y="2464611"/>
            <a:ext cx="1123295" cy="253916"/>
          </a:xfrm>
          <a:prstGeom prst="rect">
            <a:avLst/>
          </a:prstGeom>
          <a:noFill/>
        </p:spPr>
        <p:txBody>
          <a:bodyPr wrap="square" lIns="0" tIns="0" rIns="0" bIns="0" rtlCol="0">
            <a:spAutoFit/>
          </a:bodyPr>
          <a:lstStyle/>
          <a:p>
            <a:pPr algn="ctr" defTabSz="685800">
              <a:defRPr/>
            </a:pPr>
            <a:r>
              <a:rPr lang="en-US" altLang="zh-CN" sz="825" b="1">
                <a:solidFill>
                  <a:srgbClr val="0070C0"/>
                </a:solidFill>
                <a:latin typeface="Boehringer Forward Text"/>
              </a:rPr>
              <a:t>Accept.</a:t>
            </a:r>
          </a:p>
          <a:p>
            <a:pPr algn="ctr" defTabSz="685800">
              <a:defRPr/>
            </a:pPr>
            <a:r>
              <a:rPr lang="en-US" altLang="zh-CN" sz="825" b="1">
                <a:solidFill>
                  <a:srgbClr val="0070C0"/>
                </a:solidFill>
                <a:latin typeface="Boehringer Forward Text"/>
              </a:rPr>
              <a:t>:31-Oct-25</a:t>
            </a:r>
          </a:p>
        </p:txBody>
      </p:sp>
      <p:sp>
        <p:nvSpPr>
          <p:cNvPr id="48" name="矩形 47">
            <a:extLst>
              <a:ext uri="{FF2B5EF4-FFF2-40B4-BE49-F238E27FC236}">
                <a16:creationId xmlns:a16="http://schemas.microsoft.com/office/drawing/2014/main" id="{2DAB6541-5CEF-4652-6E03-98F6978193CC}"/>
              </a:ext>
            </a:extLst>
          </p:cNvPr>
          <p:cNvSpPr/>
          <p:nvPr/>
        </p:nvSpPr>
        <p:spPr>
          <a:xfrm>
            <a:off x="9291079" y="2218341"/>
            <a:ext cx="341105" cy="354071"/>
          </a:xfrm>
          <a:prstGeom prst="rect">
            <a:avLst/>
          </a:prstGeom>
          <a:solidFill>
            <a:srgbClr val="FFC00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685800">
              <a:defRPr/>
            </a:pPr>
            <a:r>
              <a:rPr lang="en-US" altLang="zh-CN" sz="600">
                <a:solidFill>
                  <a:srgbClr val="000000"/>
                </a:solidFill>
                <a:latin typeface="Boehringer Forward Text"/>
              </a:rPr>
              <a:t>NMPA approval*</a:t>
            </a:r>
          </a:p>
        </p:txBody>
      </p:sp>
      <p:sp>
        <p:nvSpPr>
          <p:cNvPr id="49" name="文本框 48">
            <a:extLst>
              <a:ext uri="{FF2B5EF4-FFF2-40B4-BE49-F238E27FC236}">
                <a16:creationId xmlns:a16="http://schemas.microsoft.com/office/drawing/2014/main" id="{F3C198A3-705A-C976-570A-A530A4A8E97E}"/>
              </a:ext>
            </a:extLst>
          </p:cNvPr>
          <p:cNvSpPr txBox="1"/>
          <p:nvPr/>
        </p:nvSpPr>
        <p:spPr bwMode="gray">
          <a:xfrm>
            <a:off x="663524" y="6598400"/>
            <a:ext cx="6190633" cy="217175"/>
          </a:xfrm>
          <a:prstGeom prst="rect">
            <a:avLst/>
          </a:prstGeom>
          <a:noFill/>
        </p:spPr>
        <p:txBody>
          <a:bodyPr wrap="square" lIns="0" tIns="0" rIns="0" bIns="0" rtlCol="0">
            <a:spAutoFit/>
          </a:bodyPr>
          <a:lstStyle/>
          <a:p>
            <a:pPr defTabSz="685800">
              <a:lnSpc>
                <a:spcPct val="140000"/>
              </a:lnSpc>
            </a:pPr>
            <a:r>
              <a:rPr lang="en-US" altLang="zh-CN" sz="1100">
                <a:solidFill>
                  <a:prstClr val="black"/>
                </a:solidFill>
                <a:latin typeface="Boehringer Forward Text"/>
              </a:rPr>
              <a:t>* If CDE trigger deficiency letter, then approval may be in Aug 2026</a:t>
            </a:r>
            <a:endParaRPr lang="zh-CN" altLang="en-US" sz="1100">
              <a:solidFill>
                <a:prstClr val="black"/>
              </a:solidFill>
              <a:latin typeface="Boehringer Forward Text"/>
            </a:endParaRPr>
          </a:p>
        </p:txBody>
      </p:sp>
      <p:cxnSp>
        <p:nvCxnSpPr>
          <p:cNvPr id="53" name="直接连接符 52">
            <a:extLst>
              <a:ext uri="{FF2B5EF4-FFF2-40B4-BE49-F238E27FC236}">
                <a16:creationId xmlns:a16="http://schemas.microsoft.com/office/drawing/2014/main" id="{A660313C-7AB0-5880-9131-16FE15C2B587}"/>
              </a:ext>
            </a:extLst>
          </p:cNvPr>
          <p:cNvCxnSpPr>
            <a:cxnSpLocks/>
          </p:cNvCxnSpPr>
          <p:nvPr/>
        </p:nvCxnSpPr>
        <p:spPr bwMode="gray">
          <a:xfrm>
            <a:off x="7733047" y="1121364"/>
            <a:ext cx="74591" cy="5477036"/>
          </a:xfrm>
          <a:prstGeom prst="line">
            <a:avLst/>
          </a:prstGeom>
          <a:ln w="12700">
            <a:solidFill>
              <a:srgbClr val="F62B2B"/>
            </a:solidFill>
            <a:prstDash val="sysDash"/>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6C3BA208-847E-2146-2DFC-4CC58DE0B622}"/>
              </a:ext>
            </a:extLst>
          </p:cNvPr>
          <p:cNvSpPr txBox="1"/>
          <p:nvPr/>
        </p:nvSpPr>
        <p:spPr>
          <a:xfrm>
            <a:off x="3609242" y="3165933"/>
            <a:ext cx="1506711" cy="1131079"/>
          </a:xfrm>
          <a:prstGeom prst="rect">
            <a:avLst/>
          </a:prstGeom>
          <a:noFill/>
          <a:ln>
            <a:solidFill>
              <a:schemeClr val="tx1"/>
            </a:solidFill>
          </a:ln>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050" b="1">
                <a:solidFill>
                  <a:srgbClr val="000000"/>
                </a:solidFill>
                <a:latin typeface="Boehringer Forward Head (标题)"/>
              </a:rPr>
              <a:t>Rolling submission:</a:t>
            </a:r>
          </a:p>
          <a:p>
            <a:pPr marL="360000" lvl="0" indent="-171450">
              <a:buFont typeface="Wingdings" panose="05000000000000000000" pitchFamily="2" charset="2"/>
              <a:buChar char="ü"/>
              <a:defRPr/>
            </a:pPr>
            <a:r>
              <a:rPr lang="en-US" altLang="zh-CN" sz="1050">
                <a:solidFill>
                  <a:srgbClr val="000000"/>
                </a:solidFill>
                <a:latin typeface="Boehringer Forward Head (标题)"/>
              </a:rPr>
              <a:t>Updated 12m efficacy and safety data</a:t>
            </a:r>
          </a:p>
          <a:p>
            <a:pPr marL="360000" lvl="0" indent="-171450">
              <a:buFont typeface="Wingdings" panose="05000000000000000000" pitchFamily="2" charset="2"/>
              <a:buChar char="ü"/>
              <a:defRPr/>
            </a:pPr>
            <a:r>
              <a:rPr kumimoji="0" lang="en-US" altLang="zh-CN" sz="1050" b="0" i="0" u="none" strike="noStrike" kern="1200" cap="none" spc="0" normalizeH="0" baseline="0" noProof="0">
                <a:ln>
                  <a:noFill/>
                </a:ln>
                <a:solidFill>
                  <a:srgbClr val="000000"/>
                </a:solidFill>
                <a:effectLst/>
                <a:uLnTx/>
                <a:uFillTx/>
                <a:latin typeface="Boehringer Forward Head (标题)"/>
              </a:rPr>
              <a:t>Updated CNPI based on CCDS0305-05</a:t>
            </a:r>
          </a:p>
        </p:txBody>
      </p:sp>
      <p:sp>
        <p:nvSpPr>
          <p:cNvPr id="55" name="OTLSHAPE_M_3370ef36f72d45bf9a95515fc63c0f41_Shape">
            <a:extLst>
              <a:ext uri="{FF2B5EF4-FFF2-40B4-BE49-F238E27FC236}">
                <a16:creationId xmlns:a16="http://schemas.microsoft.com/office/drawing/2014/main" id="{2BF9D69B-AB27-FA2F-709D-C1910DD93986}"/>
              </a:ext>
            </a:extLst>
          </p:cNvPr>
          <p:cNvSpPr>
            <a:spLocks noChangeAspect="1"/>
          </p:cNvSpPr>
          <p:nvPr>
            <p:custDataLst>
              <p:tags r:id="rId1"/>
            </p:custDataLst>
          </p:nvPr>
        </p:nvSpPr>
        <p:spPr>
          <a:xfrm>
            <a:off x="3541442" y="3044013"/>
            <a:ext cx="219456" cy="243840"/>
          </a:xfrm>
          <a:prstGeom prst="star5">
            <a:avLst>
              <a:gd name="adj" fmla="val 25000"/>
              <a:gd name="hf" fmla="val 105146"/>
              <a:gd name="vf" fmla="val 110557"/>
            </a:avLst>
          </a:prstGeom>
          <a:solidFill>
            <a:srgbClr val="00B050"/>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9170">
              <a:defRPr/>
            </a:pPr>
            <a:endParaRPr lang="en-US" sz="1867">
              <a:solidFill>
                <a:prstClr val="black"/>
              </a:solidFill>
              <a:latin typeface="Boehringer Forward Head (标题)"/>
            </a:endParaRPr>
          </a:p>
        </p:txBody>
      </p:sp>
      <p:cxnSp>
        <p:nvCxnSpPr>
          <p:cNvPr id="56" name="直接箭头连接符 55">
            <a:extLst>
              <a:ext uri="{FF2B5EF4-FFF2-40B4-BE49-F238E27FC236}">
                <a16:creationId xmlns:a16="http://schemas.microsoft.com/office/drawing/2014/main" id="{9EA06C40-ABF4-63B8-E27E-7353A959B39A}"/>
              </a:ext>
            </a:extLst>
          </p:cNvPr>
          <p:cNvCxnSpPr>
            <a:cxnSpLocks/>
          </p:cNvCxnSpPr>
          <p:nvPr/>
        </p:nvCxnSpPr>
        <p:spPr>
          <a:xfrm>
            <a:off x="5717876" y="2941173"/>
            <a:ext cx="0" cy="662837"/>
          </a:xfrm>
          <a:prstGeom prst="straightConnector1">
            <a:avLst/>
          </a:prstGeom>
          <a:ln w="12700">
            <a:solidFill>
              <a:srgbClr val="003366"/>
            </a:solidFill>
            <a:tailEnd type="triangle"/>
          </a:ln>
        </p:spPr>
        <p:style>
          <a:lnRef idx="1">
            <a:schemeClr val="accent1"/>
          </a:lnRef>
          <a:fillRef idx="0">
            <a:schemeClr val="accent1"/>
          </a:fillRef>
          <a:effectRef idx="0">
            <a:schemeClr val="accent1"/>
          </a:effectRef>
          <a:fontRef idx="minor">
            <a:schemeClr val="tx1"/>
          </a:fontRef>
        </p:style>
      </p:cxnSp>
      <p:sp>
        <p:nvSpPr>
          <p:cNvPr id="57" name="OTLSHAPE_M_3370ef36f72d45bf9a95515fc63c0f41_Shape">
            <a:extLst>
              <a:ext uri="{FF2B5EF4-FFF2-40B4-BE49-F238E27FC236}">
                <a16:creationId xmlns:a16="http://schemas.microsoft.com/office/drawing/2014/main" id="{1622B8EF-D1F0-08F7-A1C1-787B168A9F79}"/>
              </a:ext>
            </a:extLst>
          </p:cNvPr>
          <p:cNvSpPr>
            <a:spLocks noChangeAspect="1"/>
          </p:cNvSpPr>
          <p:nvPr>
            <p:custDataLst>
              <p:tags r:id="rId2"/>
            </p:custDataLst>
          </p:nvPr>
        </p:nvSpPr>
        <p:spPr>
          <a:xfrm>
            <a:off x="5436321" y="3497651"/>
            <a:ext cx="219456" cy="243840"/>
          </a:xfrm>
          <a:prstGeom prst="star5">
            <a:avLst>
              <a:gd name="adj" fmla="val 25000"/>
              <a:gd name="hf" fmla="val 105146"/>
              <a:gd name="vf" fmla="val 110557"/>
            </a:avLst>
          </a:prstGeom>
          <a:solidFill>
            <a:srgbClr val="00B050"/>
          </a:solidFill>
          <a:ln w="12700" cap="flat" cmpd="sng" algn="ctr">
            <a:noFill/>
            <a:prstDash val="solid"/>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9170">
              <a:defRPr/>
            </a:pPr>
            <a:endParaRPr lang="en-US" sz="1867">
              <a:solidFill>
                <a:prstClr val="black"/>
              </a:solidFill>
              <a:latin typeface="Boehringer Forward Head (标题)"/>
            </a:endParaRPr>
          </a:p>
        </p:txBody>
      </p:sp>
      <p:sp>
        <p:nvSpPr>
          <p:cNvPr id="60" name="文本框 59">
            <a:extLst>
              <a:ext uri="{FF2B5EF4-FFF2-40B4-BE49-F238E27FC236}">
                <a16:creationId xmlns:a16="http://schemas.microsoft.com/office/drawing/2014/main" id="{627454DE-0301-B5BB-8A1C-F2C82110DCC5}"/>
              </a:ext>
            </a:extLst>
          </p:cNvPr>
          <p:cNvSpPr txBox="1"/>
          <p:nvPr/>
        </p:nvSpPr>
        <p:spPr bwMode="gray">
          <a:xfrm>
            <a:off x="5115953" y="4747360"/>
            <a:ext cx="6815901" cy="1954381"/>
          </a:xfrm>
          <a:prstGeom prst="rect">
            <a:avLst/>
          </a:prstGeom>
          <a:solidFill>
            <a:schemeClr val="accent5">
              <a:lumMod val="20000"/>
              <a:lumOff val="80000"/>
            </a:schemeClr>
          </a:solid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en-US" altLang="zh-CN" sz="1100" b="1" i="0" u="sng" strike="noStrike" kern="1200" cap="none" spc="0" normalizeH="0" baseline="0" noProof="0">
                <a:ln>
                  <a:noFill/>
                </a:ln>
                <a:solidFill>
                  <a:srgbClr val="000000"/>
                </a:solidFill>
                <a:effectLst/>
                <a:uLnTx/>
                <a:uFillTx/>
                <a:latin typeface="Boehringer Forward Head (标题)"/>
              </a:rPr>
              <a:t>Rolling submission: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100" u="sng">
                <a:solidFill>
                  <a:srgbClr val="000000"/>
                </a:solidFill>
                <a:latin typeface="Boehringer Forward Head (标题)"/>
              </a:rPr>
              <a:t>1</a:t>
            </a:r>
            <a:r>
              <a:rPr lang="en-US" altLang="zh-CN" sz="1100" u="sng" baseline="30000">
                <a:solidFill>
                  <a:srgbClr val="000000"/>
                </a:solidFill>
                <a:latin typeface="Boehringer Forward Head (标题)"/>
              </a:rPr>
              <a:t>st</a:t>
            </a:r>
            <a:r>
              <a:rPr lang="en-US" altLang="zh-CN" sz="1100" u="sng">
                <a:solidFill>
                  <a:srgbClr val="000000"/>
                </a:solidFill>
                <a:latin typeface="Boehringer Forward Head (标题)"/>
              </a:rPr>
              <a:t> rolling submission :  </a:t>
            </a:r>
            <a:r>
              <a:rPr lang="en-US" altLang="zh-CN" sz="1100">
                <a:solidFill>
                  <a:srgbClr val="000000"/>
                </a:solidFill>
                <a:latin typeface="Boehringer Forward Head (标题)"/>
              </a:rPr>
              <a:t>already submitted to CDE website and completed formal submission as approach of e-CTD.</a:t>
            </a:r>
          </a:p>
          <a:p>
            <a:pPr marL="171450" lvl="0" indent="-171450">
              <a:buFont typeface="Arial" panose="020B0604020202020204" pitchFamily="34" charset="0"/>
              <a:buChar char="•"/>
              <a:defRPr/>
            </a:pPr>
            <a:r>
              <a:rPr lang="en-US" altLang="zh-CN" sz="1100" u="sng">
                <a:solidFill>
                  <a:srgbClr val="000000"/>
                </a:solidFill>
                <a:latin typeface="Boehringer Forward Head (标题)"/>
              </a:rPr>
              <a:t>2</a:t>
            </a:r>
            <a:r>
              <a:rPr lang="en-US" altLang="zh-CN" sz="1100" u="sng" baseline="30000">
                <a:solidFill>
                  <a:srgbClr val="000000"/>
                </a:solidFill>
                <a:latin typeface="Boehringer Forward Head (标题)"/>
              </a:rPr>
              <a:t>th</a:t>
            </a:r>
            <a:r>
              <a:rPr lang="en-US" altLang="zh-CN" sz="1100" u="sng">
                <a:solidFill>
                  <a:srgbClr val="000000"/>
                </a:solidFill>
                <a:latin typeface="Boehringer Forward Head (标题)"/>
              </a:rPr>
              <a:t> rolling submission: </a:t>
            </a:r>
            <a:r>
              <a:rPr lang="en-US" altLang="zh-CN" sz="1100">
                <a:solidFill>
                  <a:srgbClr val="000000"/>
                </a:solidFill>
                <a:latin typeface="Boehringer Forward Head (标题)"/>
              </a:rPr>
              <a:t>already submitted to CDE website and wait for CDE agreement formal submission</a:t>
            </a:r>
            <a:endParaRPr kumimoji="0" lang="en-US" altLang="zh-CN" sz="1100" i="0" u="sng" strike="noStrike" kern="1200" cap="none" spc="0" normalizeH="0" baseline="0" noProof="0">
              <a:ln>
                <a:noFill/>
              </a:ln>
              <a:solidFill>
                <a:srgbClr val="000000"/>
              </a:solidFill>
              <a:effectLst/>
              <a:uLnTx/>
              <a:uFillTx/>
              <a:latin typeface="Boehringer Forward Head (标题)"/>
            </a:endParaRPr>
          </a:p>
          <a:p>
            <a:pPr>
              <a:defRPr/>
            </a:pPr>
            <a:r>
              <a:rPr lang="en-US" altLang="zh-CN" sz="1100" b="1" u="sng">
                <a:solidFill>
                  <a:srgbClr val="000000"/>
                </a:solidFill>
                <a:latin typeface="Boehringer Forward Head (标题)"/>
              </a:rPr>
              <a:t>GCP inspection:</a:t>
            </a:r>
          </a:p>
          <a:p>
            <a:pPr marL="171450" indent="-171450">
              <a:buFont typeface="Arial" panose="020B0604020202020204" pitchFamily="34" charset="0"/>
              <a:buChar char="•"/>
              <a:defRPr/>
            </a:pPr>
            <a:r>
              <a:rPr lang="en-US" altLang="zh-CN" sz="1100">
                <a:solidFill>
                  <a:srgbClr val="000000"/>
                </a:solidFill>
                <a:latin typeface="Boehringer Forward Head (标题)"/>
              </a:rPr>
              <a:t>CFDI completed the GCP inspection assessment report on April 8 with a conclusion of "passed, please CDE pay attention during review(</a:t>
            </a:r>
            <a:r>
              <a:rPr lang="zh-CN" altLang="zh-CN" sz="1100">
                <a:solidFill>
                  <a:srgbClr val="000000"/>
                </a:solidFill>
                <a:latin typeface="Boehringer Forward Head (标题)"/>
              </a:rPr>
              <a:t>通过，需审评重点关注</a:t>
            </a:r>
            <a:r>
              <a:rPr lang="en-US" altLang="zh-CN" sz="1100">
                <a:solidFill>
                  <a:srgbClr val="000000"/>
                </a:solidFill>
                <a:latin typeface="Boehringer Forward Head (标题)"/>
              </a:rPr>
              <a:t>),"  CDE registered the GCP inspection report on April 9 .</a:t>
            </a:r>
          </a:p>
          <a:p>
            <a:pPr marR="0" fontAlgn="auto">
              <a:lnSpc>
                <a:spcPct val="100000"/>
              </a:lnSpc>
              <a:spcBef>
                <a:spcPts val="0"/>
              </a:spcBef>
              <a:spcAft>
                <a:spcPts val="0"/>
              </a:spcAft>
              <a:buClrTx/>
              <a:buSzTx/>
              <a:tabLst/>
              <a:defRPr/>
            </a:pPr>
            <a:r>
              <a:rPr lang="en-US" altLang="zh-CN" sz="1100" b="1" u="sng">
                <a:solidFill>
                  <a:srgbClr val="000000"/>
                </a:solidFill>
                <a:latin typeface="Boehringer Forward Head (标题)"/>
              </a:rPr>
              <a:t>Queries:</a:t>
            </a:r>
          </a:p>
          <a:p>
            <a:pPr marL="171450" marR="0" indent="-171450" fontAlgn="auto">
              <a:lnSpc>
                <a:spcPct val="100000"/>
              </a:lnSpc>
              <a:spcBef>
                <a:spcPts val="0"/>
              </a:spcBef>
              <a:spcAft>
                <a:spcPts val="0"/>
              </a:spcAft>
              <a:buClrTx/>
              <a:buSzTx/>
              <a:buFont typeface="Arial" panose="020B0604020202020204" pitchFamily="34" charset="0"/>
              <a:buChar char="•"/>
              <a:tabLst/>
              <a:defRPr/>
            </a:pPr>
            <a:r>
              <a:rPr lang="en-US" altLang="zh-CN" sz="1100">
                <a:solidFill>
                  <a:srgbClr val="000000"/>
                </a:solidFill>
                <a:latin typeface="Boehringer Forward Head (标题)"/>
              </a:rPr>
              <a:t>Until 13-Apr, received 4 queries from clinical reviewer, 4 verbal queries from Statistical Reviewer,4 queries from clinical pharmacology reviewer.</a:t>
            </a:r>
          </a:p>
        </p:txBody>
      </p:sp>
      <p:sp>
        <p:nvSpPr>
          <p:cNvPr id="61" name="星形: 五角 60">
            <a:extLst>
              <a:ext uri="{FF2B5EF4-FFF2-40B4-BE49-F238E27FC236}">
                <a16:creationId xmlns:a16="http://schemas.microsoft.com/office/drawing/2014/main" id="{E2FC87EB-24A4-586A-ECF2-219B3ED280E7}"/>
              </a:ext>
            </a:extLst>
          </p:cNvPr>
          <p:cNvSpPr/>
          <p:nvPr/>
        </p:nvSpPr>
        <p:spPr>
          <a:xfrm>
            <a:off x="9333877" y="2092915"/>
            <a:ext cx="144016" cy="132947"/>
          </a:xfrm>
          <a:prstGeom prst="star5">
            <a:avLst/>
          </a:prstGeom>
          <a:solidFill>
            <a:srgbClr val="C00000"/>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err="1">
              <a:ln>
                <a:noFill/>
              </a:ln>
              <a:solidFill>
                <a:srgbClr val="000000"/>
              </a:solidFill>
              <a:effectLst/>
              <a:uLnTx/>
              <a:uFillTx/>
              <a:latin typeface="Boehringer Forward Head (标题)"/>
            </a:endParaRPr>
          </a:p>
        </p:txBody>
      </p:sp>
    </p:spTree>
    <p:extLst>
      <p:ext uri="{BB962C8B-B14F-4D97-AF65-F5344CB8AC3E}">
        <p14:creationId xmlns:p14="http://schemas.microsoft.com/office/powerpoint/2010/main" val="4145143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444189" y="282289"/>
            <a:ext cx="11233151" cy="720000"/>
          </a:xfrm>
        </p:spPr>
        <p:txBody>
          <a:bodyPr/>
          <a:lstStyle/>
          <a:p>
            <a:r>
              <a:rPr lang="en-US" altLang="zh-CN" sz="2400" i="1" err="1">
                <a:solidFill>
                  <a:schemeClr val="tx1"/>
                </a:solidFill>
                <a:latin typeface="+mn-lt"/>
              </a:rPr>
              <a:t>Zongertinib</a:t>
            </a:r>
            <a:r>
              <a:rPr lang="en-US" altLang="zh-CN" sz="2400" i="1">
                <a:solidFill>
                  <a:schemeClr val="tx1"/>
                </a:solidFill>
                <a:latin typeface="+mn-lt"/>
              </a:rPr>
              <a:t> (HERNEXEOS®) – 1L NSCLC Development Plan_ Full Approval</a:t>
            </a:r>
            <a:endParaRPr lang="zh-CN" altLang="en-US" sz="2400" i="1">
              <a:solidFill>
                <a:schemeClr val="tx1"/>
              </a:solidFill>
              <a:latin typeface="+mn-lt"/>
            </a:endParaRPr>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10</a:t>
            </a:fld>
            <a:endParaRPr lang="en-US" kern="0">
              <a:solidFill>
                <a:srgbClr val="08312A"/>
              </a:solidFill>
              <a:cs typeface="Arial"/>
              <a:sym typeface="Arial"/>
            </a:endParaRPr>
          </a:p>
        </p:txBody>
      </p:sp>
      <p:sp>
        <p:nvSpPr>
          <p:cNvPr id="239" name="OTLSHAPE_T_5a934a26f311425e8ebaa0f45e6533ad_Shape">
            <a:extLst>
              <a:ext uri="{FF2B5EF4-FFF2-40B4-BE49-F238E27FC236}">
                <a16:creationId xmlns:a16="http://schemas.microsoft.com/office/drawing/2014/main" id="{AD216F8E-FF95-87CF-1284-50B601371CE6}"/>
              </a:ext>
            </a:extLst>
          </p:cNvPr>
          <p:cNvSpPr/>
          <p:nvPr>
            <p:custDataLst>
              <p:tags r:id="rId1"/>
            </p:custDataLst>
          </p:nvPr>
        </p:nvSpPr>
        <p:spPr bwMode="auto">
          <a:xfrm>
            <a:off x="5815579" y="4351499"/>
            <a:ext cx="1671176" cy="304331"/>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40" name="OTLSHAPE_T_5a934a26f311425e8ebaa0f45e6533ad_Shape">
            <a:extLst>
              <a:ext uri="{FF2B5EF4-FFF2-40B4-BE49-F238E27FC236}">
                <a16:creationId xmlns:a16="http://schemas.microsoft.com/office/drawing/2014/main" id="{AFABED3D-6C20-55BF-21A9-EB1C89298B62}"/>
              </a:ext>
            </a:extLst>
          </p:cNvPr>
          <p:cNvSpPr/>
          <p:nvPr>
            <p:custDataLst>
              <p:tags r:id="rId2"/>
            </p:custDataLst>
          </p:nvPr>
        </p:nvSpPr>
        <p:spPr bwMode="auto">
          <a:xfrm>
            <a:off x="5821365" y="2277377"/>
            <a:ext cx="1702946"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2024</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3048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41631" y="2065219"/>
            <a:ext cx="1337645"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1479-0008</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LUNG-2</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3"/>
            </p:custDataLst>
          </p:nvPr>
        </p:nvSpPr>
        <p:spPr bwMode="auto">
          <a:xfrm>
            <a:off x="1307188" y="2273316"/>
            <a:ext cx="4508392" cy="274792"/>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3 N=416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C8F2C67-00D5-1DCB-39B3-4EF7AB6F8831}"/>
              </a:ext>
            </a:extLst>
          </p:cNvPr>
          <p:cNvSpPr/>
          <p:nvPr>
            <p:custDataLst>
              <p:tags r:id="rId4"/>
            </p:custDataLst>
          </p:nvPr>
        </p:nvSpPr>
        <p:spPr bwMode="auto">
          <a:xfrm>
            <a:off x="1769722" y="4344717"/>
            <a:ext cx="4045857" cy="285223"/>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Ph3, N=88</a:t>
            </a:r>
          </a:p>
        </p:txBody>
      </p:sp>
      <p:sp>
        <p:nvSpPr>
          <p:cNvPr id="268" name="Rectangle 55">
            <a:extLst>
              <a:ext uri="{FF2B5EF4-FFF2-40B4-BE49-F238E27FC236}">
                <a16:creationId xmlns:a16="http://schemas.microsoft.com/office/drawing/2014/main" id="{75A0DA48-F1F2-A864-01F6-DFDFDEBA525F}"/>
              </a:ext>
            </a:extLst>
          </p:cNvPr>
          <p:cNvSpPr/>
          <p:nvPr/>
        </p:nvSpPr>
        <p:spPr>
          <a:xfrm>
            <a:off x="7328075" y="2609167"/>
            <a:ext cx="470000"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TLR </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9" name="OTLSHAPE_T_e17f3958430f4cff8650518c93c7635e_StartDate">
            <a:extLst>
              <a:ext uri="{FF2B5EF4-FFF2-40B4-BE49-F238E27FC236}">
                <a16:creationId xmlns:a16="http://schemas.microsoft.com/office/drawing/2014/main" id="{6E226F13-FFC7-FBDD-E74C-626F9B58F613}"/>
              </a:ext>
            </a:extLst>
          </p:cNvPr>
          <p:cNvSpPr txBox="1"/>
          <p:nvPr>
            <p:custDataLst>
              <p:tags r:id="rId5"/>
            </p:custDataLst>
          </p:nvPr>
        </p:nvSpPr>
        <p:spPr>
          <a:xfrm>
            <a:off x="7102849" y="2099833"/>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Nov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grpSp>
        <p:nvGrpSpPr>
          <p:cNvPr id="5" name="组合 4">
            <a:extLst>
              <a:ext uri="{FF2B5EF4-FFF2-40B4-BE49-F238E27FC236}">
                <a16:creationId xmlns:a16="http://schemas.microsoft.com/office/drawing/2014/main" id="{5A56FFC5-24C8-489D-7007-E980007A682E}"/>
              </a:ext>
            </a:extLst>
          </p:cNvPr>
          <p:cNvGrpSpPr/>
          <p:nvPr/>
        </p:nvGrpSpPr>
        <p:grpSpPr>
          <a:xfrm>
            <a:off x="908568" y="2038274"/>
            <a:ext cx="1060915" cy="802793"/>
            <a:chOff x="1648306" y="2017726"/>
            <a:chExt cx="1060915" cy="802793"/>
          </a:xfrm>
        </p:grpSpPr>
        <p:sp>
          <p:nvSpPr>
            <p:cNvPr id="249" name="Rectangle 52">
              <a:extLst>
                <a:ext uri="{FF2B5EF4-FFF2-40B4-BE49-F238E27FC236}">
                  <a16:creationId xmlns:a16="http://schemas.microsoft.com/office/drawing/2014/main" id="{12DFDD77-3A58-72FD-B7F7-3AD9C2D417AC}"/>
                </a:ext>
              </a:extLst>
            </p:cNvPr>
            <p:cNvSpPr/>
            <p:nvPr/>
          </p:nvSpPr>
          <p:spPr>
            <a:xfrm>
              <a:off x="1887920"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11"/>
              </p:custDataLst>
            </p:nvPr>
          </p:nvSpPr>
          <p:spPr>
            <a:xfrm>
              <a:off x="1648306" y="2017726"/>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Jan 2024</a:t>
              </a:r>
              <a:endParaRPr lang="zh-CN" altLang="en-US" sz="1067" b="1" i="1">
                <a:solidFill>
                  <a:schemeClr val="bg1">
                    <a:lumMod val="65000"/>
                  </a:schemeClr>
                </a:solidFill>
                <a:ea typeface="等线" panose="02010600030101010101" pitchFamily="2" charset="-122"/>
              </a:endParaRP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9" name="组合 8">
            <a:extLst>
              <a:ext uri="{FF2B5EF4-FFF2-40B4-BE49-F238E27FC236}">
                <a16:creationId xmlns:a16="http://schemas.microsoft.com/office/drawing/2014/main" id="{3F6E6A80-BF13-9FBC-3114-303CF15A03D3}"/>
              </a:ext>
            </a:extLst>
          </p:cNvPr>
          <p:cNvGrpSpPr/>
          <p:nvPr/>
        </p:nvGrpSpPr>
        <p:grpSpPr>
          <a:xfrm>
            <a:off x="5346300" y="2073543"/>
            <a:ext cx="911147" cy="730961"/>
            <a:chOff x="4263715" y="2099832"/>
            <a:chExt cx="911147" cy="730961"/>
          </a:xfrm>
        </p:grpSpPr>
        <p:sp>
          <p:nvSpPr>
            <p:cNvPr id="264" name="Rectangle 55">
              <a:extLst>
                <a:ext uri="{FF2B5EF4-FFF2-40B4-BE49-F238E27FC236}">
                  <a16:creationId xmlns:a16="http://schemas.microsoft.com/office/drawing/2014/main" id="{AA8BE26C-62F1-CD5B-D05C-AB261F53C0FC}"/>
                </a:ext>
              </a:extLst>
            </p:cNvPr>
            <p:cNvSpPr/>
            <p:nvPr/>
          </p:nvSpPr>
          <p:spPr>
            <a:xfrm>
              <a:off x="4552797" y="2574247"/>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10"/>
              </p:custDataLst>
            </p:nvPr>
          </p:nvSpPr>
          <p:spPr>
            <a:xfrm>
              <a:off x="4263715"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465929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75" name="Star: 4 Points 143">
            <a:extLst>
              <a:ext uri="{FF2B5EF4-FFF2-40B4-BE49-F238E27FC236}">
                <a16:creationId xmlns:a16="http://schemas.microsoft.com/office/drawing/2014/main" id="{4976117C-AB79-0329-8477-BA267FEC5A0D}"/>
              </a:ext>
            </a:extLst>
          </p:cNvPr>
          <p:cNvSpPr/>
          <p:nvPr/>
        </p:nvSpPr>
        <p:spPr bwMode="auto">
          <a:xfrm>
            <a:off x="7397069" y="247593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10" name="组合 9">
            <a:extLst>
              <a:ext uri="{FF2B5EF4-FFF2-40B4-BE49-F238E27FC236}">
                <a16:creationId xmlns:a16="http://schemas.microsoft.com/office/drawing/2014/main" id="{FD0A1137-469F-BD38-0013-2AC76D7EB7B4}"/>
              </a:ext>
            </a:extLst>
          </p:cNvPr>
          <p:cNvGrpSpPr/>
          <p:nvPr/>
        </p:nvGrpSpPr>
        <p:grpSpPr>
          <a:xfrm>
            <a:off x="1300864" y="4163529"/>
            <a:ext cx="910164" cy="722963"/>
            <a:chOff x="2690175" y="4172897"/>
            <a:chExt cx="910164" cy="722963"/>
          </a:xfrm>
        </p:grpSpPr>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9"/>
              </p:custDataLst>
            </p:nvPr>
          </p:nvSpPr>
          <p:spPr>
            <a:xfrm>
              <a:off x="2690175" y="4172897"/>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Mar 2024</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A0D8EFB-CB41-84C8-BA95-775353EDE6C7}"/>
                </a:ext>
              </a:extLst>
            </p:cNvPr>
            <p:cNvSpPr/>
            <p:nvPr/>
          </p:nvSpPr>
          <p:spPr>
            <a:xfrm>
              <a:off x="2937350" y="4639315"/>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8C066891-4871-1004-4C87-7F9BB34F324F}"/>
                </a:ext>
              </a:extLst>
            </p:cNvPr>
            <p:cNvSpPr/>
            <p:nvPr/>
          </p:nvSpPr>
          <p:spPr bwMode="auto">
            <a:xfrm>
              <a:off x="3067259"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92" name="Rectangle 100">
            <a:extLst>
              <a:ext uri="{FF2B5EF4-FFF2-40B4-BE49-F238E27FC236}">
                <a16:creationId xmlns:a16="http://schemas.microsoft.com/office/drawing/2014/main" id="{A8545B9F-DCAA-91A5-DA84-03B59F216C07}"/>
              </a:ext>
            </a:extLst>
          </p:cNvPr>
          <p:cNvSpPr/>
          <p:nvPr/>
        </p:nvSpPr>
        <p:spPr>
          <a:xfrm>
            <a:off x="7855633" y="2053666"/>
            <a:ext cx="946093"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Mar 3 2027</a:t>
            </a:r>
            <a:endParaRPr lang="en-US" altLang="zh-CN" sz="1067" b="1">
              <a:solidFill>
                <a:srgbClr val="44546A"/>
              </a:solidFill>
              <a:ea typeface="等线" panose="02010600030101010101" pitchFamily="2" charset="-122"/>
              <a:cs typeface="Calibri" panose="020F0502020204030204" pitchFamily="34" charset="0"/>
            </a:endParaRPr>
          </a:p>
        </p:txBody>
      </p:sp>
      <p:sp>
        <p:nvSpPr>
          <p:cNvPr id="291" name="Rectangle 55">
            <a:extLst>
              <a:ext uri="{FF2B5EF4-FFF2-40B4-BE49-F238E27FC236}">
                <a16:creationId xmlns:a16="http://schemas.microsoft.com/office/drawing/2014/main" id="{0BA97211-4455-8EFF-7A42-4DA7754F9344}"/>
              </a:ext>
            </a:extLst>
          </p:cNvPr>
          <p:cNvSpPr/>
          <p:nvPr/>
        </p:nvSpPr>
        <p:spPr>
          <a:xfrm>
            <a:off x="8145037" y="2563974"/>
            <a:ext cx="45717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7" name="Rectangle 100">
            <a:extLst>
              <a:ext uri="{FF2B5EF4-FFF2-40B4-BE49-F238E27FC236}">
                <a16:creationId xmlns:a16="http://schemas.microsoft.com/office/drawing/2014/main" id="{B95ACA1E-10C2-F783-D1D8-EBE68B344864}"/>
              </a:ext>
            </a:extLst>
          </p:cNvPr>
          <p:cNvSpPr/>
          <p:nvPr/>
        </p:nvSpPr>
        <p:spPr>
          <a:xfrm>
            <a:off x="8711419" y="2053666"/>
            <a:ext cx="764954"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Jul 2027</a:t>
            </a:r>
          </a:p>
        </p:txBody>
      </p:sp>
      <p:sp>
        <p:nvSpPr>
          <p:cNvPr id="298" name="五角星 55">
            <a:extLst>
              <a:ext uri="{FF2B5EF4-FFF2-40B4-BE49-F238E27FC236}">
                <a16:creationId xmlns:a16="http://schemas.microsoft.com/office/drawing/2014/main" id="{E1BCA551-D523-7A9A-D3C4-37972EE8C8C6}"/>
              </a:ext>
            </a:extLst>
          </p:cNvPr>
          <p:cNvSpPr>
            <a:spLocks/>
          </p:cNvSpPr>
          <p:nvPr/>
        </p:nvSpPr>
        <p:spPr bwMode="auto">
          <a:xfrm>
            <a:off x="8181811" y="2380698"/>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96" name="Rectangle 55">
            <a:extLst>
              <a:ext uri="{FF2B5EF4-FFF2-40B4-BE49-F238E27FC236}">
                <a16:creationId xmlns:a16="http://schemas.microsoft.com/office/drawing/2014/main" id="{E4AE6314-E81A-72ED-C6B9-98CBCB72AF96}"/>
              </a:ext>
            </a:extLst>
          </p:cNvPr>
          <p:cNvSpPr/>
          <p:nvPr/>
        </p:nvSpPr>
        <p:spPr>
          <a:xfrm>
            <a:off x="8872174" y="2563974"/>
            <a:ext cx="466794"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app.</a:t>
            </a:r>
            <a:endParaRPr lang="zh-CN" altLang="en-US" sz="1067" b="1">
              <a:solidFill>
                <a:srgbClr val="44546A"/>
              </a:solidFill>
              <a:ea typeface="等线" panose="02010600030101010101" pitchFamily="2" charset="-122"/>
              <a:cs typeface="Calibri" panose="020F0502020204030204" pitchFamily="34" charset="0"/>
            </a:endParaRPr>
          </a:p>
        </p:txBody>
      </p:sp>
      <p:sp>
        <p:nvSpPr>
          <p:cNvPr id="307" name="Rectangle 100">
            <a:extLst>
              <a:ext uri="{FF2B5EF4-FFF2-40B4-BE49-F238E27FC236}">
                <a16:creationId xmlns:a16="http://schemas.microsoft.com/office/drawing/2014/main" id="{0438AC28-0BEB-F709-E6E5-9A6B7058A5EE}"/>
              </a:ext>
            </a:extLst>
          </p:cNvPr>
          <p:cNvSpPr/>
          <p:nvPr/>
        </p:nvSpPr>
        <p:spPr>
          <a:xfrm>
            <a:off x="10244653" y="4088172"/>
            <a:ext cx="798617"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Apr 2028</a:t>
            </a:r>
          </a:p>
        </p:txBody>
      </p:sp>
      <p:sp>
        <p:nvSpPr>
          <p:cNvPr id="306" name="Rectangle 55">
            <a:extLst>
              <a:ext uri="{FF2B5EF4-FFF2-40B4-BE49-F238E27FC236}">
                <a16:creationId xmlns:a16="http://schemas.microsoft.com/office/drawing/2014/main" id="{6CDD8DCF-8938-FB98-99E0-A72D2275BA89}"/>
              </a:ext>
            </a:extLst>
          </p:cNvPr>
          <p:cNvSpPr/>
          <p:nvPr/>
        </p:nvSpPr>
        <p:spPr>
          <a:xfrm>
            <a:off x="10399145" y="4580229"/>
            <a:ext cx="466794"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app.</a:t>
            </a:r>
            <a:endParaRPr lang="zh-CN" altLang="en-US" sz="1067" b="1">
              <a:solidFill>
                <a:srgbClr val="44546A"/>
              </a:solidFill>
              <a:ea typeface="等线" panose="02010600030101010101" pitchFamily="2" charset="-122"/>
              <a:cs typeface="Calibri" panose="020F0502020204030204" pitchFamily="34" charset="0"/>
            </a:endParaRPr>
          </a:p>
        </p:txBody>
      </p:sp>
      <p:sp>
        <p:nvSpPr>
          <p:cNvPr id="310" name="文本框 160">
            <a:extLst>
              <a:ext uri="{FF2B5EF4-FFF2-40B4-BE49-F238E27FC236}">
                <a16:creationId xmlns:a16="http://schemas.microsoft.com/office/drawing/2014/main" id="{B945789E-8D4A-73F5-7A7E-613CACEA0B39}"/>
              </a:ext>
            </a:extLst>
          </p:cNvPr>
          <p:cNvSpPr txBox="1"/>
          <p:nvPr/>
        </p:nvSpPr>
        <p:spPr>
          <a:xfrm>
            <a:off x="7824037" y="2877020"/>
            <a:ext cx="4084557" cy="465518"/>
          </a:xfrm>
          <a:prstGeom prst="roundRect">
            <a:avLst/>
          </a:prstGeom>
          <a:noFill/>
          <a:ln>
            <a:solidFill>
              <a:srgbClr val="076D7E"/>
            </a:solidFill>
            <a:prstDash val="lgDash"/>
          </a:ln>
        </p:spPr>
        <p:txBody>
          <a:bodyPr wrap="square" rtlCol="0">
            <a:spAutoFit/>
          </a:bodyPr>
          <a:lstStyle/>
          <a:p>
            <a:pPr marL="171450" indent="-171450" defTabSz="1219170">
              <a:spcAft>
                <a:spcPts val="267"/>
              </a:spcAft>
              <a:buFont typeface="Arial" panose="020B0604020202020204" pitchFamily="34" charset="0"/>
              <a:buChar char="•"/>
              <a:defRPr/>
            </a:pPr>
            <a:r>
              <a:rPr lang="en-US" altLang="zh-CN" sz="1067" i="1">
                <a:solidFill>
                  <a:schemeClr val="bg2"/>
                </a:solidFill>
                <a:cs typeface="Calibri" panose="020F0502020204030204" pitchFamily="34" charset="0"/>
              </a:rPr>
              <a:t>PMA (Plan Meeting A) will take place during Apr 22 to 23, 2026.</a:t>
            </a:r>
          </a:p>
        </p:txBody>
      </p:sp>
      <p:sp>
        <p:nvSpPr>
          <p:cNvPr id="312" name="文本框 160">
            <a:extLst>
              <a:ext uri="{FF2B5EF4-FFF2-40B4-BE49-F238E27FC236}">
                <a16:creationId xmlns:a16="http://schemas.microsoft.com/office/drawing/2014/main" id="{B30F5C3A-64C8-05AC-FCE8-FDB49B2526AD}"/>
              </a:ext>
            </a:extLst>
          </p:cNvPr>
          <p:cNvSpPr txBox="1"/>
          <p:nvPr/>
        </p:nvSpPr>
        <p:spPr>
          <a:xfrm>
            <a:off x="7486756" y="5089646"/>
            <a:ext cx="4473394" cy="589595"/>
          </a:xfrm>
          <a:prstGeom prst="roundRect">
            <a:avLst/>
          </a:prstGeom>
          <a:noFill/>
          <a:ln>
            <a:solidFill>
              <a:srgbClr val="076D7E"/>
            </a:solidFill>
            <a:prstDash val="lgDash"/>
          </a:ln>
        </p:spPr>
        <p:txBody>
          <a:bodyPr wrap="square" rtlCol="0">
            <a:spAutoFit/>
          </a:bodyPr>
          <a:lstStyle/>
          <a:p>
            <a:pPr marL="171450" indent="-171450" defTabSz="1219170">
              <a:lnSpc>
                <a:spcPct val="140000"/>
              </a:lnSpc>
              <a:spcAft>
                <a:spcPts val="267"/>
              </a:spcAft>
              <a:buFont typeface="Arial" panose="020B0604020202020204" pitchFamily="34" charset="0"/>
              <a:buChar char="•"/>
              <a:defRPr/>
            </a:pPr>
            <a:r>
              <a:rPr lang="en-US" altLang="zh-CN" sz="1067" i="1">
                <a:solidFill>
                  <a:schemeClr val="bg2"/>
                </a:solidFill>
                <a:cs typeface="Calibri" panose="020F0502020204030204" pitchFamily="34" charset="0"/>
              </a:rPr>
              <a:t>Local needs (e.g. subgroup outputs, post-marketing requirements) will be discussed during PMA.</a:t>
            </a:r>
          </a:p>
        </p:txBody>
      </p:sp>
      <p:pic>
        <p:nvPicPr>
          <p:cNvPr id="318" name="Graphic 317" descr="Flag with solid fill">
            <a:extLst>
              <a:ext uri="{FF2B5EF4-FFF2-40B4-BE49-F238E27FC236}">
                <a16:creationId xmlns:a16="http://schemas.microsoft.com/office/drawing/2014/main" id="{35C90A90-8BE5-3013-C565-FD71B613048B}"/>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472741" y="4381296"/>
            <a:ext cx="210312" cy="210312"/>
          </a:xfrm>
          <a:prstGeom prst="rect">
            <a:avLst/>
          </a:prstGeom>
        </p:spPr>
      </p:pic>
      <p:pic>
        <p:nvPicPr>
          <p:cNvPr id="319" name="Graphic 318" descr="Flag with solid fill">
            <a:extLst>
              <a:ext uri="{FF2B5EF4-FFF2-40B4-BE49-F238E27FC236}">
                <a16:creationId xmlns:a16="http://schemas.microsoft.com/office/drawing/2014/main" id="{193A42BE-A252-531F-AB70-C614190D45A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9047757" y="2347542"/>
            <a:ext cx="210312" cy="210312"/>
          </a:xfrm>
          <a:prstGeom prst="rect">
            <a:avLst/>
          </a:prstGeom>
        </p:spPr>
      </p:pic>
      <p:sp>
        <p:nvSpPr>
          <p:cNvPr id="7" name="文本框 6">
            <a:extLst>
              <a:ext uri="{FF2B5EF4-FFF2-40B4-BE49-F238E27FC236}">
                <a16:creationId xmlns:a16="http://schemas.microsoft.com/office/drawing/2014/main" id="{FFF6BA79-3C79-88B2-5FCE-4412B2515951}"/>
              </a:ext>
            </a:extLst>
          </p:cNvPr>
          <p:cNvSpPr txBox="1"/>
          <p:nvPr/>
        </p:nvSpPr>
        <p:spPr bwMode="gray">
          <a:xfrm>
            <a:off x="2214488" y="6374900"/>
            <a:ext cx="7799189" cy="253916"/>
          </a:xfrm>
          <a:prstGeom prst="rect">
            <a:avLst/>
          </a:prstGeom>
          <a:noFill/>
        </p:spPr>
        <p:txBody>
          <a:bodyPr wrap="square">
            <a:spAutoFit/>
          </a:bodyPr>
          <a:lstStyle/>
          <a:p>
            <a:r>
              <a:rPr lang="en-US" altLang="zh-CN" sz="900"/>
              <a:t> </a:t>
            </a:r>
            <a:r>
              <a:rPr lang="en-US" altLang="zh-CN" sz="1050">
                <a:solidFill>
                  <a:schemeClr val="accent1"/>
                </a:solidFill>
              </a:rPr>
              <a:t>* </a:t>
            </a:r>
            <a:r>
              <a:rPr lang="en-US" altLang="zh-CN" sz="900">
                <a:solidFill>
                  <a:schemeClr val="accent1"/>
                </a:solidFill>
              </a:rPr>
              <a:t>1L NDA based on 12-month review period</a:t>
            </a:r>
            <a:endParaRPr lang="zh-CN" altLang="en-US" sz="900"/>
          </a:p>
        </p:txBody>
      </p:sp>
      <p:sp>
        <p:nvSpPr>
          <p:cNvPr id="8" name="TextBox 64">
            <a:extLst>
              <a:ext uri="{FF2B5EF4-FFF2-40B4-BE49-F238E27FC236}">
                <a16:creationId xmlns:a16="http://schemas.microsoft.com/office/drawing/2014/main" id="{122ED886-F0F4-241E-FCFD-09FA730D8FCD}"/>
              </a:ext>
            </a:extLst>
          </p:cNvPr>
          <p:cNvSpPr txBox="1"/>
          <p:nvPr/>
        </p:nvSpPr>
        <p:spPr>
          <a:xfrm>
            <a:off x="3363" y="4597011"/>
            <a:ext cx="1337645"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1479-0008</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LUNG-2</a:t>
            </a:r>
          </a:p>
        </p:txBody>
      </p:sp>
      <p:grpSp>
        <p:nvGrpSpPr>
          <p:cNvPr id="11" name="组合 10">
            <a:extLst>
              <a:ext uri="{FF2B5EF4-FFF2-40B4-BE49-F238E27FC236}">
                <a16:creationId xmlns:a16="http://schemas.microsoft.com/office/drawing/2014/main" id="{ADF7695E-7698-DBB2-A675-2BE9A1AB0354}"/>
              </a:ext>
            </a:extLst>
          </p:cNvPr>
          <p:cNvGrpSpPr/>
          <p:nvPr/>
        </p:nvGrpSpPr>
        <p:grpSpPr>
          <a:xfrm>
            <a:off x="5313023" y="4212802"/>
            <a:ext cx="911147" cy="730961"/>
            <a:chOff x="4263715" y="2099832"/>
            <a:chExt cx="911147" cy="730961"/>
          </a:xfrm>
        </p:grpSpPr>
        <p:sp>
          <p:nvSpPr>
            <p:cNvPr id="12" name="Rectangle 55">
              <a:extLst>
                <a:ext uri="{FF2B5EF4-FFF2-40B4-BE49-F238E27FC236}">
                  <a16:creationId xmlns:a16="http://schemas.microsoft.com/office/drawing/2014/main" id="{28550195-7FAF-7228-FF1A-B6DBFC5C27A2}"/>
                </a:ext>
              </a:extLst>
            </p:cNvPr>
            <p:cNvSpPr/>
            <p:nvPr/>
          </p:nvSpPr>
          <p:spPr>
            <a:xfrm>
              <a:off x="4552797" y="2574247"/>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13" name="OTLSHAPE_T_e17f3958430f4cff8650518c93c7635e_StartDate">
              <a:extLst>
                <a:ext uri="{FF2B5EF4-FFF2-40B4-BE49-F238E27FC236}">
                  <a16:creationId xmlns:a16="http://schemas.microsoft.com/office/drawing/2014/main" id="{AF5506FC-CCC8-5B7D-E05B-5BCBBBF9BF24}"/>
                </a:ext>
              </a:extLst>
            </p:cNvPr>
            <p:cNvSpPr txBox="1"/>
            <p:nvPr>
              <p:custDataLst>
                <p:tags r:id="rId8"/>
              </p:custDataLst>
            </p:nvPr>
          </p:nvSpPr>
          <p:spPr>
            <a:xfrm>
              <a:off x="4263715"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4" name="Star: 4 Points 143">
              <a:extLst>
                <a:ext uri="{FF2B5EF4-FFF2-40B4-BE49-F238E27FC236}">
                  <a16:creationId xmlns:a16="http://schemas.microsoft.com/office/drawing/2014/main" id="{05DD4129-5F6C-612E-3BF1-26ECB7032906}"/>
                </a:ext>
              </a:extLst>
            </p:cNvPr>
            <p:cNvSpPr/>
            <p:nvPr/>
          </p:nvSpPr>
          <p:spPr bwMode="auto">
            <a:xfrm>
              <a:off x="465929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15" name="Rectangle 55">
            <a:extLst>
              <a:ext uri="{FF2B5EF4-FFF2-40B4-BE49-F238E27FC236}">
                <a16:creationId xmlns:a16="http://schemas.microsoft.com/office/drawing/2014/main" id="{FCBFF1A6-4609-9AD8-9D9D-20F41E232008}"/>
              </a:ext>
            </a:extLst>
          </p:cNvPr>
          <p:cNvSpPr/>
          <p:nvPr/>
        </p:nvSpPr>
        <p:spPr>
          <a:xfrm>
            <a:off x="7229116" y="4666676"/>
            <a:ext cx="47000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TLR </a:t>
            </a:r>
            <a:endParaRPr lang="zh-CN" altLang="en-US" sz="1067" b="1">
              <a:solidFill>
                <a:srgbClr val="44546A"/>
              </a:solidFill>
              <a:ea typeface="等线" panose="02010600030101010101" pitchFamily="2" charset="-122"/>
              <a:cs typeface="Calibri" panose="020F0502020204030204" pitchFamily="34" charset="0"/>
            </a:endParaRPr>
          </a:p>
        </p:txBody>
      </p:sp>
      <p:sp>
        <p:nvSpPr>
          <p:cNvPr id="16" name="OTLSHAPE_T_e17f3958430f4cff8650518c93c7635e_StartDate">
            <a:extLst>
              <a:ext uri="{FF2B5EF4-FFF2-40B4-BE49-F238E27FC236}">
                <a16:creationId xmlns:a16="http://schemas.microsoft.com/office/drawing/2014/main" id="{DF00675B-B96C-FA4A-8A8B-8A1566CBDC9F}"/>
              </a:ext>
            </a:extLst>
          </p:cNvPr>
          <p:cNvSpPr txBox="1"/>
          <p:nvPr>
            <p:custDataLst>
              <p:tags r:id="rId6"/>
            </p:custDataLst>
          </p:nvPr>
        </p:nvSpPr>
        <p:spPr>
          <a:xfrm>
            <a:off x="7152502" y="4132870"/>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Nov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7" name="Star: 4 Points 143">
            <a:extLst>
              <a:ext uri="{FF2B5EF4-FFF2-40B4-BE49-F238E27FC236}">
                <a16:creationId xmlns:a16="http://schemas.microsoft.com/office/drawing/2014/main" id="{B20CAA54-B8C3-7DB5-43D1-64A64581C40A}"/>
              </a:ext>
            </a:extLst>
          </p:cNvPr>
          <p:cNvSpPr/>
          <p:nvPr/>
        </p:nvSpPr>
        <p:spPr bwMode="auto">
          <a:xfrm>
            <a:off x="7361835" y="456870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8" name="Rectangle 100">
            <a:extLst>
              <a:ext uri="{FF2B5EF4-FFF2-40B4-BE49-F238E27FC236}">
                <a16:creationId xmlns:a16="http://schemas.microsoft.com/office/drawing/2014/main" id="{59858826-2EDD-C7FA-3FF2-92A90CB69BC5}"/>
              </a:ext>
            </a:extLst>
          </p:cNvPr>
          <p:cNvSpPr/>
          <p:nvPr/>
        </p:nvSpPr>
        <p:spPr>
          <a:xfrm>
            <a:off x="8157618" y="4107251"/>
            <a:ext cx="914033"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Apr 2 2027</a:t>
            </a:r>
            <a:endParaRPr lang="en-US" altLang="zh-CN" sz="1067" b="1">
              <a:solidFill>
                <a:srgbClr val="44546A"/>
              </a:solidFill>
              <a:ea typeface="等线" panose="02010600030101010101" pitchFamily="2" charset="-122"/>
              <a:cs typeface="Calibri" panose="020F0502020204030204" pitchFamily="34" charset="0"/>
            </a:endParaRPr>
          </a:p>
        </p:txBody>
      </p:sp>
      <p:sp>
        <p:nvSpPr>
          <p:cNvPr id="19" name="Rectangle 55">
            <a:extLst>
              <a:ext uri="{FF2B5EF4-FFF2-40B4-BE49-F238E27FC236}">
                <a16:creationId xmlns:a16="http://schemas.microsoft.com/office/drawing/2014/main" id="{FC1C71C8-E5F5-AE7A-02ED-6FD511D5876D}"/>
              </a:ext>
            </a:extLst>
          </p:cNvPr>
          <p:cNvSpPr/>
          <p:nvPr/>
        </p:nvSpPr>
        <p:spPr>
          <a:xfrm>
            <a:off x="8341800" y="4616548"/>
            <a:ext cx="45717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0" name="五角星 55">
            <a:extLst>
              <a:ext uri="{FF2B5EF4-FFF2-40B4-BE49-F238E27FC236}">
                <a16:creationId xmlns:a16="http://schemas.microsoft.com/office/drawing/2014/main" id="{472F5D94-08B5-1911-DFE0-1E23E5D424D1}"/>
              </a:ext>
            </a:extLst>
          </p:cNvPr>
          <p:cNvSpPr>
            <a:spLocks/>
          </p:cNvSpPr>
          <p:nvPr/>
        </p:nvSpPr>
        <p:spPr bwMode="auto">
          <a:xfrm>
            <a:off x="8467766" y="4434283"/>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nvGrpSpPr>
          <p:cNvPr id="3" name="Group 62">
            <a:extLst>
              <a:ext uri="{FF2B5EF4-FFF2-40B4-BE49-F238E27FC236}">
                <a16:creationId xmlns:a16="http://schemas.microsoft.com/office/drawing/2014/main" id="{24B4F33B-4A81-77B0-534E-7C8A968BEDCC}"/>
              </a:ext>
            </a:extLst>
          </p:cNvPr>
          <p:cNvGrpSpPr/>
          <p:nvPr/>
        </p:nvGrpSpPr>
        <p:grpSpPr>
          <a:xfrm>
            <a:off x="5926604" y="626505"/>
            <a:ext cx="546747" cy="6134718"/>
            <a:chOff x="1371103" y="1057179"/>
            <a:chExt cx="546747" cy="4601037"/>
          </a:xfrm>
        </p:grpSpPr>
        <p:cxnSp>
          <p:nvCxnSpPr>
            <p:cNvPr id="4" name="Straight Connector 63">
              <a:extLst>
                <a:ext uri="{FF2B5EF4-FFF2-40B4-BE49-F238E27FC236}">
                  <a16:creationId xmlns:a16="http://schemas.microsoft.com/office/drawing/2014/main" id="{8C326948-1F9A-7646-BD57-F0F4A1AACC03}"/>
                </a:ext>
              </a:extLst>
            </p:cNvPr>
            <p:cNvCxnSpPr>
              <a:cxnSpLocks/>
            </p:cNvCxnSpPr>
            <p:nvPr/>
          </p:nvCxnSpPr>
          <p:spPr bwMode="auto">
            <a:xfrm flipV="1">
              <a:off x="1628870"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1" name="OTLSHAPE_T_e17f3958430f4cff8650518c93c7635e_StartDate">
              <a:extLst>
                <a:ext uri="{FF2B5EF4-FFF2-40B4-BE49-F238E27FC236}">
                  <a16:creationId xmlns:a16="http://schemas.microsoft.com/office/drawing/2014/main" id="{8504375B-229C-8A6B-BC3D-C73291B6FA4E}"/>
                </a:ext>
              </a:extLst>
            </p:cNvPr>
            <p:cNvSpPr txBox="1"/>
            <p:nvPr>
              <p:custDataLst>
                <p:tags r:id="rId7"/>
              </p:custDataLst>
            </p:nvPr>
          </p:nvSpPr>
          <p:spPr>
            <a:xfrm>
              <a:off x="1371103"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Tree>
    <p:extLst>
      <p:ext uri="{BB962C8B-B14F-4D97-AF65-F5344CB8AC3E}">
        <p14:creationId xmlns:p14="http://schemas.microsoft.com/office/powerpoint/2010/main" val="1686815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C6537D-18E6-FC1E-2883-3E97264D4C9B}"/>
              </a:ext>
            </a:extLst>
          </p:cNvPr>
          <p:cNvSpPr>
            <a:spLocks noGrp="1"/>
          </p:cNvSpPr>
          <p:nvPr>
            <p:ph type="title"/>
          </p:nvPr>
        </p:nvSpPr>
        <p:spPr/>
        <p:txBody>
          <a:bodyPr/>
          <a:lstStyle/>
          <a:p>
            <a:r>
              <a:rPr lang="en-US" altLang="zh-CN"/>
              <a:t>HER2 Non-TKD Mutant Population</a:t>
            </a:r>
            <a:br>
              <a:rPr lang="en-US" altLang="zh-CN"/>
            </a:br>
            <a:r>
              <a:rPr lang="en-US" altLang="zh-CN" sz="2000"/>
              <a:t>2L NSCLC AA Post Marketing Requirement in China</a:t>
            </a:r>
            <a:endParaRPr lang="zh-CN" altLang="en-US"/>
          </a:p>
        </p:txBody>
      </p:sp>
      <p:sp>
        <p:nvSpPr>
          <p:cNvPr id="4" name="灯片编号占位符 3">
            <a:extLst>
              <a:ext uri="{FF2B5EF4-FFF2-40B4-BE49-F238E27FC236}">
                <a16:creationId xmlns:a16="http://schemas.microsoft.com/office/drawing/2014/main" id="{46DD7E06-A04B-D8BF-A8AE-4F4A6FC3C744}"/>
              </a:ext>
            </a:extLst>
          </p:cNvPr>
          <p:cNvSpPr>
            <a:spLocks noGrp="1"/>
          </p:cNvSpPr>
          <p:nvPr>
            <p:ph type="sldNum" sz="quarter" idx="20"/>
          </p:nvPr>
        </p:nvSpPr>
        <p:spPr/>
        <p:txBody>
          <a:bodyPr/>
          <a:lstStyle/>
          <a:p>
            <a:fld id="{DF4E8F9F-5B1F-4F5B-BE49-3245D8C18D9F}" type="slidenum">
              <a:rPr lang="en-US" smtClean="0"/>
              <a:pPr/>
              <a:t>11</a:t>
            </a:fld>
            <a:endParaRPr lang="en-US"/>
          </a:p>
        </p:txBody>
      </p:sp>
      <p:sp>
        <p:nvSpPr>
          <p:cNvPr id="5" name="标题 1">
            <a:extLst>
              <a:ext uri="{FF2B5EF4-FFF2-40B4-BE49-F238E27FC236}">
                <a16:creationId xmlns:a16="http://schemas.microsoft.com/office/drawing/2014/main" id="{C79EB3C1-F5F8-3682-89DD-34F3646B48F4}"/>
              </a:ext>
            </a:extLst>
          </p:cNvPr>
          <p:cNvSpPr txBox="1">
            <a:spLocks/>
          </p:cNvSpPr>
          <p:nvPr/>
        </p:nvSpPr>
        <p:spPr bwMode="gray">
          <a:xfrm>
            <a:off x="821579" y="1608146"/>
            <a:ext cx="4644273" cy="72000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a:t>Global  Status</a:t>
            </a:r>
            <a:endParaRPr lang="zh-CN" altLang="en-US"/>
          </a:p>
        </p:txBody>
      </p:sp>
      <p:sp>
        <p:nvSpPr>
          <p:cNvPr id="6" name="内容占位符 2">
            <a:extLst>
              <a:ext uri="{FF2B5EF4-FFF2-40B4-BE49-F238E27FC236}">
                <a16:creationId xmlns:a16="http://schemas.microsoft.com/office/drawing/2014/main" id="{CD8DB48B-43BD-373E-5B3E-6A484B1992A8}"/>
              </a:ext>
            </a:extLst>
          </p:cNvPr>
          <p:cNvSpPr txBox="1">
            <a:spLocks/>
          </p:cNvSpPr>
          <p:nvPr/>
        </p:nvSpPr>
        <p:spPr>
          <a:xfrm>
            <a:off x="629012" y="2219816"/>
            <a:ext cx="4949855" cy="3276858"/>
          </a:xfrm>
          <a:prstGeom prst="rect">
            <a:avLst/>
          </a:prstGeom>
        </p:spPr>
        <p:txBody>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r>
              <a:rPr lang="en-US" altLang="zh-CN"/>
              <a:t>The pre-</a:t>
            </a:r>
            <a:r>
              <a:rPr lang="en-US" altLang="zh-CN" err="1"/>
              <a:t>sNDA</a:t>
            </a:r>
            <a:r>
              <a:rPr lang="en-US" altLang="zh-CN"/>
              <a:t>/Type B meeting package for </a:t>
            </a:r>
            <a:r>
              <a:rPr lang="en-US" altLang="zh-CN" err="1"/>
              <a:t>zongertinib</a:t>
            </a:r>
            <a:r>
              <a:rPr lang="en-US" altLang="zh-CN"/>
              <a:t> (Cohort 3/non-TKD) was submitted to the FDA on April 1, 2026.  </a:t>
            </a:r>
          </a:p>
          <a:p>
            <a:r>
              <a:rPr lang="en-US" altLang="zh-CN"/>
              <a:t>This Type B Meeting was granted, by the FDA, as a teleconference for May 5, 2026. </a:t>
            </a:r>
          </a:p>
          <a:p>
            <a:r>
              <a:rPr lang="en-US" altLang="zh-CN"/>
              <a:t>Need to align within global brand team</a:t>
            </a:r>
          </a:p>
          <a:p>
            <a:r>
              <a:rPr lang="en-US" altLang="zh-CN"/>
              <a:t>Will keep China team posted</a:t>
            </a:r>
          </a:p>
        </p:txBody>
      </p:sp>
      <p:sp>
        <p:nvSpPr>
          <p:cNvPr id="7" name="标题 1">
            <a:extLst>
              <a:ext uri="{FF2B5EF4-FFF2-40B4-BE49-F238E27FC236}">
                <a16:creationId xmlns:a16="http://schemas.microsoft.com/office/drawing/2014/main" id="{124AE31B-A537-84B9-658A-53F6333097B1}"/>
              </a:ext>
            </a:extLst>
          </p:cNvPr>
          <p:cNvSpPr txBox="1">
            <a:spLocks/>
          </p:cNvSpPr>
          <p:nvPr/>
        </p:nvSpPr>
        <p:spPr bwMode="gray">
          <a:xfrm>
            <a:off x="6980678" y="1608146"/>
            <a:ext cx="4270646" cy="720000"/>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en-US" altLang="zh-CN"/>
              <a:t>China Status</a:t>
            </a:r>
            <a:endParaRPr lang="zh-CN" altLang="en-US"/>
          </a:p>
        </p:txBody>
      </p:sp>
      <p:sp>
        <p:nvSpPr>
          <p:cNvPr id="8" name="内容占位符 2">
            <a:extLst>
              <a:ext uri="{FF2B5EF4-FFF2-40B4-BE49-F238E27FC236}">
                <a16:creationId xmlns:a16="http://schemas.microsoft.com/office/drawing/2014/main" id="{D1486360-1B59-D062-8AB7-2246C78CF0AC}"/>
              </a:ext>
            </a:extLst>
          </p:cNvPr>
          <p:cNvSpPr txBox="1">
            <a:spLocks/>
          </p:cNvSpPr>
          <p:nvPr/>
        </p:nvSpPr>
        <p:spPr>
          <a:xfrm>
            <a:off x="6861582" y="2219816"/>
            <a:ext cx="4508839" cy="2814521"/>
          </a:xfrm>
          <a:prstGeom prst="rect">
            <a:avLst/>
          </a:prstGeom>
        </p:spPr>
        <p:txBody>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r>
              <a:rPr lang="en-US" altLang="zh-CN"/>
              <a:t>China local team prefer to re-open Cohort 3 and the local position has been discussed with global team</a:t>
            </a:r>
          </a:p>
          <a:p>
            <a:r>
              <a:rPr lang="en-US" altLang="zh-CN">
                <a:solidFill>
                  <a:schemeClr val="accent2">
                    <a:lumMod val="75000"/>
                  </a:schemeClr>
                </a:solidFill>
              </a:rPr>
              <a:t>Briefing book for pre-IND meeting is under reviewing by global team and local CEC members.</a:t>
            </a:r>
            <a:r>
              <a:rPr lang="en-US" altLang="zh-CN"/>
              <a:t> Will submit the meeting request after FDA feedback received (May/Jun, 2026).</a:t>
            </a:r>
          </a:p>
        </p:txBody>
      </p:sp>
    </p:spTree>
    <p:extLst>
      <p:ext uri="{BB962C8B-B14F-4D97-AF65-F5344CB8AC3E}">
        <p14:creationId xmlns:p14="http://schemas.microsoft.com/office/powerpoint/2010/main" val="3727572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444189" y="282289"/>
            <a:ext cx="11233151" cy="720000"/>
          </a:xfrm>
        </p:spPr>
        <p:txBody>
          <a:bodyPr/>
          <a:lstStyle/>
          <a:p>
            <a:r>
              <a:rPr lang="en-US" altLang="zh-CN" sz="2400" i="1" err="1">
                <a:solidFill>
                  <a:schemeClr val="tx1"/>
                </a:solidFill>
                <a:latin typeface="+mn-lt"/>
              </a:rPr>
              <a:t>Zongertinib</a:t>
            </a:r>
            <a:r>
              <a:rPr lang="en-US" altLang="zh-CN" sz="2400" i="1">
                <a:solidFill>
                  <a:schemeClr val="tx1"/>
                </a:solidFill>
                <a:latin typeface="+mn-lt"/>
              </a:rPr>
              <a:t> (HERNEXEOS®) – Adjunctive NSCLC Development Plan </a:t>
            </a:r>
            <a:endParaRPr lang="zh-CN" altLang="en-US" sz="2400" i="1">
              <a:solidFill>
                <a:schemeClr val="tx1"/>
              </a:solidFill>
              <a:latin typeface="+mn-lt"/>
            </a:endParaRPr>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12</a:t>
            </a:fld>
            <a:endParaRPr lang="en-US" kern="0">
              <a:solidFill>
                <a:srgbClr val="08312A"/>
              </a:solidFill>
              <a:cs typeface="Arial"/>
              <a:sym typeface="Arial"/>
            </a:endParaRPr>
          </a:p>
        </p:txBody>
      </p:sp>
      <p:sp>
        <p:nvSpPr>
          <p:cNvPr id="240" name="OTLSHAPE_T_5a934a26f311425e8ebaa0f45e6533ad_Shape">
            <a:extLst>
              <a:ext uri="{FF2B5EF4-FFF2-40B4-BE49-F238E27FC236}">
                <a16:creationId xmlns:a16="http://schemas.microsoft.com/office/drawing/2014/main" id="{AFABED3D-6C20-55BF-21A9-EB1C89298B62}"/>
              </a:ext>
            </a:extLst>
          </p:cNvPr>
          <p:cNvSpPr/>
          <p:nvPr>
            <p:custDataLst>
              <p:tags r:id="rId1"/>
            </p:custDataLst>
          </p:nvPr>
        </p:nvSpPr>
        <p:spPr bwMode="auto">
          <a:xfrm>
            <a:off x="8665025" y="2287693"/>
            <a:ext cx="1004304" cy="276282"/>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97280"/>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6231E"/>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6231E"/>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2032</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9183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736946" y="1313531"/>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112419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12DFDD77-3A58-72FD-B7F7-3AD9C2D417AC}"/>
              </a:ext>
            </a:extLst>
          </p:cNvPr>
          <p:cNvSpPr/>
          <p:nvPr/>
        </p:nvSpPr>
        <p:spPr>
          <a:xfrm>
            <a:off x="3063581"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2"/>
            </p:custDataLst>
          </p:nvPr>
        </p:nvSpPr>
        <p:spPr>
          <a:xfrm>
            <a:off x="2783579"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Nov 2025</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3"/>
            </p:custDataLst>
          </p:nvPr>
        </p:nvSpPr>
        <p:spPr bwMode="auto">
          <a:xfrm>
            <a:off x="3251503" y="2273316"/>
            <a:ext cx="5413522" cy="31764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Ph3, N=400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AA8BE26C-62F1-CD5B-D05C-AB261F53C0FC}"/>
              </a:ext>
            </a:extLst>
          </p:cNvPr>
          <p:cNvSpPr/>
          <p:nvPr/>
        </p:nvSpPr>
        <p:spPr>
          <a:xfrm>
            <a:off x="8478057" y="2530106"/>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4"/>
            </p:custDataLst>
          </p:nvPr>
        </p:nvSpPr>
        <p:spPr>
          <a:xfrm>
            <a:off x="8056714" y="2097266"/>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Nov 2029</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8" name="Rectangle 55">
            <a:extLst>
              <a:ext uri="{FF2B5EF4-FFF2-40B4-BE49-F238E27FC236}">
                <a16:creationId xmlns:a16="http://schemas.microsoft.com/office/drawing/2014/main" id="{75A0DA48-F1F2-A864-01F6-DFDFDEBA525F}"/>
              </a:ext>
            </a:extLst>
          </p:cNvPr>
          <p:cNvSpPr/>
          <p:nvPr/>
        </p:nvSpPr>
        <p:spPr>
          <a:xfrm>
            <a:off x="8800411" y="2538745"/>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9" name="OTLSHAPE_T_e17f3958430f4cff8650518c93c7635e_StartDate">
            <a:extLst>
              <a:ext uri="{FF2B5EF4-FFF2-40B4-BE49-F238E27FC236}">
                <a16:creationId xmlns:a16="http://schemas.microsoft.com/office/drawing/2014/main" id="{6E226F13-FFC7-FBDD-E74C-626F9B58F613}"/>
              </a:ext>
            </a:extLst>
          </p:cNvPr>
          <p:cNvSpPr txBox="1"/>
          <p:nvPr>
            <p:custDataLst>
              <p:tags r:id="rId5"/>
            </p:custDataLst>
          </p:nvPr>
        </p:nvSpPr>
        <p:spPr>
          <a:xfrm>
            <a:off x="9009798" y="2080894"/>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2030</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3170182"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8584557" y="243213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4976117C-AB79-0329-8477-BA267FEC5A0D}"/>
              </a:ext>
            </a:extLst>
          </p:cNvPr>
          <p:cNvSpPr/>
          <p:nvPr/>
        </p:nvSpPr>
        <p:spPr bwMode="auto">
          <a:xfrm>
            <a:off x="9585376" y="247462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92" name="Rectangle 100">
            <a:extLst>
              <a:ext uri="{FF2B5EF4-FFF2-40B4-BE49-F238E27FC236}">
                <a16:creationId xmlns:a16="http://schemas.microsoft.com/office/drawing/2014/main" id="{A8545B9F-DCAA-91A5-DA84-03B59F216C07}"/>
              </a:ext>
            </a:extLst>
          </p:cNvPr>
          <p:cNvSpPr/>
          <p:nvPr/>
        </p:nvSpPr>
        <p:spPr>
          <a:xfrm>
            <a:off x="9710210" y="1968861"/>
            <a:ext cx="530915" cy="420756"/>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Feb</a:t>
            </a:r>
          </a:p>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2031</a:t>
            </a:r>
            <a:endParaRPr lang="en-US" altLang="zh-CN" sz="1067" b="1">
              <a:solidFill>
                <a:srgbClr val="44546A"/>
              </a:solidFill>
              <a:ea typeface="等线" panose="02010600030101010101" pitchFamily="2" charset="-122"/>
              <a:cs typeface="Calibri" panose="020F0502020204030204" pitchFamily="34" charset="0"/>
            </a:endParaRPr>
          </a:p>
        </p:txBody>
      </p:sp>
      <p:sp>
        <p:nvSpPr>
          <p:cNvPr id="291" name="Rectangle 55">
            <a:extLst>
              <a:ext uri="{FF2B5EF4-FFF2-40B4-BE49-F238E27FC236}">
                <a16:creationId xmlns:a16="http://schemas.microsoft.com/office/drawing/2014/main" id="{0BA97211-4455-8EFF-7A42-4DA7754F9344}"/>
              </a:ext>
            </a:extLst>
          </p:cNvPr>
          <p:cNvSpPr/>
          <p:nvPr/>
        </p:nvSpPr>
        <p:spPr>
          <a:xfrm>
            <a:off x="9722510" y="2533884"/>
            <a:ext cx="497252"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7" name="Rectangle 100">
            <a:extLst>
              <a:ext uri="{FF2B5EF4-FFF2-40B4-BE49-F238E27FC236}">
                <a16:creationId xmlns:a16="http://schemas.microsoft.com/office/drawing/2014/main" id="{B95ACA1E-10C2-F783-D1D8-EBE68B344864}"/>
              </a:ext>
            </a:extLst>
          </p:cNvPr>
          <p:cNvSpPr/>
          <p:nvPr/>
        </p:nvSpPr>
        <p:spPr>
          <a:xfrm>
            <a:off x="10166382" y="1968861"/>
            <a:ext cx="530915" cy="420756"/>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Jun</a:t>
            </a:r>
          </a:p>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2031</a:t>
            </a:r>
          </a:p>
        </p:txBody>
      </p:sp>
      <p:sp>
        <p:nvSpPr>
          <p:cNvPr id="298" name="五角星 55">
            <a:extLst>
              <a:ext uri="{FF2B5EF4-FFF2-40B4-BE49-F238E27FC236}">
                <a16:creationId xmlns:a16="http://schemas.microsoft.com/office/drawing/2014/main" id="{E1BCA551-D523-7A9A-D3C4-37972EE8C8C6}"/>
              </a:ext>
            </a:extLst>
          </p:cNvPr>
          <p:cNvSpPr>
            <a:spLocks/>
          </p:cNvSpPr>
          <p:nvPr/>
        </p:nvSpPr>
        <p:spPr bwMode="auto">
          <a:xfrm>
            <a:off x="9921955" y="2360053"/>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96" name="Rectangle 55">
            <a:extLst>
              <a:ext uri="{FF2B5EF4-FFF2-40B4-BE49-F238E27FC236}">
                <a16:creationId xmlns:a16="http://schemas.microsoft.com/office/drawing/2014/main" id="{E4AE6314-E81A-72ED-C6B9-98CBCB72AF96}"/>
              </a:ext>
            </a:extLst>
          </p:cNvPr>
          <p:cNvSpPr/>
          <p:nvPr/>
        </p:nvSpPr>
        <p:spPr>
          <a:xfrm>
            <a:off x="10186574" y="2541795"/>
            <a:ext cx="497251"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app.</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C8F2C67-00D5-1DCB-39B3-4EF7AB6F8831}"/>
              </a:ext>
            </a:extLst>
          </p:cNvPr>
          <p:cNvSpPr/>
          <p:nvPr>
            <p:custDataLst>
              <p:tags r:id="rId6"/>
            </p:custDataLst>
          </p:nvPr>
        </p:nvSpPr>
        <p:spPr bwMode="auto">
          <a:xfrm>
            <a:off x="3613457" y="4305012"/>
            <a:ext cx="5051568" cy="26535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Ph3, N=70</a:t>
            </a:r>
          </a:p>
        </p:txBody>
      </p:sp>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7"/>
            </p:custDataLst>
          </p:nvPr>
        </p:nvSpPr>
        <p:spPr>
          <a:xfrm>
            <a:off x="3374092" y="4104010"/>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5 Jan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8"/>
            </p:custDataLst>
          </p:nvPr>
        </p:nvSpPr>
        <p:spPr bwMode="auto">
          <a:xfrm>
            <a:off x="2697376" y="4311319"/>
            <a:ext cx="901904"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700" b="1">
                <a:solidFill>
                  <a:srgbClr val="000000"/>
                </a:solidFill>
                <a:ea typeface="等线" panose="02010600030101010101" pitchFamily="2" charset="-122"/>
                <a:cs typeface="Calibri" panose="020F0502020204030204" pitchFamily="34" charset="0"/>
              </a:rPr>
              <a:t>CTA Review + EC + HGRAC + 1</a:t>
            </a:r>
            <a:r>
              <a:rPr lang="en-US" altLang="zh-CN" sz="700" b="1" baseline="30000">
                <a:solidFill>
                  <a:srgbClr val="000000"/>
                </a:solidFill>
                <a:ea typeface="等线" panose="02010600030101010101" pitchFamily="2" charset="-122"/>
                <a:cs typeface="Calibri" panose="020F0502020204030204" pitchFamily="34" charset="0"/>
              </a:rPr>
              <a:t>st</a:t>
            </a:r>
            <a:r>
              <a:rPr lang="en-US" altLang="zh-CN" sz="700" b="1">
                <a:solidFill>
                  <a:srgbClr val="000000"/>
                </a:solidFill>
                <a:ea typeface="等线" panose="02010600030101010101" pitchFamily="2" charset="-122"/>
                <a:cs typeface="Calibri" panose="020F0502020204030204" pitchFamily="34" charset="0"/>
              </a:rPr>
              <a:t> SIV</a:t>
            </a:r>
            <a:endParaRPr lang="zh-CN" altLang="en-US" sz="700" b="1">
              <a:solidFill>
                <a:srgbClr val="000000"/>
              </a:solidFill>
              <a:ea typeface="等线" panose="02010600030101010101" pitchFamily="2" charset="-122"/>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9"/>
            </p:custDataLst>
          </p:nvPr>
        </p:nvSpPr>
        <p:spPr>
          <a:xfrm>
            <a:off x="2410217" y="4133192"/>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baseline="30000">
                <a:solidFill>
                  <a:schemeClr val="bg1">
                    <a:lumMod val="65000"/>
                  </a:schemeClr>
                </a:solidFill>
                <a:ea typeface="等线" panose="02010600030101010101" pitchFamily="2" charset="-122"/>
                <a:cs typeface="Calibri" panose="020F0502020204030204" pitchFamily="34" charset="0"/>
              </a:rPr>
              <a:t> </a:t>
            </a:r>
            <a:r>
              <a:rPr lang="en-US" altLang="zh-CN" sz="1067" b="1" i="1">
                <a:solidFill>
                  <a:schemeClr val="bg1">
                    <a:lumMod val="65000"/>
                  </a:schemeClr>
                </a:solidFill>
                <a:ea typeface="等线" panose="02010600030101010101" pitchFamily="2" charset="-122"/>
                <a:cs typeface="Calibri" panose="020F0502020204030204" pitchFamily="34" charset="0"/>
              </a:rPr>
              <a:t>Aug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A0D8EFB-CB41-84C8-BA95-775353EDE6C7}"/>
              </a:ext>
            </a:extLst>
          </p:cNvPr>
          <p:cNvSpPr/>
          <p:nvPr/>
        </p:nvSpPr>
        <p:spPr>
          <a:xfrm>
            <a:off x="3364899" y="4613446"/>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10"/>
            </p:custDataLst>
          </p:nvPr>
        </p:nvSpPr>
        <p:spPr bwMode="auto">
          <a:xfrm rot="16200000">
            <a:off x="2618829" y="4544262"/>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11"/>
            </p:custDataLst>
          </p:nvPr>
        </p:nvSpPr>
        <p:spPr>
          <a:xfrm>
            <a:off x="2400151" y="4645776"/>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8C066891-4871-1004-4C87-7F9BB34F324F}"/>
              </a:ext>
            </a:extLst>
          </p:cNvPr>
          <p:cNvSpPr/>
          <p:nvPr/>
        </p:nvSpPr>
        <p:spPr bwMode="auto">
          <a:xfrm>
            <a:off x="3494808" y="452726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12" name="文本框 160">
            <a:extLst>
              <a:ext uri="{FF2B5EF4-FFF2-40B4-BE49-F238E27FC236}">
                <a16:creationId xmlns:a16="http://schemas.microsoft.com/office/drawing/2014/main" id="{B30F5C3A-64C8-05AC-FCE8-FDB49B2526AD}"/>
              </a:ext>
            </a:extLst>
          </p:cNvPr>
          <p:cNvSpPr txBox="1"/>
          <p:nvPr/>
        </p:nvSpPr>
        <p:spPr>
          <a:xfrm>
            <a:off x="6475368" y="5062002"/>
            <a:ext cx="4949224" cy="508082"/>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067" i="1">
                <a:solidFill>
                  <a:schemeClr val="bg2"/>
                </a:solidFill>
                <a:cs typeface="Calibri" panose="020F0502020204030204" pitchFamily="34" charset="0"/>
              </a:rPr>
              <a:t>Enrollment status </a:t>
            </a:r>
            <a:r>
              <a:rPr lang="en-US" altLang="zh-CN" sz="1067" i="1">
                <a:solidFill>
                  <a:schemeClr val="tx2">
                    <a:lumMod val="75000"/>
                  </a:schemeClr>
                </a:solidFill>
                <a:cs typeface="Calibri" panose="020F0502020204030204" pitchFamily="34" charset="0"/>
              </a:rPr>
              <a:t>3 </a:t>
            </a:r>
            <a:r>
              <a:rPr lang="en-US" altLang="zh-CN" sz="1067" i="1">
                <a:solidFill>
                  <a:schemeClr val="bg2"/>
                </a:solidFill>
                <a:cs typeface="Calibri" panose="020F0502020204030204" pitchFamily="34" charset="0"/>
              </a:rPr>
              <a:t>enrolled </a:t>
            </a:r>
          </a:p>
          <a:p>
            <a:pPr marL="95998" indent="-95998" defTabSz="1219170">
              <a:spcAft>
                <a:spcPts val="267"/>
              </a:spcAft>
              <a:buFont typeface="Arial" panose="020B0604020202020204" pitchFamily="34" charset="0"/>
              <a:buChar char="•"/>
              <a:defRPr/>
            </a:pPr>
            <a:r>
              <a:rPr lang="en-US" altLang="zh-CN" sz="1067" i="1">
                <a:solidFill>
                  <a:schemeClr val="bg2"/>
                </a:solidFill>
                <a:cs typeface="Calibri" panose="020F0502020204030204" pitchFamily="34" charset="0"/>
              </a:rPr>
              <a:t>Initiated site:</a:t>
            </a:r>
            <a:r>
              <a:rPr lang="en-US" altLang="zh-CN" sz="1067" i="1">
                <a:solidFill>
                  <a:schemeClr val="tx2">
                    <a:lumMod val="75000"/>
                  </a:schemeClr>
                </a:solidFill>
                <a:cs typeface="Calibri" panose="020F0502020204030204" pitchFamily="34" charset="0"/>
              </a:rPr>
              <a:t> 22 </a:t>
            </a:r>
            <a:r>
              <a:rPr lang="en-US" altLang="zh-CN" sz="1067" i="1">
                <a:solidFill>
                  <a:schemeClr val="bg2"/>
                </a:solidFill>
                <a:cs typeface="Calibri" panose="020F0502020204030204" pitchFamily="34" charset="0"/>
              </a:rPr>
              <a:t>site</a:t>
            </a:r>
          </a:p>
        </p:txBody>
      </p:sp>
      <p:sp>
        <p:nvSpPr>
          <p:cNvPr id="302" name="Rectangle 100">
            <a:extLst>
              <a:ext uri="{FF2B5EF4-FFF2-40B4-BE49-F238E27FC236}">
                <a16:creationId xmlns:a16="http://schemas.microsoft.com/office/drawing/2014/main" id="{C3B9E7B5-CD20-2827-BE11-17673C41D13A}"/>
              </a:ext>
            </a:extLst>
          </p:cNvPr>
          <p:cNvSpPr/>
          <p:nvPr/>
        </p:nvSpPr>
        <p:spPr>
          <a:xfrm>
            <a:off x="9975034" y="4015086"/>
            <a:ext cx="530915" cy="420756"/>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Mar</a:t>
            </a:r>
          </a:p>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2031</a:t>
            </a:r>
            <a:endParaRPr lang="en-US" altLang="zh-CN" sz="1067" b="1">
              <a:solidFill>
                <a:srgbClr val="44546A"/>
              </a:solidFill>
              <a:ea typeface="等线" panose="02010600030101010101" pitchFamily="2" charset="-122"/>
              <a:cs typeface="Calibri" panose="020F0502020204030204" pitchFamily="34" charset="0"/>
            </a:endParaRPr>
          </a:p>
        </p:txBody>
      </p:sp>
      <p:sp>
        <p:nvSpPr>
          <p:cNvPr id="301" name="Rectangle 55">
            <a:extLst>
              <a:ext uri="{FF2B5EF4-FFF2-40B4-BE49-F238E27FC236}">
                <a16:creationId xmlns:a16="http://schemas.microsoft.com/office/drawing/2014/main" id="{20B55BB8-3566-02B8-C9C0-62C7336AFAA7}"/>
              </a:ext>
            </a:extLst>
          </p:cNvPr>
          <p:cNvSpPr/>
          <p:nvPr/>
        </p:nvSpPr>
        <p:spPr>
          <a:xfrm>
            <a:off x="9867395" y="4630303"/>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307" name="Rectangle 100">
            <a:extLst>
              <a:ext uri="{FF2B5EF4-FFF2-40B4-BE49-F238E27FC236}">
                <a16:creationId xmlns:a16="http://schemas.microsoft.com/office/drawing/2014/main" id="{0438AC28-0BEB-F709-E6E5-9A6B7058A5EE}"/>
              </a:ext>
            </a:extLst>
          </p:cNvPr>
          <p:cNvSpPr/>
          <p:nvPr/>
        </p:nvSpPr>
        <p:spPr>
          <a:xfrm>
            <a:off x="10787201" y="4028914"/>
            <a:ext cx="530915" cy="420756"/>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Jan </a:t>
            </a:r>
          </a:p>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2032</a:t>
            </a:r>
          </a:p>
        </p:txBody>
      </p:sp>
      <p:sp>
        <p:nvSpPr>
          <p:cNvPr id="306" name="Rectangle 55">
            <a:extLst>
              <a:ext uri="{FF2B5EF4-FFF2-40B4-BE49-F238E27FC236}">
                <a16:creationId xmlns:a16="http://schemas.microsoft.com/office/drawing/2014/main" id="{6CDD8DCF-8938-FB98-99E0-A72D2275BA89}"/>
              </a:ext>
            </a:extLst>
          </p:cNvPr>
          <p:cNvSpPr/>
          <p:nvPr/>
        </p:nvSpPr>
        <p:spPr>
          <a:xfrm>
            <a:off x="10716028" y="4609169"/>
            <a:ext cx="80823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8" name="Graphic 317" descr="Flag with solid fill">
            <a:extLst>
              <a:ext uri="{FF2B5EF4-FFF2-40B4-BE49-F238E27FC236}">
                <a16:creationId xmlns:a16="http://schemas.microsoft.com/office/drawing/2014/main" id="{35C90A90-8BE5-3013-C565-FD71B613048B}"/>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0937266" y="4389709"/>
            <a:ext cx="210312" cy="210312"/>
          </a:xfrm>
          <a:prstGeom prst="rect">
            <a:avLst/>
          </a:prstGeom>
        </p:spPr>
      </p:pic>
      <p:pic>
        <p:nvPicPr>
          <p:cNvPr id="319" name="Graphic 318" descr="Flag with solid fill">
            <a:extLst>
              <a:ext uri="{FF2B5EF4-FFF2-40B4-BE49-F238E27FC236}">
                <a16:creationId xmlns:a16="http://schemas.microsoft.com/office/drawing/2014/main" id="{193A42BE-A252-531F-AB70-C614190D45A5}"/>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0338127" y="2373665"/>
            <a:ext cx="210312" cy="210312"/>
          </a:xfrm>
          <a:prstGeom prst="rect">
            <a:avLst/>
          </a:prstGeom>
        </p:spPr>
      </p:pic>
      <p:sp>
        <p:nvSpPr>
          <p:cNvPr id="5" name="TextBox 64">
            <a:extLst>
              <a:ext uri="{FF2B5EF4-FFF2-40B4-BE49-F238E27FC236}">
                <a16:creationId xmlns:a16="http://schemas.microsoft.com/office/drawing/2014/main" id="{837B2558-10B3-F39E-CE5A-656A16777AA3}"/>
              </a:ext>
            </a:extLst>
          </p:cNvPr>
          <p:cNvSpPr txBox="1"/>
          <p:nvPr/>
        </p:nvSpPr>
        <p:spPr>
          <a:xfrm>
            <a:off x="41127" y="2207331"/>
            <a:ext cx="1337645"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1479-0032</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LUNG-3</a:t>
            </a:r>
          </a:p>
        </p:txBody>
      </p:sp>
      <p:sp>
        <p:nvSpPr>
          <p:cNvPr id="7" name="TextBox 64">
            <a:extLst>
              <a:ext uri="{FF2B5EF4-FFF2-40B4-BE49-F238E27FC236}">
                <a16:creationId xmlns:a16="http://schemas.microsoft.com/office/drawing/2014/main" id="{5444DE8A-1D3E-60EB-D0A4-3F780E884E6B}"/>
              </a:ext>
            </a:extLst>
          </p:cNvPr>
          <p:cNvSpPr txBox="1"/>
          <p:nvPr/>
        </p:nvSpPr>
        <p:spPr>
          <a:xfrm>
            <a:off x="48551" y="4501115"/>
            <a:ext cx="1337645"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1479-0032</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LUNG-3</a:t>
            </a:r>
          </a:p>
        </p:txBody>
      </p:sp>
      <p:sp>
        <p:nvSpPr>
          <p:cNvPr id="9" name="Rectangle 55">
            <a:extLst>
              <a:ext uri="{FF2B5EF4-FFF2-40B4-BE49-F238E27FC236}">
                <a16:creationId xmlns:a16="http://schemas.microsoft.com/office/drawing/2014/main" id="{49A48CCB-4AC1-9F1A-BAB6-7DB7DD0ADE77}"/>
              </a:ext>
            </a:extLst>
          </p:cNvPr>
          <p:cNvSpPr/>
          <p:nvPr/>
        </p:nvSpPr>
        <p:spPr>
          <a:xfrm>
            <a:off x="8453873" y="4579203"/>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10" name="OTLSHAPE_T_e17f3958430f4cff8650518c93c7635e_StartDate">
            <a:extLst>
              <a:ext uri="{FF2B5EF4-FFF2-40B4-BE49-F238E27FC236}">
                <a16:creationId xmlns:a16="http://schemas.microsoft.com/office/drawing/2014/main" id="{9CF673A7-28A3-CC3A-7434-0EB9EAFA4531}"/>
              </a:ext>
            </a:extLst>
          </p:cNvPr>
          <p:cNvSpPr txBox="1"/>
          <p:nvPr>
            <p:custDataLst>
              <p:tags r:id="rId12"/>
            </p:custDataLst>
          </p:nvPr>
        </p:nvSpPr>
        <p:spPr>
          <a:xfrm>
            <a:off x="8026972" y="413649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Nov 2029</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1" name="Star: 4 Points 143">
            <a:extLst>
              <a:ext uri="{FF2B5EF4-FFF2-40B4-BE49-F238E27FC236}">
                <a16:creationId xmlns:a16="http://schemas.microsoft.com/office/drawing/2014/main" id="{20467742-18F5-94EF-1EB8-7B9E18D3C2C6}"/>
              </a:ext>
            </a:extLst>
          </p:cNvPr>
          <p:cNvSpPr/>
          <p:nvPr/>
        </p:nvSpPr>
        <p:spPr bwMode="auto">
          <a:xfrm>
            <a:off x="8560373" y="448123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2" name="OTLSHAPE_T_5a934a26f311425e8ebaa0f45e6533ad_Shape">
            <a:extLst>
              <a:ext uri="{FF2B5EF4-FFF2-40B4-BE49-F238E27FC236}">
                <a16:creationId xmlns:a16="http://schemas.microsoft.com/office/drawing/2014/main" id="{EAC285C7-7EEE-6DBF-15D4-0F01DBFF68A0}"/>
              </a:ext>
            </a:extLst>
          </p:cNvPr>
          <p:cNvSpPr/>
          <p:nvPr>
            <p:custDataLst>
              <p:tags r:id="rId13"/>
            </p:custDataLst>
          </p:nvPr>
        </p:nvSpPr>
        <p:spPr bwMode="auto">
          <a:xfrm>
            <a:off x="8665025" y="4301937"/>
            <a:ext cx="1009268" cy="275441"/>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14" name="Rectangle 55">
            <a:extLst>
              <a:ext uri="{FF2B5EF4-FFF2-40B4-BE49-F238E27FC236}">
                <a16:creationId xmlns:a16="http://schemas.microsoft.com/office/drawing/2014/main" id="{8788663C-B2D2-E4A6-C75A-58C909EAA150}"/>
              </a:ext>
            </a:extLst>
          </p:cNvPr>
          <p:cNvSpPr/>
          <p:nvPr/>
        </p:nvSpPr>
        <p:spPr>
          <a:xfrm>
            <a:off x="8805375" y="4592132"/>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15" name="OTLSHAPE_T_e17f3958430f4cff8650518c93c7635e_StartDate">
            <a:extLst>
              <a:ext uri="{FF2B5EF4-FFF2-40B4-BE49-F238E27FC236}">
                <a16:creationId xmlns:a16="http://schemas.microsoft.com/office/drawing/2014/main" id="{1BA2FFCE-B514-4962-62D4-0A82982801E8}"/>
              </a:ext>
            </a:extLst>
          </p:cNvPr>
          <p:cNvSpPr txBox="1"/>
          <p:nvPr>
            <p:custDataLst>
              <p:tags r:id="rId14"/>
            </p:custDataLst>
          </p:nvPr>
        </p:nvSpPr>
        <p:spPr>
          <a:xfrm>
            <a:off x="9014762" y="4134281"/>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2030</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7" name="Star: 4 Points 143">
            <a:extLst>
              <a:ext uri="{FF2B5EF4-FFF2-40B4-BE49-F238E27FC236}">
                <a16:creationId xmlns:a16="http://schemas.microsoft.com/office/drawing/2014/main" id="{83A8FF0D-6914-2ECA-66A2-29E2B5181E20}"/>
              </a:ext>
            </a:extLst>
          </p:cNvPr>
          <p:cNvSpPr/>
          <p:nvPr/>
        </p:nvSpPr>
        <p:spPr bwMode="auto">
          <a:xfrm>
            <a:off x="9590340" y="452801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8" name="五角星 55">
            <a:extLst>
              <a:ext uri="{FF2B5EF4-FFF2-40B4-BE49-F238E27FC236}">
                <a16:creationId xmlns:a16="http://schemas.microsoft.com/office/drawing/2014/main" id="{88DC5824-E15A-C7E2-B3D4-65146101B06F}"/>
              </a:ext>
            </a:extLst>
          </p:cNvPr>
          <p:cNvSpPr>
            <a:spLocks/>
          </p:cNvSpPr>
          <p:nvPr/>
        </p:nvSpPr>
        <p:spPr bwMode="auto">
          <a:xfrm>
            <a:off x="10157081" y="4411733"/>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nvGrpSpPr>
          <p:cNvPr id="3" name="Group 62">
            <a:extLst>
              <a:ext uri="{FF2B5EF4-FFF2-40B4-BE49-F238E27FC236}">
                <a16:creationId xmlns:a16="http://schemas.microsoft.com/office/drawing/2014/main" id="{D2C59F92-E48E-2F5B-3193-01887CC060AD}"/>
              </a:ext>
            </a:extLst>
          </p:cNvPr>
          <p:cNvGrpSpPr/>
          <p:nvPr/>
        </p:nvGrpSpPr>
        <p:grpSpPr>
          <a:xfrm>
            <a:off x="3786918" y="666130"/>
            <a:ext cx="546747" cy="6134718"/>
            <a:chOff x="1155349" y="1057179"/>
            <a:chExt cx="546747" cy="4601037"/>
          </a:xfrm>
        </p:grpSpPr>
        <p:cxnSp>
          <p:nvCxnSpPr>
            <p:cNvPr id="8" name="Straight Connector 63">
              <a:extLst>
                <a:ext uri="{FF2B5EF4-FFF2-40B4-BE49-F238E27FC236}">
                  <a16:creationId xmlns:a16="http://schemas.microsoft.com/office/drawing/2014/main" id="{D66F2428-404A-E290-1E3E-3668CFCD17F5}"/>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13" name="OTLSHAPE_T_e17f3958430f4cff8650518c93c7635e_StartDate">
              <a:extLst>
                <a:ext uri="{FF2B5EF4-FFF2-40B4-BE49-F238E27FC236}">
                  <a16:creationId xmlns:a16="http://schemas.microsoft.com/office/drawing/2014/main" id="{ADC24F89-EE6C-D96C-85DC-2F52E63CC86C}"/>
                </a:ext>
              </a:extLst>
            </p:cNvPr>
            <p:cNvSpPr txBox="1"/>
            <p:nvPr>
              <p:custDataLst>
                <p:tags r:id="rId15"/>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
        <p:nvSpPr>
          <p:cNvPr id="19" name="文本占位符 18">
            <a:extLst>
              <a:ext uri="{FF2B5EF4-FFF2-40B4-BE49-F238E27FC236}">
                <a16:creationId xmlns:a16="http://schemas.microsoft.com/office/drawing/2014/main" id="{BF78F1BD-8B5B-19F0-27A3-7169D1DB85F0}"/>
              </a:ext>
            </a:extLst>
          </p:cNvPr>
          <p:cNvSpPr>
            <a:spLocks noGrp="1"/>
          </p:cNvSpPr>
          <p:nvPr>
            <p:ph type="body" sz="quarter" idx="13"/>
          </p:nvPr>
        </p:nvSpPr>
        <p:spPr/>
        <p:txBody>
          <a:bodyPr/>
          <a:lstStyle/>
          <a:p>
            <a:endParaRPr lang="zh-CN" altLang="en-US"/>
          </a:p>
        </p:txBody>
      </p:sp>
      <p:sp>
        <p:nvSpPr>
          <p:cNvPr id="4" name="文本框 160">
            <a:extLst>
              <a:ext uri="{FF2B5EF4-FFF2-40B4-BE49-F238E27FC236}">
                <a16:creationId xmlns:a16="http://schemas.microsoft.com/office/drawing/2014/main" id="{3C8DC942-CF83-DD61-E780-544EC29BAD76}"/>
              </a:ext>
            </a:extLst>
          </p:cNvPr>
          <p:cNvSpPr txBox="1"/>
          <p:nvPr/>
        </p:nvSpPr>
        <p:spPr>
          <a:xfrm>
            <a:off x="6753606" y="2996001"/>
            <a:ext cx="4949224" cy="283837"/>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067" i="1">
                <a:solidFill>
                  <a:schemeClr val="bg2"/>
                </a:solidFill>
                <a:cs typeface="Calibri" panose="020F0502020204030204" pitchFamily="34" charset="0"/>
              </a:rPr>
              <a:t>Enrollment status : </a:t>
            </a:r>
            <a:r>
              <a:rPr lang="en-US" altLang="zh-CN" sz="1067" i="1">
                <a:solidFill>
                  <a:schemeClr val="tx2">
                    <a:lumMod val="75000"/>
                  </a:schemeClr>
                </a:solidFill>
                <a:cs typeface="Calibri" panose="020F0502020204030204" pitchFamily="34" charset="0"/>
              </a:rPr>
              <a:t>4 </a:t>
            </a:r>
            <a:r>
              <a:rPr lang="en-US" altLang="zh-CN" sz="1067" i="1">
                <a:solidFill>
                  <a:schemeClr val="bg2"/>
                </a:solidFill>
                <a:cs typeface="Calibri" panose="020F0502020204030204" pitchFamily="34" charset="0"/>
              </a:rPr>
              <a:t>pt enrolled globally</a:t>
            </a:r>
          </a:p>
        </p:txBody>
      </p:sp>
    </p:spTree>
    <p:extLst>
      <p:ext uri="{BB962C8B-B14F-4D97-AF65-F5344CB8AC3E}">
        <p14:creationId xmlns:p14="http://schemas.microsoft.com/office/powerpoint/2010/main" val="1882626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D0BFDFD-FFEA-4083-92BF-BF5082EBE019}"/>
              </a:ext>
            </a:extLst>
          </p:cNvPr>
          <p:cNvSpPr>
            <a:spLocks noGrp="1"/>
          </p:cNvSpPr>
          <p:nvPr>
            <p:ph type="title"/>
          </p:nvPr>
        </p:nvSpPr>
        <p:spPr>
          <a:xfrm>
            <a:off x="362693" y="125734"/>
            <a:ext cx="7857054" cy="499592"/>
          </a:xfrm>
        </p:spPr>
        <p:txBody>
          <a:bodyPr/>
          <a:lstStyle/>
          <a:p>
            <a:r>
              <a:rPr lang="en-GB">
                <a:latin typeface="Arial"/>
                <a:cs typeface="Arial"/>
              </a:rPr>
              <a:t>G</a:t>
            </a:r>
            <a:r>
              <a:rPr lang="en-US" altLang="zh-CN">
                <a:latin typeface="Arial"/>
                <a:cs typeface="Arial"/>
              </a:rPr>
              <a:t>lobal Recruitment Status</a:t>
            </a:r>
            <a:endParaRPr lang="en-GB">
              <a:latin typeface="Arial"/>
              <a:cs typeface="Arial"/>
            </a:endParaRPr>
          </a:p>
        </p:txBody>
      </p:sp>
      <p:graphicFrame>
        <p:nvGraphicFramePr>
          <p:cNvPr id="13" name="Table 12">
            <a:extLst>
              <a:ext uri="{FF2B5EF4-FFF2-40B4-BE49-F238E27FC236}">
                <a16:creationId xmlns:a16="http://schemas.microsoft.com/office/drawing/2014/main" id="{DC5AFC20-1493-5618-485B-0685E31A9E61}"/>
              </a:ext>
            </a:extLst>
          </p:cNvPr>
          <p:cNvGraphicFramePr>
            <a:graphicFrameLocks noGrp="1"/>
          </p:cNvGraphicFramePr>
          <p:nvPr>
            <p:extLst>
              <p:ext uri="{D42A27DB-BD31-4B8C-83A1-F6EECF244321}">
                <p14:modId xmlns:p14="http://schemas.microsoft.com/office/powerpoint/2010/main" val="4139763714"/>
              </p:ext>
            </p:extLst>
          </p:nvPr>
        </p:nvGraphicFramePr>
        <p:xfrm>
          <a:off x="1270748" y="943090"/>
          <a:ext cx="3020472" cy="1920240"/>
        </p:xfrm>
        <a:graphic>
          <a:graphicData uri="http://schemas.openxmlformats.org/drawingml/2006/table">
            <a:tbl>
              <a:tblPr firstRow="1" bandRow="1">
                <a:tableStyleId>{5C22544A-7EE6-4342-B048-85BDC9FD1C3A}</a:tableStyleId>
              </a:tblPr>
              <a:tblGrid>
                <a:gridCol w="1707488">
                  <a:extLst>
                    <a:ext uri="{9D8B030D-6E8A-4147-A177-3AD203B41FA5}">
                      <a16:colId xmlns:a16="http://schemas.microsoft.com/office/drawing/2014/main" val="3852206660"/>
                    </a:ext>
                  </a:extLst>
                </a:gridCol>
                <a:gridCol w="1312984">
                  <a:extLst>
                    <a:ext uri="{9D8B030D-6E8A-4147-A177-3AD203B41FA5}">
                      <a16:colId xmlns:a16="http://schemas.microsoft.com/office/drawing/2014/main" val="3592413536"/>
                    </a:ext>
                  </a:extLst>
                </a:gridCol>
              </a:tblGrid>
              <a:tr h="254323">
                <a:tc>
                  <a:txBody>
                    <a:bodyPr/>
                    <a:lstStyle/>
                    <a:p>
                      <a:pPr algn="ctr"/>
                      <a:r>
                        <a:rPr lang="sv-SE" sz="1200" b="1" kern="1200">
                          <a:solidFill>
                            <a:schemeClr val="bg1"/>
                          </a:solidFill>
                        </a:rPr>
                        <a:t>Description</a:t>
                      </a:r>
                      <a:endParaRPr lang="en-US" sz="1200" b="1" kern="1200">
                        <a:solidFill>
                          <a:schemeClr val="bg1"/>
                        </a:solidFill>
                        <a:latin typeface="+mn-lt"/>
                        <a:ea typeface="+mn-ea"/>
                        <a:cs typeface="+mn-cs"/>
                      </a:endParaRPr>
                    </a:p>
                  </a:txBody>
                  <a:tcPr/>
                </a:tc>
                <a:tc>
                  <a:txBody>
                    <a:bodyPr/>
                    <a:lstStyle/>
                    <a:p>
                      <a:pPr algn="ctr"/>
                      <a:r>
                        <a:rPr lang="sv-SE" sz="1200"/>
                        <a:t>Count</a:t>
                      </a:r>
                      <a:endParaRPr lang="en-US" sz="1200">
                        <a:latin typeface="Arial"/>
                        <a:cs typeface="Arial"/>
                      </a:endParaRPr>
                    </a:p>
                  </a:txBody>
                  <a:tcPr/>
                </a:tc>
                <a:extLst>
                  <a:ext uri="{0D108BD9-81ED-4DB2-BD59-A6C34878D82A}">
                    <a16:rowId xmlns:a16="http://schemas.microsoft.com/office/drawing/2014/main" val="2148791410"/>
                  </a:ext>
                </a:extLst>
              </a:tr>
              <a:tr h="254323">
                <a:tc>
                  <a:txBody>
                    <a:bodyPr/>
                    <a:lstStyle/>
                    <a:p>
                      <a:pPr algn="ctr"/>
                      <a:r>
                        <a:rPr lang="sv-SE" sz="1200"/>
                        <a:t>Molecular screened</a:t>
                      </a:r>
                      <a:endParaRPr lang="en-US" sz="120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200" b="1" kern="1200">
                          <a:solidFill>
                            <a:schemeClr val="dk1"/>
                          </a:solidFill>
                        </a:rPr>
                        <a:t>16 </a:t>
                      </a:r>
                      <a:endParaRPr lang="en-US" sz="1200" b="1" kern="1200">
                        <a:solidFill>
                          <a:schemeClr val="dk1"/>
                        </a:solidFill>
                        <a:latin typeface="+mn-lt"/>
                        <a:ea typeface="+mn-ea"/>
                        <a:cs typeface="+mn-cs"/>
                      </a:endParaRPr>
                    </a:p>
                  </a:txBody>
                  <a:tcPr/>
                </a:tc>
                <a:extLst>
                  <a:ext uri="{0D108BD9-81ED-4DB2-BD59-A6C34878D82A}">
                    <a16:rowId xmlns:a16="http://schemas.microsoft.com/office/drawing/2014/main" val="1442138972"/>
                  </a:ext>
                </a:extLst>
              </a:tr>
              <a:tr h="254323">
                <a:tc>
                  <a:txBody>
                    <a:bodyPr/>
                    <a:lstStyle/>
                    <a:p>
                      <a:pPr algn="ctr"/>
                      <a:r>
                        <a:rPr lang="sv-SE" sz="1200"/>
                        <a:t>Screened</a:t>
                      </a:r>
                      <a:endParaRPr lang="en-US" sz="120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200" b="1" kern="1200">
                          <a:solidFill>
                            <a:schemeClr val="dk1"/>
                          </a:solidFill>
                          <a:latin typeface="+mn-lt"/>
                          <a:ea typeface="+mn-ea"/>
                          <a:cs typeface="+mn-cs"/>
                        </a:rPr>
                        <a:t>9</a:t>
                      </a:r>
                      <a:endParaRPr lang="en-US" sz="1200" b="1" kern="1200">
                        <a:solidFill>
                          <a:schemeClr val="dk1"/>
                        </a:solidFill>
                        <a:latin typeface="+mn-lt"/>
                        <a:ea typeface="+mn-ea"/>
                        <a:cs typeface="+mn-cs"/>
                      </a:endParaRPr>
                    </a:p>
                  </a:txBody>
                  <a:tcPr/>
                </a:tc>
                <a:extLst>
                  <a:ext uri="{0D108BD9-81ED-4DB2-BD59-A6C34878D82A}">
                    <a16:rowId xmlns:a16="http://schemas.microsoft.com/office/drawing/2014/main" val="1113772552"/>
                  </a:ext>
                </a:extLst>
              </a:tr>
              <a:tr h="254323">
                <a:tc>
                  <a:txBody>
                    <a:bodyPr/>
                    <a:lstStyle/>
                    <a:p>
                      <a:pPr algn="ctr"/>
                      <a:r>
                        <a:rPr lang="sv-SE" sz="1200"/>
                        <a:t>Screen-Failed </a:t>
                      </a:r>
                      <a:endParaRPr lang="en-US" sz="120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200" b="1" kern="1200">
                          <a:solidFill>
                            <a:schemeClr val="dk1"/>
                          </a:solidFill>
                        </a:rPr>
                        <a:t>1</a:t>
                      </a:r>
                      <a:endParaRPr lang="en-US" sz="1200" b="1" kern="1200">
                        <a:solidFill>
                          <a:schemeClr val="dk1"/>
                        </a:solidFill>
                        <a:latin typeface="+mn-lt"/>
                        <a:ea typeface="+mn-ea"/>
                        <a:cs typeface="+mn-cs"/>
                      </a:endParaRPr>
                    </a:p>
                  </a:txBody>
                  <a:tcPr/>
                </a:tc>
                <a:extLst>
                  <a:ext uri="{0D108BD9-81ED-4DB2-BD59-A6C34878D82A}">
                    <a16:rowId xmlns:a16="http://schemas.microsoft.com/office/drawing/2014/main" val="1845077559"/>
                  </a:ext>
                </a:extLst>
              </a:tr>
              <a:tr h="254323">
                <a:tc>
                  <a:txBody>
                    <a:bodyPr/>
                    <a:lstStyle/>
                    <a:p>
                      <a:pPr algn="ctr"/>
                      <a:r>
                        <a:rPr lang="sv-SE" sz="1200"/>
                        <a:t>Randomized</a:t>
                      </a:r>
                      <a:endParaRPr lang="en-US" sz="120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200" b="1" kern="1200">
                          <a:solidFill>
                            <a:schemeClr val="dk1"/>
                          </a:solidFill>
                          <a:latin typeface="+mn-lt"/>
                          <a:ea typeface="+mn-ea"/>
                          <a:cs typeface="+mn-cs"/>
                        </a:rPr>
                        <a:t>4</a:t>
                      </a:r>
                      <a:endParaRPr lang="en-US" sz="1200" b="1" kern="1200">
                        <a:solidFill>
                          <a:schemeClr val="dk1"/>
                        </a:solidFill>
                        <a:latin typeface="+mn-lt"/>
                        <a:ea typeface="+mn-ea"/>
                        <a:cs typeface="+mn-cs"/>
                      </a:endParaRPr>
                    </a:p>
                  </a:txBody>
                  <a:tcPr/>
                </a:tc>
                <a:extLst>
                  <a:ext uri="{0D108BD9-81ED-4DB2-BD59-A6C34878D82A}">
                    <a16:rowId xmlns:a16="http://schemas.microsoft.com/office/drawing/2014/main" val="1684459892"/>
                  </a:ext>
                </a:extLst>
              </a:tr>
              <a:tr h="254323">
                <a:tc>
                  <a:txBody>
                    <a:bodyPr/>
                    <a:lstStyle/>
                    <a:p>
                      <a:pPr algn="ctr"/>
                      <a:r>
                        <a:rPr lang="sv-SE" sz="1200" kern="1200">
                          <a:solidFill>
                            <a:schemeClr val="dk1"/>
                          </a:solidFill>
                        </a:rPr>
                        <a:t>Ongoing</a:t>
                      </a:r>
                      <a:endParaRPr lang="en-US" sz="1200" kern="1200">
                        <a:solidFill>
                          <a:schemeClr val="dk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200" b="1" kern="1200">
                          <a:solidFill>
                            <a:schemeClr val="dk1"/>
                          </a:solidFill>
                          <a:latin typeface="+mn-lt"/>
                          <a:ea typeface="+mn-ea"/>
                          <a:cs typeface="+mn-cs"/>
                        </a:rPr>
                        <a:t>4</a:t>
                      </a:r>
                      <a:endParaRPr lang="en-US" sz="1200" b="1" kern="1200">
                        <a:solidFill>
                          <a:schemeClr val="dk1"/>
                        </a:solidFill>
                        <a:latin typeface="+mn-lt"/>
                        <a:ea typeface="+mn-ea"/>
                        <a:cs typeface="+mn-cs"/>
                      </a:endParaRPr>
                    </a:p>
                  </a:txBody>
                  <a:tcPr/>
                </a:tc>
                <a:extLst>
                  <a:ext uri="{0D108BD9-81ED-4DB2-BD59-A6C34878D82A}">
                    <a16:rowId xmlns:a16="http://schemas.microsoft.com/office/drawing/2014/main" val="3613500048"/>
                  </a:ext>
                </a:extLst>
              </a:tr>
              <a:tr h="254323">
                <a:tc>
                  <a:txBody>
                    <a:bodyPr/>
                    <a:lstStyle/>
                    <a:p>
                      <a:pPr marL="0" algn="ctr" defTabSz="914400" rtl="0" eaLnBrk="1" latinLnBrk="0" hangingPunct="1"/>
                      <a:r>
                        <a:rPr lang="sv-SE" sz="1200" kern="1200">
                          <a:solidFill>
                            <a:schemeClr val="dk1"/>
                          </a:solidFill>
                        </a:rPr>
                        <a:t>Long-term FU</a:t>
                      </a:r>
                      <a:endParaRPr lang="en-US" sz="1200" kern="1200">
                        <a:solidFill>
                          <a:schemeClr val="dk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200" b="1" kern="1200">
                          <a:solidFill>
                            <a:schemeClr val="dk1"/>
                          </a:solidFill>
                        </a:rPr>
                        <a:t>-</a:t>
                      </a:r>
                      <a:endParaRPr lang="en-US" sz="1200" b="1" kern="1200">
                        <a:solidFill>
                          <a:schemeClr val="dk1"/>
                        </a:solidFill>
                        <a:latin typeface="+mn-lt"/>
                        <a:ea typeface="+mn-ea"/>
                        <a:cs typeface="+mn-cs"/>
                      </a:endParaRPr>
                    </a:p>
                  </a:txBody>
                  <a:tcPr/>
                </a:tc>
                <a:extLst>
                  <a:ext uri="{0D108BD9-81ED-4DB2-BD59-A6C34878D82A}">
                    <a16:rowId xmlns:a16="http://schemas.microsoft.com/office/drawing/2014/main" val="4214042033"/>
                  </a:ext>
                </a:extLst>
              </a:tr>
            </a:tbl>
          </a:graphicData>
        </a:graphic>
      </p:graphicFrame>
      <p:sp>
        <p:nvSpPr>
          <p:cNvPr id="2" name="Slide Number Placeholder 1">
            <a:extLst>
              <a:ext uri="{FF2B5EF4-FFF2-40B4-BE49-F238E27FC236}">
                <a16:creationId xmlns:a16="http://schemas.microsoft.com/office/drawing/2014/main" id="{EB45A837-10C7-A84F-FAA4-520AEE30D4A0}"/>
              </a:ext>
            </a:extLst>
          </p:cNvPr>
          <p:cNvSpPr>
            <a:spLocks noGrp="1"/>
          </p:cNvSpPr>
          <p:nvPr>
            <p:ph type="sldNum" sz="quarter" idx="20"/>
          </p:nvPr>
        </p:nvSpPr>
        <p:spPr/>
        <p:txBody>
          <a:bodyPr/>
          <a:lstStyle/>
          <a:p>
            <a:fld id="{DF4E8F9F-5B1F-4F5B-BE49-3245D8C18D9F}" type="slidenum">
              <a:rPr lang="en-US" smtClean="0"/>
              <a:pPr/>
              <a:t>13</a:t>
            </a:fld>
            <a:endParaRPr lang="en-US"/>
          </a:p>
        </p:txBody>
      </p:sp>
      <p:graphicFrame>
        <p:nvGraphicFramePr>
          <p:cNvPr id="6" name="Chart 6">
            <a:extLst>
              <a:ext uri="{FF2B5EF4-FFF2-40B4-BE49-F238E27FC236}">
                <a16:creationId xmlns:a16="http://schemas.microsoft.com/office/drawing/2014/main" id="{5C3D06C9-9E32-87D9-E415-FA3613D68007}"/>
              </a:ext>
            </a:extLst>
          </p:cNvPr>
          <p:cNvGraphicFramePr>
            <a:graphicFrameLocks/>
          </p:cNvGraphicFramePr>
          <p:nvPr>
            <p:extLst>
              <p:ext uri="{D42A27DB-BD31-4B8C-83A1-F6EECF244321}">
                <p14:modId xmlns:p14="http://schemas.microsoft.com/office/powerpoint/2010/main" val="4189436345"/>
              </p:ext>
            </p:extLst>
          </p:nvPr>
        </p:nvGraphicFramePr>
        <p:xfrm>
          <a:off x="714586" y="1220047"/>
          <a:ext cx="11685411" cy="549717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28704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D60BBF4-9344-8D2B-7794-4B1491A1A113}"/>
              </a:ext>
            </a:extLst>
          </p:cNvPr>
          <p:cNvSpPr/>
          <p:nvPr/>
        </p:nvSpPr>
        <p:spPr bwMode="gray">
          <a:xfrm>
            <a:off x="-1" y="4905829"/>
            <a:ext cx="12192000" cy="1952171"/>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IN" sz="1600">
              <a:solidFill>
                <a:schemeClr val="tx1"/>
              </a:solidFill>
            </a:endParaRPr>
          </a:p>
        </p:txBody>
      </p:sp>
      <p:sp>
        <p:nvSpPr>
          <p:cNvPr id="6" name="TextBox 5">
            <a:extLst>
              <a:ext uri="{FF2B5EF4-FFF2-40B4-BE49-F238E27FC236}">
                <a16:creationId xmlns:a16="http://schemas.microsoft.com/office/drawing/2014/main" id="{AF537E49-A5F6-B48B-9AE3-A1B5E5FC074E}"/>
              </a:ext>
            </a:extLst>
          </p:cNvPr>
          <p:cNvSpPr txBox="1"/>
          <p:nvPr/>
        </p:nvSpPr>
        <p:spPr bwMode="gray">
          <a:xfrm>
            <a:off x="2179476" y="6153150"/>
            <a:ext cx="1661049" cy="461665"/>
          </a:xfrm>
          <a:prstGeom prst="rect">
            <a:avLst/>
          </a:prstGeom>
          <a:noFill/>
        </p:spPr>
        <p:txBody>
          <a:bodyPr wrap="square">
            <a:spAutoFit/>
          </a:bodyPr>
          <a:lstStyle/>
          <a:p>
            <a:r>
              <a:rPr lang="en-US" sz="1200">
                <a:solidFill>
                  <a:schemeClr val="bg2"/>
                </a:solidFill>
                <a:latin typeface="+mj-lt"/>
              </a:rPr>
              <a:t>Clinical Development</a:t>
            </a:r>
            <a:br>
              <a:rPr lang="en-US" sz="1200">
                <a:solidFill>
                  <a:schemeClr val="bg2"/>
                </a:solidFill>
                <a:latin typeface="+mj-lt"/>
              </a:rPr>
            </a:br>
            <a:r>
              <a:rPr lang="en-US" sz="1200">
                <a:solidFill>
                  <a:schemeClr val="bg2"/>
                </a:solidFill>
                <a:latin typeface="+mj-lt"/>
              </a:rPr>
              <a:t>and Operations</a:t>
            </a:r>
            <a:endParaRPr lang="en-IN" sz="1200">
              <a:solidFill>
                <a:schemeClr val="bg2"/>
              </a:solidFill>
              <a:latin typeface="+mj-lt"/>
            </a:endParaRPr>
          </a:p>
        </p:txBody>
      </p:sp>
      <p:pic>
        <p:nvPicPr>
          <p:cNvPr id="7" name="Grafik 18">
            <a:extLst>
              <a:ext uri="{FF2B5EF4-FFF2-40B4-BE49-F238E27FC236}">
                <a16:creationId xmlns:a16="http://schemas.microsoft.com/office/drawing/2014/main" id="{EC832F38-536E-CAFB-0489-0476A4CEC83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843BA65B-2FE9-DE1F-8D7F-E2B7AE147B5F}"/>
              </a:ext>
              <a:ext uri="{C183D7F6-B498-43B3-948B-1728B52AA6E4}">
                <adec:decorative xmlns:adec="http://schemas.microsoft.com/office/drawing/2017/decorative" val="1"/>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6" name="Footer Placeholder 8">
            <a:extLst>
              <a:ext uri="{FF2B5EF4-FFF2-40B4-BE49-F238E27FC236}">
                <a16:creationId xmlns:a16="http://schemas.microsoft.com/office/drawing/2014/main" id="{03496D23-3084-D663-4B61-D2B40F6C5E87}"/>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t>Presentation title    |    ONLY FOR INTERNAL USE</a:t>
            </a:r>
          </a:p>
        </p:txBody>
      </p:sp>
      <p:sp>
        <p:nvSpPr>
          <p:cNvPr id="17" name="Slide Number Placeholder 9">
            <a:extLst>
              <a:ext uri="{FF2B5EF4-FFF2-40B4-BE49-F238E27FC236}">
                <a16:creationId xmlns:a16="http://schemas.microsoft.com/office/drawing/2014/main" id="{F35DB8E2-3297-1EAF-7B4E-8E678FAE16B7}"/>
              </a:ext>
            </a:extLst>
          </p:cNvPr>
          <p:cNvSpPr>
            <a:spLocks noGrp="1"/>
          </p:cNvSpPr>
          <p:nvPr>
            <p:ph type="sldNum" sz="quarter" idx="20"/>
          </p:nvPr>
        </p:nvSpPr>
        <p:spPr/>
        <p:txBody>
          <a:bodyPr/>
          <a:lstStyle/>
          <a:p>
            <a:fld id="{8FF9B0DE-3FEB-4AA0-B465-B80EF7C1333D}" type="slidenum">
              <a:rPr lang="en-US" smtClean="0"/>
              <a:pPr/>
              <a:t>14</a:t>
            </a:fld>
            <a:endParaRPr lang="en-US"/>
          </a:p>
        </p:txBody>
      </p:sp>
      <p:sp>
        <p:nvSpPr>
          <p:cNvPr id="23" name="标题 2">
            <a:extLst>
              <a:ext uri="{FF2B5EF4-FFF2-40B4-BE49-F238E27FC236}">
                <a16:creationId xmlns:a16="http://schemas.microsoft.com/office/drawing/2014/main" id="{1349757C-90D6-7E10-212C-8B1A44C30038}"/>
              </a:ext>
            </a:extLst>
          </p:cNvPr>
          <p:cNvSpPr>
            <a:spLocks noGrp="1"/>
          </p:cNvSpPr>
          <p:nvPr>
            <p:ph type="title"/>
          </p:nvPr>
        </p:nvSpPr>
        <p:spPr>
          <a:xfrm>
            <a:off x="-1" y="257617"/>
            <a:ext cx="12079706" cy="553999"/>
          </a:xfrm>
        </p:spPr>
        <p:txBody>
          <a:bodyPr wrap="square" anchor="t">
            <a:normAutofit/>
          </a:bodyPr>
          <a:lstStyle/>
          <a:p>
            <a:r>
              <a:rPr lang="en-US" altLang="zh-CN" sz="2400"/>
              <a:t>1479-0032 </a:t>
            </a:r>
            <a:r>
              <a:rPr lang="en-US" altLang="zh-CN" sz="2400" err="1"/>
              <a:t>Zongertinib</a:t>
            </a:r>
            <a:r>
              <a:rPr lang="en-US" altLang="zh-CN" sz="2400"/>
              <a:t> </a:t>
            </a:r>
            <a:r>
              <a:rPr lang="en-US" altLang="zh-CN" sz="2400" err="1"/>
              <a:t>Beamion</a:t>
            </a:r>
            <a:r>
              <a:rPr lang="en-US" altLang="zh-CN" sz="2400"/>
              <a:t> LUNG-3 on 22Apr2026 </a:t>
            </a:r>
            <a:r>
              <a:rPr lang="en-US" altLang="zh-CN" sz="2400" i="1">
                <a:solidFill>
                  <a:srgbClr val="EE6541"/>
                </a:solidFill>
              </a:rPr>
              <a:t>(China recruitment status)</a:t>
            </a:r>
            <a:endParaRPr lang="en-US" altLang="zh-CN" sz="2400" i="1">
              <a:solidFill>
                <a:srgbClr val="EE6541"/>
              </a:solidFill>
              <a:highlight>
                <a:srgbClr val="FFFF00"/>
              </a:highlight>
            </a:endParaRPr>
          </a:p>
        </p:txBody>
      </p:sp>
      <p:graphicFrame>
        <p:nvGraphicFramePr>
          <p:cNvPr id="9" name="表格 8">
            <a:extLst>
              <a:ext uri="{FF2B5EF4-FFF2-40B4-BE49-F238E27FC236}">
                <a16:creationId xmlns:a16="http://schemas.microsoft.com/office/drawing/2014/main" id="{907BD9D2-5F13-EE42-8B76-44259E2809AA}"/>
              </a:ext>
            </a:extLst>
          </p:cNvPr>
          <p:cNvGraphicFramePr>
            <a:graphicFrameLocks noGrp="1"/>
          </p:cNvGraphicFramePr>
          <p:nvPr>
            <p:extLst>
              <p:ext uri="{D42A27DB-BD31-4B8C-83A1-F6EECF244321}">
                <p14:modId xmlns:p14="http://schemas.microsoft.com/office/powerpoint/2010/main" val="1706994318"/>
              </p:ext>
            </p:extLst>
          </p:nvPr>
        </p:nvGraphicFramePr>
        <p:xfrm>
          <a:off x="344937" y="5106700"/>
          <a:ext cx="11233161" cy="1077085"/>
        </p:xfrm>
        <a:graphic>
          <a:graphicData uri="http://schemas.openxmlformats.org/drawingml/2006/table">
            <a:tbl>
              <a:tblPr>
                <a:tableStyleId>{9D7B26C5-4107-4FEC-AEDC-1716B250A1EF}</a:tableStyleId>
              </a:tblPr>
              <a:tblGrid>
                <a:gridCol w="728303">
                  <a:extLst>
                    <a:ext uri="{9D8B030D-6E8A-4147-A177-3AD203B41FA5}">
                      <a16:colId xmlns:a16="http://schemas.microsoft.com/office/drawing/2014/main" val="3514586854"/>
                    </a:ext>
                  </a:extLst>
                </a:gridCol>
                <a:gridCol w="234538">
                  <a:extLst>
                    <a:ext uri="{9D8B030D-6E8A-4147-A177-3AD203B41FA5}">
                      <a16:colId xmlns:a16="http://schemas.microsoft.com/office/drawing/2014/main" val="1639492901"/>
                    </a:ext>
                  </a:extLst>
                </a:gridCol>
                <a:gridCol w="213965">
                  <a:extLst>
                    <a:ext uri="{9D8B030D-6E8A-4147-A177-3AD203B41FA5}">
                      <a16:colId xmlns:a16="http://schemas.microsoft.com/office/drawing/2014/main" val="4195075213"/>
                    </a:ext>
                  </a:extLst>
                </a:gridCol>
                <a:gridCol w="213965">
                  <a:extLst>
                    <a:ext uri="{9D8B030D-6E8A-4147-A177-3AD203B41FA5}">
                      <a16:colId xmlns:a16="http://schemas.microsoft.com/office/drawing/2014/main" val="1082287057"/>
                    </a:ext>
                  </a:extLst>
                </a:gridCol>
                <a:gridCol w="213965">
                  <a:extLst>
                    <a:ext uri="{9D8B030D-6E8A-4147-A177-3AD203B41FA5}">
                      <a16:colId xmlns:a16="http://schemas.microsoft.com/office/drawing/2014/main" val="3566617664"/>
                    </a:ext>
                  </a:extLst>
                </a:gridCol>
                <a:gridCol w="213965">
                  <a:extLst>
                    <a:ext uri="{9D8B030D-6E8A-4147-A177-3AD203B41FA5}">
                      <a16:colId xmlns:a16="http://schemas.microsoft.com/office/drawing/2014/main" val="2532209766"/>
                    </a:ext>
                  </a:extLst>
                </a:gridCol>
                <a:gridCol w="213965">
                  <a:extLst>
                    <a:ext uri="{9D8B030D-6E8A-4147-A177-3AD203B41FA5}">
                      <a16:colId xmlns:a16="http://schemas.microsoft.com/office/drawing/2014/main" val="3337845525"/>
                    </a:ext>
                  </a:extLst>
                </a:gridCol>
                <a:gridCol w="213965">
                  <a:extLst>
                    <a:ext uri="{9D8B030D-6E8A-4147-A177-3AD203B41FA5}">
                      <a16:colId xmlns:a16="http://schemas.microsoft.com/office/drawing/2014/main" val="1579184041"/>
                    </a:ext>
                  </a:extLst>
                </a:gridCol>
                <a:gridCol w="213965">
                  <a:extLst>
                    <a:ext uri="{9D8B030D-6E8A-4147-A177-3AD203B41FA5}">
                      <a16:colId xmlns:a16="http://schemas.microsoft.com/office/drawing/2014/main" val="828632743"/>
                    </a:ext>
                  </a:extLst>
                </a:gridCol>
                <a:gridCol w="213965">
                  <a:extLst>
                    <a:ext uri="{9D8B030D-6E8A-4147-A177-3AD203B41FA5}">
                      <a16:colId xmlns:a16="http://schemas.microsoft.com/office/drawing/2014/main" val="3997988360"/>
                    </a:ext>
                  </a:extLst>
                </a:gridCol>
                <a:gridCol w="213965">
                  <a:extLst>
                    <a:ext uri="{9D8B030D-6E8A-4147-A177-3AD203B41FA5}">
                      <a16:colId xmlns:a16="http://schemas.microsoft.com/office/drawing/2014/main" val="1663639104"/>
                    </a:ext>
                  </a:extLst>
                </a:gridCol>
                <a:gridCol w="213965">
                  <a:extLst>
                    <a:ext uri="{9D8B030D-6E8A-4147-A177-3AD203B41FA5}">
                      <a16:colId xmlns:a16="http://schemas.microsoft.com/office/drawing/2014/main" val="3832955289"/>
                    </a:ext>
                  </a:extLst>
                </a:gridCol>
                <a:gridCol w="213965">
                  <a:extLst>
                    <a:ext uri="{9D8B030D-6E8A-4147-A177-3AD203B41FA5}">
                      <a16:colId xmlns:a16="http://schemas.microsoft.com/office/drawing/2014/main" val="2137134913"/>
                    </a:ext>
                  </a:extLst>
                </a:gridCol>
                <a:gridCol w="213965">
                  <a:extLst>
                    <a:ext uri="{9D8B030D-6E8A-4147-A177-3AD203B41FA5}">
                      <a16:colId xmlns:a16="http://schemas.microsoft.com/office/drawing/2014/main" val="1629252328"/>
                    </a:ext>
                  </a:extLst>
                </a:gridCol>
                <a:gridCol w="213965">
                  <a:extLst>
                    <a:ext uri="{9D8B030D-6E8A-4147-A177-3AD203B41FA5}">
                      <a16:colId xmlns:a16="http://schemas.microsoft.com/office/drawing/2014/main" val="1632908767"/>
                    </a:ext>
                  </a:extLst>
                </a:gridCol>
                <a:gridCol w="213965">
                  <a:extLst>
                    <a:ext uri="{9D8B030D-6E8A-4147-A177-3AD203B41FA5}">
                      <a16:colId xmlns:a16="http://schemas.microsoft.com/office/drawing/2014/main" val="1718653090"/>
                    </a:ext>
                  </a:extLst>
                </a:gridCol>
                <a:gridCol w="213965">
                  <a:extLst>
                    <a:ext uri="{9D8B030D-6E8A-4147-A177-3AD203B41FA5}">
                      <a16:colId xmlns:a16="http://schemas.microsoft.com/office/drawing/2014/main" val="203222449"/>
                    </a:ext>
                  </a:extLst>
                </a:gridCol>
                <a:gridCol w="213965">
                  <a:extLst>
                    <a:ext uri="{9D8B030D-6E8A-4147-A177-3AD203B41FA5}">
                      <a16:colId xmlns:a16="http://schemas.microsoft.com/office/drawing/2014/main" val="689449175"/>
                    </a:ext>
                  </a:extLst>
                </a:gridCol>
                <a:gridCol w="213965">
                  <a:extLst>
                    <a:ext uri="{9D8B030D-6E8A-4147-A177-3AD203B41FA5}">
                      <a16:colId xmlns:a16="http://schemas.microsoft.com/office/drawing/2014/main" val="1538443256"/>
                    </a:ext>
                  </a:extLst>
                </a:gridCol>
                <a:gridCol w="213965">
                  <a:extLst>
                    <a:ext uri="{9D8B030D-6E8A-4147-A177-3AD203B41FA5}">
                      <a16:colId xmlns:a16="http://schemas.microsoft.com/office/drawing/2014/main" val="3068595735"/>
                    </a:ext>
                  </a:extLst>
                </a:gridCol>
                <a:gridCol w="213965">
                  <a:extLst>
                    <a:ext uri="{9D8B030D-6E8A-4147-A177-3AD203B41FA5}">
                      <a16:colId xmlns:a16="http://schemas.microsoft.com/office/drawing/2014/main" val="25836040"/>
                    </a:ext>
                  </a:extLst>
                </a:gridCol>
                <a:gridCol w="213965">
                  <a:extLst>
                    <a:ext uri="{9D8B030D-6E8A-4147-A177-3AD203B41FA5}">
                      <a16:colId xmlns:a16="http://schemas.microsoft.com/office/drawing/2014/main" val="1913949584"/>
                    </a:ext>
                  </a:extLst>
                </a:gridCol>
                <a:gridCol w="213965">
                  <a:extLst>
                    <a:ext uri="{9D8B030D-6E8A-4147-A177-3AD203B41FA5}">
                      <a16:colId xmlns:a16="http://schemas.microsoft.com/office/drawing/2014/main" val="1710402241"/>
                    </a:ext>
                  </a:extLst>
                </a:gridCol>
                <a:gridCol w="213965">
                  <a:extLst>
                    <a:ext uri="{9D8B030D-6E8A-4147-A177-3AD203B41FA5}">
                      <a16:colId xmlns:a16="http://schemas.microsoft.com/office/drawing/2014/main" val="2568535279"/>
                    </a:ext>
                  </a:extLst>
                </a:gridCol>
                <a:gridCol w="213965">
                  <a:extLst>
                    <a:ext uri="{9D8B030D-6E8A-4147-A177-3AD203B41FA5}">
                      <a16:colId xmlns:a16="http://schemas.microsoft.com/office/drawing/2014/main" val="2628197031"/>
                    </a:ext>
                  </a:extLst>
                </a:gridCol>
                <a:gridCol w="213965">
                  <a:extLst>
                    <a:ext uri="{9D8B030D-6E8A-4147-A177-3AD203B41FA5}">
                      <a16:colId xmlns:a16="http://schemas.microsoft.com/office/drawing/2014/main" val="3145695739"/>
                    </a:ext>
                  </a:extLst>
                </a:gridCol>
                <a:gridCol w="213965">
                  <a:extLst>
                    <a:ext uri="{9D8B030D-6E8A-4147-A177-3AD203B41FA5}">
                      <a16:colId xmlns:a16="http://schemas.microsoft.com/office/drawing/2014/main" val="2034202708"/>
                    </a:ext>
                  </a:extLst>
                </a:gridCol>
                <a:gridCol w="213965">
                  <a:extLst>
                    <a:ext uri="{9D8B030D-6E8A-4147-A177-3AD203B41FA5}">
                      <a16:colId xmlns:a16="http://schemas.microsoft.com/office/drawing/2014/main" val="821059506"/>
                    </a:ext>
                  </a:extLst>
                </a:gridCol>
                <a:gridCol w="213965">
                  <a:extLst>
                    <a:ext uri="{9D8B030D-6E8A-4147-A177-3AD203B41FA5}">
                      <a16:colId xmlns:a16="http://schemas.microsoft.com/office/drawing/2014/main" val="3350409630"/>
                    </a:ext>
                  </a:extLst>
                </a:gridCol>
                <a:gridCol w="213965">
                  <a:extLst>
                    <a:ext uri="{9D8B030D-6E8A-4147-A177-3AD203B41FA5}">
                      <a16:colId xmlns:a16="http://schemas.microsoft.com/office/drawing/2014/main" val="828693653"/>
                    </a:ext>
                  </a:extLst>
                </a:gridCol>
                <a:gridCol w="213965">
                  <a:extLst>
                    <a:ext uri="{9D8B030D-6E8A-4147-A177-3AD203B41FA5}">
                      <a16:colId xmlns:a16="http://schemas.microsoft.com/office/drawing/2014/main" val="4009263593"/>
                    </a:ext>
                  </a:extLst>
                </a:gridCol>
                <a:gridCol w="213965">
                  <a:extLst>
                    <a:ext uri="{9D8B030D-6E8A-4147-A177-3AD203B41FA5}">
                      <a16:colId xmlns:a16="http://schemas.microsoft.com/office/drawing/2014/main" val="1624601586"/>
                    </a:ext>
                  </a:extLst>
                </a:gridCol>
                <a:gridCol w="213965">
                  <a:extLst>
                    <a:ext uri="{9D8B030D-6E8A-4147-A177-3AD203B41FA5}">
                      <a16:colId xmlns:a16="http://schemas.microsoft.com/office/drawing/2014/main" val="1890979626"/>
                    </a:ext>
                  </a:extLst>
                </a:gridCol>
                <a:gridCol w="213965">
                  <a:extLst>
                    <a:ext uri="{9D8B030D-6E8A-4147-A177-3AD203B41FA5}">
                      <a16:colId xmlns:a16="http://schemas.microsoft.com/office/drawing/2014/main" val="1776214451"/>
                    </a:ext>
                  </a:extLst>
                </a:gridCol>
                <a:gridCol w="213965">
                  <a:extLst>
                    <a:ext uri="{9D8B030D-6E8A-4147-A177-3AD203B41FA5}">
                      <a16:colId xmlns:a16="http://schemas.microsoft.com/office/drawing/2014/main" val="2352449314"/>
                    </a:ext>
                  </a:extLst>
                </a:gridCol>
                <a:gridCol w="213965">
                  <a:extLst>
                    <a:ext uri="{9D8B030D-6E8A-4147-A177-3AD203B41FA5}">
                      <a16:colId xmlns:a16="http://schemas.microsoft.com/office/drawing/2014/main" val="697671033"/>
                    </a:ext>
                  </a:extLst>
                </a:gridCol>
                <a:gridCol w="213965">
                  <a:extLst>
                    <a:ext uri="{9D8B030D-6E8A-4147-A177-3AD203B41FA5}">
                      <a16:colId xmlns:a16="http://schemas.microsoft.com/office/drawing/2014/main" val="3701170053"/>
                    </a:ext>
                  </a:extLst>
                </a:gridCol>
                <a:gridCol w="213965">
                  <a:extLst>
                    <a:ext uri="{9D8B030D-6E8A-4147-A177-3AD203B41FA5}">
                      <a16:colId xmlns:a16="http://schemas.microsoft.com/office/drawing/2014/main" val="1272741710"/>
                    </a:ext>
                  </a:extLst>
                </a:gridCol>
                <a:gridCol w="213965">
                  <a:extLst>
                    <a:ext uri="{9D8B030D-6E8A-4147-A177-3AD203B41FA5}">
                      <a16:colId xmlns:a16="http://schemas.microsoft.com/office/drawing/2014/main" val="392566353"/>
                    </a:ext>
                  </a:extLst>
                </a:gridCol>
                <a:gridCol w="213965">
                  <a:extLst>
                    <a:ext uri="{9D8B030D-6E8A-4147-A177-3AD203B41FA5}">
                      <a16:colId xmlns:a16="http://schemas.microsoft.com/office/drawing/2014/main" val="2743756041"/>
                    </a:ext>
                  </a:extLst>
                </a:gridCol>
                <a:gridCol w="213965">
                  <a:extLst>
                    <a:ext uri="{9D8B030D-6E8A-4147-A177-3AD203B41FA5}">
                      <a16:colId xmlns:a16="http://schemas.microsoft.com/office/drawing/2014/main" val="2960387421"/>
                    </a:ext>
                  </a:extLst>
                </a:gridCol>
                <a:gridCol w="213965">
                  <a:extLst>
                    <a:ext uri="{9D8B030D-6E8A-4147-A177-3AD203B41FA5}">
                      <a16:colId xmlns:a16="http://schemas.microsoft.com/office/drawing/2014/main" val="1606012929"/>
                    </a:ext>
                  </a:extLst>
                </a:gridCol>
                <a:gridCol w="213965">
                  <a:extLst>
                    <a:ext uri="{9D8B030D-6E8A-4147-A177-3AD203B41FA5}">
                      <a16:colId xmlns:a16="http://schemas.microsoft.com/office/drawing/2014/main" val="916150570"/>
                    </a:ext>
                  </a:extLst>
                </a:gridCol>
                <a:gridCol w="213965">
                  <a:extLst>
                    <a:ext uri="{9D8B030D-6E8A-4147-A177-3AD203B41FA5}">
                      <a16:colId xmlns:a16="http://schemas.microsoft.com/office/drawing/2014/main" val="2921954135"/>
                    </a:ext>
                  </a:extLst>
                </a:gridCol>
                <a:gridCol w="213965">
                  <a:extLst>
                    <a:ext uri="{9D8B030D-6E8A-4147-A177-3AD203B41FA5}">
                      <a16:colId xmlns:a16="http://schemas.microsoft.com/office/drawing/2014/main" val="3126948183"/>
                    </a:ext>
                  </a:extLst>
                </a:gridCol>
                <a:gridCol w="213965">
                  <a:extLst>
                    <a:ext uri="{9D8B030D-6E8A-4147-A177-3AD203B41FA5}">
                      <a16:colId xmlns:a16="http://schemas.microsoft.com/office/drawing/2014/main" val="2022438048"/>
                    </a:ext>
                  </a:extLst>
                </a:gridCol>
                <a:gridCol w="213965">
                  <a:extLst>
                    <a:ext uri="{9D8B030D-6E8A-4147-A177-3AD203B41FA5}">
                      <a16:colId xmlns:a16="http://schemas.microsoft.com/office/drawing/2014/main" val="2955039673"/>
                    </a:ext>
                  </a:extLst>
                </a:gridCol>
                <a:gridCol w="213965">
                  <a:extLst>
                    <a:ext uri="{9D8B030D-6E8A-4147-A177-3AD203B41FA5}">
                      <a16:colId xmlns:a16="http://schemas.microsoft.com/office/drawing/2014/main" val="3486390348"/>
                    </a:ext>
                  </a:extLst>
                </a:gridCol>
                <a:gridCol w="213965">
                  <a:extLst>
                    <a:ext uri="{9D8B030D-6E8A-4147-A177-3AD203B41FA5}">
                      <a16:colId xmlns:a16="http://schemas.microsoft.com/office/drawing/2014/main" val="3234919567"/>
                    </a:ext>
                  </a:extLst>
                </a:gridCol>
                <a:gridCol w="213965">
                  <a:extLst>
                    <a:ext uri="{9D8B030D-6E8A-4147-A177-3AD203B41FA5}">
                      <a16:colId xmlns:a16="http://schemas.microsoft.com/office/drawing/2014/main" val="1273681226"/>
                    </a:ext>
                  </a:extLst>
                </a:gridCol>
              </a:tblGrid>
              <a:tr h="57606">
                <a:tc>
                  <a:txBody>
                    <a:bodyPr/>
                    <a:lstStyle/>
                    <a:p>
                      <a:pPr algn="l" fontAlgn="t">
                        <a:buNone/>
                      </a:pPr>
                      <a:r>
                        <a:rPr lang="en-US" sz="700" u="none" strike="noStrike">
                          <a:effectLst/>
                        </a:rPr>
                        <a:t> Months</a:t>
                      </a:r>
                      <a:endParaRPr lang="en-US" sz="700" b="1"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tc>
                <a:tc>
                  <a:txBody>
                    <a:bodyPr/>
                    <a:lstStyle/>
                    <a:p>
                      <a:pPr algn="ctr" rtl="0" fontAlgn="ctr">
                        <a:buNone/>
                      </a:pPr>
                      <a:r>
                        <a:rPr lang="en-US" sz="700" u="none" strike="noStrike">
                          <a:effectLst/>
                        </a:rPr>
                        <a:t>Jan-26</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Feb-26</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Mar-26</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Apr-26</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May-26</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Jun-26</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Jul-26</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Aug-26</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Sep-26</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Oct-26</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Nov-26</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Dec-26</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Jan-27</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Feb-27</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Mar-27</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Apr-27</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May-27</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Jun-27</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Jul-27</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Aug-27</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Sep-27</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Oct-27</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Oct-27</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Nov-27</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Dec-27</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Jan-28</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Feb-28</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Mar-28</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Apr-28</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May-28</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Jun-28</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Jul-28</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Aug-28</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Sep-28</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Oct-28</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Nov-28</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Dec-28</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Jan-29</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Feb-29</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Mar-29</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Apr-29</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May-29</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Jun-29</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Jun-29</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Jul-29</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Aug-29</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Sep-29</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Oct-29</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sz="700" u="none" strike="noStrike">
                          <a:effectLst/>
                        </a:rPr>
                        <a:t>Nov-29</a:t>
                      </a:r>
                      <a:endParaRPr 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extLst>
                  <a:ext uri="{0D108BD9-81ED-4DB2-BD59-A6C34878D82A}">
                    <a16:rowId xmlns:a16="http://schemas.microsoft.com/office/drawing/2014/main" val="3344731389"/>
                  </a:ext>
                </a:extLst>
              </a:tr>
              <a:tr h="57606">
                <a:tc>
                  <a:txBody>
                    <a:bodyPr/>
                    <a:lstStyle/>
                    <a:p>
                      <a:pPr algn="l" fontAlgn="t">
                        <a:buNone/>
                      </a:pPr>
                      <a:r>
                        <a:rPr lang="en-US" sz="700" u="none" strike="noStrike">
                          <a:effectLst/>
                        </a:rPr>
                        <a:t>Pts randomized (actual)</a:t>
                      </a:r>
                      <a:endParaRPr lang="en-US" sz="700" b="1"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tc>
                <a:tc>
                  <a:txBody>
                    <a:bodyPr/>
                    <a:lstStyle/>
                    <a:p>
                      <a:pPr algn="ctr" fontAlgn="ctr">
                        <a:buNone/>
                      </a:pPr>
                      <a:r>
                        <a:rPr lang="en-US" altLang="zh-CN" sz="700" b="0" i="0" u="none" strike="noStrike">
                          <a:solidFill>
                            <a:srgbClr val="000000"/>
                          </a:solidFill>
                          <a:effectLst/>
                          <a:latin typeface="Calibri" panose="020F0502020204030204" pitchFamily="34" charset="0"/>
                          <a:ea typeface="等线" panose="02010600030101010101" pitchFamily="2" charset="-122"/>
                        </a:rPr>
                        <a:t>1</a:t>
                      </a:r>
                    </a:p>
                  </a:txBody>
                  <a:tcPr marL="2057" marR="2057" marT="2057" marB="0" anchor="ctr"/>
                </a:tc>
                <a:tc>
                  <a:txBody>
                    <a:bodyPr/>
                    <a:lstStyle/>
                    <a:p>
                      <a:pPr algn="ctr" rtl="0" fontAlgn="ctr">
                        <a:buNone/>
                      </a:pPr>
                      <a:r>
                        <a:rPr lang="en-US" altLang="zh-CN" sz="700" u="none" strike="noStrike">
                          <a:effectLst/>
                        </a:rPr>
                        <a:t>1</a:t>
                      </a: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1</a:t>
                      </a: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3</a:t>
                      </a:r>
                      <a:r>
                        <a:rPr lang="zh-CN" altLang="en-US" sz="700" u="none" strike="noStrike">
                          <a:effectLst/>
                        </a:rPr>
                        <a:t>　</a:t>
                      </a:r>
                      <a:endParaRPr lang="zh-CN" altLang="en-US" sz="700" b="1"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zh-CN" altLang="en-US" sz="700" u="none" strike="noStrike">
                          <a:effectLst/>
                        </a:rPr>
                        <a:t>　</a:t>
                      </a:r>
                      <a:endParaRPr lang="zh-CN" altLang="en-US" sz="700" b="1"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extLst>
                  <a:ext uri="{0D108BD9-81ED-4DB2-BD59-A6C34878D82A}">
                    <a16:rowId xmlns:a16="http://schemas.microsoft.com/office/drawing/2014/main" val="3022650269"/>
                  </a:ext>
                </a:extLst>
              </a:tr>
              <a:tr h="57606">
                <a:tc>
                  <a:txBody>
                    <a:bodyPr/>
                    <a:lstStyle/>
                    <a:p>
                      <a:pPr algn="l" fontAlgn="t">
                        <a:buNone/>
                      </a:pPr>
                      <a:r>
                        <a:rPr lang="en-US" sz="700" u="none" strike="noStrike">
                          <a:effectLst/>
                        </a:rPr>
                        <a:t>Pts randomized (plan)</a:t>
                      </a:r>
                      <a:endParaRPr lang="en-US" sz="700" b="1"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tc>
                <a:tc>
                  <a:txBody>
                    <a:bodyPr/>
                    <a:lstStyle/>
                    <a:p>
                      <a:pPr algn="ctr" fontAlgn="ctr">
                        <a:buNone/>
                      </a:pPr>
                      <a:r>
                        <a:rPr lang="en-US" altLang="zh-CN" sz="700" u="none" strike="noStrike">
                          <a:effectLst/>
                        </a:rPr>
                        <a:t>1</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2</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3</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4</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6</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7</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9</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10</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12</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13</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15</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16</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17</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18</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20</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21</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23</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24</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26</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27</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28</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30</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31</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33</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34</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36</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37</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39</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40</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41</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43</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44</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46</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47</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48</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49</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51</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53</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54</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56</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57</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59</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60</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62</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63</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65</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67</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69</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en-US" altLang="zh-CN" sz="700" u="none" strike="noStrike">
                          <a:effectLst/>
                        </a:rPr>
                        <a:t>70</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extLst>
                  <a:ext uri="{0D108BD9-81ED-4DB2-BD59-A6C34878D82A}">
                    <a16:rowId xmlns:a16="http://schemas.microsoft.com/office/drawing/2014/main" val="3109392828"/>
                  </a:ext>
                </a:extLst>
              </a:tr>
              <a:tr h="57606">
                <a:tc>
                  <a:txBody>
                    <a:bodyPr/>
                    <a:lstStyle/>
                    <a:p>
                      <a:pPr algn="l" fontAlgn="t">
                        <a:buNone/>
                      </a:pPr>
                      <a:r>
                        <a:rPr lang="en-US" sz="700" u="none" strike="noStrike">
                          <a:effectLst/>
                        </a:rPr>
                        <a:t>Pts screened (actual)</a:t>
                      </a:r>
                      <a:endParaRPr lang="en-US" sz="700" b="1"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tc>
                <a:tc>
                  <a:txBody>
                    <a:bodyPr/>
                    <a:lstStyle/>
                    <a:p>
                      <a:pPr algn="ctr" rtl="0" fontAlgn="ctr">
                        <a:buNone/>
                      </a:pPr>
                      <a:r>
                        <a:rPr lang="en-US" altLang="zh-CN" sz="700" u="none" strike="noStrike">
                          <a:effectLst/>
                        </a:rPr>
                        <a:t>1</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1</a:t>
                      </a: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2</a:t>
                      </a: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3</a:t>
                      </a: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700" u="none" strike="noStrike">
                          <a:effectLst/>
                        </a:rPr>
                        <a:t>　</a:t>
                      </a:r>
                      <a:endParaRPr lang="zh-CN" altLang="en-US"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tc>
                  <a:txBody>
                    <a:bodyPr/>
                    <a:lstStyle/>
                    <a:p>
                      <a:pPr algn="ctr" fontAlgn="ctr">
                        <a:buNone/>
                      </a:pPr>
                      <a:r>
                        <a:rPr lang="zh-CN" altLang="en-US" sz="800" u="none" strike="noStrike">
                          <a:effectLst/>
                        </a:rPr>
                        <a:t>　</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2057" marR="2057" marT="2057" marB="0" anchor="ctr"/>
                </a:tc>
                <a:extLst>
                  <a:ext uri="{0D108BD9-81ED-4DB2-BD59-A6C34878D82A}">
                    <a16:rowId xmlns:a16="http://schemas.microsoft.com/office/drawing/2014/main" val="2568935656"/>
                  </a:ext>
                </a:extLst>
              </a:tr>
              <a:tr h="57606">
                <a:tc>
                  <a:txBody>
                    <a:bodyPr/>
                    <a:lstStyle/>
                    <a:p>
                      <a:pPr algn="l" fontAlgn="t">
                        <a:buNone/>
                      </a:pPr>
                      <a:r>
                        <a:rPr lang="en-US" sz="700" u="none" strike="noStrike">
                          <a:effectLst/>
                        </a:rPr>
                        <a:t>Pts screened (planl)</a:t>
                      </a:r>
                      <a:endParaRPr lang="en-US" sz="700" b="1"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tc>
                <a:tc>
                  <a:txBody>
                    <a:bodyPr/>
                    <a:lstStyle/>
                    <a:p>
                      <a:pPr algn="ctr" rtl="0" fontAlgn="ctr">
                        <a:buNone/>
                      </a:pPr>
                      <a:r>
                        <a:rPr lang="en-US" altLang="zh-CN" sz="700" u="none" strike="noStrike">
                          <a:effectLst/>
                        </a:rPr>
                        <a:t>1</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2</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3</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4</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6</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8</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10</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12</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14</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16</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18</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20</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22</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24</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26</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28</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30</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32</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34</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36</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38</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40</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42</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44</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46</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48</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50</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52</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54</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56</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58</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60</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62</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64</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66</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68</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70</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72</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74</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76</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78</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80</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82</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84</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86</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88</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90</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92</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tc>
                  <a:txBody>
                    <a:bodyPr/>
                    <a:lstStyle/>
                    <a:p>
                      <a:pPr algn="ctr" rtl="0" fontAlgn="ctr">
                        <a:buNone/>
                      </a:pPr>
                      <a:r>
                        <a:rPr lang="en-US" altLang="zh-CN" sz="700" u="none" strike="noStrike">
                          <a:effectLst/>
                        </a:rPr>
                        <a:t>94</a:t>
                      </a:r>
                      <a:endParaRPr lang="en-US" altLang="zh-CN" sz="700" b="0" i="0" u="none" strike="noStrike">
                        <a:solidFill>
                          <a:srgbClr val="000000"/>
                        </a:solidFill>
                        <a:effectLst/>
                        <a:latin typeface="Calibri" panose="020F0502020204030204" pitchFamily="34" charset="0"/>
                        <a:ea typeface="等线" panose="02010600030101010101" pitchFamily="2" charset="-122"/>
                      </a:endParaRPr>
                    </a:p>
                  </a:txBody>
                  <a:tcPr marL="2057" marR="2057" marT="2057" marB="0" anchor="ctr"/>
                </a:tc>
                <a:extLst>
                  <a:ext uri="{0D108BD9-81ED-4DB2-BD59-A6C34878D82A}">
                    <a16:rowId xmlns:a16="http://schemas.microsoft.com/office/drawing/2014/main" val="724288775"/>
                  </a:ext>
                </a:extLst>
              </a:tr>
            </a:tbl>
          </a:graphicData>
        </a:graphic>
      </p:graphicFrame>
      <p:graphicFrame>
        <p:nvGraphicFramePr>
          <p:cNvPr id="3" name="Table 12">
            <a:extLst>
              <a:ext uri="{FF2B5EF4-FFF2-40B4-BE49-F238E27FC236}">
                <a16:creationId xmlns:a16="http://schemas.microsoft.com/office/drawing/2014/main" id="{77575C98-3271-9E95-C60A-90F4A5169E34}"/>
              </a:ext>
            </a:extLst>
          </p:cNvPr>
          <p:cNvGraphicFramePr>
            <a:graphicFrameLocks noGrp="1"/>
          </p:cNvGraphicFramePr>
          <p:nvPr>
            <p:extLst>
              <p:ext uri="{D42A27DB-BD31-4B8C-83A1-F6EECF244321}">
                <p14:modId xmlns:p14="http://schemas.microsoft.com/office/powerpoint/2010/main" val="737047409"/>
              </p:ext>
            </p:extLst>
          </p:nvPr>
        </p:nvGraphicFramePr>
        <p:xfrm>
          <a:off x="820053" y="674215"/>
          <a:ext cx="3020472" cy="2103120"/>
        </p:xfrm>
        <a:graphic>
          <a:graphicData uri="http://schemas.openxmlformats.org/drawingml/2006/table">
            <a:tbl>
              <a:tblPr firstRow="1" bandRow="1">
                <a:tableStyleId>{5C22544A-7EE6-4342-B048-85BDC9FD1C3A}</a:tableStyleId>
              </a:tblPr>
              <a:tblGrid>
                <a:gridCol w="1190140">
                  <a:extLst>
                    <a:ext uri="{9D8B030D-6E8A-4147-A177-3AD203B41FA5}">
                      <a16:colId xmlns:a16="http://schemas.microsoft.com/office/drawing/2014/main" val="3852206660"/>
                    </a:ext>
                  </a:extLst>
                </a:gridCol>
                <a:gridCol w="915166">
                  <a:extLst>
                    <a:ext uri="{9D8B030D-6E8A-4147-A177-3AD203B41FA5}">
                      <a16:colId xmlns:a16="http://schemas.microsoft.com/office/drawing/2014/main" val="3592413536"/>
                    </a:ext>
                  </a:extLst>
                </a:gridCol>
                <a:gridCol w="915166">
                  <a:extLst>
                    <a:ext uri="{9D8B030D-6E8A-4147-A177-3AD203B41FA5}">
                      <a16:colId xmlns:a16="http://schemas.microsoft.com/office/drawing/2014/main" val="2504402139"/>
                    </a:ext>
                  </a:extLst>
                </a:gridCol>
              </a:tblGrid>
              <a:tr h="254323">
                <a:tc>
                  <a:txBody>
                    <a:bodyPr/>
                    <a:lstStyle/>
                    <a:p>
                      <a:pPr algn="ctr"/>
                      <a:r>
                        <a:rPr lang="sv-SE" sz="1200" b="1" kern="1200">
                          <a:solidFill>
                            <a:schemeClr val="bg1"/>
                          </a:solidFill>
                        </a:rPr>
                        <a:t>Description</a:t>
                      </a:r>
                      <a:endParaRPr lang="en-US" sz="1200" b="1" kern="1200">
                        <a:solidFill>
                          <a:schemeClr val="bg1"/>
                        </a:solidFill>
                        <a:latin typeface="+mn-lt"/>
                        <a:ea typeface="+mn-ea"/>
                        <a:cs typeface="+mn-cs"/>
                      </a:endParaRPr>
                    </a:p>
                  </a:txBody>
                  <a:tcPr/>
                </a:tc>
                <a:tc>
                  <a:txBody>
                    <a:bodyPr/>
                    <a:lstStyle/>
                    <a:p>
                      <a:pPr algn="ctr"/>
                      <a:r>
                        <a:rPr lang="sv-SE" sz="1200"/>
                        <a:t>G</a:t>
                      </a:r>
                      <a:r>
                        <a:rPr lang="en-US" altLang="zh-CN" sz="1200"/>
                        <a:t>lobal</a:t>
                      </a:r>
                      <a:endParaRPr lang="en-US" sz="1200">
                        <a:latin typeface="Arial"/>
                        <a:cs typeface="Arial"/>
                      </a:endParaRPr>
                    </a:p>
                  </a:txBody>
                  <a:tcPr/>
                </a:tc>
                <a:tc>
                  <a:txBody>
                    <a:bodyPr/>
                    <a:lstStyle/>
                    <a:p>
                      <a:pPr algn="ctr"/>
                      <a:r>
                        <a:rPr lang="en-US" sz="1200">
                          <a:latin typeface="Arial"/>
                          <a:cs typeface="Arial"/>
                        </a:rPr>
                        <a:t>C</a:t>
                      </a:r>
                      <a:r>
                        <a:rPr lang="en-US" altLang="zh-CN" sz="1200">
                          <a:latin typeface="Arial"/>
                          <a:cs typeface="Arial"/>
                        </a:rPr>
                        <a:t>hina</a:t>
                      </a:r>
                      <a:endParaRPr lang="en-US" sz="1200">
                        <a:latin typeface="Arial"/>
                        <a:cs typeface="Arial"/>
                      </a:endParaRPr>
                    </a:p>
                  </a:txBody>
                  <a:tcPr/>
                </a:tc>
                <a:extLst>
                  <a:ext uri="{0D108BD9-81ED-4DB2-BD59-A6C34878D82A}">
                    <a16:rowId xmlns:a16="http://schemas.microsoft.com/office/drawing/2014/main" val="2148791410"/>
                  </a:ext>
                </a:extLst>
              </a:tr>
              <a:tr h="254323">
                <a:tc>
                  <a:txBody>
                    <a:bodyPr/>
                    <a:lstStyle/>
                    <a:p>
                      <a:pPr algn="ctr"/>
                      <a:r>
                        <a:rPr lang="sv-SE" sz="1200"/>
                        <a:t>Molecular screened</a:t>
                      </a:r>
                      <a:endParaRPr lang="en-US" sz="120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200" b="1" kern="1200">
                          <a:solidFill>
                            <a:schemeClr val="dk1"/>
                          </a:solidFill>
                        </a:rPr>
                        <a:t>16 </a:t>
                      </a:r>
                      <a:endParaRPr lang="en-US" sz="1200" b="1" kern="120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latin typeface="+mn-lt"/>
                          <a:ea typeface="+mn-ea"/>
                          <a:cs typeface="+mn-cs"/>
                        </a:rPr>
                        <a:t>3</a:t>
                      </a:r>
                    </a:p>
                  </a:txBody>
                  <a:tcPr/>
                </a:tc>
                <a:extLst>
                  <a:ext uri="{0D108BD9-81ED-4DB2-BD59-A6C34878D82A}">
                    <a16:rowId xmlns:a16="http://schemas.microsoft.com/office/drawing/2014/main" val="1442138972"/>
                  </a:ext>
                </a:extLst>
              </a:tr>
              <a:tr h="254323">
                <a:tc>
                  <a:txBody>
                    <a:bodyPr/>
                    <a:lstStyle/>
                    <a:p>
                      <a:pPr algn="ctr"/>
                      <a:r>
                        <a:rPr lang="sv-SE" sz="1200"/>
                        <a:t>Screened</a:t>
                      </a:r>
                      <a:endParaRPr lang="en-US" sz="120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200" b="1" kern="1200">
                          <a:solidFill>
                            <a:schemeClr val="dk1"/>
                          </a:solidFill>
                          <a:latin typeface="+mn-lt"/>
                          <a:ea typeface="+mn-ea"/>
                          <a:cs typeface="+mn-cs"/>
                        </a:rPr>
                        <a:t>9</a:t>
                      </a:r>
                      <a:endParaRPr lang="en-US" sz="1200" b="1" kern="120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latin typeface="+mn-lt"/>
                          <a:ea typeface="+mn-ea"/>
                          <a:cs typeface="+mn-cs"/>
                        </a:rPr>
                        <a:t>3</a:t>
                      </a:r>
                    </a:p>
                  </a:txBody>
                  <a:tcPr/>
                </a:tc>
                <a:extLst>
                  <a:ext uri="{0D108BD9-81ED-4DB2-BD59-A6C34878D82A}">
                    <a16:rowId xmlns:a16="http://schemas.microsoft.com/office/drawing/2014/main" val="1113772552"/>
                  </a:ext>
                </a:extLst>
              </a:tr>
              <a:tr h="254323">
                <a:tc>
                  <a:txBody>
                    <a:bodyPr/>
                    <a:lstStyle/>
                    <a:p>
                      <a:pPr algn="ctr"/>
                      <a:r>
                        <a:rPr lang="sv-SE" sz="1200"/>
                        <a:t>Screen-Failed </a:t>
                      </a:r>
                      <a:endParaRPr lang="en-US" sz="120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200" b="1" kern="1200">
                          <a:solidFill>
                            <a:schemeClr val="dk1"/>
                          </a:solidFill>
                        </a:rPr>
                        <a:t>1</a:t>
                      </a:r>
                      <a:endParaRPr lang="en-US" sz="1200" b="1" kern="120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latin typeface="+mn-lt"/>
                          <a:ea typeface="+mn-ea"/>
                          <a:cs typeface="+mn-cs"/>
                        </a:rPr>
                        <a:t>-</a:t>
                      </a:r>
                    </a:p>
                  </a:txBody>
                  <a:tcPr/>
                </a:tc>
                <a:extLst>
                  <a:ext uri="{0D108BD9-81ED-4DB2-BD59-A6C34878D82A}">
                    <a16:rowId xmlns:a16="http://schemas.microsoft.com/office/drawing/2014/main" val="1845077559"/>
                  </a:ext>
                </a:extLst>
              </a:tr>
              <a:tr h="254323">
                <a:tc>
                  <a:txBody>
                    <a:bodyPr/>
                    <a:lstStyle/>
                    <a:p>
                      <a:pPr algn="ctr"/>
                      <a:r>
                        <a:rPr lang="sv-SE" sz="1200"/>
                        <a:t>Randomized</a:t>
                      </a:r>
                      <a:endParaRPr lang="en-US" sz="120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200" b="1" kern="1200">
                          <a:solidFill>
                            <a:schemeClr val="dk1"/>
                          </a:solidFill>
                          <a:latin typeface="+mn-lt"/>
                          <a:ea typeface="+mn-ea"/>
                          <a:cs typeface="+mn-cs"/>
                        </a:rPr>
                        <a:t>4</a:t>
                      </a:r>
                      <a:endParaRPr lang="en-US" sz="1200" b="1" kern="120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latin typeface="+mn-lt"/>
                          <a:ea typeface="+mn-ea"/>
                          <a:cs typeface="+mn-cs"/>
                        </a:rPr>
                        <a:t>3</a:t>
                      </a:r>
                    </a:p>
                  </a:txBody>
                  <a:tcPr/>
                </a:tc>
                <a:extLst>
                  <a:ext uri="{0D108BD9-81ED-4DB2-BD59-A6C34878D82A}">
                    <a16:rowId xmlns:a16="http://schemas.microsoft.com/office/drawing/2014/main" val="1684459892"/>
                  </a:ext>
                </a:extLst>
              </a:tr>
              <a:tr h="254323">
                <a:tc>
                  <a:txBody>
                    <a:bodyPr/>
                    <a:lstStyle/>
                    <a:p>
                      <a:pPr algn="ctr"/>
                      <a:r>
                        <a:rPr lang="sv-SE" sz="1200" kern="1200">
                          <a:solidFill>
                            <a:schemeClr val="dk1"/>
                          </a:solidFill>
                        </a:rPr>
                        <a:t>Ongoing</a:t>
                      </a:r>
                      <a:endParaRPr lang="en-US" sz="1200" kern="1200">
                        <a:solidFill>
                          <a:schemeClr val="dk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200" b="1" kern="1200">
                          <a:solidFill>
                            <a:schemeClr val="dk1"/>
                          </a:solidFill>
                          <a:latin typeface="+mn-lt"/>
                          <a:ea typeface="+mn-ea"/>
                          <a:cs typeface="+mn-cs"/>
                        </a:rPr>
                        <a:t>4</a:t>
                      </a:r>
                      <a:endParaRPr lang="en-US" sz="1200" b="1" kern="120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latin typeface="+mn-lt"/>
                          <a:ea typeface="+mn-ea"/>
                          <a:cs typeface="+mn-cs"/>
                        </a:rPr>
                        <a:t>3</a:t>
                      </a:r>
                    </a:p>
                  </a:txBody>
                  <a:tcPr/>
                </a:tc>
                <a:extLst>
                  <a:ext uri="{0D108BD9-81ED-4DB2-BD59-A6C34878D82A}">
                    <a16:rowId xmlns:a16="http://schemas.microsoft.com/office/drawing/2014/main" val="3613500048"/>
                  </a:ext>
                </a:extLst>
              </a:tr>
              <a:tr h="254323">
                <a:tc>
                  <a:txBody>
                    <a:bodyPr/>
                    <a:lstStyle/>
                    <a:p>
                      <a:pPr marL="0" algn="ctr" defTabSz="914400" rtl="0" eaLnBrk="1" latinLnBrk="0" hangingPunct="1"/>
                      <a:r>
                        <a:rPr lang="sv-SE" sz="1200" kern="1200">
                          <a:solidFill>
                            <a:schemeClr val="dk1"/>
                          </a:solidFill>
                        </a:rPr>
                        <a:t>Long-term FU</a:t>
                      </a:r>
                      <a:endParaRPr lang="en-US" sz="1200" kern="1200">
                        <a:solidFill>
                          <a:schemeClr val="dk1"/>
                        </a:solidFill>
                        <a:latin typeface="Arial" panose="020B0604020202020204" pitchFamily="34" charset="0"/>
                        <a:ea typeface="+mn-ea"/>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v-SE" sz="1200" b="1" kern="1200">
                          <a:solidFill>
                            <a:schemeClr val="dk1"/>
                          </a:solidFill>
                        </a:rPr>
                        <a:t>-</a:t>
                      </a:r>
                      <a:endParaRPr lang="en-US" sz="1200" b="1" kern="1200">
                        <a:solidFill>
                          <a:schemeClr val="dk1"/>
                        </a:solidFill>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kern="1200">
                        <a:solidFill>
                          <a:schemeClr val="dk1"/>
                        </a:solidFill>
                        <a:latin typeface="+mn-lt"/>
                        <a:ea typeface="+mn-ea"/>
                        <a:cs typeface="+mn-cs"/>
                      </a:endParaRPr>
                    </a:p>
                  </a:txBody>
                  <a:tcPr/>
                </a:tc>
                <a:extLst>
                  <a:ext uri="{0D108BD9-81ED-4DB2-BD59-A6C34878D82A}">
                    <a16:rowId xmlns:a16="http://schemas.microsoft.com/office/drawing/2014/main" val="4214042033"/>
                  </a:ext>
                </a:extLst>
              </a:tr>
            </a:tbl>
          </a:graphicData>
        </a:graphic>
      </p:graphicFrame>
      <p:graphicFrame>
        <p:nvGraphicFramePr>
          <p:cNvPr id="10" name="Chart 6">
            <a:extLst>
              <a:ext uri="{FF2B5EF4-FFF2-40B4-BE49-F238E27FC236}">
                <a16:creationId xmlns:a16="http://schemas.microsoft.com/office/drawing/2014/main" id="{73207099-613B-4188-B37D-91BA5B30A0AB}"/>
              </a:ext>
            </a:extLst>
          </p:cNvPr>
          <p:cNvGraphicFramePr>
            <a:graphicFrameLocks/>
          </p:cNvGraphicFramePr>
          <p:nvPr>
            <p:extLst>
              <p:ext uri="{D42A27DB-BD31-4B8C-83A1-F6EECF244321}">
                <p14:modId xmlns:p14="http://schemas.microsoft.com/office/powerpoint/2010/main" val="703793207"/>
              </p:ext>
            </p:extLst>
          </p:nvPr>
        </p:nvGraphicFramePr>
        <p:xfrm>
          <a:off x="335431" y="919232"/>
          <a:ext cx="11233161" cy="383352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06589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EA112-0065-0729-0260-A382AA50A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8D9E0-E2F1-9B71-EB11-C3C863DD1BFC}"/>
              </a:ext>
            </a:extLst>
          </p:cNvPr>
          <p:cNvSpPr>
            <a:spLocks noGrp="1"/>
          </p:cNvSpPr>
          <p:nvPr>
            <p:ph type="title"/>
          </p:nvPr>
        </p:nvSpPr>
        <p:spPr>
          <a:xfrm>
            <a:off x="444189" y="282289"/>
            <a:ext cx="11233151" cy="720000"/>
          </a:xfrm>
        </p:spPr>
        <p:txBody>
          <a:bodyPr/>
          <a:lstStyle/>
          <a:p>
            <a:r>
              <a:rPr lang="en-US" altLang="zh-CN" sz="2400" i="1" err="1">
                <a:solidFill>
                  <a:schemeClr val="tx1"/>
                </a:solidFill>
                <a:latin typeface="+mn-lt"/>
              </a:rPr>
              <a:t>Zongertinib</a:t>
            </a:r>
            <a:r>
              <a:rPr lang="en-US" altLang="zh-CN" sz="2400" i="1">
                <a:solidFill>
                  <a:schemeClr val="tx1"/>
                </a:solidFill>
                <a:latin typeface="+mn-lt"/>
              </a:rPr>
              <a:t> (HERNEXEOS®) – 1L NSCLC Combo  </a:t>
            </a:r>
            <a:endParaRPr lang="zh-CN" altLang="en-US" sz="2400" i="1">
              <a:solidFill>
                <a:schemeClr val="tx1"/>
              </a:solidFill>
              <a:latin typeface="+mn-lt"/>
            </a:endParaRPr>
          </a:p>
        </p:txBody>
      </p:sp>
      <p:sp>
        <p:nvSpPr>
          <p:cNvPr id="4" name="Text Placeholder 3">
            <a:extLst>
              <a:ext uri="{FF2B5EF4-FFF2-40B4-BE49-F238E27FC236}">
                <a16:creationId xmlns:a16="http://schemas.microsoft.com/office/drawing/2014/main" id="{DF41FFFC-DA1B-08A6-AE11-CD898B402B77}"/>
              </a:ext>
            </a:extLst>
          </p:cNvPr>
          <p:cNvSpPr>
            <a:spLocks noGrp="1"/>
          </p:cNvSpPr>
          <p:nvPr>
            <p:ph type="body" sz="quarter" idx="13"/>
          </p:nvPr>
        </p:nvSpPr>
        <p:spPr>
          <a:xfrm>
            <a:off x="2031367" y="6315434"/>
            <a:ext cx="7391307" cy="164212"/>
          </a:xfrm>
        </p:spPr>
        <p:txBody>
          <a:bodyPr/>
          <a:lstStyle/>
          <a:p>
            <a:r>
              <a:rPr lang="en-US" altLang="zh-CN"/>
              <a:t>*</a:t>
            </a:r>
            <a:endParaRPr lang="zh-CN" altLang="en-US"/>
          </a:p>
        </p:txBody>
      </p:sp>
      <p:sp>
        <p:nvSpPr>
          <p:cNvPr id="6" name="Slide Number Placeholder 5">
            <a:extLst>
              <a:ext uri="{FF2B5EF4-FFF2-40B4-BE49-F238E27FC236}">
                <a16:creationId xmlns:a16="http://schemas.microsoft.com/office/drawing/2014/main" id="{C7C2D09E-1E1D-F791-1E38-17879DB2DA8A}"/>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38" name="灯片编号占位符 4">
            <a:extLst>
              <a:ext uri="{FF2B5EF4-FFF2-40B4-BE49-F238E27FC236}">
                <a16:creationId xmlns:a16="http://schemas.microsoft.com/office/drawing/2014/main" id="{D15D4560-91AB-38B7-0F3B-BB38EA48E2BA}"/>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1219140" rtl="0" eaLnBrk="1" fontAlgn="auto" latinLnBrk="0" hangingPunct="1">
              <a:lnSpc>
                <a:spcPct val="100000"/>
              </a:lnSpc>
              <a:spcBef>
                <a:spcPts val="0"/>
              </a:spcBef>
              <a:spcAft>
                <a:spcPts val="0"/>
              </a:spcAft>
              <a:buClr>
                <a:srgbClr val="000000"/>
              </a:buClr>
              <a:buSzTx/>
              <a:buFontTx/>
              <a:buNone/>
              <a:tabLst/>
              <a:defRPr/>
            </a:pPr>
            <a:fld id="{8FF9B0DE-3FEB-4AA0-B465-B80EF7C1333D}" type="slidenum">
              <a:rPr kumimoji="0" lang="en-US" sz="800" b="0" i="0" u="none" strike="noStrike" kern="0" cap="none" spc="0" normalizeH="0" baseline="0" noProof="0" smtClean="0">
                <a:ln>
                  <a:noFill/>
                </a:ln>
                <a:solidFill>
                  <a:srgbClr val="08312A"/>
                </a:solidFill>
                <a:effectLst/>
                <a:uLnTx/>
                <a:uFillTx/>
                <a:latin typeface="Boehringer Forward Text"/>
                <a:ea typeface="+mn-ea"/>
                <a:cs typeface="Arial"/>
                <a:sym typeface="Arial"/>
              </a:rPr>
              <a:pPr marL="0" marR="0" lvl="0" indent="0" algn="r" defTabSz="1219140" rtl="0" eaLnBrk="1" fontAlgn="auto" latinLnBrk="0" hangingPunct="1">
                <a:lnSpc>
                  <a:spcPct val="100000"/>
                </a:lnSpc>
                <a:spcBef>
                  <a:spcPts val="0"/>
                </a:spcBef>
                <a:spcAft>
                  <a:spcPts val="0"/>
                </a:spcAft>
                <a:buClr>
                  <a:srgbClr val="000000"/>
                </a:buClr>
                <a:buSzTx/>
                <a:buFontTx/>
                <a:buNone/>
                <a:tabLst/>
                <a:defRPr/>
              </a:pPr>
              <a:t>15</a:t>
            </a:fld>
            <a:endParaRPr kumimoji="0" lang="en-US" sz="800" b="0" i="0" u="none" strike="noStrike" kern="0" cap="none" spc="0" normalizeH="0" baseline="0" noProof="0">
              <a:ln>
                <a:noFill/>
              </a:ln>
              <a:solidFill>
                <a:srgbClr val="08312A"/>
              </a:solidFill>
              <a:effectLst/>
              <a:uLnTx/>
              <a:uFillTx/>
              <a:latin typeface="Boehringer Forward Text"/>
              <a:ea typeface="+mn-ea"/>
              <a:cs typeface="Arial"/>
              <a:sym typeface="Arial"/>
            </a:endParaRPr>
          </a:p>
        </p:txBody>
      </p:sp>
      <p:sp>
        <p:nvSpPr>
          <p:cNvPr id="240" name="OTLSHAPE_T_5a934a26f311425e8ebaa0f45e6533ad_Shape">
            <a:extLst>
              <a:ext uri="{FF2B5EF4-FFF2-40B4-BE49-F238E27FC236}">
                <a16:creationId xmlns:a16="http://schemas.microsoft.com/office/drawing/2014/main" id="{21D1E4E5-4537-27B3-191C-DC9BE1F753B8}"/>
              </a:ext>
            </a:extLst>
          </p:cNvPr>
          <p:cNvSpPr/>
          <p:nvPr>
            <p:custDataLst>
              <p:tags r:id="rId1"/>
            </p:custDataLst>
          </p:nvPr>
        </p:nvSpPr>
        <p:spPr bwMode="auto">
          <a:xfrm>
            <a:off x="6305113" y="2280323"/>
            <a:ext cx="1336606"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graphicFrame>
        <p:nvGraphicFramePr>
          <p:cNvPr id="241" name="Table 3">
            <a:extLst>
              <a:ext uri="{FF2B5EF4-FFF2-40B4-BE49-F238E27FC236}">
                <a16:creationId xmlns:a16="http://schemas.microsoft.com/office/drawing/2014/main" id="{2A80CCDD-F252-7AF8-28D6-6D198C9A4C18}"/>
              </a:ext>
            </a:extLst>
          </p:cNvPr>
          <p:cNvGraphicFramePr>
            <a:graphicFrameLocks noGrp="1"/>
          </p:cNvGraphicFramePr>
          <p:nvPr/>
        </p:nvGraphicFramePr>
        <p:xfrm>
          <a:off x="1285344" y="1097280"/>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6231E"/>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6231E"/>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2032</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95AD7A37-2BDA-8070-F910-68AF445B01DC}"/>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FF4A47C0-B573-2D36-3EBA-3581DD58A0F5}"/>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prstClr val="black"/>
              </a:solidFill>
              <a:effectLst/>
              <a:uLnTx/>
              <a:uFillTx/>
              <a:latin typeface="Boehringer Forward Text"/>
              <a:ea typeface="+mn-ea"/>
              <a:cs typeface="+mn-cs"/>
            </a:endParaRPr>
          </a:p>
        </p:txBody>
      </p:sp>
      <p:sp>
        <p:nvSpPr>
          <p:cNvPr id="244" name="Isosceles Triangle 128">
            <a:extLst>
              <a:ext uri="{FF2B5EF4-FFF2-40B4-BE49-F238E27FC236}">
                <a16:creationId xmlns:a16="http://schemas.microsoft.com/office/drawing/2014/main" id="{071C9683-14D3-B462-7F3F-6BD66587560D}"/>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prstClr val="black"/>
              </a:solidFill>
              <a:effectLst/>
              <a:uLnTx/>
              <a:uFillTx/>
              <a:latin typeface="Boehringer Forward Text"/>
              <a:ea typeface="+mn-ea"/>
              <a:cs typeface="+mn-cs"/>
            </a:endParaRPr>
          </a:p>
        </p:txBody>
      </p:sp>
      <p:pic>
        <p:nvPicPr>
          <p:cNvPr id="246" name="Picture 4">
            <a:extLst>
              <a:ext uri="{FF2B5EF4-FFF2-40B4-BE49-F238E27FC236}">
                <a16:creationId xmlns:a16="http://schemas.microsoft.com/office/drawing/2014/main" id="{5445369C-2056-5D52-0C1C-0209528BB08D}"/>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712F598A-A946-75DB-0D0A-41D258CD6226}"/>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3A9752C2-ADA8-5619-FABF-1F7148151C84}"/>
              </a:ext>
            </a:extLst>
          </p:cNvPr>
          <p:cNvSpPr/>
          <p:nvPr/>
        </p:nvSpPr>
        <p:spPr>
          <a:xfrm>
            <a:off x="4026674" y="2550481"/>
            <a:ext cx="388248" cy="256545"/>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mn-cs"/>
              </a:rPr>
              <a:t>FPI</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mn-cs"/>
            </a:endParaRPr>
          </a:p>
        </p:txBody>
      </p:sp>
      <p:sp>
        <p:nvSpPr>
          <p:cNvPr id="250" name="OTLSHAPE_T_e17f3958430f4cff8650518c93c7635e_StartDate">
            <a:extLst>
              <a:ext uri="{FF2B5EF4-FFF2-40B4-BE49-F238E27FC236}">
                <a16:creationId xmlns:a16="http://schemas.microsoft.com/office/drawing/2014/main" id="{DA5B839B-FFDC-301A-B71B-671BED323000}"/>
              </a:ext>
            </a:extLst>
          </p:cNvPr>
          <p:cNvSpPr txBox="1"/>
          <p:nvPr>
            <p:custDataLst>
              <p:tags r:id="rId2"/>
            </p:custDataLst>
          </p:nvPr>
        </p:nvSpPr>
        <p:spPr>
          <a:xfrm>
            <a:off x="3728758" y="2090400"/>
            <a:ext cx="1060915"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rPr>
              <a:t>May 2026</a:t>
            </a:r>
            <a:endParaRPr kumimoji="0" lang="zh-CN" altLang="en-US"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endParaRPr>
          </a:p>
        </p:txBody>
      </p:sp>
      <p:sp>
        <p:nvSpPr>
          <p:cNvPr id="251" name="OTLSHAPE_T_e17f3958430f4cff8650518c93c7635e_Shape">
            <a:extLst>
              <a:ext uri="{FF2B5EF4-FFF2-40B4-BE49-F238E27FC236}">
                <a16:creationId xmlns:a16="http://schemas.microsoft.com/office/drawing/2014/main" id="{78668AD3-CBDA-B41B-F03E-D30C2466AD71}"/>
              </a:ext>
            </a:extLst>
          </p:cNvPr>
          <p:cNvSpPr/>
          <p:nvPr>
            <p:custDataLst>
              <p:tags r:id="rId3"/>
            </p:custDataLst>
          </p:nvPr>
        </p:nvSpPr>
        <p:spPr bwMode="auto">
          <a:xfrm>
            <a:off x="4211766" y="2273316"/>
            <a:ext cx="2090921"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Ph2, N=60 </a:t>
            </a:r>
            <a:endParaRPr kumimoji="0" lang="en-US" altLang="zh-CN" sz="1067"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B758ABAE-C02A-0F57-33B5-E8E2DEBA0E6D}"/>
              </a:ext>
            </a:extLst>
          </p:cNvPr>
          <p:cNvSpPr/>
          <p:nvPr/>
        </p:nvSpPr>
        <p:spPr>
          <a:xfrm>
            <a:off x="6101273" y="2545858"/>
            <a:ext cx="389850" cy="256546"/>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LPI</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190CE3AA-B511-0124-C3CE-D85787F77B38}"/>
              </a:ext>
            </a:extLst>
          </p:cNvPr>
          <p:cNvSpPr txBox="1"/>
          <p:nvPr>
            <p:custDataLst>
              <p:tags r:id="rId4"/>
            </p:custDataLst>
          </p:nvPr>
        </p:nvSpPr>
        <p:spPr>
          <a:xfrm>
            <a:off x="7139659" y="2045896"/>
            <a:ext cx="911147"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rPr>
              <a:t>2028</a:t>
            </a:r>
            <a:endParaRPr kumimoji="0" lang="zh-CN" altLang="en-US"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endParaRPr>
          </a:p>
        </p:txBody>
      </p:sp>
      <p:sp>
        <p:nvSpPr>
          <p:cNvPr id="268" name="Rectangle 55">
            <a:extLst>
              <a:ext uri="{FF2B5EF4-FFF2-40B4-BE49-F238E27FC236}">
                <a16:creationId xmlns:a16="http://schemas.microsoft.com/office/drawing/2014/main" id="{7564B725-E5AB-6ACF-7CAA-B124CD9A6DAD}"/>
              </a:ext>
            </a:extLst>
          </p:cNvPr>
          <p:cNvSpPr/>
          <p:nvPr/>
        </p:nvSpPr>
        <p:spPr>
          <a:xfrm>
            <a:off x="7155160" y="2561316"/>
            <a:ext cx="926856" cy="256545"/>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Key results</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AD076632-EAC6-093B-3B4A-9A00C6D7A9DF}"/>
              </a:ext>
            </a:extLst>
          </p:cNvPr>
          <p:cNvSpPr/>
          <p:nvPr/>
        </p:nvSpPr>
        <p:spPr bwMode="auto">
          <a:xfrm>
            <a:off x="4119010" y="243205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24B2901A-A339-7828-D4EA-93B975838A83}"/>
              </a:ext>
            </a:extLst>
          </p:cNvPr>
          <p:cNvSpPr/>
          <p:nvPr/>
        </p:nvSpPr>
        <p:spPr bwMode="auto">
          <a:xfrm>
            <a:off x="6207773" y="244788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8131ADE1-F855-FEC2-9B29-D1F32AFB9080}"/>
              </a:ext>
            </a:extLst>
          </p:cNvPr>
          <p:cNvSpPr/>
          <p:nvPr/>
        </p:nvSpPr>
        <p:spPr bwMode="auto">
          <a:xfrm>
            <a:off x="7538867" y="248928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83445FE-3A54-EF08-31F3-34628E910E51}"/>
              </a:ext>
            </a:extLst>
          </p:cNvPr>
          <p:cNvSpPr/>
          <p:nvPr>
            <p:custDataLst>
              <p:tags r:id="rId5"/>
            </p:custDataLst>
          </p:nvPr>
        </p:nvSpPr>
        <p:spPr bwMode="auto">
          <a:xfrm>
            <a:off x="4638864" y="4322636"/>
            <a:ext cx="1775450"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Ph2, N=8</a:t>
            </a:r>
          </a:p>
        </p:txBody>
      </p:sp>
      <p:sp>
        <p:nvSpPr>
          <p:cNvPr id="253" name="OTLSHAPE_T_e17f3958430f4cff8650518c93c7635e_StartDate">
            <a:extLst>
              <a:ext uri="{FF2B5EF4-FFF2-40B4-BE49-F238E27FC236}">
                <a16:creationId xmlns:a16="http://schemas.microsoft.com/office/drawing/2014/main" id="{A0CBDAB5-58B6-78EA-FCF8-7D1214BB5B86}"/>
              </a:ext>
            </a:extLst>
          </p:cNvPr>
          <p:cNvSpPr txBox="1"/>
          <p:nvPr>
            <p:custDataLst>
              <p:tags r:id="rId6"/>
            </p:custDataLst>
          </p:nvPr>
        </p:nvSpPr>
        <p:spPr>
          <a:xfrm>
            <a:off x="4400455" y="4102332"/>
            <a:ext cx="910164"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rPr>
              <a:t>Jun 2026</a:t>
            </a:r>
            <a:endParaRPr kumimoji="0" lang="zh-CN" altLang="en-US"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endParaRPr>
          </a:p>
        </p:txBody>
      </p:sp>
      <p:sp>
        <p:nvSpPr>
          <p:cNvPr id="254" name="OTLSHAPE_T_e17f3958430f4cff8650518c93c7635e_Shape">
            <a:extLst>
              <a:ext uri="{FF2B5EF4-FFF2-40B4-BE49-F238E27FC236}">
                <a16:creationId xmlns:a16="http://schemas.microsoft.com/office/drawing/2014/main" id="{4E0C29DF-89B7-9D26-6AE7-5EE711E585D0}"/>
              </a:ext>
            </a:extLst>
          </p:cNvPr>
          <p:cNvSpPr/>
          <p:nvPr>
            <p:custDataLst>
              <p:tags r:id="rId7"/>
            </p:custDataLst>
          </p:nvPr>
        </p:nvSpPr>
        <p:spPr bwMode="auto">
          <a:xfrm>
            <a:off x="3513057" y="4311319"/>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108"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CTA Review + EC + HGRAC + 1</a:t>
            </a:r>
            <a:r>
              <a:rPr kumimoji="0" lang="en-US" altLang="zh-CN" sz="800" b="1" i="0" u="none" strike="noStrike" kern="1200" cap="none" spc="0" normalizeH="0" baseline="3000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st</a:t>
            </a:r>
            <a:r>
              <a:rPr kumimoji="0" lang="en-US" altLang="zh-CN" sz="8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rPr>
              <a:t> SIV</a:t>
            </a:r>
            <a:endParaRPr kumimoji="0" lang="zh-CN" altLang="en-US" sz="800" b="1"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19EDB331-C558-10C0-B52C-06138BE1F15D}"/>
              </a:ext>
            </a:extLst>
          </p:cNvPr>
          <p:cNvSpPr txBox="1"/>
          <p:nvPr>
            <p:custDataLst>
              <p:tags r:id="rId8"/>
            </p:custDataLst>
          </p:nvPr>
        </p:nvSpPr>
        <p:spPr>
          <a:xfrm>
            <a:off x="3021550" y="4114306"/>
            <a:ext cx="1061473"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Jan</a:t>
            </a:r>
            <a:r>
              <a:rPr kumimoji="0" lang="en-US" altLang="zh-CN" sz="1067" b="1" i="1" u="none" strike="noStrike" kern="1200" cap="none" spc="0" normalizeH="0" baseline="0" noProof="0">
                <a:ln>
                  <a:noFill/>
                </a:ln>
                <a:solidFill>
                  <a:srgbClr val="FF0000"/>
                </a:solidFill>
                <a:effectLst/>
                <a:uLnTx/>
                <a:uFillTx/>
                <a:latin typeface="Boehringer Forward Text"/>
                <a:ea typeface="等线" panose="02010600030101010101" pitchFamily="2" charset="-122"/>
                <a:cs typeface="Calibri" panose="020F0502020204030204" pitchFamily="34" charset="0"/>
              </a:rPr>
              <a:t> </a:t>
            </a: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Calibri" panose="020F0502020204030204" pitchFamily="34" charset="0"/>
              </a:rPr>
              <a:t>2026 *</a:t>
            </a:r>
          </a:p>
        </p:txBody>
      </p:sp>
      <p:sp>
        <p:nvSpPr>
          <p:cNvPr id="256" name="Rectangle 77">
            <a:extLst>
              <a:ext uri="{FF2B5EF4-FFF2-40B4-BE49-F238E27FC236}">
                <a16:creationId xmlns:a16="http://schemas.microsoft.com/office/drawing/2014/main" id="{034EE032-13CE-FDB6-DDAE-00935F08037C}"/>
              </a:ext>
            </a:extLst>
          </p:cNvPr>
          <p:cNvSpPr/>
          <p:nvPr/>
        </p:nvSpPr>
        <p:spPr>
          <a:xfrm>
            <a:off x="4478500" y="4599610"/>
            <a:ext cx="626660" cy="256545"/>
          </a:xfrm>
          <a:prstGeom prst="rect">
            <a:avLst/>
          </a:prstGeom>
        </p:spPr>
        <p:txBody>
          <a:bodyPr wrap="squar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1</a:t>
            </a:r>
            <a:r>
              <a:rPr kumimoji="0" lang="en-US" altLang="zh-CN" sz="1067" b="1" i="0" u="none" strike="noStrike" kern="1200" cap="none" spc="0" normalizeH="0" baseline="3000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st</a:t>
            </a: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 SIV</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47E41CE8-5D1E-D8C6-6F58-206611264952}"/>
              </a:ext>
            </a:extLst>
          </p:cNvPr>
          <p:cNvSpPr/>
          <p:nvPr>
            <p:custDataLst>
              <p:tags r:id="rId9"/>
            </p:custDataLst>
          </p:nvPr>
        </p:nvSpPr>
        <p:spPr bwMode="auto">
          <a:xfrm rot="16200000">
            <a:off x="3502280" y="4544262"/>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933" b="0" i="0" u="none" strike="noStrike" kern="1200" cap="none" spc="0" normalizeH="0" baseline="0" noProof="0">
              <a:ln>
                <a:noFill/>
              </a:ln>
              <a:solidFill>
                <a:srgbClr val="000000"/>
              </a:solidFill>
              <a:effectLst/>
              <a:uLnTx/>
              <a:uFillTx/>
              <a:latin typeface="Boehringer Forward Text"/>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77D6BAF7-D679-BB96-BDD8-F1441044FADA}"/>
              </a:ext>
            </a:extLst>
          </p:cNvPr>
          <p:cNvSpPr txBox="1"/>
          <p:nvPr>
            <p:custDataLst>
              <p:tags r:id="rId10"/>
            </p:custDataLst>
          </p:nvPr>
        </p:nvSpPr>
        <p:spPr>
          <a:xfrm>
            <a:off x="3283602" y="4645776"/>
            <a:ext cx="928201" cy="164212"/>
          </a:xfrm>
          <a:prstGeom prst="rect">
            <a:avLst/>
          </a:prstGeom>
          <a:noFill/>
        </p:spPr>
        <p:txBody>
          <a:bodyPr vert="horz" wrap="square" lIns="0" tIns="0" rIns="0" bIns="0" rtlCol="0" anchor="ctr" anchorCtr="0">
            <a:spAutoFit/>
          </a:bodyPr>
          <a:lstStyle/>
          <a:p>
            <a:pPr marL="0" marR="0" lvl="0" indent="0" algn="l"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CTA Sub</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D2F023E9-33AF-2E5A-E836-140983AA32A8}"/>
              </a:ext>
            </a:extLst>
          </p:cNvPr>
          <p:cNvSpPr/>
          <p:nvPr/>
        </p:nvSpPr>
        <p:spPr bwMode="auto">
          <a:xfrm>
            <a:off x="4608409" y="451342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5" name="TextBox 64">
            <a:extLst>
              <a:ext uri="{FF2B5EF4-FFF2-40B4-BE49-F238E27FC236}">
                <a16:creationId xmlns:a16="http://schemas.microsoft.com/office/drawing/2014/main" id="{766545FE-23B9-A29E-0A4C-3C796A8F92CE}"/>
              </a:ext>
            </a:extLst>
          </p:cNvPr>
          <p:cNvSpPr txBox="1"/>
          <p:nvPr/>
        </p:nvSpPr>
        <p:spPr>
          <a:xfrm>
            <a:off x="41127" y="2207331"/>
            <a:ext cx="1337645" cy="492635"/>
          </a:xfrm>
          <a:prstGeom prst="rect">
            <a:avLst/>
          </a:prstGeom>
          <a:noFill/>
          <a:ln>
            <a:noFill/>
          </a:ln>
        </p:spPr>
        <p:txBody>
          <a:bodyPr wrap="square" lIns="0" tIns="0" rIns="0" bIns="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Ph2</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1479-0044</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44</a:t>
            </a:r>
          </a:p>
        </p:txBody>
      </p:sp>
      <p:sp>
        <p:nvSpPr>
          <p:cNvPr id="9" name="Rectangle 55">
            <a:extLst>
              <a:ext uri="{FF2B5EF4-FFF2-40B4-BE49-F238E27FC236}">
                <a16:creationId xmlns:a16="http://schemas.microsoft.com/office/drawing/2014/main" id="{03666C50-FA72-4CF6-DC23-AB13D997A41A}"/>
              </a:ext>
            </a:extLst>
          </p:cNvPr>
          <p:cNvSpPr/>
          <p:nvPr/>
        </p:nvSpPr>
        <p:spPr>
          <a:xfrm>
            <a:off x="6213871" y="4595872"/>
            <a:ext cx="389850" cy="256546"/>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LPI</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10" name="OTLSHAPE_T_e17f3958430f4cff8650518c93c7635e_StartDate">
            <a:extLst>
              <a:ext uri="{FF2B5EF4-FFF2-40B4-BE49-F238E27FC236}">
                <a16:creationId xmlns:a16="http://schemas.microsoft.com/office/drawing/2014/main" id="{C9DEEB30-2AC3-64C5-75C2-E0B48C9BAE25}"/>
              </a:ext>
            </a:extLst>
          </p:cNvPr>
          <p:cNvSpPr txBox="1"/>
          <p:nvPr>
            <p:custDataLst>
              <p:tags r:id="rId11"/>
            </p:custDataLst>
          </p:nvPr>
        </p:nvSpPr>
        <p:spPr>
          <a:xfrm>
            <a:off x="6383180" y="4094981"/>
            <a:ext cx="911147"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rPr>
              <a:t>Aug 2027</a:t>
            </a:r>
            <a:endParaRPr kumimoji="0" lang="zh-CN" altLang="en-US"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endParaRPr>
          </a:p>
        </p:txBody>
      </p:sp>
      <p:sp>
        <p:nvSpPr>
          <p:cNvPr id="11" name="Star: 4 Points 143">
            <a:extLst>
              <a:ext uri="{FF2B5EF4-FFF2-40B4-BE49-F238E27FC236}">
                <a16:creationId xmlns:a16="http://schemas.microsoft.com/office/drawing/2014/main" id="{869E27B8-C137-5AA4-AB81-549A540A5B1F}"/>
              </a:ext>
            </a:extLst>
          </p:cNvPr>
          <p:cNvSpPr/>
          <p:nvPr/>
        </p:nvSpPr>
        <p:spPr bwMode="auto">
          <a:xfrm>
            <a:off x="6292141" y="451592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12" name="OTLSHAPE_T_5a934a26f311425e8ebaa0f45e6533ad_Shape">
            <a:extLst>
              <a:ext uri="{FF2B5EF4-FFF2-40B4-BE49-F238E27FC236}">
                <a16:creationId xmlns:a16="http://schemas.microsoft.com/office/drawing/2014/main" id="{8F73D32B-BD0A-0A7D-22E6-EE06B627471B}"/>
              </a:ext>
            </a:extLst>
          </p:cNvPr>
          <p:cNvSpPr/>
          <p:nvPr>
            <p:custDataLst>
              <p:tags r:id="rId12"/>
            </p:custDataLst>
          </p:nvPr>
        </p:nvSpPr>
        <p:spPr bwMode="auto">
          <a:xfrm>
            <a:off x="6414314" y="4326232"/>
            <a:ext cx="1428281"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endParaRPr>
          </a:p>
        </p:txBody>
      </p:sp>
      <p:cxnSp>
        <p:nvCxnSpPr>
          <p:cNvPr id="8" name="连接符: 肘形 7">
            <a:extLst>
              <a:ext uri="{FF2B5EF4-FFF2-40B4-BE49-F238E27FC236}">
                <a16:creationId xmlns:a16="http://schemas.microsoft.com/office/drawing/2014/main" id="{9DE107B2-F771-5F96-ADA3-A5C19AEFCA3B}"/>
              </a:ext>
            </a:extLst>
          </p:cNvPr>
          <p:cNvCxnSpPr>
            <a:cxnSpLocks/>
            <a:stCxn id="268" idx="2"/>
          </p:cNvCxnSpPr>
          <p:nvPr/>
        </p:nvCxnSpPr>
        <p:spPr bwMode="gray">
          <a:xfrm rot="16200000" flipH="1">
            <a:off x="7929435" y="2507014"/>
            <a:ext cx="462244" cy="1083938"/>
          </a:xfrm>
          <a:prstGeom prst="bentConnector2">
            <a:avLst/>
          </a:prstGeom>
          <a:ln w="38100">
            <a:solidFill>
              <a:schemeClr val="tx2">
                <a:lumMod val="50000"/>
              </a:schemeClr>
            </a:solidFill>
            <a:tailEnd type="triangle"/>
          </a:ln>
        </p:spPr>
        <p:style>
          <a:lnRef idx="1">
            <a:schemeClr val="accent2"/>
          </a:lnRef>
          <a:fillRef idx="0">
            <a:schemeClr val="accent2"/>
          </a:fillRef>
          <a:effectRef idx="0">
            <a:schemeClr val="accent2"/>
          </a:effectRef>
          <a:fontRef idx="minor">
            <a:schemeClr val="tx1"/>
          </a:fontRef>
        </p:style>
      </p:cxnSp>
      <p:sp>
        <p:nvSpPr>
          <p:cNvPr id="19" name="文本框 18">
            <a:extLst>
              <a:ext uri="{FF2B5EF4-FFF2-40B4-BE49-F238E27FC236}">
                <a16:creationId xmlns:a16="http://schemas.microsoft.com/office/drawing/2014/main" id="{1D5ABB02-D223-3C35-25D9-9182E7AC8BF1}"/>
              </a:ext>
            </a:extLst>
          </p:cNvPr>
          <p:cNvSpPr txBox="1"/>
          <p:nvPr/>
        </p:nvSpPr>
        <p:spPr bwMode="gray">
          <a:xfrm>
            <a:off x="8819368" y="3018621"/>
            <a:ext cx="1726185" cy="495457"/>
          </a:xfrm>
          <a:prstGeom prst="rect">
            <a:avLst/>
          </a:prstGeom>
          <a:solidFill>
            <a:schemeClr val="accent6">
              <a:lumMod val="75000"/>
            </a:schemeClr>
          </a:solid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Further development plan</a:t>
            </a: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 name="OTLSHAPE_T_e17f3958430f4cff8650518c93c7635e_StartDate">
            <a:extLst>
              <a:ext uri="{FF2B5EF4-FFF2-40B4-BE49-F238E27FC236}">
                <a16:creationId xmlns:a16="http://schemas.microsoft.com/office/drawing/2014/main" id="{DB8A03AC-F0B0-5754-9779-A6C81CAE9645}"/>
              </a:ext>
            </a:extLst>
          </p:cNvPr>
          <p:cNvSpPr txBox="1"/>
          <p:nvPr>
            <p:custDataLst>
              <p:tags r:id="rId13"/>
            </p:custDataLst>
          </p:nvPr>
        </p:nvSpPr>
        <p:spPr>
          <a:xfrm>
            <a:off x="5844320" y="2014771"/>
            <a:ext cx="911147"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rPr>
              <a:t>Aug 2027</a:t>
            </a:r>
            <a:endParaRPr kumimoji="0" lang="zh-CN" altLang="en-US"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endParaRPr>
          </a:p>
        </p:txBody>
      </p:sp>
      <p:sp>
        <p:nvSpPr>
          <p:cNvPr id="13" name="OTLSHAPE_T_e17f3958430f4cff8650518c93c7635e_StartDate">
            <a:extLst>
              <a:ext uri="{FF2B5EF4-FFF2-40B4-BE49-F238E27FC236}">
                <a16:creationId xmlns:a16="http://schemas.microsoft.com/office/drawing/2014/main" id="{DB39868E-DA88-F905-DA2E-0E5A7BCBC35D}"/>
              </a:ext>
            </a:extLst>
          </p:cNvPr>
          <p:cNvSpPr txBox="1"/>
          <p:nvPr>
            <p:custDataLst>
              <p:tags r:id="rId14"/>
            </p:custDataLst>
          </p:nvPr>
        </p:nvSpPr>
        <p:spPr>
          <a:xfrm>
            <a:off x="7327345" y="4089710"/>
            <a:ext cx="911147" cy="164212"/>
          </a:xfrm>
          <a:prstGeom prst="rect">
            <a:avLst/>
          </a:prstGeom>
          <a:noFill/>
        </p:spPr>
        <p:txBody>
          <a:bodyPr vert="horz" wrap="square" lIns="0" tIns="0" rIns="0" bIns="0" rtlCol="0" anchor="ctr" anchorCtr="0">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rPr>
              <a:t>2028</a:t>
            </a:r>
            <a:endParaRPr kumimoji="0" lang="zh-CN" altLang="en-US" sz="1067" b="1" i="1" u="none" strike="noStrike" kern="1200" cap="none" spc="0" normalizeH="0" baseline="0" noProof="0">
              <a:ln>
                <a:noFill/>
              </a:ln>
              <a:solidFill>
                <a:prstClr val="white">
                  <a:lumMod val="65000"/>
                </a:prstClr>
              </a:solidFill>
              <a:effectLst/>
              <a:uLnTx/>
              <a:uFillTx/>
              <a:latin typeface="Boehringer Forward Text"/>
              <a:ea typeface="等线" panose="02010600030101010101" pitchFamily="2" charset="-122"/>
              <a:cs typeface="+mn-cs"/>
            </a:endParaRPr>
          </a:p>
        </p:txBody>
      </p:sp>
      <p:sp>
        <p:nvSpPr>
          <p:cNvPr id="14" name="Rectangle 55">
            <a:extLst>
              <a:ext uri="{FF2B5EF4-FFF2-40B4-BE49-F238E27FC236}">
                <a16:creationId xmlns:a16="http://schemas.microsoft.com/office/drawing/2014/main" id="{86D3510F-286E-05CF-05E5-D54AFA707A61}"/>
              </a:ext>
            </a:extLst>
          </p:cNvPr>
          <p:cNvSpPr/>
          <p:nvPr/>
        </p:nvSpPr>
        <p:spPr>
          <a:xfrm>
            <a:off x="7372105" y="4606325"/>
            <a:ext cx="926856" cy="256545"/>
          </a:xfrm>
          <a:prstGeom prst="rect">
            <a:avLst/>
          </a:prstGeom>
        </p:spPr>
        <p:txBody>
          <a:bodyPr wrap="none">
            <a:spAutoFit/>
          </a:bodyPr>
          <a:lstStyle/>
          <a:p>
            <a:pPr marL="0" marR="0" lvl="0" indent="0" algn="ctr" defTabSz="1219108"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rPr>
              <a:t>Key results</a:t>
            </a:r>
            <a:endParaRPr kumimoji="0" lang="zh-CN" altLang="en-US" sz="1067" b="1" i="0" u="none" strike="noStrike" kern="1200" cap="none" spc="0" normalizeH="0" baseline="0" noProof="0">
              <a:ln>
                <a:noFill/>
              </a:ln>
              <a:solidFill>
                <a:srgbClr val="44546A"/>
              </a:solidFill>
              <a:effectLst/>
              <a:uLnTx/>
              <a:uFillTx/>
              <a:latin typeface="Boehringer Forward Text"/>
              <a:ea typeface="等线" panose="02010600030101010101" pitchFamily="2" charset="-122"/>
              <a:cs typeface="Calibri" panose="020F0502020204030204" pitchFamily="34" charset="0"/>
            </a:endParaRPr>
          </a:p>
        </p:txBody>
      </p:sp>
      <p:sp>
        <p:nvSpPr>
          <p:cNvPr id="15" name="Star: 4 Points 143">
            <a:extLst>
              <a:ext uri="{FF2B5EF4-FFF2-40B4-BE49-F238E27FC236}">
                <a16:creationId xmlns:a16="http://schemas.microsoft.com/office/drawing/2014/main" id="{CDBBB9E9-36A6-DDD1-A1A6-6672394AA3DA}"/>
              </a:ext>
            </a:extLst>
          </p:cNvPr>
          <p:cNvSpPr/>
          <p:nvPr/>
        </p:nvSpPr>
        <p:spPr bwMode="auto">
          <a:xfrm>
            <a:off x="7755812" y="453429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endParaRPr>
          </a:p>
        </p:txBody>
      </p:sp>
      <p:sp>
        <p:nvSpPr>
          <p:cNvPr id="16" name="文本框 160">
            <a:extLst>
              <a:ext uri="{FF2B5EF4-FFF2-40B4-BE49-F238E27FC236}">
                <a16:creationId xmlns:a16="http://schemas.microsoft.com/office/drawing/2014/main" id="{A53515F0-5B35-11E1-DBF4-B2CB40A47B68}"/>
              </a:ext>
            </a:extLst>
          </p:cNvPr>
          <p:cNvSpPr txBox="1"/>
          <p:nvPr/>
        </p:nvSpPr>
        <p:spPr>
          <a:xfrm>
            <a:off x="8697829" y="5237271"/>
            <a:ext cx="3014763" cy="1089873"/>
          </a:xfrm>
          <a:prstGeom prst="roundRect">
            <a:avLst/>
          </a:prstGeom>
          <a:noFill/>
          <a:ln>
            <a:solidFill>
              <a:srgbClr val="076D7E"/>
            </a:solidFill>
            <a:prstDash val="lgDash"/>
          </a:ln>
        </p:spPr>
        <p:txBody>
          <a:bodyPr wrap="square" lIns="91440" tIns="45720" rIns="91440" bIns="45720" rtlCol="0" anchor="t">
            <a:spAutoFit/>
          </a:bodyPr>
          <a:lstStyle/>
          <a:p>
            <a:pPr marL="171450" marR="0" lvl="0" indent="-171450" algn="l" defTabSz="1219170" rtl="0" eaLnBrk="1" fontAlgn="auto" latinLnBrk="0" hangingPunct="1">
              <a:lnSpc>
                <a:spcPct val="100000"/>
              </a:lnSpc>
              <a:spcBef>
                <a:spcPts val="0"/>
              </a:spcBef>
              <a:spcAft>
                <a:spcPts val="267"/>
              </a:spcAft>
              <a:buClrTx/>
              <a:buSzTx/>
              <a:buFont typeface="Arial" panose="020B0604020202020204" pitchFamily="34" charset="0"/>
              <a:buChar char="•"/>
              <a:tabLst/>
              <a:defRPr/>
            </a:pPr>
            <a:r>
              <a:rPr kumimoji="0" lang="en-US" altLang="zh-CN" sz="1067" b="0" i="1" u="none" strike="noStrike" kern="1200" cap="none" spc="0" normalizeH="0" baseline="0" noProof="0">
                <a:ln>
                  <a:noFill/>
                </a:ln>
                <a:solidFill>
                  <a:schemeClr val="tx2">
                    <a:lumMod val="75000"/>
                  </a:schemeClr>
                </a:solidFill>
                <a:effectLst/>
                <a:uLnTx/>
                <a:uFillTx/>
                <a:latin typeface="Boehringer Forward Text"/>
                <a:ea typeface="+mn-ea"/>
                <a:cs typeface="Calibri" panose="020F0502020204030204" pitchFamily="34" charset="0"/>
              </a:rPr>
              <a:t>CTA approved </a:t>
            </a:r>
            <a:r>
              <a:rPr lang="en-US" altLang="zh-CN" sz="1067" i="1">
                <a:solidFill>
                  <a:schemeClr val="tx2">
                    <a:lumMod val="75000"/>
                  </a:schemeClr>
                </a:solidFill>
                <a:latin typeface="Boehringer Forward Text"/>
                <a:cs typeface="Calibri" panose="020F0502020204030204" pitchFamily="34" charset="0"/>
              </a:rPr>
              <a:t>on </a:t>
            </a:r>
            <a:r>
              <a:rPr kumimoji="0" lang="en-US" altLang="zh-CN" sz="1067" b="0" i="1" u="none" strike="noStrike" kern="1200" cap="none" spc="0" normalizeH="0" baseline="0" noProof="0">
                <a:ln>
                  <a:noFill/>
                </a:ln>
                <a:solidFill>
                  <a:schemeClr val="tx2">
                    <a:lumMod val="75000"/>
                  </a:schemeClr>
                </a:solidFill>
                <a:effectLst/>
                <a:uLnTx/>
                <a:uFillTx/>
                <a:latin typeface="Boehringer Forward Text"/>
                <a:ea typeface="+mn-ea"/>
                <a:cs typeface="Calibri" panose="020F0502020204030204" pitchFamily="34" charset="0"/>
              </a:rPr>
              <a:t>Mar 20, 2026</a:t>
            </a:r>
            <a:r>
              <a:rPr kumimoji="0" lang="en-US" altLang="zh-CN" sz="1067" b="0" i="1"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 in ahead of schedule</a:t>
            </a:r>
          </a:p>
          <a:p>
            <a:pPr marL="171450" marR="0" lvl="0" indent="-171450" algn="l" defTabSz="1219170" rtl="0" eaLnBrk="1" fontAlgn="auto" latinLnBrk="0" hangingPunct="1">
              <a:lnSpc>
                <a:spcPct val="100000"/>
              </a:lnSpc>
              <a:spcBef>
                <a:spcPts val="0"/>
              </a:spcBef>
              <a:spcAft>
                <a:spcPts val="267"/>
              </a:spcAft>
              <a:buClrTx/>
              <a:buSzTx/>
              <a:buFont typeface="Arial" panose="020B0604020202020204" pitchFamily="34" charset="0"/>
              <a:buChar char="•"/>
              <a:tabLst/>
              <a:defRPr/>
            </a:pPr>
            <a:r>
              <a:rPr kumimoji="0" lang="en-US" altLang="zh-CN" sz="1067" b="0" i="1" u="none" strike="noStrike" kern="1200" cap="none" spc="0" normalizeH="0" baseline="0" noProof="0">
                <a:ln>
                  <a:noFill/>
                </a:ln>
                <a:solidFill>
                  <a:srgbClr val="00B050"/>
                </a:solidFill>
                <a:effectLst/>
                <a:uLnTx/>
                <a:uFillTx/>
                <a:latin typeface="Boehringer Forward Text"/>
                <a:ea typeface="+mn-ea"/>
                <a:cs typeface="Calibri" panose="020F0502020204030204" pitchFamily="34" charset="0"/>
              </a:rPr>
              <a:t>HGRAC submission on 16Apr2026.</a:t>
            </a:r>
          </a:p>
          <a:p>
            <a:pPr marL="95885" indent="-95885" defTabSz="1219170">
              <a:spcAft>
                <a:spcPts val="267"/>
              </a:spcAft>
              <a:buFont typeface="Arial" panose="020B0604020202020204" pitchFamily="34" charset="0"/>
              <a:buChar char="•"/>
              <a:defRPr/>
            </a:pPr>
            <a:r>
              <a:rPr lang="en-US" altLang="zh-CN" sz="1050" i="1">
                <a:solidFill>
                  <a:srgbClr val="08312A"/>
                </a:solidFill>
                <a:latin typeface="Boehringer Forward Text"/>
                <a:cs typeface="Calibri"/>
              </a:rPr>
              <a:t>SIV expected in Jun 2026 (CoC of SoC not released yet.)</a:t>
            </a:r>
            <a:endParaRPr lang="en-US" altLang="zh-CN" sz="1050" b="0" i="1" u="none" strike="noStrike" kern="1200" cap="none" spc="0" normalizeH="0" baseline="0" noProof="0">
              <a:ln>
                <a:noFill/>
              </a:ln>
              <a:solidFill>
                <a:srgbClr val="08312A"/>
              </a:solidFill>
              <a:effectLst/>
              <a:uLnTx/>
              <a:uFillTx/>
              <a:latin typeface="Boehringer Forward Text"/>
              <a:cs typeface="Calibri"/>
            </a:endParaRPr>
          </a:p>
        </p:txBody>
      </p:sp>
      <p:grpSp>
        <p:nvGrpSpPr>
          <p:cNvPr id="17" name="Group 62">
            <a:extLst>
              <a:ext uri="{FF2B5EF4-FFF2-40B4-BE49-F238E27FC236}">
                <a16:creationId xmlns:a16="http://schemas.microsoft.com/office/drawing/2014/main" id="{127FA753-EB2B-FFC8-A682-4A7E56A1A31B}"/>
              </a:ext>
            </a:extLst>
          </p:cNvPr>
          <p:cNvGrpSpPr/>
          <p:nvPr/>
        </p:nvGrpSpPr>
        <p:grpSpPr>
          <a:xfrm>
            <a:off x="3932357" y="642289"/>
            <a:ext cx="546747" cy="6134718"/>
            <a:chOff x="1155349" y="1057179"/>
            <a:chExt cx="546747" cy="4601037"/>
          </a:xfrm>
        </p:grpSpPr>
        <p:cxnSp>
          <p:nvCxnSpPr>
            <p:cNvPr id="18" name="Straight Connector 63">
              <a:extLst>
                <a:ext uri="{FF2B5EF4-FFF2-40B4-BE49-F238E27FC236}">
                  <a16:creationId xmlns:a16="http://schemas.microsoft.com/office/drawing/2014/main" id="{A44D3ECD-CB69-A50B-D1C6-D54A689C4D44}"/>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0" name="OTLSHAPE_T_e17f3958430f4cff8650518c93c7635e_StartDate">
              <a:extLst>
                <a:ext uri="{FF2B5EF4-FFF2-40B4-BE49-F238E27FC236}">
                  <a16:creationId xmlns:a16="http://schemas.microsoft.com/office/drawing/2014/main" id="{9E89A955-2404-CE95-CC9B-4D1F66D83790}"/>
                </a:ext>
              </a:extLst>
            </p:cNvPr>
            <p:cNvSpPr txBox="1"/>
            <p:nvPr>
              <p:custDataLst>
                <p:tags r:id="rId15"/>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
        <p:nvSpPr>
          <p:cNvPr id="21" name="TextBox 64">
            <a:extLst>
              <a:ext uri="{FF2B5EF4-FFF2-40B4-BE49-F238E27FC236}">
                <a16:creationId xmlns:a16="http://schemas.microsoft.com/office/drawing/2014/main" id="{861C81C7-C571-54FE-9FE1-D968DA6E4DF9}"/>
              </a:ext>
            </a:extLst>
          </p:cNvPr>
          <p:cNvSpPr txBox="1"/>
          <p:nvPr/>
        </p:nvSpPr>
        <p:spPr>
          <a:xfrm>
            <a:off x="53120" y="4466636"/>
            <a:ext cx="1337645" cy="492635"/>
          </a:xfrm>
          <a:prstGeom prst="rect">
            <a:avLst/>
          </a:prstGeom>
          <a:noFill/>
          <a:ln>
            <a:noFill/>
          </a:ln>
        </p:spPr>
        <p:txBody>
          <a:bodyPr wrap="square" lIns="0" tIns="0" rIns="0" bIns="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Ph2</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1479-0044</a:t>
            </a:r>
          </a:p>
          <a:p>
            <a:pPr algn="ctr" defTabSz="914377">
              <a:defRPr/>
            </a:pPr>
            <a:r>
              <a:rPr lang="en-US" altLang="zh-CN" sz="1067" b="1" err="1">
                <a:solidFill>
                  <a:srgbClr val="08312A"/>
                </a:solidFill>
                <a:cs typeface="Calibri" panose="020F0502020204030204" pitchFamily="34" charset="0"/>
              </a:rPr>
              <a:t>Beamion</a:t>
            </a:r>
            <a:r>
              <a:rPr lang="en-US" altLang="zh-CN" sz="1067" b="1">
                <a:solidFill>
                  <a:srgbClr val="08312A"/>
                </a:solidFill>
                <a:cs typeface="Calibri" panose="020F0502020204030204" pitchFamily="34" charset="0"/>
              </a:rPr>
              <a:t> 44</a:t>
            </a:r>
          </a:p>
        </p:txBody>
      </p:sp>
    </p:spTree>
    <p:extLst>
      <p:ext uri="{BB962C8B-B14F-4D97-AF65-F5344CB8AC3E}">
        <p14:creationId xmlns:p14="http://schemas.microsoft.com/office/powerpoint/2010/main" val="1414502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F1BF7-21A2-4D08-896C-972F8FB60B5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641EB6C-E70E-85DC-D8BF-681EB9FF808D}"/>
              </a:ext>
            </a:extLst>
          </p:cNvPr>
          <p:cNvSpPr>
            <a:spLocks noGrp="1"/>
          </p:cNvSpPr>
          <p:nvPr>
            <p:ph type="title"/>
          </p:nvPr>
        </p:nvSpPr>
        <p:spPr>
          <a:xfrm>
            <a:off x="479422" y="1412876"/>
            <a:ext cx="9045577" cy="1799861"/>
          </a:xfrm>
        </p:spPr>
        <p:txBody>
          <a:bodyPr/>
          <a:lstStyle/>
          <a:p>
            <a:r>
              <a:rPr lang="en-US" noProof="0" err="1"/>
              <a:t>Zongertinib</a:t>
            </a:r>
            <a:r>
              <a:rPr lang="en-US" noProof="0"/>
              <a:t> (BI 1810631, HER2 TKI)</a:t>
            </a:r>
          </a:p>
        </p:txBody>
      </p:sp>
      <p:sp>
        <p:nvSpPr>
          <p:cNvPr id="2" name="文本占位符 1">
            <a:extLst>
              <a:ext uri="{FF2B5EF4-FFF2-40B4-BE49-F238E27FC236}">
                <a16:creationId xmlns:a16="http://schemas.microsoft.com/office/drawing/2014/main" id="{56338CE4-EEC2-9E59-FF0A-391EB60ED4E1}"/>
              </a:ext>
            </a:extLst>
          </p:cNvPr>
          <p:cNvSpPr>
            <a:spLocks noGrp="1"/>
          </p:cNvSpPr>
          <p:nvPr>
            <p:ph type="subTitle" idx="14"/>
          </p:nvPr>
        </p:nvSpPr>
        <p:spPr/>
        <p:txBody>
          <a:bodyPr/>
          <a:lstStyle/>
          <a:p>
            <a:r>
              <a:rPr lang="en-US" sz="2400" b="1" u="sng" noProof="0"/>
              <a:t>P2- Non-Lung</a:t>
            </a:r>
          </a:p>
        </p:txBody>
      </p:sp>
      <p:sp>
        <p:nvSpPr>
          <p:cNvPr id="4" name="Slide Number Placeholder 3">
            <a:extLst>
              <a:ext uri="{FF2B5EF4-FFF2-40B4-BE49-F238E27FC236}">
                <a16:creationId xmlns:a16="http://schemas.microsoft.com/office/drawing/2014/main" id="{FA9506E7-161A-B5E3-7C6E-84FD85AE962F}"/>
              </a:ext>
            </a:extLst>
          </p:cNvPr>
          <p:cNvSpPr>
            <a:spLocks noGrp="1"/>
          </p:cNvSpPr>
          <p:nvPr>
            <p:ph type="sldNum" sz="quarter" idx="16"/>
          </p:nvPr>
        </p:nvSpPr>
        <p:spPr/>
        <p:txBody>
          <a:bodyPr/>
          <a:lstStyle/>
          <a:p>
            <a:fld id="{8FF9B0DE-3FEB-4AA0-B465-B80EF7C1333D}" type="slidenum">
              <a:rPr lang="en-US" noProof="0" smtClean="0"/>
              <a:pPr/>
              <a:t>16</a:t>
            </a:fld>
            <a:endParaRPr lang="en-US" noProof="0"/>
          </a:p>
        </p:txBody>
      </p:sp>
    </p:spTree>
    <p:extLst>
      <p:ext uri="{BB962C8B-B14F-4D97-AF65-F5344CB8AC3E}">
        <p14:creationId xmlns:p14="http://schemas.microsoft.com/office/powerpoint/2010/main" val="2148723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D0BFDFD-FFEA-4083-92BF-BF5082EBE019}"/>
              </a:ext>
            </a:extLst>
          </p:cNvPr>
          <p:cNvSpPr>
            <a:spLocks noGrp="1"/>
          </p:cNvSpPr>
          <p:nvPr>
            <p:ph type="title"/>
          </p:nvPr>
        </p:nvSpPr>
        <p:spPr>
          <a:xfrm>
            <a:off x="479426" y="477000"/>
            <a:ext cx="11233151" cy="479345"/>
          </a:xfrm>
        </p:spPr>
        <p:txBody>
          <a:bodyPr>
            <a:normAutofit/>
          </a:bodyPr>
          <a:lstStyle/>
          <a:p>
            <a:r>
              <a:rPr lang="en-US" sz="2800" noProof="0">
                <a:latin typeface="Arial"/>
                <a:cs typeface="Arial"/>
              </a:rPr>
              <a:t>General update</a:t>
            </a:r>
            <a:endParaRPr lang="en-US" sz="2800" i="1" noProof="0"/>
          </a:p>
        </p:txBody>
      </p:sp>
      <p:sp>
        <p:nvSpPr>
          <p:cNvPr id="8" name="Content Placeholder 7">
            <a:extLst>
              <a:ext uri="{FF2B5EF4-FFF2-40B4-BE49-F238E27FC236}">
                <a16:creationId xmlns:a16="http://schemas.microsoft.com/office/drawing/2014/main" id="{FF471524-0D0D-EB75-803B-E85D8F302479}"/>
              </a:ext>
            </a:extLst>
          </p:cNvPr>
          <p:cNvSpPr>
            <a:spLocks noGrp="1"/>
          </p:cNvSpPr>
          <p:nvPr>
            <p:ph idx="1"/>
          </p:nvPr>
        </p:nvSpPr>
        <p:spPr>
          <a:xfrm>
            <a:off x="479424" y="1106424"/>
            <a:ext cx="11233151" cy="2763612"/>
          </a:xfrm>
        </p:spPr>
        <p:txBody>
          <a:bodyPr/>
          <a:lstStyle/>
          <a:p>
            <a:pPr marL="215989" lvl="1" fontAlgn="base"/>
            <a:r>
              <a:rPr lang="de-DE" altLang="zh-CN" sz="1800"/>
              <a:t>New TPP(Early stage breast cancer) proposal : E</a:t>
            </a:r>
            <a:r>
              <a:rPr lang="en-US" altLang="zh-CN" sz="1800" err="1"/>
              <a:t>arly</a:t>
            </a:r>
            <a:r>
              <a:rPr lang="en-US" altLang="zh-CN" sz="1800"/>
              <a:t> Stage </a:t>
            </a:r>
            <a:r>
              <a:rPr lang="de-DE" altLang="zh-CN" sz="1800"/>
              <a:t>B</a:t>
            </a:r>
            <a:r>
              <a:rPr lang="en-US" altLang="zh-CN" sz="1800" err="1"/>
              <a:t>reast</a:t>
            </a:r>
            <a:r>
              <a:rPr lang="en-US" altLang="zh-CN" sz="1800"/>
              <a:t> </a:t>
            </a:r>
            <a:r>
              <a:rPr lang="de-DE" altLang="zh-CN" sz="1800"/>
              <a:t>C</a:t>
            </a:r>
            <a:r>
              <a:rPr lang="en-US" altLang="zh-CN" sz="1800" err="1"/>
              <a:t>ancer</a:t>
            </a:r>
            <a:r>
              <a:rPr lang="de-DE" altLang="zh-CN" sz="1800"/>
              <a:t> development plans, draft TPPs, prelimnary study designs are progressing , this new TPP proposal will submit to HPBUPC for endorsement in May</a:t>
            </a:r>
            <a:r>
              <a:rPr lang="en-US" altLang="zh-CN" sz="1800"/>
              <a:t>​.</a:t>
            </a:r>
            <a:r>
              <a:rPr lang="zh-CN" altLang="en-US" sz="1800"/>
              <a:t> </a:t>
            </a:r>
            <a:endParaRPr lang="en-US" altLang="zh-CN" sz="1800"/>
          </a:p>
          <a:p>
            <a:pPr marL="215989" lvl="1" fontAlgn="base"/>
            <a:r>
              <a:rPr lang="en-US" altLang="zh-CN" sz="1800"/>
              <a:t>1L CRC development : </a:t>
            </a:r>
            <a:r>
              <a:rPr lang="en-US" altLang="zh-CN" sz="1800" err="1"/>
              <a:t>Beamion</a:t>
            </a:r>
            <a:r>
              <a:rPr lang="en-US" altLang="zh-CN" sz="1800"/>
              <a:t> CRC-1 (1479-0050) TDO kicked off.</a:t>
            </a:r>
          </a:p>
          <a:p>
            <a:pPr marL="215989" lvl="1" fontAlgn="base"/>
            <a:r>
              <a:rPr lang="de-DE" altLang="zh-CN" sz="1800"/>
              <a:t>2L BC strategy revision ongoing &amp; alignment with Jazz</a:t>
            </a:r>
            <a:r>
              <a:rPr lang="en-US" altLang="zh-CN" sz="1800"/>
              <a:t>​</a:t>
            </a:r>
          </a:p>
          <a:p>
            <a:pPr lvl="1" fontAlgn="base">
              <a:buFont typeface="Wingdings" panose="05000000000000000000" pitchFamily="2" charset="2"/>
              <a:buChar char="Ø"/>
            </a:pPr>
            <a:r>
              <a:rPr lang="de-DE" altLang="zh-CN" sz="1800"/>
              <a:t>BCGC-01 amendment to be frontloaded</a:t>
            </a:r>
            <a:r>
              <a:rPr lang="en-GB" altLang="zh-CN" sz="1800"/>
              <a:t> (Cohort P : Z</a:t>
            </a:r>
            <a:r>
              <a:rPr lang="en-US" altLang="zh-CN" sz="1800" err="1"/>
              <a:t>ongertinib</a:t>
            </a:r>
            <a:r>
              <a:rPr lang="en-GB" altLang="zh-CN" sz="1800"/>
              <a:t> + </a:t>
            </a:r>
            <a:r>
              <a:rPr lang="en-US" altLang="zh-CN" sz="1800"/>
              <a:t>Z</a:t>
            </a:r>
            <a:r>
              <a:rPr lang="it-IT" altLang="zh-CN" sz="1800"/>
              <a:t>anidatamab </a:t>
            </a:r>
            <a:r>
              <a:rPr lang="en-GB" altLang="zh-CN" sz="1800"/>
              <a:t>+ </a:t>
            </a:r>
            <a:r>
              <a:rPr lang="en-GB" altLang="zh-CN" sz="1800" err="1"/>
              <a:t>Taxane</a:t>
            </a:r>
            <a:r>
              <a:rPr lang="en-GB" altLang="zh-CN" sz="1800"/>
              <a:t> , 2L </a:t>
            </a:r>
            <a:r>
              <a:rPr lang="en-GB" altLang="zh-CN" sz="1800" err="1"/>
              <a:t>mBC</a:t>
            </a:r>
            <a:r>
              <a:rPr lang="en-GB" altLang="zh-CN" sz="1800"/>
              <a:t>)</a:t>
            </a:r>
            <a:endParaRPr lang="en-US" altLang="zh-CN" sz="1800"/>
          </a:p>
          <a:p>
            <a:pPr lvl="1" fontAlgn="base"/>
            <a:endParaRPr lang="de-DE" altLang="zh-CN" sz="1800"/>
          </a:p>
          <a:p>
            <a:pPr lvl="1" fontAlgn="base">
              <a:buFont typeface="Wingdings" panose="05000000000000000000" pitchFamily="2" charset="2"/>
              <a:buChar char="Ø"/>
            </a:pPr>
            <a:endParaRPr lang="en-US" altLang="zh-CN" sz="1800"/>
          </a:p>
        </p:txBody>
      </p:sp>
      <p:sp>
        <p:nvSpPr>
          <p:cNvPr id="3" name="Content Placeholder 2">
            <a:extLst>
              <a:ext uri="{FF2B5EF4-FFF2-40B4-BE49-F238E27FC236}">
                <a16:creationId xmlns:a16="http://schemas.microsoft.com/office/drawing/2014/main" id="{8DC0F9BA-94E8-D789-CB0B-3E13FE9258E5}"/>
              </a:ext>
            </a:extLst>
          </p:cNvPr>
          <p:cNvSpPr>
            <a:spLocks noGrp="1"/>
          </p:cNvSpPr>
          <p:nvPr>
            <p:ph type="body" sz="quarter" idx="13"/>
          </p:nvPr>
        </p:nvSpPr>
        <p:spPr/>
        <p:txBody>
          <a:bodyPr vert="horz" lIns="0" tIns="0" rIns="0" bIns="0" rtlCol="0" anchor="t">
            <a:noAutofit/>
          </a:bodyPr>
          <a:lstStyle/>
          <a:p>
            <a:pPr marL="215900" indent="-215900" algn="just">
              <a:lnSpc>
                <a:spcPts val="2400"/>
              </a:lnSpc>
              <a:spcBef>
                <a:spcPts val="300"/>
              </a:spcBef>
              <a:spcAft>
                <a:spcPts val="300"/>
              </a:spcAft>
            </a:pPr>
            <a:endParaRPr lang="en-US" sz="1800" noProof="0"/>
          </a:p>
          <a:p>
            <a:pPr marL="215900" indent="-215900" algn="just">
              <a:lnSpc>
                <a:spcPts val="2400"/>
              </a:lnSpc>
              <a:spcBef>
                <a:spcPts val="300"/>
              </a:spcBef>
              <a:spcAft>
                <a:spcPts val="300"/>
              </a:spcAft>
            </a:pPr>
            <a:endParaRPr lang="en-US" sz="1800" noProof="0"/>
          </a:p>
          <a:p>
            <a:pPr marL="215900" indent="-215900" algn="just">
              <a:lnSpc>
                <a:spcPts val="2400"/>
              </a:lnSpc>
              <a:spcBef>
                <a:spcPts val="300"/>
              </a:spcBef>
              <a:spcAft>
                <a:spcPts val="300"/>
              </a:spcAft>
            </a:pPr>
            <a:endParaRPr lang="en-US" sz="1800" noProof="0"/>
          </a:p>
        </p:txBody>
      </p:sp>
      <p:sp>
        <p:nvSpPr>
          <p:cNvPr id="5" name="Slide Number Placeholder 4">
            <a:extLst>
              <a:ext uri="{FF2B5EF4-FFF2-40B4-BE49-F238E27FC236}">
                <a16:creationId xmlns:a16="http://schemas.microsoft.com/office/drawing/2014/main" id="{EA1DB349-2513-58D6-2009-6743E42773DF}"/>
              </a:ext>
            </a:extLst>
          </p:cNvPr>
          <p:cNvSpPr>
            <a:spLocks noGrp="1"/>
          </p:cNvSpPr>
          <p:nvPr>
            <p:ph type="sldNum" sz="quarter" idx="20"/>
          </p:nvPr>
        </p:nvSpPr>
        <p:spPr/>
        <p:txBody>
          <a:bodyPr/>
          <a:lstStyle/>
          <a:p>
            <a:fld id="{8FF9B0DE-3FEB-4AA0-B465-B80EF7C1333D}" type="slidenum">
              <a:rPr lang="en-US" noProof="0" smtClean="0"/>
              <a:pPr/>
              <a:t>17</a:t>
            </a:fld>
            <a:endParaRPr lang="en-US" noProof="0"/>
          </a:p>
        </p:txBody>
      </p:sp>
      <p:sp>
        <p:nvSpPr>
          <p:cNvPr id="2" name="Rectangle 1">
            <a:extLst>
              <a:ext uri="{FF2B5EF4-FFF2-40B4-BE49-F238E27FC236}">
                <a16:creationId xmlns:a16="http://schemas.microsoft.com/office/drawing/2014/main" id="{2E0FA533-FCFF-34D4-4BB4-74022BE7F385}"/>
              </a:ext>
            </a:extLst>
          </p:cNvPr>
          <p:cNvSpPr>
            <a:spLocks noChangeArrowheads="1"/>
          </p:cNvSpPr>
          <p:nvPr/>
        </p:nvSpPr>
        <p:spPr bwMode="auto">
          <a:xfrm>
            <a:off x="479424" y="-429763"/>
            <a:ext cx="117125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noProof="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5932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EA203-8481-4FA9-A0F9-1CB080FF2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5BAD62-53AE-3101-A506-F87277D2D3C1}"/>
              </a:ext>
            </a:extLst>
          </p:cNvPr>
          <p:cNvSpPr>
            <a:spLocks noGrp="1"/>
          </p:cNvSpPr>
          <p:nvPr>
            <p:ph type="title"/>
          </p:nvPr>
        </p:nvSpPr>
        <p:spPr>
          <a:xfrm>
            <a:off x="444189" y="282289"/>
            <a:ext cx="11233151" cy="720000"/>
          </a:xfrm>
        </p:spPr>
        <p:txBody>
          <a:bodyPr/>
          <a:lstStyle/>
          <a:p>
            <a:r>
              <a:rPr lang="en-US" sz="2000" i="1" noProof="0" err="1">
                <a:solidFill>
                  <a:schemeClr val="tx1"/>
                </a:solidFill>
                <a:latin typeface="+mn-lt"/>
              </a:rPr>
              <a:t>Zongertinib</a:t>
            </a:r>
            <a:r>
              <a:rPr lang="en-US" sz="2000" i="1" noProof="0">
                <a:solidFill>
                  <a:schemeClr val="tx1"/>
                </a:solidFill>
                <a:latin typeface="+mn-lt"/>
              </a:rPr>
              <a:t> (HERNEXEOS®) – </a:t>
            </a:r>
            <a:r>
              <a:rPr lang="en-US" sz="2000" i="0" kern="1200" noProof="0">
                <a:solidFill>
                  <a:schemeClr val="tx1"/>
                </a:solidFill>
                <a:latin typeface="+mn-lt"/>
                <a:ea typeface="+mn-ea"/>
                <a:cs typeface="+mn-cs"/>
              </a:rPr>
              <a:t>Pan-tumor Development Plan (Accelerate Approval)</a:t>
            </a:r>
            <a:endParaRPr lang="en-US" sz="2400" noProof="0">
              <a:solidFill>
                <a:schemeClr val="bg1">
                  <a:lumMod val="75000"/>
                </a:schemeClr>
              </a:solidFill>
              <a:latin typeface="+mn-lt"/>
            </a:endParaRPr>
          </a:p>
        </p:txBody>
      </p:sp>
      <p:sp>
        <p:nvSpPr>
          <p:cNvPr id="6" name="Slide Number Placeholder 5">
            <a:extLst>
              <a:ext uri="{FF2B5EF4-FFF2-40B4-BE49-F238E27FC236}">
                <a16:creationId xmlns:a16="http://schemas.microsoft.com/office/drawing/2014/main" id="{68F6A341-6A0C-A3FA-0F97-999A14280E8D}"/>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D60EC2C6-DFCB-22D2-9726-32163415EB2B}"/>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noProof="0" smtClean="0">
                <a:solidFill>
                  <a:srgbClr val="08312A"/>
                </a:solidFill>
                <a:cs typeface="Arial"/>
                <a:sym typeface="Arial"/>
              </a:rPr>
              <a:pPr defTabSz="1219140">
                <a:buClr>
                  <a:srgbClr val="000000"/>
                </a:buClr>
                <a:defRPr/>
              </a:pPr>
              <a:t>18</a:t>
            </a:fld>
            <a:endParaRPr lang="en-US" kern="0" noProof="0">
              <a:solidFill>
                <a:srgbClr val="08312A"/>
              </a:solidFill>
              <a:cs typeface="Arial"/>
              <a:sym typeface="Arial"/>
            </a:endParaRPr>
          </a:p>
        </p:txBody>
      </p:sp>
      <p:sp>
        <p:nvSpPr>
          <p:cNvPr id="240" name="OTLSHAPE_T_5a934a26f311425e8ebaa0f45e6533ad_Shape">
            <a:extLst>
              <a:ext uri="{FF2B5EF4-FFF2-40B4-BE49-F238E27FC236}">
                <a16:creationId xmlns:a16="http://schemas.microsoft.com/office/drawing/2014/main" id="{72C081ED-9FC0-48B6-F91F-ECDDF85B4D0B}"/>
              </a:ext>
            </a:extLst>
          </p:cNvPr>
          <p:cNvSpPr/>
          <p:nvPr>
            <p:custDataLst>
              <p:tags r:id="rId1"/>
            </p:custDataLst>
          </p:nvPr>
        </p:nvSpPr>
        <p:spPr bwMode="auto">
          <a:xfrm>
            <a:off x="8378510" y="2296333"/>
            <a:ext cx="600517" cy="35138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sz="933" b="1" spc="-7" noProof="0">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EB375408-E600-A6FC-51DF-EDA63448E3A9}"/>
              </a:ext>
            </a:extLst>
          </p:cNvPr>
          <p:cNvGraphicFramePr>
            <a:graphicFrameLocks noGrp="1"/>
          </p:cNvGraphicFramePr>
          <p:nvPr/>
        </p:nvGraphicFramePr>
        <p:xfrm>
          <a:off x="1285344" y="1027483"/>
          <a:ext cx="10426658" cy="675640"/>
        </p:xfrm>
        <a:graphic>
          <a:graphicData uri="http://schemas.openxmlformats.org/drawingml/2006/table">
            <a:tbl>
              <a:tblPr firstRow="1" bandRow="1"/>
              <a:tblGrid>
                <a:gridCol w="473939">
                  <a:extLst>
                    <a:ext uri="{9D8B030D-6E8A-4147-A177-3AD203B41FA5}">
                      <a16:colId xmlns:a16="http://schemas.microsoft.com/office/drawing/2014/main" val="3091663135"/>
                    </a:ext>
                  </a:extLst>
                </a:gridCol>
                <a:gridCol w="473939">
                  <a:extLst>
                    <a:ext uri="{9D8B030D-6E8A-4147-A177-3AD203B41FA5}">
                      <a16:colId xmlns:a16="http://schemas.microsoft.com/office/drawing/2014/main" val="2003423086"/>
                    </a:ext>
                  </a:extLst>
                </a:gridCol>
                <a:gridCol w="473939">
                  <a:extLst>
                    <a:ext uri="{9D8B030D-6E8A-4147-A177-3AD203B41FA5}">
                      <a16:colId xmlns:a16="http://schemas.microsoft.com/office/drawing/2014/main" val="2466911814"/>
                    </a:ext>
                  </a:extLst>
                </a:gridCol>
                <a:gridCol w="473939">
                  <a:extLst>
                    <a:ext uri="{9D8B030D-6E8A-4147-A177-3AD203B41FA5}">
                      <a16:colId xmlns:a16="http://schemas.microsoft.com/office/drawing/2014/main" val="3023231563"/>
                    </a:ext>
                  </a:extLst>
                </a:gridCol>
                <a:gridCol w="473939">
                  <a:extLst>
                    <a:ext uri="{9D8B030D-6E8A-4147-A177-3AD203B41FA5}">
                      <a16:colId xmlns:a16="http://schemas.microsoft.com/office/drawing/2014/main" val="3411862845"/>
                    </a:ext>
                  </a:extLst>
                </a:gridCol>
                <a:gridCol w="473939">
                  <a:extLst>
                    <a:ext uri="{9D8B030D-6E8A-4147-A177-3AD203B41FA5}">
                      <a16:colId xmlns:a16="http://schemas.microsoft.com/office/drawing/2014/main" val="2336506226"/>
                    </a:ext>
                  </a:extLst>
                </a:gridCol>
                <a:gridCol w="473939">
                  <a:extLst>
                    <a:ext uri="{9D8B030D-6E8A-4147-A177-3AD203B41FA5}">
                      <a16:colId xmlns:a16="http://schemas.microsoft.com/office/drawing/2014/main" val="3846483752"/>
                    </a:ext>
                  </a:extLst>
                </a:gridCol>
                <a:gridCol w="473939">
                  <a:extLst>
                    <a:ext uri="{9D8B030D-6E8A-4147-A177-3AD203B41FA5}">
                      <a16:colId xmlns:a16="http://schemas.microsoft.com/office/drawing/2014/main" val="2851474774"/>
                    </a:ext>
                  </a:extLst>
                </a:gridCol>
                <a:gridCol w="473939">
                  <a:extLst>
                    <a:ext uri="{9D8B030D-6E8A-4147-A177-3AD203B41FA5}">
                      <a16:colId xmlns:a16="http://schemas.microsoft.com/office/drawing/2014/main" val="107595344"/>
                    </a:ext>
                  </a:extLst>
                </a:gridCol>
                <a:gridCol w="473939">
                  <a:extLst>
                    <a:ext uri="{9D8B030D-6E8A-4147-A177-3AD203B41FA5}">
                      <a16:colId xmlns:a16="http://schemas.microsoft.com/office/drawing/2014/main" val="1295912928"/>
                    </a:ext>
                  </a:extLst>
                </a:gridCol>
                <a:gridCol w="473939">
                  <a:extLst>
                    <a:ext uri="{9D8B030D-6E8A-4147-A177-3AD203B41FA5}">
                      <a16:colId xmlns:a16="http://schemas.microsoft.com/office/drawing/2014/main" val="4043418751"/>
                    </a:ext>
                  </a:extLst>
                </a:gridCol>
                <a:gridCol w="473939">
                  <a:extLst>
                    <a:ext uri="{9D8B030D-6E8A-4147-A177-3AD203B41FA5}">
                      <a16:colId xmlns:a16="http://schemas.microsoft.com/office/drawing/2014/main" val="1666999431"/>
                    </a:ext>
                  </a:extLst>
                </a:gridCol>
                <a:gridCol w="473939">
                  <a:extLst>
                    <a:ext uri="{9D8B030D-6E8A-4147-A177-3AD203B41FA5}">
                      <a16:colId xmlns:a16="http://schemas.microsoft.com/office/drawing/2014/main" val="3696607442"/>
                    </a:ext>
                  </a:extLst>
                </a:gridCol>
                <a:gridCol w="473939">
                  <a:extLst>
                    <a:ext uri="{9D8B030D-6E8A-4147-A177-3AD203B41FA5}">
                      <a16:colId xmlns:a16="http://schemas.microsoft.com/office/drawing/2014/main" val="223989776"/>
                    </a:ext>
                  </a:extLst>
                </a:gridCol>
                <a:gridCol w="473939">
                  <a:extLst>
                    <a:ext uri="{9D8B030D-6E8A-4147-A177-3AD203B41FA5}">
                      <a16:colId xmlns:a16="http://schemas.microsoft.com/office/drawing/2014/main" val="124731204"/>
                    </a:ext>
                  </a:extLst>
                </a:gridCol>
                <a:gridCol w="473939">
                  <a:extLst>
                    <a:ext uri="{9D8B030D-6E8A-4147-A177-3AD203B41FA5}">
                      <a16:colId xmlns:a16="http://schemas.microsoft.com/office/drawing/2014/main" val="3066978585"/>
                    </a:ext>
                  </a:extLst>
                </a:gridCol>
                <a:gridCol w="473939">
                  <a:extLst>
                    <a:ext uri="{9D8B030D-6E8A-4147-A177-3AD203B41FA5}">
                      <a16:colId xmlns:a16="http://schemas.microsoft.com/office/drawing/2014/main" val="1064917641"/>
                    </a:ext>
                  </a:extLst>
                </a:gridCol>
                <a:gridCol w="473939">
                  <a:extLst>
                    <a:ext uri="{9D8B030D-6E8A-4147-A177-3AD203B41FA5}">
                      <a16:colId xmlns:a16="http://schemas.microsoft.com/office/drawing/2014/main" val="4221117315"/>
                    </a:ext>
                  </a:extLst>
                </a:gridCol>
                <a:gridCol w="473939">
                  <a:extLst>
                    <a:ext uri="{9D8B030D-6E8A-4147-A177-3AD203B41FA5}">
                      <a16:colId xmlns:a16="http://schemas.microsoft.com/office/drawing/2014/main" val="3266065341"/>
                    </a:ext>
                  </a:extLst>
                </a:gridCol>
                <a:gridCol w="473939">
                  <a:extLst>
                    <a:ext uri="{9D8B030D-6E8A-4147-A177-3AD203B41FA5}">
                      <a16:colId xmlns:a16="http://schemas.microsoft.com/office/drawing/2014/main" val="2374051224"/>
                    </a:ext>
                  </a:extLst>
                </a:gridCol>
                <a:gridCol w="473939">
                  <a:extLst>
                    <a:ext uri="{9D8B030D-6E8A-4147-A177-3AD203B41FA5}">
                      <a16:colId xmlns:a16="http://schemas.microsoft.com/office/drawing/2014/main" val="622606946"/>
                    </a:ext>
                  </a:extLst>
                </a:gridCol>
                <a:gridCol w="473939">
                  <a:extLst>
                    <a:ext uri="{9D8B030D-6E8A-4147-A177-3AD203B41FA5}">
                      <a16:colId xmlns:a16="http://schemas.microsoft.com/office/drawing/2014/main" val="4084845614"/>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2024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sz="1100" b="1" noProof="0">
                          <a:latin typeface="Arial" panose="020B0604020202020204" pitchFamily="34" charset="0"/>
                          <a:cs typeface="Arial" panose="020B0604020202020204" pitchFamily="34" charset="0"/>
                        </a:rPr>
                        <a:t>2025</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2026</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sz="1100" b="1" noProof="0">
                          <a:solidFill>
                            <a:schemeClr val="bg1"/>
                          </a:solidFill>
                          <a:latin typeface="Arial" panose="020B0604020202020204" pitchFamily="34" charset="0"/>
                          <a:cs typeface="Arial" panose="020B0604020202020204" pitchFamily="34" charset="0"/>
                        </a:rPr>
                        <a:t>2027</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sz="1100" b="1" noProof="0">
                          <a:latin typeface="Arial" panose="020B0604020202020204" pitchFamily="34" charset="0"/>
                          <a:cs typeface="Arial" panose="020B0604020202020204" pitchFamily="34" charset="0"/>
                        </a:rPr>
                        <a:t>2028</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2029</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H1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H2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57931946-CA3D-0100-BCFA-7368849F50B2}"/>
              </a:ext>
            </a:extLst>
          </p:cNvPr>
          <p:cNvCxnSpPr>
            <a:cxnSpLocks/>
          </p:cNvCxnSpPr>
          <p:nvPr/>
        </p:nvCxnSpPr>
        <p:spPr bwMode="auto">
          <a:xfrm flipH="1">
            <a:off x="0" y="3962403"/>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6B9D1852-E9F1-3D9F-DCA5-0CA9F17DFB1B}"/>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noProof="0">
              <a:solidFill>
                <a:prstClr val="black"/>
              </a:solidFill>
            </a:endParaRPr>
          </a:p>
        </p:txBody>
      </p:sp>
      <p:sp>
        <p:nvSpPr>
          <p:cNvPr id="244" name="Isosceles Triangle 128">
            <a:extLst>
              <a:ext uri="{FF2B5EF4-FFF2-40B4-BE49-F238E27FC236}">
                <a16:creationId xmlns:a16="http://schemas.microsoft.com/office/drawing/2014/main" id="{28170A92-4DB1-48DA-0085-33A36DA3605E}"/>
              </a:ext>
            </a:extLst>
          </p:cNvPr>
          <p:cNvSpPr/>
          <p:nvPr/>
        </p:nvSpPr>
        <p:spPr>
          <a:xfrm rot="5400000">
            <a:off x="11632416" y="1238005"/>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noProof="0">
              <a:solidFill>
                <a:prstClr val="black"/>
              </a:solidFill>
            </a:endParaRPr>
          </a:p>
        </p:txBody>
      </p:sp>
      <p:sp>
        <p:nvSpPr>
          <p:cNvPr id="245" name="TextBox 64">
            <a:extLst>
              <a:ext uri="{FF2B5EF4-FFF2-40B4-BE49-F238E27FC236}">
                <a16:creationId xmlns:a16="http://schemas.microsoft.com/office/drawing/2014/main" id="{51925B6B-A359-A32C-D3C6-F7E9BE69209D}"/>
              </a:ext>
            </a:extLst>
          </p:cNvPr>
          <p:cNvSpPr txBox="1"/>
          <p:nvPr/>
        </p:nvSpPr>
        <p:spPr>
          <a:xfrm>
            <a:off x="-68098" y="4954300"/>
            <a:ext cx="1710764" cy="492635"/>
          </a:xfrm>
          <a:prstGeom prst="rect">
            <a:avLst/>
          </a:prstGeom>
          <a:noFill/>
          <a:ln>
            <a:noFill/>
          </a:ln>
        </p:spPr>
        <p:txBody>
          <a:bodyPr wrap="square" lIns="0" tIns="0" rIns="0" bIns="0" rtlCol="0">
            <a:spAutoFit/>
          </a:bodyPr>
          <a:lstStyle/>
          <a:p>
            <a:pPr algn="ctr" defTabSz="914377">
              <a:defRPr/>
            </a:pPr>
            <a:r>
              <a:rPr lang="en-US" sz="1067" b="1" noProof="0">
                <a:solidFill>
                  <a:srgbClr val="08312A"/>
                </a:solidFill>
                <a:cs typeface="Calibri" panose="020F0502020204030204" pitchFamily="34" charset="0"/>
              </a:rPr>
              <a:t>Ph2</a:t>
            </a:r>
          </a:p>
          <a:p>
            <a:pPr algn="ctr" defTabSz="914377">
              <a:defRPr/>
            </a:pPr>
            <a:r>
              <a:rPr lang="en-US" sz="1067" b="1" noProof="0">
                <a:solidFill>
                  <a:srgbClr val="08312A"/>
                </a:solidFill>
                <a:cs typeface="Calibri" panose="020F0502020204030204" pitchFamily="34" charset="0"/>
              </a:rPr>
              <a:t>1479-0009</a:t>
            </a:r>
          </a:p>
          <a:p>
            <a:pPr algn="ctr" defTabSz="914377">
              <a:defRPr/>
            </a:pPr>
            <a:r>
              <a:rPr lang="en-US" sz="1067" b="1" noProof="0" err="1">
                <a:solidFill>
                  <a:srgbClr val="08312A"/>
                </a:solidFill>
                <a:cs typeface="Calibri" panose="020F0502020204030204" pitchFamily="34" charset="0"/>
              </a:rPr>
              <a:t>Beamion</a:t>
            </a:r>
            <a:r>
              <a:rPr lang="en-US" sz="1067" b="1" noProof="0">
                <a:solidFill>
                  <a:srgbClr val="08312A"/>
                </a:solidFill>
                <a:cs typeface="Calibri" panose="020F0502020204030204" pitchFamily="34" charset="0"/>
              </a:rPr>
              <a:t> Pan tumor-1</a:t>
            </a:r>
          </a:p>
        </p:txBody>
      </p:sp>
      <p:pic>
        <p:nvPicPr>
          <p:cNvPr id="246" name="Picture 4">
            <a:extLst>
              <a:ext uri="{FF2B5EF4-FFF2-40B4-BE49-F238E27FC236}">
                <a16:creationId xmlns:a16="http://schemas.microsoft.com/office/drawing/2014/main" id="{96E4CCC3-2919-C5EC-DF05-39B29D54542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A71DE681-CE84-C43F-67F5-41D0188AF771}"/>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AA1F92BB-00AB-6EBF-70DE-AFEAFB74F222}"/>
              </a:ext>
            </a:extLst>
          </p:cNvPr>
          <p:cNvSpPr/>
          <p:nvPr/>
        </p:nvSpPr>
        <p:spPr>
          <a:xfrm>
            <a:off x="2793176" y="2563974"/>
            <a:ext cx="388248" cy="256545"/>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rPr>
              <a:t>FPI</a:t>
            </a:r>
          </a:p>
        </p:txBody>
      </p:sp>
      <p:sp>
        <p:nvSpPr>
          <p:cNvPr id="250" name="OTLSHAPE_T_e17f3958430f4cff8650518c93c7635e_StartDate">
            <a:extLst>
              <a:ext uri="{FF2B5EF4-FFF2-40B4-BE49-F238E27FC236}">
                <a16:creationId xmlns:a16="http://schemas.microsoft.com/office/drawing/2014/main" id="{71576870-6159-9186-84D1-2A891F2D4016}"/>
              </a:ext>
            </a:extLst>
          </p:cNvPr>
          <p:cNvSpPr txBox="1"/>
          <p:nvPr>
            <p:custDataLst>
              <p:tags r:id="rId2"/>
            </p:custDataLst>
          </p:nvPr>
        </p:nvSpPr>
        <p:spPr>
          <a:xfrm>
            <a:off x="2445084" y="2108653"/>
            <a:ext cx="1060915"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rPr>
              <a:t>Oct 2024</a:t>
            </a:r>
          </a:p>
        </p:txBody>
      </p:sp>
      <p:sp>
        <p:nvSpPr>
          <p:cNvPr id="251" name="OTLSHAPE_T_e17f3958430f4cff8650518c93c7635e_Shape">
            <a:extLst>
              <a:ext uri="{FF2B5EF4-FFF2-40B4-BE49-F238E27FC236}">
                <a16:creationId xmlns:a16="http://schemas.microsoft.com/office/drawing/2014/main" id="{38FAD547-AB1F-22AC-54DC-A2CE4A4DE801}"/>
              </a:ext>
            </a:extLst>
          </p:cNvPr>
          <p:cNvSpPr/>
          <p:nvPr>
            <p:custDataLst>
              <p:tags r:id="rId3"/>
            </p:custDataLst>
          </p:nvPr>
        </p:nvSpPr>
        <p:spPr bwMode="auto">
          <a:xfrm>
            <a:off x="3000089" y="2321523"/>
            <a:ext cx="5405198" cy="330239"/>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sz="1067" b="1" noProof="0">
                <a:solidFill>
                  <a:prstClr val="black"/>
                </a:solidFill>
                <a:ea typeface="等线" panose="02010600030101010101" pitchFamily="2" charset="-122"/>
                <a:cs typeface="Calibri" panose="020F0502020204030204" pitchFamily="34" charset="0"/>
              </a:rPr>
              <a:t>Ph2, N=430 </a:t>
            </a:r>
            <a:endParaRPr lang="en-US" sz="1067" b="1" noProof="0">
              <a:solidFill>
                <a:srgbClr val="000000"/>
              </a:solidFill>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D0542F6B-EC34-205B-2806-B40F7B1112DD}"/>
              </a:ext>
            </a:extLst>
          </p:cNvPr>
          <p:cNvSpPr/>
          <p:nvPr/>
        </p:nvSpPr>
        <p:spPr>
          <a:xfrm>
            <a:off x="8082404" y="2636752"/>
            <a:ext cx="389850" cy="256546"/>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LPI</a:t>
            </a:r>
          </a:p>
        </p:txBody>
      </p:sp>
      <p:sp>
        <p:nvSpPr>
          <p:cNvPr id="268" name="Rectangle 55">
            <a:extLst>
              <a:ext uri="{FF2B5EF4-FFF2-40B4-BE49-F238E27FC236}">
                <a16:creationId xmlns:a16="http://schemas.microsoft.com/office/drawing/2014/main" id="{40F13698-52C2-D9ED-8B36-20F7A039B097}"/>
              </a:ext>
            </a:extLst>
          </p:cNvPr>
          <p:cNvSpPr/>
          <p:nvPr/>
        </p:nvSpPr>
        <p:spPr>
          <a:xfrm>
            <a:off x="8461971" y="2648677"/>
            <a:ext cx="955711" cy="256545"/>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Key results </a:t>
            </a:r>
          </a:p>
        </p:txBody>
      </p:sp>
      <p:sp>
        <p:nvSpPr>
          <p:cNvPr id="273" name="Star: 4 Points 143">
            <a:extLst>
              <a:ext uri="{FF2B5EF4-FFF2-40B4-BE49-F238E27FC236}">
                <a16:creationId xmlns:a16="http://schemas.microsoft.com/office/drawing/2014/main" id="{8BD9BFCB-B039-0C11-7851-B32BF5F737B9}"/>
              </a:ext>
            </a:extLst>
          </p:cNvPr>
          <p:cNvSpPr/>
          <p:nvPr/>
        </p:nvSpPr>
        <p:spPr bwMode="auto">
          <a:xfrm>
            <a:off x="289977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D4298266-4F1F-D2DC-F99D-5794CDAA747C}"/>
              </a:ext>
            </a:extLst>
          </p:cNvPr>
          <p:cNvSpPr/>
          <p:nvPr/>
        </p:nvSpPr>
        <p:spPr bwMode="auto">
          <a:xfrm>
            <a:off x="8243115" y="252863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291" name="Rectangle 55">
            <a:extLst>
              <a:ext uri="{FF2B5EF4-FFF2-40B4-BE49-F238E27FC236}">
                <a16:creationId xmlns:a16="http://schemas.microsoft.com/office/drawing/2014/main" id="{9EA3A5D4-E5AD-B676-EC4B-FAAFDDDAD5BD}"/>
              </a:ext>
            </a:extLst>
          </p:cNvPr>
          <p:cNvSpPr/>
          <p:nvPr/>
        </p:nvSpPr>
        <p:spPr>
          <a:xfrm>
            <a:off x="8612135" y="3351662"/>
            <a:ext cx="1838965" cy="420756"/>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NDA sub HER2 amplified </a:t>
            </a:r>
          </a:p>
          <a:p>
            <a:pPr algn="ctr" defTabSz="1219108">
              <a:defRPr/>
            </a:pPr>
            <a:r>
              <a:rPr lang="en-US" sz="1067" b="1" noProof="0">
                <a:solidFill>
                  <a:srgbClr val="44546A"/>
                </a:solidFill>
                <a:ea typeface="等线" panose="02010600030101010101" pitchFamily="2" charset="-122"/>
                <a:cs typeface="Calibri" panose="020F0502020204030204" pitchFamily="34" charset="0"/>
              </a:rPr>
              <a:t>and mutant cohorts</a:t>
            </a:r>
          </a:p>
        </p:txBody>
      </p:sp>
      <p:sp>
        <p:nvSpPr>
          <p:cNvPr id="297" name="Rectangle 100">
            <a:extLst>
              <a:ext uri="{FF2B5EF4-FFF2-40B4-BE49-F238E27FC236}">
                <a16:creationId xmlns:a16="http://schemas.microsoft.com/office/drawing/2014/main" id="{6B94D163-C6F4-4EB1-9FA3-3779F1EDEA38}"/>
              </a:ext>
            </a:extLst>
          </p:cNvPr>
          <p:cNvSpPr/>
          <p:nvPr/>
        </p:nvSpPr>
        <p:spPr>
          <a:xfrm>
            <a:off x="10098206" y="2212542"/>
            <a:ext cx="824265" cy="256545"/>
          </a:xfrm>
          <a:prstGeom prst="rect">
            <a:avLst/>
          </a:prstGeom>
        </p:spPr>
        <p:txBody>
          <a:bodyPr wrap="none">
            <a:spAutoFit/>
          </a:bodyPr>
          <a:lstStyle/>
          <a:p>
            <a:pPr algn="ctr" defTabSz="1219108">
              <a:defRPr/>
            </a:pPr>
            <a:r>
              <a:rPr lang="en-US" sz="1067" b="1" i="1">
                <a:solidFill>
                  <a:schemeClr val="bg1">
                    <a:lumMod val="65000"/>
                  </a:schemeClr>
                </a:solidFill>
                <a:ea typeface="等线" panose="02010600030101010101" pitchFamily="2" charset="-122"/>
              </a:rPr>
              <a:t>Aug</a:t>
            </a:r>
            <a:r>
              <a:rPr lang="en-US" sz="1067" b="1" i="1" noProof="0">
                <a:solidFill>
                  <a:schemeClr val="bg1">
                    <a:lumMod val="65000"/>
                  </a:schemeClr>
                </a:solidFill>
                <a:ea typeface="等线" panose="02010600030101010101" pitchFamily="2" charset="-122"/>
              </a:rPr>
              <a:t> 2028</a:t>
            </a:r>
          </a:p>
        </p:txBody>
      </p:sp>
      <p:sp>
        <p:nvSpPr>
          <p:cNvPr id="298" name="五角星 55">
            <a:extLst>
              <a:ext uri="{FF2B5EF4-FFF2-40B4-BE49-F238E27FC236}">
                <a16:creationId xmlns:a16="http://schemas.microsoft.com/office/drawing/2014/main" id="{2219E7EA-F40F-13BB-2F8E-C77625F6C60A}"/>
              </a:ext>
            </a:extLst>
          </p:cNvPr>
          <p:cNvSpPr>
            <a:spLocks/>
          </p:cNvSpPr>
          <p:nvPr/>
        </p:nvSpPr>
        <p:spPr bwMode="auto">
          <a:xfrm>
            <a:off x="8892091" y="2537315"/>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en-US" sz="1067" noProof="0">
              <a:solidFill>
                <a:srgbClr val="FF0000"/>
              </a:solidFill>
              <a:ea typeface="等线" panose="02010600030101010101" pitchFamily="2" charset="-122"/>
            </a:endParaRPr>
          </a:p>
        </p:txBody>
      </p:sp>
      <p:sp>
        <p:nvSpPr>
          <p:cNvPr id="296" name="Rectangle 55">
            <a:extLst>
              <a:ext uri="{FF2B5EF4-FFF2-40B4-BE49-F238E27FC236}">
                <a16:creationId xmlns:a16="http://schemas.microsoft.com/office/drawing/2014/main" id="{BFECD315-B3F0-AD09-91A7-EB2DD5D5CA51}"/>
              </a:ext>
            </a:extLst>
          </p:cNvPr>
          <p:cNvSpPr/>
          <p:nvPr/>
        </p:nvSpPr>
        <p:spPr>
          <a:xfrm>
            <a:off x="9531618" y="2698110"/>
            <a:ext cx="1965916" cy="584968"/>
          </a:xfrm>
          <a:prstGeom prst="rect">
            <a:avLst/>
          </a:prstGeom>
        </p:spPr>
        <p:txBody>
          <a:bodyPr wrap="squar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NDA app. AA – HER2 amplified and mutant cohorts</a:t>
            </a:r>
          </a:p>
        </p:txBody>
      </p:sp>
      <p:sp>
        <p:nvSpPr>
          <p:cNvPr id="310" name="文本框 160">
            <a:extLst>
              <a:ext uri="{FF2B5EF4-FFF2-40B4-BE49-F238E27FC236}">
                <a16:creationId xmlns:a16="http://schemas.microsoft.com/office/drawing/2014/main" id="{D95E6B5C-2B71-CF73-17B0-9C27E5338E59}"/>
              </a:ext>
            </a:extLst>
          </p:cNvPr>
          <p:cNvSpPr txBox="1"/>
          <p:nvPr/>
        </p:nvSpPr>
        <p:spPr>
          <a:xfrm>
            <a:off x="1441714" y="2988588"/>
            <a:ext cx="6385550" cy="459700"/>
          </a:xfrm>
          <a:prstGeom prst="roundRect">
            <a:avLst/>
          </a:prstGeom>
          <a:noFill/>
          <a:ln>
            <a:solidFill>
              <a:srgbClr val="076D7E"/>
            </a:solidFill>
            <a:prstDash val="lgDash"/>
          </a:ln>
        </p:spPr>
        <p:txBody>
          <a:bodyPr wrap="square" rtlCol="0">
            <a:spAutoFit/>
          </a:bodyPr>
          <a:lstStyle/>
          <a:p>
            <a:pPr marL="171450" indent="-171450" fontAlgn="base">
              <a:buFont typeface="Arial" panose="020B0604020202020204"/>
              <a:buChar char="•"/>
            </a:pPr>
            <a:r>
              <a:rPr lang="en-US" altLang="zh-CN" sz="1050">
                <a:ea typeface="+mn-lt"/>
                <a:cs typeface="Calibri"/>
              </a:rPr>
              <a:t>CTPv4.0 was</a:t>
            </a:r>
            <a:r>
              <a:rPr lang="zh-CN" altLang="en-US" sz="1050">
                <a:ea typeface="+mn-lt"/>
                <a:cs typeface="Calibri"/>
              </a:rPr>
              <a:t> </a:t>
            </a:r>
            <a:r>
              <a:rPr lang="en-US" altLang="zh-CN" sz="1050">
                <a:ea typeface="+mn-lt"/>
                <a:cs typeface="Calibri"/>
              </a:rPr>
              <a:t>finalized and</a:t>
            </a:r>
            <a:r>
              <a:rPr lang="zh-CN" altLang="en-US" sz="1050">
                <a:ea typeface="+mn-lt"/>
                <a:cs typeface="Calibri"/>
              </a:rPr>
              <a:t> </a:t>
            </a:r>
            <a:r>
              <a:rPr lang="en-US" altLang="zh-CN" sz="1050">
                <a:ea typeface="+mn-lt"/>
                <a:cs typeface="Calibri"/>
              </a:rPr>
              <a:t>CTP v4 will be implemented after health authority’s approval. </a:t>
            </a:r>
            <a:endParaRPr lang="en-US" altLang="zh-CN" sz="1050">
              <a:solidFill>
                <a:schemeClr val="bg2"/>
              </a:solidFill>
              <a:cs typeface="Calibri"/>
            </a:endParaRPr>
          </a:p>
          <a:p>
            <a:pPr marL="171450" indent="-171450" fontAlgn="base">
              <a:buFont typeface="Arial" panose="020B0604020202020204"/>
              <a:buChar char="•"/>
            </a:pPr>
            <a:r>
              <a:rPr lang="en-US" altLang="zh-CN" sz="1050">
                <a:ea typeface="+mn-lt"/>
                <a:cs typeface="Calibri"/>
              </a:rPr>
              <a:t>Health authority interaction(CDE</a:t>
            </a:r>
            <a:r>
              <a:rPr lang="zh-CN" altLang="en-US" sz="1050">
                <a:ea typeface="+mn-lt"/>
                <a:cs typeface="Calibri"/>
              </a:rPr>
              <a:t>、</a:t>
            </a:r>
            <a:r>
              <a:rPr lang="en-US" altLang="zh-CN" sz="1050">
                <a:ea typeface="+mn-lt"/>
                <a:cs typeface="Calibri"/>
              </a:rPr>
              <a:t>PMDA,</a:t>
            </a:r>
            <a:r>
              <a:rPr lang="zh-CN" altLang="en-US" sz="1050">
                <a:ea typeface="+mn-lt"/>
                <a:cs typeface="Calibri"/>
              </a:rPr>
              <a:t> </a:t>
            </a:r>
            <a:r>
              <a:rPr lang="en-US" altLang="zh-CN" sz="1050" err="1">
                <a:ea typeface="+mn-lt"/>
                <a:cs typeface="Calibri"/>
              </a:rPr>
              <a:t>etc</a:t>
            </a:r>
            <a:r>
              <a:rPr lang="en-US" altLang="zh-CN" sz="1050">
                <a:ea typeface="+mn-lt"/>
                <a:cs typeface="Calibri"/>
              </a:rPr>
              <a:t>) of </a:t>
            </a:r>
            <a:r>
              <a:rPr lang="en-US" altLang="zh-CN" sz="1050" err="1">
                <a:ea typeface="+mn-lt"/>
                <a:cs typeface="Calibri"/>
              </a:rPr>
              <a:t>Beamion</a:t>
            </a:r>
            <a:r>
              <a:rPr lang="en-US" altLang="zh-CN" sz="1050">
                <a:ea typeface="+mn-lt"/>
                <a:cs typeface="Calibri"/>
              </a:rPr>
              <a:t> Pantumor-1 is ongoing.</a:t>
            </a:r>
            <a:endParaRPr lang="en-US" altLang="zh-CN" sz="1050">
              <a:solidFill>
                <a:schemeClr val="bg2"/>
              </a:solidFill>
              <a:cs typeface="Calibri"/>
            </a:endParaRPr>
          </a:p>
        </p:txBody>
      </p:sp>
      <p:sp>
        <p:nvSpPr>
          <p:cNvPr id="312" name="文本框 160">
            <a:extLst>
              <a:ext uri="{FF2B5EF4-FFF2-40B4-BE49-F238E27FC236}">
                <a16:creationId xmlns:a16="http://schemas.microsoft.com/office/drawing/2014/main" id="{01C1697E-1061-35BC-C35D-6229091AAE3E}"/>
              </a:ext>
            </a:extLst>
          </p:cNvPr>
          <p:cNvSpPr txBox="1"/>
          <p:nvPr/>
        </p:nvSpPr>
        <p:spPr>
          <a:xfrm>
            <a:off x="1903394" y="5666944"/>
            <a:ext cx="7995775" cy="459700"/>
          </a:xfrm>
          <a:prstGeom prst="roundRect">
            <a:avLst/>
          </a:prstGeom>
          <a:noFill/>
          <a:ln>
            <a:solidFill>
              <a:srgbClr val="076D7E"/>
            </a:solidFill>
            <a:prstDash val="lgDash"/>
          </a:ln>
        </p:spPr>
        <p:txBody>
          <a:bodyPr wrap="square" lIns="91440" tIns="45720" rIns="91440" bIns="45720" rtlCol="0" anchor="t">
            <a:spAutoFit/>
          </a:bodyPr>
          <a:lstStyle/>
          <a:p>
            <a:pPr marL="171450" indent="-171450" fontAlgn="base">
              <a:buFont typeface="Arial" panose="020B0604020202020204" pitchFamily="34" charset="0"/>
              <a:buChar char="•"/>
            </a:pPr>
            <a:r>
              <a:rPr lang="en-US" altLang="zh-CN" sz="1050">
                <a:solidFill>
                  <a:schemeClr val="bg2"/>
                </a:solidFill>
                <a:cs typeface="Calibri"/>
              </a:rPr>
              <a:t>Totally 18 subjects were enrolled; Totally 11 Chinese sites will be selected under CTP V4. </a:t>
            </a:r>
          </a:p>
          <a:p>
            <a:pPr marL="171450" indent="-171450" fontAlgn="base">
              <a:buFont typeface="Arial" panose="020B0604020202020204" pitchFamily="34" charset="0"/>
              <a:buChar char="•"/>
            </a:pPr>
            <a:r>
              <a:rPr lang="en-US" altLang="zh-CN" sz="1050">
                <a:solidFill>
                  <a:schemeClr val="bg2"/>
                </a:solidFill>
                <a:cs typeface="Calibri"/>
              </a:rPr>
              <a:t>Health authority interaction was submitted to CDE on Apr-10,</a:t>
            </a:r>
            <a:r>
              <a:rPr lang="zh-CN" altLang="en-US" sz="1050">
                <a:solidFill>
                  <a:schemeClr val="bg2"/>
                </a:solidFill>
                <a:cs typeface="Calibri"/>
              </a:rPr>
              <a:t> </a:t>
            </a:r>
            <a:r>
              <a:rPr lang="en-US" altLang="zh-CN" sz="1050">
                <a:solidFill>
                  <a:schemeClr val="bg2"/>
                </a:solidFill>
                <a:cs typeface="Calibri"/>
              </a:rPr>
              <a:t>2026, expect written feedback received by Jul-07, 2026.</a:t>
            </a:r>
          </a:p>
        </p:txBody>
      </p:sp>
      <p:pic>
        <p:nvPicPr>
          <p:cNvPr id="319" name="Graphic 318" descr="Flag with solid fill">
            <a:extLst>
              <a:ext uri="{FF2B5EF4-FFF2-40B4-BE49-F238E27FC236}">
                <a16:creationId xmlns:a16="http://schemas.microsoft.com/office/drawing/2014/main" id="{16DDE1B9-3030-B9E4-40AF-2A7A331D288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0405182" y="2467914"/>
            <a:ext cx="210312" cy="210312"/>
          </a:xfrm>
          <a:prstGeom prst="rect">
            <a:avLst/>
          </a:prstGeom>
        </p:spPr>
      </p:pic>
      <p:sp>
        <p:nvSpPr>
          <p:cNvPr id="5" name="OTLSHAPE_T_e17f3958430f4cff8650518c93c7635e_StartDate">
            <a:extLst>
              <a:ext uri="{FF2B5EF4-FFF2-40B4-BE49-F238E27FC236}">
                <a16:creationId xmlns:a16="http://schemas.microsoft.com/office/drawing/2014/main" id="{0CB4A51D-9081-501F-E585-5577143C7D62}"/>
              </a:ext>
            </a:extLst>
          </p:cNvPr>
          <p:cNvSpPr txBox="1"/>
          <p:nvPr>
            <p:custDataLst>
              <p:tags r:id="rId4"/>
            </p:custDataLst>
          </p:nvPr>
        </p:nvSpPr>
        <p:spPr>
          <a:xfrm>
            <a:off x="8476426" y="2145116"/>
            <a:ext cx="911147" cy="164212"/>
          </a:xfrm>
          <a:prstGeom prst="rect">
            <a:avLst/>
          </a:prstGeom>
          <a:noFill/>
        </p:spPr>
        <p:txBody>
          <a:bodyPr vert="horz" wrap="square" lIns="0" tIns="0" rIns="0" bIns="0" rtlCol="0" anchor="ctr" anchorCtr="0">
            <a:spAutoFit/>
          </a:bodyPr>
          <a:lstStyle/>
          <a:p>
            <a:pPr algn="ctr" defTabSz="1219108">
              <a:defRPr/>
            </a:pPr>
            <a:r>
              <a:rPr lang="en-US" sz="1067" b="1" i="1">
                <a:solidFill>
                  <a:schemeClr val="bg1">
                    <a:lumMod val="65000"/>
                  </a:schemeClr>
                </a:solidFill>
                <a:ea typeface="等线" panose="02010600030101010101" pitchFamily="2" charset="-122"/>
              </a:rPr>
              <a:t>Dec </a:t>
            </a:r>
            <a:r>
              <a:rPr lang="en-US" sz="1067" b="1" i="1" noProof="0">
                <a:solidFill>
                  <a:schemeClr val="bg1">
                    <a:lumMod val="65000"/>
                  </a:schemeClr>
                </a:solidFill>
                <a:ea typeface="等线" panose="02010600030101010101" pitchFamily="2" charset="-122"/>
              </a:rPr>
              <a:t>2027</a:t>
            </a:r>
          </a:p>
        </p:txBody>
      </p:sp>
      <p:sp>
        <p:nvSpPr>
          <p:cNvPr id="67" name="OTLSHAPE_T_5a934a26f311425e8ebaa0f45e6533ad_Shape">
            <a:extLst>
              <a:ext uri="{FF2B5EF4-FFF2-40B4-BE49-F238E27FC236}">
                <a16:creationId xmlns:a16="http://schemas.microsoft.com/office/drawing/2014/main" id="{81E71443-F9A8-5EA5-100D-7CC6DB916066}"/>
              </a:ext>
            </a:extLst>
          </p:cNvPr>
          <p:cNvSpPr/>
          <p:nvPr>
            <p:custDataLst>
              <p:tags r:id="rId5"/>
            </p:custDataLst>
          </p:nvPr>
        </p:nvSpPr>
        <p:spPr bwMode="auto">
          <a:xfrm>
            <a:off x="8532583" y="4478274"/>
            <a:ext cx="664815" cy="35138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sz="933" b="1" spc="-7" noProof="0">
              <a:solidFill>
                <a:srgbClr val="000000"/>
              </a:solidFill>
              <a:ea typeface="等线" panose="02010600030101010101" pitchFamily="2" charset="-122"/>
            </a:endParaRPr>
          </a:p>
        </p:txBody>
      </p:sp>
      <p:sp>
        <p:nvSpPr>
          <p:cNvPr id="68" name="Rectangle 52">
            <a:extLst>
              <a:ext uri="{FF2B5EF4-FFF2-40B4-BE49-F238E27FC236}">
                <a16:creationId xmlns:a16="http://schemas.microsoft.com/office/drawing/2014/main" id="{87A78A2E-28DD-37C5-62F1-41A3A22937A4}"/>
              </a:ext>
            </a:extLst>
          </p:cNvPr>
          <p:cNvSpPr/>
          <p:nvPr/>
        </p:nvSpPr>
        <p:spPr>
          <a:xfrm>
            <a:off x="2742344" y="4797307"/>
            <a:ext cx="413895" cy="256545"/>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rPr>
              <a:t>SIV</a:t>
            </a:r>
          </a:p>
        </p:txBody>
      </p:sp>
      <p:sp>
        <p:nvSpPr>
          <p:cNvPr id="69" name="OTLSHAPE_T_e17f3958430f4cff8650518c93c7635e_StartDate">
            <a:extLst>
              <a:ext uri="{FF2B5EF4-FFF2-40B4-BE49-F238E27FC236}">
                <a16:creationId xmlns:a16="http://schemas.microsoft.com/office/drawing/2014/main" id="{2036A984-2087-B530-0CE5-6842FE9F18C2}"/>
              </a:ext>
            </a:extLst>
          </p:cNvPr>
          <p:cNvSpPr txBox="1"/>
          <p:nvPr>
            <p:custDataLst>
              <p:tags r:id="rId6"/>
            </p:custDataLst>
          </p:nvPr>
        </p:nvSpPr>
        <p:spPr>
          <a:xfrm>
            <a:off x="2412209" y="4274076"/>
            <a:ext cx="1060915"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rPr>
              <a:t>Oct 2024</a:t>
            </a:r>
          </a:p>
        </p:txBody>
      </p:sp>
      <p:sp>
        <p:nvSpPr>
          <p:cNvPr id="70" name="OTLSHAPE_T_e17f3958430f4cff8650518c93c7635e_Shape">
            <a:extLst>
              <a:ext uri="{FF2B5EF4-FFF2-40B4-BE49-F238E27FC236}">
                <a16:creationId xmlns:a16="http://schemas.microsoft.com/office/drawing/2014/main" id="{4D8158D3-503C-0CA2-5DCA-7317B6DE0B4D}"/>
              </a:ext>
            </a:extLst>
          </p:cNvPr>
          <p:cNvSpPr/>
          <p:nvPr>
            <p:custDataLst>
              <p:tags r:id="rId7"/>
            </p:custDataLst>
          </p:nvPr>
        </p:nvSpPr>
        <p:spPr bwMode="auto">
          <a:xfrm>
            <a:off x="3021025" y="4486946"/>
            <a:ext cx="5486470" cy="330239"/>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sz="1067" b="1" noProof="0">
                <a:solidFill>
                  <a:prstClr val="black"/>
                </a:solidFill>
                <a:ea typeface="等线" panose="02010600030101010101" pitchFamily="2" charset="-122"/>
                <a:cs typeface="Calibri" panose="020F0502020204030204" pitchFamily="34" charset="0"/>
              </a:rPr>
              <a:t>Ph2, N=40 </a:t>
            </a:r>
            <a:endParaRPr lang="en-US" sz="1067" b="1" noProof="0">
              <a:solidFill>
                <a:srgbClr val="000000"/>
              </a:solidFill>
              <a:ea typeface="等线" panose="02010600030101010101" pitchFamily="2" charset="-122"/>
              <a:cs typeface="Calibri" panose="020F0502020204030204" pitchFamily="34" charset="0"/>
            </a:endParaRPr>
          </a:p>
        </p:txBody>
      </p:sp>
      <p:sp>
        <p:nvSpPr>
          <p:cNvPr id="71" name="Rectangle 55">
            <a:extLst>
              <a:ext uri="{FF2B5EF4-FFF2-40B4-BE49-F238E27FC236}">
                <a16:creationId xmlns:a16="http://schemas.microsoft.com/office/drawing/2014/main" id="{A6DB3585-C396-E138-DFAF-02C87058DA3F}"/>
              </a:ext>
            </a:extLst>
          </p:cNvPr>
          <p:cNvSpPr/>
          <p:nvPr/>
        </p:nvSpPr>
        <p:spPr>
          <a:xfrm>
            <a:off x="8274826" y="4805967"/>
            <a:ext cx="389850" cy="256546"/>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LPI</a:t>
            </a:r>
          </a:p>
        </p:txBody>
      </p:sp>
      <p:sp>
        <p:nvSpPr>
          <p:cNvPr id="72" name="OTLSHAPE_T_e17f3958430f4cff8650518c93c7635e_StartDate">
            <a:extLst>
              <a:ext uri="{FF2B5EF4-FFF2-40B4-BE49-F238E27FC236}">
                <a16:creationId xmlns:a16="http://schemas.microsoft.com/office/drawing/2014/main" id="{311026AE-0714-5AC4-625F-C6E0D539E506}"/>
              </a:ext>
            </a:extLst>
          </p:cNvPr>
          <p:cNvSpPr txBox="1"/>
          <p:nvPr>
            <p:custDataLst>
              <p:tags r:id="rId8"/>
            </p:custDataLst>
          </p:nvPr>
        </p:nvSpPr>
        <p:spPr>
          <a:xfrm>
            <a:off x="7922936" y="4321770"/>
            <a:ext cx="911147"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rPr>
              <a:t>Sep 2027</a:t>
            </a:r>
          </a:p>
        </p:txBody>
      </p:sp>
      <p:sp>
        <p:nvSpPr>
          <p:cNvPr id="73" name="Rectangle 55">
            <a:extLst>
              <a:ext uri="{FF2B5EF4-FFF2-40B4-BE49-F238E27FC236}">
                <a16:creationId xmlns:a16="http://schemas.microsoft.com/office/drawing/2014/main" id="{0F2B7D4F-3F19-4FC5-9110-A1EE125B6D7A}"/>
              </a:ext>
            </a:extLst>
          </p:cNvPr>
          <p:cNvSpPr/>
          <p:nvPr/>
        </p:nvSpPr>
        <p:spPr>
          <a:xfrm>
            <a:off x="8727862" y="4871261"/>
            <a:ext cx="955711" cy="256545"/>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Key results </a:t>
            </a:r>
          </a:p>
        </p:txBody>
      </p:sp>
      <p:sp>
        <p:nvSpPr>
          <p:cNvPr id="74" name="Star: 4 Points 143">
            <a:extLst>
              <a:ext uri="{FF2B5EF4-FFF2-40B4-BE49-F238E27FC236}">
                <a16:creationId xmlns:a16="http://schemas.microsoft.com/office/drawing/2014/main" id="{71622C33-6753-2814-0EC6-8F241860C86D}"/>
              </a:ext>
            </a:extLst>
          </p:cNvPr>
          <p:cNvSpPr/>
          <p:nvPr/>
        </p:nvSpPr>
        <p:spPr bwMode="auto">
          <a:xfrm>
            <a:off x="2873528" y="461154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75" name="Star: 4 Points 143">
            <a:extLst>
              <a:ext uri="{FF2B5EF4-FFF2-40B4-BE49-F238E27FC236}">
                <a16:creationId xmlns:a16="http://schemas.microsoft.com/office/drawing/2014/main" id="{A3ECBD04-6C43-A7EF-18E0-EAE22C1CB89B}"/>
              </a:ext>
            </a:extLst>
          </p:cNvPr>
          <p:cNvSpPr/>
          <p:nvPr/>
        </p:nvSpPr>
        <p:spPr bwMode="auto">
          <a:xfrm>
            <a:off x="8401593" y="470342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76" name="Star: 4 Points 143">
            <a:extLst>
              <a:ext uri="{FF2B5EF4-FFF2-40B4-BE49-F238E27FC236}">
                <a16:creationId xmlns:a16="http://schemas.microsoft.com/office/drawing/2014/main" id="{6E2577A2-C261-7EE6-81E1-B4861C84A54E}"/>
              </a:ext>
            </a:extLst>
          </p:cNvPr>
          <p:cNvSpPr/>
          <p:nvPr/>
        </p:nvSpPr>
        <p:spPr bwMode="auto">
          <a:xfrm>
            <a:off x="9640468" y="5048984"/>
            <a:ext cx="258704" cy="210334"/>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77" name="Rectangle 55">
            <a:extLst>
              <a:ext uri="{FF2B5EF4-FFF2-40B4-BE49-F238E27FC236}">
                <a16:creationId xmlns:a16="http://schemas.microsoft.com/office/drawing/2014/main" id="{8463F6C9-455F-D091-6052-728E1413D1EC}"/>
              </a:ext>
            </a:extLst>
          </p:cNvPr>
          <p:cNvSpPr/>
          <p:nvPr/>
        </p:nvSpPr>
        <p:spPr>
          <a:xfrm>
            <a:off x="8887447" y="5230371"/>
            <a:ext cx="1838966" cy="420756"/>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NDA sub HER2 amplified </a:t>
            </a:r>
          </a:p>
          <a:p>
            <a:pPr algn="ctr" defTabSz="1219108">
              <a:defRPr/>
            </a:pPr>
            <a:r>
              <a:rPr lang="en-US" sz="1067" b="1" noProof="0">
                <a:solidFill>
                  <a:srgbClr val="44546A"/>
                </a:solidFill>
                <a:ea typeface="等线" panose="02010600030101010101" pitchFamily="2" charset="-122"/>
                <a:cs typeface="Calibri" panose="020F0502020204030204" pitchFamily="34" charset="0"/>
              </a:rPr>
              <a:t>and mutant cohorts</a:t>
            </a:r>
          </a:p>
        </p:txBody>
      </p:sp>
      <p:sp>
        <p:nvSpPr>
          <p:cNvPr id="78" name="Rectangle 100">
            <a:extLst>
              <a:ext uri="{FF2B5EF4-FFF2-40B4-BE49-F238E27FC236}">
                <a16:creationId xmlns:a16="http://schemas.microsoft.com/office/drawing/2014/main" id="{D594B346-FA8D-52EC-056B-24A912C46E1F}"/>
              </a:ext>
            </a:extLst>
          </p:cNvPr>
          <p:cNvSpPr/>
          <p:nvPr/>
        </p:nvSpPr>
        <p:spPr>
          <a:xfrm>
            <a:off x="10369393" y="4276661"/>
            <a:ext cx="817853" cy="253916"/>
          </a:xfrm>
          <a:prstGeom prst="rect">
            <a:avLst/>
          </a:prstGeom>
        </p:spPr>
        <p:txBody>
          <a:bodyPr wrap="none" lIns="91440" tIns="45720" rIns="91440" bIns="45720" anchor="t">
            <a:spAutoFit/>
          </a:bodyPr>
          <a:lstStyle/>
          <a:p>
            <a:pPr algn="ctr" defTabSz="1219108">
              <a:defRPr/>
            </a:pPr>
            <a:r>
              <a:rPr lang="en-US" altLang="zh-CN" sz="1050" b="1" i="1" noProof="0">
                <a:solidFill>
                  <a:schemeClr val="bg1">
                    <a:lumMod val="65000"/>
                  </a:schemeClr>
                </a:solidFill>
                <a:ea typeface="等线"/>
              </a:rPr>
              <a:t>Mar</a:t>
            </a:r>
            <a:r>
              <a:rPr lang="en-US" sz="1050" b="1" i="1" noProof="0">
                <a:solidFill>
                  <a:schemeClr val="bg1">
                    <a:lumMod val="65000"/>
                  </a:schemeClr>
                </a:solidFill>
                <a:ea typeface="等线"/>
              </a:rPr>
              <a:t> 2029</a:t>
            </a:r>
          </a:p>
        </p:txBody>
      </p:sp>
      <p:sp>
        <p:nvSpPr>
          <p:cNvPr id="79" name="五角星 55">
            <a:extLst>
              <a:ext uri="{FF2B5EF4-FFF2-40B4-BE49-F238E27FC236}">
                <a16:creationId xmlns:a16="http://schemas.microsoft.com/office/drawing/2014/main" id="{DF392950-3848-78E7-4EF5-6F637F193201}"/>
              </a:ext>
            </a:extLst>
          </p:cNvPr>
          <p:cNvSpPr>
            <a:spLocks/>
          </p:cNvSpPr>
          <p:nvPr/>
        </p:nvSpPr>
        <p:spPr bwMode="auto">
          <a:xfrm>
            <a:off x="9129608" y="4742042"/>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en-US" sz="1067" noProof="0">
              <a:solidFill>
                <a:srgbClr val="FF0000"/>
              </a:solidFill>
              <a:ea typeface="等线" panose="02010600030101010101" pitchFamily="2" charset="-122"/>
            </a:endParaRPr>
          </a:p>
        </p:txBody>
      </p:sp>
      <p:sp>
        <p:nvSpPr>
          <p:cNvPr id="80" name="Rectangle 55">
            <a:extLst>
              <a:ext uri="{FF2B5EF4-FFF2-40B4-BE49-F238E27FC236}">
                <a16:creationId xmlns:a16="http://schemas.microsoft.com/office/drawing/2014/main" id="{4594324C-F5DF-7E2E-BD01-FFD924A196E6}"/>
              </a:ext>
            </a:extLst>
          </p:cNvPr>
          <p:cNvSpPr/>
          <p:nvPr/>
        </p:nvSpPr>
        <p:spPr>
          <a:xfrm>
            <a:off x="10373476" y="4785051"/>
            <a:ext cx="1564405" cy="584968"/>
          </a:xfrm>
          <a:prstGeom prst="rect">
            <a:avLst/>
          </a:prstGeom>
        </p:spPr>
        <p:txBody>
          <a:bodyPr wrap="squar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NDA app. AA – HER2 amplified and mutant cohorts</a:t>
            </a:r>
          </a:p>
        </p:txBody>
      </p:sp>
      <p:pic>
        <p:nvPicPr>
          <p:cNvPr id="82" name="Graphic 318" descr="Flag with solid fill">
            <a:extLst>
              <a:ext uri="{FF2B5EF4-FFF2-40B4-BE49-F238E27FC236}">
                <a16:creationId xmlns:a16="http://schemas.microsoft.com/office/drawing/2014/main" id="{5644EC69-B4ED-F32C-A51B-67E4B2A39E83}"/>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0789136" y="4500709"/>
            <a:ext cx="210312" cy="210312"/>
          </a:xfrm>
          <a:prstGeom prst="rect">
            <a:avLst/>
          </a:prstGeom>
        </p:spPr>
      </p:pic>
      <p:sp>
        <p:nvSpPr>
          <p:cNvPr id="83" name="OTLSHAPE_T_e17f3958430f4cff8650518c93c7635e_StartDate">
            <a:extLst>
              <a:ext uri="{FF2B5EF4-FFF2-40B4-BE49-F238E27FC236}">
                <a16:creationId xmlns:a16="http://schemas.microsoft.com/office/drawing/2014/main" id="{8380E967-61CB-496B-FDE6-8A6266659082}"/>
              </a:ext>
            </a:extLst>
          </p:cNvPr>
          <p:cNvSpPr txBox="1"/>
          <p:nvPr>
            <p:custDataLst>
              <p:tags r:id="rId9"/>
            </p:custDataLst>
          </p:nvPr>
        </p:nvSpPr>
        <p:spPr>
          <a:xfrm>
            <a:off x="8772426" y="4312307"/>
            <a:ext cx="911147" cy="164212"/>
          </a:xfrm>
          <a:prstGeom prst="rect">
            <a:avLst/>
          </a:prstGeom>
          <a:noFill/>
        </p:spPr>
        <p:txBody>
          <a:bodyPr vert="horz" wrap="square" lIns="0" tIns="0" rIns="0" bIns="0" rtlCol="0" anchor="ctr" anchorCtr="0">
            <a:spAutoFit/>
          </a:bodyPr>
          <a:lstStyle/>
          <a:p>
            <a:pPr algn="ctr" defTabSz="1219108">
              <a:defRPr/>
            </a:pPr>
            <a:r>
              <a:rPr lang="en-US" sz="1067" b="1" i="1">
                <a:solidFill>
                  <a:schemeClr val="bg1">
                    <a:lumMod val="65000"/>
                  </a:schemeClr>
                </a:solidFill>
                <a:ea typeface="等线" panose="02010600030101010101" pitchFamily="2" charset="-122"/>
              </a:rPr>
              <a:t>Dec</a:t>
            </a:r>
            <a:r>
              <a:rPr lang="en-US" sz="1067" b="1" i="1" noProof="0">
                <a:solidFill>
                  <a:schemeClr val="bg1">
                    <a:lumMod val="65000"/>
                  </a:schemeClr>
                </a:solidFill>
                <a:ea typeface="等线" panose="02010600030101010101" pitchFamily="2" charset="-122"/>
              </a:rPr>
              <a:t> 2027</a:t>
            </a:r>
          </a:p>
        </p:txBody>
      </p:sp>
      <p:sp>
        <p:nvSpPr>
          <p:cNvPr id="304" name="OTLSHAPE_T_e17f3958430f4cff8650518c93c7635e_Shape">
            <a:extLst>
              <a:ext uri="{FF2B5EF4-FFF2-40B4-BE49-F238E27FC236}">
                <a16:creationId xmlns:a16="http://schemas.microsoft.com/office/drawing/2014/main" id="{A9C55302-530E-36A7-0090-6FC494F405CD}"/>
              </a:ext>
            </a:extLst>
          </p:cNvPr>
          <p:cNvSpPr/>
          <p:nvPr>
            <p:custDataLst>
              <p:tags r:id="rId10"/>
            </p:custDataLst>
          </p:nvPr>
        </p:nvSpPr>
        <p:spPr bwMode="auto">
          <a:xfrm>
            <a:off x="1822607" y="4512267"/>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sz="800" b="1" noProof="0">
                <a:solidFill>
                  <a:srgbClr val="000000"/>
                </a:solidFill>
                <a:ea typeface="等线" panose="02010600030101010101" pitchFamily="2" charset="-122"/>
                <a:cs typeface="Calibri" panose="020F0502020204030204" pitchFamily="34" charset="0"/>
              </a:rPr>
              <a:t>CTA Review + EC + HGRAC + 1</a:t>
            </a:r>
            <a:r>
              <a:rPr lang="en-US" sz="800" b="1" baseline="30000" noProof="0">
                <a:solidFill>
                  <a:srgbClr val="000000"/>
                </a:solidFill>
                <a:ea typeface="等线" panose="02010600030101010101" pitchFamily="2" charset="-122"/>
                <a:cs typeface="Calibri" panose="020F0502020204030204" pitchFamily="34" charset="0"/>
              </a:rPr>
              <a:t>st</a:t>
            </a:r>
            <a:r>
              <a:rPr lang="en-US" sz="800" b="1" noProof="0">
                <a:solidFill>
                  <a:srgbClr val="000000"/>
                </a:solidFill>
                <a:ea typeface="等线" panose="02010600030101010101" pitchFamily="2" charset="-122"/>
                <a:cs typeface="Calibri" panose="020F0502020204030204" pitchFamily="34" charset="0"/>
              </a:rPr>
              <a:t> SIV</a:t>
            </a:r>
          </a:p>
        </p:txBody>
      </p:sp>
      <p:sp>
        <p:nvSpPr>
          <p:cNvPr id="305" name="OTLSHAPE_T_e17f3958430f4cff8650518c93c7635e_StartDate">
            <a:extLst>
              <a:ext uri="{FF2B5EF4-FFF2-40B4-BE49-F238E27FC236}">
                <a16:creationId xmlns:a16="http://schemas.microsoft.com/office/drawing/2014/main" id="{E24A271C-DA6D-D2D7-A82A-FC932AAC25C0}"/>
              </a:ext>
            </a:extLst>
          </p:cNvPr>
          <p:cNvSpPr txBox="1"/>
          <p:nvPr>
            <p:custDataLst>
              <p:tags r:id="rId11"/>
            </p:custDataLst>
          </p:nvPr>
        </p:nvSpPr>
        <p:spPr>
          <a:xfrm>
            <a:off x="1372658" y="4361211"/>
            <a:ext cx="1061473"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cs typeface="Calibri" panose="020F0502020204030204" pitchFamily="34" charset="0"/>
              </a:rPr>
              <a:t>May</a:t>
            </a:r>
            <a:r>
              <a:rPr lang="en-US" sz="1067" b="1" i="1" noProof="0">
                <a:solidFill>
                  <a:srgbClr val="FF0000"/>
                </a:solidFill>
                <a:ea typeface="等线" panose="02010600030101010101" pitchFamily="2" charset="-122"/>
                <a:cs typeface="Calibri" panose="020F0502020204030204" pitchFamily="34" charset="0"/>
              </a:rPr>
              <a:t> </a:t>
            </a:r>
            <a:r>
              <a:rPr lang="en-US" sz="1067" b="1" i="1" noProof="0">
                <a:solidFill>
                  <a:schemeClr val="bg1">
                    <a:lumMod val="65000"/>
                  </a:schemeClr>
                </a:solidFill>
                <a:ea typeface="等线" panose="02010600030101010101" pitchFamily="2" charset="-122"/>
                <a:cs typeface="Calibri" panose="020F0502020204030204" pitchFamily="34" charset="0"/>
              </a:rPr>
              <a:t>2024</a:t>
            </a:r>
          </a:p>
        </p:txBody>
      </p:sp>
      <p:sp>
        <p:nvSpPr>
          <p:cNvPr id="309" name="OTLSHAPE_M_39ea6ebc19a94c9fab6ef5006c31df58_Shape">
            <a:extLst>
              <a:ext uri="{FF2B5EF4-FFF2-40B4-BE49-F238E27FC236}">
                <a16:creationId xmlns:a16="http://schemas.microsoft.com/office/drawing/2014/main" id="{E51A3F8D-A120-3E1D-FC75-A2F20485D9C0}"/>
              </a:ext>
            </a:extLst>
          </p:cNvPr>
          <p:cNvSpPr/>
          <p:nvPr>
            <p:custDataLst>
              <p:tags r:id="rId12"/>
            </p:custDataLst>
          </p:nvPr>
        </p:nvSpPr>
        <p:spPr bwMode="auto">
          <a:xfrm rot="16200000">
            <a:off x="1775063" y="4762128"/>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en-US" sz="933" noProof="0">
              <a:solidFill>
                <a:srgbClr val="000000"/>
              </a:solidFill>
              <a:ea typeface="等线" panose="02010600030101010101" pitchFamily="2" charset="-122"/>
              <a:cs typeface="Calibri" panose="020F0502020204030204" pitchFamily="34" charset="0"/>
            </a:endParaRPr>
          </a:p>
        </p:txBody>
      </p:sp>
      <p:sp>
        <p:nvSpPr>
          <p:cNvPr id="313" name="OTLSHAPE_M_39ea6ebc19a94c9fab6ef5006c31df58_Title">
            <a:extLst>
              <a:ext uri="{FF2B5EF4-FFF2-40B4-BE49-F238E27FC236}">
                <a16:creationId xmlns:a16="http://schemas.microsoft.com/office/drawing/2014/main" id="{0EE13D67-9D65-66F7-5953-19B51FB525AB}"/>
              </a:ext>
            </a:extLst>
          </p:cNvPr>
          <p:cNvSpPr txBox="1"/>
          <p:nvPr>
            <p:custDataLst>
              <p:tags r:id="rId13"/>
            </p:custDataLst>
          </p:nvPr>
        </p:nvSpPr>
        <p:spPr>
          <a:xfrm>
            <a:off x="1510978" y="4864811"/>
            <a:ext cx="928201" cy="164212"/>
          </a:xfrm>
          <a:prstGeom prst="rect">
            <a:avLst/>
          </a:prstGeom>
          <a:noFill/>
        </p:spPr>
        <p:txBody>
          <a:bodyPr vert="horz" wrap="square" lIns="0" tIns="0" rIns="0" bIns="0" rtlCol="0" anchor="ctr" anchorCtr="0">
            <a:spAutoFit/>
          </a:bodyPr>
          <a:lstStyle/>
          <a:p>
            <a:pPr defTabSz="1219108">
              <a:defRPr/>
            </a:pPr>
            <a:r>
              <a:rPr lang="en-US" sz="1067" b="1" noProof="0">
                <a:solidFill>
                  <a:srgbClr val="44546A"/>
                </a:solidFill>
                <a:ea typeface="等线" panose="02010600030101010101" pitchFamily="2" charset="-122"/>
                <a:cs typeface="Calibri" panose="020F0502020204030204" pitchFamily="34" charset="0"/>
              </a:rPr>
              <a:t>CTA Sub</a:t>
            </a:r>
          </a:p>
        </p:txBody>
      </p:sp>
      <p:sp>
        <p:nvSpPr>
          <p:cNvPr id="314" name="TextBox 64">
            <a:extLst>
              <a:ext uri="{FF2B5EF4-FFF2-40B4-BE49-F238E27FC236}">
                <a16:creationId xmlns:a16="http://schemas.microsoft.com/office/drawing/2014/main" id="{6C0DFA5A-112D-EE25-72FE-5FC33DC45E3D}"/>
              </a:ext>
            </a:extLst>
          </p:cNvPr>
          <p:cNvSpPr txBox="1"/>
          <p:nvPr/>
        </p:nvSpPr>
        <p:spPr>
          <a:xfrm>
            <a:off x="158905" y="2434998"/>
            <a:ext cx="1710764" cy="492635"/>
          </a:xfrm>
          <a:prstGeom prst="rect">
            <a:avLst/>
          </a:prstGeom>
          <a:noFill/>
          <a:ln>
            <a:noFill/>
          </a:ln>
        </p:spPr>
        <p:txBody>
          <a:bodyPr wrap="square" lIns="0" tIns="0" rIns="0" bIns="0" rtlCol="0">
            <a:spAutoFit/>
          </a:bodyPr>
          <a:lstStyle/>
          <a:p>
            <a:pPr algn="ctr" defTabSz="914377">
              <a:defRPr/>
            </a:pPr>
            <a:r>
              <a:rPr lang="en-US" sz="1067" b="1" noProof="0">
                <a:solidFill>
                  <a:srgbClr val="08312A"/>
                </a:solidFill>
                <a:cs typeface="Calibri" panose="020F0502020204030204" pitchFamily="34" charset="0"/>
              </a:rPr>
              <a:t>Ph2</a:t>
            </a:r>
          </a:p>
          <a:p>
            <a:pPr algn="ctr" defTabSz="914377">
              <a:defRPr/>
            </a:pPr>
            <a:r>
              <a:rPr lang="en-US" sz="1067" b="1" noProof="0">
                <a:solidFill>
                  <a:srgbClr val="08312A"/>
                </a:solidFill>
                <a:cs typeface="Calibri" panose="020F0502020204030204" pitchFamily="34" charset="0"/>
              </a:rPr>
              <a:t>1479-0009</a:t>
            </a:r>
          </a:p>
          <a:p>
            <a:pPr algn="ctr" defTabSz="914377">
              <a:defRPr/>
            </a:pPr>
            <a:r>
              <a:rPr lang="en-US" sz="1067" b="1" noProof="0" err="1">
                <a:solidFill>
                  <a:srgbClr val="08312A"/>
                </a:solidFill>
                <a:cs typeface="Calibri" panose="020F0502020204030204" pitchFamily="34" charset="0"/>
              </a:rPr>
              <a:t>Beamion</a:t>
            </a:r>
            <a:r>
              <a:rPr lang="en-US" sz="1067" b="1" noProof="0">
                <a:solidFill>
                  <a:srgbClr val="08312A"/>
                </a:solidFill>
                <a:cs typeface="Calibri" panose="020F0502020204030204" pitchFamily="34" charset="0"/>
              </a:rPr>
              <a:t> Pan tumor-1</a:t>
            </a:r>
          </a:p>
        </p:txBody>
      </p:sp>
      <p:grpSp>
        <p:nvGrpSpPr>
          <p:cNvPr id="3" name="Group 62">
            <a:extLst>
              <a:ext uri="{FF2B5EF4-FFF2-40B4-BE49-F238E27FC236}">
                <a16:creationId xmlns:a16="http://schemas.microsoft.com/office/drawing/2014/main" id="{F21C33F3-1979-17FC-4285-8E23616D065A}"/>
              </a:ext>
            </a:extLst>
          </p:cNvPr>
          <p:cNvGrpSpPr/>
          <p:nvPr/>
        </p:nvGrpSpPr>
        <p:grpSpPr>
          <a:xfrm>
            <a:off x="5179518" y="729021"/>
            <a:ext cx="546747" cy="6128979"/>
            <a:chOff x="1705313" y="1057179"/>
            <a:chExt cx="546747" cy="4591098"/>
          </a:xfrm>
        </p:grpSpPr>
        <p:cxnSp>
          <p:nvCxnSpPr>
            <p:cNvPr id="4" name="Straight Connector 63">
              <a:extLst>
                <a:ext uri="{FF2B5EF4-FFF2-40B4-BE49-F238E27FC236}">
                  <a16:creationId xmlns:a16="http://schemas.microsoft.com/office/drawing/2014/main" id="{FBEB192F-F629-B8AF-D4ED-E288CC231CF0}"/>
                </a:ext>
              </a:extLst>
            </p:cNvPr>
            <p:cNvCxnSpPr>
              <a:cxnSpLocks/>
            </p:cNvCxnSpPr>
            <p:nvPr/>
          </p:nvCxnSpPr>
          <p:spPr bwMode="auto">
            <a:xfrm flipV="1">
              <a:off x="1976860" y="1327739"/>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7" name="OTLSHAPE_T_e17f3958430f4cff8650518c93c7635e_StartDate">
              <a:extLst>
                <a:ext uri="{FF2B5EF4-FFF2-40B4-BE49-F238E27FC236}">
                  <a16:creationId xmlns:a16="http://schemas.microsoft.com/office/drawing/2014/main" id="{C8CD5162-2369-1157-0D6F-EC745EDC04E1}"/>
                </a:ext>
              </a:extLst>
            </p:cNvPr>
            <p:cNvSpPr txBox="1"/>
            <p:nvPr>
              <p:custDataLst>
                <p:tags r:id="rId15"/>
              </p:custDataLst>
            </p:nvPr>
          </p:nvSpPr>
          <p:spPr>
            <a:xfrm>
              <a:off x="1705313" y="1057179"/>
              <a:ext cx="546747" cy="246317"/>
            </a:xfrm>
            <a:prstGeom prst="rect">
              <a:avLst/>
            </a:prstGeom>
            <a:noFill/>
            <a:ln w="12700">
              <a:noFill/>
            </a:ln>
          </p:spPr>
          <p:txBody>
            <a:bodyPr vert="horz" wrap="square" lIns="0" tIns="0" rIns="0" bIns="0" rtlCol="0" anchor="ctr" anchorCtr="0">
              <a:spAutoFit/>
            </a:bodyPr>
            <a:lstStyle/>
            <a:p>
              <a:pPr algn="ctr" defTabSz="914354"/>
              <a:r>
                <a:rPr lang="en-US" sz="1067" b="1" noProof="0">
                  <a:solidFill>
                    <a:schemeClr val="tx2"/>
                  </a:solidFill>
                  <a:cs typeface="Calibri" panose="020F0502020204030204" pitchFamily="34" charset="0"/>
                </a:rPr>
                <a:t>We are here</a:t>
              </a:r>
            </a:p>
          </p:txBody>
        </p:sp>
      </p:grpSp>
      <p:sp>
        <p:nvSpPr>
          <p:cNvPr id="8" name="Star: 4 Points 143">
            <a:extLst>
              <a:ext uri="{FF2B5EF4-FFF2-40B4-BE49-F238E27FC236}">
                <a16:creationId xmlns:a16="http://schemas.microsoft.com/office/drawing/2014/main" id="{64120283-C32B-3E4C-DC0B-1C78F9FDEA40}"/>
              </a:ext>
            </a:extLst>
          </p:cNvPr>
          <p:cNvSpPr/>
          <p:nvPr/>
        </p:nvSpPr>
        <p:spPr bwMode="auto">
          <a:xfrm>
            <a:off x="9395105" y="314533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10" name="文本框 9">
            <a:extLst>
              <a:ext uri="{FF2B5EF4-FFF2-40B4-BE49-F238E27FC236}">
                <a16:creationId xmlns:a16="http://schemas.microsoft.com/office/drawing/2014/main" id="{277C6018-5DAB-4811-D054-9A7AA2B5FB03}"/>
              </a:ext>
            </a:extLst>
          </p:cNvPr>
          <p:cNvSpPr txBox="1"/>
          <p:nvPr/>
        </p:nvSpPr>
        <p:spPr bwMode="gray">
          <a:xfrm>
            <a:off x="8450720" y="3126609"/>
            <a:ext cx="1262742" cy="256545"/>
          </a:xfrm>
          <a:prstGeom prst="rect">
            <a:avLst/>
          </a:prstGeom>
          <a:noFill/>
        </p:spPr>
        <p:txBody>
          <a:bodyPr wrap="square">
            <a:spAutoFit/>
          </a:bodyPr>
          <a:lstStyle/>
          <a:p>
            <a:pPr algn="ctr" defTabSz="1219108">
              <a:defRPr/>
            </a:pPr>
            <a:r>
              <a:rPr lang="en-US" altLang="zh-CN" sz="1067" b="1" i="1">
                <a:solidFill>
                  <a:schemeClr val="bg1">
                    <a:lumMod val="65000"/>
                  </a:schemeClr>
                </a:solidFill>
                <a:ea typeface="等线" panose="02010600030101010101" pitchFamily="2" charset="-122"/>
              </a:rPr>
              <a:t>Apr 2028</a:t>
            </a:r>
          </a:p>
        </p:txBody>
      </p:sp>
      <p:sp>
        <p:nvSpPr>
          <p:cNvPr id="11" name="OTLSHAPE_T_e17f3958430f4cff8650518c93c7635e_StartDate">
            <a:extLst>
              <a:ext uri="{FF2B5EF4-FFF2-40B4-BE49-F238E27FC236}">
                <a16:creationId xmlns:a16="http://schemas.microsoft.com/office/drawing/2014/main" id="{B0FF4FF4-C6F5-A6E6-19A5-9E973E2C3F72}"/>
              </a:ext>
            </a:extLst>
          </p:cNvPr>
          <p:cNvSpPr txBox="1"/>
          <p:nvPr>
            <p:custDataLst>
              <p:tags r:id="rId14"/>
            </p:custDataLst>
          </p:nvPr>
        </p:nvSpPr>
        <p:spPr>
          <a:xfrm>
            <a:off x="7751644" y="2112082"/>
            <a:ext cx="911147"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rPr>
              <a:t>Sep 2027</a:t>
            </a:r>
          </a:p>
        </p:txBody>
      </p:sp>
      <p:sp>
        <p:nvSpPr>
          <p:cNvPr id="12" name="文本框 11">
            <a:extLst>
              <a:ext uri="{FF2B5EF4-FFF2-40B4-BE49-F238E27FC236}">
                <a16:creationId xmlns:a16="http://schemas.microsoft.com/office/drawing/2014/main" id="{2CBDD335-1920-5FCD-86C1-C9F82F659ED2}"/>
              </a:ext>
            </a:extLst>
          </p:cNvPr>
          <p:cNvSpPr txBox="1"/>
          <p:nvPr/>
        </p:nvSpPr>
        <p:spPr bwMode="gray">
          <a:xfrm>
            <a:off x="8789276" y="5035196"/>
            <a:ext cx="975268" cy="256545"/>
          </a:xfrm>
          <a:prstGeom prst="rect">
            <a:avLst/>
          </a:prstGeom>
          <a:noFill/>
        </p:spPr>
        <p:txBody>
          <a:bodyPr wrap="square">
            <a:spAutoFit/>
          </a:bodyPr>
          <a:lstStyle/>
          <a:p>
            <a:pPr algn="ctr" defTabSz="1219108">
              <a:defRPr/>
            </a:pPr>
            <a:r>
              <a:rPr lang="en-US" altLang="zh-CN" sz="1067" b="1" i="1">
                <a:solidFill>
                  <a:schemeClr val="bg1">
                    <a:lumMod val="65000"/>
                  </a:schemeClr>
                </a:solidFill>
                <a:ea typeface="等线" panose="02010600030101010101" pitchFamily="2" charset="-122"/>
              </a:rPr>
              <a:t>May 2028</a:t>
            </a:r>
          </a:p>
        </p:txBody>
      </p:sp>
    </p:spTree>
    <p:extLst>
      <p:ext uri="{BB962C8B-B14F-4D97-AF65-F5344CB8AC3E}">
        <p14:creationId xmlns:p14="http://schemas.microsoft.com/office/powerpoint/2010/main" val="902218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8603ED8-C48D-A537-BC4F-64E69756DA2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B698C93-6325-692C-4402-DE378BBD8DE4}"/>
              </a:ext>
            </a:extLst>
          </p:cNvPr>
          <p:cNvSpPr txBox="1"/>
          <p:nvPr/>
        </p:nvSpPr>
        <p:spPr bwMode="gray">
          <a:xfrm>
            <a:off x="2179476" y="6153150"/>
            <a:ext cx="166104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8312A"/>
                </a:solidFill>
                <a:effectLst/>
                <a:uLnTx/>
                <a:uFillTx/>
                <a:latin typeface="Boehringer Forward Head"/>
                <a:ea typeface="+mn-ea"/>
                <a:cs typeface="+mn-cs"/>
              </a:rPr>
              <a:t>Clinical Development</a:t>
            </a:r>
            <a:br>
              <a:rPr kumimoji="0" lang="en-US" sz="1200" b="0" i="0" u="none" strike="noStrike" kern="1200" cap="none" spc="0" normalizeH="0" baseline="0" noProof="0">
                <a:ln>
                  <a:noFill/>
                </a:ln>
                <a:solidFill>
                  <a:srgbClr val="08312A"/>
                </a:solidFill>
                <a:effectLst/>
                <a:uLnTx/>
                <a:uFillTx/>
                <a:latin typeface="Boehringer Forward Head"/>
                <a:ea typeface="+mn-ea"/>
                <a:cs typeface="+mn-cs"/>
              </a:rPr>
            </a:br>
            <a:r>
              <a:rPr kumimoji="0" lang="en-US" sz="1200" b="0" i="0" u="none" strike="noStrike" kern="1200" cap="none" spc="0" normalizeH="0" baseline="0" noProof="0">
                <a:ln>
                  <a:noFill/>
                </a:ln>
                <a:solidFill>
                  <a:srgbClr val="08312A"/>
                </a:solidFill>
                <a:effectLst/>
                <a:uLnTx/>
                <a:uFillTx/>
                <a:latin typeface="Boehringer Forward Head"/>
                <a:ea typeface="+mn-ea"/>
                <a:cs typeface="+mn-cs"/>
              </a:rPr>
              <a:t>and Operations</a:t>
            </a:r>
            <a:endParaRPr kumimoji="0" lang="en-IN" sz="1200" b="0" i="0" u="none" strike="noStrike" kern="1200" cap="none" spc="0" normalizeH="0" baseline="0" noProof="0">
              <a:ln>
                <a:noFill/>
              </a:ln>
              <a:solidFill>
                <a:srgbClr val="08312A"/>
              </a:solidFill>
              <a:effectLst/>
              <a:uLnTx/>
              <a:uFillTx/>
              <a:latin typeface="Boehringer Forward Head"/>
              <a:ea typeface="+mn-ea"/>
              <a:cs typeface="+mn-cs"/>
            </a:endParaRPr>
          </a:p>
        </p:txBody>
      </p:sp>
      <p:pic>
        <p:nvPicPr>
          <p:cNvPr id="7" name="Grafik 18">
            <a:extLst>
              <a:ext uri="{FF2B5EF4-FFF2-40B4-BE49-F238E27FC236}">
                <a16:creationId xmlns:a16="http://schemas.microsoft.com/office/drawing/2014/main" id="{E924716A-504B-1B53-D9E5-8D1C98DCE31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431FA0AE-EDA7-2B09-5394-8EABD3D98E4E}"/>
              </a:ext>
              <a:ext uri="{C183D7F6-B498-43B3-948B-1728B52AA6E4}">
                <adec:decorative xmlns:adec="http://schemas.microsoft.com/office/drawing/2017/decorative" val="1"/>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B3AECCB8-250E-B98E-06C5-CC8349869D41}"/>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IN" sz="2500" b="1" i="0" u="none" strike="noStrike" kern="1200" cap="none" spc="0" normalizeH="0" baseline="0" noProof="0">
              <a:ln>
                <a:noFill/>
              </a:ln>
              <a:solidFill>
                <a:srgbClr val="08312A"/>
              </a:solidFill>
              <a:effectLst/>
              <a:uLnTx/>
              <a:uFillTx/>
              <a:latin typeface="Boehringer Forward Head"/>
              <a:ea typeface="+mj-ea"/>
              <a:cs typeface="+mj-cs"/>
            </a:endParaRPr>
          </a:p>
        </p:txBody>
      </p:sp>
      <p:sp>
        <p:nvSpPr>
          <p:cNvPr id="16" name="Footer Placeholder 8">
            <a:extLst>
              <a:ext uri="{FF2B5EF4-FFF2-40B4-BE49-F238E27FC236}">
                <a16:creationId xmlns:a16="http://schemas.microsoft.com/office/drawing/2014/main" id="{9B9FC5D5-D832-49D0-EE2C-29C27CA2E669}"/>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300"/>
              </a:spcAft>
              <a:buClrTx/>
              <a:buSzTx/>
              <a:buFontTx/>
              <a:buNone/>
              <a:tabLst/>
              <a:defRPr/>
            </a:pPr>
            <a:r>
              <a:rPr lang="en-US"/>
              <a:t>Presentation title    |    ONLY FOR INTERNAL USE</a:t>
            </a:r>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7" name="Slide Number Placeholder 9">
            <a:extLst>
              <a:ext uri="{FF2B5EF4-FFF2-40B4-BE49-F238E27FC236}">
                <a16:creationId xmlns:a16="http://schemas.microsoft.com/office/drawing/2014/main" id="{C1CE2D59-1A60-7764-707D-40530E99D572}"/>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3" name="标题 2">
            <a:extLst>
              <a:ext uri="{FF2B5EF4-FFF2-40B4-BE49-F238E27FC236}">
                <a16:creationId xmlns:a16="http://schemas.microsoft.com/office/drawing/2014/main" id="{8F276B16-E72F-998C-D001-20790D14EA78}"/>
              </a:ext>
            </a:extLst>
          </p:cNvPr>
          <p:cNvSpPr>
            <a:spLocks noGrp="1"/>
          </p:cNvSpPr>
          <p:nvPr>
            <p:ph type="title"/>
          </p:nvPr>
        </p:nvSpPr>
        <p:spPr>
          <a:xfrm>
            <a:off x="216745" y="165363"/>
            <a:ext cx="12079706" cy="553999"/>
          </a:xfrm>
        </p:spPr>
        <p:txBody>
          <a:bodyPr wrap="square" anchor="t">
            <a:normAutofit/>
          </a:bodyPr>
          <a:lstStyle/>
          <a:p>
            <a:r>
              <a:rPr lang="en-US" altLang="zh-CN" sz="2400"/>
              <a:t>Global Recruitment Status </a:t>
            </a:r>
            <a:r>
              <a:rPr lang="en-US" altLang="zh-CN" sz="2400" i="1">
                <a:solidFill>
                  <a:srgbClr val="FF0000"/>
                </a:solidFill>
              </a:rPr>
              <a:t>(</a:t>
            </a:r>
            <a:r>
              <a:rPr lang="en-US" altLang="zh-CN" sz="2400">
                <a:solidFill>
                  <a:srgbClr val="FF0000"/>
                </a:solidFill>
              </a:rPr>
              <a:t>as of 17-Apr-2026</a:t>
            </a:r>
            <a:r>
              <a:rPr lang="en-US" altLang="zh-CN" sz="2400" i="1">
                <a:solidFill>
                  <a:srgbClr val="FF0000"/>
                </a:solidFill>
              </a:rPr>
              <a:t>)</a:t>
            </a:r>
            <a:r>
              <a:rPr lang="en-US" altLang="zh-CN" sz="2400">
                <a:solidFill>
                  <a:srgbClr val="FF0000"/>
                </a:solidFill>
              </a:rPr>
              <a:t> </a:t>
            </a:r>
            <a:endParaRPr lang="en-US" altLang="zh-CN" sz="2400" i="1">
              <a:solidFill>
                <a:srgbClr val="FF0000"/>
              </a:solidFill>
              <a:highlight>
                <a:srgbClr val="FFFF00"/>
              </a:highlight>
            </a:endParaRPr>
          </a:p>
        </p:txBody>
      </p:sp>
      <p:graphicFrame>
        <p:nvGraphicFramePr>
          <p:cNvPr id="20" name="图表 19">
            <a:extLst>
              <a:ext uri="{FF2B5EF4-FFF2-40B4-BE49-F238E27FC236}">
                <a16:creationId xmlns:a16="http://schemas.microsoft.com/office/drawing/2014/main" id="{701CDE0C-45F0-F5C2-CC0E-1EFE3E50A18A}"/>
              </a:ext>
            </a:extLst>
          </p:cNvPr>
          <p:cNvGraphicFramePr/>
          <p:nvPr/>
        </p:nvGraphicFramePr>
        <p:xfrm>
          <a:off x="337549" y="719362"/>
          <a:ext cx="11087043" cy="55274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81697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F537E49-A5F6-B48B-9AE3-A1B5E5FC074E}"/>
              </a:ext>
            </a:extLst>
          </p:cNvPr>
          <p:cNvSpPr txBox="1"/>
          <p:nvPr/>
        </p:nvSpPr>
        <p:spPr bwMode="gray">
          <a:xfrm>
            <a:off x="2179476" y="6153150"/>
            <a:ext cx="166104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8312A"/>
                </a:solidFill>
                <a:effectLst/>
                <a:uLnTx/>
                <a:uFillTx/>
                <a:latin typeface="Boehringer Forward Head"/>
                <a:ea typeface="+mn-ea"/>
                <a:cs typeface="+mn-cs"/>
              </a:rPr>
              <a:t>Clinical Development</a:t>
            </a:r>
            <a:br>
              <a:rPr kumimoji="0" lang="en-US" sz="1200" b="0" i="0" u="none" strike="noStrike" kern="1200" cap="none" spc="0" normalizeH="0" baseline="0" noProof="0">
                <a:ln>
                  <a:noFill/>
                </a:ln>
                <a:solidFill>
                  <a:srgbClr val="08312A"/>
                </a:solidFill>
                <a:effectLst/>
                <a:uLnTx/>
                <a:uFillTx/>
                <a:latin typeface="Boehringer Forward Head"/>
                <a:ea typeface="+mn-ea"/>
                <a:cs typeface="+mn-cs"/>
              </a:rPr>
            </a:br>
            <a:r>
              <a:rPr kumimoji="0" lang="en-US" sz="1200" b="0" i="0" u="none" strike="noStrike" kern="1200" cap="none" spc="0" normalizeH="0" baseline="0" noProof="0">
                <a:ln>
                  <a:noFill/>
                </a:ln>
                <a:solidFill>
                  <a:srgbClr val="08312A"/>
                </a:solidFill>
                <a:effectLst/>
                <a:uLnTx/>
                <a:uFillTx/>
                <a:latin typeface="Boehringer Forward Head"/>
                <a:ea typeface="+mn-ea"/>
                <a:cs typeface="+mn-cs"/>
              </a:rPr>
              <a:t>and Operations</a:t>
            </a:r>
            <a:endParaRPr kumimoji="0" lang="en-IN" sz="1200" b="0" i="0" u="none" strike="noStrike" kern="1200" cap="none" spc="0" normalizeH="0" baseline="0" noProof="0">
              <a:ln>
                <a:noFill/>
              </a:ln>
              <a:solidFill>
                <a:srgbClr val="08312A"/>
              </a:solidFill>
              <a:effectLst/>
              <a:uLnTx/>
              <a:uFillTx/>
              <a:latin typeface="Boehringer Forward Head"/>
              <a:ea typeface="+mn-ea"/>
              <a:cs typeface="+mn-cs"/>
            </a:endParaRPr>
          </a:p>
        </p:txBody>
      </p:sp>
      <p:pic>
        <p:nvPicPr>
          <p:cNvPr id="7" name="Grafik 18">
            <a:extLst>
              <a:ext uri="{FF2B5EF4-FFF2-40B4-BE49-F238E27FC236}">
                <a16:creationId xmlns:a16="http://schemas.microsoft.com/office/drawing/2014/main" id="{EC832F38-536E-CAFB-0489-0476A4CEC83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843BA65B-2FE9-DE1F-8D7F-E2B7AE147B5F}"/>
              </a:ext>
              <a:ext uri="{C183D7F6-B498-43B3-948B-1728B52AA6E4}">
                <adec:decorative xmlns:adec="http://schemas.microsoft.com/office/drawing/2017/decorative" val="1"/>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D17A68D9-B367-80BC-B937-7B76C98B58C2}"/>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IN" sz="2500" b="1" i="0" u="none" strike="noStrike" kern="1200" cap="none" spc="0" normalizeH="0" baseline="0" noProof="0">
              <a:ln>
                <a:noFill/>
              </a:ln>
              <a:solidFill>
                <a:srgbClr val="08312A"/>
              </a:solidFill>
              <a:effectLst/>
              <a:uLnTx/>
              <a:uFillTx/>
              <a:latin typeface="Boehringer Forward Head"/>
              <a:ea typeface="+mj-ea"/>
              <a:cs typeface="+mj-cs"/>
            </a:endParaRPr>
          </a:p>
        </p:txBody>
      </p:sp>
      <p:sp>
        <p:nvSpPr>
          <p:cNvPr id="16" name="Footer Placeholder 8">
            <a:extLst>
              <a:ext uri="{FF2B5EF4-FFF2-40B4-BE49-F238E27FC236}">
                <a16:creationId xmlns:a16="http://schemas.microsoft.com/office/drawing/2014/main" id="{03496D23-3084-D663-4B61-D2B40F6C5E87}"/>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300"/>
              </a:spcAft>
              <a:buClrTx/>
              <a:buSzTx/>
              <a:buFontTx/>
              <a:buNone/>
              <a:tabLst/>
              <a:defRPr/>
            </a:pPr>
            <a:r>
              <a:rPr lang="en-US"/>
              <a:t>Presentation title    |    ONLY FOR INTERNAL USE</a:t>
            </a:r>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7" name="Slide Number Placeholder 9">
            <a:extLst>
              <a:ext uri="{FF2B5EF4-FFF2-40B4-BE49-F238E27FC236}">
                <a16:creationId xmlns:a16="http://schemas.microsoft.com/office/drawing/2014/main" id="{F35DB8E2-3297-1EAF-7B4E-8E678FAE16B7}"/>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3" name="标题 2">
            <a:extLst>
              <a:ext uri="{FF2B5EF4-FFF2-40B4-BE49-F238E27FC236}">
                <a16:creationId xmlns:a16="http://schemas.microsoft.com/office/drawing/2014/main" id="{1349757C-90D6-7E10-212C-8B1A44C30038}"/>
              </a:ext>
            </a:extLst>
          </p:cNvPr>
          <p:cNvSpPr>
            <a:spLocks noGrp="1"/>
          </p:cNvSpPr>
          <p:nvPr>
            <p:ph type="title"/>
          </p:nvPr>
        </p:nvSpPr>
        <p:spPr>
          <a:xfrm>
            <a:off x="216745" y="165363"/>
            <a:ext cx="12079706" cy="553999"/>
          </a:xfrm>
        </p:spPr>
        <p:txBody>
          <a:bodyPr wrap="square" anchor="t">
            <a:normAutofit/>
          </a:bodyPr>
          <a:lstStyle/>
          <a:p>
            <a:r>
              <a:rPr lang="en-US" altLang="zh-CN" sz="2400"/>
              <a:t>China Recruitment Status </a:t>
            </a:r>
            <a:r>
              <a:rPr lang="en-US" altLang="zh-CN" sz="2400" i="1">
                <a:solidFill>
                  <a:srgbClr val="FF0000"/>
                </a:solidFill>
              </a:rPr>
              <a:t>(</a:t>
            </a:r>
            <a:r>
              <a:rPr lang="en-US" altLang="zh-CN" sz="2400">
                <a:solidFill>
                  <a:srgbClr val="FF0000"/>
                </a:solidFill>
              </a:rPr>
              <a:t>as of 17-Apr-2026</a:t>
            </a:r>
            <a:r>
              <a:rPr lang="en-US" altLang="zh-CN" sz="2400" i="1">
                <a:solidFill>
                  <a:srgbClr val="FF0000"/>
                </a:solidFill>
              </a:rPr>
              <a:t>)</a:t>
            </a:r>
            <a:r>
              <a:rPr lang="en-US" altLang="zh-CN" sz="2400">
                <a:solidFill>
                  <a:srgbClr val="FF0000"/>
                </a:solidFill>
              </a:rPr>
              <a:t> </a:t>
            </a:r>
            <a:endParaRPr lang="en-US" altLang="zh-CN" sz="2400" i="1">
              <a:solidFill>
                <a:srgbClr val="FF0000"/>
              </a:solidFill>
              <a:highlight>
                <a:srgbClr val="FFFF00"/>
              </a:highlight>
            </a:endParaRPr>
          </a:p>
        </p:txBody>
      </p:sp>
      <p:graphicFrame>
        <p:nvGraphicFramePr>
          <p:cNvPr id="2" name="图表 1">
            <a:extLst>
              <a:ext uri="{FF2B5EF4-FFF2-40B4-BE49-F238E27FC236}">
                <a16:creationId xmlns:a16="http://schemas.microsoft.com/office/drawing/2014/main" id="{01F757D9-3C19-D08E-7BE0-BAC940F02F58}"/>
              </a:ext>
            </a:extLst>
          </p:cNvPr>
          <p:cNvGraphicFramePr/>
          <p:nvPr/>
        </p:nvGraphicFramePr>
        <p:xfrm>
          <a:off x="357810" y="706181"/>
          <a:ext cx="11180884" cy="544563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21175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156850" y="147417"/>
            <a:ext cx="11233151" cy="720000"/>
          </a:xfrm>
        </p:spPr>
        <p:txBody>
          <a:bodyPr/>
          <a:lstStyle/>
          <a:p>
            <a:r>
              <a:rPr lang="en-US" sz="2400" i="1" noProof="0" err="1">
                <a:solidFill>
                  <a:schemeClr val="tx1"/>
                </a:solidFill>
                <a:latin typeface="+mn-lt"/>
              </a:rPr>
              <a:t>Zongertinib</a:t>
            </a:r>
            <a:r>
              <a:rPr lang="en-US" sz="2400" i="1" noProof="0">
                <a:solidFill>
                  <a:schemeClr val="tx1"/>
                </a:solidFill>
                <a:latin typeface="+mn-lt"/>
              </a:rPr>
              <a:t> (HERNEXEOS®) – Breast Cancer &amp; Gastric Cancer (</a:t>
            </a:r>
            <a:r>
              <a:rPr lang="en-US" sz="2400" noProof="0">
                <a:solidFill>
                  <a:schemeClr val="tx1"/>
                </a:solidFill>
                <a:latin typeface="+mn-lt"/>
                <a:ea typeface="+mn-ea"/>
                <a:cs typeface="+mn-cs"/>
              </a:rPr>
              <a:t>BC&amp;GC)</a:t>
            </a:r>
            <a:endParaRPr lang="en-US" noProof="0">
              <a:solidFill>
                <a:schemeClr val="bg1">
                  <a:lumMod val="75000"/>
                </a:schemeClr>
              </a:solidFill>
              <a:latin typeface="+mn-lt"/>
            </a:endParaRPr>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noProof="0" smtClean="0">
                <a:solidFill>
                  <a:srgbClr val="08312A"/>
                </a:solidFill>
                <a:cs typeface="Arial"/>
                <a:sym typeface="Arial"/>
              </a:rPr>
              <a:pPr defTabSz="1219140">
                <a:buClr>
                  <a:srgbClr val="000000"/>
                </a:buClr>
                <a:defRPr/>
              </a:pPr>
              <a:t>21</a:t>
            </a:fld>
            <a:endParaRPr lang="en-US" kern="0" noProof="0">
              <a:solidFill>
                <a:srgbClr val="08312A"/>
              </a:solidFill>
              <a:cs typeface="Arial"/>
              <a:sym typeface="Arial"/>
            </a:endParaRPr>
          </a:p>
        </p:txBody>
      </p:sp>
      <p:sp>
        <p:nvSpPr>
          <p:cNvPr id="240" name="OTLSHAPE_T_5a934a26f311425e8ebaa0f45e6533ad_Shape">
            <a:extLst>
              <a:ext uri="{FF2B5EF4-FFF2-40B4-BE49-F238E27FC236}">
                <a16:creationId xmlns:a16="http://schemas.microsoft.com/office/drawing/2014/main" id="{AFABED3D-6C20-55BF-21A9-EB1C89298B62}"/>
              </a:ext>
            </a:extLst>
          </p:cNvPr>
          <p:cNvSpPr/>
          <p:nvPr>
            <p:custDataLst>
              <p:tags r:id="rId1"/>
            </p:custDataLst>
          </p:nvPr>
        </p:nvSpPr>
        <p:spPr bwMode="auto">
          <a:xfrm>
            <a:off x="7834177" y="2082131"/>
            <a:ext cx="491666" cy="256546"/>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sz="933" b="1" spc="-7" noProof="0">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3" y="773430"/>
          <a:ext cx="9448929" cy="843280"/>
        </p:xfrm>
        <a:graphic>
          <a:graphicData uri="http://schemas.openxmlformats.org/drawingml/2006/table">
            <a:tbl>
              <a:tblPr firstRow="1" bandRow="1"/>
              <a:tblGrid>
                <a:gridCol w="410823">
                  <a:extLst>
                    <a:ext uri="{9D8B030D-6E8A-4147-A177-3AD203B41FA5}">
                      <a16:colId xmlns:a16="http://schemas.microsoft.com/office/drawing/2014/main" val="3091663135"/>
                    </a:ext>
                  </a:extLst>
                </a:gridCol>
                <a:gridCol w="410823">
                  <a:extLst>
                    <a:ext uri="{9D8B030D-6E8A-4147-A177-3AD203B41FA5}">
                      <a16:colId xmlns:a16="http://schemas.microsoft.com/office/drawing/2014/main" val="2003423086"/>
                    </a:ext>
                  </a:extLst>
                </a:gridCol>
                <a:gridCol w="410823">
                  <a:extLst>
                    <a:ext uri="{9D8B030D-6E8A-4147-A177-3AD203B41FA5}">
                      <a16:colId xmlns:a16="http://schemas.microsoft.com/office/drawing/2014/main" val="2466911814"/>
                    </a:ext>
                  </a:extLst>
                </a:gridCol>
                <a:gridCol w="410823">
                  <a:extLst>
                    <a:ext uri="{9D8B030D-6E8A-4147-A177-3AD203B41FA5}">
                      <a16:colId xmlns:a16="http://schemas.microsoft.com/office/drawing/2014/main" val="2128577426"/>
                    </a:ext>
                  </a:extLst>
                </a:gridCol>
                <a:gridCol w="410823">
                  <a:extLst>
                    <a:ext uri="{9D8B030D-6E8A-4147-A177-3AD203B41FA5}">
                      <a16:colId xmlns:a16="http://schemas.microsoft.com/office/drawing/2014/main" val="4285382401"/>
                    </a:ext>
                  </a:extLst>
                </a:gridCol>
                <a:gridCol w="410823">
                  <a:extLst>
                    <a:ext uri="{9D8B030D-6E8A-4147-A177-3AD203B41FA5}">
                      <a16:colId xmlns:a16="http://schemas.microsoft.com/office/drawing/2014/main" val="2134936010"/>
                    </a:ext>
                  </a:extLst>
                </a:gridCol>
                <a:gridCol w="410823">
                  <a:extLst>
                    <a:ext uri="{9D8B030D-6E8A-4147-A177-3AD203B41FA5}">
                      <a16:colId xmlns:a16="http://schemas.microsoft.com/office/drawing/2014/main" val="3023231563"/>
                    </a:ext>
                  </a:extLst>
                </a:gridCol>
                <a:gridCol w="410823">
                  <a:extLst>
                    <a:ext uri="{9D8B030D-6E8A-4147-A177-3AD203B41FA5}">
                      <a16:colId xmlns:a16="http://schemas.microsoft.com/office/drawing/2014/main" val="224784443"/>
                    </a:ext>
                  </a:extLst>
                </a:gridCol>
                <a:gridCol w="410823">
                  <a:extLst>
                    <a:ext uri="{9D8B030D-6E8A-4147-A177-3AD203B41FA5}">
                      <a16:colId xmlns:a16="http://schemas.microsoft.com/office/drawing/2014/main" val="3189568106"/>
                    </a:ext>
                  </a:extLst>
                </a:gridCol>
                <a:gridCol w="410823">
                  <a:extLst>
                    <a:ext uri="{9D8B030D-6E8A-4147-A177-3AD203B41FA5}">
                      <a16:colId xmlns:a16="http://schemas.microsoft.com/office/drawing/2014/main" val="4186538962"/>
                    </a:ext>
                  </a:extLst>
                </a:gridCol>
                <a:gridCol w="410823">
                  <a:extLst>
                    <a:ext uri="{9D8B030D-6E8A-4147-A177-3AD203B41FA5}">
                      <a16:colId xmlns:a16="http://schemas.microsoft.com/office/drawing/2014/main" val="3411862845"/>
                    </a:ext>
                  </a:extLst>
                </a:gridCol>
                <a:gridCol w="410823">
                  <a:extLst>
                    <a:ext uri="{9D8B030D-6E8A-4147-A177-3AD203B41FA5}">
                      <a16:colId xmlns:a16="http://schemas.microsoft.com/office/drawing/2014/main" val="2851474774"/>
                    </a:ext>
                  </a:extLst>
                </a:gridCol>
                <a:gridCol w="410823">
                  <a:extLst>
                    <a:ext uri="{9D8B030D-6E8A-4147-A177-3AD203B41FA5}">
                      <a16:colId xmlns:a16="http://schemas.microsoft.com/office/drawing/2014/main" val="1375454154"/>
                    </a:ext>
                  </a:extLst>
                </a:gridCol>
                <a:gridCol w="410823">
                  <a:extLst>
                    <a:ext uri="{9D8B030D-6E8A-4147-A177-3AD203B41FA5}">
                      <a16:colId xmlns:a16="http://schemas.microsoft.com/office/drawing/2014/main" val="2118681087"/>
                    </a:ext>
                  </a:extLst>
                </a:gridCol>
                <a:gridCol w="410823">
                  <a:extLst>
                    <a:ext uri="{9D8B030D-6E8A-4147-A177-3AD203B41FA5}">
                      <a16:colId xmlns:a16="http://schemas.microsoft.com/office/drawing/2014/main" val="107595344"/>
                    </a:ext>
                  </a:extLst>
                </a:gridCol>
                <a:gridCol w="410823">
                  <a:extLst>
                    <a:ext uri="{9D8B030D-6E8A-4147-A177-3AD203B41FA5}">
                      <a16:colId xmlns:a16="http://schemas.microsoft.com/office/drawing/2014/main" val="1666999431"/>
                    </a:ext>
                  </a:extLst>
                </a:gridCol>
                <a:gridCol w="410823">
                  <a:extLst>
                    <a:ext uri="{9D8B030D-6E8A-4147-A177-3AD203B41FA5}">
                      <a16:colId xmlns:a16="http://schemas.microsoft.com/office/drawing/2014/main" val="3696607442"/>
                    </a:ext>
                  </a:extLst>
                </a:gridCol>
                <a:gridCol w="410823">
                  <a:extLst>
                    <a:ext uri="{9D8B030D-6E8A-4147-A177-3AD203B41FA5}">
                      <a16:colId xmlns:a16="http://schemas.microsoft.com/office/drawing/2014/main" val="223989776"/>
                    </a:ext>
                  </a:extLst>
                </a:gridCol>
                <a:gridCol w="410823">
                  <a:extLst>
                    <a:ext uri="{9D8B030D-6E8A-4147-A177-3AD203B41FA5}">
                      <a16:colId xmlns:a16="http://schemas.microsoft.com/office/drawing/2014/main" val="124731204"/>
                    </a:ext>
                  </a:extLst>
                </a:gridCol>
                <a:gridCol w="410823">
                  <a:extLst>
                    <a:ext uri="{9D8B030D-6E8A-4147-A177-3AD203B41FA5}">
                      <a16:colId xmlns:a16="http://schemas.microsoft.com/office/drawing/2014/main" val="3066978585"/>
                    </a:ext>
                  </a:extLst>
                </a:gridCol>
                <a:gridCol w="410823">
                  <a:extLst>
                    <a:ext uri="{9D8B030D-6E8A-4147-A177-3AD203B41FA5}">
                      <a16:colId xmlns:a16="http://schemas.microsoft.com/office/drawing/2014/main" val="1064917641"/>
                    </a:ext>
                  </a:extLst>
                </a:gridCol>
                <a:gridCol w="410823">
                  <a:extLst>
                    <a:ext uri="{9D8B030D-6E8A-4147-A177-3AD203B41FA5}">
                      <a16:colId xmlns:a16="http://schemas.microsoft.com/office/drawing/2014/main" val="4221117315"/>
                    </a:ext>
                  </a:extLst>
                </a:gridCol>
                <a:gridCol w="410823">
                  <a:extLst>
                    <a:ext uri="{9D8B030D-6E8A-4147-A177-3AD203B41FA5}">
                      <a16:colId xmlns:a16="http://schemas.microsoft.com/office/drawing/2014/main" val="2042563961"/>
                    </a:ext>
                  </a:extLst>
                </a:gridCol>
              </a:tblGrid>
              <a:tr h="259080">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2024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2025</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4">
                  <a:txBody>
                    <a:body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2026</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sz="1100" b="1" noProof="0">
                          <a:latin typeface="Arial" panose="020B0604020202020204" pitchFamily="34" charset="0"/>
                          <a:cs typeface="Arial" panose="020B0604020202020204" pitchFamily="34" charset="0"/>
                        </a:rPr>
                        <a:t>2027</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2028</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2029</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a:txBody>
                    <a:body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2030</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H1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H2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H1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noProof="0">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274721" y="1307803"/>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noProof="0">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77315" y="2028784"/>
            <a:ext cx="1246117" cy="492635"/>
          </a:xfrm>
          <a:prstGeom prst="rect">
            <a:avLst/>
          </a:prstGeom>
          <a:noFill/>
          <a:ln>
            <a:noFill/>
          </a:ln>
        </p:spPr>
        <p:txBody>
          <a:bodyPr wrap="square" lIns="0" tIns="0" rIns="0" bIns="0" rtlCol="0">
            <a:spAutoFit/>
          </a:bodyPr>
          <a:lstStyle/>
          <a:p>
            <a:pPr algn="ctr" defTabSz="914377">
              <a:defRPr/>
            </a:pPr>
            <a:r>
              <a:rPr lang="en-US" sz="1067" b="1" noProof="0">
                <a:solidFill>
                  <a:srgbClr val="08312A"/>
                </a:solidFill>
                <a:cs typeface="Calibri" panose="020F0502020204030204" pitchFamily="34" charset="0"/>
              </a:rPr>
              <a:t>Ph </a:t>
            </a:r>
            <a:r>
              <a:rPr lang="en-US" sz="1067" b="1" noProof="0" err="1">
                <a:solidFill>
                  <a:srgbClr val="08312A"/>
                </a:solidFill>
                <a:cs typeface="Calibri" panose="020F0502020204030204" pitchFamily="34" charset="0"/>
              </a:rPr>
              <a:t>Ib</a:t>
            </a:r>
            <a:r>
              <a:rPr lang="en-US" sz="1067" b="1" noProof="0">
                <a:solidFill>
                  <a:srgbClr val="08312A"/>
                </a:solidFill>
                <a:cs typeface="Calibri" panose="020F0502020204030204" pitchFamily="34" charset="0"/>
              </a:rPr>
              <a:t>/2-</a:t>
            </a:r>
          </a:p>
          <a:p>
            <a:pPr algn="ctr" defTabSz="914377">
              <a:defRPr/>
            </a:pPr>
            <a:r>
              <a:rPr lang="en-US" sz="1067" b="1" noProof="0">
                <a:solidFill>
                  <a:srgbClr val="08312A"/>
                </a:solidFill>
                <a:cs typeface="Calibri" panose="020F0502020204030204" pitchFamily="34" charset="0"/>
              </a:rPr>
              <a:t>1479-0012</a:t>
            </a:r>
          </a:p>
          <a:p>
            <a:pPr algn="ctr" defTabSz="914377">
              <a:defRPr/>
            </a:pPr>
            <a:r>
              <a:rPr lang="en-US" sz="1067" b="1" noProof="0" err="1">
                <a:solidFill>
                  <a:srgbClr val="08312A"/>
                </a:solidFill>
                <a:cs typeface="Calibri" panose="020F0502020204030204" pitchFamily="34" charset="0"/>
              </a:rPr>
              <a:t>Beamion</a:t>
            </a:r>
            <a:r>
              <a:rPr lang="en-US" sz="1067" b="1" noProof="0">
                <a:solidFill>
                  <a:srgbClr val="08312A"/>
                </a:solidFill>
                <a:cs typeface="Calibri" panose="020F0502020204030204" pitchFamily="34" charset="0"/>
              </a:rPr>
              <a:t> BCGC-1</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12DFDD77-3A58-72FD-B7F7-3AD9C2D417AC}"/>
              </a:ext>
            </a:extLst>
          </p:cNvPr>
          <p:cNvSpPr/>
          <p:nvPr/>
        </p:nvSpPr>
        <p:spPr>
          <a:xfrm>
            <a:off x="1887920" y="2344518"/>
            <a:ext cx="388248" cy="256545"/>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rPr>
              <a:t>FPI</a:t>
            </a: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2"/>
            </p:custDataLst>
          </p:nvPr>
        </p:nvSpPr>
        <p:spPr>
          <a:xfrm>
            <a:off x="1564373" y="1880376"/>
            <a:ext cx="1060915"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rPr>
              <a:t>July 2024</a:t>
            </a: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3"/>
            </p:custDataLst>
          </p:nvPr>
        </p:nvSpPr>
        <p:spPr bwMode="auto">
          <a:xfrm>
            <a:off x="2094831" y="2091045"/>
            <a:ext cx="5715768" cy="250815"/>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sz="1067" b="1" noProof="0">
                <a:solidFill>
                  <a:prstClr val="black"/>
                </a:solidFill>
                <a:ea typeface="等线" panose="02010600030101010101" pitchFamily="2" charset="-122"/>
                <a:cs typeface="Calibri" panose="020F0502020204030204" pitchFamily="34" charset="0"/>
              </a:rPr>
              <a:t>Ph1b/2, N=768 </a:t>
            </a:r>
            <a:endParaRPr lang="en-US" sz="1067" b="1" noProof="0">
              <a:solidFill>
                <a:srgbClr val="000000"/>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4"/>
            </p:custDataLst>
          </p:nvPr>
        </p:nvSpPr>
        <p:spPr bwMode="auto">
          <a:xfrm>
            <a:off x="1024513" y="4377528"/>
            <a:ext cx="978351"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sz="800" b="1" noProof="0">
                <a:solidFill>
                  <a:srgbClr val="000000"/>
                </a:solidFill>
                <a:ea typeface="等线" panose="02010600030101010101" pitchFamily="2" charset="-122"/>
                <a:cs typeface="Calibri" panose="020F0502020204030204" pitchFamily="34" charset="0"/>
              </a:rPr>
              <a:t>CTA Review + EC + HGRAC + 1</a:t>
            </a:r>
            <a:r>
              <a:rPr lang="en-US" sz="800" b="1" baseline="30000" noProof="0">
                <a:solidFill>
                  <a:srgbClr val="000000"/>
                </a:solidFill>
                <a:ea typeface="等线" panose="02010600030101010101" pitchFamily="2" charset="-122"/>
                <a:cs typeface="Calibri" panose="020F0502020204030204" pitchFamily="34" charset="0"/>
              </a:rPr>
              <a:t>st</a:t>
            </a:r>
            <a:r>
              <a:rPr lang="en-US" sz="800" b="1" noProof="0">
                <a:solidFill>
                  <a:srgbClr val="000000"/>
                </a:solidFill>
                <a:ea typeface="等线" panose="02010600030101010101" pitchFamily="2" charset="-122"/>
                <a:cs typeface="Calibri" panose="020F0502020204030204" pitchFamily="34" charset="0"/>
              </a:rPr>
              <a:t> SIV</a:t>
            </a:r>
          </a:p>
        </p:txBody>
      </p:sp>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5"/>
            </p:custDataLst>
          </p:nvPr>
        </p:nvSpPr>
        <p:spPr>
          <a:xfrm>
            <a:off x="1057315" y="4118637"/>
            <a:ext cx="682623" cy="164212"/>
          </a:xfrm>
          <a:prstGeom prst="rect">
            <a:avLst/>
          </a:prstGeom>
          <a:noFill/>
        </p:spPr>
        <p:txBody>
          <a:bodyPr vert="horz" wrap="square" lIns="0" tIns="0" rIns="0" bIns="0" rtlCol="0" anchor="ctr" anchorCtr="0">
            <a:spAutoFit/>
          </a:bodyPr>
          <a:lstStyle/>
          <a:p>
            <a:pPr algn="ctr" defTabSz="1219108">
              <a:defRPr/>
            </a:pPr>
            <a:r>
              <a:rPr lang="en-US" sz="1067" b="1" i="1" baseline="30000" noProof="0">
                <a:solidFill>
                  <a:schemeClr val="bg1">
                    <a:lumMod val="65000"/>
                  </a:schemeClr>
                </a:solidFill>
                <a:ea typeface="等线" panose="02010600030101010101" pitchFamily="2" charset="-122"/>
                <a:cs typeface="Calibri" panose="020F0502020204030204" pitchFamily="34" charset="0"/>
              </a:rPr>
              <a:t> </a:t>
            </a:r>
            <a:r>
              <a:rPr lang="en-US" sz="1067" b="1" i="1" noProof="0">
                <a:solidFill>
                  <a:schemeClr val="bg1">
                    <a:lumMod val="65000"/>
                  </a:schemeClr>
                </a:solidFill>
                <a:ea typeface="等线" panose="02010600030101010101" pitchFamily="2" charset="-122"/>
                <a:cs typeface="Calibri" panose="020F0502020204030204" pitchFamily="34" charset="0"/>
              </a:rPr>
              <a:t>Jan 2024</a:t>
            </a: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6"/>
            </p:custDataLst>
          </p:nvPr>
        </p:nvSpPr>
        <p:spPr bwMode="auto">
          <a:xfrm rot="16200000">
            <a:off x="1056831" y="4704154"/>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en-US" sz="933" noProof="0">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7"/>
            </p:custDataLst>
          </p:nvPr>
        </p:nvSpPr>
        <p:spPr>
          <a:xfrm>
            <a:off x="814222" y="4818448"/>
            <a:ext cx="928201" cy="164212"/>
          </a:xfrm>
          <a:prstGeom prst="rect">
            <a:avLst/>
          </a:prstGeom>
          <a:noFill/>
        </p:spPr>
        <p:txBody>
          <a:bodyPr vert="horz" wrap="square" lIns="0" tIns="0" rIns="0" bIns="0" rtlCol="0" anchor="ctr" anchorCtr="0">
            <a:spAutoFit/>
          </a:bodyPr>
          <a:lstStyle/>
          <a:p>
            <a:pPr defTabSz="1219108">
              <a:defRPr/>
            </a:pPr>
            <a:r>
              <a:rPr lang="en-US" sz="1067" b="1" noProof="0">
                <a:solidFill>
                  <a:srgbClr val="44546A"/>
                </a:solidFill>
                <a:ea typeface="等线" panose="02010600030101010101" pitchFamily="2" charset="-122"/>
                <a:cs typeface="Calibri" panose="020F0502020204030204" pitchFamily="34" charset="0"/>
              </a:rPr>
              <a:t>CTA Sub</a:t>
            </a:r>
          </a:p>
        </p:txBody>
      </p:sp>
      <p:sp>
        <p:nvSpPr>
          <p:cNvPr id="264" name="Rectangle 55">
            <a:extLst>
              <a:ext uri="{FF2B5EF4-FFF2-40B4-BE49-F238E27FC236}">
                <a16:creationId xmlns:a16="http://schemas.microsoft.com/office/drawing/2014/main" id="{AA8BE26C-62F1-CD5B-D05C-AB261F53C0FC}"/>
              </a:ext>
            </a:extLst>
          </p:cNvPr>
          <p:cNvSpPr/>
          <p:nvPr/>
        </p:nvSpPr>
        <p:spPr>
          <a:xfrm>
            <a:off x="7723581" y="2372038"/>
            <a:ext cx="389850" cy="256546"/>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LPI</a:t>
            </a: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8"/>
            </p:custDataLst>
          </p:nvPr>
        </p:nvSpPr>
        <p:spPr>
          <a:xfrm>
            <a:off x="7290198" y="1927370"/>
            <a:ext cx="911147"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cs typeface="Calibri" panose="020F0502020204030204" pitchFamily="34" charset="0"/>
              </a:rPr>
              <a:t>Apr 2028</a:t>
            </a:r>
          </a:p>
        </p:txBody>
      </p:sp>
      <p:sp>
        <p:nvSpPr>
          <p:cNvPr id="266" name="TextBox 82">
            <a:extLst>
              <a:ext uri="{FF2B5EF4-FFF2-40B4-BE49-F238E27FC236}">
                <a16:creationId xmlns:a16="http://schemas.microsoft.com/office/drawing/2014/main" id="{C1D844D0-5E8F-6421-A642-904A5B8CC8CD}"/>
              </a:ext>
            </a:extLst>
          </p:cNvPr>
          <p:cNvSpPr txBox="1"/>
          <p:nvPr/>
        </p:nvSpPr>
        <p:spPr>
          <a:xfrm>
            <a:off x="-67656" y="5222107"/>
            <a:ext cx="1374843" cy="492635"/>
          </a:xfrm>
          <a:prstGeom prst="rect">
            <a:avLst/>
          </a:prstGeom>
          <a:noFill/>
          <a:ln>
            <a:noFill/>
          </a:ln>
        </p:spPr>
        <p:txBody>
          <a:bodyPr wrap="square" lIns="0" tIns="0" rIns="0" bIns="0" rtlCol="0">
            <a:spAutoFit/>
          </a:bodyPr>
          <a:lstStyle/>
          <a:p>
            <a:pPr algn="ctr" defTabSz="914377">
              <a:defRPr/>
            </a:pPr>
            <a:r>
              <a:rPr lang="en-US" sz="1067" b="1" noProof="0">
                <a:solidFill>
                  <a:srgbClr val="08312A"/>
                </a:solidFill>
                <a:cs typeface="Calibri" panose="020F0502020204030204" pitchFamily="34" charset="0"/>
              </a:rPr>
              <a:t>Ph1b/2-</a:t>
            </a:r>
          </a:p>
          <a:p>
            <a:pPr algn="ctr" defTabSz="914377">
              <a:defRPr/>
            </a:pPr>
            <a:r>
              <a:rPr lang="en-US" sz="1067" b="1" noProof="0">
                <a:solidFill>
                  <a:srgbClr val="08312A"/>
                </a:solidFill>
                <a:cs typeface="Calibri" panose="020F0502020204030204" pitchFamily="34" charset="0"/>
              </a:rPr>
              <a:t>1479-0012</a:t>
            </a:r>
          </a:p>
          <a:p>
            <a:pPr algn="ctr" defTabSz="914377">
              <a:defRPr/>
            </a:pPr>
            <a:r>
              <a:rPr lang="en-US" sz="1067" b="1" noProof="0" err="1">
                <a:solidFill>
                  <a:srgbClr val="08312A"/>
                </a:solidFill>
                <a:cs typeface="Calibri" panose="020F0502020204030204" pitchFamily="34" charset="0"/>
              </a:rPr>
              <a:t>Beamion</a:t>
            </a:r>
            <a:r>
              <a:rPr lang="en-US" sz="1067" b="1" noProof="0">
                <a:solidFill>
                  <a:srgbClr val="08312A"/>
                </a:solidFill>
                <a:cs typeface="Calibri" panose="020F0502020204030204" pitchFamily="34" charset="0"/>
              </a:rPr>
              <a:t> BCGC-1</a:t>
            </a:r>
          </a:p>
        </p:txBody>
      </p:sp>
      <p:sp>
        <p:nvSpPr>
          <p:cNvPr id="268" name="Rectangle 55">
            <a:extLst>
              <a:ext uri="{FF2B5EF4-FFF2-40B4-BE49-F238E27FC236}">
                <a16:creationId xmlns:a16="http://schemas.microsoft.com/office/drawing/2014/main" id="{75A0DA48-F1F2-A864-01F6-DFDFDEBA525F}"/>
              </a:ext>
            </a:extLst>
          </p:cNvPr>
          <p:cNvSpPr/>
          <p:nvPr/>
        </p:nvSpPr>
        <p:spPr>
          <a:xfrm>
            <a:off x="8232903" y="2770530"/>
            <a:ext cx="1419098" cy="256545"/>
          </a:xfrm>
          <a:prstGeom prst="rect">
            <a:avLst/>
          </a:prstGeom>
        </p:spPr>
        <p:txBody>
          <a:bodyPr wrap="squar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NDA sub.</a:t>
            </a: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1994521" y="224654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7829536" y="222438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4976117C-AB79-0329-8477-BA267FEC5A0D}"/>
              </a:ext>
            </a:extLst>
          </p:cNvPr>
          <p:cNvSpPr/>
          <p:nvPr/>
        </p:nvSpPr>
        <p:spPr bwMode="auto">
          <a:xfrm>
            <a:off x="8738992" y="262540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8C066891-4871-1004-4C87-7F9BB34F324F}"/>
              </a:ext>
            </a:extLst>
          </p:cNvPr>
          <p:cNvSpPr/>
          <p:nvPr/>
        </p:nvSpPr>
        <p:spPr bwMode="auto">
          <a:xfrm>
            <a:off x="1960221" y="461851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297" name="Rectangle 100">
            <a:extLst>
              <a:ext uri="{FF2B5EF4-FFF2-40B4-BE49-F238E27FC236}">
                <a16:creationId xmlns:a16="http://schemas.microsoft.com/office/drawing/2014/main" id="{B95ACA1E-10C2-F783-D1D8-EBE68B344864}"/>
              </a:ext>
            </a:extLst>
          </p:cNvPr>
          <p:cNvSpPr/>
          <p:nvPr/>
        </p:nvSpPr>
        <p:spPr>
          <a:xfrm>
            <a:off x="9257554" y="1849222"/>
            <a:ext cx="803426" cy="256545"/>
          </a:xfrm>
          <a:prstGeom prst="rect">
            <a:avLst/>
          </a:prstGeom>
        </p:spPr>
        <p:txBody>
          <a:bodyPr wrap="none">
            <a:spAutoFit/>
          </a:bodyPr>
          <a:lstStyle/>
          <a:p>
            <a:pPr algn="ctr" defTabSz="914377">
              <a:defRPr/>
            </a:pPr>
            <a:r>
              <a:rPr lang="en-US" sz="1067" b="1" i="1">
                <a:solidFill>
                  <a:schemeClr val="bg1">
                    <a:lumMod val="65000"/>
                  </a:schemeClr>
                </a:solidFill>
                <a:ea typeface="等线" panose="02010600030101010101" pitchFamily="2" charset="-122"/>
                <a:cs typeface="Calibri" panose="020F0502020204030204" pitchFamily="34" charset="0"/>
              </a:rPr>
              <a:t>Jun</a:t>
            </a:r>
            <a:r>
              <a:rPr lang="en-US" sz="1067" b="1" i="1" noProof="0">
                <a:solidFill>
                  <a:schemeClr val="bg1">
                    <a:lumMod val="65000"/>
                  </a:schemeClr>
                </a:solidFill>
                <a:ea typeface="等线" panose="02010600030101010101" pitchFamily="2" charset="-122"/>
                <a:cs typeface="Calibri" panose="020F0502020204030204" pitchFamily="34" charset="0"/>
              </a:rPr>
              <a:t> 2029</a:t>
            </a:r>
          </a:p>
        </p:txBody>
      </p:sp>
      <p:sp>
        <p:nvSpPr>
          <p:cNvPr id="298" name="五角星 55">
            <a:extLst>
              <a:ext uri="{FF2B5EF4-FFF2-40B4-BE49-F238E27FC236}">
                <a16:creationId xmlns:a16="http://schemas.microsoft.com/office/drawing/2014/main" id="{E1BCA551-D523-7A9A-D3C4-37972EE8C8C6}"/>
              </a:ext>
            </a:extLst>
          </p:cNvPr>
          <p:cNvSpPr>
            <a:spLocks/>
          </p:cNvSpPr>
          <p:nvPr/>
        </p:nvSpPr>
        <p:spPr bwMode="auto">
          <a:xfrm>
            <a:off x="8379406" y="2179664"/>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en-US" sz="1067" noProof="0">
              <a:solidFill>
                <a:srgbClr val="FF0000"/>
              </a:solidFill>
              <a:ea typeface="等线" panose="02010600030101010101" pitchFamily="2" charset="-122"/>
            </a:endParaRPr>
          </a:p>
        </p:txBody>
      </p:sp>
      <p:sp>
        <p:nvSpPr>
          <p:cNvPr id="296" name="Rectangle 55">
            <a:extLst>
              <a:ext uri="{FF2B5EF4-FFF2-40B4-BE49-F238E27FC236}">
                <a16:creationId xmlns:a16="http://schemas.microsoft.com/office/drawing/2014/main" id="{E4AE6314-E81A-72ED-C6B9-98CBCB72AF96}"/>
              </a:ext>
            </a:extLst>
          </p:cNvPr>
          <p:cNvSpPr/>
          <p:nvPr/>
        </p:nvSpPr>
        <p:spPr>
          <a:xfrm>
            <a:off x="9232026" y="2263890"/>
            <a:ext cx="886781" cy="420756"/>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NDA app.</a:t>
            </a:r>
          </a:p>
          <a:p>
            <a:pPr algn="ctr" defTabSz="1219108">
              <a:defRPr/>
            </a:pPr>
            <a:r>
              <a:rPr lang="en-US" sz="1067" b="1" noProof="0">
                <a:solidFill>
                  <a:srgbClr val="44546A"/>
                </a:solidFill>
                <a:ea typeface="等线" panose="02010600030101010101" pitchFamily="2" charset="-122"/>
                <a:cs typeface="Calibri" panose="020F0502020204030204" pitchFamily="34" charset="0"/>
              </a:rPr>
              <a:t>BC 3L+ AA</a:t>
            </a:r>
          </a:p>
        </p:txBody>
      </p:sp>
      <p:sp>
        <p:nvSpPr>
          <p:cNvPr id="310" name="文本框 160">
            <a:extLst>
              <a:ext uri="{FF2B5EF4-FFF2-40B4-BE49-F238E27FC236}">
                <a16:creationId xmlns:a16="http://schemas.microsoft.com/office/drawing/2014/main" id="{B945789E-8D4A-73F5-7A7E-613CACEA0B39}"/>
              </a:ext>
            </a:extLst>
          </p:cNvPr>
          <p:cNvSpPr txBox="1"/>
          <p:nvPr/>
        </p:nvSpPr>
        <p:spPr>
          <a:xfrm>
            <a:off x="2525597" y="3177867"/>
            <a:ext cx="6454704" cy="502265"/>
          </a:xfrm>
          <a:prstGeom prst="roundRect">
            <a:avLst/>
          </a:prstGeom>
          <a:noFill/>
          <a:ln>
            <a:solidFill>
              <a:srgbClr val="076D7E"/>
            </a:solidFill>
            <a:prstDash val="lgDash"/>
          </a:ln>
        </p:spPr>
        <p:txBody>
          <a:bodyPr wrap="square" rtlCol="0">
            <a:spAutoFit/>
          </a:bodyPr>
          <a:lstStyle/>
          <a:p>
            <a:pPr marL="171450" indent="-171450" defTabSz="1219170">
              <a:spcAft>
                <a:spcPts val="267"/>
              </a:spcAft>
              <a:buFont typeface="Arial" panose="020B0604020202020204" pitchFamily="34" charset="0"/>
              <a:buChar char="•"/>
              <a:defRPr/>
            </a:pPr>
            <a:r>
              <a:rPr lang="de-DE" altLang="zh-CN" sz="1050"/>
              <a:t>2L BC strategy revision is ongoing with an new cohort (Zongertinib + </a:t>
            </a:r>
            <a:r>
              <a:rPr lang="en-US" altLang="zh-CN" sz="1050"/>
              <a:t>Z</a:t>
            </a:r>
            <a:r>
              <a:rPr lang="it-IT" altLang="zh-CN" sz="1050"/>
              <a:t>anidatamab </a:t>
            </a:r>
            <a:r>
              <a:rPr lang="en-GB" altLang="zh-CN" sz="1050"/>
              <a:t>+ </a:t>
            </a:r>
            <a:r>
              <a:rPr lang="en-GB" altLang="zh-CN" sz="1050" err="1"/>
              <a:t>Taxane</a:t>
            </a:r>
            <a:r>
              <a:rPr lang="en-GB" altLang="zh-CN" sz="1050"/>
              <a:t>)</a:t>
            </a:r>
            <a:r>
              <a:rPr lang="de-DE" altLang="zh-CN" sz="1050"/>
              <a:t> </a:t>
            </a:r>
            <a:endParaRPr lang="en-US" altLang="zh-CN" sz="1050"/>
          </a:p>
          <a:p>
            <a:pPr marL="171450" indent="-171450" defTabSz="1219170">
              <a:spcAft>
                <a:spcPts val="267"/>
              </a:spcAft>
              <a:buFont typeface="Arial" panose="020B0604020202020204" pitchFamily="34" charset="0"/>
              <a:buChar char="•"/>
              <a:defRPr/>
            </a:pPr>
            <a:r>
              <a:rPr lang="en-US" altLang="zh-CN" sz="1050"/>
              <a:t>Phase II recruitment (Cohorts D,E,F,I,J) opened. </a:t>
            </a:r>
            <a:r>
              <a:rPr lang="en-US" altLang="zh-CN" sz="1050">
                <a:solidFill>
                  <a:schemeClr val="tx2"/>
                </a:solidFill>
              </a:rPr>
              <a:t> </a:t>
            </a:r>
            <a:r>
              <a:rPr lang="en-US" altLang="zh-CN" sz="1050"/>
              <a:t> </a:t>
            </a:r>
            <a:endParaRPr lang="en-GB" altLang="zh-CN" sz="1050">
              <a:solidFill>
                <a:schemeClr val="bg2"/>
              </a:solidFill>
              <a:cs typeface="Calibri"/>
            </a:endParaRPr>
          </a:p>
        </p:txBody>
      </p:sp>
      <p:pic>
        <p:nvPicPr>
          <p:cNvPr id="319" name="Graphic 318" descr="Flag with solid fill">
            <a:extLst>
              <a:ext uri="{FF2B5EF4-FFF2-40B4-BE49-F238E27FC236}">
                <a16:creationId xmlns:a16="http://schemas.microsoft.com/office/drawing/2014/main" id="{193A42BE-A252-531F-AB70-C614190D45A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537695" y="2069880"/>
            <a:ext cx="210312" cy="210312"/>
          </a:xfrm>
          <a:prstGeom prst="rect">
            <a:avLst/>
          </a:prstGeom>
        </p:spPr>
      </p:pic>
      <p:sp>
        <p:nvSpPr>
          <p:cNvPr id="5" name="OTLSHAPE_T_e17f3958430f4cff8650518c93c7635e_StartDate">
            <a:extLst>
              <a:ext uri="{FF2B5EF4-FFF2-40B4-BE49-F238E27FC236}">
                <a16:creationId xmlns:a16="http://schemas.microsoft.com/office/drawing/2014/main" id="{98F50B56-ACE8-D5EE-D1D8-10B3B3FFC05F}"/>
              </a:ext>
            </a:extLst>
          </p:cNvPr>
          <p:cNvSpPr txBox="1"/>
          <p:nvPr>
            <p:custDataLst>
              <p:tags r:id="rId9"/>
            </p:custDataLst>
          </p:nvPr>
        </p:nvSpPr>
        <p:spPr>
          <a:xfrm>
            <a:off x="8028687" y="1912293"/>
            <a:ext cx="911147" cy="164212"/>
          </a:xfrm>
          <a:prstGeom prst="rect">
            <a:avLst/>
          </a:prstGeom>
          <a:noFill/>
        </p:spPr>
        <p:txBody>
          <a:bodyPr vert="horz" wrap="square" lIns="0" tIns="0" rIns="0" bIns="0" rtlCol="0" anchor="ctr" anchorCtr="0">
            <a:spAutoFit/>
          </a:bodyPr>
          <a:lstStyle/>
          <a:p>
            <a:pPr algn="ctr" defTabSz="1219108">
              <a:defRPr/>
            </a:pPr>
            <a:r>
              <a:rPr lang="en-US" sz="1067" b="1" i="1">
                <a:solidFill>
                  <a:schemeClr val="bg1">
                    <a:lumMod val="65000"/>
                  </a:schemeClr>
                </a:solidFill>
                <a:ea typeface="等线" panose="02010600030101010101" pitchFamily="2" charset="-122"/>
                <a:cs typeface="Calibri" panose="020F0502020204030204" pitchFamily="34" charset="0"/>
              </a:rPr>
              <a:t>Oct</a:t>
            </a:r>
            <a:r>
              <a:rPr lang="en-US" sz="1067" b="1" i="1" noProof="0">
                <a:solidFill>
                  <a:schemeClr val="bg1">
                    <a:lumMod val="65000"/>
                  </a:schemeClr>
                </a:solidFill>
                <a:ea typeface="等线" panose="02010600030101010101" pitchFamily="2" charset="-122"/>
                <a:cs typeface="Calibri" panose="020F0502020204030204" pitchFamily="34" charset="0"/>
              </a:rPr>
              <a:t> 2028</a:t>
            </a:r>
          </a:p>
        </p:txBody>
      </p:sp>
      <p:sp>
        <p:nvSpPr>
          <p:cNvPr id="7" name="OTLSHAPE_T_5a934a26f311425e8ebaa0f45e6533ad_Shape">
            <a:extLst>
              <a:ext uri="{FF2B5EF4-FFF2-40B4-BE49-F238E27FC236}">
                <a16:creationId xmlns:a16="http://schemas.microsoft.com/office/drawing/2014/main" id="{D5F14E13-1D9D-1313-A7EE-B3FB47A1CA6A}"/>
              </a:ext>
            </a:extLst>
          </p:cNvPr>
          <p:cNvSpPr/>
          <p:nvPr>
            <p:custDataLst>
              <p:tags r:id="rId10"/>
            </p:custDataLst>
          </p:nvPr>
        </p:nvSpPr>
        <p:spPr bwMode="auto">
          <a:xfrm>
            <a:off x="7819471" y="4389055"/>
            <a:ext cx="491666" cy="256546"/>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sz="933" b="1" spc="-7" noProof="0">
              <a:solidFill>
                <a:srgbClr val="000000"/>
              </a:solidFill>
              <a:ea typeface="等线" panose="02010600030101010101" pitchFamily="2" charset="-122"/>
            </a:endParaRPr>
          </a:p>
        </p:txBody>
      </p:sp>
      <p:sp>
        <p:nvSpPr>
          <p:cNvPr id="8" name="Rectangle 52">
            <a:extLst>
              <a:ext uri="{FF2B5EF4-FFF2-40B4-BE49-F238E27FC236}">
                <a16:creationId xmlns:a16="http://schemas.microsoft.com/office/drawing/2014/main" id="{742F0F81-2B11-75A3-A15F-059D99F85A98}"/>
              </a:ext>
            </a:extLst>
          </p:cNvPr>
          <p:cNvSpPr/>
          <p:nvPr/>
        </p:nvSpPr>
        <p:spPr>
          <a:xfrm>
            <a:off x="1849300" y="4752400"/>
            <a:ext cx="413895" cy="256545"/>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rPr>
              <a:t>SIV</a:t>
            </a:r>
          </a:p>
        </p:txBody>
      </p:sp>
      <p:sp>
        <p:nvSpPr>
          <p:cNvPr id="9" name="OTLSHAPE_T_e17f3958430f4cff8650518c93c7635e_StartDate">
            <a:extLst>
              <a:ext uri="{FF2B5EF4-FFF2-40B4-BE49-F238E27FC236}">
                <a16:creationId xmlns:a16="http://schemas.microsoft.com/office/drawing/2014/main" id="{D459C4C4-8F1C-3978-AF0A-3BCFC4D7B993}"/>
              </a:ext>
            </a:extLst>
          </p:cNvPr>
          <p:cNvSpPr txBox="1"/>
          <p:nvPr>
            <p:custDataLst>
              <p:tags r:id="rId11"/>
            </p:custDataLst>
          </p:nvPr>
        </p:nvSpPr>
        <p:spPr>
          <a:xfrm>
            <a:off x="1789852" y="4220158"/>
            <a:ext cx="1060915"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rPr>
              <a:t>July 2024</a:t>
            </a:r>
          </a:p>
        </p:txBody>
      </p:sp>
      <p:sp>
        <p:nvSpPr>
          <p:cNvPr id="10" name="OTLSHAPE_T_e17f3958430f4cff8650518c93c7635e_Shape">
            <a:extLst>
              <a:ext uri="{FF2B5EF4-FFF2-40B4-BE49-F238E27FC236}">
                <a16:creationId xmlns:a16="http://schemas.microsoft.com/office/drawing/2014/main" id="{B5AF9C4F-F9BB-5964-DB13-BC8B030215DF}"/>
              </a:ext>
            </a:extLst>
          </p:cNvPr>
          <p:cNvSpPr/>
          <p:nvPr>
            <p:custDataLst>
              <p:tags r:id="rId12"/>
            </p:custDataLst>
          </p:nvPr>
        </p:nvSpPr>
        <p:spPr bwMode="auto">
          <a:xfrm>
            <a:off x="1993992" y="4396935"/>
            <a:ext cx="5816607" cy="265355"/>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sz="1067" b="1" noProof="0">
                <a:solidFill>
                  <a:prstClr val="black"/>
                </a:solidFill>
                <a:ea typeface="等线" panose="02010600030101010101" pitchFamily="2" charset="-122"/>
                <a:cs typeface="Calibri" panose="020F0502020204030204" pitchFamily="34" charset="0"/>
              </a:rPr>
              <a:t>Ph1b/2, N=72</a:t>
            </a:r>
            <a:endParaRPr lang="en-US" sz="1067" b="1" noProof="0">
              <a:solidFill>
                <a:srgbClr val="000000"/>
              </a:solidFill>
              <a:ea typeface="等线" panose="02010600030101010101" pitchFamily="2" charset="-122"/>
              <a:cs typeface="Calibri" panose="020F0502020204030204" pitchFamily="34" charset="0"/>
            </a:endParaRPr>
          </a:p>
        </p:txBody>
      </p:sp>
      <p:sp>
        <p:nvSpPr>
          <p:cNvPr id="11" name="Rectangle 55">
            <a:extLst>
              <a:ext uri="{FF2B5EF4-FFF2-40B4-BE49-F238E27FC236}">
                <a16:creationId xmlns:a16="http://schemas.microsoft.com/office/drawing/2014/main" id="{7348F99A-89F0-6E03-EFAB-FE8370F58B23}"/>
              </a:ext>
            </a:extLst>
          </p:cNvPr>
          <p:cNvSpPr/>
          <p:nvPr/>
        </p:nvSpPr>
        <p:spPr>
          <a:xfrm>
            <a:off x="7606422" y="4706398"/>
            <a:ext cx="389850" cy="256546"/>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LPI</a:t>
            </a:r>
          </a:p>
        </p:txBody>
      </p:sp>
      <p:sp>
        <p:nvSpPr>
          <p:cNvPr id="12" name="OTLSHAPE_T_e17f3958430f4cff8650518c93c7635e_StartDate">
            <a:extLst>
              <a:ext uri="{FF2B5EF4-FFF2-40B4-BE49-F238E27FC236}">
                <a16:creationId xmlns:a16="http://schemas.microsoft.com/office/drawing/2014/main" id="{4A0E80B8-317F-F938-191C-B69E13777D5A}"/>
              </a:ext>
            </a:extLst>
          </p:cNvPr>
          <p:cNvSpPr txBox="1"/>
          <p:nvPr>
            <p:custDataLst>
              <p:tags r:id="rId13"/>
            </p:custDataLst>
          </p:nvPr>
        </p:nvSpPr>
        <p:spPr>
          <a:xfrm>
            <a:off x="7209426" y="4196448"/>
            <a:ext cx="911147"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cs typeface="Calibri" panose="020F0502020204030204" pitchFamily="34" charset="0"/>
              </a:rPr>
              <a:t>Apr 2028</a:t>
            </a:r>
          </a:p>
        </p:txBody>
      </p:sp>
      <p:sp>
        <p:nvSpPr>
          <p:cNvPr id="13" name="Rectangle 55">
            <a:extLst>
              <a:ext uri="{FF2B5EF4-FFF2-40B4-BE49-F238E27FC236}">
                <a16:creationId xmlns:a16="http://schemas.microsoft.com/office/drawing/2014/main" id="{0383165B-E968-D965-D266-09BDBCEF96CD}"/>
              </a:ext>
            </a:extLst>
          </p:cNvPr>
          <p:cNvSpPr/>
          <p:nvPr/>
        </p:nvSpPr>
        <p:spPr>
          <a:xfrm>
            <a:off x="8053445" y="4684864"/>
            <a:ext cx="926856" cy="256545"/>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Key results</a:t>
            </a:r>
          </a:p>
        </p:txBody>
      </p:sp>
      <p:sp>
        <p:nvSpPr>
          <p:cNvPr id="15" name="Star: 4 Points 143">
            <a:extLst>
              <a:ext uri="{FF2B5EF4-FFF2-40B4-BE49-F238E27FC236}">
                <a16:creationId xmlns:a16="http://schemas.microsoft.com/office/drawing/2014/main" id="{7C95AEDA-D758-F883-B0F9-2ED88C19EF3F}"/>
              </a:ext>
            </a:extLst>
          </p:cNvPr>
          <p:cNvSpPr/>
          <p:nvPr/>
        </p:nvSpPr>
        <p:spPr bwMode="auto">
          <a:xfrm>
            <a:off x="7712377" y="453131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16" name="Star: 4 Points 143">
            <a:extLst>
              <a:ext uri="{FF2B5EF4-FFF2-40B4-BE49-F238E27FC236}">
                <a16:creationId xmlns:a16="http://schemas.microsoft.com/office/drawing/2014/main" id="{D56AC2F8-A789-9431-3B54-6B66E9661AD0}"/>
              </a:ext>
            </a:extLst>
          </p:cNvPr>
          <p:cNvSpPr/>
          <p:nvPr/>
        </p:nvSpPr>
        <p:spPr bwMode="auto">
          <a:xfrm>
            <a:off x="9223525" y="435472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17" name="Rectangle 100">
            <a:extLst>
              <a:ext uri="{FF2B5EF4-FFF2-40B4-BE49-F238E27FC236}">
                <a16:creationId xmlns:a16="http://schemas.microsoft.com/office/drawing/2014/main" id="{2BDE3662-74BC-4B8B-6732-0EF19889F246}"/>
              </a:ext>
            </a:extLst>
          </p:cNvPr>
          <p:cNvSpPr/>
          <p:nvPr/>
        </p:nvSpPr>
        <p:spPr>
          <a:xfrm>
            <a:off x="10432980" y="4213808"/>
            <a:ext cx="798617" cy="256545"/>
          </a:xfrm>
          <a:prstGeom prst="rect">
            <a:avLst/>
          </a:prstGeom>
        </p:spPr>
        <p:txBody>
          <a:bodyPr wrap="none">
            <a:spAutoFit/>
          </a:bodyPr>
          <a:lstStyle/>
          <a:p>
            <a:pPr algn="ctr" defTabSz="914377">
              <a:defRPr/>
            </a:pPr>
            <a:r>
              <a:rPr lang="en-US" sz="1067" b="1" i="1">
                <a:solidFill>
                  <a:schemeClr val="bg1">
                    <a:lumMod val="65000"/>
                  </a:schemeClr>
                </a:solidFill>
                <a:ea typeface="等线" panose="02010600030101010101" pitchFamily="2" charset="-122"/>
                <a:cs typeface="Calibri" panose="020F0502020204030204" pitchFamily="34" charset="0"/>
              </a:rPr>
              <a:t>Jan</a:t>
            </a:r>
            <a:r>
              <a:rPr lang="en-US" sz="1067" b="1" i="1" noProof="0">
                <a:solidFill>
                  <a:schemeClr val="bg1">
                    <a:lumMod val="65000"/>
                  </a:schemeClr>
                </a:solidFill>
                <a:ea typeface="等线" panose="02010600030101010101" pitchFamily="2" charset="-122"/>
                <a:cs typeface="Calibri" panose="020F0502020204030204" pitchFamily="34" charset="0"/>
              </a:rPr>
              <a:t> 2030</a:t>
            </a:r>
          </a:p>
        </p:txBody>
      </p:sp>
      <p:sp>
        <p:nvSpPr>
          <p:cNvPr id="18" name="五角星 55">
            <a:extLst>
              <a:ext uri="{FF2B5EF4-FFF2-40B4-BE49-F238E27FC236}">
                <a16:creationId xmlns:a16="http://schemas.microsoft.com/office/drawing/2014/main" id="{55B7133A-9B11-B3C5-FD16-0FFF355B32E1}"/>
              </a:ext>
            </a:extLst>
          </p:cNvPr>
          <p:cNvSpPr>
            <a:spLocks/>
          </p:cNvSpPr>
          <p:nvPr/>
        </p:nvSpPr>
        <p:spPr bwMode="auto">
          <a:xfrm>
            <a:off x="8444873" y="4455621"/>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en-US" sz="1067" noProof="0">
              <a:solidFill>
                <a:srgbClr val="FF0000"/>
              </a:solidFill>
              <a:ea typeface="等线" panose="02010600030101010101" pitchFamily="2" charset="-122"/>
            </a:endParaRPr>
          </a:p>
        </p:txBody>
      </p:sp>
      <p:sp>
        <p:nvSpPr>
          <p:cNvPr id="19" name="Rectangle 55">
            <a:extLst>
              <a:ext uri="{FF2B5EF4-FFF2-40B4-BE49-F238E27FC236}">
                <a16:creationId xmlns:a16="http://schemas.microsoft.com/office/drawing/2014/main" id="{51EB0374-31B4-4F42-6A57-1C4F25C98CFC}"/>
              </a:ext>
            </a:extLst>
          </p:cNvPr>
          <p:cNvSpPr/>
          <p:nvPr/>
        </p:nvSpPr>
        <p:spPr>
          <a:xfrm>
            <a:off x="10405047" y="4628476"/>
            <a:ext cx="886781" cy="420756"/>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NDA app.</a:t>
            </a:r>
          </a:p>
          <a:p>
            <a:pPr algn="ctr" defTabSz="1219108">
              <a:defRPr/>
            </a:pPr>
            <a:r>
              <a:rPr lang="en-US" sz="1067" b="1" noProof="0">
                <a:solidFill>
                  <a:srgbClr val="44546A"/>
                </a:solidFill>
                <a:ea typeface="等线" panose="02010600030101010101" pitchFamily="2" charset="-122"/>
                <a:cs typeface="Calibri" panose="020F0502020204030204" pitchFamily="34" charset="0"/>
              </a:rPr>
              <a:t>BC 3L+ AA</a:t>
            </a:r>
          </a:p>
        </p:txBody>
      </p:sp>
      <p:pic>
        <p:nvPicPr>
          <p:cNvPr id="20" name="Graphic 318" descr="Flag with solid fill">
            <a:extLst>
              <a:ext uri="{FF2B5EF4-FFF2-40B4-BE49-F238E27FC236}">
                <a16:creationId xmlns:a16="http://schemas.microsoft.com/office/drawing/2014/main" id="{B107BD25-8988-1CEC-C062-0E9D667F6B99}"/>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0710716" y="4434466"/>
            <a:ext cx="210312" cy="210312"/>
          </a:xfrm>
          <a:prstGeom prst="rect">
            <a:avLst/>
          </a:prstGeom>
        </p:spPr>
      </p:pic>
      <p:sp>
        <p:nvSpPr>
          <p:cNvPr id="21" name="OTLSHAPE_T_e17f3958430f4cff8650518c93c7635e_StartDate">
            <a:extLst>
              <a:ext uri="{FF2B5EF4-FFF2-40B4-BE49-F238E27FC236}">
                <a16:creationId xmlns:a16="http://schemas.microsoft.com/office/drawing/2014/main" id="{2870BDB2-45BB-2109-F832-A53D2C24F87D}"/>
              </a:ext>
            </a:extLst>
          </p:cNvPr>
          <p:cNvSpPr txBox="1"/>
          <p:nvPr>
            <p:custDataLst>
              <p:tags r:id="rId14"/>
            </p:custDataLst>
          </p:nvPr>
        </p:nvSpPr>
        <p:spPr>
          <a:xfrm>
            <a:off x="8016785" y="4200933"/>
            <a:ext cx="911147" cy="164212"/>
          </a:xfrm>
          <a:prstGeom prst="rect">
            <a:avLst/>
          </a:prstGeom>
          <a:noFill/>
        </p:spPr>
        <p:txBody>
          <a:bodyPr vert="horz" wrap="square" lIns="0" tIns="0" rIns="0" bIns="0" rtlCol="0" anchor="ctr" anchorCtr="0">
            <a:spAutoFit/>
          </a:bodyPr>
          <a:lstStyle/>
          <a:p>
            <a:pPr algn="ctr" defTabSz="1219108">
              <a:defRPr/>
            </a:pPr>
            <a:r>
              <a:rPr lang="en-US" sz="1067" b="1" i="1">
                <a:solidFill>
                  <a:schemeClr val="bg1">
                    <a:lumMod val="65000"/>
                  </a:schemeClr>
                </a:solidFill>
                <a:ea typeface="等线" panose="02010600030101010101" pitchFamily="2" charset="-122"/>
                <a:cs typeface="Calibri" panose="020F0502020204030204" pitchFamily="34" charset="0"/>
              </a:rPr>
              <a:t>Oct</a:t>
            </a:r>
            <a:r>
              <a:rPr lang="en-US" sz="1067" b="1" i="1" noProof="0">
                <a:solidFill>
                  <a:schemeClr val="bg1">
                    <a:lumMod val="65000"/>
                  </a:schemeClr>
                </a:solidFill>
                <a:ea typeface="等线" panose="02010600030101010101" pitchFamily="2" charset="-122"/>
                <a:cs typeface="Calibri" panose="020F0502020204030204" pitchFamily="34" charset="0"/>
              </a:rPr>
              <a:t> 2028</a:t>
            </a:r>
          </a:p>
        </p:txBody>
      </p:sp>
      <p:sp>
        <p:nvSpPr>
          <p:cNvPr id="3" name="文本框 160">
            <a:extLst>
              <a:ext uri="{FF2B5EF4-FFF2-40B4-BE49-F238E27FC236}">
                <a16:creationId xmlns:a16="http://schemas.microsoft.com/office/drawing/2014/main" id="{0BFC238E-36C4-8E41-3B84-FDE5C6712C6F}"/>
              </a:ext>
            </a:extLst>
          </p:cNvPr>
          <p:cNvSpPr txBox="1"/>
          <p:nvPr/>
        </p:nvSpPr>
        <p:spPr>
          <a:xfrm>
            <a:off x="2504831" y="5439927"/>
            <a:ext cx="3720476" cy="502265"/>
          </a:xfrm>
          <a:prstGeom prst="roundRect">
            <a:avLst/>
          </a:prstGeom>
          <a:noFill/>
          <a:ln>
            <a:solidFill>
              <a:srgbClr val="076D7E"/>
            </a:solidFill>
            <a:prstDash val="lgDash"/>
          </a:ln>
        </p:spPr>
        <p:txBody>
          <a:bodyPr wrap="square" lIns="91440" tIns="45720" rIns="91440" bIns="45720" rtlCol="0" anchor="t">
            <a:spAutoFit/>
          </a:bodyPr>
          <a:lstStyle/>
          <a:p>
            <a:pPr marL="171450" indent="-171450" defTabSz="1219170">
              <a:spcAft>
                <a:spcPts val="267"/>
              </a:spcAft>
              <a:buFont typeface="Arial" panose="020B0604020202020204" pitchFamily="34" charset="0"/>
              <a:buChar char="•"/>
              <a:defRPr/>
            </a:pPr>
            <a:r>
              <a:rPr lang="en-US" altLang="zh-CN" sz="1050">
                <a:solidFill>
                  <a:schemeClr val="bg2"/>
                </a:solidFill>
                <a:cs typeface="Calibri"/>
              </a:rPr>
              <a:t>15 Chinese subjects were randomized.</a:t>
            </a:r>
          </a:p>
          <a:p>
            <a:pPr marL="171450" indent="-171450" defTabSz="1219170">
              <a:spcAft>
                <a:spcPts val="267"/>
              </a:spcAft>
              <a:buFont typeface="Arial" panose="020B0604020202020204" pitchFamily="34" charset="0"/>
              <a:buChar char="•"/>
              <a:defRPr/>
            </a:pPr>
            <a:r>
              <a:rPr lang="it-IT" altLang="zh-CN" sz="1050">
                <a:solidFill>
                  <a:schemeClr val="bg2"/>
                </a:solidFill>
                <a:cs typeface="Calibri"/>
              </a:rPr>
              <a:t>CTA (CTP v5.0) was appoved by CDE on Apr 20</a:t>
            </a:r>
            <a:r>
              <a:rPr lang="en-US" altLang="zh-CN" sz="1050">
                <a:solidFill>
                  <a:schemeClr val="bg2"/>
                </a:solidFill>
                <a:cs typeface="Calibri"/>
              </a:rPr>
              <a:t>, 2026.</a:t>
            </a:r>
            <a:r>
              <a:rPr lang="it-IT" altLang="zh-CN" sz="1050">
                <a:solidFill>
                  <a:schemeClr val="bg2"/>
                </a:solidFill>
                <a:cs typeface="Calibri"/>
              </a:rPr>
              <a:t>  </a:t>
            </a:r>
            <a:endParaRPr lang="it-IT" altLang="zh-CN" sz="1050">
              <a:solidFill>
                <a:schemeClr val="bg2"/>
              </a:solidFill>
              <a:cs typeface="Calibri" panose="020F0502020204030204" pitchFamily="34" charset="0"/>
            </a:endParaRPr>
          </a:p>
        </p:txBody>
      </p:sp>
      <p:grpSp>
        <p:nvGrpSpPr>
          <p:cNvPr id="4" name="Group 62">
            <a:extLst>
              <a:ext uri="{FF2B5EF4-FFF2-40B4-BE49-F238E27FC236}">
                <a16:creationId xmlns:a16="http://schemas.microsoft.com/office/drawing/2014/main" id="{BB766852-7EF2-6324-E242-C5D10A068957}"/>
              </a:ext>
            </a:extLst>
          </p:cNvPr>
          <p:cNvGrpSpPr/>
          <p:nvPr/>
        </p:nvGrpSpPr>
        <p:grpSpPr>
          <a:xfrm>
            <a:off x="3961830" y="749661"/>
            <a:ext cx="546747" cy="5960921"/>
            <a:chOff x="112697" y="1076964"/>
            <a:chExt cx="546747" cy="4581252"/>
          </a:xfrm>
        </p:grpSpPr>
        <p:cxnSp>
          <p:nvCxnSpPr>
            <p:cNvPr id="14" name="Straight Connector 63">
              <a:extLst>
                <a:ext uri="{FF2B5EF4-FFF2-40B4-BE49-F238E27FC236}">
                  <a16:creationId xmlns:a16="http://schemas.microsoft.com/office/drawing/2014/main" id="{D6B47C37-DEAA-CCCA-9674-A0B34E2AA583}"/>
                </a:ext>
              </a:extLst>
            </p:cNvPr>
            <p:cNvCxnSpPr>
              <a:cxnSpLocks/>
            </p:cNvCxnSpPr>
            <p:nvPr/>
          </p:nvCxnSpPr>
          <p:spPr bwMode="auto">
            <a:xfrm flipV="1">
              <a:off x="386071"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2" name="OTLSHAPE_T_e17f3958430f4cff8650518c93c7635e_StartDate">
              <a:extLst>
                <a:ext uri="{FF2B5EF4-FFF2-40B4-BE49-F238E27FC236}">
                  <a16:creationId xmlns:a16="http://schemas.microsoft.com/office/drawing/2014/main" id="{EB228E29-ECBC-019A-B024-F3231891F2A2}"/>
                </a:ext>
              </a:extLst>
            </p:cNvPr>
            <p:cNvSpPr txBox="1"/>
            <p:nvPr>
              <p:custDataLst>
                <p:tags r:id="rId15"/>
              </p:custDataLst>
            </p:nvPr>
          </p:nvSpPr>
          <p:spPr>
            <a:xfrm>
              <a:off x="112697" y="1076964"/>
              <a:ext cx="546747" cy="246317"/>
            </a:xfrm>
            <a:prstGeom prst="rect">
              <a:avLst/>
            </a:prstGeom>
            <a:noFill/>
            <a:ln w="12700">
              <a:noFill/>
            </a:ln>
          </p:spPr>
          <p:txBody>
            <a:bodyPr vert="horz" wrap="square" lIns="0" tIns="0" rIns="0" bIns="0" rtlCol="0" anchor="ctr" anchorCtr="0">
              <a:spAutoFit/>
            </a:bodyPr>
            <a:lstStyle/>
            <a:p>
              <a:pPr algn="ctr" defTabSz="914354"/>
              <a:r>
                <a:rPr lang="en-US" sz="1067" b="1" noProof="0">
                  <a:solidFill>
                    <a:schemeClr val="tx2"/>
                  </a:solidFill>
                  <a:cs typeface="Calibri" panose="020F0502020204030204" pitchFamily="34" charset="0"/>
                </a:rPr>
                <a:t>We are here</a:t>
              </a:r>
            </a:p>
          </p:txBody>
        </p:sp>
      </p:grpSp>
      <p:sp>
        <p:nvSpPr>
          <p:cNvPr id="23" name="Rectangle 100">
            <a:extLst>
              <a:ext uri="{FF2B5EF4-FFF2-40B4-BE49-F238E27FC236}">
                <a16:creationId xmlns:a16="http://schemas.microsoft.com/office/drawing/2014/main" id="{3FC1DB9F-0EE1-4ED6-20D0-3AF4A47A1D93}"/>
              </a:ext>
            </a:extLst>
          </p:cNvPr>
          <p:cNvSpPr/>
          <p:nvPr/>
        </p:nvSpPr>
        <p:spPr>
          <a:xfrm>
            <a:off x="8831114" y="2602360"/>
            <a:ext cx="801823" cy="256545"/>
          </a:xfrm>
          <a:prstGeom prst="rect">
            <a:avLst/>
          </a:prstGeom>
        </p:spPr>
        <p:txBody>
          <a:bodyPr wrap="none">
            <a:spAutoFit/>
          </a:bodyPr>
          <a:lstStyle/>
          <a:p>
            <a:pPr algn="ctr" defTabSz="914377">
              <a:defRPr/>
            </a:pPr>
            <a:r>
              <a:rPr lang="en-US" sz="1067" b="1" i="1" noProof="0">
                <a:solidFill>
                  <a:schemeClr val="bg1">
                    <a:lumMod val="65000"/>
                  </a:schemeClr>
                </a:solidFill>
                <a:ea typeface="等线" panose="02010600030101010101" pitchFamily="2" charset="-122"/>
                <a:cs typeface="Calibri" panose="020F0502020204030204" pitchFamily="34" charset="0"/>
              </a:rPr>
              <a:t>Feb 2029</a:t>
            </a:r>
          </a:p>
        </p:txBody>
      </p:sp>
      <p:sp>
        <p:nvSpPr>
          <p:cNvPr id="25" name="文本框 24">
            <a:extLst>
              <a:ext uri="{FF2B5EF4-FFF2-40B4-BE49-F238E27FC236}">
                <a16:creationId xmlns:a16="http://schemas.microsoft.com/office/drawing/2014/main" id="{B791ED7D-5714-F3F5-AA30-AC3D8DC8D037}"/>
              </a:ext>
            </a:extLst>
          </p:cNvPr>
          <p:cNvSpPr txBox="1"/>
          <p:nvPr/>
        </p:nvSpPr>
        <p:spPr bwMode="gray">
          <a:xfrm>
            <a:off x="7896620" y="2368855"/>
            <a:ext cx="1280413" cy="256545"/>
          </a:xfrm>
          <a:prstGeom prst="rect">
            <a:avLst/>
          </a:prstGeom>
          <a:noFill/>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 </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 name="文本框 26">
            <a:extLst>
              <a:ext uri="{FF2B5EF4-FFF2-40B4-BE49-F238E27FC236}">
                <a16:creationId xmlns:a16="http://schemas.microsoft.com/office/drawing/2014/main" id="{769EC168-833E-9F77-6724-04EC2943BB76}"/>
              </a:ext>
            </a:extLst>
          </p:cNvPr>
          <p:cNvSpPr txBox="1"/>
          <p:nvPr/>
        </p:nvSpPr>
        <p:spPr bwMode="gray">
          <a:xfrm>
            <a:off x="8852509" y="4644778"/>
            <a:ext cx="1331049" cy="256545"/>
          </a:xfrm>
          <a:prstGeom prst="rect">
            <a:avLst/>
          </a:prstGeom>
          <a:noFill/>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p>
        </p:txBody>
      </p:sp>
      <p:sp>
        <p:nvSpPr>
          <p:cNvPr id="28" name="Rectangle 100">
            <a:extLst>
              <a:ext uri="{FF2B5EF4-FFF2-40B4-BE49-F238E27FC236}">
                <a16:creationId xmlns:a16="http://schemas.microsoft.com/office/drawing/2014/main" id="{BB08A19B-0C9E-C2A6-B844-B0867A116B6A}"/>
              </a:ext>
            </a:extLst>
          </p:cNvPr>
          <p:cNvSpPr/>
          <p:nvPr/>
        </p:nvSpPr>
        <p:spPr>
          <a:xfrm>
            <a:off x="9332669" y="4297517"/>
            <a:ext cx="830677" cy="256545"/>
          </a:xfrm>
          <a:prstGeom prst="rect">
            <a:avLst/>
          </a:prstGeom>
        </p:spPr>
        <p:txBody>
          <a:bodyPr wrap="none">
            <a:spAutoFit/>
          </a:bodyPr>
          <a:lstStyle/>
          <a:p>
            <a:pPr algn="ctr" defTabSz="914377">
              <a:defRPr/>
            </a:pPr>
            <a:r>
              <a:rPr lang="en-US" sz="1067" b="1" i="1">
                <a:solidFill>
                  <a:schemeClr val="bg1">
                    <a:lumMod val="65000"/>
                  </a:schemeClr>
                </a:solidFill>
                <a:ea typeface="等线" panose="02010600030101010101" pitchFamily="2" charset="-122"/>
                <a:cs typeface="Calibri" panose="020F0502020204030204" pitchFamily="34" charset="0"/>
              </a:rPr>
              <a:t>Mar</a:t>
            </a:r>
            <a:r>
              <a:rPr lang="en-US" sz="1067" b="1" i="1" noProof="0">
                <a:solidFill>
                  <a:schemeClr val="bg1">
                    <a:lumMod val="65000"/>
                  </a:schemeClr>
                </a:solidFill>
                <a:ea typeface="等线" panose="02010600030101010101" pitchFamily="2" charset="-122"/>
                <a:cs typeface="Calibri" panose="020F0502020204030204" pitchFamily="34" charset="0"/>
              </a:rPr>
              <a:t> 2029</a:t>
            </a:r>
          </a:p>
        </p:txBody>
      </p:sp>
    </p:spTree>
    <p:extLst>
      <p:ext uri="{BB962C8B-B14F-4D97-AF65-F5344CB8AC3E}">
        <p14:creationId xmlns:p14="http://schemas.microsoft.com/office/powerpoint/2010/main" val="13946656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E0047-A8A3-96B9-60A4-5FA74F9C30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251C2E-D559-80C8-2B39-4917FF1B5EF3}"/>
              </a:ext>
            </a:extLst>
          </p:cNvPr>
          <p:cNvSpPr>
            <a:spLocks noGrp="1"/>
          </p:cNvSpPr>
          <p:nvPr>
            <p:ph type="title"/>
          </p:nvPr>
        </p:nvSpPr>
        <p:spPr>
          <a:xfrm>
            <a:off x="156850" y="147417"/>
            <a:ext cx="11233151" cy="720000"/>
          </a:xfrm>
        </p:spPr>
        <p:txBody>
          <a:bodyPr/>
          <a:lstStyle/>
          <a:p>
            <a:r>
              <a:rPr lang="en-US" sz="2400" i="1" noProof="0" err="1">
                <a:solidFill>
                  <a:schemeClr val="tx1"/>
                </a:solidFill>
                <a:latin typeface="+mn-lt"/>
              </a:rPr>
              <a:t>Zongertinib</a:t>
            </a:r>
            <a:r>
              <a:rPr lang="en-US" sz="2400" i="1" noProof="0">
                <a:solidFill>
                  <a:schemeClr val="tx1"/>
                </a:solidFill>
                <a:latin typeface="+mn-lt"/>
              </a:rPr>
              <a:t> (HERNEXEOS®)– Colorectal Cancer 1L</a:t>
            </a:r>
            <a:endParaRPr lang="en-US" noProof="0">
              <a:solidFill>
                <a:schemeClr val="bg1">
                  <a:lumMod val="75000"/>
                </a:schemeClr>
              </a:solidFill>
              <a:latin typeface="+mn-lt"/>
            </a:endParaRPr>
          </a:p>
        </p:txBody>
      </p:sp>
      <p:sp>
        <p:nvSpPr>
          <p:cNvPr id="240" name="OTLSHAPE_T_5a934a26f311425e8ebaa0f45e6533ad_Shape">
            <a:extLst>
              <a:ext uri="{FF2B5EF4-FFF2-40B4-BE49-F238E27FC236}">
                <a16:creationId xmlns:a16="http://schemas.microsoft.com/office/drawing/2014/main" id="{1DB804A0-7D01-7A61-2221-851B3C45C7FA}"/>
              </a:ext>
            </a:extLst>
          </p:cNvPr>
          <p:cNvSpPr/>
          <p:nvPr>
            <p:custDataLst>
              <p:tags r:id="rId1"/>
            </p:custDataLst>
          </p:nvPr>
        </p:nvSpPr>
        <p:spPr bwMode="auto">
          <a:xfrm>
            <a:off x="8116168" y="2321563"/>
            <a:ext cx="1528319" cy="256541"/>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sz="933" b="1" spc="-7" noProof="0">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10BE1DEC-8F13-AC55-4B5E-064FB74FF01E}"/>
              </a:ext>
            </a:extLst>
          </p:cNvPr>
          <p:cNvGraphicFramePr>
            <a:graphicFrameLocks noGrp="1"/>
          </p:cNvGraphicFramePr>
          <p:nvPr/>
        </p:nvGraphicFramePr>
        <p:xfrm>
          <a:off x="1285342" y="1124712"/>
          <a:ext cx="9632592" cy="675640"/>
        </p:xfrm>
        <a:graphic>
          <a:graphicData uri="http://schemas.openxmlformats.org/drawingml/2006/table">
            <a:tbl>
              <a:tblPr firstRow="1" bandRow="1"/>
              <a:tblGrid>
                <a:gridCol w="602037">
                  <a:extLst>
                    <a:ext uri="{9D8B030D-6E8A-4147-A177-3AD203B41FA5}">
                      <a16:colId xmlns:a16="http://schemas.microsoft.com/office/drawing/2014/main" val="2466911814"/>
                    </a:ext>
                  </a:extLst>
                </a:gridCol>
                <a:gridCol w="602037">
                  <a:extLst>
                    <a:ext uri="{9D8B030D-6E8A-4147-A177-3AD203B41FA5}">
                      <a16:colId xmlns:a16="http://schemas.microsoft.com/office/drawing/2014/main" val="3023231563"/>
                    </a:ext>
                  </a:extLst>
                </a:gridCol>
                <a:gridCol w="602037">
                  <a:extLst>
                    <a:ext uri="{9D8B030D-6E8A-4147-A177-3AD203B41FA5}">
                      <a16:colId xmlns:a16="http://schemas.microsoft.com/office/drawing/2014/main" val="3411862845"/>
                    </a:ext>
                  </a:extLst>
                </a:gridCol>
                <a:gridCol w="602037">
                  <a:extLst>
                    <a:ext uri="{9D8B030D-6E8A-4147-A177-3AD203B41FA5}">
                      <a16:colId xmlns:a16="http://schemas.microsoft.com/office/drawing/2014/main" val="2851474774"/>
                    </a:ext>
                  </a:extLst>
                </a:gridCol>
                <a:gridCol w="602037">
                  <a:extLst>
                    <a:ext uri="{9D8B030D-6E8A-4147-A177-3AD203B41FA5}">
                      <a16:colId xmlns:a16="http://schemas.microsoft.com/office/drawing/2014/main" val="107595344"/>
                    </a:ext>
                  </a:extLst>
                </a:gridCol>
                <a:gridCol w="602037">
                  <a:extLst>
                    <a:ext uri="{9D8B030D-6E8A-4147-A177-3AD203B41FA5}">
                      <a16:colId xmlns:a16="http://schemas.microsoft.com/office/drawing/2014/main" val="1666999431"/>
                    </a:ext>
                  </a:extLst>
                </a:gridCol>
                <a:gridCol w="602037">
                  <a:extLst>
                    <a:ext uri="{9D8B030D-6E8A-4147-A177-3AD203B41FA5}">
                      <a16:colId xmlns:a16="http://schemas.microsoft.com/office/drawing/2014/main" val="3696607442"/>
                    </a:ext>
                  </a:extLst>
                </a:gridCol>
                <a:gridCol w="602037">
                  <a:extLst>
                    <a:ext uri="{9D8B030D-6E8A-4147-A177-3AD203B41FA5}">
                      <a16:colId xmlns:a16="http://schemas.microsoft.com/office/drawing/2014/main" val="223989776"/>
                    </a:ext>
                  </a:extLst>
                </a:gridCol>
                <a:gridCol w="602037">
                  <a:extLst>
                    <a:ext uri="{9D8B030D-6E8A-4147-A177-3AD203B41FA5}">
                      <a16:colId xmlns:a16="http://schemas.microsoft.com/office/drawing/2014/main" val="124731204"/>
                    </a:ext>
                  </a:extLst>
                </a:gridCol>
                <a:gridCol w="602037">
                  <a:extLst>
                    <a:ext uri="{9D8B030D-6E8A-4147-A177-3AD203B41FA5}">
                      <a16:colId xmlns:a16="http://schemas.microsoft.com/office/drawing/2014/main" val="3066978585"/>
                    </a:ext>
                  </a:extLst>
                </a:gridCol>
                <a:gridCol w="602037">
                  <a:extLst>
                    <a:ext uri="{9D8B030D-6E8A-4147-A177-3AD203B41FA5}">
                      <a16:colId xmlns:a16="http://schemas.microsoft.com/office/drawing/2014/main" val="1064917641"/>
                    </a:ext>
                  </a:extLst>
                </a:gridCol>
                <a:gridCol w="602037">
                  <a:extLst>
                    <a:ext uri="{9D8B030D-6E8A-4147-A177-3AD203B41FA5}">
                      <a16:colId xmlns:a16="http://schemas.microsoft.com/office/drawing/2014/main" val="4221117315"/>
                    </a:ext>
                  </a:extLst>
                </a:gridCol>
                <a:gridCol w="602037">
                  <a:extLst>
                    <a:ext uri="{9D8B030D-6E8A-4147-A177-3AD203B41FA5}">
                      <a16:colId xmlns:a16="http://schemas.microsoft.com/office/drawing/2014/main" val="3266065341"/>
                    </a:ext>
                  </a:extLst>
                </a:gridCol>
                <a:gridCol w="602037">
                  <a:extLst>
                    <a:ext uri="{9D8B030D-6E8A-4147-A177-3AD203B41FA5}">
                      <a16:colId xmlns:a16="http://schemas.microsoft.com/office/drawing/2014/main" val="2374051224"/>
                    </a:ext>
                  </a:extLst>
                </a:gridCol>
                <a:gridCol w="602037">
                  <a:extLst>
                    <a:ext uri="{9D8B030D-6E8A-4147-A177-3AD203B41FA5}">
                      <a16:colId xmlns:a16="http://schemas.microsoft.com/office/drawing/2014/main" val="1840388365"/>
                    </a:ext>
                  </a:extLst>
                </a:gridCol>
                <a:gridCol w="602037">
                  <a:extLst>
                    <a:ext uri="{9D8B030D-6E8A-4147-A177-3AD203B41FA5}">
                      <a16:colId xmlns:a16="http://schemas.microsoft.com/office/drawing/2014/main" val="267750830"/>
                    </a:ext>
                  </a:extLst>
                </a:gridCol>
              </a:tblGrid>
              <a:tr h="259080">
                <a:tc gridSpan="4">
                  <a:txBody>
                    <a:body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2026</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2027</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2028</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2029</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100" b="1" kern="1200" noProof="0">
                          <a:solidFill>
                            <a:schemeClr val="lt1"/>
                          </a:solidFill>
                          <a:latin typeface="Arial" panose="020B0604020202020204" pitchFamily="34" charset="0"/>
                          <a:ea typeface="+mn-ea"/>
                          <a:cs typeface="Arial" panose="020B0604020202020204" pitchFamily="34" charset="0"/>
                        </a:rPr>
                        <a:t>2030</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lt1"/>
                          </a:solidFill>
                          <a:latin typeface="Arial" panose="020B0604020202020204" pitchFamily="34" charset="0"/>
                          <a:ea typeface="+mn-ea"/>
                          <a:cs typeface="Arial" panose="020B0604020202020204" pitchFamily="34" charset="0"/>
                        </a:rPr>
                        <a:t>2031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H1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H2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H1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H2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H1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H2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H1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H2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9EFCC736-6E37-3669-F8CA-A7F6673CBF04}"/>
              </a:ext>
            </a:extLst>
          </p:cNvPr>
          <p:cNvCxnSpPr>
            <a:cxnSpLocks/>
          </p:cNvCxnSpPr>
          <p:nvPr/>
        </p:nvCxnSpPr>
        <p:spPr bwMode="auto">
          <a:xfrm flipH="1">
            <a:off x="30480" y="3764429"/>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5A7973E4-07A1-0B24-FB26-8FCED6A3AA44}"/>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noProof="0">
              <a:solidFill>
                <a:prstClr val="black"/>
              </a:solidFill>
            </a:endParaRPr>
          </a:p>
        </p:txBody>
      </p:sp>
      <p:sp>
        <p:nvSpPr>
          <p:cNvPr id="244" name="Isosceles Triangle 128">
            <a:extLst>
              <a:ext uri="{FF2B5EF4-FFF2-40B4-BE49-F238E27FC236}">
                <a16:creationId xmlns:a16="http://schemas.microsoft.com/office/drawing/2014/main" id="{BC9BD0F7-8BC5-E8AB-8324-1A531545B1DB}"/>
              </a:ext>
            </a:extLst>
          </p:cNvPr>
          <p:cNvSpPr/>
          <p:nvPr/>
        </p:nvSpPr>
        <p:spPr>
          <a:xfrm rot="5400000">
            <a:off x="10787965" y="1297850"/>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noProof="0">
              <a:solidFill>
                <a:prstClr val="black"/>
              </a:solidFill>
            </a:endParaRPr>
          </a:p>
        </p:txBody>
      </p:sp>
      <p:sp>
        <p:nvSpPr>
          <p:cNvPr id="245" name="TextBox 64">
            <a:extLst>
              <a:ext uri="{FF2B5EF4-FFF2-40B4-BE49-F238E27FC236}">
                <a16:creationId xmlns:a16="http://schemas.microsoft.com/office/drawing/2014/main" id="{2A812FC8-D763-AB78-3554-59B9435C0B78}"/>
              </a:ext>
            </a:extLst>
          </p:cNvPr>
          <p:cNvSpPr txBox="1"/>
          <p:nvPr/>
        </p:nvSpPr>
        <p:spPr>
          <a:xfrm>
            <a:off x="39226" y="2288550"/>
            <a:ext cx="1246117" cy="328423"/>
          </a:xfrm>
          <a:prstGeom prst="rect">
            <a:avLst/>
          </a:prstGeom>
          <a:noFill/>
          <a:ln>
            <a:noFill/>
          </a:ln>
        </p:spPr>
        <p:txBody>
          <a:bodyPr wrap="square" lIns="0" tIns="0" rIns="0" bIns="0" rtlCol="0">
            <a:spAutoFit/>
          </a:bodyPr>
          <a:lstStyle/>
          <a:p>
            <a:pPr algn="ctr" defTabSz="914377">
              <a:defRPr/>
            </a:pPr>
            <a:r>
              <a:rPr lang="en-US" sz="1067" b="1" noProof="0">
                <a:solidFill>
                  <a:srgbClr val="08312A"/>
                </a:solidFill>
                <a:cs typeface="Calibri" panose="020F0502020204030204" pitchFamily="34" charset="0"/>
              </a:rPr>
              <a:t>Phase 3 </a:t>
            </a:r>
          </a:p>
          <a:p>
            <a:pPr algn="ctr" defTabSz="914377">
              <a:defRPr/>
            </a:pPr>
            <a:r>
              <a:rPr lang="en-US" sz="1067" b="1" noProof="0">
                <a:solidFill>
                  <a:srgbClr val="08312A"/>
                </a:solidFill>
                <a:cs typeface="Calibri" panose="020F0502020204030204" pitchFamily="34" charset="0"/>
              </a:rPr>
              <a:t>1479-0050</a:t>
            </a:r>
          </a:p>
        </p:txBody>
      </p:sp>
      <p:pic>
        <p:nvPicPr>
          <p:cNvPr id="246" name="Picture 4">
            <a:extLst>
              <a:ext uri="{FF2B5EF4-FFF2-40B4-BE49-F238E27FC236}">
                <a16:creationId xmlns:a16="http://schemas.microsoft.com/office/drawing/2014/main" id="{A46B5976-FF71-76A3-AEBC-2DDE5F6AAC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9F7ECD2-71AB-EF6A-548F-4EFBD7E588A0}"/>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4E4CDAD8-2735-DDD7-11DC-076B4373333A}"/>
              </a:ext>
            </a:extLst>
          </p:cNvPr>
          <p:cNvSpPr/>
          <p:nvPr/>
        </p:nvSpPr>
        <p:spPr>
          <a:xfrm>
            <a:off x="4101590" y="2655495"/>
            <a:ext cx="388248" cy="256545"/>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rPr>
              <a:t>FPI</a:t>
            </a:r>
          </a:p>
        </p:txBody>
      </p:sp>
      <p:sp>
        <p:nvSpPr>
          <p:cNvPr id="250" name="OTLSHAPE_T_e17f3958430f4cff8650518c93c7635e_StartDate">
            <a:extLst>
              <a:ext uri="{FF2B5EF4-FFF2-40B4-BE49-F238E27FC236}">
                <a16:creationId xmlns:a16="http://schemas.microsoft.com/office/drawing/2014/main" id="{F1AECA24-7140-71C0-F57B-D86D67B1583D}"/>
              </a:ext>
            </a:extLst>
          </p:cNvPr>
          <p:cNvSpPr txBox="1"/>
          <p:nvPr>
            <p:custDataLst>
              <p:tags r:id="rId2"/>
            </p:custDataLst>
          </p:nvPr>
        </p:nvSpPr>
        <p:spPr>
          <a:xfrm>
            <a:off x="3833601" y="2087043"/>
            <a:ext cx="1060915" cy="164212"/>
          </a:xfrm>
          <a:prstGeom prst="rect">
            <a:avLst/>
          </a:prstGeom>
          <a:noFill/>
        </p:spPr>
        <p:txBody>
          <a:bodyPr vert="horz" wrap="square" lIns="0" tIns="0" rIns="0" bIns="0" rtlCol="0" anchor="ctr" anchorCtr="0">
            <a:spAutoFit/>
          </a:bodyPr>
          <a:lstStyle/>
          <a:p>
            <a:pPr algn="ctr" defTabSz="1219108">
              <a:defRPr/>
            </a:pPr>
            <a:r>
              <a:rPr lang="en-US" sz="1067" b="1" i="1">
                <a:solidFill>
                  <a:schemeClr val="bg1">
                    <a:lumMod val="65000"/>
                  </a:schemeClr>
                </a:solidFill>
                <a:ea typeface="等线" panose="02010600030101010101" pitchFamily="2" charset="-122"/>
              </a:rPr>
              <a:t>Apr</a:t>
            </a:r>
            <a:r>
              <a:rPr lang="en-US" sz="1067" b="1" i="1" noProof="0">
                <a:solidFill>
                  <a:schemeClr val="bg1">
                    <a:lumMod val="65000"/>
                  </a:schemeClr>
                </a:solidFill>
                <a:ea typeface="等线" panose="02010600030101010101" pitchFamily="2" charset="-122"/>
              </a:rPr>
              <a:t> 2027</a:t>
            </a:r>
          </a:p>
        </p:txBody>
      </p:sp>
      <p:sp>
        <p:nvSpPr>
          <p:cNvPr id="251" name="OTLSHAPE_T_e17f3958430f4cff8650518c93c7635e_Shape">
            <a:extLst>
              <a:ext uri="{FF2B5EF4-FFF2-40B4-BE49-F238E27FC236}">
                <a16:creationId xmlns:a16="http://schemas.microsoft.com/office/drawing/2014/main" id="{1EABB166-949F-6716-CEB7-74AE0BFB183D}"/>
              </a:ext>
            </a:extLst>
          </p:cNvPr>
          <p:cNvSpPr/>
          <p:nvPr>
            <p:custDataLst>
              <p:tags r:id="rId3"/>
            </p:custDataLst>
          </p:nvPr>
        </p:nvSpPr>
        <p:spPr bwMode="auto">
          <a:xfrm>
            <a:off x="4366471" y="2309478"/>
            <a:ext cx="3749698" cy="294858"/>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sz="1067" b="1" noProof="0">
                <a:solidFill>
                  <a:prstClr val="black"/>
                </a:solidFill>
                <a:ea typeface="等线" panose="02010600030101010101" pitchFamily="2" charset="-122"/>
                <a:cs typeface="Calibri" panose="020F0502020204030204" pitchFamily="34" charset="0"/>
              </a:rPr>
              <a:t>Ph 3, Colorectal Cancer 1L</a:t>
            </a:r>
          </a:p>
        </p:txBody>
      </p:sp>
      <p:sp>
        <p:nvSpPr>
          <p:cNvPr id="254" name="OTLSHAPE_T_e17f3958430f4cff8650518c93c7635e_Shape">
            <a:extLst>
              <a:ext uri="{FF2B5EF4-FFF2-40B4-BE49-F238E27FC236}">
                <a16:creationId xmlns:a16="http://schemas.microsoft.com/office/drawing/2014/main" id="{00B5F49B-5E64-5FB3-BAB1-FED01C9EA8FF}"/>
              </a:ext>
            </a:extLst>
          </p:cNvPr>
          <p:cNvSpPr/>
          <p:nvPr>
            <p:custDataLst>
              <p:tags r:id="rId4"/>
            </p:custDataLst>
          </p:nvPr>
        </p:nvSpPr>
        <p:spPr bwMode="auto">
          <a:xfrm>
            <a:off x="3657158" y="4637749"/>
            <a:ext cx="1291995" cy="301693"/>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sz="800" b="1" noProof="0">
                <a:solidFill>
                  <a:srgbClr val="000000"/>
                </a:solidFill>
                <a:ea typeface="等线" panose="02010600030101010101" pitchFamily="2" charset="-122"/>
                <a:cs typeface="Calibri" panose="020F0502020204030204" pitchFamily="34" charset="0"/>
              </a:rPr>
              <a:t>CTA Review + EC + HGRAC + 1</a:t>
            </a:r>
            <a:r>
              <a:rPr lang="en-US" sz="800" b="1" baseline="30000" noProof="0">
                <a:solidFill>
                  <a:srgbClr val="000000"/>
                </a:solidFill>
                <a:ea typeface="等线" panose="02010600030101010101" pitchFamily="2" charset="-122"/>
                <a:cs typeface="Calibri" panose="020F0502020204030204" pitchFamily="34" charset="0"/>
              </a:rPr>
              <a:t>st </a:t>
            </a:r>
            <a:r>
              <a:rPr lang="en-US" sz="800" b="1" noProof="0">
                <a:solidFill>
                  <a:srgbClr val="000000"/>
                </a:solidFill>
                <a:ea typeface="等线" panose="02010600030101010101" pitchFamily="2" charset="-122"/>
                <a:cs typeface="Calibri" panose="020F0502020204030204" pitchFamily="34" charset="0"/>
              </a:rPr>
              <a:t>SIV</a:t>
            </a:r>
          </a:p>
        </p:txBody>
      </p:sp>
      <p:sp>
        <p:nvSpPr>
          <p:cNvPr id="258" name="OTLSHAPE_M_39ea6ebc19a94c9fab6ef5006c31df58_Shape">
            <a:extLst>
              <a:ext uri="{FF2B5EF4-FFF2-40B4-BE49-F238E27FC236}">
                <a16:creationId xmlns:a16="http://schemas.microsoft.com/office/drawing/2014/main" id="{590AB5F8-731B-24E1-F036-DBA99CD1DCE3}"/>
              </a:ext>
            </a:extLst>
          </p:cNvPr>
          <p:cNvSpPr/>
          <p:nvPr>
            <p:custDataLst>
              <p:tags r:id="rId5"/>
            </p:custDataLst>
          </p:nvPr>
        </p:nvSpPr>
        <p:spPr bwMode="auto">
          <a:xfrm rot="16200000">
            <a:off x="3562610" y="4937596"/>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en-US" sz="933" noProof="0">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7E5E1654-8266-67F0-60BA-5B634351AE94}"/>
              </a:ext>
            </a:extLst>
          </p:cNvPr>
          <p:cNvSpPr txBox="1"/>
          <p:nvPr>
            <p:custDataLst>
              <p:tags r:id="rId6"/>
            </p:custDataLst>
          </p:nvPr>
        </p:nvSpPr>
        <p:spPr>
          <a:xfrm>
            <a:off x="3369501" y="5110824"/>
            <a:ext cx="928201" cy="164212"/>
          </a:xfrm>
          <a:prstGeom prst="rect">
            <a:avLst/>
          </a:prstGeom>
          <a:noFill/>
        </p:spPr>
        <p:txBody>
          <a:bodyPr vert="horz" wrap="square" lIns="0" tIns="0" rIns="0" bIns="0" rtlCol="0" anchor="ctr" anchorCtr="0">
            <a:spAutoFit/>
          </a:bodyPr>
          <a:lstStyle/>
          <a:p>
            <a:pPr defTabSz="1219108">
              <a:defRPr/>
            </a:pPr>
            <a:r>
              <a:rPr lang="en-US" sz="1050" b="1" noProof="0">
                <a:solidFill>
                  <a:srgbClr val="44546A"/>
                </a:solidFill>
                <a:ea typeface="等线" panose="02010600030101010101" pitchFamily="2" charset="-122"/>
                <a:cs typeface="Calibri" panose="020F0502020204030204" pitchFamily="34" charset="0"/>
              </a:rPr>
              <a:t>CTA Sub</a:t>
            </a:r>
          </a:p>
        </p:txBody>
      </p:sp>
      <p:sp>
        <p:nvSpPr>
          <p:cNvPr id="273" name="Star: 4 Points 143">
            <a:extLst>
              <a:ext uri="{FF2B5EF4-FFF2-40B4-BE49-F238E27FC236}">
                <a16:creationId xmlns:a16="http://schemas.microsoft.com/office/drawing/2014/main" id="{8B6A723A-236A-5FC5-E2FC-709085FB8D02}"/>
              </a:ext>
            </a:extLst>
          </p:cNvPr>
          <p:cNvSpPr/>
          <p:nvPr/>
        </p:nvSpPr>
        <p:spPr bwMode="auto">
          <a:xfrm>
            <a:off x="4205580" y="250495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pic>
        <p:nvPicPr>
          <p:cNvPr id="27" name="Graphic 318" descr="Flag with solid fill">
            <a:extLst>
              <a:ext uri="{FF2B5EF4-FFF2-40B4-BE49-F238E27FC236}">
                <a16:creationId xmlns:a16="http://schemas.microsoft.com/office/drawing/2014/main" id="{0FFAC42C-20C3-8B95-EC3F-25A755FD025E}"/>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0569203" y="2344676"/>
            <a:ext cx="210312" cy="210312"/>
          </a:xfrm>
          <a:prstGeom prst="rect">
            <a:avLst/>
          </a:prstGeom>
        </p:spPr>
      </p:pic>
      <p:sp>
        <p:nvSpPr>
          <p:cNvPr id="28" name="Rectangle 55">
            <a:extLst>
              <a:ext uri="{FF2B5EF4-FFF2-40B4-BE49-F238E27FC236}">
                <a16:creationId xmlns:a16="http://schemas.microsoft.com/office/drawing/2014/main" id="{2DA10A20-CBF3-D840-1321-A4AE21F546B1}"/>
              </a:ext>
            </a:extLst>
          </p:cNvPr>
          <p:cNvSpPr/>
          <p:nvPr/>
        </p:nvSpPr>
        <p:spPr>
          <a:xfrm>
            <a:off x="9998161" y="2594576"/>
            <a:ext cx="1528410" cy="420756"/>
          </a:xfrm>
          <a:prstGeom prst="rect">
            <a:avLst/>
          </a:prstGeom>
        </p:spPr>
        <p:txBody>
          <a:bodyPr wrap="squar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NDA app. </a:t>
            </a:r>
          </a:p>
          <a:p>
            <a:pPr algn="ctr" defTabSz="1219108">
              <a:defRPr/>
            </a:pPr>
            <a:r>
              <a:rPr lang="en-US" sz="1067" b="1" noProof="0">
                <a:solidFill>
                  <a:srgbClr val="44546A"/>
                </a:solidFill>
                <a:ea typeface="等线" panose="02010600030101010101" pitchFamily="2" charset="-122"/>
                <a:cs typeface="Calibri" panose="020F0502020204030204" pitchFamily="34" charset="0"/>
              </a:rPr>
              <a:t>CRC 1L FA</a:t>
            </a:r>
          </a:p>
        </p:txBody>
      </p:sp>
      <p:sp>
        <p:nvSpPr>
          <p:cNvPr id="335" name="Rectangle 55">
            <a:extLst>
              <a:ext uri="{FF2B5EF4-FFF2-40B4-BE49-F238E27FC236}">
                <a16:creationId xmlns:a16="http://schemas.microsoft.com/office/drawing/2014/main" id="{13D57F86-7EB0-9FB8-6F10-8E09D5E07CA4}"/>
              </a:ext>
            </a:extLst>
          </p:cNvPr>
          <p:cNvSpPr/>
          <p:nvPr/>
        </p:nvSpPr>
        <p:spPr>
          <a:xfrm>
            <a:off x="7872822" y="2676681"/>
            <a:ext cx="389850" cy="256546"/>
          </a:xfrm>
          <a:prstGeom prst="rect">
            <a:avLst/>
          </a:prstGeom>
        </p:spPr>
        <p:txBody>
          <a:bodyPr wrap="squar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LPI</a:t>
            </a:r>
          </a:p>
        </p:txBody>
      </p:sp>
      <p:sp>
        <p:nvSpPr>
          <p:cNvPr id="336" name="Star: 4 Points 143">
            <a:extLst>
              <a:ext uri="{FF2B5EF4-FFF2-40B4-BE49-F238E27FC236}">
                <a16:creationId xmlns:a16="http://schemas.microsoft.com/office/drawing/2014/main" id="{3D94EE5F-C691-82A2-8219-A1398F74D64E}"/>
              </a:ext>
            </a:extLst>
          </p:cNvPr>
          <p:cNvSpPr/>
          <p:nvPr/>
        </p:nvSpPr>
        <p:spPr bwMode="auto">
          <a:xfrm>
            <a:off x="7980099" y="254152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grpSp>
        <p:nvGrpSpPr>
          <p:cNvPr id="337" name="Group 11">
            <a:extLst>
              <a:ext uri="{FF2B5EF4-FFF2-40B4-BE49-F238E27FC236}">
                <a16:creationId xmlns:a16="http://schemas.microsoft.com/office/drawing/2014/main" id="{2B220E11-5451-5E58-90F0-C50585242078}"/>
              </a:ext>
            </a:extLst>
          </p:cNvPr>
          <p:cNvGrpSpPr/>
          <p:nvPr/>
        </p:nvGrpSpPr>
        <p:grpSpPr>
          <a:xfrm>
            <a:off x="9573283" y="2093145"/>
            <a:ext cx="843561" cy="769129"/>
            <a:chOff x="6597776" y="4126731"/>
            <a:chExt cx="843561" cy="769129"/>
          </a:xfrm>
        </p:grpSpPr>
        <p:sp>
          <p:nvSpPr>
            <p:cNvPr id="338" name="Rectangle 100">
              <a:extLst>
                <a:ext uri="{FF2B5EF4-FFF2-40B4-BE49-F238E27FC236}">
                  <a16:creationId xmlns:a16="http://schemas.microsoft.com/office/drawing/2014/main" id="{019B47D0-6F87-E3B1-2BBD-01DC9DC083EE}"/>
                </a:ext>
              </a:extLst>
            </p:cNvPr>
            <p:cNvSpPr/>
            <p:nvPr/>
          </p:nvSpPr>
          <p:spPr>
            <a:xfrm>
              <a:off x="6597776" y="4126731"/>
              <a:ext cx="798617" cy="256545"/>
            </a:xfrm>
            <a:prstGeom prst="rect">
              <a:avLst/>
            </a:prstGeom>
          </p:spPr>
          <p:txBody>
            <a:bodyPr wrap="none">
              <a:spAutoFit/>
            </a:bodyPr>
            <a:lstStyle/>
            <a:p>
              <a:pPr algn="ctr" defTabSz="914377">
                <a:defRPr/>
              </a:pPr>
              <a:r>
                <a:rPr lang="en-US" sz="1067" b="1" i="1">
                  <a:solidFill>
                    <a:schemeClr val="bg1">
                      <a:lumMod val="65000"/>
                    </a:schemeClr>
                  </a:solidFill>
                  <a:ea typeface="等线" panose="02010600030101010101" pitchFamily="2" charset="-122"/>
                  <a:cs typeface="Calibri" panose="020F0502020204030204" pitchFamily="34" charset="0"/>
                </a:rPr>
                <a:t>Jan</a:t>
              </a:r>
              <a:r>
                <a:rPr lang="en-US" sz="1067" b="1" i="1" noProof="0">
                  <a:solidFill>
                    <a:schemeClr val="bg1">
                      <a:lumMod val="65000"/>
                    </a:schemeClr>
                  </a:solidFill>
                  <a:ea typeface="等线" panose="02010600030101010101" pitchFamily="2" charset="-122"/>
                  <a:cs typeface="Calibri" panose="020F0502020204030204" pitchFamily="34" charset="0"/>
                </a:rPr>
                <a:t> 2031</a:t>
              </a:r>
              <a:endParaRPr lang="en-US" sz="1067" b="1" noProof="0">
                <a:solidFill>
                  <a:srgbClr val="44546A"/>
                </a:solidFill>
                <a:ea typeface="等线" panose="02010600030101010101" pitchFamily="2" charset="-122"/>
                <a:cs typeface="Calibri" panose="020F0502020204030204" pitchFamily="34" charset="0"/>
              </a:endParaRPr>
            </a:p>
          </p:txBody>
        </p:sp>
        <p:sp>
          <p:nvSpPr>
            <p:cNvPr id="339" name="Rectangle 55">
              <a:extLst>
                <a:ext uri="{FF2B5EF4-FFF2-40B4-BE49-F238E27FC236}">
                  <a16:creationId xmlns:a16="http://schemas.microsoft.com/office/drawing/2014/main" id="{BCFA7A3D-D99F-2F08-64CB-AA99711720BE}"/>
                </a:ext>
              </a:extLst>
            </p:cNvPr>
            <p:cNvSpPr/>
            <p:nvPr/>
          </p:nvSpPr>
          <p:spPr>
            <a:xfrm>
              <a:off x="6642720" y="4639315"/>
              <a:ext cx="798617" cy="256545"/>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NDA sub.</a:t>
              </a:r>
            </a:p>
          </p:txBody>
        </p:sp>
        <p:sp>
          <p:nvSpPr>
            <p:cNvPr id="340" name="五角星 55">
              <a:extLst>
                <a:ext uri="{FF2B5EF4-FFF2-40B4-BE49-F238E27FC236}">
                  <a16:creationId xmlns:a16="http://schemas.microsoft.com/office/drawing/2014/main" id="{6F624E82-A49B-B705-366C-48B1E6F0B8B7}"/>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en-US" sz="1067" noProof="0">
                <a:solidFill>
                  <a:srgbClr val="FF0000"/>
                </a:solidFill>
                <a:ea typeface="等线" panose="02010600030101010101" pitchFamily="2" charset="-122"/>
              </a:endParaRPr>
            </a:p>
          </p:txBody>
        </p:sp>
      </p:grpSp>
      <p:sp>
        <p:nvSpPr>
          <p:cNvPr id="341" name="Rectangle 100">
            <a:extLst>
              <a:ext uri="{FF2B5EF4-FFF2-40B4-BE49-F238E27FC236}">
                <a16:creationId xmlns:a16="http://schemas.microsoft.com/office/drawing/2014/main" id="{4F64EC34-7633-773C-3E2D-EAF8ADBE9B65}"/>
              </a:ext>
            </a:extLst>
          </p:cNvPr>
          <p:cNvSpPr/>
          <p:nvPr/>
        </p:nvSpPr>
        <p:spPr>
          <a:xfrm>
            <a:off x="10347956" y="2091755"/>
            <a:ext cx="764953" cy="256545"/>
          </a:xfrm>
          <a:prstGeom prst="rect">
            <a:avLst/>
          </a:prstGeom>
        </p:spPr>
        <p:txBody>
          <a:bodyPr wrap="none">
            <a:spAutoFit/>
          </a:bodyPr>
          <a:lstStyle/>
          <a:p>
            <a:pPr algn="ctr" defTabSz="914377">
              <a:defRPr/>
            </a:pPr>
            <a:r>
              <a:rPr lang="en-US" sz="1067" b="1" i="1">
                <a:solidFill>
                  <a:schemeClr val="bg1">
                    <a:lumMod val="65000"/>
                  </a:schemeClr>
                </a:solidFill>
                <a:ea typeface="等线" panose="02010600030101010101" pitchFamily="2" charset="-122"/>
                <a:cs typeface="Calibri" panose="020F0502020204030204" pitchFamily="34" charset="0"/>
              </a:rPr>
              <a:t>Jul</a:t>
            </a:r>
            <a:r>
              <a:rPr lang="en-US" sz="1067" b="1" i="1" noProof="0">
                <a:solidFill>
                  <a:schemeClr val="bg1">
                    <a:lumMod val="65000"/>
                  </a:schemeClr>
                </a:solidFill>
                <a:ea typeface="等线" panose="02010600030101010101" pitchFamily="2" charset="-122"/>
                <a:cs typeface="Calibri" panose="020F0502020204030204" pitchFamily="34" charset="0"/>
              </a:rPr>
              <a:t> 2031</a:t>
            </a:r>
            <a:endParaRPr lang="en-US" sz="1067" b="1" noProof="0">
              <a:solidFill>
                <a:srgbClr val="44546A"/>
              </a:solidFill>
              <a:ea typeface="等线" panose="02010600030101010101" pitchFamily="2" charset="-122"/>
              <a:cs typeface="Calibri" panose="020F0502020204030204" pitchFamily="34" charset="0"/>
            </a:endParaRPr>
          </a:p>
        </p:txBody>
      </p:sp>
      <p:sp>
        <p:nvSpPr>
          <p:cNvPr id="342" name="TextBox 64">
            <a:extLst>
              <a:ext uri="{FF2B5EF4-FFF2-40B4-BE49-F238E27FC236}">
                <a16:creationId xmlns:a16="http://schemas.microsoft.com/office/drawing/2014/main" id="{09C8C48D-AD58-DF6C-94BF-027A01AACFCF}"/>
              </a:ext>
            </a:extLst>
          </p:cNvPr>
          <p:cNvSpPr txBox="1"/>
          <p:nvPr/>
        </p:nvSpPr>
        <p:spPr>
          <a:xfrm>
            <a:off x="61070" y="4719459"/>
            <a:ext cx="1246117" cy="328423"/>
          </a:xfrm>
          <a:prstGeom prst="rect">
            <a:avLst/>
          </a:prstGeom>
          <a:noFill/>
          <a:ln>
            <a:noFill/>
          </a:ln>
        </p:spPr>
        <p:txBody>
          <a:bodyPr wrap="square" lIns="0" tIns="0" rIns="0" bIns="0" rtlCol="0">
            <a:spAutoFit/>
          </a:bodyPr>
          <a:lstStyle/>
          <a:p>
            <a:pPr algn="ctr" defTabSz="914377">
              <a:defRPr/>
            </a:pPr>
            <a:r>
              <a:rPr lang="en-US" sz="1067" b="1" noProof="0">
                <a:solidFill>
                  <a:srgbClr val="08312A"/>
                </a:solidFill>
                <a:cs typeface="Calibri" panose="020F0502020204030204" pitchFamily="34" charset="0"/>
              </a:rPr>
              <a:t>Phase 3 </a:t>
            </a:r>
          </a:p>
          <a:p>
            <a:pPr algn="ctr" defTabSz="914377">
              <a:defRPr/>
            </a:pPr>
            <a:r>
              <a:rPr lang="en-US" sz="1067" b="1" noProof="0">
                <a:solidFill>
                  <a:srgbClr val="08312A"/>
                </a:solidFill>
                <a:cs typeface="Calibri" panose="020F0502020204030204" pitchFamily="34" charset="0"/>
              </a:rPr>
              <a:t>1479-0050</a:t>
            </a:r>
          </a:p>
        </p:txBody>
      </p:sp>
      <p:sp>
        <p:nvSpPr>
          <p:cNvPr id="345" name="Rectangle 52">
            <a:extLst>
              <a:ext uri="{FF2B5EF4-FFF2-40B4-BE49-F238E27FC236}">
                <a16:creationId xmlns:a16="http://schemas.microsoft.com/office/drawing/2014/main" id="{C2DCDE8C-5822-3E9B-7790-8493687F0E2A}"/>
              </a:ext>
            </a:extLst>
          </p:cNvPr>
          <p:cNvSpPr/>
          <p:nvPr/>
        </p:nvSpPr>
        <p:spPr>
          <a:xfrm>
            <a:off x="4782704" y="5081321"/>
            <a:ext cx="413896" cy="256545"/>
          </a:xfrm>
          <a:prstGeom prst="rect">
            <a:avLst/>
          </a:prstGeom>
        </p:spPr>
        <p:txBody>
          <a:bodyPr wrap="none">
            <a:spAutoFit/>
          </a:bodyPr>
          <a:lstStyle/>
          <a:p>
            <a:pPr algn="ctr" defTabSz="1219108">
              <a:defRPr/>
            </a:pPr>
            <a:r>
              <a:rPr lang="en-US" sz="1050" b="1" noProof="0">
                <a:solidFill>
                  <a:srgbClr val="44546A"/>
                </a:solidFill>
                <a:ea typeface="等线" panose="02010600030101010101" pitchFamily="2" charset="-122"/>
              </a:rPr>
              <a:t>SIV</a:t>
            </a:r>
          </a:p>
        </p:txBody>
      </p:sp>
      <p:sp>
        <p:nvSpPr>
          <p:cNvPr id="348" name="Star: 4 Points 143">
            <a:extLst>
              <a:ext uri="{FF2B5EF4-FFF2-40B4-BE49-F238E27FC236}">
                <a16:creationId xmlns:a16="http://schemas.microsoft.com/office/drawing/2014/main" id="{3F20C7C4-B1B0-5934-9585-B4076A46E491}"/>
              </a:ext>
            </a:extLst>
          </p:cNvPr>
          <p:cNvSpPr/>
          <p:nvPr/>
        </p:nvSpPr>
        <p:spPr bwMode="auto">
          <a:xfrm>
            <a:off x="4865270" y="492061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359" name="OTLSHAPE_T_e17f3958430f4cff8650518c93c7635e_StartDate">
            <a:extLst>
              <a:ext uri="{FF2B5EF4-FFF2-40B4-BE49-F238E27FC236}">
                <a16:creationId xmlns:a16="http://schemas.microsoft.com/office/drawing/2014/main" id="{809DEA55-877D-A66C-8C6E-939A74E9B18E}"/>
              </a:ext>
            </a:extLst>
          </p:cNvPr>
          <p:cNvSpPr txBox="1"/>
          <p:nvPr>
            <p:custDataLst>
              <p:tags r:id="rId7"/>
            </p:custDataLst>
          </p:nvPr>
        </p:nvSpPr>
        <p:spPr>
          <a:xfrm>
            <a:off x="3187110" y="4396072"/>
            <a:ext cx="908093"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rPr>
              <a:t>2026 Q4</a:t>
            </a:r>
          </a:p>
        </p:txBody>
      </p:sp>
      <p:sp>
        <p:nvSpPr>
          <p:cNvPr id="360" name="OTLSHAPE_T_e17f3958430f4cff8650518c93c7635e_Shape">
            <a:extLst>
              <a:ext uri="{FF2B5EF4-FFF2-40B4-BE49-F238E27FC236}">
                <a16:creationId xmlns:a16="http://schemas.microsoft.com/office/drawing/2014/main" id="{987DEE07-21B6-8801-4FE1-2CB023F3325B}"/>
              </a:ext>
            </a:extLst>
          </p:cNvPr>
          <p:cNvSpPr/>
          <p:nvPr>
            <p:custDataLst>
              <p:tags r:id="rId8"/>
            </p:custDataLst>
          </p:nvPr>
        </p:nvSpPr>
        <p:spPr bwMode="auto">
          <a:xfrm>
            <a:off x="2938950" y="4646109"/>
            <a:ext cx="706474" cy="284975"/>
          </a:xfrm>
          <a:prstGeom prst="roundRect">
            <a:avLst/>
          </a:prstGeom>
          <a:solidFill>
            <a:srgbClr val="86251B">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endParaRPr lang="en-US" sz="1067" b="1" noProof="0">
              <a:solidFill>
                <a:prstClr val="black"/>
              </a:solidFill>
              <a:ea typeface="等线" panose="02010600030101010101" pitchFamily="2" charset="-122"/>
              <a:cs typeface="Calibri" panose="020F0502020204030204" pitchFamily="34" charset="0"/>
            </a:endParaRPr>
          </a:p>
        </p:txBody>
      </p:sp>
      <p:sp>
        <p:nvSpPr>
          <p:cNvPr id="361" name="OTLSHAPE_M_39ea6ebc19a94c9fab6ef5006c31df58_Shape">
            <a:extLst>
              <a:ext uri="{FF2B5EF4-FFF2-40B4-BE49-F238E27FC236}">
                <a16:creationId xmlns:a16="http://schemas.microsoft.com/office/drawing/2014/main" id="{D2234F11-A3AB-E3AD-5C2C-639ED679D7F2}"/>
              </a:ext>
            </a:extLst>
          </p:cNvPr>
          <p:cNvSpPr/>
          <p:nvPr>
            <p:custDataLst>
              <p:tags r:id="rId9"/>
            </p:custDataLst>
          </p:nvPr>
        </p:nvSpPr>
        <p:spPr bwMode="auto">
          <a:xfrm rot="16200000">
            <a:off x="2836708" y="4877828"/>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en-US" sz="933" noProof="0">
              <a:solidFill>
                <a:srgbClr val="000000"/>
              </a:solidFill>
              <a:ea typeface="等线" panose="02010600030101010101" pitchFamily="2" charset="-122"/>
              <a:cs typeface="Calibri" panose="020F0502020204030204" pitchFamily="34" charset="0"/>
            </a:endParaRPr>
          </a:p>
        </p:txBody>
      </p:sp>
      <p:sp>
        <p:nvSpPr>
          <p:cNvPr id="362" name="OTLSHAPE_M_39ea6ebc19a94c9fab6ef5006c31df58_Title">
            <a:extLst>
              <a:ext uri="{FF2B5EF4-FFF2-40B4-BE49-F238E27FC236}">
                <a16:creationId xmlns:a16="http://schemas.microsoft.com/office/drawing/2014/main" id="{AEF3BB68-A50C-2C0F-C0AF-5B2176244FF5}"/>
              </a:ext>
            </a:extLst>
          </p:cNvPr>
          <p:cNvSpPr txBox="1"/>
          <p:nvPr>
            <p:custDataLst>
              <p:tags r:id="rId10"/>
            </p:custDataLst>
          </p:nvPr>
        </p:nvSpPr>
        <p:spPr>
          <a:xfrm>
            <a:off x="2350278" y="5036835"/>
            <a:ext cx="928201" cy="323165"/>
          </a:xfrm>
          <a:prstGeom prst="rect">
            <a:avLst/>
          </a:prstGeom>
          <a:noFill/>
        </p:spPr>
        <p:txBody>
          <a:bodyPr vert="horz" wrap="square" lIns="0" tIns="0" rIns="0" bIns="0" rtlCol="0" anchor="ctr" anchorCtr="0">
            <a:spAutoFit/>
          </a:bodyPr>
          <a:lstStyle/>
          <a:p>
            <a:pPr algn="ctr" defTabSz="1219108">
              <a:defRPr/>
            </a:pPr>
            <a:r>
              <a:rPr lang="en-US" sz="1050" b="1" noProof="0">
                <a:solidFill>
                  <a:srgbClr val="44546A"/>
                </a:solidFill>
                <a:ea typeface="等线" panose="02010600030101010101" pitchFamily="2" charset="-122"/>
                <a:cs typeface="Calibri" panose="020F0502020204030204" pitchFamily="34" charset="0"/>
              </a:rPr>
              <a:t>Pre-IND Submission </a:t>
            </a:r>
          </a:p>
        </p:txBody>
      </p:sp>
      <p:sp>
        <p:nvSpPr>
          <p:cNvPr id="363" name="OTLSHAPE_T_e17f3958430f4cff8650518c93c7635e_StartDate">
            <a:extLst>
              <a:ext uri="{FF2B5EF4-FFF2-40B4-BE49-F238E27FC236}">
                <a16:creationId xmlns:a16="http://schemas.microsoft.com/office/drawing/2014/main" id="{DD51AF4B-3A8D-E0D2-99CD-5C1C45633521}"/>
              </a:ext>
            </a:extLst>
          </p:cNvPr>
          <p:cNvSpPr txBox="1"/>
          <p:nvPr>
            <p:custDataLst>
              <p:tags r:id="rId11"/>
            </p:custDataLst>
          </p:nvPr>
        </p:nvSpPr>
        <p:spPr>
          <a:xfrm>
            <a:off x="2244002" y="4403807"/>
            <a:ext cx="1060915"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rPr>
              <a:t>Sep 2026</a:t>
            </a:r>
          </a:p>
        </p:txBody>
      </p:sp>
      <p:sp>
        <p:nvSpPr>
          <p:cNvPr id="3" name="OTLSHAPE_T_5a934a26f311425e8ebaa0f45e6533ad_Shape">
            <a:extLst>
              <a:ext uri="{FF2B5EF4-FFF2-40B4-BE49-F238E27FC236}">
                <a16:creationId xmlns:a16="http://schemas.microsoft.com/office/drawing/2014/main" id="{2B3BB7C0-A23F-A163-A5DA-E0638D661693}"/>
              </a:ext>
            </a:extLst>
          </p:cNvPr>
          <p:cNvSpPr/>
          <p:nvPr>
            <p:custDataLst>
              <p:tags r:id="rId12"/>
            </p:custDataLst>
          </p:nvPr>
        </p:nvSpPr>
        <p:spPr bwMode="auto">
          <a:xfrm>
            <a:off x="8132486" y="4670688"/>
            <a:ext cx="1570796" cy="287275"/>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sz="933" b="1" spc="-7" noProof="0">
              <a:solidFill>
                <a:srgbClr val="000000"/>
              </a:solidFill>
              <a:ea typeface="等线" panose="02010600030101010101" pitchFamily="2" charset="-122"/>
            </a:endParaRPr>
          </a:p>
        </p:txBody>
      </p:sp>
      <p:sp>
        <p:nvSpPr>
          <p:cNvPr id="5" name="OTLSHAPE_T_e17f3958430f4cff8650518c93c7635e_StartDate">
            <a:extLst>
              <a:ext uri="{FF2B5EF4-FFF2-40B4-BE49-F238E27FC236}">
                <a16:creationId xmlns:a16="http://schemas.microsoft.com/office/drawing/2014/main" id="{D8D497E6-5ABA-791B-A1E1-03504B8806DF}"/>
              </a:ext>
            </a:extLst>
          </p:cNvPr>
          <p:cNvSpPr txBox="1"/>
          <p:nvPr>
            <p:custDataLst>
              <p:tags r:id="rId13"/>
            </p:custDataLst>
          </p:nvPr>
        </p:nvSpPr>
        <p:spPr>
          <a:xfrm>
            <a:off x="4489838" y="4359652"/>
            <a:ext cx="1060915"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rPr>
              <a:t>Jun 2027</a:t>
            </a:r>
          </a:p>
        </p:txBody>
      </p:sp>
      <p:sp>
        <p:nvSpPr>
          <p:cNvPr id="6" name="OTLSHAPE_T_e17f3958430f4cff8650518c93c7635e_Shape">
            <a:extLst>
              <a:ext uri="{FF2B5EF4-FFF2-40B4-BE49-F238E27FC236}">
                <a16:creationId xmlns:a16="http://schemas.microsoft.com/office/drawing/2014/main" id="{B4711344-95B2-F779-4F0F-EA7AAE70D5FC}"/>
              </a:ext>
            </a:extLst>
          </p:cNvPr>
          <p:cNvSpPr/>
          <p:nvPr>
            <p:custDataLst>
              <p:tags r:id="rId14"/>
            </p:custDataLst>
          </p:nvPr>
        </p:nvSpPr>
        <p:spPr bwMode="auto">
          <a:xfrm>
            <a:off x="4965471" y="4666585"/>
            <a:ext cx="3150697" cy="276844"/>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sz="1067" b="1" noProof="0">
                <a:solidFill>
                  <a:prstClr val="black"/>
                </a:solidFill>
                <a:ea typeface="等线" panose="02010600030101010101" pitchFamily="2" charset="-122"/>
                <a:cs typeface="Calibri" panose="020F0502020204030204" pitchFamily="34" charset="0"/>
              </a:rPr>
              <a:t>Ph 3, Colorectal Cancer 1L</a:t>
            </a:r>
          </a:p>
        </p:txBody>
      </p:sp>
      <p:sp>
        <p:nvSpPr>
          <p:cNvPr id="8" name="Rectangle 100">
            <a:extLst>
              <a:ext uri="{FF2B5EF4-FFF2-40B4-BE49-F238E27FC236}">
                <a16:creationId xmlns:a16="http://schemas.microsoft.com/office/drawing/2014/main" id="{0E1504E3-857C-0DFD-D28D-D76074EBED71}"/>
              </a:ext>
            </a:extLst>
          </p:cNvPr>
          <p:cNvSpPr/>
          <p:nvPr/>
        </p:nvSpPr>
        <p:spPr>
          <a:xfrm>
            <a:off x="7773576" y="4395591"/>
            <a:ext cx="853119" cy="256545"/>
          </a:xfrm>
          <a:prstGeom prst="rect">
            <a:avLst/>
          </a:prstGeom>
        </p:spPr>
        <p:txBody>
          <a:bodyPr wrap="none">
            <a:spAutoFit/>
          </a:bodyPr>
          <a:lstStyle/>
          <a:p>
            <a:pPr algn="ctr" defTabSz="914377">
              <a:defRPr/>
            </a:pPr>
            <a:r>
              <a:rPr lang="en-US" sz="1067" b="1" i="1">
                <a:solidFill>
                  <a:schemeClr val="bg1">
                    <a:lumMod val="65000"/>
                  </a:schemeClr>
                </a:solidFill>
                <a:ea typeface="等线" panose="02010600030101010101" pitchFamily="2" charset="-122"/>
                <a:cs typeface="Calibri" panose="020F0502020204030204" pitchFamily="34" charset="0"/>
              </a:rPr>
              <a:t>May</a:t>
            </a:r>
            <a:r>
              <a:rPr lang="en-US" sz="1067" b="1" i="1" noProof="0">
                <a:solidFill>
                  <a:schemeClr val="bg1">
                    <a:lumMod val="65000"/>
                  </a:schemeClr>
                </a:solidFill>
                <a:ea typeface="等线" panose="02010600030101010101" pitchFamily="2" charset="-122"/>
                <a:cs typeface="Calibri" panose="020F0502020204030204" pitchFamily="34" charset="0"/>
              </a:rPr>
              <a:t> 2029</a:t>
            </a:r>
          </a:p>
        </p:txBody>
      </p:sp>
      <p:pic>
        <p:nvPicPr>
          <p:cNvPr id="9" name="Graphic 318" descr="Flag with solid fill">
            <a:extLst>
              <a:ext uri="{FF2B5EF4-FFF2-40B4-BE49-F238E27FC236}">
                <a16:creationId xmlns:a16="http://schemas.microsoft.com/office/drawing/2014/main" id="{E5D75366-7F97-8356-9962-1504BDB40B49}"/>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0975392" y="4678812"/>
            <a:ext cx="210312" cy="210312"/>
          </a:xfrm>
          <a:prstGeom prst="rect">
            <a:avLst/>
          </a:prstGeom>
        </p:spPr>
      </p:pic>
      <p:sp>
        <p:nvSpPr>
          <p:cNvPr id="10" name="Rectangle 55">
            <a:extLst>
              <a:ext uri="{FF2B5EF4-FFF2-40B4-BE49-F238E27FC236}">
                <a16:creationId xmlns:a16="http://schemas.microsoft.com/office/drawing/2014/main" id="{FC466EAF-86BA-737D-E62D-E16591DBDD74}"/>
              </a:ext>
            </a:extLst>
          </p:cNvPr>
          <p:cNvSpPr/>
          <p:nvPr/>
        </p:nvSpPr>
        <p:spPr>
          <a:xfrm>
            <a:off x="10347956" y="4911524"/>
            <a:ext cx="1528410" cy="420756"/>
          </a:xfrm>
          <a:prstGeom prst="rect">
            <a:avLst/>
          </a:prstGeom>
        </p:spPr>
        <p:txBody>
          <a:bodyPr wrap="squar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NDA app. </a:t>
            </a:r>
          </a:p>
          <a:p>
            <a:pPr algn="ctr" defTabSz="1219108">
              <a:defRPr/>
            </a:pPr>
            <a:r>
              <a:rPr lang="en-US" sz="1067" b="1" noProof="0">
                <a:solidFill>
                  <a:srgbClr val="44546A"/>
                </a:solidFill>
                <a:ea typeface="等线" panose="02010600030101010101" pitchFamily="2" charset="-122"/>
                <a:cs typeface="Calibri" panose="020F0502020204030204" pitchFamily="34" charset="0"/>
              </a:rPr>
              <a:t>CRC 1L FA</a:t>
            </a:r>
          </a:p>
        </p:txBody>
      </p:sp>
      <p:sp>
        <p:nvSpPr>
          <p:cNvPr id="11" name="Rectangle 55">
            <a:extLst>
              <a:ext uri="{FF2B5EF4-FFF2-40B4-BE49-F238E27FC236}">
                <a16:creationId xmlns:a16="http://schemas.microsoft.com/office/drawing/2014/main" id="{7CCB935E-E9D3-19DB-9E8E-989E65676781}"/>
              </a:ext>
            </a:extLst>
          </p:cNvPr>
          <p:cNvSpPr/>
          <p:nvPr/>
        </p:nvSpPr>
        <p:spPr>
          <a:xfrm>
            <a:off x="8048998" y="5050803"/>
            <a:ext cx="389850" cy="256546"/>
          </a:xfrm>
          <a:prstGeom prst="rect">
            <a:avLst/>
          </a:prstGeom>
        </p:spPr>
        <p:txBody>
          <a:bodyPr wrap="squar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LPI</a:t>
            </a:r>
          </a:p>
        </p:txBody>
      </p:sp>
      <p:sp>
        <p:nvSpPr>
          <p:cNvPr id="12" name="Star: 4 Points 143">
            <a:extLst>
              <a:ext uri="{FF2B5EF4-FFF2-40B4-BE49-F238E27FC236}">
                <a16:creationId xmlns:a16="http://schemas.microsoft.com/office/drawing/2014/main" id="{115E76FF-1505-525B-837A-62E670CE244A}"/>
              </a:ext>
            </a:extLst>
          </p:cNvPr>
          <p:cNvSpPr/>
          <p:nvPr/>
        </p:nvSpPr>
        <p:spPr bwMode="auto">
          <a:xfrm>
            <a:off x="8108014" y="490461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grpSp>
        <p:nvGrpSpPr>
          <p:cNvPr id="13" name="Group 11">
            <a:extLst>
              <a:ext uri="{FF2B5EF4-FFF2-40B4-BE49-F238E27FC236}">
                <a16:creationId xmlns:a16="http://schemas.microsoft.com/office/drawing/2014/main" id="{C0328AA8-4D68-6253-BA43-F006F44E0A9E}"/>
              </a:ext>
            </a:extLst>
          </p:cNvPr>
          <p:cNvGrpSpPr/>
          <p:nvPr/>
        </p:nvGrpSpPr>
        <p:grpSpPr>
          <a:xfrm>
            <a:off x="9809474" y="4426118"/>
            <a:ext cx="820863" cy="795802"/>
            <a:chOff x="6642720" y="4100058"/>
            <a:chExt cx="820863" cy="795802"/>
          </a:xfrm>
        </p:grpSpPr>
        <p:sp>
          <p:nvSpPr>
            <p:cNvPr id="14" name="Rectangle 100">
              <a:extLst>
                <a:ext uri="{FF2B5EF4-FFF2-40B4-BE49-F238E27FC236}">
                  <a16:creationId xmlns:a16="http://schemas.microsoft.com/office/drawing/2014/main" id="{1EF0AA17-10AE-FAED-09E4-C688947383CA}"/>
                </a:ext>
              </a:extLst>
            </p:cNvPr>
            <p:cNvSpPr/>
            <p:nvPr/>
          </p:nvSpPr>
          <p:spPr>
            <a:xfrm>
              <a:off x="6661760" y="4100058"/>
              <a:ext cx="801823" cy="256545"/>
            </a:xfrm>
            <a:prstGeom prst="rect">
              <a:avLst/>
            </a:prstGeom>
          </p:spPr>
          <p:txBody>
            <a:bodyPr wrap="none">
              <a:spAutoFit/>
            </a:bodyPr>
            <a:lstStyle/>
            <a:p>
              <a:pPr algn="ctr" defTabSz="914377">
                <a:defRPr/>
              </a:pPr>
              <a:r>
                <a:rPr lang="en-US" sz="1067" b="1" i="1">
                  <a:solidFill>
                    <a:schemeClr val="bg1">
                      <a:lumMod val="65000"/>
                    </a:schemeClr>
                  </a:solidFill>
                  <a:ea typeface="等线" panose="02010600030101010101" pitchFamily="2" charset="-122"/>
                  <a:cs typeface="Calibri" panose="020F0502020204030204" pitchFamily="34" charset="0"/>
                </a:rPr>
                <a:t>Feb</a:t>
              </a:r>
              <a:r>
                <a:rPr lang="en-US" sz="1067" b="1" i="1" noProof="0">
                  <a:solidFill>
                    <a:schemeClr val="bg1">
                      <a:lumMod val="65000"/>
                    </a:schemeClr>
                  </a:solidFill>
                  <a:ea typeface="等线" panose="02010600030101010101" pitchFamily="2" charset="-122"/>
                  <a:cs typeface="Calibri" panose="020F0502020204030204" pitchFamily="34" charset="0"/>
                </a:rPr>
                <a:t> 203</a:t>
              </a:r>
              <a:r>
                <a:rPr lang="en-US" sz="1067" b="1" i="1">
                  <a:solidFill>
                    <a:schemeClr val="bg1">
                      <a:lumMod val="65000"/>
                    </a:schemeClr>
                  </a:solidFill>
                  <a:ea typeface="等线" panose="02010600030101010101" pitchFamily="2" charset="-122"/>
                  <a:cs typeface="Calibri" panose="020F0502020204030204" pitchFamily="34" charset="0"/>
                </a:rPr>
                <a:t>1</a:t>
              </a:r>
              <a:endParaRPr lang="en-US" sz="1067" b="1" noProof="0">
                <a:solidFill>
                  <a:srgbClr val="44546A"/>
                </a:solidFill>
                <a:ea typeface="等线" panose="02010600030101010101" pitchFamily="2" charset="-122"/>
                <a:cs typeface="Calibri" panose="020F0502020204030204" pitchFamily="34" charset="0"/>
              </a:endParaRPr>
            </a:p>
          </p:txBody>
        </p:sp>
        <p:sp>
          <p:nvSpPr>
            <p:cNvPr id="15" name="Rectangle 55">
              <a:extLst>
                <a:ext uri="{FF2B5EF4-FFF2-40B4-BE49-F238E27FC236}">
                  <a16:creationId xmlns:a16="http://schemas.microsoft.com/office/drawing/2014/main" id="{7E931683-6875-348E-C835-514E0D95816F}"/>
                </a:ext>
              </a:extLst>
            </p:cNvPr>
            <p:cNvSpPr/>
            <p:nvPr/>
          </p:nvSpPr>
          <p:spPr>
            <a:xfrm>
              <a:off x="6642720" y="4639315"/>
              <a:ext cx="798617" cy="256545"/>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NDA sub.</a:t>
              </a:r>
            </a:p>
          </p:txBody>
        </p:sp>
        <p:sp>
          <p:nvSpPr>
            <p:cNvPr id="16" name="五角星 55">
              <a:extLst>
                <a:ext uri="{FF2B5EF4-FFF2-40B4-BE49-F238E27FC236}">
                  <a16:creationId xmlns:a16="http://schemas.microsoft.com/office/drawing/2014/main" id="{9AFE55C7-C017-D72A-F429-70582D02A31B}"/>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en-US" sz="1067" noProof="0">
                <a:solidFill>
                  <a:srgbClr val="FF0000"/>
                </a:solidFill>
                <a:ea typeface="等线" panose="02010600030101010101" pitchFamily="2" charset="-122"/>
              </a:endParaRPr>
            </a:p>
          </p:txBody>
        </p:sp>
      </p:grpSp>
      <p:sp>
        <p:nvSpPr>
          <p:cNvPr id="17" name="Rectangle 100">
            <a:extLst>
              <a:ext uri="{FF2B5EF4-FFF2-40B4-BE49-F238E27FC236}">
                <a16:creationId xmlns:a16="http://schemas.microsoft.com/office/drawing/2014/main" id="{654CF06C-4F05-49E2-653C-2FAED13A8523}"/>
              </a:ext>
            </a:extLst>
          </p:cNvPr>
          <p:cNvSpPr/>
          <p:nvPr/>
        </p:nvSpPr>
        <p:spPr>
          <a:xfrm>
            <a:off x="10598574" y="4414143"/>
            <a:ext cx="824265" cy="256545"/>
          </a:xfrm>
          <a:prstGeom prst="rect">
            <a:avLst/>
          </a:prstGeom>
        </p:spPr>
        <p:txBody>
          <a:bodyPr wrap="none">
            <a:spAutoFit/>
          </a:bodyPr>
          <a:lstStyle/>
          <a:p>
            <a:pPr algn="ctr" defTabSz="914377">
              <a:defRPr/>
            </a:pPr>
            <a:r>
              <a:rPr lang="en-US" sz="1067" b="1" i="1">
                <a:solidFill>
                  <a:schemeClr val="bg1">
                    <a:lumMod val="65000"/>
                  </a:schemeClr>
                </a:solidFill>
                <a:ea typeface="等线" panose="02010600030101010101" pitchFamily="2" charset="-122"/>
                <a:cs typeface="Calibri" panose="020F0502020204030204" pitchFamily="34" charset="0"/>
              </a:rPr>
              <a:t>Dec</a:t>
            </a:r>
            <a:r>
              <a:rPr lang="en-US" sz="1067" b="1" i="1" noProof="0">
                <a:solidFill>
                  <a:schemeClr val="bg1">
                    <a:lumMod val="65000"/>
                  </a:schemeClr>
                </a:solidFill>
                <a:ea typeface="等线" panose="02010600030101010101" pitchFamily="2" charset="-122"/>
                <a:cs typeface="Calibri" panose="020F0502020204030204" pitchFamily="34" charset="0"/>
              </a:rPr>
              <a:t> 2031</a:t>
            </a:r>
            <a:endParaRPr lang="en-US" sz="1067" b="1" noProof="0">
              <a:solidFill>
                <a:srgbClr val="44546A"/>
              </a:solidFill>
              <a:ea typeface="等线" panose="02010600030101010101" pitchFamily="2" charset="-122"/>
              <a:cs typeface="Calibri" panose="020F0502020204030204" pitchFamily="34" charset="0"/>
            </a:endParaRPr>
          </a:p>
        </p:txBody>
      </p:sp>
      <p:sp>
        <p:nvSpPr>
          <p:cNvPr id="7" name="文本框 160">
            <a:extLst>
              <a:ext uri="{FF2B5EF4-FFF2-40B4-BE49-F238E27FC236}">
                <a16:creationId xmlns:a16="http://schemas.microsoft.com/office/drawing/2014/main" id="{C7A1DD21-B573-E5E4-574D-B143BCB63EC0}"/>
              </a:ext>
            </a:extLst>
          </p:cNvPr>
          <p:cNvSpPr txBox="1"/>
          <p:nvPr/>
        </p:nvSpPr>
        <p:spPr>
          <a:xfrm>
            <a:off x="2997748" y="2922723"/>
            <a:ext cx="3919286" cy="320585"/>
          </a:xfrm>
          <a:prstGeom prst="roundRect">
            <a:avLst/>
          </a:prstGeom>
          <a:noFill/>
          <a:ln>
            <a:solidFill>
              <a:srgbClr val="076D7E"/>
            </a:solidFill>
            <a:prstDash val="lgDash"/>
          </a:ln>
        </p:spPr>
        <p:txBody>
          <a:bodyPr wrap="square" rtlCol="0">
            <a:spAutoFit/>
          </a:bodyPr>
          <a:lstStyle/>
          <a:p>
            <a:pPr indent="-285750">
              <a:lnSpc>
                <a:spcPct val="140000"/>
              </a:lnSpc>
              <a:buFont typeface="Arial" panose="020B0604020202020204"/>
              <a:buChar char="•"/>
            </a:pPr>
            <a:r>
              <a:rPr lang="en-US" altLang="zh-CN" sz="1000" err="1">
                <a:solidFill>
                  <a:schemeClr val="bg2"/>
                </a:solidFill>
                <a:cs typeface="Calibri"/>
              </a:rPr>
              <a:t>Beamion</a:t>
            </a:r>
            <a:r>
              <a:rPr lang="en-US" altLang="zh-CN" sz="1000">
                <a:solidFill>
                  <a:schemeClr val="bg2"/>
                </a:solidFill>
                <a:cs typeface="Calibri"/>
              </a:rPr>
              <a:t> CRC-1 TDO was kicked  off on Mar 26</a:t>
            </a:r>
            <a:r>
              <a:rPr lang="en-US" altLang="zh-CN" sz="1000" baseline="30000">
                <a:solidFill>
                  <a:schemeClr val="bg2"/>
                </a:solidFill>
                <a:cs typeface="Calibri"/>
              </a:rPr>
              <a:t>th</a:t>
            </a:r>
            <a:r>
              <a:rPr lang="en-US" altLang="zh-CN" sz="1000">
                <a:solidFill>
                  <a:schemeClr val="bg2"/>
                </a:solidFill>
                <a:cs typeface="Calibri"/>
              </a:rPr>
              <a:t>, 2026. </a:t>
            </a:r>
            <a:endParaRPr lang="en-US" sz="1000">
              <a:solidFill>
                <a:schemeClr val="bg2"/>
              </a:solidFill>
              <a:cs typeface="Calibri"/>
            </a:endParaRPr>
          </a:p>
        </p:txBody>
      </p:sp>
      <p:sp>
        <p:nvSpPr>
          <p:cNvPr id="19" name="文本框 160">
            <a:extLst>
              <a:ext uri="{FF2B5EF4-FFF2-40B4-BE49-F238E27FC236}">
                <a16:creationId xmlns:a16="http://schemas.microsoft.com/office/drawing/2014/main" id="{63B00C02-16B8-08FD-DD6A-4B40B037C944}"/>
              </a:ext>
            </a:extLst>
          </p:cNvPr>
          <p:cNvSpPr txBox="1"/>
          <p:nvPr/>
        </p:nvSpPr>
        <p:spPr>
          <a:xfrm>
            <a:off x="2350278" y="5573117"/>
            <a:ext cx="8937223" cy="558948"/>
          </a:xfrm>
          <a:prstGeom prst="roundRect">
            <a:avLst/>
          </a:prstGeom>
          <a:noFill/>
          <a:ln>
            <a:solidFill>
              <a:srgbClr val="076D7E"/>
            </a:solidFill>
            <a:prstDash val="lgDash"/>
          </a:ln>
        </p:spPr>
        <p:txBody>
          <a:bodyPr wrap="square" lIns="91440" tIns="45720" rIns="91440" bIns="45720" rtlCol="0" anchor="t">
            <a:spAutoFit/>
          </a:bodyPr>
          <a:lstStyle/>
          <a:p>
            <a:pPr marL="171450" indent="-171450">
              <a:lnSpc>
                <a:spcPct val="140000"/>
              </a:lnSpc>
              <a:buFont typeface="Arial" panose="020B0604020202020204" pitchFamily="34" charset="0"/>
              <a:buChar char="•"/>
            </a:pPr>
            <a:r>
              <a:rPr lang="en-US" altLang="zh-CN" sz="1000">
                <a:solidFill>
                  <a:schemeClr val="bg2"/>
                </a:solidFill>
                <a:cs typeface="Calibri"/>
              </a:rPr>
              <a:t>Site feedback re HER2 testing : </a:t>
            </a:r>
            <a:r>
              <a:rPr lang="en-GB" altLang="zh-CN" sz="1000">
                <a:solidFill>
                  <a:schemeClr val="bg2"/>
                </a:solidFill>
                <a:cs typeface="Calibri"/>
              </a:rPr>
              <a:t>HER2 overexpression (IHC3+) was regularly performed, the middle pathway </a:t>
            </a:r>
            <a:r>
              <a:rPr lang="en-US" altLang="zh-CN" sz="1000">
                <a:solidFill>
                  <a:schemeClr val="bg2"/>
                </a:solidFill>
                <a:cs typeface="Calibri"/>
              </a:rPr>
              <a:t>for</a:t>
            </a:r>
            <a:r>
              <a:rPr lang="en-GB" altLang="zh-CN" sz="1000">
                <a:solidFill>
                  <a:schemeClr val="bg2"/>
                </a:solidFill>
                <a:cs typeface="Calibri"/>
              </a:rPr>
              <a:t> </a:t>
            </a:r>
            <a:r>
              <a:rPr lang="en-US" altLang="zh-CN" sz="1000">
                <a:solidFill>
                  <a:schemeClr val="bg2"/>
                </a:solidFill>
                <a:cs typeface="Calibri"/>
              </a:rPr>
              <a:t>patient screening will be feasible.</a:t>
            </a:r>
          </a:p>
          <a:p>
            <a:pPr marL="171450" indent="-171450">
              <a:lnSpc>
                <a:spcPct val="140000"/>
              </a:lnSpc>
              <a:buFont typeface="Arial" panose="020B0604020202020204" pitchFamily="34" charset="0"/>
              <a:buChar char="•"/>
            </a:pPr>
            <a:r>
              <a:rPr lang="en-US" altLang="zh-CN" sz="1000">
                <a:solidFill>
                  <a:schemeClr val="bg2"/>
                </a:solidFill>
                <a:cs typeface="Calibri"/>
              </a:rPr>
              <a:t>The feedback of </a:t>
            </a:r>
            <a:r>
              <a:rPr lang="en-US" altLang="zh-CN" sz="1000" err="1">
                <a:solidFill>
                  <a:schemeClr val="bg2"/>
                </a:solidFill>
                <a:cs typeface="Calibri"/>
              </a:rPr>
              <a:t>Beamion</a:t>
            </a:r>
            <a:r>
              <a:rPr lang="en-US" altLang="zh-CN" sz="1000">
                <a:solidFill>
                  <a:schemeClr val="bg2"/>
                </a:solidFill>
                <a:cs typeface="Calibri"/>
              </a:rPr>
              <a:t> CRC-1 synopsis was submitted to global team on Mar 20, 2026. </a:t>
            </a:r>
          </a:p>
        </p:txBody>
      </p:sp>
      <p:grpSp>
        <p:nvGrpSpPr>
          <p:cNvPr id="4" name="Group 62">
            <a:extLst>
              <a:ext uri="{FF2B5EF4-FFF2-40B4-BE49-F238E27FC236}">
                <a16:creationId xmlns:a16="http://schemas.microsoft.com/office/drawing/2014/main" id="{DA54BC09-1A4F-DD22-75FD-9DA3655AB66E}"/>
              </a:ext>
            </a:extLst>
          </p:cNvPr>
          <p:cNvGrpSpPr/>
          <p:nvPr/>
        </p:nvGrpSpPr>
        <p:grpSpPr>
          <a:xfrm>
            <a:off x="1761957" y="710260"/>
            <a:ext cx="546747" cy="6108338"/>
            <a:chOff x="112697" y="1076964"/>
            <a:chExt cx="546747" cy="4581252"/>
          </a:xfrm>
        </p:grpSpPr>
        <p:cxnSp>
          <p:nvCxnSpPr>
            <p:cNvPr id="20" name="Straight Connector 63">
              <a:extLst>
                <a:ext uri="{FF2B5EF4-FFF2-40B4-BE49-F238E27FC236}">
                  <a16:creationId xmlns:a16="http://schemas.microsoft.com/office/drawing/2014/main" id="{829818CA-679E-7D1F-085C-77E853FAD1FC}"/>
                </a:ext>
              </a:extLst>
            </p:cNvPr>
            <p:cNvCxnSpPr>
              <a:cxnSpLocks/>
            </p:cNvCxnSpPr>
            <p:nvPr/>
          </p:nvCxnSpPr>
          <p:spPr bwMode="auto">
            <a:xfrm flipV="1">
              <a:off x="386071"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1" name="OTLSHAPE_T_e17f3958430f4cff8650518c93c7635e_StartDate">
              <a:extLst>
                <a:ext uri="{FF2B5EF4-FFF2-40B4-BE49-F238E27FC236}">
                  <a16:creationId xmlns:a16="http://schemas.microsoft.com/office/drawing/2014/main" id="{B0954254-BA17-C024-B976-59843160CDB7}"/>
                </a:ext>
              </a:extLst>
            </p:cNvPr>
            <p:cNvSpPr txBox="1"/>
            <p:nvPr>
              <p:custDataLst>
                <p:tags r:id="rId15"/>
              </p:custDataLst>
            </p:nvPr>
          </p:nvSpPr>
          <p:spPr>
            <a:xfrm>
              <a:off x="112697" y="1076964"/>
              <a:ext cx="546747" cy="246317"/>
            </a:xfrm>
            <a:prstGeom prst="rect">
              <a:avLst/>
            </a:prstGeom>
            <a:noFill/>
            <a:ln w="12700">
              <a:noFill/>
            </a:ln>
          </p:spPr>
          <p:txBody>
            <a:bodyPr vert="horz" wrap="square" lIns="0" tIns="0" rIns="0" bIns="0" rtlCol="0" anchor="ctr" anchorCtr="0">
              <a:spAutoFit/>
            </a:bodyPr>
            <a:lstStyle/>
            <a:p>
              <a:pPr algn="ctr" defTabSz="914354"/>
              <a:r>
                <a:rPr lang="en-US" sz="1067" b="1" noProof="0">
                  <a:solidFill>
                    <a:schemeClr val="tx2"/>
                  </a:solidFill>
                  <a:cs typeface="Calibri" panose="020F0502020204030204" pitchFamily="34" charset="0"/>
                </a:rPr>
                <a:t>We are here</a:t>
              </a:r>
            </a:p>
          </p:txBody>
        </p:sp>
      </p:grpSp>
      <p:sp>
        <p:nvSpPr>
          <p:cNvPr id="22" name="Rectangle 52">
            <a:extLst>
              <a:ext uri="{FF2B5EF4-FFF2-40B4-BE49-F238E27FC236}">
                <a16:creationId xmlns:a16="http://schemas.microsoft.com/office/drawing/2014/main" id="{E12ACCC5-FE34-E2D3-7843-17163B2B1BE6}"/>
              </a:ext>
            </a:extLst>
          </p:cNvPr>
          <p:cNvSpPr/>
          <p:nvPr/>
        </p:nvSpPr>
        <p:spPr>
          <a:xfrm>
            <a:off x="2286244" y="2500066"/>
            <a:ext cx="1074332" cy="256545"/>
          </a:xfrm>
          <a:prstGeom prst="rect">
            <a:avLst/>
          </a:prstGeom>
        </p:spPr>
        <p:txBody>
          <a:bodyPr wrap="none">
            <a:spAutoFit/>
          </a:bodyPr>
          <a:lstStyle/>
          <a:p>
            <a:pPr algn="ctr" defTabSz="1219108">
              <a:defRPr/>
            </a:pPr>
            <a:r>
              <a:rPr lang="en-US" sz="1067" b="1">
                <a:solidFill>
                  <a:srgbClr val="44546A"/>
                </a:solidFill>
                <a:ea typeface="等线" panose="02010600030101010101" pitchFamily="2" charset="-122"/>
              </a:rPr>
              <a:t>FDA interaction</a:t>
            </a:r>
            <a:endParaRPr lang="en-US" sz="1067" b="1" noProof="0">
              <a:solidFill>
                <a:srgbClr val="44546A"/>
              </a:solidFill>
              <a:ea typeface="等线" panose="02010600030101010101" pitchFamily="2" charset="-122"/>
            </a:endParaRPr>
          </a:p>
        </p:txBody>
      </p:sp>
      <p:sp>
        <p:nvSpPr>
          <p:cNvPr id="23" name="Star: 4 Points 143">
            <a:extLst>
              <a:ext uri="{FF2B5EF4-FFF2-40B4-BE49-F238E27FC236}">
                <a16:creationId xmlns:a16="http://schemas.microsoft.com/office/drawing/2014/main" id="{9AC9281D-16F9-3775-7BF3-FA611BB716CB}"/>
              </a:ext>
            </a:extLst>
          </p:cNvPr>
          <p:cNvSpPr/>
          <p:nvPr/>
        </p:nvSpPr>
        <p:spPr bwMode="auto">
          <a:xfrm>
            <a:off x="2651241" y="229685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18" name="Rectangle 100">
            <a:extLst>
              <a:ext uri="{FF2B5EF4-FFF2-40B4-BE49-F238E27FC236}">
                <a16:creationId xmlns:a16="http://schemas.microsoft.com/office/drawing/2014/main" id="{ADE547D5-1BE1-C40A-541F-1B95A76D3B2C}"/>
              </a:ext>
            </a:extLst>
          </p:cNvPr>
          <p:cNvSpPr/>
          <p:nvPr/>
        </p:nvSpPr>
        <p:spPr>
          <a:xfrm>
            <a:off x="7689610" y="1991600"/>
            <a:ext cx="853119" cy="256545"/>
          </a:xfrm>
          <a:prstGeom prst="rect">
            <a:avLst/>
          </a:prstGeom>
        </p:spPr>
        <p:txBody>
          <a:bodyPr wrap="none">
            <a:spAutoFit/>
          </a:bodyPr>
          <a:lstStyle/>
          <a:p>
            <a:pPr algn="ctr" defTabSz="914377">
              <a:defRPr/>
            </a:pPr>
            <a:r>
              <a:rPr lang="en-US" sz="1067" b="1" i="1">
                <a:solidFill>
                  <a:schemeClr val="bg1">
                    <a:lumMod val="65000"/>
                  </a:schemeClr>
                </a:solidFill>
                <a:ea typeface="等线" panose="02010600030101010101" pitchFamily="2" charset="-122"/>
                <a:cs typeface="Calibri" panose="020F0502020204030204" pitchFamily="34" charset="0"/>
              </a:rPr>
              <a:t>May</a:t>
            </a:r>
            <a:r>
              <a:rPr lang="en-US" sz="1067" b="1" i="1" noProof="0">
                <a:solidFill>
                  <a:schemeClr val="bg1">
                    <a:lumMod val="65000"/>
                  </a:schemeClr>
                </a:solidFill>
                <a:ea typeface="等线" panose="02010600030101010101" pitchFamily="2" charset="-122"/>
                <a:cs typeface="Calibri" panose="020F0502020204030204" pitchFamily="34" charset="0"/>
              </a:rPr>
              <a:t> 2029</a:t>
            </a:r>
          </a:p>
        </p:txBody>
      </p:sp>
    </p:spTree>
    <p:extLst>
      <p:ext uri="{BB962C8B-B14F-4D97-AF65-F5344CB8AC3E}">
        <p14:creationId xmlns:p14="http://schemas.microsoft.com/office/powerpoint/2010/main" val="3040692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DA0605C-DE8C-7595-C531-9A6A63957C02}"/>
              </a:ext>
            </a:extLst>
          </p:cNvPr>
          <p:cNvSpPr>
            <a:spLocks noGrp="1"/>
          </p:cNvSpPr>
          <p:nvPr>
            <p:ph type="title"/>
          </p:nvPr>
        </p:nvSpPr>
        <p:spPr/>
        <p:txBody>
          <a:bodyPr/>
          <a:lstStyle/>
          <a:p>
            <a:r>
              <a:rPr lang="en-US" noProof="0" err="1"/>
              <a:t>Obrixtamig</a:t>
            </a:r>
            <a:r>
              <a:rPr lang="en-US" noProof="0"/>
              <a:t> </a:t>
            </a:r>
            <a:br>
              <a:rPr lang="en-US" noProof="0"/>
            </a:br>
            <a:r>
              <a:rPr lang="en-US" noProof="0"/>
              <a:t>(BI 764532, DLL3/CD3 </a:t>
            </a:r>
            <a:r>
              <a:rPr lang="en-US" noProof="0" err="1"/>
              <a:t>TcE</a:t>
            </a:r>
            <a:r>
              <a:rPr lang="en-US" noProof="0"/>
              <a:t>)</a:t>
            </a:r>
          </a:p>
        </p:txBody>
      </p:sp>
      <p:sp>
        <p:nvSpPr>
          <p:cNvPr id="2" name="文本占位符 1">
            <a:extLst>
              <a:ext uri="{FF2B5EF4-FFF2-40B4-BE49-F238E27FC236}">
                <a16:creationId xmlns:a16="http://schemas.microsoft.com/office/drawing/2014/main" id="{2AE8F0A3-EC29-BBCA-907C-D640FDC73618}"/>
              </a:ext>
            </a:extLst>
          </p:cNvPr>
          <p:cNvSpPr>
            <a:spLocks noGrp="1"/>
          </p:cNvSpPr>
          <p:nvPr>
            <p:ph type="subTitle" idx="14"/>
          </p:nvPr>
        </p:nvSpPr>
        <p:spPr/>
        <p:txBody>
          <a:bodyPr/>
          <a:lstStyle/>
          <a:p>
            <a:endParaRPr lang="en-US" noProof="0"/>
          </a:p>
        </p:txBody>
      </p:sp>
      <p:sp>
        <p:nvSpPr>
          <p:cNvPr id="3" name="Slide Number Placeholder 2">
            <a:extLst>
              <a:ext uri="{FF2B5EF4-FFF2-40B4-BE49-F238E27FC236}">
                <a16:creationId xmlns:a16="http://schemas.microsoft.com/office/drawing/2014/main" id="{34D505FA-FA49-1A69-3E15-E4A2D30186B1}"/>
              </a:ext>
            </a:extLst>
          </p:cNvPr>
          <p:cNvSpPr>
            <a:spLocks noGrp="1"/>
          </p:cNvSpPr>
          <p:nvPr>
            <p:ph type="sldNum" sz="quarter" idx="16"/>
          </p:nvPr>
        </p:nvSpPr>
        <p:spPr/>
        <p:txBody>
          <a:bodyPr/>
          <a:lstStyle/>
          <a:p>
            <a:fld id="{8FF9B0DE-3FEB-4AA0-B465-B80EF7C1333D}" type="slidenum">
              <a:rPr lang="en-US" noProof="0" smtClean="0"/>
              <a:pPr/>
              <a:t>23</a:t>
            </a:fld>
            <a:endParaRPr lang="en-US" noProof="0"/>
          </a:p>
        </p:txBody>
      </p:sp>
    </p:spTree>
    <p:extLst>
      <p:ext uri="{BB962C8B-B14F-4D97-AF65-F5344CB8AC3E}">
        <p14:creationId xmlns:p14="http://schemas.microsoft.com/office/powerpoint/2010/main" val="1657489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1D004353-1EFC-1802-0252-A5EFDF8F3DF9}"/>
              </a:ext>
            </a:extLst>
          </p:cNvPr>
          <p:cNvGrpSpPr/>
          <p:nvPr/>
        </p:nvGrpSpPr>
        <p:grpSpPr>
          <a:xfrm>
            <a:off x="6183685" y="2046188"/>
            <a:ext cx="798617" cy="766853"/>
            <a:chOff x="6362278" y="2053665"/>
            <a:chExt cx="798617" cy="766853"/>
          </a:xfrm>
        </p:grpSpPr>
        <p:sp>
          <p:nvSpPr>
            <p:cNvPr id="292" name="Rectangle 100">
              <a:extLst>
                <a:ext uri="{FF2B5EF4-FFF2-40B4-BE49-F238E27FC236}">
                  <a16:creationId xmlns:a16="http://schemas.microsoft.com/office/drawing/2014/main" id="{A8545B9F-DCAA-91A5-DA84-03B59F216C07}"/>
                </a:ext>
              </a:extLst>
            </p:cNvPr>
            <p:cNvSpPr/>
            <p:nvPr/>
          </p:nvSpPr>
          <p:spPr>
            <a:xfrm>
              <a:off x="6367087" y="2053665"/>
              <a:ext cx="788999" cy="253916"/>
            </a:xfrm>
            <a:prstGeom prst="rect">
              <a:avLst/>
            </a:prstGeom>
            <a:solidFill>
              <a:schemeClr val="bg1"/>
            </a:solidFill>
          </p:spPr>
          <p:txBody>
            <a:bodyPr wrap="none" lIns="91440" tIns="45720" rIns="91440" bIns="45720" anchor="t">
              <a:spAutoFit/>
            </a:bodyPr>
            <a:lstStyle/>
            <a:p>
              <a:pPr algn="ctr" defTabSz="914377">
                <a:defRPr/>
              </a:pPr>
              <a:r>
                <a:rPr lang="en-US" altLang="zh-CN" sz="1050" b="1" i="1">
                  <a:solidFill>
                    <a:schemeClr val="bg1">
                      <a:lumMod val="65000"/>
                    </a:schemeClr>
                  </a:solidFill>
                  <a:ea typeface="等线"/>
                  <a:cs typeface="Calibri"/>
                </a:rPr>
                <a:t>Jan 2028</a:t>
              </a:r>
              <a:endParaRPr lang="en-US" altLang="zh-CN" sz="1050" b="1">
                <a:solidFill>
                  <a:schemeClr val="bg1">
                    <a:lumMod val="65000"/>
                  </a:schemeClr>
                </a:solidFill>
                <a:ea typeface="等线"/>
                <a:cs typeface="Calibri"/>
              </a:endParaRPr>
            </a:p>
          </p:txBody>
        </p:sp>
        <p:sp>
          <p:nvSpPr>
            <p:cNvPr id="291" name="Rectangle 55">
              <a:extLst>
                <a:ext uri="{FF2B5EF4-FFF2-40B4-BE49-F238E27FC236}">
                  <a16:creationId xmlns:a16="http://schemas.microsoft.com/office/drawing/2014/main" id="{0BA97211-4455-8EFF-7A42-4DA7754F9344}"/>
                </a:ext>
              </a:extLst>
            </p:cNvPr>
            <p:cNvSpPr/>
            <p:nvPr/>
          </p:nvSpPr>
          <p:spPr>
            <a:xfrm>
              <a:off x="6362278" y="2563973"/>
              <a:ext cx="798617" cy="256545"/>
            </a:xfrm>
            <a:prstGeom prst="rect">
              <a:avLst/>
            </a:prstGeom>
            <a:solidFill>
              <a:schemeClr val="bg1"/>
            </a:solidFill>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8" name="五角星 55">
              <a:extLst>
                <a:ext uri="{FF2B5EF4-FFF2-40B4-BE49-F238E27FC236}">
                  <a16:creationId xmlns:a16="http://schemas.microsoft.com/office/drawing/2014/main" id="{E1BCA551-D523-7A9A-D3C4-37972EE8C8C6}"/>
                </a:ext>
              </a:extLst>
            </p:cNvPr>
            <p:cNvSpPr>
              <a:spLocks/>
            </p:cNvSpPr>
            <p:nvPr/>
          </p:nvSpPr>
          <p:spPr bwMode="auto">
            <a:xfrm>
              <a:off x="6689586" y="2380698"/>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grpSp>
        <p:nvGrpSpPr>
          <p:cNvPr id="15" name="Group 14">
            <a:extLst>
              <a:ext uri="{FF2B5EF4-FFF2-40B4-BE49-F238E27FC236}">
                <a16:creationId xmlns:a16="http://schemas.microsoft.com/office/drawing/2014/main" id="{03880F50-33B1-3405-7381-37B455E7D83C}"/>
              </a:ext>
            </a:extLst>
          </p:cNvPr>
          <p:cNvGrpSpPr/>
          <p:nvPr/>
        </p:nvGrpSpPr>
        <p:grpSpPr>
          <a:xfrm>
            <a:off x="6183685" y="2047601"/>
            <a:ext cx="840295" cy="760770"/>
            <a:chOff x="6331370" y="2067377"/>
            <a:chExt cx="840295" cy="760770"/>
          </a:xfrm>
        </p:grpSpPr>
        <p:sp>
          <p:nvSpPr>
            <p:cNvPr id="16" name="Rectangle 100">
              <a:extLst>
                <a:ext uri="{FF2B5EF4-FFF2-40B4-BE49-F238E27FC236}">
                  <a16:creationId xmlns:a16="http://schemas.microsoft.com/office/drawing/2014/main" id="{1FA46829-1C4D-7825-2BD9-1CF8EBEBD5F3}"/>
                </a:ext>
              </a:extLst>
            </p:cNvPr>
            <p:cNvSpPr/>
            <p:nvPr/>
          </p:nvSpPr>
          <p:spPr>
            <a:xfrm>
              <a:off x="6331370" y="2067377"/>
              <a:ext cx="840295" cy="253916"/>
            </a:xfrm>
            <a:prstGeom prst="rect">
              <a:avLst/>
            </a:prstGeom>
            <a:solidFill>
              <a:schemeClr val="bg1"/>
            </a:solidFill>
          </p:spPr>
          <p:txBody>
            <a:bodyPr wrap="none" lIns="91440" tIns="45720" rIns="91440" bIns="45720" anchor="t">
              <a:spAutoFit/>
            </a:bodyPr>
            <a:lstStyle/>
            <a:p>
              <a:pPr algn="ctr" defTabSz="914377">
                <a:defRPr/>
              </a:pPr>
              <a:r>
                <a:rPr lang="en-US" altLang="zh-CN" sz="1050" b="1" i="1">
                  <a:solidFill>
                    <a:schemeClr val="bg1">
                      <a:lumMod val="65000"/>
                    </a:schemeClr>
                  </a:solidFill>
                  <a:ea typeface="等线"/>
                  <a:cs typeface="Calibri"/>
                </a:rPr>
                <a:t>May 2027</a:t>
              </a:r>
              <a:endParaRPr lang="en-US" altLang="zh-CN" sz="1050" b="1">
                <a:solidFill>
                  <a:schemeClr val="bg1">
                    <a:lumMod val="65000"/>
                  </a:schemeClr>
                </a:solidFill>
                <a:ea typeface="等线"/>
                <a:cs typeface="Calibri"/>
              </a:endParaRPr>
            </a:p>
          </p:txBody>
        </p:sp>
        <p:sp>
          <p:nvSpPr>
            <p:cNvPr id="17" name="Rectangle 55">
              <a:extLst>
                <a:ext uri="{FF2B5EF4-FFF2-40B4-BE49-F238E27FC236}">
                  <a16:creationId xmlns:a16="http://schemas.microsoft.com/office/drawing/2014/main" id="{25A26601-18A1-CF43-19C2-B33D5927F797}"/>
                </a:ext>
              </a:extLst>
            </p:cNvPr>
            <p:cNvSpPr/>
            <p:nvPr/>
          </p:nvSpPr>
          <p:spPr>
            <a:xfrm>
              <a:off x="6352209" y="2571602"/>
              <a:ext cx="798617" cy="256545"/>
            </a:xfrm>
            <a:prstGeom prst="rect">
              <a:avLst/>
            </a:prstGeom>
            <a:solidFill>
              <a:schemeClr val="bg1"/>
            </a:solidFill>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grpSp>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156850" y="147417"/>
            <a:ext cx="11233151" cy="720000"/>
          </a:xfrm>
        </p:spPr>
        <p:txBody>
          <a:bodyPr/>
          <a:lstStyle/>
          <a:p>
            <a:r>
              <a:rPr lang="en-US" altLang="zh-CN" sz="2400" i="1" err="1">
                <a:solidFill>
                  <a:schemeClr val="tx1"/>
                </a:solidFill>
                <a:latin typeface="+mn-lt"/>
              </a:rPr>
              <a:t>Obrixtamig</a:t>
            </a:r>
            <a:r>
              <a:rPr lang="en-US" altLang="zh-CN" sz="2400" i="1">
                <a:solidFill>
                  <a:schemeClr val="tx1"/>
                </a:solidFill>
                <a:latin typeface="+mn-lt"/>
              </a:rPr>
              <a:t> (DLL3/CD3 </a:t>
            </a:r>
            <a:r>
              <a:rPr lang="en-US" altLang="zh-CN" sz="2400" i="1" err="1">
                <a:solidFill>
                  <a:schemeClr val="tx1"/>
                </a:solidFill>
                <a:latin typeface="+mn-lt"/>
              </a:rPr>
              <a:t>TcE</a:t>
            </a:r>
            <a:r>
              <a:rPr lang="en-US" altLang="zh-CN" sz="2400" i="1">
                <a:solidFill>
                  <a:schemeClr val="tx1"/>
                </a:solidFill>
                <a:latin typeface="+mn-lt"/>
              </a:rPr>
              <a:t>) – 2L </a:t>
            </a:r>
            <a:r>
              <a:rPr lang="en-US" altLang="zh-CN" sz="2400" i="1" err="1">
                <a:solidFill>
                  <a:schemeClr val="tx1"/>
                </a:solidFill>
                <a:latin typeface="+mn-lt"/>
              </a:rPr>
              <a:t>epNEC</a:t>
            </a:r>
            <a:r>
              <a:rPr lang="en-US" altLang="zh-CN" sz="2400" i="1">
                <a:solidFill>
                  <a:schemeClr val="tx1"/>
                </a:solidFill>
                <a:latin typeface="+mn-lt"/>
              </a:rPr>
              <a:t> (single arm study)</a:t>
            </a:r>
            <a:endParaRPr lang="zh-CN" altLang="en-US">
              <a:solidFill>
                <a:schemeClr val="bg1">
                  <a:lumMod val="75000"/>
                </a:schemeClr>
              </a:solidFill>
              <a:latin typeface="+mn-lt"/>
            </a:endParaRPr>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24</a:t>
            </a:fld>
            <a:endParaRPr lang="en-US" kern="0">
              <a:solidFill>
                <a:srgbClr val="08312A"/>
              </a:solidFill>
              <a:cs typeface="Arial"/>
              <a:sym typeface="Arial"/>
            </a:endParaRPr>
          </a:p>
        </p:txBody>
      </p:sp>
      <p:sp>
        <p:nvSpPr>
          <p:cNvPr id="239" name="OTLSHAPE_T_5a934a26f311425e8ebaa0f45e6533ad_Shape">
            <a:extLst>
              <a:ext uri="{FF2B5EF4-FFF2-40B4-BE49-F238E27FC236}">
                <a16:creationId xmlns:a16="http://schemas.microsoft.com/office/drawing/2014/main" id="{AD216F8E-FF95-87CF-1284-50B601371CE6}"/>
              </a:ext>
            </a:extLst>
          </p:cNvPr>
          <p:cNvSpPr/>
          <p:nvPr>
            <p:custDataLst>
              <p:tags r:id="rId1"/>
            </p:custDataLst>
          </p:nvPr>
        </p:nvSpPr>
        <p:spPr bwMode="auto">
          <a:xfrm>
            <a:off x="4658521" y="4344713"/>
            <a:ext cx="1052453" cy="288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40" name="OTLSHAPE_T_5a934a26f311425e8ebaa0f45e6533ad_Shape">
            <a:extLst>
              <a:ext uri="{FF2B5EF4-FFF2-40B4-BE49-F238E27FC236}">
                <a16:creationId xmlns:a16="http://schemas.microsoft.com/office/drawing/2014/main" id="{AFABED3D-6C20-55BF-21A9-EB1C89298B62}"/>
              </a:ext>
            </a:extLst>
          </p:cNvPr>
          <p:cNvSpPr/>
          <p:nvPr>
            <p:custDataLst>
              <p:tags r:id="rId2"/>
            </p:custDataLst>
          </p:nvPr>
        </p:nvSpPr>
        <p:spPr bwMode="auto">
          <a:xfrm>
            <a:off x="4658522" y="2278100"/>
            <a:ext cx="1052452"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27483"/>
          <a:ext cx="9593046"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0646025" y="1254961"/>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31595" y="2220808"/>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a:t>
            </a:r>
          </a:p>
          <a:p>
            <a:pPr algn="ctr" defTabSz="914377">
              <a:defRPr/>
            </a:pPr>
            <a:r>
              <a:rPr lang="en-US" sz="1067" b="1">
                <a:solidFill>
                  <a:srgbClr val="08312A"/>
                </a:solidFill>
                <a:cs typeface="Calibri" panose="020F0502020204030204" pitchFamily="34" charset="0"/>
              </a:rPr>
              <a:t>1438-0005</a:t>
            </a:r>
          </a:p>
          <a:p>
            <a:pPr algn="ctr" defTabSz="914377">
              <a:defRPr/>
            </a:pPr>
            <a:r>
              <a:rPr lang="en-US" altLang="zh-CN" sz="1067" b="1">
                <a:solidFill>
                  <a:srgbClr val="08312A"/>
                </a:solidFill>
                <a:cs typeface="Calibri" panose="020F0502020204030204" pitchFamily="34" charset="0"/>
              </a:rPr>
              <a:t>Dareon-5</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3"/>
            </p:custDataLst>
          </p:nvPr>
        </p:nvSpPr>
        <p:spPr bwMode="auto">
          <a:xfrm>
            <a:off x="1878295" y="2273316"/>
            <a:ext cx="2771906"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 N=50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C8F2C67-00D5-1DCB-39B3-4EF7AB6F8831}"/>
              </a:ext>
            </a:extLst>
          </p:cNvPr>
          <p:cNvSpPr/>
          <p:nvPr>
            <p:custDataLst>
              <p:tags r:id="rId4"/>
            </p:custDataLst>
          </p:nvPr>
        </p:nvSpPr>
        <p:spPr bwMode="auto">
          <a:xfrm>
            <a:off x="2678322" y="4344717"/>
            <a:ext cx="1968993"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Ph2, N=5</a:t>
            </a:r>
          </a:p>
        </p:txBody>
      </p:sp>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5"/>
            </p:custDataLst>
          </p:nvPr>
        </p:nvSpPr>
        <p:spPr>
          <a:xfrm>
            <a:off x="2341748" y="4161586"/>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Aug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6"/>
            </p:custDataLst>
          </p:nvPr>
        </p:nvSpPr>
        <p:spPr bwMode="auto">
          <a:xfrm>
            <a:off x="1533761" y="4339515"/>
            <a:ext cx="1133354"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7"/>
            </p:custDataLst>
          </p:nvPr>
        </p:nvSpPr>
        <p:spPr>
          <a:xfrm>
            <a:off x="1414034" y="4161586"/>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Feb</a:t>
            </a:r>
            <a:r>
              <a:rPr lang="en-US" altLang="zh-CN" sz="1067" b="1" i="1" baseline="30000">
                <a:solidFill>
                  <a:schemeClr val="bg1">
                    <a:lumMod val="65000"/>
                  </a:schemeClr>
                </a:solidFill>
                <a:ea typeface="等线" panose="02010600030101010101" pitchFamily="2" charset="-122"/>
                <a:cs typeface="Calibri" panose="020F0502020204030204" pitchFamily="34" charset="0"/>
              </a:rPr>
              <a:t> </a:t>
            </a:r>
            <a:r>
              <a:rPr lang="en-US" altLang="zh-CN" sz="1067" b="1" i="1">
                <a:solidFill>
                  <a:schemeClr val="bg1">
                    <a:lumMod val="65000"/>
                  </a:schemeClr>
                </a:solidFill>
                <a:ea typeface="等线" panose="02010600030101010101" pitchFamily="2" charset="-122"/>
                <a:cs typeface="Calibri" panose="020F0502020204030204" pitchFamily="34" charset="0"/>
              </a:rPr>
              <a:t>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A0D8EFB-CB41-84C8-BA95-775353EDE6C7}"/>
              </a:ext>
            </a:extLst>
          </p:cNvPr>
          <p:cNvSpPr/>
          <p:nvPr/>
        </p:nvSpPr>
        <p:spPr>
          <a:xfrm>
            <a:off x="2500257" y="4627199"/>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8"/>
            </p:custDataLst>
          </p:nvPr>
        </p:nvSpPr>
        <p:spPr bwMode="auto">
          <a:xfrm rot="16200000">
            <a:off x="1622646" y="4572656"/>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9"/>
            </p:custDataLst>
          </p:nvPr>
        </p:nvSpPr>
        <p:spPr>
          <a:xfrm>
            <a:off x="1403968" y="4674170"/>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6" name="TextBox 82">
            <a:extLst>
              <a:ext uri="{FF2B5EF4-FFF2-40B4-BE49-F238E27FC236}">
                <a16:creationId xmlns:a16="http://schemas.microsoft.com/office/drawing/2014/main" id="{C1D844D0-5E8F-6421-A642-904A5B8CC8CD}"/>
              </a:ext>
            </a:extLst>
          </p:cNvPr>
          <p:cNvSpPr txBox="1"/>
          <p:nvPr/>
        </p:nvSpPr>
        <p:spPr>
          <a:xfrm>
            <a:off x="31595" y="4590259"/>
            <a:ext cx="825189" cy="492635"/>
          </a:xfrm>
          <a:prstGeom prst="rect">
            <a:avLst/>
          </a:prstGeom>
          <a:noFill/>
          <a:ln>
            <a:noFill/>
          </a:ln>
        </p:spPr>
        <p:txBody>
          <a:bodyPr wrap="square" lIns="0" tIns="0" rIns="0" bIns="0" rtlCol="0">
            <a:spAutoFit/>
          </a:bodyPr>
          <a:lstStyle/>
          <a:p>
            <a:pPr algn="ctr" defTabSz="914377">
              <a:defRPr/>
            </a:pPr>
            <a:r>
              <a:rPr lang="en-US" altLang="zh-CN" sz="1067" b="1">
                <a:solidFill>
                  <a:srgbClr val="08312A"/>
                </a:solidFill>
                <a:cs typeface="Calibri" panose="020F0502020204030204" pitchFamily="34" charset="0"/>
              </a:rPr>
              <a:t>Ph2-</a:t>
            </a:r>
          </a:p>
          <a:p>
            <a:pPr algn="ctr" defTabSz="914377">
              <a:defRPr/>
            </a:pPr>
            <a:r>
              <a:rPr lang="en-US" altLang="zh-CN" sz="1067" b="1">
                <a:solidFill>
                  <a:srgbClr val="08312A"/>
                </a:solidFill>
                <a:cs typeface="Calibri" panose="020F0502020204030204" pitchFamily="34" charset="0"/>
              </a:rPr>
              <a:t>1438-0005</a:t>
            </a:r>
          </a:p>
          <a:p>
            <a:pPr algn="ctr" defTabSz="914377">
              <a:defRPr/>
            </a:pPr>
            <a:r>
              <a:rPr lang="en-US" altLang="zh-CN" sz="1067" b="1">
                <a:solidFill>
                  <a:srgbClr val="08312A"/>
                </a:solidFill>
                <a:cs typeface="Calibri" panose="020F0502020204030204" pitchFamily="34" charset="0"/>
              </a:rPr>
              <a:t>Dareon-5</a:t>
            </a:r>
          </a:p>
        </p:txBody>
      </p:sp>
      <p:grpSp>
        <p:nvGrpSpPr>
          <p:cNvPr id="5" name="Group 4">
            <a:extLst>
              <a:ext uri="{FF2B5EF4-FFF2-40B4-BE49-F238E27FC236}">
                <a16:creationId xmlns:a16="http://schemas.microsoft.com/office/drawing/2014/main" id="{6525B549-C348-FDCD-45DE-D427A6F9A8BE}"/>
              </a:ext>
            </a:extLst>
          </p:cNvPr>
          <p:cNvGrpSpPr/>
          <p:nvPr/>
        </p:nvGrpSpPr>
        <p:grpSpPr>
          <a:xfrm>
            <a:off x="1375464" y="2100974"/>
            <a:ext cx="1060915" cy="720687"/>
            <a:chOff x="1564373" y="2099832"/>
            <a:chExt cx="1060915" cy="720687"/>
          </a:xfrm>
        </p:grpSpPr>
        <p:sp>
          <p:nvSpPr>
            <p:cNvPr id="249" name="Rectangle 52">
              <a:extLst>
                <a:ext uri="{FF2B5EF4-FFF2-40B4-BE49-F238E27FC236}">
                  <a16:creationId xmlns:a16="http://schemas.microsoft.com/office/drawing/2014/main" id="{12DFDD77-3A58-72FD-B7F7-3AD9C2D417AC}"/>
                </a:ext>
              </a:extLst>
            </p:cNvPr>
            <p:cNvSpPr/>
            <p:nvPr/>
          </p:nvSpPr>
          <p:spPr>
            <a:xfrm>
              <a:off x="1875097" y="2563974"/>
              <a:ext cx="41389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SIV</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15"/>
              </p:custDataLst>
            </p:nvPr>
          </p:nvSpPr>
          <p:spPr>
            <a:xfrm>
              <a:off x="1564373"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Apr 2025</a:t>
              </a:r>
              <a:endParaRPr lang="zh-CN" altLang="en-US" sz="1067" b="1" i="1">
                <a:solidFill>
                  <a:schemeClr val="bg1">
                    <a:lumMod val="65000"/>
                  </a:schemeClr>
                </a:solidFill>
                <a:ea typeface="等线" panose="02010600030101010101" pitchFamily="2" charset="-122"/>
              </a:endParaRP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7" name="Group 6">
            <a:extLst>
              <a:ext uri="{FF2B5EF4-FFF2-40B4-BE49-F238E27FC236}">
                <a16:creationId xmlns:a16="http://schemas.microsoft.com/office/drawing/2014/main" id="{692C277D-1E16-52A3-2791-D4CEB9401B16}"/>
              </a:ext>
            </a:extLst>
          </p:cNvPr>
          <p:cNvGrpSpPr/>
          <p:nvPr/>
        </p:nvGrpSpPr>
        <p:grpSpPr>
          <a:xfrm>
            <a:off x="4167926" y="2111175"/>
            <a:ext cx="911147" cy="720687"/>
            <a:chOff x="4263715" y="2099832"/>
            <a:chExt cx="911147" cy="720687"/>
          </a:xfrm>
        </p:grpSpPr>
        <p:sp>
          <p:nvSpPr>
            <p:cNvPr id="264" name="Rectangle 55">
              <a:extLst>
                <a:ext uri="{FF2B5EF4-FFF2-40B4-BE49-F238E27FC236}">
                  <a16:creationId xmlns:a16="http://schemas.microsoft.com/office/drawing/2014/main" id="{AA8BE26C-62F1-CD5B-D05C-AB261F53C0FC}"/>
                </a:ext>
              </a:extLst>
            </p:cNvPr>
            <p:cNvSpPr/>
            <p:nvPr/>
          </p:nvSpPr>
          <p:spPr>
            <a:xfrm>
              <a:off x="4552797" y="2563973"/>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14"/>
              </p:custDataLst>
            </p:nvPr>
          </p:nvSpPr>
          <p:spPr>
            <a:xfrm>
              <a:off x="4263715"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Jul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465929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9" name="Group 8">
            <a:extLst>
              <a:ext uri="{FF2B5EF4-FFF2-40B4-BE49-F238E27FC236}">
                <a16:creationId xmlns:a16="http://schemas.microsoft.com/office/drawing/2014/main" id="{038B6CC3-2DD6-3B91-765B-9DEA2B7B792A}"/>
              </a:ext>
            </a:extLst>
          </p:cNvPr>
          <p:cNvGrpSpPr/>
          <p:nvPr/>
        </p:nvGrpSpPr>
        <p:grpSpPr>
          <a:xfrm>
            <a:off x="5109778" y="2092355"/>
            <a:ext cx="1021309" cy="720686"/>
            <a:chOff x="5523491" y="2099833"/>
            <a:chExt cx="1021309" cy="720686"/>
          </a:xfrm>
        </p:grpSpPr>
        <p:sp>
          <p:nvSpPr>
            <p:cNvPr id="268" name="Rectangle 55">
              <a:extLst>
                <a:ext uri="{FF2B5EF4-FFF2-40B4-BE49-F238E27FC236}">
                  <a16:creationId xmlns:a16="http://schemas.microsoft.com/office/drawing/2014/main" id="{75A0DA48-F1F2-A864-01F6-DFDFDEBA525F}"/>
                </a:ext>
              </a:extLst>
            </p:cNvPr>
            <p:cNvSpPr/>
            <p:nvPr/>
          </p:nvSpPr>
          <p:spPr>
            <a:xfrm>
              <a:off x="5523491" y="2563974"/>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9" name="OTLSHAPE_T_e17f3958430f4cff8650518c93c7635e_StartDate">
              <a:extLst>
                <a:ext uri="{FF2B5EF4-FFF2-40B4-BE49-F238E27FC236}">
                  <a16:creationId xmlns:a16="http://schemas.microsoft.com/office/drawing/2014/main" id="{6E226F13-FFC7-FBDD-E74C-626F9B58F613}"/>
                </a:ext>
              </a:extLst>
            </p:cNvPr>
            <p:cNvSpPr txBox="1"/>
            <p:nvPr>
              <p:custDataLst>
                <p:tags r:id="rId13"/>
              </p:custDataLst>
            </p:nvPr>
          </p:nvSpPr>
          <p:spPr>
            <a:xfrm>
              <a:off x="5633649" y="2099833"/>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4976117C-AB79-0329-8477-BA267FEC5A0D}"/>
                </a:ext>
              </a:extLst>
            </p:cNvPr>
            <p:cNvSpPr/>
            <p:nvPr/>
          </p:nvSpPr>
          <p:spPr bwMode="auto">
            <a:xfrm>
              <a:off x="603874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76" name="Star: 4 Points 143">
            <a:extLst>
              <a:ext uri="{FF2B5EF4-FFF2-40B4-BE49-F238E27FC236}">
                <a16:creationId xmlns:a16="http://schemas.microsoft.com/office/drawing/2014/main" id="{8C066891-4871-1004-4C87-7F9BB34F324F}"/>
              </a:ext>
            </a:extLst>
          </p:cNvPr>
          <p:cNvSpPr/>
          <p:nvPr/>
        </p:nvSpPr>
        <p:spPr bwMode="auto">
          <a:xfrm>
            <a:off x="2630166" y="454101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8" name="Group 7">
            <a:extLst>
              <a:ext uri="{FF2B5EF4-FFF2-40B4-BE49-F238E27FC236}">
                <a16:creationId xmlns:a16="http://schemas.microsoft.com/office/drawing/2014/main" id="{F126F601-0A3C-7C0D-2316-F545F7071D6B}"/>
              </a:ext>
            </a:extLst>
          </p:cNvPr>
          <p:cNvGrpSpPr/>
          <p:nvPr/>
        </p:nvGrpSpPr>
        <p:grpSpPr>
          <a:xfrm>
            <a:off x="4194288" y="4172897"/>
            <a:ext cx="911145" cy="722963"/>
            <a:chOff x="4295073" y="4172897"/>
            <a:chExt cx="911145" cy="722963"/>
          </a:xfrm>
        </p:grpSpPr>
        <p:sp>
          <p:nvSpPr>
            <p:cNvPr id="261" name="Rectangle 73">
              <a:extLst>
                <a:ext uri="{FF2B5EF4-FFF2-40B4-BE49-F238E27FC236}">
                  <a16:creationId xmlns:a16="http://schemas.microsoft.com/office/drawing/2014/main" id="{96E5E0B1-4C22-09C0-F6AC-5682E15DDEF5}"/>
                </a:ext>
              </a:extLst>
            </p:cNvPr>
            <p:cNvSpPr/>
            <p:nvPr/>
          </p:nvSpPr>
          <p:spPr>
            <a:xfrm>
              <a:off x="4611711" y="4639315"/>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2" name="OTLSHAPE_T_e17f3958430f4cff8650518c93c7635e_StartDate">
              <a:extLst>
                <a:ext uri="{FF2B5EF4-FFF2-40B4-BE49-F238E27FC236}">
                  <a16:creationId xmlns:a16="http://schemas.microsoft.com/office/drawing/2014/main" id="{A5E5FEB3-C015-F934-6490-708A1344B311}"/>
                </a:ext>
              </a:extLst>
            </p:cNvPr>
            <p:cNvSpPr txBox="1"/>
            <p:nvPr>
              <p:custDataLst>
                <p:tags r:id="rId12"/>
              </p:custDataLst>
            </p:nvPr>
          </p:nvSpPr>
          <p:spPr>
            <a:xfrm>
              <a:off x="4295073" y="4172897"/>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Jul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7" name="Star: 4 Points 143">
              <a:extLst>
                <a:ext uri="{FF2B5EF4-FFF2-40B4-BE49-F238E27FC236}">
                  <a16:creationId xmlns:a16="http://schemas.microsoft.com/office/drawing/2014/main" id="{CF7D6FC1-BFE3-9C7F-8E47-EA4A2F8C4149}"/>
                </a:ext>
              </a:extLst>
            </p:cNvPr>
            <p:cNvSpPr/>
            <p:nvPr/>
          </p:nvSpPr>
          <p:spPr bwMode="auto">
            <a:xfrm>
              <a:off x="4658521"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10" name="Group 9">
            <a:extLst>
              <a:ext uri="{FF2B5EF4-FFF2-40B4-BE49-F238E27FC236}">
                <a16:creationId xmlns:a16="http://schemas.microsoft.com/office/drawing/2014/main" id="{700ABAF7-9A1D-FF18-92C8-FCC4B661D4C4}"/>
              </a:ext>
            </a:extLst>
          </p:cNvPr>
          <p:cNvGrpSpPr/>
          <p:nvPr/>
        </p:nvGrpSpPr>
        <p:grpSpPr>
          <a:xfrm>
            <a:off x="5118266" y="4163530"/>
            <a:ext cx="1013539" cy="722962"/>
            <a:chOff x="5523223" y="4172897"/>
            <a:chExt cx="1013539" cy="722962"/>
          </a:xfrm>
        </p:grpSpPr>
        <p:sp>
          <p:nvSpPr>
            <p:cNvPr id="271" name="Rectangle 55">
              <a:extLst>
                <a:ext uri="{FF2B5EF4-FFF2-40B4-BE49-F238E27FC236}">
                  <a16:creationId xmlns:a16="http://schemas.microsoft.com/office/drawing/2014/main" id="{86CB3DBA-177A-2343-F7BB-5C9798AA3186}"/>
                </a:ext>
              </a:extLst>
            </p:cNvPr>
            <p:cNvSpPr/>
            <p:nvPr/>
          </p:nvSpPr>
          <p:spPr>
            <a:xfrm>
              <a:off x="5523223" y="4639315"/>
              <a:ext cx="926857" cy="256544"/>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2" name="OTLSHAPE_T_e17f3958430f4cff8650518c93c7635e_StartDate">
              <a:extLst>
                <a:ext uri="{FF2B5EF4-FFF2-40B4-BE49-F238E27FC236}">
                  <a16:creationId xmlns:a16="http://schemas.microsoft.com/office/drawing/2014/main" id="{8E8BF84D-5A92-EC6F-0038-5502EDC41A5D}"/>
                </a:ext>
              </a:extLst>
            </p:cNvPr>
            <p:cNvSpPr txBox="1"/>
            <p:nvPr>
              <p:custDataLst>
                <p:tags r:id="rId11"/>
              </p:custDataLst>
            </p:nvPr>
          </p:nvSpPr>
          <p:spPr>
            <a:xfrm>
              <a:off x="5625614" y="4172897"/>
              <a:ext cx="911148" cy="164213"/>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8" name="Star: 4 Points 143">
              <a:extLst>
                <a:ext uri="{FF2B5EF4-FFF2-40B4-BE49-F238E27FC236}">
                  <a16:creationId xmlns:a16="http://schemas.microsoft.com/office/drawing/2014/main" id="{ECED2AA1-F320-CC41-B643-41C09545B401}"/>
                </a:ext>
              </a:extLst>
            </p:cNvPr>
            <p:cNvSpPr/>
            <p:nvPr/>
          </p:nvSpPr>
          <p:spPr bwMode="auto">
            <a:xfrm>
              <a:off x="6038400"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12" name="Group 11">
            <a:extLst>
              <a:ext uri="{FF2B5EF4-FFF2-40B4-BE49-F238E27FC236}">
                <a16:creationId xmlns:a16="http://schemas.microsoft.com/office/drawing/2014/main" id="{97CB6443-E9D1-DBD8-576A-77F27F9B9848}"/>
              </a:ext>
            </a:extLst>
          </p:cNvPr>
          <p:cNvGrpSpPr/>
          <p:nvPr/>
        </p:nvGrpSpPr>
        <p:grpSpPr>
          <a:xfrm>
            <a:off x="7624952" y="4133165"/>
            <a:ext cx="840355" cy="769129"/>
            <a:chOff x="6600982" y="4126731"/>
            <a:chExt cx="840355" cy="769129"/>
          </a:xfrm>
        </p:grpSpPr>
        <p:sp>
          <p:nvSpPr>
            <p:cNvPr id="302" name="Rectangle 100">
              <a:extLst>
                <a:ext uri="{FF2B5EF4-FFF2-40B4-BE49-F238E27FC236}">
                  <a16:creationId xmlns:a16="http://schemas.microsoft.com/office/drawing/2014/main" id="{C3B9E7B5-CD20-2827-BE11-17673C41D13A}"/>
                </a:ext>
              </a:extLst>
            </p:cNvPr>
            <p:cNvSpPr/>
            <p:nvPr/>
          </p:nvSpPr>
          <p:spPr>
            <a:xfrm>
              <a:off x="6600982" y="4126731"/>
              <a:ext cx="792205" cy="253916"/>
            </a:xfrm>
            <a:prstGeom prst="rect">
              <a:avLst/>
            </a:prstGeom>
          </p:spPr>
          <p:txBody>
            <a:bodyPr wrap="none" lIns="91440" tIns="45720" rIns="91440" bIns="45720" anchor="t">
              <a:spAutoFit/>
            </a:bodyPr>
            <a:lstStyle/>
            <a:p>
              <a:pPr algn="ctr" defTabSz="914377">
                <a:defRPr/>
              </a:pPr>
              <a:r>
                <a:rPr lang="en-US" altLang="zh-CN" sz="1050" b="1" i="1">
                  <a:solidFill>
                    <a:schemeClr val="bg1">
                      <a:lumMod val="65000"/>
                    </a:schemeClr>
                  </a:solidFill>
                  <a:ea typeface="等线"/>
                  <a:cs typeface="Calibri"/>
                </a:rPr>
                <a:t>Feb 2028</a:t>
              </a:r>
              <a:endParaRPr lang="en-US" altLang="zh-CN" sz="1050" b="1">
                <a:solidFill>
                  <a:schemeClr val="bg1">
                    <a:lumMod val="65000"/>
                  </a:schemeClr>
                </a:solidFill>
                <a:ea typeface="等线"/>
                <a:cs typeface="Calibri"/>
              </a:endParaRPr>
            </a:p>
          </p:txBody>
        </p:sp>
        <p:sp>
          <p:nvSpPr>
            <p:cNvPr id="301" name="Rectangle 55">
              <a:extLst>
                <a:ext uri="{FF2B5EF4-FFF2-40B4-BE49-F238E27FC236}">
                  <a16:creationId xmlns:a16="http://schemas.microsoft.com/office/drawing/2014/main" id="{20B55BB8-3566-02B8-C9C0-62C7336AFAA7}"/>
                </a:ext>
              </a:extLst>
            </p:cNvPr>
            <p:cNvSpPr/>
            <p:nvPr/>
          </p:nvSpPr>
          <p:spPr>
            <a:xfrm>
              <a:off x="6642720" y="4639315"/>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308" name="五角星 55">
              <a:extLst>
                <a:ext uri="{FF2B5EF4-FFF2-40B4-BE49-F238E27FC236}">
                  <a16:creationId xmlns:a16="http://schemas.microsoft.com/office/drawing/2014/main" id="{81F4074F-5F28-5E10-8DED-260E05BFE8B8}"/>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sp>
        <p:nvSpPr>
          <p:cNvPr id="310" name="文本框 160">
            <a:extLst>
              <a:ext uri="{FF2B5EF4-FFF2-40B4-BE49-F238E27FC236}">
                <a16:creationId xmlns:a16="http://schemas.microsoft.com/office/drawing/2014/main" id="{B945789E-8D4A-73F5-7A7E-613CACEA0B39}"/>
              </a:ext>
            </a:extLst>
          </p:cNvPr>
          <p:cNvSpPr txBox="1"/>
          <p:nvPr/>
        </p:nvSpPr>
        <p:spPr>
          <a:xfrm>
            <a:off x="9434891" y="1986398"/>
            <a:ext cx="2725507" cy="1617464"/>
          </a:xfrm>
          <a:prstGeom prst="roundRect">
            <a:avLst/>
          </a:prstGeom>
          <a:noFill/>
          <a:ln>
            <a:solidFill>
              <a:srgbClr val="076D7E"/>
            </a:solidFill>
            <a:prstDash val="lgDash"/>
          </a:ln>
        </p:spPr>
        <p:txBody>
          <a:bodyPr wrap="square" lIns="91440" tIns="45720" rIns="91440" bIns="45720" rtlCol="0" anchor="t">
            <a:spAutoFit/>
          </a:bodyPr>
          <a:lstStyle/>
          <a:p>
            <a:pPr marL="95885" indent="-95885" defTabSz="1219170">
              <a:spcAft>
                <a:spcPts val="267"/>
              </a:spcAft>
              <a:buFont typeface="Arial" panose="020B0604020202020204" pitchFamily="34" charset="0"/>
              <a:buChar char="•"/>
              <a:defRPr/>
            </a:pPr>
            <a:r>
              <a:rPr lang="en-US" altLang="zh-CN" sz="1050">
                <a:cs typeface="Calibri"/>
              </a:rPr>
              <a:t>Futility analysis happened in Apr 2026. Key result will be shared in May 2026.</a:t>
            </a:r>
          </a:p>
          <a:p>
            <a:pPr marL="95885" indent="-95885" defTabSz="1219170">
              <a:spcAft>
                <a:spcPts val="267"/>
              </a:spcAft>
              <a:buFont typeface="Arial" panose="020B0604020202020204" pitchFamily="34" charset="0"/>
              <a:buChar char="•"/>
              <a:defRPr/>
            </a:pPr>
            <a:r>
              <a:rPr lang="en-US" altLang="zh-CN" sz="1050">
                <a:cs typeface="Calibri"/>
              </a:rPr>
              <a:t>NDA timeline has shifted from </a:t>
            </a:r>
            <a:r>
              <a:rPr lang="en-US" altLang="zh-CN" sz="1050">
                <a:highlight>
                  <a:srgbClr val="FFFF00"/>
                </a:highlight>
                <a:cs typeface="Calibri"/>
              </a:rPr>
              <a:t>May 2027 to Jan 2028.  Part3 30 patients will be involved into primary analysis. </a:t>
            </a:r>
          </a:p>
          <a:p>
            <a:pPr marL="95885" indent="-95885" defTabSz="1219170">
              <a:spcAft>
                <a:spcPts val="267"/>
              </a:spcAft>
              <a:buFont typeface="Arial" panose="020B0604020202020204" pitchFamily="34" charset="0"/>
              <a:buChar char="•"/>
              <a:defRPr/>
            </a:pPr>
            <a:r>
              <a:rPr lang="en-US" altLang="zh-CN" sz="1050">
                <a:cs typeface="Calibri"/>
              </a:rPr>
              <a:t>Detailed timeline will be shared in May.</a:t>
            </a:r>
          </a:p>
        </p:txBody>
      </p:sp>
      <p:sp>
        <p:nvSpPr>
          <p:cNvPr id="312" name="文本框 160">
            <a:extLst>
              <a:ext uri="{FF2B5EF4-FFF2-40B4-BE49-F238E27FC236}">
                <a16:creationId xmlns:a16="http://schemas.microsoft.com/office/drawing/2014/main" id="{B30F5C3A-64C8-05AC-FCE8-FDB49B2526AD}"/>
              </a:ext>
            </a:extLst>
          </p:cNvPr>
          <p:cNvSpPr txBox="1"/>
          <p:nvPr/>
        </p:nvSpPr>
        <p:spPr>
          <a:xfrm>
            <a:off x="6202079" y="5400791"/>
            <a:ext cx="4877521" cy="902375"/>
          </a:xfrm>
          <a:prstGeom prst="roundRect">
            <a:avLst/>
          </a:prstGeom>
          <a:noFill/>
          <a:ln>
            <a:solidFill>
              <a:srgbClr val="076D7E"/>
            </a:solidFill>
            <a:prstDash val="lgDash"/>
          </a:ln>
        </p:spPr>
        <p:txBody>
          <a:bodyPr wrap="square" lIns="91440" tIns="45720" rIns="91440" bIns="45720" rtlCol="0" anchor="t">
            <a:spAutoFit/>
          </a:bodyPr>
          <a:lstStyle/>
          <a:p>
            <a:pPr marL="95885" indent="-95885" defTabSz="1219170">
              <a:spcAft>
                <a:spcPts val="267"/>
              </a:spcAft>
              <a:buFont typeface="Arial" panose="020B0604020202020204" pitchFamily="34" charset="0"/>
              <a:buChar char="•"/>
              <a:defRPr/>
            </a:pPr>
            <a:r>
              <a:rPr lang="en-US" sz="1050">
                <a:ea typeface="+mn-lt"/>
                <a:cs typeface="+mn-lt"/>
              </a:rPr>
              <a:t>On 7Apr 2026, </a:t>
            </a:r>
            <a:r>
              <a:rPr lang="en-US" sz="1050">
                <a:solidFill>
                  <a:srgbClr val="000000"/>
                </a:solidFill>
                <a:cs typeface="Calibri"/>
              </a:rPr>
              <a:t> </a:t>
            </a:r>
            <a:r>
              <a:rPr lang="en-US" altLang="zh-CN" sz="1050" i="1">
                <a:solidFill>
                  <a:srgbClr val="000000"/>
                </a:solidFill>
                <a:cs typeface="Calibri"/>
              </a:rPr>
              <a:t>CDE</a:t>
            </a:r>
            <a:r>
              <a:rPr lang="en-US" altLang="zh-CN" sz="1050" i="1">
                <a:cs typeface="Calibri"/>
              </a:rPr>
              <a:t> endorsed CTP amendment for adding part3 30 pts.</a:t>
            </a:r>
          </a:p>
          <a:p>
            <a:pPr marL="95885" indent="-95885" defTabSz="1219170">
              <a:spcAft>
                <a:spcPts val="267"/>
              </a:spcAft>
              <a:buFont typeface="Arial" panose="020B0604020202020204" pitchFamily="34" charset="0"/>
              <a:buChar char="•"/>
              <a:defRPr/>
            </a:pPr>
            <a:r>
              <a:rPr lang="en-US" sz="1050">
                <a:ea typeface="+mn-lt"/>
                <a:cs typeface="+mn-lt"/>
              </a:rPr>
              <a:t>Team is waiting for global update on detail timeline and CTP. </a:t>
            </a:r>
          </a:p>
          <a:p>
            <a:pPr marL="95885" indent="-95885" defTabSz="1219170">
              <a:spcAft>
                <a:spcPts val="267"/>
              </a:spcAft>
              <a:buFont typeface="Arial" panose="020B0604020202020204" pitchFamily="34" charset="0"/>
              <a:buChar char="•"/>
              <a:defRPr/>
            </a:pPr>
            <a:r>
              <a:rPr lang="en-US" sz="1050">
                <a:ea typeface="+mn-lt"/>
                <a:cs typeface="+mn-lt"/>
              </a:rPr>
              <a:t>HA interaction /BTD plan after interim futility analysis will be re-evaluated in early May according to the data.</a:t>
            </a:r>
          </a:p>
        </p:txBody>
      </p:sp>
      <p:grpSp>
        <p:nvGrpSpPr>
          <p:cNvPr id="13" name="Group 12">
            <a:extLst>
              <a:ext uri="{FF2B5EF4-FFF2-40B4-BE49-F238E27FC236}">
                <a16:creationId xmlns:a16="http://schemas.microsoft.com/office/drawing/2014/main" id="{A2487DD6-65E7-5E59-8381-4FCFC6929727}"/>
              </a:ext>
            </a:extLst>
          </p:cNvPr>
          <p:cNvGrpSpPr/>
          <p:nvPr/>
        </p:nvGrpSpPr>
        <p:grpSpPr>
          <a:xfrm>
            <a:off x="9561834" y="4115378"/>
            <a:ext cx="877945" cy="769515"/>
            <a:chOff x="8736829" y="4126345"/>
            <a:chExt cx="877945" cy="769515"/>
          </a:xfrm>
        </p:grpSpPr>
        <p:sp>
          <p:nvSpPr>
            <p:cNvPr id="307" name="Rectangle 100">
              <a:extLst>
                <a:ext uri="{FF2B5EF4-FFF2-40B4-BE49-F238E27FC236}">
                  <a16:creationId xmlns:a16="http://schemas.microsoft.com/office/drawing/2014/main" id="{0438AC28-0BEB-F709-E6E5-9A6B7058A5EE}"/>
                </a:ext>
              </a:extLst>
            </p:cNvPr>
            <p:cNvSpPr/>
            <p:nvPr/>
          </p:nvSpPr>
          <p:spPr>
            <a:xfrm>
              <a:off x="8736829" y="4126345"/>
              <a:ext cx="792205" cy="253916"/>
            </a:xfrm>
            <a:prstGeom prst="rect">
              <a:avLst/>
            </a:prstGeom>
          </p:spPr>
          <p:txBody>
            <a:bodyPr wrap="none" lIns="91440" tIns="45720" rIns="91440" bIns="45720" anchor="t">
              <a:spAutoFit/>
            </a:bodyPr>
            <a:lstStyle/>
            <a:p>
              <a:pPr algn="ctr" defTabSz="914377">
                <a:defRPr/>
              </a:pPr>
              <a:r>
                <a:rPr lang="en-US" altLang="zh-CN" sz="1050" b="1" i="1">
                  <a:solidFill>
                    <a:schemeClr val="bg1">
                      <a:lumMod val="65000"/>
                    </a:schemeClr>
                  </a:solidFill>
                  <a:ea typeface="等线"/>
                  <a:cs typeface="Calibri"/>
                </a:rPr>
                <a:t>Feb 2029</a:t>
              </a:r>
            </a:p>
          </p:txBody>
        </p:sp>
        <p:sp>
          <p:nvSpPr>
            <p:cNvPr id="306" name="Rectangle 55">
              <a:extLst>
                <a:ext uri="{FF2B5EF4-FFF2-40B4-BE49-F238E27FC236}">
                  <a16:creationId xmlns:a16="http://schemas.microsoft.com/office/drawing/2014/main" id="{6CDD8DCF-8938-FB98-99E0-A72D2275BA89}"/>
                </a:ext>
              </a:extLst>
            </p:cNvPr>
            <p:cNvSpPr/>
            <p:nvPr/>
          </p:nvSpPr>
          <p:spPr>
            <a:xfrm>
              <a:off x="8806538" y="4639315"/>
              <a:ext cx="80823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8" name="Graphic 317" descr="Flag with solid fill">
              <a:extLst>
                <a:ext uri="{FF2B5EF4-FFF2-40B4-BE49-F238E27FC236}">
                  <a16:creationId xmlns:a16="http://schemas.microsoft.com/office/drawing/2014/main" id="{35C90A90-8BE5-3013-C565-FD71B613048B}"/>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027776" y="4419855"/>
              <a:ext cx="210312" cy="210312"/>
            </a:xfrm>
            <a:prstGeom prst="rect">
              <a:avLst/>
            </a:prstGeom>
          </p:spPr>
        </p:pic>
      </p:grpSp>
      <p:grpSp>
        <p:nvGrpSpPr>
          <p:cNvPr id="14" name="Group 13">
            <a:extLst>
              <a:ext uri="{FF2B5EF4-FFF2-40B4-BE49-F238E27FC236}">
                <a16:creationId xmlns:a16="http://schemas.microsoft.com/office/drawing/2014/main" id="{6B014C8C-EF9C-3846-CB63-9B1468FFF8B1}"/>
              </a:ext>
            </a:extLst>
          </p:cNvPr>
          <p:cNvGrpSpPr/>
          <p:nvPr/>
        </p:nvGrpSpPr>
        <p:grpSpPr>
          <a:xfrm>
            <a:off x="8589178" y="2024856"/>
            <a:ext cx="808235" cy="766853"/>
            <a:chOff x="7232253" y="2053666"/>
            <a:chExt cx="808235" cy="766853"/>
          </a:xfrm>
        </p:grpSpPr>
        <p:sp>
          <p:nvSpPr>
            <p:cNvPr id="297" name="Rectangle 100">
              <a:extLst>
                <a:ext uri="{FF2B5EF4-FFF2-40B4-BE49-F238E27FC236}">
                  <a16:creationId xmlns:a16="http://schemas.microsoft.com/office/drawing/2014/main" id="{B95ACA1E-10C2-F783-D1D8-EBE68B344864}"/>
                </a:ext>
              </a:extLst>
            </p:cNvPr>
            <p:cNvSpPr/>
            <p:nvPr/>
          </p:nvSpPr>
          <p:spPr>
            <a:xfrm>
              <a:off x="7246225" y="2053666"/>
              <a:ext cx="756938" cy="253916"/>
            </a:xfrm>
            <a:prstGeom prst="rect">
              <a:avLst/>
            </a:prstGeom>
          </p:spPr>
          <p:txBody>
            <a:bodyPr wrap="none" lIns="91440" tIns="45720" rIns="91440" bIns="45720" anchor="t">
              <a:spAutoFit/>
            </a:bodyPr>
            <a:lstStyle/>
            <a:p>
              <a:pPr algn="ctr" defTabSz="914377">
                <a:defRPr/>
              </a:pPr>
              <a:r>
                <a:rPr lang="en-US" altLang="zh-CN" sz="1050" b="1" i="1">
                  <a:solidFill>
                    <a:schemeClr val="bg1">
                      <a:lumMod val="65000"/>
                    </a:schemeClr>
                  </a:solidFill>
                  <a:ea typeface="等线"/>
                  <a:cs typeface="Calibri"/>
                </a:rPr>
                <a:t>Jul 2028</a:t>
              </a:r>
            </a:p>
          </p:txBody>
        </p:sp>
        <p:sp>
          <p:nvSpPr>
            <p:cNvPr id="296" name="Rectangle 55">
              <a:extLst>
                <a:ext uri="{FF2B5EF4-FFF2-40B4-BE49-F238E27FC236}">
                  <a16:creationId xmlns:a16="http://schemas.microsoft.com/office/drawing/2014/main" id="{E4AE6314-E81A-72ED-C6B9-98CBCB72AF96}"/>
                </a:ext>
              </a:extLst>
            </p:cNvPr>
            <p:cNvSpPr/>
            <p:nvPr/>
          </p:nvSpPr>
          <p:spPr>
            <a:xfrm>
              <a:off x="7232253" y="2563974"/>
              <a:ext cx="80823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9" name="Graphic 318" descr="Flag with solid fill">
              <a:extLst>
                <a:ext uri="{FF2B5EF4-FFF2-40B4-BE49-F238E27FC236}">
                  <a16:creationId xmlns:a16="http://schemas.microsoft.com/office/drawing/2014/main" id="{193A42BE-A252-531F-AB70-C614190D45A5}"/>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7450741" y="2347542"/>
              <a:ext cx="210312" cy="210312"/>
            </a:xfrm>
            <a:prstGeom prst="rect">
              <a:avLst/>
            </a:prstGeom>
          </p:spPr>
        </p:pic>
      </p:grpSp>
      <p:grpSp>
        <p:nvGrpSpPr>
          <p:cNvPr id="3" name="Group 2">
            <a:extLst>
              <a:ext uri="{FF2B5EF4-FFF2-40B4-BE49-F238E27FC236}">
                <a16:creationId xmlns:a16="http://schemas.microsoft.com/office/drawing/2014/main" id="{B985AC26-A455-4D1A-7D99-7E76F02CAA6B}"/>
              </a:ext>
            </a:extLst>
          </p:cNvPr>
          <p:cNvGrpSpPr/>
          <p:nvPr/>
        </p:nvGrpSpPr>
        <p:grpSpPr>
          <a:xfrm>
            <a:off x="3608393" y="2634398"/>
            <a:ext cx="1212191" cy="462865"/>
            <a:chOff x="5598686" y="2466002"/>
            <a:chExt cx="1212191" cy="462865"/>
          </a:xfrm>
        </p:grpSpPr>
        <p:sp>
          <p:nvSpPr>
            <p:cNvPr id="18" name="Rectangle 55">
              <a:extLst>
                <a:ext uri="{FF2B5EF4-FFF2-40B4-BE49-F238E27FC236}">
                  <a16:creationId xmlns:a16="http://schemas.microsoft.com/office/drawing/2014/main" id="{EAE2ED4C-0C35-E12B-C39A-F6941A760F8B}"/>
                </a:ext>
              </a:extLst>
            </p:cNvPr>
            <p:cNvSpPr/>
            <p:nvPr/>
          </p:nvSpPr>
          <p:spPr>
            <a:xfrm>
              <a:off x="5598686" y="2672322"/>
              <a:ext cx="121219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Futility analysis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0" name="Star: 4 Points 143">
              <a:extLst>
                <a:ext uri="{FF2B5EF4-FFF2-40B4-BE49-F238E27FC236}">
                  <a16:creationId xmlns:a16="http://schemas.microsoft.com/office/drawing/2014/main" id="{2E64BD88-F018-EED9-F613-4821E7A0ED75}"/>
                </a:ext>
              </a:extLst>
            </p:cNvPr>
            <p:cNvSpPr/>
            <p:nvPr/>
          </p:nvSpPr>
          <p:spPr bwMode="auto">
            <a:xfrm>
              <a:off x="603874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21" name="Group 20">
            <a:extLst>
              <a:ext uri="{FF2B5EF4-FFF2-40B4-BE49-F238E27FC236}">
                <a16:creationId xmlns:a16="http://schemas.microsoft.com/office/drawing/2014/main" id="{99C0FFC8-D184-4ED7-9A6F-3EF5D98CC989}"/>
              </a:ext>
            </a:extLst>
          </p:cNvPr>
          <p:cNvGrpSpPr/>
          <p:nvPr/>
        </p:nvGrpSpPr>
        <p:grpSpPr>
          <a:xfrm>
            <a:off x="3625645" y="4712283"/>
            <a:ext cx="1212191" cy="497911"/>
            <a:chOff x="6248456" y="2630416"/>
            <a:chExt cx="1212191" cy="497911"/>
          </a:xfrm>
        </p:grpSpPr>
        <p:sp>
          <p:nvSpPr>
            <p:cNvPr id="22" name="Rectangle 55">
              <a:extLst>
                <a:ext uri="{FF2B5EF4-FFF2-40B4-BE49-F238E27FC236}">
                  <a16:creationId xmlns:a16="http://schemas.microsoft.com/office/drawing/2014/main" id="{A13CA4E8-5F10-A1A3-A9A0-1C339AEC1C18}"/>
                </a:ext>
              </a:extLst>
            </p:cNvPr>
            <p:cNvSpPr/>
            <p:nvPr/>
          </p:nvSpPr>
          <p:spPr>
            <a:xfrm>
              <a:off x="6248456" y="2871782"/>
              <a:ext cx="121219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Futility analysis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4" name="Star: 4 Points 143">
              <a:extLst>
                <a:ext uri="{FF2B5EF4-FFF2-40B4-BE49-F238E27FC236}">
                  <a16:creationId xmlns:a16="http://schemas.microsoft.com/office/drawing/2014/main" id="{1E3A2E0B-C595-95A9-9430-B77F417AF8CC}"/>
                </a:ext>
              </a:extLst>
            </p:cNvPr>
            <p:cNvSpPr/>
            <p:nvPr/>
          </p:nvSpPr>
          <p:spPr bwMode="auto">
            <a:xfrm>
              <a:off x="6647704" y="263041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cxnSp>
        <p:nvCxnSpPr>
          <p:cNvPr id="27" name="Connector: Elbow 26">
            <a:extLst>
              <a:ext uri="{FF2B5EF4-FFF2-40B4-BE49-F238E27FC236}">
                <a16:creationId xmlns:a16="http://schemas.microsoft.com/office/drawing/2014/main" id="{077D6031-19FA-C818-1186-054B0F8E44D8}"/>
              </a:ext>
            </a:extLst>
          </p:cNvPr>
          <p:cNvCxnSpPr>
            <a:cxnSpLocks/>
          </p:cNvCxnSpPr>
          <p:nvPr/>
        </p:nvCxnSpPr>
        <p:spPr bwMode="gray">
          <a:xfrm rot="16200000" flipH="1">
            <a:off x="3888747" y="5571229"/>
            <a:ext cx="693100" cy="82018"/>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1CA8A3A5-A2E7-A235-4CDE-0D287E45D463}"/>
              </a:ext>
            </a:extLst>
          </p:cNvPr>
          <p:cNvGrpSpPr/>
          <p:nvPr/>
        </p:nvGrpSpPr>
        <p:grpSpPr>
          <a:xfrm>
            <a:off x="4009755" y="5890599"/>
            <a:ext cx="1173719" cy="706771"/>
            <a:chOff x="7049514" y="2113748"/>
            <a:chExt cx="1173719" cy="706771"/>
          </a:xfrm>
        </p:grpSpPr>
        <p:sp>
          <p:nvSpPr>
            <p:cNvPr id="29" name="Rectangle 100">
              <a:extLst>
                <a:ext uri="{FF2B5EF4-FFF2-40B4-BE49-F238E27FC236}">
                  <a16:creationId xmlns:a16="http://schemas.microsoft.com/office/drawing/2014/main" id="{0692F56B-CF2B-C8DD-9E02-732DDC835293}"/>
                </a:ext>
              </a:extLst>
            </p:cNvPr>
            <p:cNvSpPr/>
            <p:nvPr/>
          </p:nvSpPr>
          <p:spPr>
            <a:xfrm>
              <a:off x="7444306" y="2113748"/>
              <a:ext cx="748924"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H2 2026</a:t>
              </a:r>
            </a:p>
          </p:txBody>
        </p:sp>
        <p:sp>
          <p:nvSpPr>
            <p:cNvPr id="30" name="Rectangle 55">
              <a:extLst>
                <a:ext uri="{FF2B5EF4-FFF2-40B4-BE49-F238E27FC236}">
                  <a16:creationId xmlns:a16="http://schemas.microsoft.com/office/drawing/2014/main" id="{A4AC8D3C-3742-584B-BB49-D9DA7BFAF2C6}"/>
                </a:ext>
              </a:extLst>
            </p:cNvPr>
            <p:cNvSpPr/>
            <p:nvPr/>
          </p:nvSpPr>
          <p:spPr>
            <a:xfrm>
              <a:off x="7049514" y="2563974"/>
              <a:ext cx="1173719"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HA interaction</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 name="Graphic 30" descr="Flag with solid fill">
              <a:extLst>
                <a:ext uri="{FF2B5EF4-FFF2-40B4-BE49-F238E27FC236}">
                  <a16:creationId xmlns:a16="http://schemas.microsoft.com/office/drawing/2014/main" id="{720525ED-0E89-9627-954C-16782FE7A92B}"/>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7450741" y="2347542"/>
              <a:ext cx="210312" cy="210312"/>
            </a:xfrm>
            <a:prstGeom prst="rect">
              <a:avLst/>
            </a:prstGeom>
          </p:spPr>
        </p:pic>
      </p:grpSp>
      <p:grpSp>
        <p:nvGrpSpPr>
          <p:cNvPr id="4" name="Group 62">
            <a:extLst>
              <a:ext uri="{FF2B5EF4-FFF2-40B4-BE49-F238E27FC236}">
                <a16:creationId xmlns:a16="http://schemas.microsoft.com/office/drawing/2014/main" id="{8D018DEB-EBAB-8D7D-BE2D-D85526E0B860}"/>
              </a:ext>
            </a:extLst>
          </p:cNvPr>
          <p:cNvGrpSpPr/>
          <p:nvPr/>
        </p:nvGrpSpPr>
        <p:grpSpPr>
          <a:xfrm>
            <a:off x="3917288" y="665657"/>
            <a:ext cx="546747" cy="6134718"/>
            <a:chOff x="1155349" y="1057179"/>
            <a:chExt cx="546747" cy="4601037"/>
          </a:xfrm>
        </p:grpSpPr>
        <p:cxnSp>
          <p:nvCxnSpPr>
            <p:cNvPr id="25" name="Straight Connector 63">
              <a:extLst>
                <a:ext uri="{FF2B5EF4-FFF2-40B4-BE49-F238E27FC236}">
                  <a16:creationId xmlns:a16="http://schemas.microsoft.com/office/drawing/2014/main" id="{138B7920-E26E-3C78-9606-8294ED221DBF}"/>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6" name="OTLSHAPE_T_e17f3958430f4cff8650518c93c7635e_StartDate">
              <a:extLst>
                <a:ext uri="{FF2B5EF4-FFF2-40B4-BE49-F238E27FC236}">
                  <a16:creationId xmlns:a16="http://schemas.microsoft.com/office/drawing/2014/main" id="{98512023-65F8-35C1-4A57-FDF86F3C7C9F}"/>
                </a:ext>
              </a:extLst>
            </p:cNvPr>
            <p:cNvSpPr txBox="1"/>
            <p:nvPr>
              <p:custDataLst>
                <p:tags r:id="rId10"/>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Tree>
    <p:extLst>
      <p:ext uri="{BB962C8B-B14F-4D97-AF65-F5344CB8AC3E}">
        <p14:creationId xmlns:p14="http://schemas.microsoft.com/office/powerpoint/2010/main" val="1048864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3.75E-6 3.33333E-6 L 0.11029 -0.00047 " pathEditMode="relative" rAng="0" ptsTypes="AA">
                                      <p:cBhvr>
                                        <p:cTn id="6" dur="2000" fill="hold"/>
                                        <p:tgtEl>
                                          <p:spTgt spid="11"/>
                                        </p:tgtEl>
                                        <p:attrNameLst>
                                          <p:attrName>ppt_x</p:attrName>
                                          <p:attrName>ppt_y</p:attrName>
                                        </p:attrNameLst>
                                      </p:cBhvr>
                                      <p:rCtr x="5508" y="-23"/>
                                    </p:animMotion>
                                  </p:childTnLst>
                                </p:cTn>
                              </p:par>
                              <p:par>
                                <p:cTn id="7" presetID="10" presetClass="exit" presetSubtype="0" fill="hold" nodeType="withEffect">
                                  <p:stCondLst>
                                    <p:cond delay="0"/>
                                  </p:stCondLst>
                                  <p:childTnLst>
                                    <p:animEffect transition="out" filter="fade">
                                      <p:cBhvr>
                                        <p:cTn id="8" dur="500"/>
                                        <p:tgtEl>
                                          <p:spTgt spid="15"/>
                                        </p:tgtEl>
                                      </p:cBhvr>
                                    </p:animEffect>
                                    <p:set>
                                      <p:cBhvr>
                                        <p:cTn id="9"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6BCEC-68D1-F445-42F3-49077FB7D46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03C4EEB-3112-75DB-FDB9-1A05F639EA0A}"/>
              </a:ext>
            </a:extLst>
          </p:cNvPr>
          <p:cNvSpPr>
            <a:spLocks noGrp="1"/>
          </p:cNvSpPr>
          <p:nvPr>
            <p:ph type="body" sz="quarter" idx="13"/>
          </p:nvPr>
        </p:nvSpPr>
        <p:spPr/>
        <p:txBody>
          <a:bodyPr/>
          <a:lstStyle/>
          <a:p>
            <a:endParaRPr lang="en-US"/>
          </a:p>
        </p:txBody>
      </p:sp>
      <p:sp>
        <p:nvSpPr>
          <p:cNvPr id="4" name="Footer Placeholder 3">
            <a:extLst>
              <a:ext uri="{FF2B5EF4-FFF2-40B4-BE49-F238E27FC236}">
                <a16:creationId xmlns:a16="http://schemas.microsoft.com/office/drawing/2014/main" id="{4DB366C5-9821-7D8E-C54C-3E53C8549252}"/>
              </a:ext>
            </a:extLst>
          </p:cNvPr>
          <p:cNvSpPr>
            <a:spLocks noGrp="1"/>
          </p:cNvSpPr>
          <p:nvPr>
            <p:ph type="ftr" sz="quarter" idx="10"/>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t>Presentation title    |    ONLY FOR INTERNAL USE</a:t>
            </a:r>
          </a:p>
        </p:txBody>
      </p:sp>
      <p:sp>
        <p:nvSpPr>
          <p:cNvPr id="5" name="Slide Number Placeholder 4">
            <a:extLst>
              <a:ext uri="{FF2B5EF4-FFF2-40B4-BE49-F238E27FC236}">
                <a16:creationId xmlns:a16="http://schemas.microsoft.com/office/drawing/2014/main" id="{A187C653-DD12-C2A8-62D2-EC3C2318546B}"/>
              </a:ext>
            </a:extLst>
          </p:cNvPr>
          <p:cNvSpPr>
            <a:spLocks noGrp="1"/>
          </p:cNvSpPr>
          <p:nvPr>
            <p:ph type="sldNum" sz="quarter" idx="11"/>
          </p:nvPr>
        </p:nvSpPr>
        <p:spPr/>
        <p:txBody>
          <a:bodyPr/>
          <a:lstStyle/>
          <a:p>
            <a:fld id="{8FF9B0DE-3FEB-4AA0-B465-B80EF7C1333D}" type="slidenum">
              <a:rPr lang="en-US" smtClean="0"/>
              <a:pPr/>
              <a:t>25</a:t>
            </a:fld>
            <a:endParaRPr lang="en-US"/>
          </a:p>
        </p:txBody>
      </p:sp>
      <p:pic>
        <p:nvPicPr>
          <p:cNvPr id="4098" name="Picture 2">
            <a:extLst>
              <a:ext uri="{FF2B5EF4-FFF2-40B4-BE49-F238E27FC236}">
                <a16:creationId xmlns:a16="http://schemas.microsoft.com/office/drawing/2014/main" id="{48DD9F12-864D-E769-1C51-963D0F94C7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6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5085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1B820-4394-EAFB-9D71-184D2C6425B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5CD81F4-6A77-3976-8115-D9F678C8074E}"/>
              </a:ext>
            </a:extLst>
          </p:cNvPr>
          <p:cNvSpPr>
            <a:spLocks noGrp="1"/>
          </p:cNvSpPr>
          <p:nvPr>
            <p:ph type="body" sz="quarter" idx="13"/>
          </p:nvPr>
        </p:nvSpPr>
        <p:spPr/>
        <p:txBody>
          <a:bodyPr/>
          <a:lstStyle/>
          <a:p>
            <a:endParaRPr lang="en-US"/>
          </a:p>
        </p:txBody>
      </p:sp>
      <p:sp>
        <p:nvSpPr>
          <p:cNvPr id="4" name="Footer Placeholder 3">
            <a:extLst>
              <a:ext uri="{FF2B5EF4-FFF2-40B4-BE49-F238E27FC236}">
                <a16:creationId xmlns:a16="http://schemas.microsoft.com/office/drawing/2014/main" id="{02FD3867-C738-BB3A-DB59-5B964C833012}"/>
              </a:ext>
            </a:extLst>
          </p:cNvPr>
          <p:cNvSpPr>
            <a:spLocks noGrp="1"/>
          </p:cNvSpPr>
          <p:nvPr>
            <p:ph type="ftr" sz="quarter" idx="10"/>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t>Presentation title    |    ONLY FOR INTERNAL USE</a:t>
            </a:r>
          </a:p>
        </p:txBody>
      </p:sp>
      <p:sp>
        <p:nvSpPr>
          <p:cNvPr id="5" name="Slide Number Placeholder 4">
            <a:extLst>
              <a:ext uri="{FF2B5EF4-FFF2-40B4-BE49-F238E27FC236}">
                <a16:creationId xmlns:a16="http://schemas.microsoft.com/office/drawing/2014/main" id="{1B2D79B4-D30C-57FD-201B-F1ABF03CA501}"/>
              </a:ext>
            </a:extLst>
          </p:cNvPr>
          <p:cNvSpPr>
            <a:spLocks noGrp="1"/>
          </p:cNvSpPr>
          <p:nvPr>
            <p:ph type="sldNum" sz="quarter" idx="11"/>
          </p:nvPr>
        </p:nvSpPr>
        <p:spPr/>
        <p:txBody>
          <a:bodyPr/>
          <a:lstStyle/>
          <a:p>
            <a:fld id="{8FF9B0DE-3FEB-4AA0-B465-B80EF7C1333D}" type="slidenum">
              <a:rPr lang="en-US" smtClean="0"/>
              <a:pPr/>
              <a:t>26</a:t>
            </a:fld>
            <a:endParaRPr lang="en-US"/>
          </a:p>
        </p:txBody>
      </p:sp>
      <p:pic>
        <p:nvPicPr>
          <p:cNvPr id="1026" name="Picture 2">
            <a:extLst>
              <a:ext uri="{FF2B5EF4-FFF2-40B4-BE49-F238E27FC236}">
                <a16:creationId xmlns:a16="http://schemas.microsoft.com/office/drawing/2014/main" id="{33F36101-E8F9-7400-9916-4ED93AE6EC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8" y="0"/>
            <a:ext cx="121888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76659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hart 6">
            <a:extLst>
              <a:ext uri="{FF2B5EF4-FFF2-40B4-BE49-F238E27FC236}">
                <a16:creationId xmlns:a16="http://schemas.microsoft.com/office/drawing/2014/main" id="{73207099-613B-4188-B37D-91BA5B30A0AB}"/>
              </a:ext>
            </a:extLst>
          </p:cNvPr>
          <p:cNvGraphicFramePr>
            <a:graphicFrameLocks/>
          </p:cNvGraphicFramePr>
          <p:nvPr/>
        </p:nvGraphicFramePr>
        <p:xfrm>
          <a:off x="17463" y="567915"/>
          <a:ext cx="12131100" cy="4363757"/>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2D60BBF4-9344-8D2B-7794-4B1491A1A113}"/>
              </a:ext>
            </a:extLst>
          </p:cNvPr>
          <p:cNvSpPr/>
          <p:nvPr/>
        </p:nvSpPr>
        <p:spPr bwMode="gray">
          <a:xfrm>
            <a:off x="0" y="4905829"/>
            <a:ext cx="12192000" cy="1952171"/>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IN" sz="1600">
              <a:solidFill>
                <a:schemeClr val="tx1"/>
              </a:solidFill>
            </a:endParaRPr>
          </a:p>
        </p:txBody>
      </p:sp>
      <p:sp>
        <p:nvSpPr>
          <p:cNvPr id="6" name="TextBox 5">
            <a:extLst>
              <a:ext uri="{FF2B5EF4-FFF2-40B4-BE49-F238E27FC236}">
                <a16:creationId xmlns:a16="http://schemas.microsoft.com/office/drawing/2014/main" id="{AF537E49-A5F6-B48B-9AE3-A1B5E5FC074E}"/>
              </a:ext>
            </a:extLst>
          </p:cNvPr>
          <p:cNvSpPr txBox="1"/>
          <p:nvPr/>
        </p:nvSpPr>
        <p:spPr bwMode="gray">
          <a:xfrm>
            <a:off x="2179476" y="6153150"/>
            <a:ext cx="1661049" cy="461665"/>
          </a:xfrm>
          <a:prstGeom prst="rect">
            <a:avLst/>
          </a:prstGeom>
          <a:noFill/>
        </p:spPr>
        <p:txBody>
          <a:bodyPr wrap="square">
            <a:spAutoFit/>
          </a:bodyPr>
          <a:lstStyle/>
          <a:p>
            <a:r>
              <a:rPr lang="en-US" sz="1200">
                <a:solidFill>
                  <a:schemeClr val="bg2"/>
                </a:solidFill>
                <a:latin typeface="+mj-ea"/>
                <a:ea typeface="+mj-ea"/>
              </a:rPr>
              <a:t>Clinical Development</a:t>
            </a:r>
            <a:br>
              <a:rPr lang="en-US" sz="1200">
                <a:solidFill>
                  <a:schemeClr val="bg2"/>
                </a:solidFill>
                <a:latin typeface="+mj-ea"/>
                <a:ea typeface="+mj-ea"/>
              </a:rPr>
            </a:br>
            <a:r>
              <a:rPr lang="en-US" sz="1200">
                <a:solidFill>
                  <a:schemeClr val="bg2"/>
                </a:solidFill>
                <a:latin typeface="+mj-ea"/>
                <a:ea typeface="+mj-ea"/>
              </a:rPr>
              <a:t>and Operations</a:t>
            </a:r>
            <a:endParaRPr lang="en-IN" sz="1200">
              <a:solidFill>
                <a:schemeClr val="bg2"/>
              </a:solidFill>
              <a:latin typeface="+mj-ea"/>
              <a:ea typeface="+mj-ea"/>
            </a:endParaRPr>
          </a:p>
        </p:txBody>
      </p:sp>
      <p:pic>
        <p:nvPicPr>
          <p:cNvPr id="7" name="Grafik 18">
            <a:extLst>
              <a:ext uri="{FF2B5EF4-FFF2-40B4-BE49-F238E27FC236}">
                <a16:creationId xmlns:a16="http://schemas.microsoft.com/office/drawing/2014/main" id="{EC832F38-536E-CAFB-0489-0476A4CEC8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843BA65B-2FE9-DE1F-8D7F-E2B7AE147B5F}"/>
              </a:ext>
              <a:ext uri="{C183D7F6-B498-43B3-948B-1728B52AA6E4}">
                <adec:decorative xmlns:adec="http://schemas.microsoft.com/office/drawing/2017/decorative" val="1"/>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bwMode="gray">
          <a:xfrm>
            <a:off x="479424" y="6165000"/>
            <a:ext cx="1234800" cy="372727"/>
          </a:xfrm>
          <a:prstGeom prst="rect">
            <a:avLst/>
          </a:prstGeom>
        </p:spPr>
      </p:pic>
      <p:sp>
        <p:nvSpPr>
          <p:cNvPr id="18" name="Title 1">
            <a:extLst>
              <a:ext uri="{FF2B5EF4-FFF2-40B4-BE49-F238E27FC236}">
                <a16:creationId xmlns:a16="http://schemas.microsoft.com/office/drawing/2014/main" id="{D17A68D9-B367-80BC-B937-7B76C98B58C2}"/>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endParaRPr lang="en-IN"/>
          </a:p>
        </p:txBody>
      </p:sp>
      <p:sp>
        <p:nvSpPr>
          <p:cNvPr id="16" name="Footer Placeholder 8">
            <a:extLst>
              <a:ext uri="{FF2B5EF4-FFF2-40B4-BE49-F238E27FC236}">
                <a16:creationId xmlns:a16="http://schemas.microsoft.com/office/drawing/2014/main" id="{03496D23-3084-D663-4B61-D2B40F6C5E87}"/>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t>Presentation title    |    ONLY FOR INTERNAL USE</a:t>
            </a:r>
          </a:p>
        </p:txBody>
      </p:sp>
      <p:sp>
        <p:nvSpPr>
          <p:cNvPr id="17" name="Slide Number Placeholder 9">
            <a:extLst>
              <a:ext uri="{FF2B5EF4-FFF2-40B4-BE49-F238E27FC236}">
                <a16:creationId xmlns:a16="http://schemas.microsoft.com/office/drawing/2014/main" id="{F35DB8E2-3297-1EAF-7B4E-8E678FAE16B7}"/>
              </a:ext>
            </a:extLst>
          </p:cNvPr>
          <p:cNvSpPr>
            <a:spLocks noGrp="1"/>
          </p:cNvSpPr>
          <p:nvPr>
            <p:ph type="sldNum" sz="quarter" idx="20"/>
          </p:nvPr>
        </p:nvSpPr>
        <p:spPr/>
        <p:txBody>
          <a:bodyPr/>
          <a:lstStyle/>
          <a:p>
            <a:fld id="{8FF9B0DE-3FEB-4AA0-B465-B80EF7C1333D}" type="slidenum">
              <a:rPr lang="en-US" smtClean="0"/>
              <a:pPr/>
              <a:t>27</a:t>
            </a:fld>
            <a:endParaRPr lang="en-US"/>
          </a:p>
        </p:txBody>
      </p:sp>
      <p:sp>
        <p:nvSpPr>
          <p:cNvPr id="23" name="标题 2">
            <a:extLst>
              <a:ext uri="{FF2B5EF4-FFF2-40B4-BE49-F238E27FC236}">
                <a16:creationId xmlns:a16="http://schemas.microsoft.com/office/drawing/2014/main" id="{1349757C-90D6-7E10-212C-8B1A44C30038}"/>
              </a:ext>
            </a:extLst>
          </p:cNvPr>
          <p:cNvSpPr>
            <a:spLocks noGrp="1"/>
          </p:cNvSpPr>
          <p:nvPr>
            <p:ph type="title"/>
          </p:nvPr>
        </p:nvSpPr>
        <p:spPr>
          <a:xfrm>
            <a:off x="-1" y="257617"/>
            <a:ext cx="12079706" cy="553999"/>
          </a:xfrm>
        </p:spPr>
        <p:txBody>
          <a:bodyPr wrap="square" anchor="t">
            <a:normAutofit/>
          </a:bodyPr>
          <a:lstStyle/>
          <a:p>
            <a:r>
              <a:rPr lang="en-US" altLang="zh-CN" sz="2400"/>
              <a:t>1438-0005 DLL3/CD3</a:t>
            </a:r>
            <a:r>
              <a:rPr lang="zh-CN" altLang="en-US" sz="2400"/>
              <a:t> </a:t>
            </a:r>
            <a:r>
              <a:rPr lang="en-US" altLang="zh-CN" sz="2400" err="1"/>
              <a:t>epNEC</a:t>
            </a:r>
            <a:r>
              <a:rPr lang="en-US" altLang="zh-CN" sz="2400"/>
              <a:t> dated on 16Apr 2026 </a:t>
            </a:r>
            <a:r>
              <a:rPr lang="en-US" altLang="zh-CN" sz="2400" i="1">
                <a:solidFill>
                  <a:srgbClr val="EE6541"/>
                </a:solidFill>
              </a:rPr>
              <a:t>(Global recruitment status)</a:t>
            </a:r>
            <a:endParaRPr lang="en-US" altLang="zh-CN" sz="2400" i="1">
              <a:solidFill>
                <a:srgbClr val="EE6541"/>
              </a:solidFill>
              <a:highlight>
                <a:srgbClr val="FFFF00"/>
              </a:highlight>
            </a:endParaRPr>
          </a:p>
        </p:txBody>
      </p:sp>
      <p:sp>
        <p:nvSpPr>
          <p:cNvPr id="11" name="矩形 10">
            <a:extLst>
              <a:ext uri="{FF2B5EF4-FFF2-40B4-BE49-F238E27FC236}">
                <a16:creationId xmlns:a16="http://schemas.microsoft.com/office/drawing/2014/main" id="{8D95861C-D519-13ED-6F99-0508AAC10C3F}"/>
              </a:ext>
            </a:extLst>
          </p:cNvPr>
          <p:cNvSpPr/>
          <p:nvPr/>
        </p:nvSpPr>
        <p:spPr bwMode="gray">
          <a:xfrm>
            <a:off x="893167" y="683532"/>
            <a:ext cx="1232411" cy="1259964"/>
          </a:xfrm>
          <a:prstGeom prst="rect">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graphicFrame>
        <p:nvGraphicFramePr>
          <p:cNvPr id="12" name="对象 11">
            <a:extLst>
              <a:ext uri="{FF2B5EF4-FFF2-40B4-BE49-F238E27FC236}">
                <a16:creationId xmlns:a16="http://schemas.microsoft.com/office/drawing/2014/main" id="{1FA75A17-FDC8-1A85-038F-C48A46AB8430}"/>
              </a:ext>
            </a:extLst>
          </p:cNvPr>
          <p:cNvGraphicFramePr>
            <a:graphicFrameLocks noChangeAspect="1"/>
          </p:cNvGraphicFramePr>
          <p:nvPr/>
        </p:nvGraphicFramePr>
        <p:xfrm>
          <a:off x="962025" y="912813"/>
          <a:ext cx="1125538" cy="963612"/>
        </p:xfrm>
        <a:graphic>
          <a:graphicData uri="http://schemas.openxmlformats.org/presentationml/2006/ole">
            <mc:AlternateContent xmlns:mc="http://schemas.openxmlformats.org/markup-compatibility/2006">
              <mc:Choice xmlns:v="urn:schemas-microsoft-com:vml" Requires="v">
                <p:oleObj name="Worksheet" showAsIcon="1" r:id="rId5" imgW="834480" imgH="714960" progId="Excel.Sheet.12">
                  <p:embed/>
                </p:oleObj>
              </mc:Choice>
              <mc:Fallback>
                <p:oleObj name="Worksheet" showAsIcon="1" r:id="rId5" imgW="834480" imgH="714960" progId="Excel.Sheet.12">
                  <p:embed/>
                  <p:pic>
                    <p:nvPicPr>
                      <p:cNvPr id="12" name="对象 11">
                        <a:extLst>
                          <a:ext uri="{FF2B5EF4-FFF2-40B4-BE49-F238E27FC236}">
                            <a16:creationId xmlns:a16="http://schemas.microsoft.com/office/drawing/2014/main" id="{1FA75A17-FDC8-1A85-038F-C48A46AB8430}"/>
                          </a:ext>
                        </a:extLst>
                      </p:cNvPr>
                      <p:cNvPicPr/>
                      <p:nvPr/>
                    </p:nvPicPr>
                    <p:blipFill>
                      <a:blip r:embed="rId6"/>
                      <a:stretch>
                        <a:fillRect/>
                      </a:stretch>
                    </p:blipFill>
                    <p:spPr>
                      <a:xfrm>
                        <a:off x="962025" y="912813"/>
                        <a:ext cx="1125538" cy="963612"/>
                      </a:xfrm>
                      <a:prstGeom prst="rect">
                        <a:avLst/>
                      </a:prstGeom>
                    </p:spPr>
                  </p:pic>
                </p:oleObj>
              </mc:Fallback>
            </mc:AlternateContent>
          </a:graphicData>
        </a:graphic>
      </p:graphicFrame>
      <p:graphicFrame>
        <p:nvGraphicFramePr>
          <p:cNvPr id="13" name="表格 12">
            <a:extLst>
              <a:ext uri="{FF2B5EF4-FFF2-40B4-BE49-F238E27FC236}">
                <a16:creationId xmlns:a16="http://schemas.microsoft.com/office/drawing/2014/main" id="{63844AC4-CA50-BAA3-5476-2EE73CF42433}"/>
              </a:ext>
            </a:extLst>
          </p:cNvPr>
          <p:cNvGraphicFramePr>
            <a:graphicFrameLocks noGrp="1"/>
          </p:cNvGraphicFramePr>
          <p:nvPr/>
        </p:nvGraphicFramePr>
        <p:xfrm>
          <a:off x="17462" y="4931673"/>
          <a:ext cx="12158293" cy="1683140"/>
        </p:xfrm>
        <a:graphic>
          <a:graphicData uri="http://schemas.openxmlformats.org/drawingml/2006/table">
            <a:tbl>
              <a:tblPr/>
              <a:tblGrid>
                <a:gridCol w="1916313">
                  <a:extLst>
                    <a:ext uri="{9D8B030D-6E8A-4147-A177-3AD203B41FA5}">
                      <a16:colId xmlns:a16="http://schemas.microsoft.com/office/drawing/2014/main" val="2461738343"/>
                    </a:ext>
                  </a:extLst>
                </a:gridCol>
                <a:gridCol w="617118">
                  <a:extLst>
                    <a:ext uri="{9D8B030D-6E8A-4147-A177-3AD203B41FA5}">
                      <a16:colId xmlns:a16="http://schemas.microsoft.com/office/drawing/2014/main" val="1909887239"/>
                    </a:ext>
                  </a:extLst>
                </a:gridCol>
                <a:gridCol w="617118">
                  <a:extLst>
                    <a:ext uri="{9D8B030D-6E8A-4147-A177-3AD203B41FA5}">
                      <a16:colId xmlns:a16="http://schemas.microsoft.com/office/drawing/2014/main" val="3788389884"/>
                    </a:ext>
                  </a:extLst>
                </a:gridCol>
                <a:gridCol w="562984">
                  <a:extLst>
                    <a:ext uri="{9D8B030D-6E8A-4147-A177-3AD203B41FA5}">
                      <a16:colId xmlns:a16="http://schemas.microsoft.com/office/drawing/2014/main" val="2668252262"/>
                    </a:ext>
                  </a:extLst>
                </a:gridCol>
                <a:gridCol w="562984">
                  <a:extLst>
                    <a:ext uri="{9D8B030D-6E8A-4147-A177-3AD203B41FA5}">
                      <a16:colId xmlns:a16="http://schemas.microsoft.com/office/drawing/2014/main" val="1435629071"/>
                    </a:ext>
                  </a:extLst>
                </a:gridCol>
                <a:gridCol w="562984">
                  <a:extLst>
                    <a:ext uri="{9D8B030D-6E8A-4147-A177-3AD203B41FA5}">
                      <a16:colId xmlns:a16="http://schemas.microsoft.com/office/drawing/2014/main" val="1350491114"/>
                    </a:ext>
                  </a:extLst>
                </a:gridCol>
                <a:gridCol w="562984">
                  <a:extLst>
                    <a:ext uri="{9D8B030D-6E8A-4147-A177-3AD203B41FA5}">
                      <a16:colId xmlns:a16="http://schemas.microsoft.com/office/drawing/2014/main" val="3442856676"/>
                    </a:ext>
                  </a:extLst>
                </a:gridCol>
                <a:gridCol w="562984">
                  <a:extLst>
                    <a:ext uri="{9D8B030D-6E8A-4147-A177-3AD203B41FA5}">
                      <a16:colId xmlns:a16="http://schemas.microsoft.com/office/drawing/2014/main" val="1505004015"/>
                    </a:ext>
                  </a:extLst>
                </a:gridCol>
                <a:gridCol w="562984">
                  <a:extLst>
                    <a:ext uri="{9D8B030D-6E8A-4147-A177-3AD203B41FA5}">
                      <a16:colId xmlns:a16="http://schemas.microsoft.com/office/drawing/2014/main" val="178064901"/>
                    </a:ext>
                  </a:extLst>
                </a:gridCol>
                <a:gridCol w="562984">
                  <a:extLst>
                    <a:ext uri="{9D8B030D-6E8A-4147-A177-3AD203B41FA5}">
                      <a16:colId xmlns:a16="http://schemas.microsoft.com/office/drawing/2014/main" val="2032660874"/>
                    </a:ext>
                  </a:extLst>
                </a:gridCol>
                <a:gridCol w="562984">
                  <a:extLst>
                    <a:ext uri="{9D8B030D-6E8A-4147-A177-3AD203B41FA5}">
                      <a16:colId xmlns:a16="http://schemas.microsoft.com/office/drawing/2014/main" val="2204536533"/>
                    </a:ext>
                  </a:extLst>
                </a:gridCol>
                <a:gridCol w="562984">
                  <a:extLst>
                    <a:ext uri="{9D8B030D-6E8A-4147-A177-3AD203B41FA5}">
                      <a16:colId xmlns:a16="http://schemas.microsoft.com/office/drawing/2014/main" val="352467562"/>
                    </a:ext>
                  </a:extLst>
                </a:gridCol>
                <a:gridCol w="562984">
                  <a:extLst>
                    <a:ext uri="{9D8B030D-6E8A-4147-A177-3AD203B41FA5}">
                      <a16:colId xmlns:a16="http://schemas.microsoft.com/office/drawing/2014/main" val="2049833739"/>
                    </a:ext>
                  </a:extLst>
                </a:gridCol>
                <a:gridCol w="562984">
                  <a:extLst>
                    <a:ext uri="{9D8B030D-6E8A-4147-A177-3AD203B41FA5}">
                      <a16:colId xmlns:a16="http://schemas.microsoft.com/office/drawing/2014/main" val="4144814796"/>
                    </a:ext>
                  </a:extLst>
                </a:gridCol>
                <a:gridCol w="562984">
                  <a:extLst>
                    <a:ext uri="{9D8B030D-6E8A-4147-A177-3AD203B41FA5}">
                      <a16:colId xmlns:a16="http://schemas.microsoft.com/office/drawing/2014/main" val="2604700820"/>
                    </a:ext>
                  </a:extLst>
                </a:gridCol>
                <a:gridCol w="562984">
                  <a:extLst>
                    <a:ext uri="{9D8B030D-6E8A-4147-A177-3AD203B41FA5}">
                      <a16:colId xmlns:a16="http://schemas.microsoft.com/office/drawing/2014/main" val="1614427976"/>
                    </a:ext>
                  </a:extLst>
                </a:gridCol>
                <a:gridCol w="562984">
                  <a:extLst>
                    <a:ext uri="{9D8B030D-6E8A-4147-A177-3AD203B41FA5}">
                      <a16:colId xmlns:a16="http://schemas.microsoft.com/office/drawing/2014/main" val="1412948961"/>
                    </a:ext>
                  </a:extLst>
                </a:gridCol>
                <a:gridCol w="562984">
                  <a:extLst>
                    <a:ext uri="{9D8B030D-6E8A-4147-A177-3AD203B41FA5}">
                      <a16:colId xmlns:a16="http://schemas.microsoft.com/office/drawing/2014/main" val="2503721862"/>
                    </a:ext>
                  </a:extLst>
                </a:gridCol>
                <a:gridCol w="562984">
                  <a:extLst>
                    <a:ext uri="{9D8B030D-6E8A-4147-A177-3AD203B41FA5}">
                      <a16:colId xmlns:a16="http://schemas.microsoft.com/office/drawing/2014/main" val="3687083355"/>
                    </a:ext>
                  </a:extLst>
                </a:gridCol>
              </a:tblGrid>
              <a:tr h="336628">
                <a:tc>
                  <a:txBody>
                    <a:bodyPr/>
                    <a:lstStyle/>
                    <a:p>
                      <a:pPr marL="0" algn="l" defTabSz="914400" rtl="0" eaLnBrk="1" fontAlgn="b" latinLnBrk="0" hangingPunct="1"/>
                      <a:r>
                        <a:rPr lang="sv-SE" sz="1000" b="0" i="0" u="none" strike="noStrike" kern="1200">
                          <a:solidFill>
                            <a:srgbClr val="000000"/>
                          </a:solidFill>
                          <a:effectLst/>
                          <a:latin typeface="+mj-ea"/>
                          <a:ea typeface="+mj-ea"/>
                          <a:cs typeface="+mn-cs"/>
                        </a:rPr>
                        <a:t> Months</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l" defTabSz="914400" rtl="0" eaLnBrk="1" fontAlgn="b" latinLnBrk="0" hangingPunct="1"/>
                      <a:r>
                        <a:rPr lang="sv-SE" sz="950" b="0" i="0" u="none" strike="noStrike" kern="1200">
                          <a:solidFill>
                            <a:srgbClr val="000000"/>
                          </a:solidFill>
                          <a:effectLst/>
                          <a:latin typeface="+mj-ea"/>
                          <a:ea typeface="+mj-ea"/>
                          <a:cs typeface="+mn-cs"/>
                        </a:rPr>
                        <a:t>M</a:t>
                      </a:r>
                      <a:r>
                        <a:rPr lang="en-US" altLang="zh-CN" sz="950" b="0" i="0" u="none" strike="noStrike" kern="1200">
                          <a:solidFill>
                            <a:srgbClr val="000000"/>
                          </a:solidFill>
                          <a:effectLst/>
                          <a:latin typeface="+mj-ea"/>
                          <a:ea typeface="+mj-ea"/>
                          <a:cs typeface="+mn-cs"/>
                        </a:rPr>
                        <a:t>ar-25</a:t>
                      </a:r>
                      <a:endParaRPr lang="sv-SE" sz="950" b="0" i="0" u="none" strike="noStrike" kern="1200">
                        <a:solidFill>
                          <a:srgbClr val="000000"/>
                        </a:solidFill>
                        <a:effectLst/>
                        <a:latin typeface="+mj-ea"/>
                        <a:ea typeface="+mj-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l" defTabSz="914400" rtl="0" eaLnBrk="1" fontAlgn="b" latinLnBrk="0" hangingPunct="1"/>
                      <a:r>
                        <a:rPr lang="sv-SE" sz="950" b="0" i="0" u="none" strike="noStrike" kern="1200">
                          <a:solidFill>
                            <a:srgbClr val="000000"/>
                          </a:solidFill>
                          <a:effectLst/>
                          <a:latin typeface="+mj-ea"/>
                          <a:ea typeface="+mj-ea"/>
                          <a:cs typeface="+mn-cs"/>
                        </a:rPr>
                        <a:t>A</a:t>
                      </a:r>
                      <a:r>
                        <a:rPr lang="en-US" altLang="zh-CN" sz="950" b="0" i="0" u="none" strike="noStrike" kern="1200">
                          <a:solidFill>
                            <a:srgbClr val="000000"/>
                          </a:solidFill>
                          <a:effectLst/>
                          <a:latin typeface="+mj-ea"/>
                          <a:ea typeface="+mj-ea"/>
                          <a:cs typeface="+mn-cs"/>
                        </a:rPr>
                        <a:t>pr</a:t>
                      </a:r>
                      <a:r>
                        <a:rPr lang="sv-SE" sz="950" b="0" i="0" u="none" strike="noStrike" kern="1200">
                          <a:solidFill>
                            <a:srgbClr val="000000"/>
                          </a:solidFill>
                          <a:effectLst/>
                          <a:latin typeface="+mj-ea"/>
                          <a:ea typeface="+mj-ea"/>
                          <a:cs typeface="+mn-cs"/>
                        </a:rPr>
                        <a:t>-25</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l" defTabSz="914400" rtl="0" eaLnBrk="1" fontAlgn="b" latinLnBrk="0" hangingPunct="1"/>
                      <a:r>
                        <a:rPr lang="sv-SE" altLang="zh-CN" sz="950" b="0" i="0" u="none" strike="noStrike" kern="1200">
                          <a:solidFill>
                            <a:srgbClr val="000000"/>
                          </a:solidFill>
                          <a:effectLst/>
                          <a:latin typeface="+mj-ea"/>
                          <a:ea typeface="+mj-ea"/>
                          <a:cs typeface="+mn-cs"/>
                        </a:rPr>
                        <a:t>M</a:t>
                      </a:r>
                      <a:r>
                        <a:rPr lang="en-US" altLang="zh-CN" sz="950" b="0" i="0" u="none" strike="noStrike" kern="1200">
                          <a:solidFill>
                            <a:srgbClr val="000000"/>
                          </a:solidFill>
                          <a:effectLst/>
                          <a:latin typeface="+mj-ea"/>
                          <a:ea typeface="+mj-ea"/>
                          <a:cs typeface="+mn-cs"/>
                        </a:rPr>
                        <a:t>ay</a:t>
                      </a:r>
                      <a:r>
                        <a:rPr lang="sv-SE" altLang="zh-CN" sz="950" b="0" i="0" u="none" strike="noStrike" kern="1200">
                          <a:solidFill>
                            <a:srgbClr val="000000"/>
                          </a:solidFill>
                          <a:effectLst/>
                          <a:latin typeface="+mj-ea"/>
                          <a:ea typeface="+mj-ea"/>
                          <a:cs typeface="+mn-cs"/>
                        </a:rPr>
                        <a:t>-25</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l" defTabSz="914400" rtl="0" eaLnBrk="1" fontAlgn="b" latinLnBrk="0" hangingPunct="1"/>
                      <a:r>
                        <a:rPr lang="sv-SE" altLang="zh-CN" sz="950" b="0" i="0" u="none" strike="noStrike" kern="1200">
                          <a:solidFill>
                            <a:srgbClr val="000000"/>
                          </a:solidFill>
                          <a:effectLst/>
                          <a:latin typeface="+mj-ea"/>
                          <a:ea typeface="+mj-ea"/>
                          <a:cs typeface="+mn-cs"/>
                        </a:rPr>
                        <a:t>J</a:t>
                      </a:r>
                      <a:r>
                        <a:rPr lang="en-US" altLang="zh-CN" sz="950" b="0" i="0" u="none" strike="noStrike" kern="1200">
                          <a:solidFill>
                            <a:srgbClr val="000000"/>
                          </a:solidFill>
                          <a:effectLst/>
                          <a:latin typeface="+mj-ea"/>
                          <a:ea typeface="+mj-ea"/>
                          <a:cs typeface="+mn-cs"/>
                        </a:rPr>
                        <a:t>un</a:t>
                      </a:r>
                      <a:r>
                        <a:rPr lang="sv-SE" altLang="zh-CN" sz="950" b="0" i="0" u="none" strike="noStrike" kern="1200">
                          <a:solidFill>
                            <a:srgbClr val="000000"/>
                          </a:solidFill>
                          <a:effectLst/>
                          <a:latin typeface="+mj-ea"/>
                          <a:ea typeface="+mj-ea"/>
                          <a:cs typeface="+mn-cs"/>
                        </a:rPr>
                        <a:t>-25</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l" defTabSz="914400" rtl="0" eaLnBrk="1" fontAlgn="b" latinLnBrk="0" hangingPunct="1"/>
                      <a:r>
                        <a:rPr lang="sv-SE" altLang="zh-CN" sz="950" b="0" i="0" u="none" strike="noStrike" kern="1200">
                          <a:solidFill>
                            <a:srgbClr val="000000"/>
                          </a:solidFill>
                          <a:effectLst/>
                          <a:latin typeface="+mj-ea"/>
                          <a:ea typeface="+mj-ea"/>
                          <a:cs typeface="+mn-cs"/>
                        </a:rPr>
                        <a:t>J</a:t>
                      </a:r>
                      <a:r>
                        <a:rPr lang="en-US" altLang="zh-CN" sz="950" b="0" i="0" u="none" strike="noStrike" kern="1200">
                          <a:solidFill>
                            <a:srgbClr val="000000"/>
                          </a:solidFill>
                          <a:effectLst/>
                          <a:latin typeface="+mj-ea"/>
                          <a:ea typeface="+mj-ea"/>
                          <a:cs typeface="+mn-cs"/>
                        </a:rPr>
                        <a:t>ul</a:t>
                      </a:r>
                      <a:r>
                        <a:rPr lang="sv-SE" altLang="zh-CN" sz="950" b="0" i="0" u="none" strike="noStrike" kern="1200">
                          <a:solidFill>
                            <a:srgbClr val="000000"/>
                          </a:solidFill>
                          <a:effectLst/>
                          <a:latin typeface="+mj-ea"/>
                          <a:ea typeface="+mj-ea"/>
                          <a:cs typeface="+mn-cs"/>
                        </a:rPr>
                        <a:t>-25</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l" defTabSz="914400" rtl="0" eaLnBrk="1" fontAlgn="b" latinLnBrk="0" hangingPunct="1"/>
                      <a:r>
                        <a:rPr lang="sv-SE" altLang="zh-CN" sz="950" b="0" i="0" u="none" strike="noStrike" kern="1200">
                          <a:solidFill>
                            <a:srgbClr val="000000"/>
                          </a:solidFill>
                          <a:effectLst/>
                          <a:latin typeface="+mj-ea"/>
                          <a:ea typeface="+mj-ea"/>
                          <a:cs typeface="+mn-cs"/>
                        </a:rPr>
                        <a:t>A</a:t>
                      </a:r>
                      <a:r>
                        <a:rPr lang="en-US" altLang="zh-CN" sz="950" b="0" i="0" u="none" strike="noStrike" kern="1200">
                          <a:solidFill>
                            <a:srgbClr val="000000"/>
                          </a:solidFill>
                          <a:effectLst/>
                          <a:latin typeface="+mj-ea"/>
                          <a:ea typeface="+mj-ea"/>
                          <a:cs typeface="+mn-cs"/>
                        </a:rPr>
                        <a:t>ug</a:t>
                      </a:r>
                      <a:r>
                        <a:rPr lang="sv-SE" altLang="zh-CN" sz="950" b="0" i="0" u="none" strike="noStrike" kern="1200">
                          <a:solidFill>
                            <a:srgbClr val="000000"/>
                          </a:solidFill>
                          <a:effectLst/>
                          <a:latin typeface="+mj-ea"/>
                          <a:ea typeface="+mj-ea"/>
                          <a:cs typeface="+mn-cs"/>
                        </a:rPr>
                        <a:t>-25</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a:solidFill>
                            <a:srgbClr val="000000"/>
                          </a:solidFill>
                          <a:effectLst/>
                          <a:latin typeface="+mj-ea"/>
                          <a:ea typeface="+mj-ea"/>
                        </a:rPr>
                        <a:t>S</a:t>
                      </a:r>
                      <a:r>
                        <a:rPr lang="en-US" altLang="zh-CN" sz="950" b="0" i="0" u="none" strike="noStrike">
                          <a:solidFill>
                            <a:srgbClr val="000000"/>
                          </a:solidFill>
                          <a:effectLst/>
                          <a:latin typeface="+mj-ea"/>
                          <a:ea typeface="+mj-ea"/>
                        </a:rPr>
                        <a:t>ep</a:t>
                      </a:r>
                      <a:r>
                        <a:rPr lang="sv-SE" sz="950" b="0" i="0" u="none" strike="noStrike">
                          <a:solidFill>
                            <a:srgbClr val="000000"/>
                          </a:solidFill>
                          <a:effectLst/>
                          <a:latin typeface="+mj-ea"/>
                          <a:ea typeface="+mj-ea"/>
                        </a:rPr>
                        <a:t>-25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a:solidFill>
                            <a:srgbClr val="000000"/>
                          </a:solidFill>
                          <a:effectLst/>
                          <a:latin typeface="+mj-ea"/>
                          <a:ea typeface="+mj-ea"/>
                        </a:rPr>
                        <a:t>O</a:t>
                      </a:r>
                      <a:r>
                        <a:rPr lang="en-US" altLang="zh-CN" sz="950" b="0" i="0" u="none" strike="noStrike">
                          <a:solidFill>
                            <a:srgbClr val="000000"/>
                          </a:solidFill>
                          <a:effectLst/>
                          <a:latin typeface="+mj-ea"/>
                          <a:ea typeface="+mj-ea"/>
                        </a:rPr>
                        <a:t>ct</a:t>
                      </a:r>
                      <a:r>
                        <a:rPr lang="sv-SE" sz="950" b="0" i="0" u="none" strike="noStrike">
                          <a:solidFill>
                            <a:srgbClr val="000000"/>
                          </a:solidFill>
                          <a:effectLst/>
                          <a:latin typeface="+mj-ea"/>
                          <a:ea typeface="+mj-ea"/>
                        </a:rPr>
                        <a:t>-25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a:solidFill>
                            <a:srgbClr val="000000"/>
                          </a:solidFill>
                          <a:effectLst/>
                          <a:latin typeface="+mj-ea"/>
                          <a:ea typeface="+mj-ea"/>
                        </a:rPr>
                        <a:t>N</a:t>
                      </a:r>
                      <a:r>
                        <a:rPr lang="en-US" altLang="zh-CN" sz="950" b="0" i="0" u="none" strike="noStrike">
                          <a:solidFill>
                            <a:srgbClr val="000000"/>
                          </a:solidFill>
                          <a:effectLst/>
                          <a:latin typeface="+mj-ea"/>
                          <a:ea typeface="+mj-ea"/>
                        </a:rPr>
                        <a:t>ov</a:t>
                      </a:r>
                      <a:r>
                        <a:rPr lang="sv-SE" sz="950" b="0" i="0" u="none" strike="noStrike">
                          <a:solidFill>
                            <a:srgbClr val="000000"/>
                          </a:solidFill>
                          <a:effectLst/>
                          <a:latin typeface="+mj-ea"/>
                          <a:ea typeface="+mj-ea"/>
                        </a:rPr>
                        <a:t>-25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a:solidFill>
                            <a:srgbClr val="000000"/>
                          </a:solidFill>
                          <a:effectLst/>
                          <a:latin typeface="+mj-ea"/>
                          <a:ea typeface="+mj-ea"/>
                        </a:rPr>
                        <a:t>D</a:t>
                      </a:r>
                      <a:r>
                        <a:rPr lang="en-US" altLang="zh-CN" sz="950" b="0" i="0" u="none" strike="noStrike">
                          <a:solidFill>
                            <a:srgbClr val="000000"/>
                          </a:solidFill>
                          <a:effectLst/>
                          <a:latin typeface="+mj-ea"/>
                          <a:ea typeface="+mj-ea"/>
                        </a:rPr>
                        <a:t>ec</a:t>
                      </a:r>
                      <a:r>
                        <a:rPr lang="sv-SE" sz="950" b="0" i="0" u="none" strike="noStrike">
                          <a:solidFill>
                            <a:srgbClr val="000000"/>
                          </a:solidFill>
                          <a:effectLst/>
                          <a:latin typeface="+mj-ea"/>
                          <a:ea typeface="+mj-ea"/>
                        </a:rPr>
                        <a:t>-25</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a:solidFill>
                            <a:srgbClr val="000000"/>
                          </a:solidFill>
                          <a:effectLst/>
                          <a:latin typeface="+mj-ea"/>
                          <a:ea typeface="+mj-ea"/>
                        </a:rPr>
                        <a:t>J</a:t>
                      </a:r>
                      <a:r>
                        <a:rPr lang="en-US" altLang="zh-CN" sz="950" b="0" i="0" u="none" strike="noStrike">
                          <a:solidFill>
                            <a:srgbClr val="000000"/>
                          </a:solidFill>
                          <a:effectLst/>
                          <a:latin typeface="+mj-ea"/>
                          <a:ea typeface="+mj-ea"/>
                        </a:rPr>
                        <a:t>an</a:t>
                      </a:r>
                      <a:r>
                        <a:rPr lang="sv-SE" sz="950" b="0" i="0" u="none" strike="noStrike">
                          <a:solidFill>
                            <a:srgbClr val="000000"/>
                          </a:solidFill>
                          <a:effectLst/>
                          <a:latin typeface="+mj-ea"/>
                          <a:ea typeface="+mj-ea"/>
                        </a:rPr>
                        <a:t>-26</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kern="1200">
                          <a:solidFill>
                            <a:srgbClr val="000000"/>
                          </a:solidFill>
                          <a:effectLst/>
                          <a:latin typeface="+mj-ea"/>
                          <a:ea typeface="+mj-ea"/>
                          <a:cs typeface="+mn-cs"/>
                        </a:rPr>
                        <a:t>F</a:t>
                      </a:r>
                      <a:r>
                        <a:rPr lang="en-US" altLang="zh-CN" sz="950" b="0" i="0" u="none" strike="noStrike" kern="1200">
                          <a:solidFill>
                            <a:srgbClr val="000000"/>
                          </a:solidFill>
                          <a:effectLst/>
                          <a:latin typeface="+mj-ea"/>
                          <a:ea typeface="+mj-ea"/>
                          <a:cs typeface="+mn-cs"/>
                        </a:rPr>
                        <a:t>eb</a:t>
                      </a:r>
                      <a:r>
                        <a:rPr lang="sv-SE" sz="950" b="0" i="0" u="none" strike="noStrike" kern="1200">
                          <a:solidFill>
                            <a:srgbClr val="000000"/>
                          </a:solidFill>
                          <a:effectLst/>
                          <a:latin typeface="+mj-ea"/>
                          <a:ea typeface="+mj-ea"/>
                          <a:cs typeface="+mn-cs"/>
                        </a:rPr>
                        <a:t>-26</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kern="1200">
                          <a:solidFill>
                            <a:srgbClr val="000000"/>
                          </a:solidFill>
                          <a:effectLst/>
                          <a:latin typeface="+mj-ea"/>
                          <a:ea typeface="+mj-ea"/>
                          <a:cs typeface="+mn-cs"/>
                        </a:rPr>
                        <a:t>M</a:t>
                      </a:r>
                      <a:r>
                        <a:rPr lang="en-US" altLang="zh-CN" sz="950" b="0" i="0" u="none" strike="noStrike" kern="1200">
                          <a:solidFill>
                            <a:srgbClr val="000000"/>
                          </a:solidFill>
                          <a:effectLst/>
                          <a:latin typeface="+mj-ea"/>
                          <a:ea typeface="+mj-ea"/>
                          <a:cs typeface="+mn-cs"/>
                        </a:rPr>
                        <a:t>ar</a:t>
                      </a:r>
                      <a:r>
                        <a:rPr lang="sv-SE" sz="950" b="0" i="0" u="none" strike="noStrike" kern="1200">
                          <a:solidFill>
                            <a:srgbClr val="000000"/>
                          </a:solidFill>
                          <a:effectLst/>
                          <a:latin typeface="+mj-ea"/>
                          <a:ea typeface="+mj-ea"/>
                          <a:cs typeface="+mn-cs"/>
                        </a:rPr>
                        <a:t>-26</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kern="1200">
                          <a:solidFill>
                            <a:srgbClr val="000000"/>
                          </a:solidFill>
                          <a:effectLst/>
                          <a:latin typeface="+mj-ea"/>
                          <a:ea typeface="+mj-ea"/>
                          <a:cs typeface="+mn-cs"/>
                        </a:rPr>
                        <a:t>A</a:t>
                      </a:r>
                      <a:r>
                        <a:rPr lang="en-US" altLang="zh-CN" sz="950" b="0" i="0" u="none" strike="noStrike" kern="1200">
                          <a:solidFill>
                            <a:srgbClr val="000000"/>
                          </a:solidFill>
                          <a:effectLst/>
                          <a:latin typeface="+mj-ea"/>
                          <a:ea typeface="+mj-ea"/>
                          <a:cs typeface="+mn-cs"/>
                        </a:rPr>
                        <a:t>pr-26</a:t>
                      </a:r>
                      <a:endParaRPr lang="sv-SE" sz="950" b="0" i="0" u="none" strike="noStrike" kern="1200">
                        <a:solidFill>
                          <a:srgbClr val="000000"/>
                        </a:solidFill>
                        <a:effectLst/>
                        <a:latin typeface="+mj-ea"/>
                        <a:ea typeface="+mj-ea"/>
                        <a:cs typeface="+mn-cs"/>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l" defTabSz="914400" rtl="0" eaLnBrk="1" fontAlgn="b" latinLnBrk="0" hangingPunct="1"/>
                      <a:r>
                        <a:rPr lang="sv-SE" altLang="zh-CN" sz="950" b="0" i="0" u="none" strike="noStrike" kern="1200">
                          <a:solidFill>
                            <a:srgbClr val="000000"/>
                          </a:solidFill>
                          <a:effectLst/>
                          <a:latin typeface="+mj-ea"/>
                          <a:ea typeface="+mj-ea"/>
                          <a:cs typeface="+mn-cs"/>
                        </a:rPr>
                        <a:t>M</a:t>
                      </a:r>
                      <a:r>
                        <a:rPr lang="en-US" altLang="zh-CN" sz="950" b="0" i="0" u="none" strike="noStrike" kern="1200">
                          <a:solidFill>
                            <a:srgbClr val="000000"/>
                          </a:solidFill>
                          <a:effectLst/>
                          <a:latin typeface="+mj-ea"/>
                          <a:ea typeface="+mj-ea"/>
                          <a:cs typeface="+mn-cs"/>
                        </a:rPr>
                        <a:t>ay</a:t>
                      </a:r>
                      <a:r>
                        <a:rPr lang="sv-SE" altLang="zh-CN" sz="950" b="0" i="0" u="none" strike="noStrike" kern="1200">
                          <a:solidFill>
                            <a:srgbClr val="000000"/>
                          </a:solidFill>
                          <a:effectLst/>
                          <a:latin typeface="+mj-ea"/>
                          <a:ea typeface="+mj-ea"/>
                          <a:cs typeface="+mn-cs"/>
                        </a:rPr>
                        <a:t>-26</a:t>
                      </a: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kern="1200">
                          <a:solidFill>
                            <a:srgbClr val="000000"/>
                          </a:solidFill>
                          <a:effectLst/>
                          <a:latin typeface="+mj-ea"/>
                          <a:ea typeface="+mj-ea"/>
                          <a:cs typeface="+mn-cs"/>
                        </a:rPr>
                        <a:t>J</a:t>
                      </a:r>
                      <a:r>
                        <a:rPr lang="en-US" altLang="zh-CN" sz="950" b="0" i="0" u="none" strike="noStrike" kern="1200">
                          <a:solidFill>
                            <a:srgbClr val="000000"/>
                          </a:solidFill>
                          <a:effectLst/>
                          <a:latin typeface="+mj-ea"/>
                          <a:ea typeface="+mj-ea"/>
                          <a:cs typeface="+mn-cs"/>
                        </a:rPr>
                        <a:t>un-26</a:t>
                      </a:r>
                      <a:endParaRPr lang="sv-SE" sz="950" b="0" i="0" u="none" strike="noStrike" kern="1200">
                        <a:solidFill>
                          <a:srgbClr val="000000"/>
                        </a:solidFill>
                        <a:effectLst/>
                        <a:latin typeface="+mj-ea"/>
                        <a:ea typeface="+mj-ea"/>
                        <a:cs typeface="+mn-cs"/>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kern="1200">
                          <a:solidFill>
                            <a:srgbClr val="000000"/>
                          </a:solidFill>
                          <a:effectLst/>
                          <a:latin typeface="+mj-ea"/>
                          <a:ea typeface="+mj-ea"/>
                          <a:cs typeface="+mn-cs"/>
                        </a:rPr>
                        <a:t>J</a:t>
                      </a:r>
                      <a:r>
                        <a:rPr lang="en-US" altLang="zh-CN" sz="950" b="0" i="0" u="none" strike="noStrike" kern="1200">
                          <a:solidFill>
                            <a:srgbClr val="000000"/>
                          </a:solidFill>
                          <a:effectLst/>
                          <a:latin typeface="+mj-ea"/>
                          <a:ea typeface="+mj-ea"/>
                          <a:cs typeface="+mn-cs"/>
                        </a:rPr>
                        <a:t>ul-26</a:t>
                      </a:r>
                      <a:endParaRPr lang="sv-SE" sz="950" b="0" i="0" u="none" strike="noStrike" kern="1200">
                        <a:solidFill>
                          <a:srgbClr val="000000"/>
                        </a:solidFill>
                        <a:effectLst/>
                        <a:latin typeface="+mj-ea"/>
                        <a:ea typeface="+mj-ea"/>
                        <a:cs typeface="+mn-cs"/>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l" rtl="0" fontAlgn="b"/>
                      <a:r>
                        <a:rPr lang="sv-SE" sz="950" b="0" i="0" u="none" strike="noStrike" kern="1200">
                          <a:solidFill>
                            <a:srgbClr val="000000"/>
                          </a:solidFill>
                          <a:effectLst/>
                          <a:latin typeface="+mj-ea"/>
                          <a:ea typeface="+mj-ea"/>
                          <a:cs typeface="+mn-cs"/>
                        </a:rPr>
                        <a:t>A</a:t>
                      </a:r>
                      <a:r>
                        <a:rPr lang="en-US" altLang="zh-CN" sz="950" b="0" i="0" u="none" strike="noStrike" kern="1200">
                          <a:solidFill>
                            <a:srgbClr val="000000"/>
                          </a:solidFill>
                          <a:effectLst/>
                          <a:latin typeface="+mj-ea"/>
                          <a:ea typeface="+mj-ea"/>
                          <a:cs typeface="+mn-cs"/>
                        </a:rPr>
                        <a:t>ug-26</a:t>
                      </a:r>
                      <a:endParaRPr lang="sv-SE" sz="950" b="0" i="0" u="none" strike="noStrike" kern="1200">
                        <a:solidFill>
                          <a:srgbClr val="000000"/>
                        </a:solidFill>
                        <a:effectLst/>
                        <a:latin typeface="+mj-ea"/>
                        <a:ea typeface="+mj-ea"/>
                        <a:cs typeface="+mn-cs"/>
                      </a:endParaRPr>
                    </a:p>
                  </a:txBody>
                  <a:tcPr marL="144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2721286164"/>
                  </a:ext>
                </a:extLst>
              </a:tr>
              <a:tr h="336628">
                <a:tc>
                  <a:txBody>
                    <a:bodyPr/>
                    <a:lstStyle/>
                    <a:p>
                      <a:pPr marL="0" algn="l" defTabSz="914400" rtl="0" eaLnBrk="1" fontAlgn="b" latinLnBrk="0" hangingPunct="1"/>
                      <a:r>
                        <a:rPr lang="en-US" sz="1000" b="0" i="0" u="none" strike="noStrike" kern="1200">
                          <a:solidFill>
                            <a:srgbClr val="000000"/>
                          </a:solidFill>
                          <a:effectLst/>
                          <a:latin typeface="+mj-ea"/>
                          <a:ea typeface="+mj-ea"/>
                          <a:cs typeface="+mn-cs"/>
                        </a:rPr>
                        <a:t>Patients Enrolled (Plan</a:t>
                      </a:r>
                      <a:r>
                        <a:rPr lang="en-US" altLang="zh-CN" sz="1000" b="0" i="0" u="none" strike="noStrike" kern="1200">
                          <a:solidFill>
                            <a:srgbClr val="000000"/>
                          </a:solidFill>
                          <a:effectLst/>
                          <a:latin typeface="+mj-ea"/>
                          <a:ea typeface="+mj-ea"/>
                          <a:cs typeface="+mn-cs"/>
                        </a:rPr>
                        <a:t>ned</a:t>
                      </a:r>
                      <a:r>
                        <a:rPr lang="en-US" sz="1000" b="0" i="0" u="none" strike="noStrike" kern="1200">
                          <a:solidFill>
                            <a:srgbClr val="000000"/>
                          </a:solidFill>
                          <a:effectLst/>
                          <a:latin typeface="+mj-ea"/>
                          <a:ea typeface="+mj-ea"/>
                          <a:cs typeface="+mn-cs"/>
                        </a:rPr>
                        <a:t>)</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t"/>
                      <a:r>
                        <a:rPr lang="en-US" altLang="zh-CN" sz="1000" b="0" i="0" u="none" strike="noStrike">
                          <a:solidFill>
                            <a:srgbClr val="000000"/>
                          </a:solidFill>
                          <a:effectLst/>
                          <a:latin typeface="+mj-ea"/>
                          <a:ea typeface="+mj-ea"/>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j-ea"/>
                          <a:ea typeface="+mj-ea"/>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j-ea"/>
                          <a:ea typeface="+mj-ea"/>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j-ea"/>
                          <a:ea typeface="+mj-ea"/>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j-ea"/>
                          <a:ea typeface="+mj-ea"/>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j-ea"/>
                          <a:ea typeface="+mj-ea"/>
                        </a:rPr>
                        <a:t>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j-ea"/>
                          <a:ea typeface="+mj-ea"/>
                        </a:rPr>
                        <a:t>11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j-ea"/>
                          <a:ea typeface="+mj-ea"/>
                        </a:rPr>
                        <a:t>15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j-ea"/>
                          <a:ea typeface="+mj-ea"/>
                        </a:rPr>
                        <a:t>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r>
                        <a:rPr lang="en-US" altLang="zh-CN" sz="1000" b="0" i="0" u="none" strike="noStrike">
                          <a:solidFill>
                            <a:srgbClr val="000000"/>
                          </a:solidFill>
                          <a:effectLst/>
                          <a:latin typeface="+mj-ea"/>
                          <a:ea typeface="+mj-ea"/>
                        </a:rPr>
                        <a:t>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29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33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41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48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76801046"/>
                  </a:ext>
                </a:extLst>
              </a:tr>
              <a:tr h="336628">
                <a:tc>
                  <a:txBody>
                    <a:bodyPr/>
                    <a:lstStyle/>
                    <a:p>
                      <a:pPr marL="0" algn="l" defTabSz="914400" rtl="0" eaLnBrk="1" fontAlgn="b" latinLnBrk="0" hangingPunct="1"/>
                      <a:r>
                        <a:rPr lang="sv-SE" sz="1000" b="0" i="0" u="none" strike="noStrike" kern="1200">
                          <a:solidFill>
                            <a:srgbClr val="000000"/>
                          </a:solidFill>
                          <a:effectLst/>
                          <a:latin typeface="+mj-ea"/>
                          <a:ea typeface="+mj-ea"/>
                          <a:cs typeface="+mn-cs"/>
                        </a:rPr>
                        <a:t>Patients Enrolled (Actual)</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0</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0</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0</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0</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1</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1</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5</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11</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13</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15</a:t>
                      </a:r>
                      <a:r>
                        <a:rPr lang="zh-CN" altLang="en-US" sz="1000" b="0" i="0" u="none" strike="noStrike" kern="1200">
                          <a:solidFill>
                            <a:srgbClr val="000000"/>
                          </a:solidFill>
                          <a:effectLst/>
                          <a:latin typeface="+mj-ea"/>
                          <a:ea typeface="+mj-ea"/>
                          <a:cs typeface="+mn-cs"/>
                        </a:rPr>
                        <a:t>　</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20</a:t>
                      </a:r>
                      <a:r>
                        <a:rPr lang="zh-CN" altLang="en-US" sz="1000" b="0" i="0" u="none" strike="noStrike" kern="1200">
                          <a:solidFill>
                            <a:srgbClr val="000000"/>
                          </a:solidFill>
                          <a:effectLst/>
                          <a:latin typeface="+mj-ea"/>
                          <a:ea typeface="+mj-ea"/>
                          <a:cs typeface="+mn-cs"/>
                        </a:rPr>
                        <a:t>　</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27</a:t>
                      </a:r>
                      <a:r>
                        <a:rPr lang="zh-CN" altLang="en-US" sz="1000" b="0" i="0" u="none" strike="noStrike" kern="1200">
                          <a:solidFill>
                            <a:srgbClr val="000000"/>
                          </a:solidFill>
                          <a:effectLst/>
                          <a:latin typeface="+mj-ea"/>
                          <a:ea typeface="+mj-ea"/>
                          <a:cs typeface="+mn-cs"/>
                        </a:rPr>
                        <a:t>　</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30</a:t>
                      </a:r>
                      <a:endParaRPr lang="zh-CN" altLang="en-US" sz="1000" b="0" i="0" u="none" strike="noStrike" kern="1200">
                        <a:solidFill>
                          <a:srgbClr val="000000"/>
                        </a:solidFill>
                        <a:effectLst/>
                        <a:latin typeface="+mj-ea"/>
                        <a:ea typeface="+mj-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1" i="0" u="none" strike="noStrike" kern="1200">
                          <a:solidFill>
                            <a:srgbClr val="000000"/>
                          </a:solidFill>
                          <a:effectLst/>
                          <a:latin typeface="+mj-ea"/>
                          <a:ea typeface="+mj-ea"/>
                          <a:cs typeface="+mn-cs"/>
                        </a:rPr>
                        <a:t>33</a:t>
                      </a:r>
                      <a:endParaRPr lang="zh-CN" altLang="en-US" sz="1000" b="1" i="0" u="none" strike="noStrike" kern="1200">
                        <a:solidFill>
                          <a:srgbClr val="000000"/>
                        </a:solidFill>
                        <a:effectLst/>
                        <a:latin typeface="+mj-ea"/>
                        <a:ea typeface="+mj-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j-ea"/>
                        <a:ea typeface="+mj-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j-ea"/>
                        <a:ea typeface="+mj-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j-ea"/>
                        <a:ea typeface="+mj-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j-ea"/>
                        <a:ea typeface="+mj-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82221026"/>
                  </a:ext>
                </a:extLst>
              </a:tr>
              <a:tr h="336628">
                <a:tc>
                  <a:txBody>
                    <a:bodyPr/>
                    <a:lstStyle/>
                    <a:p>
                      <a:pPr marL="0" algn="l" defTabSz="914400" rtl="0" eaLnBrk="1" fontAlgn="b" latinLnBrk="0" hangingPunct="1"/>
                      <a:r>
                        <a:rPr lang="sv-SE" sz="1000" b="0" i="0" u="none" strike="noStrike" kern="1200">
                          <a:solidFill>
                            <a:srgbClr val="000000"/>
                          </a:solidFill>
                          <a:effectLst/>
                          <a:latin typeface="+mj-ea"/>
                          <a:ea typeface="+mj-ea"/>
                          <a:cs typeface="+mn-cs"/>
                        </a:rPr>
                        <a:t>Patient Screened(Planned)</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b"/>
                      <a:r>
                        <a:rPr lang="en-US" altLang="zh-CN" sz="1000" b="0" i="0" u="none" strike="noStrike">
                          <a:solidFill>
                            <a:srgbClr val="000000"/>
                          </a:solidFill>
                          <a:effectLst/>
                          <a:latin typeface="+mj-ea"/>
                          <a:ea typeface="+mj-ea"/>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28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36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3266"/>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53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62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71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81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90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99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108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118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b"/>
                      <a:r>
                        <a:rPr lang="en-US" altLang="zh-CN" sz="1000" b="0" i="0" u="none" strike="noStrike">
                          <a:solidFill>
                            <a:srgbClr val="000000"/>
                          </a:solidFill>
                          <a:effectLst/>
                          <a:latin typeface="+mj-ea"/>
                          <a:ea typeface="+mj-ea"/>
                        </a:rPr>
                        <a:t>125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9212825"/>
                  </a:ext>
                </a:extLst>
              </a:tr>
              <a:tr h="336628">
                <a:tc>
                  <a:txBody>
                    <a:bodyPr/>
                    <a:lstStyle/>
                    <a:p>
                      <a:pPr marL="0" algn="l" defTabSz="914400" rtl="0" eaLnBrk="1" fontAlgn="b" latinLnBrk="0" hangingPunct="1"/>
                      <a:r>
                        <a:rPr lang="sv-SE" sz="1000" b="0" i="0" u="none" strike="noStrike" kern="1200">
                          <a:solidFill>
                            <a:srgbClr val="000000"/>
                          </a:solidFill>
                          <a:effectLst/>
                          <a:latin typeface="+mj-ea"/>
                          <a:ea typeface="+mj-ea"/>
                          <a:cs typeface="+mn-cs"/>
                        </a:rPr>
                        <a:t>Patient Screened(Actual)</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0</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0</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1</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2</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12</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22</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50</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77</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3266"/>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108</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143</a:t>
                      </a:r>
                      <a:r>
                        <a:rPr lang="zh-CN" altLang="en-US" sz="1000" b="0" i="0" u="none" strike="noStrike" kern="1200">
                          <a:solidFill>
                            <a:srgbClr val="000000"/>
                          </a:solidFill>
                          <a:effectLst/>
                          <a:latin typeface="+mj-ea"/>
                          <a:ea typeface="+mj-ea"/>
                          <a:cs typeface="+mn-cs"/>
                        </a:rPr>
                        <a:t>　</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162</a:t>
                      </a:r>
                      <a:r>
                        <a:rPr lang="zh-CN" altLang="en-US" sz="1000" b="0" i="0" u="none" strike="noStrike" kern="1200">
                          <a:solidFill>
                            <a:srgbClr val="000000"/>
                          </a:solidFill>
                          <a:effectLst/>
                          <a:latin typeface="+mj-ea"/>
                          <a:ea typeface="+mj-ea"/>
                          <a:cs typeface="+mn-cs"/>
                        </a:rPr>
                        <a:t>　</a:t>
                      </a: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214</a:t>
                      </a:r>
                      <a:endParaRPr lang="zh-CN" altLang="en-US" sz="1000" b="0" i="0" u="none" strike="noStrike" kern="1200">
                        <a:solidFill>
                          <a:srgbClr val="000000"/>
                        </a:solidFill>
                        <a:effectLst/>
                        <a:latin typeface="+mj-ea"/>
                        <a:ea typeface="+mj-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0" i="0" u="none" strike="noStrike" kern="1200">
                          <a:solidFill>
                            <a:srgbClr val="000000"/>
                          </a:solidFill>
                          <a:effectLst/>
                          <a:latin typeface="+mj-ea"/>
                          <a:ea typeface="+mj-ea"/>
                          <a:cs typeface="+mn-cs"/>
                        </a:rPr>
                        <a:t>237</a:t>
                      </a:r>
                      <a:endParaRPr lang="zh-CN" altLang="en-US" sz="1000" b="0" i="0" u="none" strike="noStrike" kern="1200">
                        <a:solidFill>
                          <a:srgbClr val="000000"/>
                        </a:solidFill>
                        <a:effectLst/>
                        <a:latin typeface="+mj-ea"/>
                        <a:ea typeface="+mj-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r>
                        <a:rPr lang="en-US" altLang="zh-CN" sz="1000" b="1" i="0" u="none" strike="noStrike" kern="1200">
                          <a:solidFill>
                            <a:srgbClr val="000000"/>
                          </a:solidFill>
                          <a:effectLst/>
                          <a:latin typeface="+mj-ea"/>
                          <a:ea typeface="+mj-ea"/>
                          <a:cs typeface="+mn-cs"/>
                        </a:rPr>
                        <a:t>243</a:t>
                      </a:r>
                      <a:endParaRPr lang="zh-CN" altLang="en-US" sz="1000" b="1" i="0" u="none" strike="noStrike" kern="1200">
                        <a:solidFill>
                          <a:srgbClr val="000000"/>
                        </a:solidFill>
                        <a:effectLst/>
                        <a:latin typeface="+mj-ea"/>
                        <a:ea typeface="+mj-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j-ea"/>
                        <a:ea typeface="+mj-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j-ea"/>
                        <a:ea typeface="+mj-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j-ea"/>
                        <a:ea typeface="+mj-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algn="ctr" defTabSz="914400" rtl="0" eaLnBrk="1" fontAlgn="b" latinLnBrk="0" hangingPunct="1"/>
                      <a:endParaRPr lang="zh-CN" altLang="en-US" sz="1000" b="0" i="0" u="none" strike="noStrike" kern="1200">
                        <a:solidFill>
                          <a:srgbClr val="000000"/>
                        </a:solidFill>
                        <a:effectLst/>
                        <a:latin typeface="+mj-ea"/>
                        <a:ea typeface="+mj-ea"/>
                        <a:cs typeface="+mn-cs"/>
                      </a:endParaRPr>
                    </a:p>
                  </a:txBody>
                  <a:tcPr marL="1080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34953194"/>
                  </a:ext>
                </a:extLst>
              </a:tr>
            </a:tbl>
          </a:graphicData>
        </a:graphic>
      </p:graphicFrame>
      <p:sp>
        <p:nvSpPr>
          <p:cNvPr id="4" name="矩形: 圆角 3">
            <a:extLst>
              <a:ext uri="{FF2B5EF4-FFF2-40B4-BE49-F238E27FC236}">
                <a16:creationId xmlns:a16="http://schemas.microsoft.com/office/drawing/2014/main" id="{70C2F8BC-84A8-ECE6-66D7-DADE06E52F3C}"/>
              </a:ext>
            </a:extLst>
          </p:cNvPr>
          <p:cNvSpPr/>
          <p:nvPr/>
        </p:nvSpPr>
        <p:spPr bwMode="gray">
          <a:xfrm>
            <a:off x="328898" y="683532"/>
            <a:ext cx="2391792" cy="1960868"/>
          </a:xfrm>
          <a:prstGeom prst="roundRect">
            <a:avLst/>
          </a:prstGeom>
          <a:solidFill>
            <a:schemeClr val="accent4">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nSpc>
                <a:spcPct val="140000"/>
              </a:lnSpc>
            </a:pPr>
            <a:r>
              <a:rPr lang="en-US" altLang="zh-CN" sz="1100">
                <a:solidFill>
                  <a:schemeClr val="tx1"/>
                </a:solidFill>
              </a:rPr>
              <a:t>Cut-off date</a:t>
            </a:r>
            <a:r>
              <a:rPr lang="zh-CN" altLang="en-US" sz="1100">
                <a:solidFill>
                  <a:schemeClr val="tx1"/>
                </a:solidFill>
              </a:rPr>
              <a:t>：</a:t>
            </a:r>
            <a:r>
              <a:rPr lang="en-US" altLang="zh-CN" sz="1100">
                <a:solidFill>
                  <a:schemeClr val="tx1"/>
                </a:solidFill>
              </a:rPr>
              <a:t>16Apr 2026</a:t>
            </a:r>
            <a:br>
              <a:rPr lang="en-US" altLang="zh-CN" sz="1100"/>
            </a:br>
            <a:r>
              <a:rPr lang="en-US" altLang="zh-CN" sz="1100">
                <a:solidFill>
                  <a:schemeClr val="tx1"/>
                </a:solidFill>
              </a:rPr>
              <a:t>Total Screened</a:t>
            </a:r>
            <a:r>
              <a:rPr lang="zh-CN" altLang="en-US" sz="1100">
                <a:solidFill>
                  <a:schemeClr val="tx1"/>
                </a:solidFill>
              </a:rPr>
              <a:t>：</a:t>
            </a:r>
            <a:r>
              <a:rPr lang="en-US" altLang="zh-CN" sz="1100">
                <a:solidFill>
                  <a:schemeClr val="tx1"/>
                </a:solidFill>
              </a:rPr>
              <a:t>243</a:t>
            </a:r>
          </a:p>
          <a:p>
            <a:pPr>
              <a:lnSpc>
                <a:spcPct val="140000"/>
              </a:lnSpc>
            </a:pPr>
            <a:r>
              <a:rPr lang="en-US" altLang="zh-CN" sz="1100">
                <a:solidFill>
                  <a:schemeClr val="tx1"/>
                </a:solidFill>
              </a:rPr>
              <a:t>Total Enrolled</a:t>
            </a:r>
            <a:r>
              <a:rPr lang="zh-CN" altLang="en-US" sz="1100">
                <a:solidFill>
                  <a:schemeClr val="tx1"/>
                </a:solidFill>
              </a:rPr>
              <a:t>：</a:t>
            </a:r>
            <a:r>
              <a:rPr lang="en-US" altLang="zh-CN" sz="1100">
                <a:solidFill>
                  <a:schemeClr val="tx1"/>
                </a:solidFill>
              </a:rPr>
              <a:t>33</a:t>
            </a:r>
          </a:p>
          <a:p>
            <a:pPr>
              <a:lnSpc>
                <a:spcPct val="140000"/>
              </a:lnSpc>
            </a:pPr>
            <a:r>
              <a:rPr lang="en-US" altLang="zh-CN" sz="1100">
                <a:solidFill>
                  <a:schemeClr val="tx1"/>
                </a:solidFill>
              </a:rPr>
              <a:t>Total Screen Failure</a:t>
            </a:r>
            <a:r>
              <a:rPr lang="zh-CN" altLang="en-US" sz="1100">
                <a:solidFill>
                  <a:schemeClr val="tx1"/>
                </a:solidFill>
              </a:rPr>
              <a:t>：</a:t>
            </a:r>
            <a:r>
              <a:rPr lang="en-US" altLang="zh-CN" sz="1100">
                <a:solidFill>
                  <a:schemeClr val="tx1"/>
                </a:solidFill>
              </a:rPr>
              <a:t>161</a:t>
            </a:r>
          </a:p>
          <a:p>
            <a:pPr>
              <a:lnSpc>
                <a:spcPct val="140000"/>
              </a:lnSpc>
            </a:pPr>
            <a:r>
              <a:rPr lang="en-US" altLang="zh-CN" sz="1100">
                <a:solidFill>
                  <a:schemeClr val="tx1"/>
                </a:solidFill>
              </a:rPr>
              <a:t>In Screening 01</a:t>
            </a:r>
            <a:r>
              <a:rPr lang="zh-CN" altLang="en-US" sz="1100">
                <a:solidFill>
                  <a:schemeClr val="tx1"/>
                </a:solidFill>
              </a:rPr>
              <a:t>：</a:t>
            </a:r>
            <a:r>
              <a:rPr lang="en-US" altLang="zh-CN" sz="1100">
                <a:solidFill>
                  <a:schemeClr val="tx1"/>
                </a:solidFill>
              </a:rPr>
              <a:t>47</a:t>
            </a:r>
          </a:p>
          <a:p>
            <a:pPr>
              <a:lnSpc>
                <a:spcPct val="140000"/>
              </a:lnSpc>
            </a:pPr>
            <a:r>
              <a:rPr lang="en-US" altLang="zh-CN" sz="1100">
                <a:solidFill>
                  <a:schemeClr val="tx1"/>
                </a:solidFill>
              </a:rPr>
              <a:t>In Screening 02</a:t>
            </a:r>
            <a:r>
              <a:rPr lang="zh-CN" altLang="en-US" sz="1100">
                <a:solidFill>
                  <a:schemeClr val="tx1"/>
                </a:solidFill>
              </a:rPr>
              <a:t>： </a:t>
            </a:r>
            <a:r>
              <a:rPr lang="en-US" altLang="zh-CN" sz="1100">
                <a:solidFill>
                  <a:schemeClr val="tx1"/>
                </a:solidFill>
              </a:rPr>
              <a:t>2</a:t>
            </a:r>
          </a:p>
          <a:p>
            <a:pPr>
              <a:lnSpc>
                <a:spcPct val="140000"/>
              </a:lnSpc>
            </a:pPr>
            <a:r>
              <a:rPr lang="en-US" altLang="zh-CN" sz="1100">
                <a:solidFill>
                  <a:schemeClr val="tx1"/>
                </a:solidFill>
              </a:rPr>
              <a:t>Screen failure rate</a:t>
            </a:r>
            <a:r>
              <a:rPr lang="zh-CN" altLang="en-US" sz="1100">
                <a:solidFill>
                  <a:schemeClr val="tx1"/>
                </a:solidFill>
              </a:rPr>
              <a:t>：</a:t>
            </a:r>
            <a:r>
              <a:rPr lang="en-US" altLang="zh-CN" sz="1100">
                <a:solidFill>
                  <a:schemeClr val="tx1"/>
                </a:solidFill>
              </a:rPr>
              <a:t>82.99%</a:t>
            </a:r>
          </a:p>
        </p:txBody>
      </p:sp>
      <p:sp>
        <p:nvSpPr>
          <p:cNvPr id="9" name="Rectangle 5">
            <a:extLst>
              <a:ext uri="{FF2B5EF4-FFF2-40B4-BE49-F238E27FC236}">
                <a16:creationId xmlns:a16="http://schemas.microsoft.com/office/drawing/2014/main" id="{A0BA665E-EED8-8E9A-08F8-F8D57B6AD356}"/>
              </a:ext>
            </a:extLst>
          </p:cNvPr>
          <p:cNvSpPr/>
          <p:nvPr/>
        </p:nvSpPr>
        <p:spPr>
          <a:xfrm>
            <a:off x="9601200" y="567915"/>
            <a:ext cx="2547363" cy="553998"/>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lvl="0"/>
            <a:r>
              <a:rPr lang="en-US" sz="1200">
                <a:solidFill>
                  <a:schemeClr val="tx1"/>
                </a:solidFill>
              </a:rPr>
              <a:t>Total Screened P</a:t>
            </a:r>
            <a:r>
              <a:rPr lang="en-US" altLang="zh-CN" sz="1200">
                <a:solidFill>
                  <a:schemeClr val="tx1"/>
                </a:solidFill>
              </a:rPr>
              <a:t>lanned </a:t>
            </a:r>
            <a:r>
              <a:rPr lang="en-US" sz="1200">
                <a:solidFill>
                  <a:schemeClr val="tx1"/>
                </a:solidFill>
              </a:rPr>
              <a:t> = 125</a:t>
            </a:r>
          </a:p>
          <a:p>
            <a:pPr lvl="0"/>
            <a:r>
              <a:rPr lang="en-US" sz="1200">
                <a:solidFill>
                  <a:schemeClr val="tx1"/>
                </a:solidFill>
              </a:rPr>
              <a:t>Total Randomized P</a:t>
            </a:r>
            <a:r>
              <a:rPr lang="en-US" altLang="zh-CN" sz="1200">
                <a:solidFill>
                  <a:schemeClr val="tx1"/>
                </a:solidFill>
              </a:rPr>
              <a:t>lanned </a:t>
            </a:r>
            <a:r>
              <a:rPr lang="en-US" sz="1200">
                <a:solidFill>
                  <a:schemeClr val="tx1"/>
                </a:solidFill>
              </a:rPr>
              <a:t>= 50</a:t>
            </a:r>
            <a:endParaRPr lang="en-US" sz="1200" b="1">
              <a:solidFill>
                <a:schemeClr val="tx1"/>
              </a:solidFill>
            </a:endParaRPr>
          </a:p>
        </p:txBody>
      </p:sp>
      <p:sp>
        <p:nvSpPr>
          <p:cNvPr id="3" name="矩形 2">
            <a:extLst>
              <a:ext uri="{FF2B5EF4-FFF2-40B4-BE49-F238E27FC236}">
                <a16:creationId xmlns:a16="http://schemas.microsoft.com/office/drawing/2014/main" id="{911CBDB7-BCF0-0EA4-7244-9306D3095B23}"/>
              </a:ext>
            </a:extLst>
          </p:cNvPr>
          <p:cNvSpPr/>
          <p:nvPr/>
        </p:nvSpPr>
        <p:spPr>
          <a:xfrm>
            <a:off x="3527527" y="934706"/>
            <a:ext cx="1440202" cy="646331"/>
          </a:xfrm>
          <a:prstGeom prst="rect">
            <a:avLst/>
          </a:prstGeom>
          <a:noFill/>
        </p:spPr>
        <p:txBody>
          <a:bodyPr wrap="none" lIns="91440" tIns="45720" rIns="91440" bIns="4572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altLang="zh-CN" sz="3600" b="0" u="sng" cap="none" spc="0">
                <a:ln w="0"/>
                <a:solidFill>
                  <a:srgbClr val="FF0000"/>
                </a:solidFill>
                <a:effectLst>
                  <a:outerShdw blurRad="38100" dist="25400" dir="5400000" algn="ctr" rotWithShape="0">
                    <a:srgbClr val="6E747A">
                      <a:alpha val="43000"/>
                    </a:srgbClr>
                  </a:outerShdw>
                </a:effectLst>
              </a:rPr>
              <a:t>Part 2</a:t>
            </a:r>
            <a:endParaRPr lang="zh-CN" altLang="en-US" sz="3600" b="0" u="sng" cap="none" spc="0">
              <a:ln w="0"/>
              <a:solidFill>
                <a:srgbClr val="FF000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248065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15106-F6DF-A1A1-7C8E-679619483CDF}"/>
            </a:ext>
          </a:extLst>
        </p:cNvPr>
        <p:cNvGrpSpPr/>
        <p:nvPr/>
      </p:nvGrpSpPr>
      <p:grpSpPr>
        <a:xfrm>
          <a:off x="0" y="0"/>
          <a:ext cx="0" cy="0"/>
          <a:chOff x="0" y="0"/>
          <a:chExt cx="0" cy="0"/>
        </a:xfrm>
      </p:grpSpPr>
      <p:graphicFrame>
        <p:nvGraphicFramePr>
          <p:cNvPr id="3" name="图表 2">
            <a:extLst>
              <a:ext uri="{FF2B5EF4-FFF2-40B4-BE49-F238E27FC236}">
                <a16:creationId xmlns:a16="http://schemas.microsoft.com/office/drawing/2014/main" id="{FEC9C7F2-2A16-9FDD-0203-9DB7D88AE4A8}"/>
              </a:ext>
            </a:extLst>
          </p:cNvPr>
          <p:cNvGraphicFramePr>
            <a:graphicFrameLocks/>
          </p:cNvGraphicFramePr>
          <p:nvPr/>
        </p:nvGraphicFramePr>
        <p:xfrm>
          <a:off x="3840525" y="1076590"/>
          <a:ext cx="7945054" cy="3681124"/>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09F8022A-53F6-0BB3-8502-1B48E5A0D84E}"/>
              </a:ext>
            </a:extLst>
          </p:cNvPr>
          <p:cNvSpPr/>
          <p:nvPr/>
        </p:nvSpPr>
        <p:spPr bwMode="gray">
          <a:xfrm>
            <a:off x="0" y="4905829"/>
            <a:ext cx="12192000" cy="1952171"/>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black"/>
              </a:solidFill>
              <a:effectLst/>
              <a:uLnTx/>
              <a:uFillTx/>
              <a:latin typeface="+mn-lt"/>
              <a:ea typeface="+mn-ea"/>
              <a:cs typeface="+mn-cs"/>
            </a:endParaRPr>
          </a:p>
        </p:txBody>
      </p:sp>
      <p:sp>
        <p:nvSpPr>
          <p:cNvPr id="6" name="TextBox 5">
            <a:extLst>
              <a:ext uri="{FF2B5EF4-FFF2-40B4-BE49-F238E27FC236}">
                <a16:creationId xmlns:a16="http://schemas.microsoft.com/office/drawing/2014/main" id="{C335743C-0506-6CAA-A924-926F96A22062}"/>
              </a:ext>
            </a:extLst>
          </p:cNvPr>
          <p:cNvSpPr txBox="1"/>
          <p:nvPr/>
        </p:nvSpPr>
        <p:spPr bwMode="gray">
          <a:xfrm>
            <a:off x="2179476" y="6153150"/>
            <a:ext cx="166104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8312A"/>
                </a:solidFill>
                <a:effectLst/>
                <a:uLnTx/>
                <a:uFillTx/>
                <a:latin typeface="+mn-lt"/>
                <a:ea typeface="+mn-ea"/>
                <a:cs typeface="+mn-cs"/>
              </a:rPr>
              <a:t>Clinical Development</a:t>
            </a:r>
            <a:br>
              <a:rPr kumimoji="0" lang="en-US" sz="1200" b="0" i="0" u="none" strike="noStrike" kern="1200" cap="none" spc="0" normalizeH="0" baseline="0" noProof="0">
                <a:ln>
                  <a:noFill/>
                </a:ln>
                <a:solidFill>
                  <a:srgbClr val="08312A"/>
                </a:solidFill>
                <a:effectLst/>
                <a:uLnTx/>
                <a:uFillTx/>
                <a:latin typeface="+mn-lt"/>
                <a:ea typeface="+mn-ea"/>
                <a:cs typeface="+mn-cs"/>
              </a:rPr>
            </a:br>
            <a:r>
              <a:rPr kumimoji="0" lang="en-US" sz="1200" b="0" i="0" u="none" strike="noStrike" kern="1200" cap="none" spc="0" normalizeH="0" baseline="0" noProof="0">
                <a:ln>
                  <a:noFill/>
                </a:ln>
                <a:solidFill>
                  <a:srgbClr val="08312A"/>
                </a:solidFill>
                <a:effectLst/>
                <a:uLnTx/>
                <a:uFillTx/>
                <a:latin typeface="+mn-lt"/>
                <a:ea typeface="+mn-ea"/>
                <a:cs typeface="+mn-cs"/>
              </a:rPr>
              <a:t>and Operations</a:t>
            </a:r>
            <a:endParaRPr kumimoji="0" lang="en-IN" sz="1200" b="0" i="0" u="none" strike="noStrike" kern="1200" cap="none" spc="0" normalizeH="0" baseline="0" noProof="0">
              <a:ln>
                <a:noFill/>
              </a:ln>
              <a:solidFill>
                <a:srgbClr val="08312A"/>
              </a:solidFill>
              <a:effectLst/>
              <a:uLnTx/>
              <a:uFillTx/>
              <a:latin typeface="+mn-lt"/>
              <a:ea typeface="+mn-ea"/>
              <a:cs typeface="+mn-cs"/>
            </a:endParaRPr>
          </a:p>
        </p:txBody>
      </p:sp>
      <p:pic>
        <p:nvPicPr>
          <p:cNvPr id="7" name="Grafik 18">
            <a:extLst>
              <a:ext uri="{FF2B5EF4-FFF2-40B4-BE49-F238E27FC236}">
                <a16:creationId xmlns:a16="http://schemas.microsoft.com/office/drawing/2014/main" id="{20C8D12B-7549-C1E3-B892-370B4ED9D7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gray">
          <a:xfrm rot="16200000" flipH="1">
            <a:off x="1866010" y="6238514"/>
            <a:ext cx="272773" cy="272778"/>
          </a:xfrm>
          <a:prstGeom prst="rect">
            <a:avLst/>
          </a:prstGeom>
        </p:spPr>
      </p:pic>
      <p:pic>
        <p:nvPicPr>
          <p:cNvPr id="8" name="Grafik 11">
            <a:extLst>
              <a:ext uri="{FF2B5EF4-FFF2-40B4-BE49-F238E27FC236}">
                <a16:creationId xmlns:a16="http://schemas.microsoft.com/office/drawing/2014/main" id="{37E6CCD9-8B9B-E85B-0C59-2AECECD2B8D6}"/>
              </a:ext>
              <a:ext uri="{C183D7F6-B498-43B3-948B-1728B52AA6E4}">
                <adec:decorative xmlns:adec="http://schemas.microsoft.com/office/drawing/2017/decorative" val="1"/>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bwMode="gray">
          <a:xfrm>
            <a:off x="479424" y="6165000"/>
            <a:ext cx="1234800" cy="372727"/>
          </a:xfrm>
          <a:prstGeom prst="rect">
            <a:avLst/>
          </a:prstGeom>
        </p:spPr>
      </p:pic>
      <p:sp>
        <p:nvSpPr>
          <p:cNvPr id="16" name="Footer Placeholder 8">
            <a:extLst>
              <a:ext uri="{FF2B5EF4-FFF2-40B4-BE49-F238E27FC236}">
                <a16:creationId xmlns:a16="http://schemas.microsoft.com/office/drawing/2014/main" id="{77154A1B-83F1-3D6F-75AE-DC07FE9E23BA}"/>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300"/>
              </a:spcAft>
              <a:buClrTx/>
              <a:buSzTx/>
              <a:buFontTx/>
              <a:buNone/>
              <a:tabLst/>
              <a:defRPr/>
            </a:pPr>
            <a:r>
              <a:rPr lang="en-US"/>
              <a:t>Presentation title    |    ONLY FOR INTERNAL USE</a:t>
            </a:r>
            <a:endParaRPr kumimoji="0" lang="en-US" sz="800" b="0" i="0" u="none" strike="noStrike" kern="1200" cap="none" spc="0" normalizeH="0" baseline="0" noProof="0">
              <a:ln>
                <a:noFill/>
              </a:ln>
              <a:solidFill>
                <a:srgbClr val="08312A"/>
              </a:solidFill>
              <a:effectLst/>
              <a:uLnTx/>
              <a:uFillTx/>
              <a:latin typeface="+mn-lt"/>
              <a:ea typeface="+mn-ea"/>
              <a:cs typeface="+mn-cs"/>
            </a:endParaRPr>
          </a:p>
        </p:txBody>
      </p:sp>
      <p:sp>
        <p:nvSpPr>
          <p:cNvPr id="17" name="Slide Number Placeholder 9">
            <a:extLst>
              <a:ext uri="{FF2B5EF4-FFF2-40B4-BE49-F238E27FC236}">
                <a16:creationId xmlns:a16="http://schemas.microsoft.com/office/drawing/2014/main" id="{C6ED6ED4-F02F-D7FE-E6E8-2B59828682F5}"/>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a:ln>
                <a:noFill/>
              </a:ln>
              <a:solidFill>
                <a:srgbClr val="08312A"/>
              </a:solidFill>
              <a:effectLst/>
              <a:uLnTx/>
              <a:uFillTx/>
              <a:latin typeface="+mn-lt"/>
              <a:ea typeface="+mn-ea"/>
              <a:cs typeface="+mn-cs"/>
            </a:endParaRPr>
          </a:p>
        </p:txBody>
      </p:sp>
      <p:sp>
        <p:nvSpPr>
          <p:cNvPr id="23" name="标题 2">
            <a:extLst>
              <a:ext uri="{FF2B5EF4-FFF2-40B4-BE49-F238E27FC236}">
                <a16:creationId xmlns:a16="http://schemas.microsoft.com/office/drawing/2014/main" id="{CC130F22-05BD-989A-08A1-6E47E2008655}"/>
              </a:ext>
            </a:extLst>
          </p:cNvPr>
          <p:cNvSpPr>
            <a:spLocks noGrp="1"/>
          </p:cNvSpPr>
          <p:nvPr>
            <p:ph type="title"/>
          </p:nvPr>
        </p:nvSpPr>
        <p:spPr>
          <a:xfrm>
            <a:off x="-1" y="257617"/>
            <a:ext cx="12079706" cy="553999"/>
          </a:xfrm>
        </p:spPr>
        <p:txBody>
          <a:bodyPr wrap="square" anchor="t">
            <a:normAutofit/>
          </a:bodyPr>
          <a:lstStyle/>
          <a:p>
            <a:r>
              <a:rPr lang="en-US" altLang="zh-CN" sz="2400"/>
              <a:t>1438-0005 DLL3/CD3</a:t>
            </a:r>
            <a:r>
              <a:rPr lang="zh-CN" altLang="en-US" sz="2400"/>
              <a:t> </a:t>
            </a:r>
            <a:r>
              <a:rPr lang="en-US" altLang="zh-CN" sz="2400" err="1"/>
              <a:t>epNEC</a:t>
            </a:r>
            <a:r>
              <a:rPr lang="en-US" altLang="zh-CN" sz="2400"/>
              <a:t> dated on 16Apr 2026 </a:t>
            </a:r>
            <a:r>
              <a:rPr lang="en-US" altLang="zh-CN" sz="2400" i="1">
                <a:solidFill>
                  <a:srgbClr val="EE6541"/>
                </a:solidFill>
              </a:rPr>
              <a:t>(Asia recruitment status)</a:t>
            </a:r>
            <a:endParaRPr lang="en-US" altLang="zh-CN" sz="2400" i="1">
              <a:solidFill>
                <a:srgbClr val="EE6541"/>
              </a:solidFill>
              <a:highlight>
                <a:srgbClr val="FFFF00"/>
              </a:highlight>
            </a:endParaRPr>
          </a:p>
        </p:txBody>
      </p:sp>
      <p:sp>
        <p:nvSpPr>
          <p:cNvPr id="4" name="Title 1">
            <a:extLst>
              <a:ext uri="{FF2B5EF4-FFF2-40B4-BE49-F238E27FC236}">
                <a16:creationId xmlns:a16="http://schemas.microsoft.com/office/drawing/2014/main" id="{E5940E60-BD7D-F80B-AB69-07647A964AE2}"/>
              </a:ext>
            </a:extLst>
          </p:cNvPr>
          <p:cNvSpPr txBox="1">
            <a:spLocks/>
          </p:cNvSpPr>
          <p:nvPr/>
        </p:nvSpPr>
        <p:spPr>
          <a:xfrm>
            <a:off x="479425" y="476250"/>
            <a:ext cx="10444845" cy="720725"/>
          </a:xfrm>
          <a:prstGeom prst="rect">
            <a:avLst/>
          </a:prstGeom>
        </p:spPr>
        <p:txBody>
          <a:bodyPr lIns="0" tIns="0" rIns="0" bIns="0"/>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IN" sz="2500" b="1" i="0" u="none" strike="noStrike" kern="1200" cap="none" spc="0" normalizeH="0" baseline="0" noProof="0">
              <a:ln>
                <a:noFill/>
              </a:ln>
              <a:solidFill>
                <a:srgbClr val="08312A"/>
              </a:solidFill>
              <a:effectLst/>
              <a:uLnTx/>
              <a:uFillTx/>
              <a:latin typeface="Boehringer Forward Head"/>
              <a:ea typeface="+mj-ea"/>
              <a:cs typeface="+mj-cs"/>
            </a:endParaRPr>
          </a:p>
        </p:txBody>
      </p:sp>
      <p:sp>
        <p:nvSpPr>
          <p:cNvPr id="2" name="矩形 1">
            <a:extLst>
              <a:ext uri="{FF2B5EF4-FFF2-40B4-BE49-F238E27FC236}">
                <a16:creationId xmlns:a16="http://schemas.microsoft.com/office/drawing/2014/main" id="{85B58AE7-4901-FF9E-1D0C-0CD928C38BF8}"/>
              </a:ext>
            </a:extLst>
          </p:cNvPr>
          <p:cNvSpPr/>
          <p:nvPr/>
        </p:nvSpPr>
        <p:spPr>
          <a:xfrm>
            <a:off x="4286257" y="624051"/>
            <a:ext cx="1440202" cy="646331"/>
          </a:xfrm>
          <a:prstGeom prst="rect">
            <a:avLst/>
          </a:prstGeom>
          <a:noFill/>
        </p:spPr>
        <p:txBody>
          <a:bodyPr wrap="none" lIns="91440" tIns="45720" rIns="91440" bIns="4572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sng" strike="noStrike" kern="1200" cap="none" spc="0" normalizeH="0" baseline="0" noProof="0">
                <a:ln w="0"/>
                <a:solidFill>
                  <a:srgbClr val="FF0000"/>
                </a:solidFill>
                <a:effectLst>
                  <a:outerShdw blurRad="38100" dist="25400" dir="5400000" algn="ctr" rotWithShape="0">
                    <a:srgbClr val="6E747A">
                      <a:alpha val="43000"/>
                    </a:srgbClr>
                  </a:outerShdw>
                </a:effectLst>
                <a:uLnTx/>
                <a:uFillTx/>
                <a:latin typeface="Boehringer Forward Text"/>
                <a:ea typeface="+mn-ea"/>
                <a:cs typeface="+mn-cs"/>
              </a:rPr>
              <a:t>Part 2</a:t>
            </a:r>
            <a:endParaRPr kumimoji="0" lang="zh-CN" altLang="en-US" sz="3600" b="0" i="0" u="sng" strike="noStrike" kern="1200" cap="none" spc="0" normalizeH="0" baseline="0" noProof="0">
              <a:ln w="0"/>
              <a:solidFill>
                <a:srgbClr val="FF0000"/>
              </a:solidFill>
              <a:effectLst>
                <a:outerShdw blurRad="38100" dist="25400" dir="5400000" algn="ctr" rotWithShape="0">
                  <a:srgbClr val="6E747A">
                    <a:alpha val="43000"/>
                  </a:srgbClr>
                </a:outerShdw>
              </a:effectLst>
              <a:uLnTx/>
              <a:uFillTx/>
              <a:latin typeface="Boehringer Forward Text"/>
              <a:ea typeface="+mn-ea"/>
              <a:cs typeface="+mn-cs"/>
            </a:endParaRPr>
          </a:p>
        </p:txBody>
      </p:sp>
      <p:sp>
        <p:nvSpPr>
          <p:cNvPr id="15" name="矩形: 圆角 14">
            <a:extLst>
              <a:ext uri="{FF2B5EF4-FFF2-40B4-BE49-F238E27FC236}">
                <a16:creationId xmlns:a16="http://schemas.microsoft.com/office/drawing/2014/main" id="{F5FA4C9F-BC20-EE17-A78D-C17169FCA076}"/>
              </a:ext>
            </a:extLst>
          </p:cNvPr>
          <p:cNvSpPr/>
          <p:nvPr/>
        </p:nvSpPr>
        <p:spPr bwMode="gray">
          <a:xfrm>
            <a:off x="-24828" y="1836251"/>
            <a:ext cx="2956412" cy="2927756"/>
          </a:xfrm>
          <a:prstGeom prst="roundRect">
            <a:avLst/>
          </a:prstGeom>
          <a:solidFill>
            <a:schemeClr val="accent4">
              <a:lumMod val="40000"/>
              <a:lumOff val="6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sng" strike="noStrike" kern="1200" cap="none" spc="0" normalizeH="0" baseline="0" noProof="0">
                <a:ln>
                  <a:noFill/>
                </a:ln>
                <a:solidFill>
                  <a:prstClr val="black"/>
                </a:solidFill>
                <a:effectLst/>
                <a:uLnTx/>
                <a:uFillTx/>
                <a:latin typeface="Boehringer Forward Text"/>
                <a:ea typeface="+mn-ea"/>
                <a:cs typeface="+mn-cs"/>
              </a:rPr>
              <a:t>Asia Recruitment Plan:</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rPr>
              <a:t>CHN: 5 pts ( completed)</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rPr>
              <a:t>JPN: 6 pts </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rPr>
              <a:t>KOR: 4 pts </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sng" strike="noStrike" kern="1200" cap="none" spc="0" normalizeH="0" baseline="0" noProof="0">
                <a:ln>
                  <a:noFill/>
                </a:ln>
                <a:solidFill>
                  <a:prstClr val="black"/>
                </a:solidFill>
                <a:effectLst/>
                <a:uLnTx/>
                <a:uFillTx/>
                <a:latin typeface="Boehringer Forward Text"/>
                <a:ea typeface="+mn-ea"/>
                <a:cs typeface="+mn-cs"/>
              </a:rPr>
              <a:t>Asia Recruitment Status:</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rPr>
              <a:t>Cut-off date</a:t>
            </a:r>
            <a:r>
              <a:rPr kumimoji="0" lang="zh-CN" altLang="en-US" sz="1100" b="0" i="0" u="none" strike="noStrike" kern="1200" cap="none" spc="0" normalizeH="0" baseline="0" noProof="0">
                <a:ln>
                  <a:noFill/>
                </a:ln>
                <a:solidFill>
                  <a:prstClr val="black"/>
                </a:solidFill>
                <a:effectLst/>
                <a:uLnTx/>
                <a:uFillTx/>
                <a:latin typeface="Boehringer Forward Text"/>
                <a:ea typeface="+mn-ea"/>
                <a:cs typeface="+mn-cs"/>
              </a:rPr>
              <a:t>：</a:t>
            </a:r>
            <a:r>
              <a:rPr lang="en-US" altLang="zh-CN" sz="1100">
                <a:solidFill>
                  <a:prstClr val="black"/>
                </a:solidFill>
                <a:latin typeface="Boehringer Forward Text"/>
              </a:rPr>
              <a:t>16Apr</a:t>
            </a:r>
            <a:r>
              <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rPr>
              <a:t> 2026</a:t>
            </a:r>
            <a:br>
              <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rPr>
              <a:t>Total Screened</a:t>
            </a:r>
            <a:r>
              <a:rPr kumimoji="0" lang="zh-CN" altLang="en-US" sz="1100" b="0" i="0" u="none" strike="noStrike" kern="1200" cap="none" spc="0" normalizeH="0" baseline="0" noProof="0">
                <a:ln>
                  <a:noFill/>
                </a:ln>
                <a:solidFill>
                  <a:prstClr val="black"/>
                </a:solidFill>
                <a:effectLst/>
                <a:uLnTx/>
                <a:uFillTx/>
                <a:latin typeface="Boehringer Forward Text"/>
                <a:ea typeface="+mn-ea"/>
                <a:cs typeface="+mn-cs"/>
              </a:rPr>
              <a:t>：</a:t>
            </a:r>
            <a:r>
              <a:rPr lang="en-US" altLang="zh-CN" sz="1100">
                <a:solidFill>
                  <a:prstClr val="black"/>
                </a:solidFill>
                <a:latin typeface="Boehringer Forward Text"/>
              </a:rPr>
              <a:t>58</a:t>
            </a:r>
            <a:endPar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1EAD1B"/>
                </a:solidFill>
                <a:effectLst/>
                <a:uLnTx/>
                <a:uFillTx/>
                <a:latin typeface="Boehringer Forward Text"/>
                <a:ea typeface="+mn-ea"/>
                <a:cs typeface="+mn-cs"/>
              </a:rPr>
              <a:t>Total Enrolled</a:t>
            </a:r>
            <a:r>
              <a:rPr kumimoji="0" lang="zh-CN" altLang="en-US" sz="1100" b="0" i="0" u="none" strike="noStrike" kern="1200" cap="none" spc="0" normalizeH="0" baseline="0" noProof="0">
                <a:ln>
                  <a:noFill/>
                </a:ln>
                <a:solidFill>
                  <a:srgbClr val="1EAD1B"/>
                </a:solidFill>
                <a:effectLst/>
                <a:uLnTx/>
                <a:uFillTx/>
                <a:latin typeface="Boehringer Forward Text"/>
                <a:ea typeface="+mn-ea"/>
                <a:cs typeface="+mn-cs"/>
              </a:rPr>
              <a:t>：</a:t>
            </a:r>
            <a:r>
              <a:rPr kumimoji="0" lang="en-US" altLang="zh-CN" sz="1100" b="0" i="0" u="none" strike="noStrike" kern="1200" cap="none" spc="0" normalizeH="0" baseline="0" noProof="0">
                <a:ln>
                  <a:noFill/>
                </a:ln>
                <a:solidFill>
                  <a:srgbClr val="1EAD1B"/>
                </a:solidFill>
                <a:effectLst/>
                <a:uLnTx/>
                <a:uFillTx/>
                <a:latin typeface="Boehringer Forward Text"/>
                <a:ea typeface="+mn-ea"/>
                <a:cs typeface="+mn-cs"/>
              </a:rPr>
              <a:t>5(CHN)+</a:t>
            </a:r>
            <a:r>
              <a:rPr lang="en-US" altLang="zh-CN" sz="1100">
                <a:solidFill>
                  <a:srgbClr val="1EAD1B"/>
                </a:solidFill>
                <a:latin typeface="Boehringer Forward Text"/>
              </a:rPr>
              <a:t>4</a:t>
            </a:r>
            <a:r>
              <a:rPr kumimoji="0" lang="en-US" altLang="zh-CN" sz="1100" b="0" i="0" u="none" strike="noStrike" kern="1200" cap="none" spc="0" normalizeH="0" baseline="0" noProof="0">
                <a:ln>
                  <a:noFill/>
                </a:ln>
                <a:solidFill>
                  <a:srgbClr val="1EAD1B"/>
                </a:solidFill>
                <a:effectLst/>
                <a:uLnTx/>
                <a:uFillTx/>
                <a:latin typeface="Boehringer Forward Text"/>
                <a:ea typeface="+mn-ea"/>
                <a:cs typeface="+mn-cs"/>
              </a:rPr>
              <a:t>(JPN)</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rPr>
              <a:t>Total Screen Failure</a:t>
            </a:r>
            <a:r>
              <a:rPr kumimoji="0" lang="zh-CN" altLang="en-US" sz="1100" b="0" i="0" u="none" strike="noStrike" kern="1200" cap="none" spc="0" normalizeH="0" baseline="0" noProof="0">
                <a:ln>
                  <a:noFill/>
                </a:ln>
                <a:solidFill>
                  <a:prstClr val="black"/>
                </a:solidFill>
                <a:effectLst/>
                <a:uLnTx/>
                <a:uFillTx/>
                <a:latin typeface="Boehringer Forward Text"/>
                <a:ea typeface="+mn-ea"/>
                <a:cs typeface="+mn-cs"/>
              </a:rPr>
              <a:t>：</a:t>
            </a:r>
            <a:r>
              <a:rPr lang="en-US" altLang="zh-CN" sz="1100">
                <a:solidFill>
                  <a:prstClr val="black"/>
                </a:solidFill>
                <a:latin typeface="Boehringer Forward Text"/>
              </a:rPr>
              <a:t>39</a:t>
            </a:r>
            <a:endPar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1EAD1B"/>
                </a:solidFill>
                <a:effectLst/>
                <a:uLnTx/>
                <a:uFillTx/>
                <a:latin typeface="Boehringer Forward Text"/>
                <a:ea typeface="+mn-ea"/>
                <a:cs typeface="+mn-cs"/>
              </a:rPr>
              <a:t>In Screening 01</a:t>
            </a:r>
            <a:r>
              <a:rPr kumimoji="0" lang="zh-CN" altLang="en-US" sz="1100" b="0" i="0" u="none" strike="noStrike" kern="1200" cap="none" spc="0" normalizeH="0" baseline="0" noProof="0">
                <a:ln>
                  <a:noFill/>
                </a:ln>
                <a:solidFill>
                  <a:srgbClr val="1EAD1B"/>
                </a:solidFill>
                <a:effectLst/>
                <a:uLnTx/>
                <a:uFillTx/>
                <a:latin typeface="Boehringer Forward Text"/>
                <a:ea typeface="+mn-ea"/>
                <a:cs typeface="+mn-cs"/>
              </a:rPr>
              <a:t>：</a:t>
            </a:r>
            <a:r>
              <a:rPr kumimoji="0" lang="en-US" altLang="zh-CN" sz="1100" b="0" i="0" u="none" strike="noStrike" kern="1200" cap="none" spc="0" normalizeH="0" baseline="0" noProof="0">
                <a:ln>
                  <a:noFill/>
                </a:ln>
                <a:solidFill>
                  <a:srgbClr val="1EAD1B"/>
                </a:solidFill>
                <a:effectLst/>
                <a:uLnTx/>
                <a:uFillTx/>
                <a:latin typeface="Boehringer Forward Text"/>
                <a:ea typeface="+mn-ea"/>
                <a:cs typeface="+mn-cs"/>
              </a:rPr>
              <a:t>10(JPN)</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1EAD1B"/>
                </a:solidFill>
                <a:effectLst/>
                <a:uLnTx/>
                <a:uFillTx/>
                <a:latin typeface="Boehringer Forward Text"/>
                <a:ea typeface="+mn-ea"/>
                <a:cs typeface="+mn-cs"/>
              </a:rPr>
              <a:t>In Screening 02:    0</a:t>
            </a: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rPr>
              <a:t>Screen failure rate</a:t>
            </a:r>
            <a:r>
              <a:rPr kumimoji="0" lang="zh-CN" altLang="en-US" sz="1100" b="0" i="0" u="none" strike="noStrike" kern="1200" cap="none" spc="0" normalizeH="0" baseline="0" noProof="0">
                <a:ln>
                  <a:noFill/>
                </a:ln>
                <a:solidFill>
                  <a:prstClr val="black"/>
                </a:solidFill>
                <a:effectLst/>
                <a:uLnTx/>
                <a:uFillTx/>
                <a:latin typeface="Boehringer Forward Text"/>
                <a:ea typeface="+mn-ea"/>
                <a:cs typeface="+mn-cs"/>
              </a:rPr>
              <a:t>：</a:t>
            </a:r>
            <a:r>
              <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rPr>
              <a:t>81.25%</a:t>
            </a:r>
          </a:p>
        </p:txBody>
      </p:sp>
      <p:graphicFrame>
        <p:nvGraphicFramePr>
          <p:cNvPr id="21" name="表格 20">
            <a:extLst>
              <a:ext uri="{FF2B5EF4-FFF2-40B4-BE49-F238E27FC236}">
                <a16:creationId xmlns:a16="http://schemas.microsoft.com/office/drawing/2014/main" id="{126423DC-F1F0-AA75-144F-885B30D825CB}"/>
              </a:ext>
            </a:extLst>
          </p:cNvPr>
          <p:cNvGraphicFramePr>
            <a:graphicFrameLocks noGrp="1"/>
          </p:cNvGraphicFramePr>
          <p:nvPr/>
        </p:nvGraphicFramePr>
        <p:xfrm>
          <a:off x="-1" y="4878099"/>
          <a:ext cx="12174537" cy="1953594"/>
        </p:xfrm>
        <a:graphic>
          <a:graphicData uri="http://schemas.openxmlformats.org/drawingml/2006/table">
            <a:tbl>
              <a:tblPr/>
              <a:tblGrid>
                <a:gridCol w="1354427">
                  <a:extLst>
                    <a:ext uri="{9D8B030D-6E8A-4147-A177-3AD203B41FA5}">
                      <a16:colId xmlns:a16="http://schemas.microsoft.com/office/drawing/2014/main" val="1608376450"/>
                    </a:ext>
                  </a:extLst>
                </a:gridCol>
                <a:gridCol w="1545730">
                  <a:extLst>
                    <a:ext uri="{9D8B030D-6E8A-4147-A177-3AD203B41FA5}">
                      <a16:colId xmlns:a16="http://schemas.microsoft.com/office/drawing/2014/main" val="377117199"/>
                    </a:ext>
                  </a:extLst>
                </a:gridCol>
                <a:gridCol w="1545730">
                  <a:extLst>
                    <a:ext uri="{9D8B030D-6E8A-4147-A177-3AD203B41FA5}">
                      <a16:colId xmlns:a16="http://schemas.microsoft.com/office/drawing/2014/main" val="4254793019"/>
                    </a:ext>
                  </a:extLst>
                </a:gridCol>
                <a:gridCol w="1545730">
                  <a:extLst>
                    <a:ext uri="{9D8B030D-6E8A-4147-A177-3AD203B41FA5}">
                      <a16:colId xmlns:a16="http://schemas.microsoft.com/office/drawing/2014/main" val="2265045577"/>
                    </a:ext>
                  </a:extLst>
                </a:gridCol>
                <a:gridCol w="1545730">
                  <a:extLst>
                    <a:ext uri="{9D8B030D-6E8A-4147-A177-3AD203B41FA5}">
                      <a16:colId xmlns:a16="http://schemas.microsoft.com/office/drawing/2014/main" val="3863205858"/>
                    </a:ext>
                  </a:extLst>
                </a:gridCol>
                <a:gridCol w="1545730">
                  <a:extLst>
                    <a:ext uri="{9D8B030D-6E8A-4147-A177-3AD203B41FA5}">
                      <a16:colId xmlns:a16="http://schemas.microsoft.com/office/drawing/2014/main" val="3322686658"/>
                    </a:ext>
                  </a:extLst>
                </a:gridCol>
                <a:gridCol w="1545730">
                  <a:extLst>
                    <a:ext uri="{9D8B030D-6E8A-4147-A177-3AD203B41FA5}">
                      <a16:colId xmlns:a16="http://schemas.microsoft.com/office/drawing/2014/main" val="2501262968"/>
                    </a:ext>
                  </a:extLst>
                </a:gridCol>
                <a:gridCol w="1545730">
                  <a:extLst>
                    <a:ext uri="{9D8B030D-6E8A-4147-A177-3AD203B41FA5}">
                      <a16:colId xmlns:a16="http://schemas.microsoft.com/office/drawing/2014/main" val="1951556616"/>
                    </a:ext>
                  </a:extLst>
                </a:gridCol>
              </a:tblGrid>
              <a:tr h="217066">
                <a:tc>
                  <a:txBody>
                    <a:bodyPr/>
                    <a:lstStyle/>
                    <a:p>
                      <a:pPr algn="l" fontAlgn="t"/>
                      <a:r>
                        <a:rPr lang="sv-SE"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 Months</a:t>
                      </a:r>
                    </a:p>
                  </a:txBody>
                  <a:tcPr marL="3530" marR="3530" marT="353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b"/>
                      <a:r>
                        <a:rPr lang="sv-SE"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Jan-26</a:t>
                      </a:r>
                    </a:p>
                  </a:txBody>
                  <a:tcPr marL="63544"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E47C"/>
                    </a:solidFill>
                  </a:tcPr>
                </a:tc>
                <a:tc>
                  <a:txBody>
                    <a:bodyPr/>
                    <a:lstStyle/>
                    <a:p>
                      <a:pPr algn="ctr" rtl="0" fontAlgn="b"/>
                      <a:r>
                        <a:rPr lang="sv-SE"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Feb-26</a:t>
                      </a:r>
                    </a:p>
                  </a:txBody>
                  <a:tcPr marL="63544"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E47C"/>
                    </a:solidFill>
                  </a:tcPr>
                </a:tc>
                <a:tc>
                  <a:txBody>
                    <a:bodyPr/>
                    <a:lstStyle/>
                    <a:p>
                      <a:pPr algn="ctr" rtl="0" fontAlgn="b"/>
                      <a:r>
                        <a:rPr lang="sv-SE"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Mar-26</a:t>
                      </a:r>
                    </a:p>
                  </a:txBody>
                  <a:tcPr marL="63544"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E47C"/>
                    </a:solidFill>
                  </a:tcPr>
                </a:tc>
                <a:tc>
                  <a:txBody>
                    <a:bodyPr/>
                    <a:lstStyle/>
                    <a:p>
                      <a:pPr algn="ctr" rtl="0" fontAlgn="b"/>
                      <a:r>
                        <a:rPr lang="sv-SE"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Apr-26</a:t>
                      </a:r>
                    </a:p>
                  </a:txBody>
                  <a:tcPr marL="63544"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E47C"/>
                    </a:solidFill>
                  </a:tcPr>
                </a:tc>
                <a:tc>
                  <a:txBody>
                    <a:bodyPr/>
                    <a:lstStyle/>
                    <a:p>
                      <a:pPr algn="ctr" rtl="0" fontAlgn="b"/>
                      <a:r>
                        <a:rPr lang="sv-SE"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May-26</a:t>
                      </a:r>
                    </a:p>
                  </a:txBody>
                  <a:tcPr marL="63544"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E47C"/>
                    </a:solidFill>
                  </a:tcPr>
                </a:tc>
                <a:tc>
                  <a:txBody>
                    <a:bodyPr/>
                    <a:lstStyle/>
                    <a:p>
                      <a:pPr algn="ctr" rtl="0" fontAlgn="b"/>
                      <a:r>
                        <a:rPr lang="sv-SE"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Jun-26</a:t>
                      </a:r>
                    </a:p>
                  </a:txBody>
                  <a:tcPr marL="63544"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E47C"/>
                    </a:solidFill>
                  </a:tcPr>
                </a:tc>
                <a:tc>
                  <a:txBody>
                    <a:bodyPr/>
                    <a:lstStyle/>
                    <a:p>
                      <a:pPr algn="ctr" rtl="0" fontAlgn="b"/>
                      <a:r>
                        <a:rPr lang="sv-SE"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Jul-26</a:t>
                      </a:r>
                    </a:p>
                  </a:txBody>
                  <a:tcPr marL="63544"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E47C"/>
                    </a:solidFill>
                  </a:tcPr>
                </a:tc>
                <a:extLst>
                  <a:ext uri="{0D108BD9-81ED-4DB2-BD59-A6C34878D82A}">
                    <a16:rowId xmlns:a16="http://schemas.microsoft.com/office/drawing/2014/main" val="4263009297"/>
                  </a:ext>
                </a:extLst>
              </a:tr>
              <a:tr h="217066">
                <a:tc>
                  <a:txBody>
                    <a:bodyPr/>
                    <a:lstStyle/>
                    <a:p>
                      <a:pPr algn="l" fontAlgn="t"/>
                      <a:r>
                        <a:rPr lang="sv-SE"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China Screen(Actual)</a:t>
                      </a:r>
                    </a:p>
                  </a:txBody>
                  <a:tcPr marL="3530" marR="3530" marT="353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13</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13</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13</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13</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b"/>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36590633"/>
                  </a:ext>
                </a:extLst>
              </a:tr>
              <a:tr h="217066">
                <a:tc>
                  <a:txBody>
                    <a:bodyPr/>
                    <a:lstStyle/>
                    <a:p>
                      <a:pPr algn="l" fontAlgn="t"/>
                      <a:r>
                        <a:rPr lang="sv-SE"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China Recruitment(Actual)</a:t>
                      </a:r>
                    </a:p>
                  </a:txBody>
                  <a:tcPr marL="3530" marR="3530" marT="353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b"/>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32750973"/>
                  </a:ext>
                </a:extLst>
              </a:tr>
              <a:tr h="217066">
                <a:tc>
                  <a:txBody>
                    <a:bodyPr/>
                    <a:lstStyle/>
                    <a:p>
                      <a:pPr algn="l" fontAlgn="t"/>
                      <a:r>
                        <a:rPr lang="sv-SE"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Japan Screen(Actual)</a:t>
                      </a:r>
                    </a:p>
                  </a:txBody>
                  <a:tcPr marL="3530" marR="3530" marT="353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19</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28</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39</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a:solidFill>
                            <a:srgbClr val="000000"/>
                          </a:solidFill>
                          <a:effectLst/>
                          <a:highlight>
                            <a:srgbClr val="00FFFF"/>
                          </a:highlight>
                          <a:latin typeface="Calibri" panose="020F0502020204030204" pitchFamily="34" charset="0"/>
                          <a:ea typeface="等线" panose="02010600030101010101" pitchFamily="2" charset="-122"/>
                          <a:cs typeface="Calibri" panose="020F0502020204030204" pitchFamily="34" charset="0"/>
                        </a:rPr>
                        <a:t>40</a:t>
                      </a:r>
                      <a:r>
                        <a:rPr lang="zh-CN" altLang="en-US" sz="1100" b="0" i="0" u="none" strike="noStrike">
                          <a:solidFill>
                            <a:srgbClr val="000000"/>
                          </a:solidFill>
                          <a:effectLst/>
                          <a:highlight>
                            <a:srgbClr val="00FFFF"/>
                          </a:highligh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t"/>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t"/>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1654454"/>
                  </a:ext>
                </a:extLst>
              </a:tr>
              <a:tr h="217066">
                <a:tc>
                  <a:txBody>
                    <a:bodyPr/>
                    <a:lstStyle/>
                    <a:p>
                      <a:pPr algn="l" fontAlgn="t"/>
                      <a:r>
                        <a:rPr lang="sv-SE"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Japan Recruitment(Actual)</a:t>
                      </a:r>
                    </a:p>
                  </a:txBody>
                  <a:tcPr marL="3530" marR="3530" marT="353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US" altLang="zh-CN" sz="1100" b="0" i="0" u="none" strike="noStrike">
                          <a:solidFill>
                            <a:srgbClr val="000000"/>
                          </a:solidFill>
                          <a:effectLst/>
                          <a:highlight>
                            <a:srgbClr val="00FFFF"/>
                          </a:highlight>
                          <a:latin typeface="Calibri" panose="020F0502020204030204" pitchFamily="34" charset="0"/>
                          <a:ea typeface="等线" panose="02010600030101010101" pitchFamily="2" charset="-122"/>
                          <a:cs typeface="Calibri" panose="020F0502020204030204" pitchFamily="34" charset="0"/>
                        </a:rPr>
                        <a:t>4</a:t>
                      </a:r>
                      <a:r>
                        <a:rPr lang="zh-CN" altLang="en-US" sz="1100" b="0" i="0" u="none" strike="noStrike">
                          <a:solidFill>
                            <a:srgbClr val="000000"/>
                          </a:solidFill>
                          <a:effectLst/>
                          <a:highlight>
                            <a:srgbClr val="00FFFF"/>
                          </a:highligh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t"/>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t"/>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78346999"/>
                  </a:ext>
                </a:extLst>
              </a:tr>
              <a:tr h="217066">
                <a:tc>
                  <a:txBody>
                    <a:bodyPr/>
                    <a:lstStyle/>
                    <a:p>
                      <a:pPr algn="l" fontAlgn="t"/>
                      <a:r>
                        <a:rPr lang="sv-SE"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Korea Screen(Actual)</a:t>
                      </a:r>
                    </a:p>
                  </a:txBody>
                  <a:tcPr marL="3530" marR="3530" marT="353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39909055"/>
                  </a:ext>
                </a:extLst>
              </a:tr>
              <a:tr h="217066">
                <a:tc>
                  <a:txBody>
                    <a:bodyPr/>
                    <a:lstStyle/>
                    <a:p>
                      <a:pPr algn="l" fontAlgn="t"/>
                      <a:r>
                        <a:rPr lang="sv-SE" sz="9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Korea Recruitment(Actual)</a:t>
                      </a:r>
                    </a:p>
                  </a:txBody>
                  <a:tcPr marL="3530" marR="3530" marT="353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0</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rtl="0" fontAlgn="ctr"/>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37948842"/>
                  </a:ext>
                </a:extLst>
              </a:tr>
              <a:tr h="217066">
                <a:tc>
                  <a:txBody>
                    <a:bodyPr/>
                    <a:lstStyle/>
                    <a:p>
                      <a:pPr algn="l" fontAlgn="t"/>
                      <a:r>
                        <a:rPr lang="sv-SE" sz="900" b="1" i="0" u="none" strike="noStrike">
                          <a:solidFill>
                            <a:srgbClr val="4472C4"/>
                          </a:solidFill>
                          <a:effectLst/>
                          <a:latin typeface="Calibri" panose="020F0502020204030204" pitchFamily="34" charset="0"/>
                          <a:ea typeface="Calibri" panose="020F0502020204030204" pitchFamily="34" charset="0"/>
                          <a:cs typeface="Calibri" panose="020F0502020204030204" pitchFamily="34" charset="0"/>
                        </a:rPr>
                        <a:t>Asia Screen(Actual)</a:t>
                      </a:r>
                    </a:p>
                  </a:txBody>
                  <a:tcPr marL="3530" marR="3530" marT="353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37</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46</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altLang="zh-CN"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57</a:t>
                      </a:r>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en-US" altLang="zh-CN"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58</a:t>
                      </a:r>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t"/>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81206470"/>
                  </a:ext>
                </a:extLst>
              </a:tr>
              <a:tr h="217066">
                <a:tc>
                  <a:txBody>
                    <a:bodyPr/>
                    <a:lstStyle/>
                    <a:p>
                      <a:pPr algn="l" fontAlgn="t"/>
                      <a:r>
                        <a:rPr lang="sv-SE" sz="900" b="1" i="0" u="none" strike="noStrike">
                          <a:solidFill>
                            <a:srgbClr val="4472C4"/>
                          </a:solidFill>
                          <a:effectLst/>
                          <a:latin typeface="Calibri" panose="020F0502020204030204" pitchFamily="34" charset="0"/>
                          <a:ea typeface="Calibri" panose="020F0502020204030204" pitchFamily="34" charset="0"/>
                          <a:cs typeface="Calibri" panose="020F0502020204030204" pitchFamily="34" charset="0"/>
                        </a:rPr>
                        <a:t>Asia Recruitment(Actual)</a:t>
                      </a:r>
                    </a:p>
                  </a:txBody>
                  <a:tcPr marL="3530" marR="3530" marT="353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b"/>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r>
                        <a:rPr lang="en-US" altLang="zh-CN" sz="11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r>
                        <a:rPr lang="en-US" altLang="zh-CN"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7</a:t>
                      </a:r>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r>
                        <a:rPr lang="en-US" altLang="zh-CN"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9</a:t>
                      </a:r>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r>
                        <a:rPr lang="zh-CN" altLang="en-US" sz="1100" b="0" i="0" u="none" strike="noStrike">
                          <a:solidFill>
                            <a:srgbClr val="000000"/>
                          </a:solidFill>
                          <a:effectLst/>
                          <a:latin typeface="Calibri" panose="020F0502020204030204" pitchFamily="34" charset="0"/>
                          <a:ea typeface="等线" panose="02010600030101010101" pitchFamily="2" charset="-122"/>
                          <a:cs typeface="Calibri" panose="020F0502020204030204" pitchFamily="34" charset="0"/>
                        </a:rPr>
                        <a:t>　</a:t>
                      </a:r>
                    </a:p>
                  </a:txBody>
                  <a:tcPr marL="3530" marR="3530" marT="353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37532951"/>
                  </a:ext>
                </a:extLst>
              </a:tr>
            </a:tbl>
          </a:graphicData>
        </a:graphic>
      </p:graphicFrame>
      <p:sp>
        <p:nvSpPr>
          <p:cNvPr id="25" name="文本框 24">
            <a:extLst>
              <a:ext uri="{FF2B5EF4-FFF2-40B4-BE49-F238E27FC236}">
                <a16:creationId xmlns:a16="http://schemas.microsoft.com/office/drawing/2014/main" id="{A6808451-26A9-ED6A-BE4C-F2156C0A3070}"/>
              </a:ext>
            </a:extLst>
          </p:cNvPr>
          <p:cNvSpPr txBox="1"/>
          <p:nvPr/>
        </p:nvSpPr>
        <p:spPr bwMode="gray">
          <a:xfrm>
            <a:off x="5163966" y="1604846"/>
            <a:ext cx="536500" cy="236924"/>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B050"/>
                </a:solidFill>
                <a:effectLst/>
                <a:uLnTx/>
                <a:uFillTx/>
                <a:latin typeface="Boehringer Forward Text"/>
                <a:ea typeface="+mn-ea"/>
                <a:cs typeface="+mn-cs"/>
              </a:rPr>
              <a:t>China</a:t>
            </a:r>
            <a:endParaRPr kumimoji="0" lang="zh-CN" altLang="en-US" sz="1200" b="0" i="0" u="none" strike="noStrike" kern="1200" cap="none" spc="0" normalizeH="0" baseline="0" noProof="0">
              <a:ln>
                <a:noFill/>
              </a:ln>
              <a:solidFill>
                <a:srgbClr val="00B050"/>
              </a:solidFill>
              <a:effectLst/>
              <a:uLnTx/>
              <a:uFillTx/>
              <a:latin typeface="Boehringer Forward Text"/>
              <a:ea typeface="+mn-ea"/>
              <a:cs typeface="+mn-cs"/>
            </a:endParaRPr>
          </a:p>
        </p:txBody>
      </p:sp>
      <p:sp>
        <p:nvSpPr>
          <p:cNvPr id="26" name="文本框 25">
            <a:extLst>
              <a:ext uri="{FF2B5EF4-FFF2-40B4-BE49-F238E27FC236}">
                <a16:creationId xmlns:a16="http://schemas.microsoft.com/office/drawing/2014/main" id="{9C2287AC-12E0-6765-3F15-9DCFCE6705F2}"/>
              </a:ext>
            </a:extLst>
          </p:cNvPr>
          <p:cNvSpPr txBox="1"/>
          <p:nvPr/>
        </p:nvSpPr>
        <p:spPr bwMode="gray">
          <a:xfrm>
            <a:off x="6922205" y="1853229"/>
            <a:ext cx="536500" cy="236924"/>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B050"/>
                </a:solidFill>
                <a:effectLst/>
                <a:uLnTx/>
                <a:uFillTx/>
                <a:latin typeface="Boehringer Forward Text"/>
                <a:ea typeface="+mn-ea"/>
                <a:cs typeface="+mn-cs"/>
              </a:rPr>
              <a:t>Japan</a:t>
            </a:r>
            <a:endParaRPr kumimoji="0" lang="zh-CN" altLang="en-US" sz="1200" b="0" i="0" u="none" strike="noStrike" kern="1200" cap="none" spc="0" normalizeH="0" baseline="0" noProof="0">
              <a:ln>
                <a:noFill/>
              </a:ln>
              <a:solidFill>
                <a:srgbClr val="00B050"/>
              </a:solidFill>
              <a:effectLst/>
              <a:uLnTx/>
              <a:uFillTx/>
              <a:latin typeface="Boehringer Forward Text"/>
              <a:ea typeface="+mn-ea"/>
              <a:cs typeface="+mn-cs"/>
            </a:endParaRPr>
          </a:p>
        </p:txBody>
      </p:sp>
      <p:sp>
        <p:nvSpPr>
          <p:cNvPr id="27" name="文本框 26">
            <a:extLst>
              <a:ext uri="{FF2B5EF4-FFF2-40B4-BE49-F238E27FC236}">
                <a16:creationId xmlns:a16="http://schemas.microsoft.com/office/drawing/2014/main" id="{3CD224C7-91A6-BD67-71BC-5D3B90B2324B}"/>
              </a:ext>
            </a:extLst>
          </p:cNvPr>
          <p:cNvSpPr txBox="1"/>
          <p:nvPr/>
        </p:nvSpPr>
        <p:spPr bwMode="gray">
          <a:xfrm>
            <a:off x="8295804" y="2152623"/>
            <a:ext cx="536500" cy="236924"/>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B050"/>
                </a:solidFill>
                <a:effectLst/>
                <a:uLnTx/>
                <a:uFillTx/>
                <a:latin typeface="Boehringer Forward Text"/>
                <a:ea typeface="+mn-ea"/>
                <a:cs typeface="+mn-cs"/>
              </a:rPr>
              <a:t>Korea</a:t>
            </a:r>
            <a:endParaRPr kumimoji="0" lang="zh-CN" altLang="en-US" sz="1200" b="0" i="0" u="none" strike="noStrike" kern="1200" cap="none" spc="0" normalizeH="0" baseline="0" noProof="0">
              <a:ln>
                <a:noFill/>
              </a:ln>
              <a:solidFill>
                <a:srgbClr val="00B050"/>
              </a:solidFill>
              <a:effectLst/>
              <a:uLnTx/>
              <a:uFillTx/>
              <a:latin typeface="Boehringer Forward Text"/>
              <a:ea typeface="+mn-ea"/>
              <a:cs typeface="+mn-cs"/>
            </a:endParaRPr>
          </a:p>
        </p:txBody>
      </p:sp>
      <p:sp>
        <p:nvSpPr>
          <p:cNvPr id="28" name="文本框 27">
            <a:extLst>
              <a:ext uri="{FF2B5EF4-FFF2-40B4-BE49-F238E27FC236}">
                <a16:creationId xmlns:a16="http://schemas.microsoft.com/office/drawing/2014/main" id="{6023EB74-CDE7-60D6-6D44-0898E55F224F}"/>
              </a:ext>
            </a:extLst>
          </p:cNvPr>
          <p:cNvSpPr txBox="1"/>
          <p:nvPr/>
        </p:nvSpPr>
        <p:spPr bwMode="gray">
          <a:xfrm>
            <a:off x="10132786" y="1343487"/>
            <a:ext cx="536500" cy="236924"/>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B050"/>
                </a:solidFill>
                <a:effectLst/>
                <a:uLnTx/>
                <a:uFillTx/>
                <a:latin typeface="Boehringer Forward Text"/>
                <a:ea typeface="+mn-ea"/>
                <a:cs typeface="+mn-cs"/>
              </a:rPr>
              <a:t>Asia</a:t>
            </a:r>
            <a:endParaRPr kumimoji="0" lang="zh-CN" altLang="en-US" sz="1200" b="0" i="0" u="none" strike="noStrike" kern="1200" cap="none" spc="0" normalizeH="0" baseline="0" noProof="0">
              <a:ln>
                <a:noFill/>
              </a:ln>
              <a:solidFill>
                <a:srgbClr val="00B050"/>
              </a:solidFill>
              <a:effectLst/>
              <a:uLnTx/>
              <a:uFillTx/>
              <a:latin typeface="Boehringer Forward Text"/>
              <a:ea typeface="+mn-ea"/>
              <a:cs typeface="+mn-cs"/>
            </a:endParaRPr>
          </a:p>
        </p:txBody>
      </p:sp>
    </p:spTree>
    <p:extLst>
      <p:ext uri="{BB962C8B-B14F-4D97-AF65-F5344CB8AC3E}">
        <p14:creationId xmlns:p14="http://schemas.microsoft.com/office/powerpoint/2010/main" val="27142004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OTLSHAPE_T_5a934a26f311425e8ebaa0f45e6533ad_Shape">
            <a:extLst>
              <a:ext uri="{FF2B5EF4-FFF2-40B4-BE49-F238E27FC236}">
                <a16:creationId xmlns:a16="http://schemas.microsoft.com/office/drawing/2014/main" id="{8127666E-BC3F-3870-FC18-075BC732E7E6}"/>
              </a:ext>
            </a:extLst>
          </p:cNvPr>
          <p:cNvSpPr/>
          <p:nvPr>
            <p:custDataLst>
              <p:tags r:id="rId1"/>
            </p:custDataLst>
          </p:nvPr>
        </p:nvSpPr>
        <p:spPr bwMode="auto">
          <a:xfrm>
            <a:off x="5462431" y="4338538"/>
            <a:ext cx="2816785"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3" name="OTLSHAPE_T_5a934a26f311425e8ebaa0f45e6533ad_Shape">
            <a:extLst>
              <a:ext uri="{FF2B5EF4-FFF2-40B4-BE49-F238E27FC236}">
                <a16:creationId xmlns:a16="http://schemas.microsoft.com/office/drawing/2014/main" id="{4EC2DD08-22FB-71E5-4CAC-6DABA2DFA131}"/>
              </a:ext>
            </a:extLst>
          </p:cNvPr>
          <p:cNvSpPr/>
          <p:nvPr>
            <p:custDataLst>
              <p:tags r:id="rId2"/>
            </p:custDataLst>
          </p:nvPr>
        </p:nvSpPr>
        <p:spPr bwMode="auto">
          <a:xfrm>
            <a:off x="5478711" y="2287943"/>
            <a:ext cx="2800505"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156850" y="147417"/>
            <a:ext cx="11233151" cy="720000"/>
          </a:xfrm>
        </p:spPr>
        <p:txBody>
          <a:bodyPr/>
          <a:lstStyle/>
          <a:p>
            <a:r>
              <a:rPr lang="en-US" altLang="zh-CN" sz="2400" i="1">
                <a:solidFill>
                  <a:schemeClr val="tx1"/>
                </a:solidFill>
                <a:latin typeface="+mn-lt"/>
              </a:rPr>
              <a:t>Obrixtamig (DLL3/CD3 </a:t>
            </a:r>
            <a:r>
              <a:rPr lang="en-US" altLang="zh-CN" sz="2400" i="1" err="1">
                <a:solidFill>
                  <a:schemeClr val="tx1"/>
                </a:solidFill>
                <a:latin typeface="+mn-lt"/>
              </a:rPr>
              <a:t>TcE</a:t>
            </a:r>
            <a:r>
              <a:rPr lang="en-US" altLang="zh-CN" sz="2400" i="1">
                <a:solidFill>
                  <a:schemeClr val="tx1"/>
                </a:solidFill>
                <a:latin typeface="+mn-lt"/>
              </a:rPr>
              <a:t>) – 1L SCLC (</a:t>
            </a:r>
            <a:r>
              <a:rPr lang="en-US" altLang="zh-CN" sz="2400" i="1" err="1">
                <a:solidFill>
                  <a:schemeClr val="tx1"/>
                </a:solidFill>
                <a:latin typeface="+mn-lt"/>
              </a:rPr>
              <a:t>obrix+atezo+EP</a:t>
            </a:r>
            <a:r>
              <a:rPr lang="en-US" altLang="zh-CN" sz="2400" i="1">
                <a:solidFill>
                  <a:schemeClr val="tx1"/>
                </a:solidFill>
                <a:latin typeface="+mn-lt"/>
              </a:rPr>
              <a:t> vs. </a:t>
            </a:r>
            <a:r>
              <a:rPr lang="en-US" altLang="zh-CN" sz="2400" i="1" err="1">
                <a:solidFill>
                  <a:schemeClr val="tx1"/>
                </a:solidFill>
                <a:latin typeface="+mn-lt"/>
              </a:rPr>
              <a:t>atezo+EP</a:t>
            </a:r>
            <a:r>
              <a:rPr lang="en-US" altLang="zh-CN" sz="2400" i="1">
                <a:solidFill>
                  <a:schemeClr val="tx1"/>
                </a:solidFill>
                <a:latin typeface="+mn-lt"/>
              </a:rPr>
              <a:t>)</a:t>
            </a:r>
            <a:r>
              <a:rPr lang="en-US" altLang="zh-CN">
                <a:solidFill>
                  <a:schemeClr val="tx1"/>
                </a:solidFill>
                <a:latin typeface="+mn-lt"/>
              </a:rPr>
              <a:t> </a:t>
            </a:r>
            <a:endParaRPr lang="zh-CN" altLang="en-US">
              <a:solidFill>
                <a:schemeClr val="tx1"/>
              </a:solidFill>
              <a:latin typeface="+mn-lt"/>
            </a:endParaRPr>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29</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27483"/>
          <a:ext cx="10104656" cy="675640"/>
        </p:xfrm>
        <a:graphic>
          <a:graphicData uri="http://schemas.openxmlformats.org/drawingml/2006/table">
            <a:tbl>
              <a:tblPr firstRow="1" bandRow="1"/>
              <a:tblGrid>
                <a:gridCol w="531824">
                  <a:extLst>
                    <a:ext uri="{9D8B030D-6E8A-4147-A177-3AD203B41FA5}">
                      <a16:colId xmlns:a16="http://schemas.microsoft.com/office/drawing/2014/main" val="2466911814"/>
                    </a:ext>
                  </a:extLst>
                </a:gridCol>
                <a:gridCol w="531824">
                  <a:extLst>
                    <a:ext uri="{9D8B030D-6E8A-4147-A177-3AD203B41FA5}">
                      <a16:colId xmlns:a16="http://schemas.microsoft.com/office/drawing/2014/main" val="3023231563"/>
                    </a:ext>
                  </a:extLst>
                </a:gridCol>
                <a:gridCol w="531824">
                  <a:extLst>
                    <a:ext uri="{9D8B030D-6E8A-4147-A177-3AD203B41FA5}">
                      <a16:colId xmlns:a16="http://schemas.microsoft.com/office/drawing/2014/main" val="3411862845"/>
                    </a:ext>
                  </a:extLst>
                </a:gridCol>
                <a:gridCol w="531824">
                  <a:extLst>
                    <a:ext uri="{9D8B030D-6E8A-4147-A177-3AD203B41FA5}">
                      <a16:colId xmlns:a16="http://schemas.microsoft.com/office/drawing/2014/main" val="2851474774"/>
                    </a:ext>
                  </a:extLst>
                </a:gridCol>
                <a:gridCol w="531824">
                  <a:extLst>
                    <a:ext uri="{9D8B030D-6E8A-4147-A177-3AD203B41FA5}">
                      <a16:colId xmlns:a16="http://schemas.microsoft.com/office/drawing/2014/main" val="107595344"/>
                    </a:ext>
                  </a:extLst>
                </a:gridCol>
                <a:gridCol w="531824">
                  <a:extLst>
                    <a:ext uri="{9D8B030D-6E8A-4147-A177-3AD203B41FA5}">
                      <a16:colId xmlns:a16="http://schemas.microsoft.com/office/drawing/2014/main" val="1666999431"/>
                    </a:ext>
                  </a:extLst>
                </a:gridCol>
                <a:gridCol w="531824">
                  <a:extLst>
                    <a:ext uri="{9D8B030D-6E8A-4147-A177-3AD203B41FA5}">
                      <a16:colId xmlns:a16="http://schemas.microsoft.com/office/drawing/2014/main" val="3696607442"/>
                    </a:ext>
                  </a:extLst>
                </a:gridCol>
                <a:gridCol w="531824">
                  <a:extLst>
                    <a:ext uri="{9D8B030D-6E8A-4147-A177-3AD203B41FA5}">
                      <a16:colId xmlns:a16="http://schemas.microsoft.com/office/drawing/2014/main" val="223989776"/>
                    </a:ext>
                  </a:extLst>
                </a:gridCol>
                <a:gridCol w="531824">
                  <a:extLst>
                    <a:ext uri="{9D8B030D-6E8A-4147-A177-3AD203B41FA5}">
                      <a16:colId xmlns:a16="http://schemas.microsoft.com/office/drawing/2014/main" val="124731204"/>
                    </a:ext>
                  </a:extLst>
                </a:gridCol>
                <a:gridCol w="531824">
                  <a:extLst>
                    <a:ext uri="{9D8B030D-6E8A-4147-A177-3AD203B41FA5}">
                      <a16:colId xmlns:a16="http://schemas.microsoft.com/office/drawing/2014/main" val="3066978585"/>
                    </a:ext>
                  </a:extLst>
                </a:gridCol>
                <a:gridCol w="531824">
                  <a:extLst>
                    <a:ext uri="{9D8B030D-6E8A-4147-A177-3AD203B41FA5}">
                      <a16:colId xmlns:a16="http://schemas.microsoft.com/office/drawing/2014/main" val="1064917641"/>
                    </a:ext>
                  </a:extLst>
                </a:gridCol>
                <a:gridCol w="531824">
                  <a:extLst>
                    <a:ext uri="{9D8B030D-6E8A-4147-A177-3AD203B41FA5}">
                      <a16:colId xmlns:a16="http://schemas.microsoft.com/office/drawing/2014/main" val="4221117315"/>
                    </a:ext>
                  </a:extLst>
                </a:gridCol>
                <a:gridCol w="531824">
                  <a:extLst>
                    <a:ext uri="{9D8B030D-6E8A-4147-A177-3AD203B41FA5}">
                      <a16:colId xmlns:a16="http://schemas.microsoft.com/office/drawing/2014/main" val="3266065341"/>
                    </a:ext>
                  </a:extLst>
                </a:gridCol>
                <a:gridCol w="531824">
                  <a:extLst>
                    <a:ext uri="{9D8B030D-6E8A-4147-A177-3AD203B41FA5}">
                      <a16:colId xmlns:a16="http://schemas.microsoft.com/office/drawing/2014/main" val="2374051224"/>
                    </a:ext>
                  </a:extLst>
                </a:gridCol>
                <a:gridCol w="531824">
                  <a:extLst>
                    <a:ext uri="{9D8B030D-6E8A-4147-A177-3AD203B41FA5}">
                      <a16:colId xmlns:a16="http://schemas.microsoft.com/office/drawing/2014/main" val="1840388365"/>
                    </a:ext>
                  </a:extLst>
                </a:gridCol>
                <a:gridCol w="531824">
                  <a:extLst>
                    <a:ext uri="{9D8B030D-6E8A-4147-A177-3AD203B41FA5}">
                      <a16:colId xmlns:a16="http://schemas.microsoft.com/office/drawing/2014/main" val="267750830"/>
                    </a:ext>
                  </a:extLst>
                </a:gridCol>
                <a:gridCol w="531824">
                  <a:extLst>
                    <a:ext uri="{9D8B030D-6E8A-4147-A177-3AD203B41FA5}">
                      <a16:colId xmlns:a16="http://schemas.microsoft.com/office/drawing/2014/main" val="3966469970"/>
                    </a:ext>
                  </a:extLst>
                </a:gridCol>
                <a:gridCol w="531824">
                  <a:extLst>
                    <a:ext uri="{9D8B030D-6E8A-4147-A177-3AD203B41FA5}">
                      <a16:colId xmlns:a16="http://schemas.microsoft.com/office/drawing/2014/main" val="2522973146"/>
                    </a:ext>
                  </a:extLst>
                </a:gridCol>
                <a:gridCol w="531824">
                  <a:extLst>
                    <a:ext uri="{9D8B030D-6E8A-4147-A177-3AD203B41FA5}">
                      <a16:colId xmlns:a16="http://schemas.microsoft.com/office/drawing/2014/main" val="1073721136"/>
                    </a:ext>
                  </a:extLst>
                </a:gridCol>
              </a:tblGrid>
              <a:tr h="25908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1"/>
                          </a:solidFill>
                          <a:latin typeface="Arial" panose="020B0604020202020204" pitchFamily="34" charset="0"/>
                          <a:cs typeface="Arial" panose="020B0604020202020204" pitchFamily="34" charset="0"/>
                        </a:rPr>
                        <a:t>2025</a:t>
                      </a:r>
                      <a:endParaRPr lang="zh-CN" altLang="en-US" sz="1100" b="1">
                        <a:solidFill>
                          <a:schemeClr val="bg1"/>
                        </a:solidFill>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solidFill>
                      <a:srgbClr val="06251F"/>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173406" y="1254961"/>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110658" y="2181367"/>
            <a:ext cx="1073991"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1438-0012</a:t>
            </a:r>
          </a:p>
          <a:p>
            <a:pPr algn="ctr" defTabSz="914377">
              <a:defRPr/>
            </a:pPr>
            <a:r>
              <a:rPr lang="en-US" sz="1067" b="1">
                <a:solidFill>
                  <a:srgbClr val="08312A"/>
                </a:solidFill>
                <a:cs typeface="Calibri" panose="020F0502020204030204" pitchFamily="34" charset="0"/>
              </a:rPr>
              <a:t>Dareon-Lung-1</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12DFDD77-3A58-72FD-B7F7-3AD9C2D417AC}"/>
              </a:ext>
            </a:extLst>
          </p:cNvPr>
          <p:cNvSpPr/>
          <p:nvPr/>
        </p:nvSpPr>
        <p:spPr>
          <a:xfrm>
            <a:off x="2593322" y="2549022"/>
            <a:ext cx="41389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SIV</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3"/>
            </p:custDataLst>
          </p:nvPr>
        </p:nvSpPr>
        <p:spPr>
          <a:xfrm>
            <a:off x="2269813" y="2099986"/>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Mar 2026</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4"/>
            </p:custDataLst>
          </p:nvPr>
        </p:nvSpPr>
        <p:spPr bwMode="auto">
          <a:xfrm>
            <a:off x="2803976" y="2283671"/>
            <a:ext cx="2675414" cy="272694"/>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Ph3, N=670</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C8F2C67-00D5-1DCB-39B3-4EF7AB6F8831}"/>
              </a:ext>
            </a:extLst>
          </p:cNvPr>
          <p:cNvSpPr/>
          <p:nvPr>
            <p:custDataLst>
              <p:tags r:id="rId5"/>
            </p:custDataLst>
          </p:nvPr>
        </p:nvSpPr>
        <p:spPr bwMode="auto">
          <a:xfrm>
            <a:off x="3159379" y="4344717"/>
            <a:ext cx="2294216"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Ph3, N=116 (Inc.TW20+HK2)</a:t>
            </a:r>
          </a:p>
        </p:txBody>
      </p:sp>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6"/>
            </p:custDataLst>
          </p:nvPr>
        </p:nvSpPr>
        <p:spPr>
          <a:xfrm>
            <a:off x="2690175" y="4172897"/>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7"/>
            </p:custDataLst>
          </p:nvPr>
        </p:nvSpPr>
        <p:spPr bwMode="auto">
          <a:xfrm>
            <a:off x="2071705" y="4339515"/>
            <a:ext cx="1087673"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700" b="1">
                <a:solidFill>
                  <a:srgbClr val="000000"/>
                </a:solidFill>
                <a:ea typeface="等线" panose="02010600030101010101" pitchFamily="2" charset="-122"/>
                <a:cs typeface="Calibri" panose="020F0502020204030204" pitchFamily="34" charset="0"/>
              </a:rPr>
              <a:t>CTA Review + EC + HGRAC + 1</a:t>
            </a:r>
            <a:r>
              <a:rPr lang="en-US" altLang="zh-CN" sz="700" b="1" baseline="30000">
                <a:solidFill>
                  <a:srgbClr val="000000"/>
                </a:solidFill>
                <a:ea typeface="等线" panose="02010600030101010101" pitchFamily="2" charset="-122"/>
                <a:cs typeface="Calibri" panose="020F0502020204030204" pitchFamily="34" charset="0"/>
              </a:rPr>
              <a:t>st</a:t>
            </a:r>
            <a:r>
              <a:rPr lang="en-US" altLang="zh-CN" sz="700" b="1">
                <a:solidFill>
                  <a:srgbClr val="000000"/>
                </a:solidFill>
                <a:ea typeface="等线" panose="02010600030101010101" pitchFamily="2" charset="-122"/>
                <a:cs typeface="Calibri" panose="020F0502020204030204" pitchFamily="34" charset="0"/>
              </a:rPr>
              <a:t> SIV</a:t>
            </a:r>
            <a:endParaRPr lang="zh-CN" altLang="en-US" sz="700" b="1">
              <a:solidFill>
                <a:srgbClr val="000000"/>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A0D8EFB-CB41-84C8-BA95-775353EDE6C7}"/>
              </a:ext>
            </a:extLst>
          </p:cNvPr>
          <p:cNvSpPr/>
          <p:nvPr/>
        </p:nvSpPr>
        <p:spPr>
          <a:xfrm>
            <a:off x="2937350" y="4639315"/>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grpSp>
        <p:nvGrpSpPr>
          <p:cNvPr id="12" name="Group 11">
            <a:extLst>
              <a:ext uri="{FF2B5EF4-FFF2-40B4-BE49-F238E27FC236}">
                <a16:creationId xmlns:a16="http://schemas.microsoft.com/office/drawing/2014/main" id="{06FE123B-63EE-675A-38C9-CE452318FD74}"/>
              </a:ext>
            </a:extLst>
          </p:cNvPr>
          <p:cNvGrpSpPr/>
          <p:nvPr/>
        </p:nvGrpSpPr>
        <p:grpSpPr>
          <a:xfrm>
            <a:off x="1860751" y="4172897"/>
            <a:ext cx="1014392" cy="686545"/>
            <a:chOff x="1762461" y="4172897"/>
            <a:chExt cx="1014392" cy="686545"/>
          </a:xfrm>
        </p:grpSpPr>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17"/>
              </p:custDataLst>
            </p:nvPr>
          </p:nvSpPr>
          <p:spPr>
            <a:xfrm>
              <a:off x="1762461" y="4172897"/>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 Nov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18"/>
              </p:custDataLst>
            </p:nvPr>
          </p:nvSpPr>
          <p:spPr bwMode="auto">
            <a:xfrm rot="16200000">
              <a:off x="1971073" y="458396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19"/>
              </p:custDataLst>
            </p:nvPr>
          </p:nvSpPr>
          <p:spPr>
            <a:xfrm>
              <a:off x="1848652" y="4695230"/>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grpSp>
      <p:sp>
        <p:nvSpPr>
          <p:cNvPr id="273" name="Star: 4 Points 143">
            <a:extLst>
              <a:ext uri="{FF2B5EF4-FFF2-40B4-BE49-F238E27FC236}">
                <a16:creationId xmlns:a16="http://schemas.microsoft.com/office/drawing/2014/main" id="{066D8B96-5284-7829-3E0F-9F3FF60595C2}"/>
              </a:ext>
            </a:extLst>
          </p:cNvPr>
          <p:cNvSpPr/>
          <p:nvPr/>
        </p:nvSpPr>
        <p:spPr bwMode="auto">
          <a:xfrm>
            <a:off x="2699463" y="243889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7" name="Group 6">
            <a:extLst>
              <a:ext uri="{FF2B5EF4-FFF2-40B4-BE49-F238E27FC236}">
                <a16:creationId xmlns:a16="http://schemas.microsoft.com/office/drawing/2014/main" id="{6AE24C75-BD89-5B82-359D-D3BCCC45523C}"/>
              </a:ext>
            </a:extLst>
          </p:cNvPr>
          <p:cNvGrpSpPr/>
          <p:nvPr/>
        </p:nvGrpSpPr>
        <p:grpSpPr>
          <a:xfrm>
            <a:off x="4991832" y="2099832"/>
            <a:ext cx="911147" cy="720687"/>
            <a:chOff x="4616908" y="2110188"/>
            <a:chExt cx="911147" cy="720687"/>
          </a:xfrm>
        </p:grpSpPr>
        <p:sp>
          <p:nvSpPr>
            <p:cNvPr id="264" name="Rectangle 55">
              <a:extLst>
                <a:ext uri="{FF2B5EF4-FFF2-40B4-BE49-F238E27FC236}">
                  <a16:creationId xmlns:a16="http://schemas.microsoft.com/office/drawing/2014/main" id="{AA8BE26C-62F1-CD5B-D05C-AB261F53C0FC}"/>
                </a:ext>
              </a:extLst>
            </p:cNvPr>
            <p:cNvSpPr/>
            <p:nvPr/>
          </p:nvSpPr>
          <p:spPr>
            <a:xfrm>
              <a:off x="4905990" y="2574329"/>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16"/>
              </p:custDataLst>
            </p:nvPr>
          </p:nvSpPr>
          <p:spPr>
            <a:xfrm>
              <a:off x="4616908" y="2110188"/>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Jun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5012490" y="247635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76" name="Star: 4 Points 143">
            <a:extLst>
              <a:ext uri="{FF2B5EF4-FFF2-40B4-BE49-F238E27FC236}">
                <a16:creationId xmlns:a16="http://schemas.microsoft.com/office/drawing/2014/main" id="{8C066891-4871-1004-4C87-7F9BB34F324F}"/>
              </a:ext>
            </a:extLst>
          </p:cNvPr>
          <p:cNvSpPr/>
          <p:nvPr/>
        </p:nvSpPr>
        <p:spPr bwMode="auto">
          <a:xfrm>
            <a:off x="3067259"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8" name="Group 7">
            <a:extLst>
              <a:ext uri="{FF2B5EF4-FFF2-40B4-BE49-F238E27FC236}">
                <a16:creationId xmlns:a16="http://schemas.microsoft.com/office/drawing/2014/main" id="{1EFB7D6F-31CB-2069-FF11-DD2769DED9F7}"/>
              </a:ext>
            </a:extLst>
          </p:cNvPr>
          <p:cNvGrpSpPr/>
          <p:nvPr/>
        </p:nvGrpSpPr>
        <p:grpSpPr>
          <a:xfrm>
            <a:off x="5013986" y="4122033"/>
            <a:ext cx="911145" cy="722963"/>
            <a:chOff x="4295073" y="4172897"/>
            <a:chExt cx="911145" cy="722963"/>
          </a:xfrm>
        </p:grpSpPr>
        <p:sp>
          <p:nvSpPr>
            <p:cNvPr id="261" name="Rectangle 73">
              <a:extLst>
                <a:ext uri="{FF2B5EF4-FFF2-40B4-BE49-F238E27FC236}">
                  <a16:creationId xmlns:a16="http://schemas.microsoft.com/office/drawing/2014/main" id="{96E5E0B1-4C22-09C0-F6AC-5682E15DDEF5}"/>
                </a:ext>
              </a:extLst>
            </p:cNvPr>
            <p:cNvSpPr/>
            <p:nvPr/>
          </p:nvSpPr>
          <p:spPr>
            <a:xfrm>
              <a:off x="4611711" y="4639315"/>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2" name="OTLSHAPE_T_e17f3958430f4cff8650518c93c7635e_StartDate">
              <a:extLst>
                <a:ext uri="{FF2B5EF4-FFF2-40B4-BE49-F238E27FC236}">
                  <a16:creationId xmlns:a16="http://schemas.microsoft.com/office/drawing/2014/main" id="{A5E5FEB3-C015-F934-6490-708A1344B311}"/>
                </a:ext>
              </a:extLst>
            </p:cNvPr>
            <p:cNvSpPr txBox="1"/>
            <p:nvPr>
              <p:custDataLst>
                <p:tags r:id="rId15"/>
              </p:custDataLst>
            </p:nvPr>
          </p:nvSpPr>
          <p:spPr>
            <a:xfrm>
              <a:off x="4295073" y="4172897"/>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Jun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7" name="Star: 4 Points 143">
              <a:extLst>
                <a:ext uri="{FF2B5EF4-FFF2-40B4-BE49-F238E27FC236}">
                  <a16:creationId xmlns:a16="http://schemas.microsoft.com/office/drawing/2014/main" id="{CF7D6FC1-BFE3-9C7F-8E47-EA4A2F8C4149}"/>
                </a:ext>
              </a:extLst>
            </p:cNvPr>
            <p:cNvSpPr/>
            <p:nvPr/>
          </p:nvSpPr>
          <p:spPr bwMode="auto">
            <a:xfrm>
              <a:off x="4658521"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92" name="Rectangle 100">
            <a:extLst>
              <a:ext uri="{FF2B5EF4-FFF2-40B4-BE49-F238E27FC236}">
                <a16:creationId xmlns:a16="http://schemas.microsoft.com/office/drawing/2014/main" id="{A8545B9F-DCAA-91A5-DA84-03B59F216C07}"/>
              </a:ext>
            </a:extLst>
          </p:cNvPr>
          <p:cNvSpPr/>
          <p:nvPr/>
        </p:nvSpPr>
        <p:spPr>
          <a:xfrm>
            <a:off x="8727344" y="2052707"/>
            <a:ext cx="798617"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Jan 2029</a:t>
            </a:r>
            <a:endParaRPr lang="en-US" altLang="zh-CN" sz="1067" b="1">
              <a:solidFill>
                <a:srgbClr val="44546A"/>
              </a:solidFill>
              <a:ea typeface="等线" panose="02010600030101010101" pitchFamily="2" charset="-122"/>
              <a:cs typeface="Calibri" panose="020F0502020204030204" pitchFamily="34" charset="0"/>
            </a:endParaRPr>
          </a:p>
        </p:txBody>
      </p:sp>
      <p:sp>
        <p:nvSpPr>
          <p:cNvPr id="291" name="Rectangle 55">
            <a:extLst>
              <a:ext uri="{FF2B5EF4-FFF2-40B4-BE49-F238E27FC236}">
                <a16:creationId xmlns:a16="http://schemas.microsoft.com/office/drawing/2014/main" id="{0BA97211-4455-8EFF-7A42-4DA7754F9344}"/>
              </a:ext>
            </a:extLst>
          </p:cNvPr>
          <p:cNvSpPr/>
          <p:nvPr/>
        </p:nvSpPr>
        <p:spPr>
          <a:xfrm>
            <a:off x="8772291" y="2563015"/>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7" name="Rectangle 100">
            <a:extLst>
              <a:ext uri="{FF2B5EF4-FFF2-40B4-BE49-F238E27FC236}">
                <a16:creationId xmlns:a16="http://schemas.microsoft.com/office/drawing/2014/main" id="{B95ACA1E-10C2-F783-D1D8-EBE68B344864}"/>
              </a:ext>
            </a:extLst>
          </p:cNvPr>
          <p:cNvSpPr/>
          <p:nvPr/>
        </p:nvSpPr>
        <p:spPr>
          <a:xfrm>
            <a:off x="9465309" y="2052707"/>
            <a:ext cx="853119"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May 2029</a:t>
            </a:r>
          </a:p>
        </p:txBody>
      </p:sp>
      <p:sp>
        <p:nvSpPr>
          <p:cNvPr id="298" name="五角星 55">
            <a:extLst>
              <a:ext uri="{FF2B5EF4-FFF2-40B4-BE49-F238E27FC236}">
                <a16:creationId xmlns:a16="http://schemas.microsoft.com/office/drawing/2014/main" id="{E1BCA551-D523-7A9A-D3C4-37972EE8C8C6}"/>
              </a:ext>
            </a:extLst>
          </p:cNvPr>
          <p:cNvSpPr>
            <a:spLocks/>
          </p:cNvSpPr>
          <p:nvPr/>
        </p:nvSpPr>
        <p:spPr bwMode="auto">
          <a:xfrm>
            <a:off x="8979785" y="2379739"/>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96" name="Rectangle 55">
            <a:extLst>
              <a:ext uri="{FF2B5EF4-FFF2-40B4-BE49-F238E27FC236}">
                <a16:creationId xmlns:a16="http://schemas.microsoft.com/office/drawing/2014/main" id="{E4AE6314-E81A-72ED-C6B9-98CBCB72AF96}"/>
              </a:ext>
            </a:extLst>
          </p:cNvPr>
          <p:cNvSpPr/>
          <p:nvPr/>
        </p:nvSpPr>
        <p:spPr>
          <a:xfrm>
            <a:off x="9499428" y="2563015"/>
            <a:ext cx="80823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grpSp>
        <p:nvGrpSpPr>
          <p:cNvPr id="13" name="Group 12">
            <a:extLst>
              <a:ext uri="{FF2B5EF4-FFF2-40B4-BE49-F238E27FC236}">
                <a16:creationId xmlns:a16="http://schemas.microsoft.com/office/drawing/2014/main" id="{5E0AE7B3-BD29-CCCE-1378-2B9E2847F476}"/>
              </a:ext>
            </a:extLst>
          </p:cNvPr>
          <p:cNvGrpSpPr/>
          <p:nvPr/>
        </p:nvGrpSpPr>
        <p:grpSpPr>
          <a:xfrm>
            <a:off x="8797839" y="4090313"/>
            <a:ext cx="845164" cy="769129"/>
            <a:chOff x="6596173" y="4126731"/>
            <a:chExt cx="845164" cy="769129"/>
          </a:xfrm>
        </p:grpSpPr>
        <p:sp>
          <p:nvSpPr>
            <p:cNvPr id="302" name="Rectangle 100">
              <a:extLst>
                <a:ext uri="{FF2B5EF4-FFF2-40B4-BE49-F238E27FC236}">
                  <a16:creationId xmlns:a16="http://schemas.microsoft.com/office/drawing/2014/main" id="{C3B9E7B5-CD20-2827-BE11-17673C41D13A}"/>
                </a:ext>
              </a:extLst>
            </p:cNvPr>
            <p:cNvSpPr/>
            <p:nvPr/>
          </p:nvSpPr>
          <p:spPr>
            <a:xfrm>
              <a:off x="6596173" y="4126731"/>
              <a:ext cx="801823"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Feb 2029</a:t>
              </a:r>
              <a:endParaRPr lang="en-US" altLang="zh-CN" sz="1067" b="1">
                <a:solidFill>
                  <a:srgbClr val="44546A"/>
                </a:solidFill>
                <a:ea typeface="等线" panose="02010600030101010101" pitchFamily="2" charset="-122"/>
                <a:cs typeface="Calibri" panose="020F0502020204030204" pitchFamily="34" charset="0"/>
              </a:endParaRPr>
            </a:p>
          </p:txBody>
        </p:sp>
        <p:sp>
          <p:nvSpPr>
            <p:cNvPr id="301" name="Rectangle 55">
              <a:extLst>
                <a:ext uri="{FF2B5EF4-FFF2-40B4-BE49-F238E27FC236}">
                  <a16:creationId xmlns:a16="http://schemas.microsoft.com/office/drawing/2014/main" id="{20B55BB8-3566-02B8-C9C0-62C7336AFAA7}"/>
                </a:ext>
              </a:extLst>
            </p:cNvPr>
            <p:cNvSpPr/>
            <p:nvPr/>
          </p:nvSpPr>
          <p:spPr>
            <a:xfrm>
              <a:off x="6642720" y="4639315"/>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308" name="五角星 55">
              <a:extLst>
                <a:ext uri="{FF2B5EF4-FFF2-40B4-BE49-F238E27FC236}">
                  <a16:creationId xmlns:a16="http://schemas.microsoft.com/office/drawing/2014/main" id="{81F4074F-5F28-5E10-8DED-260E05BFE8B8}"/>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sp>
        <p:nvSpPr>
          <p:cNvPr id="310" name="文本框 160">
            <a:extLst>
              <a:ext uri="{FF2B5EF4-FFF2-40B4-BE49-F238E27FC236}">
                <a16:creationId xmlns:a16="http://schemas.microsoft.com/office/drawing/2014/main" id="{B945789E-8D4A-73F5-7A7E-613CACEA0B39}"/>
              </a:ext>
            </a:extLst>
          </p:cNvPr>
          <p:cNvSpPr txBox="1"/>
          <p:nvPr/>
        </p:nvSpPr>
        <p:spPr>
          <a:xfrm>
            <a:off x="2794993" y="3043813"/>
            <a:ext cx="6328792" cy="306467"/>
          </a:xfrm>
          <a:prstGeom prst="roundRect">
            <a:avLst/>
          </a:prstGeom>
          <a:noFill/>
          <a:ln>
            <a:solidFill>
              <a:srgbClr val="076D7E"/>
            </a:solidFill>
            <a:prstDash val="lgDash"/>
          </a:ln>
        </p:spPr>
        <p:txBody>
          <a:bodyPr wrap="square" lIns="91440" tIns="45720" rIns="91440" bIns="45720" rtlCol="0" anchor="t">
            <a:spAutoFit/>
          </a:bodyPr>
          <a:lstStyle/>
          <a:p>
            <a:pPr marL="95885" indent="-95885" defTabSz="1219170">
              <a:spcAft>
                <a:spcPts val="267"/>
              </a:spcAft>
              <a:buFont typeface="Arial" panose="020B0604020202020204" pitchFamily="34" charset="0"/>
              <a:buChar char="•"/>
              <a:defRPr/>
            </a:pPr>
            <a:r>
              <a:rPr lang="en-US" altLang="zh-CN" sz="1200" i="1">
                <a:cs typeface="Calibri"/>
              </a:rPr>
              <a:t>Japan screened first patient on 13Apr 2026.</a:t>
            </a:r>
            <a:endParaRPr lang="en-US" altLang="zh-CN" sz="1200" i="1">
              <a:cs typeface="Calibri" panose="020F0502020204030204" pitchFamily="34" charset="0"/>
            </a:endParaRPr>
          </a:p>
        </p:txBody>
      </p:sp>
      <p:sp>
        <p:nvSpPr>
          <p:cNvPr id="312" name="文本框 160">
            <a:extLst>
              <a:ext uri="{FF2B5EF4-FFF2-40B4-BE49-F238E27FC236}">
                <a16:creationId xmlns:a16="http://schemas.microsoft.com/office/drawing/2014/main" id="{B30F5C3A-64C8-05AC-FCE8-FDB49B2526AD}"/>
              </a:ext>
            </a:extLst>
          </p:cNvPr>
          <p:cNvSpPr txBox="1"/>
          <p:nvPr/>
        </p:nvSpPr>
        <p:spPr>
          <a:xfrm>
            <a:off x="2803976" y="5164731"/>
            <a:ext cx="6553568" cy="757654"/>
          </a:xfrm>
          <a:prstGeom prst="roundRect">
            <a:avLst/>
          </a:prstGeom>
          <a:noFill/>
          <a:ln>
            <a:solidFill>
              <a:srgbClr val="076D7E"/>
            </a:solidFill>
            <a:prstDash val="lgDash"/>
          </a:ln>
        </p:spPr>
        <p:txBody>
          <a:bodyPr wrap="square" lIns="91440" tIns="45720" rIns="91440" bIns="45720" rtlCol="0" anchor="t">
            <a:spAutoFit/>
          </a:bodyPr>
          <a:lstStyle/>
          <a:p>
            <a:pPr marL="95885" indent="-95885" defTabSz="1219170">
              <a:spcAft>
                <a:spcPts val="267"/>
              </a:spcAft>
              <a:buFont typeface="Arial" panose="020B0604020202020204" pitchFamily="34" charset="0"/>
              <a:buChar char="•"/>
              <a:defRPr/>
            </a:pPr>
            <a:r>
              <a:rPr lang="en-US" altLang="zh-CN" sz="1200" i="1">
                <a:cs typeface="Calibri"/>
              </a:rPr>
              <a:t>First site(</a:t>
            </a:r>
            <a:r>
              <a:rPr lang="en-US" altLang="zh-CN" sz="1200" i="1" err="1">
                <a:cs typeface="Calibri"/>
              </a:rPr>
              <a:t>宁波大学附一</a:t>
            </a:r>
            <a:r>
              <a:rPr lang="en-US" altLang="zh-CN" sz="1200" i="1">
                <a:cs typeface="Calibri"/>
              </a:rPr>
              <a:t>) was initiated on 17Apr 2026. </a:t>
            </a:r>
            <a:r>
              <a:rPr lang="en-US" altLang="zh-CN" sz="1200" i="1" err="1">
                <a:cs typeface="Calibri"/>
              </a:rPr>
              <a:t>上海胸科</a:t>
            </a:r>
            <a:r>
              <a:rPr lang="en-US" altLang="zh-CN" sz="1200" i="1">
                <a:cs typeface="Calibri"/>
              </a:rPr>
              <a:t> was the second one initiated on 20Apr 2026. Up to</a:t>
            </a:r>
            <a:r>
              <a:rPr lang="zh-CN" altLang="en-US" sz="1200" i="1">
                <a:cs typeface="Calibri"/>
              </a:rPr>
              <a:t> </a:t>
            </a:r>
            <a:r>
              <a:rPr lang="en-US" altLang="zh-CN" sz="1200" i="1">
                <a:cs typeface="Calibri"/>
              </a:rPr>
              <a:t>date,</a:t>
            </a:r>
            <a:r>
              <a:rPr lang="zh-CN" altLang="en-US" sz="1200" i="1">
                <a:cs typeface="Calibri"/>
              </a:rPr>
              <a:t> </a:t>
            </a:r>
            <a:r>
              <a:rPr lang="en-US" altLang="zh-CN" sz="1200" i="1">
                <a:cs typeface="Calibri"/>
              </a:rPr>
              <a:t>4 sites initiated.</a:t>
            </a:r>
          </a:p>
          <a:p>
            <a:pPr marL="95885" indent="-95885" defTabSz="1219170">
              <a:spcAft>
                <a:spcPts val="267"/>
              </a:spcAft>
              <a:buFont typeface="Arial" panose="020B0604020202020204" pitchFamily="34" charset="0"/>
              <a:buChar char="•"/>
              <a:defRPr/>
            </a:pPr>
            <a:r>
              <a:rPr lang="en-US" altLang="zh-CN" sz="1200" i="1">
                <a:cs typeface="Calibri"/>
              </a:rPr>
              <a:t>Investigator meeting was scheduled on 25 Apr 2026 in Shanghai.</a:t>
            </a:r>
          </a:p>
        </p:txBody>
      </p:sp>
      <p:grpSp>
        <p:nvGrpSpPr>
          <p:cNvPr id="14" name="Group 13">
            <a:extLst>
              <a:ext uri="{FF2B5EF4-FFF2-40B4-BE49-F238E27FC236}">
                <a16:creationId xmlns:a16="http://schemas.microsoft.com/office/drawing/2014/main" id="{B8C7A0EC-AC75-AFA9-F775-94DA0B7448EE}"/>
              </a:ext>
            </a:extLst>
          </p:cNvPr>
          <p:cNvGrpSpPr/>
          <p:nvPr/>
        </p:nvGrpSpPr>
        <p:grpSpPr>
          <a:xfrm>
            <a:off x="10571111" y="4060635"/>
            <a:ext cx="827907" cy="769129"/>
            <a:chOff x="8786867" y="4126731"/>
            <a:chExt cx="827907" cy="769129"/>
          </a:xfrm>
        </p:grpSpPr>
        <p:sp>
          <p:nvSpPr>
            <p:cNvPr id="307" name="Rectangle 100">
              <a:extLst>
                <a:ext uri="{FF2B5EF4-FFF2-40B4-BE49-F238E27FC236}">
                  <a16:creationId xmlns:a16="http://schemas.microsoft.com/office/drawing/2014/main" id="{0438AC28-0BEB-F709-E6E5-9A6B7058A5EE}"/>
                </a:ext>
              </a:extLst>
            </p:cNvPr>
            <p:cNvSpPr/>
            <p:nvPr/>
          </p:nvSpPr>
          <p:spPr>
            <a:xfrm>
              <a:off x="8786867" y="4126731"/>
              <a:ext cx="824265"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Dec 2029</a:t>
              </a:r>
            </a:p>
          </p:txBody>
        </p:sp>
        <p:sp>
          <p:nvSpPr>
            <p:cNvPr id="306" name="Rectangle 55">
              <a:extLst>
                <a:ext uri="{FF2B5EF4-FFF2-40B4-BE49-F238E27FC236}">
                  <a16:creationId xmlns:a16="http://schemas.microsoft.com/office/drawing/2014/main" id="{6CDD8DCF-8938-FB98-99E0-A72D2275BA89}"/>
                </a:ext>
              </a:extLst>
            </p:cNvPr>
            <p:cNvSpPr/>
            <p:nvPr/>
          </p:nvSpPr>
          <p:spPr>
            <a:xfrm>
              <a:off x="8806538" y="4639315"/>
              <a:ext cx="80823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8" name="Graphic 317" descr="Flag with solid fill">
              <a:extLst>
                <a:ext uri="{FF2B5EF4-FFF2-40B4-BE49-F238E27FC236}">
                  <a16:creationId xmlns:a16="http://schemas.microsoft.com/office/drawing/2014/main" id="{35C90A90-8BE5-3013-C565-FD71B613048B}"/>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9027776" y="4419855"/>
              <a:ext cx="210312" cy="210312"/>
            </a:xfrm>
            <a:prstGeom prst="rect">
              <a:avLst/>
            </a:prstGeom>
          </p:spPr>
        </p:pic>
      </p:grpSp>
      <p:pic>
        <p:nvPicPr>
          <p:cNvPr id="319" name="Graphic 318" descr="Flag with solid fill">
            <a:extLst>
              <a:ext uri="{FF2B5EF4-FFF2-40B4-BE49-F238E27FC236}">
                <a16:creationId xmlns:a16="http://schemas.microsoft.com/office/drawing/2014/main" id="{193A42BE-A252-531F-AB70-C614190D45A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9633974" y="2334992"/>
            <a:ext cx="210312" cy="210312"/>
          </a:xfrm>
          <a:prstGeom prst="rect">
            <a:avLst/>
          </a:prstGeom>
        </p:spPr>
      </p:pic>
      <p:sp>
        <p:nvSpPr>
          <p:cNvPr id="5" name="TextBox 64">
            <a:extLst>
              <a:ext uri="{FF2B5EF4-FFF2-40B4-BE49-F238E27FC236}">
                <a16:creationId xmlns:a16="http://schemas.microsoft.com/office/drawing/2014/main" id="{0217CF6B-474C-C9E8-00BC-9B74AD4BCB97}"/>
              </a:ext>
            </a:extLst>
          </p:cNvPr>
          <p:cNvSpPr txBox="1"/>
          <p:nvPr/>
        </p:nvSpPr>
        <p:spPr>
          <a:xfrm>
            <a:off x="95349" y="4583447"/>
            <a:ext cx="1073991"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1438-0012</a:t>
            </a:r>
          </a:p>
          <a:p>
            <a:pPr algn="ctr" defTabSz="914377">
              <a:defRPr/>
            </a:pPr>
            <a:r>
              <a:rPr lang="en-US" sz="1067" b="1">
                <a:solidFill>
                  <a:srgbClr val="08312A"/>
                </a:solidFill>
                <a:cs typeface="Calibri" panose="020F0502020204030204" pitchFamily="34" charset="0"/>
              </a:rPr>
              <a:t>Dareon-Lung-1</a:t>
            </a:r>
          </a:p>
        </p:txBody>
      </p:sp>
      <p:sp>
        <p:nvSpPr>
          <p:cNvPr id="15" name="OTLSHAPE_T_e17f3958430f4cff8650518c93c7635e_Shape">
            <a:extLst>
              <a:ext uri="{FF2B5EF4-FFF2-40B4-BE49-F238E27FC236}">
                <a16:creationId xmlns:a16="http://schemas.microsoft.com/office/drawing/2014/main" id="{F7386A40-CC8B-9ABD-3400-0DB1D863BB13}"/>
              </a:ext>
            </a:extLst>
          </p:cNvPr>
          <p:cNvSpPr/>
          <p:nvPr>
            <p:custDataLst>
              <p:tags r:id="rId8"/>
            </p:custDataLst>
          </p:nvPr>
        </p:nvSpPr>
        <p:spPr bwMode="auto">
          <a:xfrm>
            <a:off x="1530970" y="4346024"/>
            <a:ext cx="529050" cy="288000"/>
          </a:xfrm>
          <a:prstGeom prst="roundRect">
            <a:avLst/>
          </a:prstGeom>
          <a:solidFill>
            <a:srgbClr val="86251B">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endParaRPr lang="en-US" altLang="zh-CN" sz="1067" b="1">
              <a:solidFill>
                <a:prstClr val="black"/>
              </a:solidFill>
              <a:ea typeface="等线" panose="02010600030101010101" pitchFamily="2" charset="-122"/>
              <a:cs typeface="Calibri" panose="020F0502020204030204" pitchFamily="34" charset="0"/>
            </a:endParaRPr>
          </a:p>
        </p:txBody>
      </p:sp>
      <p:grpSp>
        <p:nvGrpSpPr>
          <p:cNvPr id="16" name="Group 15">
            <a:extLst>
              <a:ext uri="{FF2B5EF4-FFF2-40B4-BE49-F238E27FC236}">
                <a16:creationId xmlns:a16="http://schemas.microsoft.com/office/drawing/2014/main" id="{567DE8AF-7425-3A32-38BC-0E79B0FF7C0C}"/>
              </a:ext>
            </a:extLst>
          </p:cNvPr>
          <p:cNvGrpSpPr/>
          <p:nvPr/>
        </p:nvGrpSpPr>
        <p:grpSpPr>
          <a:xfrm>
            <a:off x="1121812" y="4182646"/>
            <a:ext cx="928201" cy="676796"/>
            <a:chOff x="1752395" y="4172897"/>
            <a:chExt cx="928201" cy="676796"/>
          </a:xfrm>
        </p:grpSpPr>
        <p:sp>
          <p:nvSpPr>
            <p:cNvPr id="17" name="OTLSHAPE_T_e17f3958430f4cff8650518c93c7635e_StartDate">
              <a:extLst>
                <a:ext uri="{FF2B5EF4-FFF2-40B4-BE49-F238E27FC236}">
                  <a16:creationId xmlns:a16="http://schemas.microsoft.com/office/drawing/2014/main" id="{D5E40451-B020-9573-A1FE-F56A05019D06}"/>
                </a:ext>
              </a:extLst>
            </p:cNvPr>
            <p:cNvSpPr txBox="1"/>
            <p:nvPr>
              <p:custDataLst>
                <p:tags r:id="rId12"/>
              </p:custDataLst>
            </p:nvPr>
          </p:nvSpPr>
          <p:spPr>
            <a:xfrm>
              <a:off x="1762461" y="4172897"/>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 Aug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8" name="OTLSHAPE_M_39ea6ebc19a94c9fab6ef5006c31df58_Shape">
              <a:extLst>
                <a:ext uri="{FF2B5EF4-FFF2-40B4-BE49-F238E27FC236}">
                  <a16:creationId xmlns:a16="http://schemas.microsoft.com/office/drawing/2014/main" id="{725C2F09-A748-268C-AD67-0666D11AE752}"/>
                </a:ext>
              </a:extLst>
            </p:cNvPr>
            <p:cNvSpPr/>
            <p:nvPr>
              <p:custDataLst>
                <p:tags r:id="rId13"/>
              </p:custDataLst>
            </p:nvPr>
          </p:nvSpPr>
          <p:spPr bwMode="auto">
            <a:xfrm rot="16200000">
              <a:off x="2139151" y="4563542"/>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19" name="OTLSHAPE_M_39ea6ebc19a94c9fab6ef5006c31df58_Title">
              <a:extLst>
                <a:ext uri="{FF2B5EF4-FFF2-40B4-BE49-F238E27FC236}">
                  <a16:creationId xmlns:a16="http://schemas.microsoft.com/office/drawing/2014/main" id="{6CCB5101-F3A3-EFCE-78A4-F1EC95304D43}"/>
                </a:ext>
              </a:extLst>
            </p:cNvPr>
            <p:cNvSpPr txBox="1"/>
            <p:nvPr>
              <p:custDataLst>
                <p:tags r:id="rId14"/>
              </p:custDataLst>
            </p:nvPr>
          </p:nvSpPr>
          <p:spPr>
            <a:xfrm>
              <a:off x="1752395" y="4685481"/>
              <a:ext cx="928201" cy="164212"/>
            </a:xfrm>
            <a:prstGeom prst="rect">
              <a:avLst/>
            </a:prstGeom>
            <a:noFill/>
          </p:spPr>
          <p:txBody>
            <a:bodyPr vert="horz" wrap="square" lIns="0" tIns="0" rIns="0" bIns="0" rtlCol="0" anchor="ctr" anchorCtr="0">
              <a:spAutoFit/>
            </a:bodyPr>
            <a:lstStyle/>
            <a:p>
              <a:pPr defTabSz="1219108">
                <a:defRPr/>
              </a:pPr>
              <a:r>
                <a:rPr lang="en-US" altLang="zh-CN" sz="1067" b="1" err="1">
                  <a:solidFill>
                    <a:srgbClr val="44546A"/>
                  </a:solidFill>
                  <a:ea typeface="等线" panose="02010600030101010101" pitchFamily="2" charset="-122"/>
                  <a:cs typeface="Calibri" panose="020F0502020204030204" pitchFamily="34" charset="0"/>
                </a:rPr>
                <a:t>PreIND</a:t>
              </a:r>
              <a:r>
                <a:rPr lang="en-US" altLang="zh-CN" sz="1067" b="1">
                  <a:solidFill>
                    <a:srgbClr val="44546A"/>
                  </a:solidFill>
                  <a:ea typeface="等线" panose="02010600030101010101" pitchFamily="2" charset="-122"/>
                  <a:cs typeface="Calibri" panose="020F0502020204030204" pitchFamily="34" charset="0"/>
                </a:rPr>
                <a:t> Sub</a:t>
              </a:r>
              <a:endParaRPr lang="zh-CN" altLang="en-US" sz="1067" b="1">
                <a:solidFill>
                  <a:srgbClr val="44546A"/>
                </a:solidFill>
                <a:ea typeface="等线" panose="02010600030101010101" pitchFamily="2" charset="-122"/>
                <a:cs typeface="Calibri" panose="020F0502020204030204" pitchFamily="34" charset="0"/>
              </a:endParaRPr>
            </a:p>
          </p:txBody>
        </p:sp>
      </p:grpSp>
      <p:grpSp>
        <p:nvGrpSpPr>
          <p:cNvPr id="20" name="Group 19">
            <a:extLst>
              <a:ext uri="{FF2B5EF4-FFF2-40B4-BE49-F238E27FC236}">
                <a16:creationId xmlns:a16="http://schemas.microsoft.com/office/drawing/2014/main" id="{B15D91E3-77A4-90FC-DFEF-9AB9ED6DE9BD}"/>
              </a:ext>
            </a:extLst>
          </p:cNvPr>
          <p:cNvGrpSpPr/>
          <p:nvPr/>
        </p:nvGrpSpPr>
        <p:grpSpPr>
          <a:xfrm>
            <a:off x="7686395" y="2099832"/>
            <a:ext cx="1021309" cy="720686"/>
            <a:chOff x="5523491" y="2099833"/>
            <a:chExt cx="1021309" cy="720686"/>
          </a:xfrm>
        </p:grpSpPr>
        <p:sp>
          <p:nvSpPr>
            <p:cNvPr id="21" name="Rectangle 55">
              <a:extLst>
                <a:ext uri="{FF2B5EF4-FFF2-40B4-BE49-F238E27FC236}">
                  <a16:creationId xmlns:a16="http://schemas.microsoft.com/office/drawing/2014/main" id="{1CB33E48-DBEF-765F-6E03-5B0AD9CEF0ED}"/>
                </a:ext>
              </a:extLst>
            </p:cNvPr>
            <p:cNvSpPr/>
            <p:nvPr/>
          </p:nvSpPr>
          <p:spPr>
            <a:xfrm>
              <a:off x="5523491" y="2563974"/>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2" name="OTLSHAPE_T_e17f3958430f4cff8650518c93c7635e_StartDate">
              <a:extLst>
                <a:ext uri="{FF2B5EF4-FFF2-40B4-BE49-F238E27FC236}">
                  <a16:creationId xmlns:a16="http://schemas.microsoft.com/office/drawing/2014/main" id="{CF939C66-D5EC-297C-8558-B16AF844AEA7}"/>
                </a:ext>
              </a:extLst>
            </p:cNvPr>
            <p:cNvSpPr txBox="1"/>
            <p:nvPr>
              <p:custDataLst>
                <p:tags r:id="rId11"/>
              </p:custDataLst>
            </p:nvPr>
          </p:nvSpPr>
          <p:spPr>
            <a:xfrm>
              <a:off x="5633649" y="2099833"/>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Q4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3" name="Star: 4 Points 143">
              <a:extLst>
                <a:ext uri="{FF2B5EF4-FFF2-40B4-BE49-F238E27FC236}">
                  <a16:creationId xmlns:a16="http://schemas.microsoft.com/office/drawing/2014/main" id="{033D2FFD-D330-13D6-181B-F76911130DAE}"/>
                </a:ext>
              </a:extLst>
            </p:cNvPr>
            <p:cNvSpPr/>
            <p:nvPr/>
          </p:nvSpPr>
          <p:spPr bwMode="auto">
            <a:xfrm>
              <a:off x="603874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24" name="Group 23">
            <a:extLst>
              <a:ext uri="{FF2B5EF4-FFF2-40B4-BE49-F238E27FC236}">
                <a16:creationId xmlns:a16="http://schemas.microsoft.com/office/drawing/2014/main" id="{16150932-86E9-71BC-72E7-0B17A40A7382}"/>
              </a:ext>
            </a:extLst>
          </p:cNvPr>
          <p:cNvGrpSpPr/>
          <p:nvPr/>
        </p:nvGrpSpPr>
        <p:grpSpPr>
          <a:xfrm>
            <a:off x="7719096" y="4159221"/>
            <a:ext cx="1021309" cy="720686"/>
            <a:chOff x="5523491" y="2099833"/>
            <a:chExt cx="1021309" cy="720686"/>
          </a:xfrm>
        </p:grpSpPr>
        <p:sp>
          <p:nvSpPr>
            <p:cNvPr id="25" name="Rectangle 55">
              <a:extLst>
                <a:ext uri="{FF2B5EF4-FFF2-40B4-BE49-F238E27FC236}">
                  <a16:creationId xmlns:a16="http://schemas.microsoft.com/office/drawing/2014/main" id="{07440DF8-BFA4-59D4-E529-C7B879F3C51E}"/>
                </a:ext>
              </a:extLst>
            </p:cNvPr>
            <p:cNvSpPr/>
            <p:nvPr/>
          </p:nvSpPr>
          <p:spPr>
            <a:xfrm>
              <a:off x="5523491" y="2563974"/>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 name="OTLSHAPE_T_e17f3958430f4cff8650518c93c7635e_StartDate">
              <a:extLst>
                <a:ext uri="{FF2B5EF4-FFF2-40B4-BE49-F238E27FC236}">
                  <a16:creationId xmlns:a16="http://schemas.microsoft.com/office/drawing/2014/main" id="{2276414B-B71F-EEB7-1EFE-4FDC48935584}"/>
                </a:ext>
              </a:extLst>
            </p:cNvPr>
            <p:cNvSpPr txBox="1"/>
            <p:nvPr>
              <p:custDataLst>
                <p:tags r:id="rId10"/>
              </p:custDataLst>
            </p:nvPr>
          </p:nvSpPr>
          <p:spPr>
            <a:xfrm>
              <a:off x="5633649" y="2099833"/>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Q4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 name="Star: 4 Points 143">
              <a:extLst>
                <a:ext uri="{FF2B5EF4-FFF2-40B4-BE49-F238E27FC236}">
                  <a16:creationId xmlns:a16="http://schemas.microsoft.com/office/drawing/2014/main" id="{FC63DFE6-E725-F2CA-5796-66D17AA480DC}"/>
                </a:ext>
              </a:extLst>
            </p:cNvPr>
            <p:cNvSpPr/>
            <p:nvPr/>
          </p:nvSpPr>
          <p:spPr bwMode="auto">
            <a:xfrm>
              <a:off x="603874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cxnSp>
        <p:nvCxnSpPr>
          <p:cNvPr id="30" name="Connector: Elbow 29">
            <a:extLst>
              <a:ext uri="{FF2B5EF4-FFF2-40B4-BE49-F238E27FC236}">
                <a16:creationId xmlns:a16="http://schemas.microsoft.com/office/drawing/2014/main" id="{09CA584B-0478-00F3-4018-545BB6CE1B50}"/>
              </a:ext>
            </a:extLst>
          </p:cNvPr>
          <p:cNvCxnSpPr>
            <a:endCxn id="312" idx="1"/>
          </p:cNvCxnSpPr>
          <p:nvPr/>
        </p:nvCxnSpPr>
        <p:spPr bwMode="gray">
          <a:xfrm>
            <a:off x="1795494" y="4632712"/>
            <a:ext cx="1008482" cy="910846"/>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FF504732-3AF0-3554-B61D-7843BC0787FF}"/>
              </a:ext>
            </a:extLst>
          </p:cNvPr>
          <p:cNvGrpSpPr/>
          <p:nvPr/>
        </p:nvGrpSpPr>
        <p:grpSpPr>
          <a:xfrm>
            <a:off x="1138757" y="2067174"/>
            <a:ext cx="1217000" cy="769129"/>
            <a:chOff x="6433532" y="4126731"/>
            <a:chExt cx="1217000" cy="769129"/>
          </a:xfrm>
        </p:grpSpPr>
        <p:sp>
          <p:nvSpPr>
            <p:cNvPr id="224" name="Rectangle 100">
              <a:extLst>
                <a:ext uri="{FF2B5EF4-FFF2-40B4-BE49-F238E27FC236}">
                  <a16:creationId xmlns:a16="http://schemas.microsoft.com/office/drawing/2014/main" id="{B96CA3FC-E134-C6C7-E8E2-FDBA9323DCCB}"/>
                </a:ext>
              </a:extLst>
            </p:cNvPr>
            <p:cNvSpPr/>
            <p:nvPr/>
          </p:nvSpPr>
          <p:spPr>
            <a:xfrm>
              <a:off x="6487169" y="4126731"/>
              <a:ext cx="1019830"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15 Sep 2025</a:t>
              </a:r>
              <a:endParaRPr lang="en-US" altLang="zh-CN" sz="1067" b="1">
                <a:solidFill>
                  <a:srgbClr val="44546A"/>
                </a:solidFill>
                <a:ea typeface="等线" panose="02010600030101010101" pitchFamily="2" charset="-122"/>
                <a:cs typeface="Calibri" panose="020F0502020204030204" pitchFamily="34" charset="0"/>
              </a:endParaRPr>
            </a:p>
          </p:txBody>
        </p:sp>
        <p:sp>
          <p:nvSpPr>
            <p:cNvPr id="225" name="Rectangle 55">
              <a:extLst>
                <a:ext uri="{FF2B5EF4-FFF2-40B4-BE49-F238E27FC236}">
                  <a16:creationId xmlns:a16="http://schemas.microsoft.com/office/drawing/2014/main" id="{8C8FF166-3326-19F8-BFFD-EC0239BA2D29}"/>
                </a:ext>
              </a:extLst>
            </p:cNvPr>
            <p:cNvSpPr/>
            <p:nvPr/>
          </p:nvSpPr>
          <p:spPr>
            <a:xfrm>
              <a:off x="6433532" y="4639315"/>
              <a:ext cx="1217000"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FDA interaction</a:t>
              </a:r>
              <a:endParaRPr lang="zh-CN" altLang="en-US" sz="1067" b="1">
                <a:solidFill>
                  <a:srgbClr val="44546A"/>
                </a:solidFill>
                <a:ea typeface="等线" panose="02010600030101010101" pitchFamily="2" charset="-122"/>
                <a:cs typeface="Calibri" panose="020F0502020204030204" pitchFamily="34" charset="0"/>
              </a:endParaRPr>
            </a:p>
          </p:txBody>
        </p:sp>
        <p:sp>
          <p:nvSpPr>
            <p:cNvPr id="226" name="五角星 55">
              <a:extLst>
                <a:ext uri="{FF2B5EF4-FFF2-40B4-BE49-F238E27FC236}">
                  <a16:creationId xmlns:a16="http://schemas.microsoft.com/office/drawing/2014/main" id="{A73F7087-88BA-5967-28A2-A2F09498DA08}"/>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grpSp>
        <p:nvGrpSpPr>
          <p:cNvPr id="4" name="Group 62">
            <a:extLst>
              <a:ext uri="{FF2B5EF4-FFF2-40B4-BE49-F238E27FC236}">
                <a16:creationId xmlns:a16="http://schemas.microsoft.com/office/drawing/2014/main" id="{DA8A2C85-F93A-765B-A1DE-AA144F2F953B}"/>
              </a:ext>
            </a:extLst>
          </p:cNvPr>
          <p:cNvGrpSpPr/>
          <p:nvPr/>
        </p:nvGrpSpPr>
        <p:grpSpPr>
          <a:xfrm>
            <a:off x="2769402" y="724502"/>
            <a:ext cx="546747" cy="6134718"/>
            <a:chOff x="1155349" y="1057179"/>
            <a:chExt cx="546747" cy="4601037"/>
          </a:xfrm>
        </p:grpSpPr>
        <p:cxnSp>
          <p:nvCxnSpPr>
            <p:cNvPr id="29" name="Straight Connector 63">
              <a:extLst>
                <a:ext uri="{FF2B5EF4-FFF2-40B4-BE49-F238E27FC236}">
                  <a16:creationId xmlns:a16="http://schemas.microsoft.com/office/drawing/2014/main" id="{519A5D27-FBB8-67B3-D59C-8F8A15BFB599}"/>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27" name="OTLSHAPE_T_e17f3958430f4cff8650518c93c7635e_StartDate">
              <a:extLst>
                <a:ext uri="{FF2B5EF4-FFF2-40B4-BE49-F238E27FC236}">
                  <a16:creationId xmlns:a16="http://schemas.microsoft.com/office/drawing/2014/main" id="{DCF31F49-6DD4-DA99-E6A1-CADD020413EC}"/>
                </a:ext>
              </a:extLst>
            </p:cNvPr>
            <p:cNvSpPr txBox="1"/>
            <p:nvPr>
              <p:custDataLst>
                <p:tags r:id="rId9"/>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Tree>
    <p:extLst>
      <p:ext uri="{BB962C8B-B14F-4D97-AF65-F5344CB8AC3E}">
        <p14:creationId xmlns:p14="http://schemas.microsoft.com/office/powerpoint/2010/main" val="18013390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955363D-E4F9-8665-9CB6-0EE3F2D2D0AE}"/>
              </a:ext>
            </a:extLst>
          </p:cNvPr>
          <p:cNvGrpSpPr/>
          <p:nvPr/>
        </p:nvGrpSpPr>
        <p:grpSpPr>
          <a:xfrm>
            <a:off x="8728698" y="2054575"/>
            <a:ext cx="825868" cy="769716"/>
            <a:chOff x="9452335" y="2022211"/>
            <a:chExt cx="825868" cy="769716"/>
          </a:xfrm>
        </p:grpSpPr>
        <p:sp>
          <p:nvSpPr>
            <p:cNvPr id="292" name="Rectangle 100">
              <a:extLst>
                <a:ext uri="{FF2B5EF4-FFF2-40B4-BE49-F238E27FC236}">
                  <a16:creationId xmlns:a16="http://schemas.microsoft.com/office/drawing/2014/main" id="{A8545B9F-DCAA-91A5-DA84-03B59F216C07}"/>
                </a:ext>
              </a:extLst>
            </p:cNvPr>
            <p:cNvSpPr/>
            <p:nvPr/>
          </p:nvSpPr>
          <p:spPr>
            <a:xfrm>
              <a:off x="9479586" y="2022211"/>
              <a:ext cx="798617"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Jan 2029</a:t>
              </a:r>
              <a:endParaRPr lang="en-US" altLang="zh-CN" sz="1067" b="1">
                <a:solidFill>
                  <a:srgbClr val="44546A"/>
                </a:solidFill>
                <a:ea typeface="等线" panose="02010600030101010101" pitchFamily="2" charset="-122"/>
                <a:cs typeface="Calibri" panose="020F0502020204030204" pitchFamily="34" charset="0"/>
              </a:endParaRPr>
            </a:p>
          </p:txBody>
        </p:sp>
        <p:sp>
          <p:nvSpPr>
            <p:cNvPr id="291" name="Rectangle 55">
              <a:extLst>
                <a:ext uri="{FF2B5EF4-FFF2-40B4-BE49-F238E27FC236}">
                  <a16:creationId xmlns:a16="http://schemas.microsoft.com/office/drawing/2014/main" id="{0BA97211-4455-8EFF-7A42-4DA7754F9344}"/>
                </a:ext>
              </a:extLst>
            </p:cNvPr>
            <p:cNvSpPr/>
            <p:nvPr/>
          </p:nvSpPr>
          <p:spPr>
            <a:xfrm>
              <a:off x="9452335" y="2535382"/>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8" name="五角星 55">
              <a:extLst>
                <a:ext uri="{FF2B5EF4-FFF2-40B4-BE49-F238E27FC236}">
                  <a16:creationId xmlns:a16="http://schemas.microsoft.com/office/drawing/2014/main" id="{E1BCA551-D523-7A9A-D3C4-37972EE8C8C6}"/>
                </a:ext>
              </a:extLst>
            </p:cNvPr>
            <p:cNvSpPr>
              <a:spLocks/>
            </p:cNvSpPr>
            <p:nvPr/>
          </p:nvSpPr>
          <p:spPr bwMode="auto">
            <a:xfrm>
              <a:off x="9779643" y="2352570"/>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sp>
        <p:nvSpPr>
          <p:cNvPr id="26" name="OTLSHAPE_T_5a934a26f311425e8ebaa0f45e6533ad_Shape">
            <a:extLst>
              <a:ext uri="{FF2B5EF4-FFF2-40B4-BE49-F238E27FC236}">
                <a16:creationId xmlns:a16="http://schemas.microsoft.com/office/drawing/2014/main" id="{10FC5663-A4E2-B162-27C8-355EFFA1356C}"/>
              </a:ext>
            </a:extLst>
          </p:cNvPr>
          <p:cNvSpPr/>
          <p:nvPr>
            <p:custDataLst>
              <p:tags r:id="rId1"/>
            </p:custDataLst>
          </p:nvPr>
        </p:nvSpPr>
        <p:spPr bwMode="auto">
          <a:xfrm>
            <a:off x="6696365" y="2249002"/>
            <a:ext cx="1241308" cy="272127"/>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31" name="OTLSHAPE_T_5a934a26f311425e8ebaa0f45e6533ad_Shape">
            <a:extLst>
              <a:ext uri="{FF2B5EF4-FFF2-40B4-BE49-F238E27FC236}">
                <a16:creationId xmlns:a16="http://schemas.microsoft.com/office/drawing/2014/main" id="{074708EB-14DE-FB72-B446-4F08CE4EEA35}"/>
              </a:ext>
            </a:extLst>
          </p:cNvPr>
          <p:cNvSpPr/>
          <p:nvPr>
            <p:custDataLst>
              <p:tags r:id="rId2"/>
            </p:custDataLst>
          </p:nvPr>
        </p:nvSpPr>
        <p:spPr bwMode="auto">
          <a:xfrm>
            <a:off x="6696364" y="4262405"/>
            <a:ext cx="1241310" cy="256545"/>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156850" y="147417"/>
            <a:ext cx="11233151" cy="720000"/>
          </a:xfrm>
        </p:spPr>
        <p:txBody>
          <a:bodyPr/>
          <a:lstStyle/>
          <a:p>
            <a:r>
              <a:rPr lang="en-US" altLang="zh-CN" sz="2400" i="1" err="1">
                <a:solidFill>
                  <a:schemeClr val="tx1"/>
                </a:solidFill>
                <a:latin typeface="+mn-lt"/>
              </a:rPr>
              <a:t>Obrixtamig</a:t>
            </a:r>
            <a:r>
              <a:rPr lang="en-US" altLang="zh-CN" sz="2400" i="1">
                <a:solidFill>
                  <a:schemeClr val="tx1"/>
                </a:solidFill>
                <a:latin typeface="+mn-lt"/>
              </a:rPr>
              <a:t> (DLL3/CD3 </a:t>
            </a:r>
            <a:r>
              <a:rPr lang="en-US" altLang="zh-CN" sz="2400" i="1" err="1">
                <a:solidFill>
                  <a:schemeClr val="tx1"/>
                </a:solidFill>
                <a:latin typeface="+mn-lt"/>
              </a:rPr>
              <a:t>TcE</a:t>
            </a:r>
            <a:r>
              <a:rPr lang="en-US" altLang="zh-CN" sz="2400" i="1">
                <a:solidFill>
                  <a:schemeClr val="tx1"/>
                </a:solidFill>
                <a:latin typeface="+mn-lt"/>
              </a:rPr>
              <a:t>) – 1L </a:t>
            </a:r>
            <a:r>
              <a:rPr lang="en-US" altLang="zh-CN" sz="2400" i="1" err="1">
                <a:solidFill>
                  <a:schemeClr val="tx1"/>
                </a:solidFill>
                <a:latin typeface="+mn-lt"/>
              </a:rPr>
              <a:t>epNEC</a:t>
            </a:r>
            <a:r>
              <a:rPr lang="en-US" altLang="zh-CN" sz="2400" i="1">
                <a:solidFill>
                  <a:schemeClr val="tx1"/>
                </a:solidFill>
                <a:latin typeface="+mn-lt"/>
              </a:rPr>
              <a:t> </a:t>
            </a:r>
            <a:r>
              <a:rPr lang="en-US" altLang="zh-CN">
                <a:solidFill>
                  <a:schemeClr val="tx1"/>
                </a:solidFill>
                <a:latin typeface="+mn-lt"/>
              </a:rPr>
              <a:t>(</a:t>
            </a:r>
            <a:r>
              <a:rPr lang="en-US" altLang="zh-CN" err="1">
                <a:solidFill>
                  <a:schemeClr val="tx1"/>
                </a:solidFill>
                <a:latin typeface="+mn-lt"/>
              </a:rPr>
              <a:t>obrix+EP</a:t>
            </a:r>
            <a:r>
              <a:rPr lang="en-US" altLang="zh-CN">
                <a:solidFill>
                  <a:schemeClr val="tx1"/>
                </a:solidFill>
                <a:latin typeface="+mn-lt"/>
              </a:rPr>
              <a:t> vs. EP)</a:t>
            </a:r>
            <a:endParaRPr lang="zh-CN" altLang="en-US">
              <a:solidFill>
                <a:schemeClr val="tx1"/>
              </a:solidFill>
              <a:latin typeface="+mn-lt"/>
            </a:endParaRPr>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30</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27483"/>
          <a:ext cx="10426660" cy="675640"/>
        </p:xfrm>
        <a:graphic>
          <a:graphicData uri="http://schemas.openxmlformats.org/drawingml/2006/table">
            <a:tbl>
              <a:tblPr firstRow="1" bandRow="1"/>
              <a:tblGrid>
                <a:gridCol w="521333">
                  <a:extLst>
                    <a:ext uri="{9D8B030D-6E8A-4147-A177-3AD203B41FA5}">
                      <a16:colId xmlns:a16="http://schemas.microsoft.com/office/drawing/2014/main" val="2466911814"/>
                    </a:ext>
                  </a:extLst>
                </a:gridCol>
                <a:gridCol w="521333">
                  <a:extLst>
                    <a:ext uri="{9D8B030D-6E8A-4147-A177-3AD203B41FA5}">
                      <a16:colId xmlns:a16="http://schemas.microsoft.com/office/drawing/2014/main" val="3023231563"/>
                    </a:ext>
                  </a:extLst>
                </a:gridCol>
                <a:gridCol w="521333">
                  <a:extLst>
                    <a:ext uri="{9D8B030D-6E8A-4147-A177-3AD203B41FA5}">
                      <a16:colId xmlns:a16="http://schemas.microsoft.com/office/drawing/2014/main" val="3411862845"/>
                    </a:ext>
                  </a:extLst>
                </a:gridCol>
                <a:gridCol w="521333">
                  <a:extLst>
                    <a:ext uri="{9D8B030D-6E8A-4147-A177-3AD203B41FA5}">
                      <a16:colId xmlns:a16="http://schemas.microsoft.com/office/drawing/2014/main" val="2851474774"/>
                    </a:ext>
                  </a:extLst>
                </a:gridCol>
                <a:gridCol w="521333">
                  <a:extLst>
                    <a:ext uri="{9D8B030D-6E8A-4147-A177-3AD203B41FA5}">
                      <a16:colId xmlns:a16="http://schemas.microsoft.com/office/drawing/2014/main" val="107595344"/>
                    </a:ext>
                  </a:extLst>
                </a:gridCol>
                <a:gridCol w="521333">
                  <a:extLst>
                    <a:ext uri="{9D8B030D-6E8A-4147-A177-3AD203B41FA5}">
                      <a16:colId xmlns:a16="http://schemas.microsoft.com/office/drawing/2014/main" val="1666999431"/>
                    </a:ext>
                  </a:extLst>
                </a:gridCol>
                <a:gridCol w="521333">
                  <a:extLst>
                    <a:ext uri="{9D8B030D-6E8A-4147-A177-3AD203B41FA5}">
                      <a16:colId xmlns:a16="http://schemas.microsoft.com/office/drawing/2014/main" val="3696607442"/>
                    </a:ext>
                  </a:extLst>
                </a:gridCol>
                <a:gridCol w="521333">
                  <a:extLst>
                    <a:ext uri="{9D8B030D-6E8A-4147-A177-3AD203B41FA5}">
                      <a16:colId xmlns:a16="http://schemas.microsoft.com/office/drawing/2014/main" val="223989776"/>
                    </a:ext>
                  </a:extLst>
                </a:gridCol>
                <a:gridCol w="521333">
                  <a:extLst>
                    <a:ext uri="{9D8B030D-6E8A-4147-A177-3AD203B41FA5}">
                      <a16:colId xmlns:a16="http://schemas.microsoft.com/office/drawing/2014/main" val="124731204"/>
                    </a:ext>
                  </a:extLst>
                </a:gridCol>
                <a:gridCol w="521333">
                  <a:extLst>
                    <a:ext uri="{9D8B030D-6E8A-4147-A177-3AD203B41FA5}">
                      <a16:colId xmlns:a16="http://schemas.microsoft.com/office/drawing/2014/main" val="3066978585"/>
                    </a:ext>
                  </a:extLst>
                </a:gridCol>
                <a:gridCol w="521333">
                  <a:extLst>
                    <a:ext uri="{9D8B030D-6E8A-4147-A177-3AD203B41FA5}">
                      <a16:colId xmlns:a16="http://schemas.microsoft.com/office/drawing/2014/main" val="1064917641"/>
                    </a:ext>
                  </a:extLst>
                </a:gridCol>
                <a:gridCol w="521333">
                  <a:extLst>
                    <a:ext uri="{9D8B030D-6E8A-4147-A177-3AD203B41FA5}">
                      <a16:colId xmlns:a16="http://schemas.microsoft.com/office/drawing/2014/main" val="4221117315"/>
                    </a:ext>
                  </a:extLst>
                </a:gridCol>
                <a:gridCol w="521333">
                  <a:extLst>
                    <a:ext uri="{9D8B030D-6E8A-4147-A177-3AD203B41FA5}">
                      <a16:colId xmlns:a16="http://schemas.microsoft.com/office/drawing/2014/main" val="3266065341"/>
                    </a:ext>
                  </a:extLst>
                </a:gridCol>
                <a:gridCol w="521333">
                  <a:extLst>
                    <a:ext uri="{9D8B030D-6E8A-4147-A177-3AD203B41FA5}">
                      <a16:colId xmlns:a16="http://schemas.microsoft.com/office/drawing/2014/main" val="2374051224"/>
                    </a:ext>
                  </a:extLst>
                </a:gridCol>
                <a:gridCol w="521333">
                  <a:extLst>
                    <a:ext uri="{9D8B030D-6E8A-4147-A177-3AD203B41FA5}">
                      <a16:colId xmlns:a16="http://schemas.microsoft.com/office/drawing/2014/main" val="1840388365"/>
                    </a:ext>
                  </a:extLst>
                </a:gridCol>
                <a:gridCol w="521333">
                  <a:extLst>
                    <a:ext uri="{9D8B030D-6E8A-4147-A177-3AD203B41FA5}">
                      <a16:colId xmlns:a16="http://schemas.microsoft.com/office/drawing/2014/main" val="267750830"/>
                    </a:ext>
                  </a:extLst>
                </a:gridCol>
                <a:gridCol w="521333">
                  <a:extLst>
                    <a:ext uri="{9D8B030D-6E8A-4147-A177-3AD203B41FA5}">
                      <a16:colId xmlns:a16="http://schemas.microsoft.com/office/drawing/2014/main" val="3966469970"/>
                    </a:ext>
                  </a:extLst>
                </a:gridCol>
                <a:gridCol w="521333">
                  <a:extLst>
                    <a:ext uri="{9D8B030D-6E8A-4147-A177-3AD203B41FA5}">
                      <a16:colId xmlns:a16="http://schemas.microsoft.com/office/drawing/2014/main" val="2522973146"/>
                    </a:ext>
                  </a:extLst>
                </a:gridCol>
                <a:gridCol w="521333">
                  <a:extLst>
                    <a:ext uri="{9D8B030D-6E8A-4147-A177-3AD203B41FA5}">
                      <a16:colId xmlns:a16="http://schemas.microsoft.com/office/drawing/2014/main" val="1291482796"/>
                    </a:ext>
                  </a:extLst>
                </a:gridCol>
                <a:gridCol w="521333">
                  <a:extLst>
                    <a:ext uri="{9D8B030D-6E8A-4147-A177-3AD203B41FA5}">
                      <a16:colId xmlns:a16="http://schemas.microsoft.com/office/drawing/2014/main" val="3671383238"/>
                    </a:ext>
                  </a:extLst>
                </a:gridCol>
              </a:tblGrid>
              <a:tr h="259080">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501478" y="1238005"/>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31595" y="2220808"/>
            <a:ext cx="945340"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1438-0011</a:t>
            </a:r>
          </a:p>
          <a:p>
            <a:pPr algn="ctr" defTabSz="914377">
              <a:defRPr/>
            </a:pPr>
            <a:r>
              <a:rPr lang="en-US" sz="1067" b="1">
                <a:solidFill>
                  <a:srgbClr val="08312A"/>
                </a:solidFill>
                <a:cs typeface="Calibri" panose="020F0502020204030204" pitchFamily="34" charset="0"/>
              </a:rPr>
              <a:t>Dareon-Nec-1</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12DFDD77-3A58-72FD-B7F7-3AD9C2D417AC}"/>
              </a:ext>
            </a:extLst>
          </p:cNvPr>
          <p:cNvSpPr/>
          <p:nvPr/>
        </p:nvSpPr>
        <p:spPr>
          <a:xfrm>
            <a:off x="3092941" y="2537113"/>
            <a:ext cx="41389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SIV</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3"/>
            </p:custDataLst>
          </p:nvPr>
        </p:nvSpPr>
        <p:spPr>
          <a:xfrm>
            <a:off x="2782217" y="2072971"/>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Jun 2026</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4"/>
            </p:custDataLst>
          </p:nvPr>
        </p:nvSpPr>
        <p:spPr bwMode="auto">
          <a:xfrm>
            <a:off x="3312675" y="2246455"/>
            <a:ext cx="3383689" cy="267162"/>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Ph3, N=390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C8F2C67-00D5-1DCB-39B3-4EF7AB6F8831}"/>
              </a:ext>
            </a:extLst>
          </p:cNvPr>
          <p:cNvSpPr/>
          <p:nvPr>
            <p:custDataLst>
              <p:tags r:id="rId5"/>
            </p:custDataLst>
          </p:nvPr>
        </p:nvSpPr>
        <p:spPr bwMode="auto">
          <a:xfrm>
            <a:off x="3543273" y="4259857"/>
            <a:ext cx="3153090" cy="263741"/>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Ph3, N=~60</a:t>
            </a:r>
          </a:p>
        </p:txBody>
      </p:sp>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6"/>
            </p:custDataLst>
          </p:nvPr>
        </p:nvSpPr>
        <p:spPr>
          <a:xfrm>
            <a:off x="3232867" y="4088037"/>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Jul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7"/>
            </p:custDataLst>
          </p:nvPr>
        </p:nvSpPr>
        <p:spPr bwMode="auto">
          <a:xfrm>
            <a:off x="2524542" y="4266164"/>
            <a:ext cx="1018731"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700" b="1">
                <a:solidFill>
                  <a:srgbClr val="000000"/>
                </a:solidFill>
                <a:ea typeface="等线" panose="02010600030101010101" pitchFamily="2" charset="-122"/>
                <a:cs typeface="Calibri" panose="020F0502020204030204" pitchFamily="34" charset="0"/>
              </a:rPr>
              <a:t>CTA Review + EC + HGRAC + 1</a:t>
            </a:r>
            <a:r>
              <a:rPr lang="en-US" altLang="zh-CN" sz="700" b="1" baseline="30000">
                <a:solidFill>
                  <a:srgbClr val="000000"/>
                </a:solidFill>
                <a:ea typeface="等线" panose="02010600030101010101" pitchFamily="2" charset="-122"/>
                <a:cs typeface="Calibri" panose="020F0502020204030204" pitchFamily="34" charset="0"/>
              </a:rPr>
              <a:t>st</a:t>
            </a:r>
            <a:r>
              <a:rPr lang="en-US" altLang="zh-CN" sz="700" b="1">
                <a:solidFill>
                  <a:srgbClr val="000000"/>
                </a:solidFill>
                <a:ea typeface="等线" panose="02010600030101010101" pitchFamily="2" charset="-122"/>
                <a:cs typeface="Calibri" panose="020F0502020204030204" pitchFamily="34" charset="0"/>
              </a:rPr>
              <a:t> SIV</a:t>
            </a:r>
            <a:endParaRPr lang="zh-CN" altLang="en-US" sz="700" b="1">
              <a:solidFill>
                <a:srgbClr val="000000"/>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A0D8EFB-CB41-84C8-BA95-775353EDE6C7}"/>
              </a:ext>
            </a:extLst>
          </p:cNvPr>
          <p:cNvSpPr/>
          <p:nvPr/>
        </p:nvSpPr>
        <p:spPr>
          <a:xfrm>
            <a:off x="3342708" y="4554164"/>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grpSp>
        <p:nvGrpSpPr>
          <p:cNvPr id="16" name="Group 15">
            <a:extLst>
              <a:ext uri="{FF2B5EF4-FFF2-40B4-BE49-F238E27FC236}">
                <a16:creationId xmlns:a16="http://schemas.microsoft.com/office/drawing/2014/main" id="{9A8D6268-A124-DA40-BFCD-61EFF73D3DCD}"/>
              </a:ext>
            </a:extLst>
          </p:cNvPr>
          <p:cNvGrpSpPr/>
          <p:nvPr/>
        </p:nvGrpSpPr>
        <p:grpSpPr>
          <a:xfrm>
            <a:off x="2295087" y="4088037"/>
            <a:ext cx="928201" cy="676796"/>
            <a:chOff x="2295087" y="4088037"/>
            <a:chExt cx="928201" cy="676796"/>
          </a:xfrm>
        </p:grpSpPr>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17"/>
              </p:custDataLst>
            </p:nvPr>
          </p:nvSpPr>
          <p:spPr>
            <a:xfrm>
              <a:off x="2305153" y="4088037"/>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 Jan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18"/>
              </p:custDataLst>
            </p:nvPr>
          </p:nvSpPr>
          <p:spPr bwMode="auto">
            <a:xfrm rot="16200000">
              <a:off x="2513765" y="449910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19"/>
              </p:custDataLst>
            </p:nvPr>
          </p:nvSpPr>
          <p:spPr>
            <a:xfrm>
              <a:off x="2295087" y="4600621"/>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grpSp>
      <p:sp>
        <p:nvSpPr>
          <p:cNvPr id="273" name="Star: 4 Points 143">
            <a:extLst>
              <a:ext uri="{FF2B5EF4-FFF2-40B4-BE49-F238E27FC236}">
                <a16:creationId xmlns:a16="http://schemas.microsoft.com/office/drawing/2014/main" id="{066D8B96-5284-7829-3E0F-9F3FF60595C2}"/>
              </a:ext>
            </a:extLst>
          </p:cNvPr>
          <p:cNvSpPr/>
          <p:nvPr/>
        </p:nvSpPr>
        <p:spPr bwMode="auto">
          <a:xfrm>
            <a:off x="3212365" y="243914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5" name="Group 4">
            <a:extLst>
              <a:ext uri="{FF2B5EF4-FFF2-40B4-BE49-F238E27FC236}">
                <a16:creationId xmlns:a16="http://schemas.microsoft.com/office/drawing/2014/main" id="{8EE58B25-0D45-D3BF-4F0B-2CD9C09138EB}"/>
              </a:ext>
            </a:extLst>
          </p:cNvPr>
          <p:cNvGrpSpPr/>
          <p:nvPr/>
        </p:nvGrpSpPr>
        <p:grpSpPr>
          <a:xfrm>
            <a:off x="6252735" y="2089110"/>
            <a:ext cx="911147" cy="720687"/>
            <a:chOff x="6549792" y="2082343"/>
            <a:chExt cx="911147" cy="720687"/>
          </a:xfrm>
        </p:grpSpPr>
        <p:sp>
          <p:nvSpPr>
            <p:cNvPr id="264" name="Rectangle 55">
              <a:extLst>
                <a:ext uri="{FF2B5EF4-FFF2-40B4-BE49-F238E27FC236}">
                  <a16:creationId xmlns:a16="http://schemas.microsoft.com/office/drawing/2014/main" id="{AA8BE26C-62F1-CD5B-D05C-AB261F53C0FC}"/>
                </a:ext>
              </a:extLst>
            </p:cNvPr>
            <p:cNvSpPr/>
            <p:nvPr/>
          </p:nvSpPr>
          <p:spPr>
            <a:xfrm>
              <a:off x="6838874" y="2546484"/>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16"/>
              </p:custDataLst>
            </p:nvPr>
          </p:nvSpPr>
          <p:spPr>
            <a:xfrm>
              <a:off x="6549792" y="208234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6945374" y="24485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76" name="Star: 4 Points 143">
            <a:extLst>
              <a:ext uri="{FF2B5EF4-FFF2-40B4-BE49-F238E27FC236}">
                <a16:creationId xmlns:a16="http://schemas.microsoft.com/office/drawing/2014/main" id="{8C066891-4871-1004-4C87-7F9BB34F324F}"/>
              </a:ext>
            </a:extLst>
          </p:cNvPr>
          <p:cNvSpPr/>
          <p:nvPr/>
        </p:nvSpPr>
        <p:spPr bwMode="auto">
          <a:xfrm>
            <a:off x="3472617" y="44679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9" name="Group 8">
            <a:extLst>
              <a:ext uri="{FF2B5EF4-FFF2-40B4-BE49-F238E27FC236}">
                <a16:creationId xmlns:a16="http://schemas.microsoft.com/office/drawing/2014/main" id="{4CF0E922-BD8F-0172-A52F-FA20116ED591}"/>
              </a:ext>
            </a:extLst>
          </p:cNvPr>
          <p:cNvGrpSpPr/>
          <p:nvPr/>
        </p:nvGrpSpPr>
        <p:grpSpPr>
          <a:xfrm>
            <a:off x="6271389" y="4067249"/>
            <a:ext cx="911145" cy="722963"/>
            <a:chOff x="4837765" y="4088037"/>
            <a:chExt cx="911145" cy="722963"/>
          </a:xfrm>
        </p:grpSpPr>
        <p:sp>
          <p:nvSpPr>
            <p:cNvPr id="261" name="Rectangle 73">
              <a:extLst>
                <a:ext uri="{FF2B5EF4-FFF2-40B4-BE49-F238E27FC236}">
                  <a16:creationId xmlns:a16="http://schemas.microsoft.com/office/drawing/2014/main" id="{96E5E0B1-4C22-09C0-F6AC-5682E15DDEF5}"/>
                </a:ext>
              </a:extLst>
            </p:cNvPr>
            <p:cNvSpPr/>
            <p:nvPr/>
          </p:nvSpPr>
          <p:spPr>
            <a:xfrm>
              <a:off x="5154403" y="4554455"/>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2" name="OTLSHAPE_T_e17f3958430f4cff8650518c93c7635e_StartDate">
              <a:extLst>
                <a:ext uri="{FF2B5EF4-FFF2-40B4-BE49-F238E27FC236}">
                  <a16:creationId xmlns:a16="http://schemas.microsoft.com/office/drawing/2014/main" id="{A5E5FEB3-C015-F934-6490-708A1344B311}"/>
                </a:ext>
              </a:extLst>
            </p:cNvPr>
            <p:cNvSpPr txBox="1"/>
            <p:nvPr>
              <p:custDataLst>
                <p:tags r:id="rId15"/>
              </p:custDataLst>
            </p:nvPr>
          </p:nvSpPr>
          <p:spPr>
            <a:xfrm>
              <a:off x="4837765" y="4088037"/>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7" name="Star: 4 Points 143">
              <a:extLst>
                <a:ext uri="{FF2B5EF4-FFF2-40B4-BE49-F238E27FC236}">
                  <a16:creationId xmlns:a16="http://schemas.microsoft.com/office/drawing/2014/main" id="{CF7D6FC1-BFE3-9C7F-8E47-EA4A2F8C4149}"/>
                </a:ext>
              </a:extLst>
            </p:cNvPr>
            <p:cNvSpPr/>
            <p:nvPr/>
          </p:nvSpPr>
          <p:spPr bwMode="auto">
            <a:xfrm>
              <a:off x="5201213" y="446827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310" name="文本框 160">
            <a:extLst>
              <a:ext uri="{FF2B5EF4-FFF2-40B4-BE49-F238E27FC236}">
                <a16:creationId xmlns:a16="http://schemas.microsoft.com/office/drawing/2014/main" id="{B945789E-8D4A-73F5-7A7E-613CACEA0B39}"/>
              </a:ext>
            </a:extLst>
          </p:cNvPr>
          <p:cNvSpPr txBox="1"/>
          <p:nvPr/>
        </p:nvSpPr>
        <p:spPr>
          <a:xfrm>
            <a:off x="7352284" y="2880819"/>
            <a:ext cx="4209234" cy="681038"/>
          </a:xfrm>
          <a:prstGeom prst="roundRect">
            <a:avLst/>
          </a:prstGeom>
          <a:noFill/>
          <a:ln>
            <a:solidFill>
              <a:srgbClr val="076D7E"/>
            </a:solidFill>
            <a:prstDash val="lgDash"/>
          </a:ln>
        </p:spPr>
        <p:txBody>
          <a:bodyPr wrap="square" lIns="91440" tIns="45720" rIns="91440" bIns="45720" rtlCol="0" anchor="t">
            <a:spAutoFit/>
          </a:bodyPr>
          <a:lstStyle/>
          <a:p>
            <a:pPr marL="95885" indent="-95885" defTabSz="1219170">
              <a:spcAft>
                <a:spcPts val="267"/>
              </a:spcAft>
              <a:buFont typeface="Arial" panose="020B0604020202020204" pitchFamily="34" charset="0"/>
              <a:buChar char="•"/>
              <a:defRPr/>
            </a:pPr>
            <a:r>
              <a:rPr lang="en-US" altLang="zh-CN" sz="1050">
                <a:solidFill>
                  <a:sysClr val="windowText" lastClr="000000"/>
                </a:solidFill>
                <a:cs typeface="Calibri"/>
              </a:rPr>
              <a:t>Global updated the trial timeline due to the recruitment rate increased.</a:t>
            </a:r>
          </a:p>
          <a:p>
            <a:pPr marL="95885" indent="-95885" defTabSz="1219170">
              <a:spcAft>
                <a:spcPts val="267"/>
              </a:spcAft>
              <a:buFont typeface="Arial" panose="020B0604020202020204" pitchFamily="34" charset="0"/>
              <a:buChar char="•"/>
              <a:defRPr/>
            </a:pPr>
            <a:r>
              <a:rPr lang="en-US" altLang="zh-CN" sz="1050">
                <a:solidFill>
                  <a:sysClr val="windowText" lastClr="000000"/>
                </a:solidFill>
                <a:cs typeface="Calibri"/>
              </a:rPr>
              <a:t>NDA submission date shifted from Jun 2029 to Jan 2029.</a:t>
            </a:r>
            <a:endParaRPr lang="zh-CN" altLang="en-US" sz="1050">
              <a:solidFill>
                <a:sysClr val="windowText" lastClr="000000"/>
              </a:solidFill>
              <a:cs typeface="Calibri"/>
            </a:endParaRPr>
          </a:p>
        </p:txBody>
      </p:sp>
      <p:sp>
        <p:nvSpPr>
          <p:cNvPr id="312" name="文本框 160">
            <a:extLst>
              <a:ext uri="{FF2B5EF4-FFF2-40B4-BE49-F238E27FC236}">
                <a16:creationId xmlns:a16="http://schemas.microsoft.com/office/drawing/2014/main" id="{B30F5C3A-64C8-05AC-FCE8-FDB49B2526AD}"/>
              </a:ext>
            </a:extLst>
          </p:cNvPr>
          <p:cNvSpPr txBox="1"/>
          <p:nvPr/>
        </p:nvSpPr>
        <p:spPr>
          <a:xfrm>
            <a:off x="7352284" y="4938447"/>
            <a:ext cx="4209237" cy="1259919"/>
          </a:xfrm>
          <a:prstGeom prst="roundRect">
            <a:avLst/>
          </a:prstGeom>
          <a:noFill/>
          <a:ln>
            <a:solidFill>
              <a:srgbClr val="076D7E"/>
            </a:solidFill>
            <a:prstDash val="lgDash"/>
          </a:ln>
        </p:spPr>
        <p:txBody>
          <a:bodyPr wrap="square" lIns="91440" tIns="45720" rIns="91440" bIns="45720" rtlCol="0" anchor="t">
            <a:spAutoFit/>
          </a:bodyPr>
          <a:lstStyle/>
          <a:p>
            <a:pPr marL="95885" indent="-95885" defTabSz="1219170">
              <a:spcAft>
                <a:spcPts val="267"/>
              </a:spcAft>
              <a:buFont typeface="Arial" panose="020B0604020202020204" pitchFamily="34" charset="0"/>
              <a:buChar char="•"/>
              <a:defRPr/>
            </a:pPr>
            <a:r>
              <a:rPr lang="en-US" altLang="zh-CN" sz="1050" i="1">
                <a:cs typeface="Calibri"/>
              </a:rPr>
              <a:t>We received CTA approval on 14Apr 2026. Only general comments left at CTN.</a:t>
            </a:r>
          </a:p>
          <a:p>
            <a:pPr marL="95885" indent="-95885" defTabSz="1219170">
              <a:spcAft>
                <a:spcPts val="267"/>
              </a:spcAft>
              <a:buFont typeface="Arial" panose="020B0604020202020204" pitchFamily="34" charset="0"/>
              <a:buChar char="•"/>
              <a:defRPr/>
            </a:pPr>
            <a:r>
              <a:rPr lang="en-US" altLang="zh-CN" sz="1050" i="1">
                <a:cs typeface="Calibri"/>
              </a:rPr>
              <a:t>14 sites completed GCP submission, 6 sites completed EC submission and 3 EC approval obtained </a:t>
            </a:r>
          </a:p>
          <a:p>
            <a:pPr marL="95885" indent="-95885" defTabSz="1219170">
              <a:spcAft>
                <a:spcPts val="267"/>
              </a:spcAft>
              <a:buFont typeface="Arial" panose="020B0604020202020204" pitchFamily="34" charset="0"/>
              <a:buChar char="•"/>
              <a:defRPr/>
            </a:pPr>
            <a:r>
              <a:rPr lang="en-US" altLang="zh-CN" sz="1050" i="1">
                <a:cs typeface="Calibri"/>
              </a:rPr>
              <a:t>IM meeting was planned in June. Details will be checked with </a:t>
            </a:r>
            <a:r>
              <a:rPr lang="en-US" altLang="zh-CN" sz="1050" i="1" err="1">
                <a:cs typeface="Calibri"/>
              </a:rPr>
              <a:t>Prof.Shen</a:t>
            </a:r>
            <a:r>
              <a:rPr lang="en-US" altLang="zh-CN" sz="1050" i="1">
                <a:cs typeface="Calibri"/>
              </a:rPr>
              <a:t> after Labor Day. </a:t>
            </a:r>
            <a:endParaRPr lang="en-US" altLang="zh-CN" sz="1050" i="1">
              <a:cs typeface="Calibri" panose="020F0502020204030204" pitchFamily="34" charset="0"/>
            </a:endParaRPr>
          </a:p>
        </p:txBody>
      </p:sp>
      <p:grpSp>
        <p:nvGrpSpPr>
          <p:cNvPr id="11" name="Group 10">
            <a:extLst>
              <a:ext uri="{FF2B5EF4-FFF2-40B4-BE49-F238E27FC236}">
                <a16:creationId xmlns:a16="http://schemas.microsoft.com/office/drawing/2014/main" id="{E1FB86A4-A469-5600-3AB7-DD2C5871154F}"/>
              </a:ext>
            </a:extLst>
          </p:cNvPr>
          <p:cNvGrpSpPr/>
          <p:nvPr/>
        </p:nvGrpSpPr>
        <p:grpSpPr>
          <a:xfrm>
            <a:off x="9443572" y="2051088"/>
            <a:ext cx="808235" cy="766853"/>
            <a:chOff x="10361108" y="2024147"/>
            <a:chExt cx="808235" cy="766853"/>
          </a:xfrm>
        </p:grpSpPr>
        <p:sp>
          <p:nvSpPr>
            <p:cNvPr id="297" name="Rectangle 100">
              <a:extLst>
                <a:ext uri="{FF2B5EF4-FFF2-40B4-BE49-F238E27FC236}">
                  <a16:creationId xmlns:a16="http://schemas.microsoft.com/office/drawing/2014/main" id="{B95ACA1E-10C2-F783-D1D8-EBE68B344864}"/>
                </a:ext>
              </a:extLst>
            </p:cNvPr>
            <p:cNvSpPr/>
            <p:nvPr/>
          </p:nvSpPr>
          <p:spPr>
            <a:xfrm>
              <a:off x="10371071" y="2024147"/>
              <a:ext cx="764954"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Jul 2029</a:t>
              </a:r>
            </a:p>
          </p:txBody>
        </p:sp>
        <p:sp>
          <p:nvSpPr>
            <p:cNvPr id="296" name="Rectangle 55">
              <a:extLst>
                <a:ext uri="{FF2B5EF4-FFF2-40B4-BE49-F238E27FC236}">
                  <a16:creationId xmlns:a16="http://schemas.microsoft.com/office/drawing/2014/main" id="{E4AE6314-E81A-72ED-C6B9-98CBCB72AF96}"/>
                </a:ext>
              </a:extLst>
            </p:cNvPr>
            <p:cNvSpPr/>
            <p:nvPr/>
          </p:nvSpPr>
          <p:spPr>
            <a:xfrm>
              <a:off x="10361108" y="2534455"/>
              <a:ext cx="80823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319" name="Graphic 318" descr="Flag with solid fill">
              <a:extLst>
                <a:ext uri="{FF2B5EF4-FFF2-40B4-BE49-F238E27FC236}">
                  <a16:creationId xmlns:a16="http://schemas.microsoft.com/office/drawing/2014/main" id="{193A42BE-A252-531F-AB70-C614190D45A5}"/>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10623256" y="2346837"/>
              <a:ext cx="210312" cy="210312"/>
            </a:xfrm>
            <a:prstGeom prst="rect">
              <a:avLst/>
            </a:prstGeom>
          </p:spPr>
        </p:pic>
      </p:grpSp>
      <p:sp>
        <p:nvSpPr>
          <p:cNvPr id="12" name="TextBox 64">
            <a:extLst>
              <a:ext uri="{FF2B5EF4-FFF2-40B4-BE49-F238E27FC236}">
                <a16:creationId xmlns:a16="http://schemas.microsoft.com/office/drawing/2014/main" id="{04AE02D2-AD3D-4651-2ADA-87FC8BE31C75}"/>
              </a:ext>
            </a:extLst>
          </p:cNvPr>
          <p:cNvSpPr txBox="1"/>
          <p:nvPr/>
        </p:nvSpPr>
        <p:spPr>
          <a:xfrm>
            <a:off x="84439" y="4546096"/>
            <a:ext cx="945340"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a:t>
            </a:r>
          </a:p>
          <a:p>
            <a:pPr algn="ctr" defTabSz="914377">
              <a:defRPr/>
            </a:pPr>
            <a:r>
              <a:rPr lang="en-US" altLang="zh-CN" sz="1067" b="1">
                <a:solidFill>
                  <a:srgbClr val="08312A"/>
                </a:solidFill>
                <a:cs typeface="Calibri" panose="020F0502020204030204" pitchFamily="34" charset="0"/>
              </a:rPr>
              <a:t>1438-0011</a:t>
            </a:r>
          </a:p>
          <a:p>
            <a:pPr algn="ctr" defTabSz="914377">
              <a:defRPr/>
            </a:pPr>
            <a:r>
              <a:rPr lang="en-US" sz="1067" b="1">
                <a:solidFill>
                  <a:srgbClr val="08312A"/>
                </a:solidFill>
                <a:cs typeface="Calibri" panose="020F0502020204030204" pitchFamily="34" charset="0"/>
              </a:rPr>
              <a:t>Dareon-Nec-1</a:t>
            </a:r>
          </a:p>
        </p:txBody>
      </p:sp>
      <p:sp>
        <p:nvSpPr>
          <p:cNvPr id="3" name="OTLSHAPE_T_e17f3958430f4cff8650518c93c7635e_Shape">
            <a:extLst>
              <a:ext uri="{FF2B5EF4-FFF2-40B4-BE49-F238E27FC236}">
                <a16:creationId xmlns:a16="http://schemas.microsoft.com/office/drawing/2014/main" id="{CF7C1F60-B6EE-459C-8880-45D78B775E04}"/>
              </a:ext>
            </a:extLst>
          </p:cNvPr>
          <p:cNvSpPr/>
          <p:nvPr>
            <p:custDataLst>
              <p:tags r:id="rId8"/>
            </p:custDataLst>
          </p:nvPr>
        </p:nvSpPr>
        <p:spPr bwMode="auto">
          <a:xfrm>
            <a:off x="1199516" y="4266164"/>
            <a:ext cx="1308344" cy="288000"/>
          </a:xfrm>
          <a:prstGeom prst="roundRect">
            <a:avLst/>
          </a:prstGeom>
          <a:solidFill>
            <a:srgbClr val="86251B">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800" b="1">
                <a:solidFill>
                  <a:prstClr val="black"/>
                </a:solidFill>
                <a:ea typeface="等线" panose="02010600030101010101" pitchFamily="2" charset="-122"/>
                <a:cs typeface="Calibri" panose="020F0502020204030204" pitchFamily="34" charset="0"/>
              </a:rPr>
              <a:t>CTA preparation </a:t>
            </a:r>
          </a:p>
        </p:txBody>
      </p:sp>
      <p:grpSp>
        <p:nvGrpSpPr>
          <p:cNvPr id="17" name="Group 16">
            <a:extLst>
              <a:ext uri="{FF2B5EF4-FFF2-40B4-BE49-F238E27FC236}">
                <a16:creationId xmlns:a16="http://schemas.microsoft.com/office/drawing/2014/main" id="{5D3D5B62-6E50-5BD1-2667-CA90D9370121}"/>
              </a:ext>
            </a:extLst>
          </p:cNvPr>
          <p:cNvGrpSpPr/>
          <p:nvPr/>
        </p:nvGrpSpPr>
        <p:grpSpPr>
          <a:xfrm>
            <a:off x="983201" y="4082276"/>
            <a:ext cx="928201" cy="677987"/>
            <a:chOff x="2295087" y="4086846"/>
            <a:chExt cx="928201" cy="677987"/>
          </a:xfrm>
        </p:grpSpPr>
        <p:sp>
          <p:nvSpPr>
            <p:cNvPr id="18" name="OTLSHAPE_T_e17f3958430f4cff8650518c93c7635e_StartDate">
              <a:extLst>
                <a:ext uri="{FF2B5EF4-FFF2-40B4-BE49-F238E27FC236}">
                  <a16:creationId xmlns:a16="http://schemas.microsoft.com/office/drawing/2014/main" id="{18631DB0-32DE-FEDC-A067-1F6CB5FBECA7}"/>
                </a:ext>
              </a:extLst>
            </p:cNvPr>
            <p:cNvSpPr txBox="1"/>
            <p:nvPr>
              <p:custDataLst>
                <p:tags r:id="rId12"/>
              </p:custDataLst>
            </p:nvPr>
          </p:nvSpPr>
          <p:spPr>
            <a:xfrm>
              <a:off x="2404297" y="4086846"/>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 Aug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9" name="OTLSHAPE_M_39ea6ebc19a94c9fab6ef5006c31df58_Shape">
              <a:extLst>
                <a:ext uri="{FF2B5EF4-FFF2-40B4-BE49-F238E27FC236}">
                  <a16:creationId xmlns:a16="http://schemas.microsoft.com/office/drawing/2014/main" id="{1B621B5A-01F6-F394-1110-588AA758155C}"/>
                </a:ext>
              </a:extLst>
            </p:cNvPr>
            <p:cNvSpPr/>
            <p:nvPr>
              <p:custDataLst>
                <p:tags r:id="rId13"/>
              </p:custDataLst>
            </p:nvPr>
          </p:nvSpPr>
          <p:spPr bwMode="auto">
            <a:xfrm rot="16200000">
              <a:off x="2513765" y="449910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0" name="OTLSHAPE_M_39ea6ebc19a94c9fab6ef5006c31df58_Title">
              <a:extLst>
                <a:ext uri="{FF2B5EF4-FFF2-40B4-BE49-F238E27FC236}">
                  <a16:creationId xmlns:a16="http://schemas.microsoft.com/office/drawing/2014/main" id="{F1EE344C-E471-DE63-437B-1CADE73FA310}"/>
                </a:ext>
              </a:extLst>
            </p:cNvPr>
            <p:cNvSpPr txBox="1"/>
            <p:nvPr>
              <p:custDataLst>
                <p:tags r:id="rId14"/>
              </p:custDataLst>
            </p:nvPr>
          </p:nvSpPr>
          <p:spPr>
            <a:xfrm>
              <a:off x="2295087" y="4600621"/>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Kick-off</a:t>
              </a:r>
              <a:endParaRPr lang="zh-CN" altLang="en-US" sz="1067" b="1">
                <a:solidFill>
                  <a:srgbClr val="44546A"/>
                </a:solidFill>
                <a:ea typeface="等线" panose="02010600030101010101" pitchFamily="2" charset="-122"/>
                <a:cs typeface="Calibri" panose="020F0502020204030204" pitchFamily="34" charset="0"/>
              </a:endParaRPr>
            </a:p>
          </p:txBody>
        </p:sp>
      </p:grpSp>
      <p:grpSp>
        <p:nvGrpSpPr>
          <p:cNvPr id="22" name="Group 21">
            <a:extLst>
              <a:ext uri="{FF2B5EF4-FFF2-40B4-BE49-F238E27FC236}">
                <a16:creationId xmlns:a16="http://schemas.microsoft.com/office/drawing/2014/main" id="{102ADA78-58EA-8361-0EB8-B1183E33EC2A}"/>
              </a:ext>
            </a:extLst>
          </p:cNvPr>
          <p:cNvGrpSpPr/>
          <p:nvPr/>
        </p:nvGrpSpPr>
        <p:grpSpPr>
          <a:xfrm>
            <a:off x="1588722" y="2054575"/>
            <a:ext cx="1217000" cy="769129"/>
            <a:chOff x="6433532" y="4126731"/>
            <a:chExt cx="1217000" cy="769129"/>
          </a:xfrm>
        </p:grpSpPr>
        <p:sp>
          <p:nvSpPr>
            <p:cNvPr id="23" name="Rectangle 100">
              <a:extLst>
                <a:ext uri="{FF2B5EF4-FFF2-40B4-BE49-F238E27FC236}">
                  <a16:creationId xmlns:a16="http://schemas.microsoft.com/office/drawing/2014/main" id="{C361D471-0683-62D5-B07D-D59CEC6C2EC2}"/>
                </a:ext>
              </a:extLst>
            </p:cNvPr>
            <p:cNvSpPr/>
            <p:nvPr/>
          </p:nvSpPr>
          <p:spPr>
            <a:xfrm>
              <a:off x="6477551" y="4126731"/>
              <a:ext cx="1039067"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21 Nov 2025</a:t>
              </a:r>
              <a:endParaRPr lang="en-US" altLang="zh-CN" sz="1067" b="1">
                <a:solidFill>
                  <a:srgbClr val="44546A"/>
                </a:solidFill>
                <a:ea typeface="等线" panose="02010600030101010101" pitchFamily="2" charset="-122"/>
                <a:cs typeface="Calibri" panose="020F0502020204030204" pitchFamily="34" charset="0"/>
              </a:endParaRPr>
            </a:p>
          </p:txBody>
        </p:sp>
        <p:sp>
          <p:nvSpPr>
            <p:cNvPr id="24" name="Rectangle 55">
              <a:extLst>
                <a:ext uri="{FF2B5EF4-FFF2-40B4-BE49-F238E27FC236}">
                  <a16:creationId xmlns:a16="http://schemas.microsoft.com/office/drawing/2014/main" id="{A74D64BE-2D4E-E77F-8992-81EB4DF5E66C}"/>
                </a:ext>
              </a:extLst>
            </p:cNvPr>
            <p:cNvSpPr/>
            <p:nvPr/>
          </p:nvSpPr>
          <p:spPr>
            <a:xfrm>
              <a:off x="6433532" y="4639315"/>
              <a:ext cx="1217000"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FDA interaction</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 name="五角星 55">
              <a:extLst>
                <a:ext uri="{FF2B5EF4-FFF2-40B4-BE49-F238E27FC236}">
                  <a16:creationId xmlns:a16="http://schemas.microsoft.com/office/drawing/2014/main" id="{BC210FA7-65F3-D472-EB02-3A690A22C202}"/>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grpSp>
        <p:nvGrpSpPr>
          <p:cNvPr id="27" name="Group 26">
            <a:extLst>
              <a:ext uri="{FF2B5EF4-FFF2-40B4-BE49-F238E27FC236}">
                <a16:creationId xmlns:a16="http://schemas.microsoft.com/office/drawing/2014/main" id="{6A4F1F98-1BB1-F2A5-A65F-8EC42EB7EF29}"/>
              </a:ext>
            </a:extLst>
          </p:cNvPr>
          <p:cNvGrpSpPr/>
          <p:nvPr/>
        </p:nvGrpSpPr>
        <p:grpSpPr>
          <a:xfrm>
            <a:off x="7399511" y="2084704"/>
            <a:ext cx="1021309" cy="720686"/>
            <a:chOff x="5523491" y="2099833"/>
            <a:chExt cx="1021309" cy="720686"/>
          </a:xfrm>
        </p:grpSpPr>
        <p:sp>
          <p:nvSpPr>
            <p:cNvPr id="28" name="Rectangle 55">
              <a:extLst>
                <a:ext uri="{FF2B5EF4-FFF2-40B4-BE49-F238E27FC236}">
                  <a16:creationId xmlns:a16="http://schemas.microsoft.com/office/drawing/2014/main" id="{567D77FF-2D35-52A7-0CB7-CAA31F6310A0}"/>
                </a:ext>
              </a:extLst>
            </p:cNvPr>
            <p:cNvSpPr/>
            <p:nvPr/>
          </p:nvSpPr>
          <p:spPr>
            <a:xfrm>
              <a:off x="5523491" y="2563974"/>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 name="OTLSHAPE_T_e17f3958430f4cff8650518c93c7635e_StartDate">
              <a:extLst>
                <a:ext uri="{FF2B5EF4-FFF2-40B4-BE49-F238E27FC236}">
                  <a16:creationId xmlns:a16="http://schemas.microsoft.com/office/drawing/2014/main" id="{24D57B85-70C4-0979-D01E-677C2E8F6220}"/>
                </a:ext>
              </a:extLst>
            </p:cNvPr>
            <p:cNvSpPr txBox="1"/>
            <p:nvPr>
              <p:custDataLst>
                <p:tags r:id="rId11"/>
              </p:custDataLst>
            </p:nvPr>
          </p:nvSpPr>
          <p:spPr>
            <a:xfrm>
              <a:off x="5633649" y="2099833"/>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30" name="Star: 4 Points 143">
              <a:extLst>
                <a:ext uri="{FF2B5EF4-FFF2-40B4-BE49-F238E27FC236}">
                  <a16:creationId xmlns:a16="http://schemas.microsoft.com/office/drawing/2014/main" id="{95B47CD0-B54A-0D37-8507-0D7E1B427901}"/>
                </a:ext>
              </a:extLst>
            </p:cNvPr>
            <p:cNvSpPr/>
            <p:nvPr/>
          </p:nvSpPr>
          <p:spPr bwMode="auto">
            <a:xfrm>
              <a:off x="603874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224" name="Group 223">
            <a:extLst>
              <a:ext uri="{FF2B5EF4-FFF2-40B4-BE49-F238E27FC236}">
                <a16:creationId xmlns:a16="http://schemas.microsoft.com/office/drawing/2014/main" id="{936E01A6-F115-C272-4CB1-AD4DB494F6DB}"/>
              </a:ext>
            </a:extLst>
          </p:cNvPr>
          <p:cNvGrpSpPr/>
          <p:nvPr/>
        </p:nvGrpSpPr>
        <p:grpSpPr>
          <a:xfrm>
            <a:off x="7352284" y="4116262"/>
            <a:ext cx="1021309" cy="720686"/>
            <a:chOff x="5523491" y="2099833"/>
            <a:chExt cx="1021309" cy="720686"/>
          </a:xfrm>
        </p:grpSpPr>
        <p:sp>
          <p:nvSpPr>
            <p:cNvPr id="225" name="Rectangle 55">
              <a:extLst>
                <a:ext uri="{FF2B5EF4-FFF2-40B4-BE49-F238E27FC236}">
                  <a16:creationId xmlns:a16="http://schemas.microsoft.com/office/drawing/2014/main" id="{35E983D3-FB8B-1058-94D3-488246A627EB}"/>
                </a:ext>
              </a:extLst>
            </p:cNvPr>
            <p:cNvSpPr/>
            <p:nvPr/>
          </p:nvSpPr>
          <p:spPr>
            <a:xfrm>
              <a:off x="5523491" y="2563974"/>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26" name="OTLSHAPE_T_e17f3958430f4cff8650518c93c7635e_StartDate">
              <a:extLst>
                <a:ext uri="{FF2B5EF4-FFF2-40B4-BE49-F238E27FC236}">
                  <a16:creationId xmlns:a16="http://schemas.microsoft.com/office/drawing/2014/main" id="{1A206E75-DEFF-EB4F-8164-6E0A2B0CE1DD}"/>
                </a:ext>
              </a:extLst>
            </p:cNvPr>
            <p:cNvSpPr txBox="1"/>
            <p:nvPr>
              <p:custDataLst>
                <p:tags r:id="rId10"/>
              </p:custDataLst>
            </p:nvPr>
          </p:nvSpPr>
          <p:spPr>
            <a:xfrm>
              <a:off x="5633649" y="2099833"/>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27" name="Star: 4 Points 143">
              <a:extLst>
                <a:ext uri="{FF2B5EF4-FFF2-40B4-BE49-F238E27FC236}">
                  <a16:creationId xmlns:a16="http://schemas.microsoft.com/office/drawing/2014/main" id="{52C71744-10D3-2432-BAEB-CF229A65D506}"/>
                </a:ext>
              </a:extLst>
            </p:cNvPr>
            <p:cNvSpPr/>
            <p:nvPr/>
          </p:nvSpPr>
          <p:spPr bwMode="auto">
            <a:xfrm>
              <a:off x="603874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21" name="Group 62">
            <a:extLst>
              <a:ext uri="{FF2B5EF4-FFF2-40B4-BE49-F238E27FC236}">
                <a16:creationId xmlns:a16="http://schemas.microsoft.com/office/drawing/2014/main" id="{FE891A36-91BF-70E8-848B-951AC5E3FE8E}"/>
              </a:ext>
            </a:extLst>
          </p:cNvPr>
          <p:cNvGrpSpPr/>
          <p:nvPr/>
        </p:nvGrpSpPr>
        <p:grpSpPr>
          <a:xfrm>
            <a:off x="2404280" y="687659"/>
            <a:ext cx="546747" cy="6134718"/>
            <a:chOff x="1155349" y="1057179"/>
            <a:chExt cx="546747" cy="4601037"/>
          </a:xfrm>
        </p:grpSpPr>
        <p:cxnSp>
          <p:nvCxnSpPr>
            <p:cNvPr id="228" name="Straight Connector 63">
              <a:extLst>
                <a:ext uri="{FF2B5EF4-FFF2-40B4-BE49-F238E27FC236}">
                  <a16:creationId xmlns:a16="http://schemas.microsoft.com/office/drawing/2014/main" id="{6262AD93-D2B4-EEC7-81BD-1A0178ED2348}"/>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29" name="OTLSHAPE_T_e17f3958430f4cff8650518c93c7635e_StartDate">
              <a:extLst>
                <a:ext uri="{FF2B5EF4-FFF2-40B4-BE49-F238E27FC236}">
                  <a16:creationId xmlns:a16="http://schemas.microsoft.com/office/drawing/2014/main" id="{6E54E48A-016B-5888-F755-C35760EB2430}"/>
                </a:ext>
              </a:extLst>
            </p:cNvPr>
            <p:cNvSpPr txBox="1"/>
            <p:nvPr>
              <p:custDataLst>
                <p:tags r:id="rId9"/>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grpSp>
        <p:nvGrpSpPr>
          <p:cNvPr id="13" name="Group 12">
            <a:extLst>
              <a:ext uri="{FF2B5EF4-FFF2-40B4-BE49-F238E27FC236}">
                <a16:creationId xmlns:a16="http://schemas.microsoft.com/office/drawing/2014/main" id="{70483B7D-B909-EC83-AE5F-4551838C5BD9}"/>
              </a:ext>
            </a:extLst>
          </p:cNvPr>
          <p:cNvGrpSpPr/>
          <p:nvPr/>
        </p:nvGrpSpPr>
        <p:grpSpPr>
          <a:xfrm>
            <a:off x="8500130" y="4074572"/>
            <a:ext cx="827472" cy="769716"/>
            <a:chOff x="9452335" y="2022211"/>
            <a:chExt cx="827472" cy="769716"/>
          </a:xfrm>
        </p:grpSpPr>
        <p:sp>
          <p:nvSpPr>
            <p:cNvPr id="14" name="Rectangle 100">
              <a:extLst>
                <a:ext uri="{FF2B5EF4-FFF2-40B4-BE49-F238E27FC236}">
                  <a16:creationId xmlns:a16="http://schemas.microsoft.com/office/drawing/2014/main" id="{2951DF66-734A-6FF6-8E48-674C4FCADCDA}"/>
                </a:ext>
              </a:extLst>
            </p:cNvPr>
            <p:cNvSpPr/>
            <p:nvPr/>
          </p:nvSpPr>
          <p:spPr>
            <a:xfrm>
              <a:off x="9477984" y="2022211"/>
              <a:ext cx="801823"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Feb 2029</a:t>
              </a:r>
              <a:endParaRPr lang="en-US" altLang="zh-CN" sz="1067" b="1">
                <a:solidFill>
                  <a:srgbClr val="44546A"/>
                </a:solidFill>
                <a:ea typeface="等线" panose="02010600030101010101" pitchFamily="2" charset="-122"/>
                <a:cs typeface="Calibri" panose="020F0502020204030204" pitchFamily="34" charset="0"/>
              </a:endParaRPr>
            </a:p>
          </p:txBody>
        </p:sp>
        <p:sp>
          <p:nvSpPr>
            <p:cNvPr id="15" name="Rectangle 55">
              <a:extLst>
                <a:ext uri="{FF2B5EF4-FFF2-40B4-BE49-F238E27FC236}">
                  <a16:creationId xmlns:a16="http://schemas.microsoft.com/office/drawing/2014/main" id="{74FF504E-FF83-C005-C13A-C23A9E0D45A7}"/>
                </a:ext>
              </a:extLst>
            </p:cNvPr>
            <p:cNvSpPr/>
            <p:nvPr/>
          </p:nvSpPr>
          <p:spPr>
            <a:xfrm>
              <a:off x="9452335" y="2535382"/>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30" name="五角星 55">
              <a:extLst>
                <a:ext uri="{FF2B5EF4-FFF2-40B4-BE49-F238E27FC236}">
                  <a16:creationId xmlns:a16="http://schemas.microsoft.com/office/drawing/2014/main" id="{F54B3201-92CA-2F24-68A1-2555B504B546}"/>
                </a:ext>
              </a:extLst>
            </p:cNvPr>
            <p:cNvSpPr>
              <a:spLocks/>
            </p:cNvSpPr>
            <p:nvPr/>
          </p:nvSpPr>
          <p:spPr bwMode="auto">
            <a:xfrm>
              <a:off x="9779643" y="2352570"/>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grpSp>
        <p:nvGrpSpPr>
          <p:cNvPr id="231" name="Group 230">
            <a:extLst>
              <a:ext uri="{FF2B5EF4-FFF2-40B4-BE49-F238E27FC236}">
                <a16:creationId xmlns:a16="http://schemas.microsoft.com/office/drawing/2014/main" id="{4F4D9EF9-E3D3-AEAD-BA50-BD0F4D741655}"/>
              </a:ext>
            </a:extLst>
          </p:cNvPr>
          <p:cNvGrpSpPr/>
          <p:nvPr/>
        </p:nvGrpSpPr>
        <p:grpSpPr>
          <a:xfrm>
            <a:off x="10087981" y="4081588"/>
            <a:ext cx="827927" cy="766853"/>
            <a:chOff x="10341416" y="2024147"/>
            <a:chExt cx="827927" cy="766853"/>
          </a:xfrm>
        </p:grpSpPr>
        <p:sp>
          <p:nvSpPr>
            <p:cNvPr id="232" name="Rectangle 100">
              <a:extLst>
                <a:ext uri="{FF2B5EF4-FFF2-40B4-BE49-F238E27FC236}">
                  <a16:creationId xmlns:a16="http://schemas.microsoft.com/office/drawing/2014/main" id="{16A8E56B-D3D5-0AF6-61EB-6B75A36B019B}"/>
                </a:ext>
              </a:extLst>
            </p:cNvPr>
            <p:cNvSpPr/>
            <p:nvPr/>
          </p:nvSpPr>
          <p:spPr>
            <a:xfrm>
              <a:off x="10341416" y="2024147"/>
              <a:ext cx="824265"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Dec 2029</a:t>
              </a:r>
            </a:p>
          </p:txBody>
        </p:sp>
        <p:sp>
          <p:nvSpPr>
            <p:cNvPr id="233" name="Rectangle 55">
              <a:extLst>
                <a:ext uri="{FF2B5EF4-FFF2-40B4-BE49-F238E27FC236}">
                  <a16:creationId xmlns:a16="http://schemas.microsoft.com/office/drawing/2014/main" id="{C7D3ECB5-32BA-DF54-8036-D57DAE767EF9}"/>
                </a:ext>
              </a:extLst>
            </p:cNvPr>
            <p:cNvSpPr/>
            <p:nvPr/>
          </p:nvSpPr>
          <p:spPr>
            <a:xfrm>
              <a:off x="10361108" y="2534455"/>
              <a:ext cx="80823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app.</a:t>
              </a:r>
              <a:endParaRPr lang="zh-CN" altLang="en-US" sz="1067" b="1">
                <a:solidFill>
                  <a:srgbClr val="44546A"/>
                </a:solidFill>
                <a:ea typeface="等线" panose="02010600030101010101" pitchFamily="2" charset="-122"/>
                <a:cs typeface="Calibri" panose="020F0502020204030204" pitchFamily="34" charset="0"/>
              </a:endParaRPr>
            </a:p>
          </p:txBody>
        </p:sp>
        <p:pic>
          <p:nvPicPr>
            <p:cNvPr id="234" name="Graphic 233" descr="Flag with solid fill">
              <a:extLst>
                <a:ext uri="{FF2B5EF4-FFF2-40B4-BE49-F238E27FC236}">
                  <a16:creationId xmlns:a16="http://schemas.microsoft.com/office/drawing/2014/main" id="{1A01E55F-DA73-1239-3080-4FE4E7F424AD}"/>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10623256" y="2346837"/>
              <a:ext cx="210312" cy="210312"/>
            </a:xfrm>
            <a:prstGeom prst="rect">
              <a:avLst/>
            </a:prstGeom>
          </p:spPr>
        </p:pic>
      </p:grpSp>
      <p:grpSp>
        <p:nvGrpSpPr>
          <p:cNvPr id="7" name="Group 6">
            <a:extLst>
              <a:ext uri="{FF2B5EF4-FFF2-40B4-BE49-F238E27FC236}">
                <a16:creationId xmlns:a16="http://schemas.microsoft.com/office/drawing/2014/main" id="{D0CAFFA5-D24E-2D1D-E7AB-C58F42B7B410}"/>
              </a:ext>
            </a:extLst>
          </p:cNvPr>
          <p:cNvGrpSpPr/>
          <p:nvPr/>
        </p:nvGrpSpPr>
        <p:grpSpPr>
          <a:xfrm>
            <a:off x="8728698" y="2058450"/>
            <a:ext cx="828273" cy="769716"/>
            <a:chOff x="9452335" y="2022211"/>
            <a:chExt cx="828273" cy="769716"/>
          </a:xfrm>
        </p:grpSpPr>
        <p:sp>
          <p:nvSpPr>
            <p:cNvPr id="8" name="Rectangle 100">
              <a:extLst>
                <a:ext uri="{FF2B5EF4-FFF2-40B4-BE49-F238E27FC236}">
                  <a16:creationId xmlns:a16="http://schemas.microsoft.com/office/drawing/2014/main" id="{D489F57E-2F6F-3EE5-B835-AAD04828EF34}"/>
                </a:ext>
              </a:extLst>
            </p:cNvPr>
            <p:cNvSpPr/>
            <p:nvPr/>
          </p:nvSpPr>
          <p:spPr>
            <a:xfrm>
              <a:off x="9477182" y="2022211"/>
              <a:ext cx="803426" cy="256545"/>
            </a:xfrm>
            <a:prstGeom prst="rect">
              <a:avLst/>
            </a:prstGeom>
            <a:solidFill>
              <a:schemeClr val="bg1"/>
            </a:solidFill>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Jun 2029</a:t>
              </a:r>
              <a:endParaRPr lang="en-US" altLang="zh-CN" sz="1067" b="1">
                <a:solidFill>
                  <a:srgbClr val="44546A"/>
                </a:solidFill>
                <a:ea typeface="等线" panose="02010600030101010101" pitchFamily="2" charset="-122"/>
                <a:cs typeface="Calibri" panose="020F0502020204030204" pitchFamily="34" charset="0"/>
              </a:endParaRPr>
            </a:p>
          </p:txBody>
        </p:sp>
        <p:sp>
          <p:nvSpPr>
            <p:cNvPr id="235" name="Rectangle 55">
              <a:extLst>
                <a:ext uri="{FF2B5EF4-FFF2-40B4-BE49-F238E27FC236}">
                  <a16:creationId xmlns:a16="http://schemas.microsoft.com/office/drawing/2014/main" id="{057E0E9F-B08E-E40A-2D10-9D57806E4EB2}"/>
                </a:ext>
              </a:extLst>
            </p:cNvPr>
            <p:cNvSpPr/>
            <p:nvPr/>
          </p:nvSpPr>
          <p:spPr>
            <a:xfrm>
              <a:off x="9452335" y="2535382"/>
              <a:ext cx="79861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NDA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36" name="五角星 55">
              <a:extLst>
                <a:ext uri="{FF2B5EF4-FFF2-40B4-BE49-F238E27FC236}">
                  <a16:creationId xmlns:a16="http://schemas.microsoft.com/office/drawing/2014/main" id="{F574D003-EE67-505F-50D7-7433DA0C0709}"/>
                </a:ext>
              </a:extLst>
            </p:cNvPr>
            <p:cNvSpPr>
              <a:spLocks/>
            </p:cNvSpPr>
            <p:nvPr/>
          </p:nvSpPr>
          <p:spPr bwMode="auto">
            <a:xfrm>
              <a:off x="9779643" y="2352570"/>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spTree>
    <p:extLst>
      <p:ext uri="{BB962C8B-B14F-4D97-AF65-F5344CB8AC3E}">
        <p14:creationId xmlns:p14="http://schemas.microsoft.com/office/powerpoint/2010/main" val="4099411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16667E-7 4.44444E-6 L -0.03451 -0.00024 " pathEditMode="relative" rAng="0" ptsTypes="AA">
                                      <p:cBhvr>
                                        <p:cTn id="6" dur="2000" fill="hold"/>
                                        <p:tgtEl>
                                          <p:spTgt spid="10"/>
                                        </p:tgtEl>
                                        <p:attrNameLst>
                                          <p:attrName>ppt_x</p:attrName>
                                          <p:attrName>ppt_y</p:attrName>
                                        </p:attrNameLst>
                                      </p:cBhvr>
                                      <p:rCtr x="-1732" y="-23"/>
                                    </p:animMotion>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DBF8E-191D-8550-EA4D-7E1D741384EE}"/>
            </a:ext>
          </a:extLst>
        </p:cNvPr>
        <p:cNvGrpSpPr/>
        <p:nvPr/>
      </p:nvGrpSpPr>
      <p:grpSpPr>
        <a:xfrm>
          <a:off x="0" y="0"/>
          <a:ext cx="0" cy="0"/>
          <a:chOff x="0" y="0"/>
          <a:chExt cx="0" cy="0"/>
        </a:xfrm>
      </p:grpSpPr>
      <p:sp>
        <p:nvSpPr>
          <p:cNvPr id="233" name="OTLSHAPE_T_5a934a26f311425e8ebaa0f45e6533ad_Shape">
            <a:extLst>
              <a:ext uri="{FF2B5EF4-FFF2-40B4-BE49-F238E27FC236}">
                <a16:creationId xmlns:a16="http://schemas.microsoft.com/office/drawing/2014/main" id="{DE82675F-D9D6-F580-3288-08C8B1D4ED55}"/>
              </a:ext>
            </a:extLst>
          </p:cNvPr>
          <p:cNvSpPr/>
          <p:nvPr>
            <p:custDataLst>
              <p:tags r:id="rId1"/>
            </p:custDataLst>
          </p:nvPr>
        </p:nvSpPr>
        <p:spPr bwMode="auto">
          <a:xfrm>
            <a:off x="5859938" y="4302380"/>
            <a:ext cx="1701490"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31" name="OTLSHAPE_T_5a934a26f311425e8ebaa0f45e6533ad_Shape">
            <a:extLst>
              <a:ext uri="{FF2B5EF4-FFF2-40B4-BE49-F238E27FC236}">
                <a16:creationId xmlns:a16="http://schemas.microsoft.com/office/drawing/2014/main" id="{DA611F95-2FE4-6F52-DF02-BD753DFD7F95}"/>
              </a:ext>
            </a:extLst>
          </p:cNvPr>
          <p:cNvSpPr/>
          <p:nvPr>
            <p:custDataLst>
              <p:tags r:id="rId2"/>
            </p:custDataLst>
          </p:nvPr>
        </p:nvSpPr>
        <p:spPr bwMode="auto">
          <a:xfrm>
            <a:off x="5859938" y="2254621"/>
            <a:ext cx="1701490"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 name="Title 1">
            <a:extLst>
              <a:ext uri="{FF2B5EF4-FFF2-40B4-BE49-F238E27FC236}">
                <a16:creationId xmlns:a16="http://schemas.microsoft.com/office/drawing/2014/main" id="{1185C3A1-587D-71B0-F71D-9443BAC431E9}"/>
              </a:ext>
            </a:extLst>
          </p:cNvPr>
          <p:cNvSpPr>
            <a:spLocks noGrp="1"/>
          </p:cNvSpPr>
          <p:nvPr>
            <p:ph type="title"/>
          </p:nvPr>
        </p:nvSpPr>
        <p:spPr>
          <a:xfrm>
            <a:off x="156850" y="147417"/>
            <a:ext cx="11233151" cy="720000"/>
          </a:xfrm>
        </p:spPr>
        <p:txBody>
          <a:bodyPr/>
          <a:lstStyle/>
          <a:p>
            <a:r>
              <a:rPr lang="en-US" altLang="zh-CN" sz="2400" i="1" err="1">
                <a:solidFill>
                  <a:schemeClr val="tx1"/>
                </a:solidFill>
                <a:latin typeface="+mn-lt"/>
              </a:rPr>
              <a:t>Obrixtamig</a:t>
            </a:r>
            <a:r>
              <a:rPr lang="en-US" altLang="zh-CN" sz="2400" i="1">
                <a:solidFill>
                  <a:schemeClr val="tx1"/>
                </a:solidFill>
                <a:latin typeface="+mn-lt"/>
              </a:rPr>
              <a:t> (DLL3/CD3 </a:t>
            </a:r>
            <a:r>
              <a:rPr lang="en-US" altLang="zh-CN" sz="2400" i="1" err="1">
                <a:solidFill>
                  <a:schemeClr val="tx1"/>
                </a:solidFill>
                <a:latin typeface="+mn-lt"/>
              </a:rPr>
              <a:t>TcE</a:t>
            </a:r>
            <a:r>
              <a:rPr lang="en-US" altLang="zh-CN" sz="2400" i="1">
                <a:solidFill>
                  <a:schemeClr val="tx1"/>
                </a:solidFill>
                <a:latin typeface="+mn-lt"/>
              </a:rPr>
              <a:t>) – 1L/2L SCLC</a:t>
            </a:r>
            <a:r>
              <a:rPr lang="en-US" altLang="zh-CN">
                <a:solidFill>
                  <a:schemeClr val="tx1"/>
                </a:solidFill>
                <a:latin typeface="+mn-lt"/>
              </a:rPr>
              <a:t>(obrix+BNT327+chemo)</a:t>
            </a:r>
            <a:endParaRPr lang="zh-CN" altLang="en-US">
              <a:solidFill>
                <a:schemeClr val="tx1"/>
              </a:solidFill>
              <a:latin typeface="+mn-lt"/>
            </a:endParaRPr>
          </a:p>
        </p:txBody>
      </p:sp>
      <p:sp>
        <p:nvSpPr>
          <p:cNvPr id="6" name="Slide Number Placeholder 5">
            <a:extLst>
              <a:ext uri="{FF2B5EF4-FFF2-40B4-BE49-F238E27FC236}">
                <a16:creationId xmlns:a16="http://schemas.microsoft.com/office/drawing/2014/main" id="{EA2D65F4-4710-B498-6E62-760F3E97E18E}"/>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0D811472-E548-715C-72D0-B6077E6E651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31</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8835C9E5-7240-4BF6-815E-0CBB05DC8B31}"/>
              </a:ext>
            </a:extLst>
          </p:cNvPr>
          <p:cNvGraphicFramePr>
            <a:graphicFrameLocks noGrp="1"/>
          </p:cNvGraphicFramePr>
          <p:nvPr/>
        </p:nvGraphicFramePr>
        <p:xfrm>
          <a:off x="1285344" y="1027483"/>
          <a:ext cx="10426660" cy="675640"/>
        </p:xfrm>
        <a:graphic>
          <a:graphicData uri="http://schemas.openxmlformats.org/drawingml/2006/table">
            <a:tbl>
              <a:tblPr firstRow="1" bandRow="1"/>
              <a:tblGrid>
                <a:gridCol w="521333">
                  <a:extLst>
                    <a:ext uri="{9D8B030D-6E8A-4147-A177-3AD203B41FA5}">
                      <a16:colId xmlns:a16="http://schemas.microsoft.com/office/drawing/2014/main" val="2466911814"/>
                    </a:ext>
                  </a:extLst>
                </a:gridCol>
                <a:gridCol w="521333">
                  <a:extLst>
                    <a:ext uri="{9D8B030D-6E8A-4147-A177-3AD203B41FA5}">
                      <a16:colId xmlns:a16="http://schemas.microsoft.com/office/drawing/2014/main" val="3023231563"/>
                    </a:ext>
                  </a:extLst>
                </a:gridCol>
                <a:gridCol w="521333">
                  <a:extLst>
                    <a:ext uri="{9D8B030D-6E8A-4147-A177-3AD203B41FA5}">
                      <a16:colId xmlns:a16="http://schemas.microsoft.com/office/drawing/2014/main" val="3411862845"/>
                    </a:ext>
                  </a:extLst>
                </a:gridCol>
                <a:gridCol w="521333">
                  <a:extLst>
                    <a:ext uri="{9D8B030D-6E8A-4147-A177-3AD203B41FA5}">
                      <a16:colId xmlns:a16="http://schemas.microsoft.com/office/drawing/2014/main" val="2851474774"/>
                    </a:ext>
                  </a:extLst>
                </a:gridCol>
                <a:gridCol w="521333">
                  <a:extLst>
                    <a:ext uri="{9D8B030D-6E8A-4147-A177-3AD203B41FA5}">
                      <a16:colId xmlns:a16="http://schemas.microsoft.com/office/drawing/2014/main" val="107595344"/>
                    </a:ext>
                  </a:extLst>
                </a:gridCol>
                <a:gridCol w="521333">
                  <a:extLst>
                    <a:ext uri="{9D8B030D-6E8A-4147-A177-3AD203B41FA5}">
                      <a16:colId xmlns:a16="http://schemas.microsoft.com/office/drawing/2014/main" val="1666999431"/>
                    </a:ext>
                  </a:extLst>
                </a:gridCol>
                <a:gridCol w="521333">
                  <a:extLst>
                    <a:ext uri="{9D8B030D-6E8A-4147-A177-3AD203B41FA5}">
                      <a16:colId xmlns:a16="http://schemas.microsoft.com/office/drawing/2014/main" val="3696607442"/>
                    </a:ext>
                  </a:extLst>
                </a:gridCol>
                <a:gridCol w="521333">
                  <a:extLst>
                    <a:ext uri="{9D8B030D-6E8A-4147-A177-3AD203B41FA5}">
                      <a16:colId xmlns:a16="http://schemas.microsoft.com/office/drawing/2014/main" val="223989776"/>
                    </a:ext>
                  </a:extLst>
                </a:gridCol>
                <a:gridCol w="521333">
                  <a:extLst>
                    <a:ext uri="{9D8B030D-6E8A-4147-A177-3AD203B41FA5}">
                      <a16:colId xmlns:a16="http://schemas.microsoft.com/office/drawing/2014/main" val="124731204"/>
                    </a:ext>
                  </a:extLst>
                </a:gridCol>
                <a:gridCol w="521333">
                  <a:extLst>
                    <a:ext uri="{9D8B030D-6E8A-4147-A177-3AD203B41FA5}">
                      <a16:colId xmlns:a16="http://schemas.microsoft.com/office/drawing/2014/main" val="3066978585"/>
                    </a:ext>
                  </a:extLst>
                </a:gridCol>
                <a:gridCol w="521333">
                  <a:extLst>
                    <a:ext uri="{9D8B030D-6E8A-4147-A177-3AD203B41FA5}">
                      <a16:colId xmlns:a16="http://schemas.microsoft.com/office/drawing/2014/main" val="1064917641"/>
                    </a:ext>
                  </a:extLst>
                </a:gridCol>
                <a:gridCol w="521333">
                  <a:extLst>
                    <a:ext uri="{9D8B030D-6E8A-4147-A177-3AD203B41FA5}">
                      <a16:colId xmlns:a16="http://schemas.microsoft.com/office/drawing/2014/main" val="4221117315"/>
                    </a:ext>
                  </a:extLst>
                </a:gridCol>
                <a:gridCol w="521333">
                  <a:extLst>
                    <a:ext uri="{9D8B030D-6E8A-4147-A177-3AD203B41FA5}">
                      <a16:colId xmlns:a16="http://schemas.microsoft.com/office/drawing/2014/main" val="3266065341"/>
                    </a:ext>
                  </a:extLst>
                </a:gridCol>
                <a:gridCol w="521333">
                  <a:extLst>
                    <a:ext uri="{9D8B030D-6E8A-4147-A177-3AD203B41FA5}">
                      <a16:colId xmlns:a16="http://schemas.microsoft.com/office/drawing/2014/main" val="2374051224"/>
                    </a:ext>
                  </a:extLst>
                </a:gridCol>
                <a:gridCol w="521333">
                  <a:extLst>
                    <a:ext uri="{9D8B030D-6E8A-4147-A177-3AD203B41FA5}">
                      <a16:colId xmlns:a16="http://schemas.microsoft.com/office/drawing/2014/main" val="1840388365"/>
                    </a:ext>
                  </a:extLst>
                </a:gridCol>
                <a:gridCol w="521333">
                  <a:extLst>
                    <a:ext uri="{9D8B030D-6E8A-4147-A177-3AD203B41FA5}">
                      <a16:colId xmlns:a16="http://schemas.microsoft.com/office/drawing/2014/main" val="267750830"/>
                    </a:ext>
                  </a:extLst>
                </a:gridCol>
                <a:gridCol w="521333">
                  <a:extLst>
                    <a:ext uri="{9D8B030D-6E8A-4147-A177-3AD203B41FA5}">
                      <a16:colId xmlns:a16="http://schemas.microsoft.com/office/drawing/2014/main" val="3966469970"/>
                    </a:ext>
                  </a:extLst>
                </a:gridCol>
                <a:gridCol w="521333">
                  <a:extLst>
                    <a:ext uri="{9D8B030D-6E8A-4147-A177-3AD203B41FA5}">
                      <a16:colId xmlns:a16="http://schemas.microsoft.com/office/drawing/2014/main" val="2522973146"/>
                    </a:ext>
                  </a:extLst>
                </a:gridCol>
                <a:gridCol w="521333">
                  <a:extLst>
                    <a:ext uri="{9D8B030D-6E8A-4147-A177-3AD203B41FA5}">
                      <a16:colId xmlns:a16="http://schemas.microsoft.com/office/drawing/2014/main" val="1291482796"/>
                    </a:ext>
                  </a:extLst>
                </a:gridCol>
                <a:gridCol w="521333">
                  <a:extLst>
                    <a:ext uri="{9D8B030D-6E8A-4147-A177-3AD203B41FA5}">
                      <a16:colId xmlns:a16="http://schemas.microsoft.com/office/drawing/2014/main" val="3671383238"/>
                    </a:ext>
                  </a:extLst>
                </a:gridCol>
              </a:tblGrid>
              <a:tr h="259080">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FFDB648C-B75D-C2AE-2CC6-E0E1F4250347}"/>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1B29FDAA-815D-039D-33A3-D4CE1BCCC500}"/>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EEE248FE-79AC-6C0C-DEA4-D8EDA5AC45C2}"/>
              </a:ext>
            </a:extLst>
          </p:cNvPr>
          <p:cNvSpPr/>
          <p:nvPr/>
        </p:nvSpPr>
        <p:spPr>
          <a:xfrm rot="5400000">
            <a:off x="11501478" y="1238005"/>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CFD8111F-BDCB-1639-1156-4658940E3349}"/>
              </a:ext>
            </a:extLst>
          </p:cNvPr>
          <p:cNvSpPr txBox="1"/>
          <p:nvPr/>
        </p:nvSpPr>
        <p:spPr>
          <a:xfrm>
            <a:off x="31595" y="2220808"/>
            <a:ext cx="945340"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 </a:t>
            </a:r>
            <a:r>
              <a:rPr lang="en-US" sz="1067" b="1" err="1">
                <a:solidFill>
                  <a:srgbClr val="08312A"/>
                </a:solidFill>
                <a:cs typeface="Calibri" panose="020F0502020204030204" pitchFamily="34" charset="0"/>
              </a:rPr>
              <a:t>Ib</a:t>
            </a:r>
            <a:r>
              <a:rPr lang="en-US" sz="1067" b="1">
                <a:solidFill>
                  <a:srgbClr val="08312A"/>
                </a:solidFill>
                <a:cs typeface="Calibri" panose="020F0502020204030204" pitchFamily="34" charset="0"/>
              </a:rPr>
              <a:t>/II-</a:t>
            </a:r>
          </a:p>
          <a:p>
            <a:pPr algn="ctr" defTabSz="914377">
              <a:defRPr/>
            </a:pPr>
            <a:r>
              <a:rPr lang="en-US" altLang="zh-CN" sz="1067" b="1">
                <a:solidFill>
                  <a:srgbClr val="08312A"/>
                </a:solidFill>
                <a:cs typeface="Calibri" panose="020F0502020204030204" pitchFamily="34" charset="0"/>
              </a:rPr>
              <a:t>1438-0035</a:t>
            </a:r>
          </a:p>
          <a:p>
            <a:pPr algn="ctr" defTabSz="914377">
              <a:defRPr/>
            </a:pPr>
            <a:r>
              <a:rPr lang="en-US" sz="1067" b="1">
                <a:solidFill>
                  <a:srgbClr val="08312A"/>
                </a:solidFill>
                <a:cs typeface="Calibri" panose="020F0502020204030204" pitchFamily="34" charset="0"/>
              </a:rPr>
              <a:t>BOND</a:t>
            </a:r>
          </a:p>
        </p:txBody>
      </p:sp>
      <p:pic>
        <p:nvPicPr>
          <p:cNvPr id="246" name="Picture 4">
            <a:extLst>
              <a:ext uri="{FF2B5EF4-FFF2-40B4-BE49-F238E27FC236}">
                <a16:creationId xmlns:a16="http://schemas.microsoft.com/office/drawing/2014/main" id="{A10DE3BC-8780-63F0-0D21-B4111C04760F}"/>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CEC649B2-44F4-70DC-079D-39C3F1E25CAF}"/>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4EA91347-F136-0E6F-CDB7-2033AC8D250F}"/>
              </a:ext>
            </a:extLst>
          </p:cNvPr>
          <p:cNvSpPr/>
          <p:nvPr/>
        </p:nvSpPr>
        <p:spPr>
          <a:xfrm>
            <a:off x="3092941" y="2537113"/>
            <a:ext cx="41389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SIV</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7B117AB8-420E-4912-DC0B-13D786A2B732}"/>
              </a:ext>
            </a:extLst>
          </p:cNvPr>
          <p:cNvSpPr txBox="1"/>
          <p:nvPr>
            <p:custDataLst>
              <p:tags r:id="rId3"/>
            </p:custDataLst>
          </p:nvPr>
        </p:nvSpPr>
        <p:spPr>
          <a:xfrm>
            <a:off x="2782217" y="2072971"/>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Jun 2026</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2A2805A5-B6A4-2708-BC7E-FC2E0036EA84}"/>
              </a:ext>
            </a:extLst>
          </p:cNvPr>
          <p:cNvSpPr/>
          <p:nvPr>
            <p:custDataLst>
              <p:tags r:id="rId4"/>
            </p:custDataLst>
          </p:nvPr>
        </p:nvSpPr>
        <p:spPr bwMode="auto">
          <a:xfrm>
            <a:off x="3312675" y="2246455"/>
            <a:ext cx="2542602"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a:t>
            </a:r>
            <a:r>
              <a:rPr lang="en-US" altLang="zh-CN" sz="1067" b="1" err="1">
                <a:solidFill>
                  <a:prstClr val="black"/>
                </a:solidFill>
                <a:ea typeface="等线" panose="02010600030101010101" pitchFamily="2" charset="-122"/>
                <a:cs typeface="Calibri" panose="020F0502020204030204" pitchFamily="34" charset="0"/>
              </a:rPr>
              <a:t>Ib</a:t>
            </a:r>
            <a:r>
              <a:rPr lang="en-US" altLang="zh-CN" sz="1067" b="1">
                <a:solidFill>
                  <a:prstClr val="black"/>
                </a:solidFill>
                <a:ea typeface="等线" panose="02010600030101010101" pitchFamily="2" charset="-122"/>
                <a:cs typeface="Calibri" panose="020F0502020204030204" pitchFamily="34" charset="0"/>
              </a:rPr>
              <a:t>/II, N</a:t>
            </a:r>
            <a:r>
              <a:rPr lang="zh-CN" altLang="en-US" sz="1067" b="1">
                <a:solidFill>
                  <a:prstClr val="black"/>
                </a:solidFill>
                <a:ea typeface="等线" panose="02010600030101010101" pitchFamily="2" charset="-122"/>
                <a:cs typeface="Calibri" panose="020F0502020204030204" pitchFamily="34" charset="0"/>
              </a:rPr>
              <a:t>≈</a:t>
            </a:r>
            <a:r>
              <a:rPr lang="en-US" altLang="zh-CN" sz="1067" b="1">
                <a:solidFill>
                  <a:prstClr val="black"/>
                </a:solidFill>
                <a:ea typeface="等线" panose="02010600030101010101" pitchFamily="2" charset="-122"/>
                <a:cs typeface="Calibri" panose="020F0502020204030204" pitchFamily="34" charset="0"/>
              </a:rPr>
              <a:t>60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8B63BC72-0E4D-521A-8B4C-418AF8BDC222}"/>
              </a:ext>
            </a:extLst>
          </p:cNvPr>
          <p:cNvSpPr/>
          <p:nvPr>
            <p:custDataLst>
              <p:tags r:id="rId5"/>
            </p:custDataLst>
          </p:nvPr>
        </p:nvSpPr>
        <p:spPr bwMode="auto">
          <a:xfrm>
            <a:off x="4072510" y="4305264"/>
            <a:ext cx="1782768"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 </a:t>
            </a:r>
            <a:r>
              <a:rPr lang="en-US" altLang="zh-CN" sz="1067" b="1" err="1">
                <a:solidFill>
                  <a:prstClr val="black"/>
                </a:solidFill>
                <a:ea typeface="等线" panose="02010600030101010101" pitchFamily="2" charset="-122"/>
                <a:cs typeface="Calibri" panose="020F0502020204030204" pitchFamily="34" charset="0"/>
              </a:rPr>
              <a:t>Ib</a:t>
            </a:r>
            <a:r>
              <a:rPr lang="en-US" altLang="zh-CN" sz="1067" b="1">
                <a:solidFill>
                  <a:prstClr val="black"/>
                </a:solidFill>
                <a:ea typeface="等线" panose="02010600030101010101" pitchFamily="2" charset="-122"/>
                <a:cs typeface="Calibri" panose="020F0502020204030204" pitchFamily="34" charset="0"/>
              </a:rPr>
              <a:t>/II, N=5</a:t>
            </a:r>
          </a:p>
        </p:txBody>
      </p:sp>
      <p:sp>
        <p:nvSpPr>
          <p:cNvPr id="254" name="OTLSHAPE_T_e17f3958430f4cff8650518c93c7635e_Shape">
            <a:extLst>
              <a:ext uri="{FF2B5EF4-FFF2-40B4-BE49-F238E27FC236}">
                <a16:creationId xmlns:a16="http://schemas.microsoft.com/office/drawing/2014/main" id="{F6B1C346-520B-1FAE-366C-2509EDD3FF05}"/>
              </a:ext>
            </a:extLst>
          </p:cNvPr>
          <p:cNvSpPr/>
          <p:nvPr>
            <p:custDataLst>
              <p:tags r:id="rId6"/>
            </p:custDataLst>
          </p:nvPr>
        </p:nvSpPr>
        <p:spPr bwMode="auto">
          <a:xfrm>
            <a:off x="3115717" y="4292983"/>
            <a:ext cx="956792"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700" b="1">
                <a:solidFill>
                  <a:srgbClr val="000000"/>
                </a:solidFill>
                <a:ea typeface="等线" panose="02010600030101010101" pitchFamily="2" charset="-122"/>
                <a:cs typeface="Calibri" panose="020F0502020204030204" pitchFamily="34" charset="0"/>
              </a:rPr>
              <a:t>CTA Review + EC + HGRAC + 1</a:t>
            </a:r>
            <a:r>
              <a:rPr lang="en-US" altLang="zh-CN" sz="700" b="1" baseline="30000">
                <a:solidFill>
                  <a:srgbClr val="000000"/>
                </a:solidFill>
                <a:ea typeface="等线" panose="02010600030101010101" pitchFamily="2" charset="-122"/>
                <a:cs typeface="Calibri" panose="020F0502020204030204" pitchFamily="34" charset="0"/>
              </a:rPr>
              <a:t>st</a:t>
            </a:r>
            <a:r>
              <a:rPr lang="en-US" altLang="zh-CN" sz="700" b="1">
                <a:solidFill>
                  <a:srgbClr val="000000"/>
                </a:solidFill>
                <a:ea typeface="等线" panose="02010600030101010101" pitchFamily="2" charset="-122"/>
                <a:cs typeface="Calibri" panose="020F0502020204030204" pitchFamily="34" charset="0"/>
              </a:rPr>
              <a:t> SIV</a:t>
            </a:r>
            <a:endParaRPr lang="zh-CN" altLang="en-US" sz="700" b="1">
              <a:solidFill>
                <a:srgbClr val="000000"/>
              </a:solidFill>
              <a:ea typeface="等线" panose="02010600030101010101" pitchFamily="2" charset="-122"/>
              <a:cs typeface="Calibri" panose="020F0502020204030204" pitchFamily="34" charset="0"/>
            </a:endParaRPr>
          </a:p>
        </p:txBody>
      </p:sp>
      <p:grpSp>
        <p:nvGrpSpPr>
          <p:cNvPr id="16" name="Group 15">
            <a:extLst>
              <a:ext uri="{FF2B5EF4-FFF2-40B4-BE49-F238E27FC236}">
                <a16:creationId xmlns:a16="http://schemas.microsoft.com/office/drawing/2014/main" id="{A4BBEF1E-6CDC-0451-A610-0F7FC823C74F}"/>
              </a:ext>
            </a:extLst>
          </p:cNvPr>
          <p:cNvGrpSpPr/>
          <p:nvPr/>
        </p:nvGrpSpPr>
        <p:grpSpPr>
          <a:xfrm>
            <a:off x="2830205" y="4111360"/>
            <a:ext cx="1065648" cy="694990"/>
            <a:chOff x="2277229" y="4069843"/>
            <a:chExt cx="946059" cy="694990"/>
          </a:xfrm>
        </p:grpSpPr>
        <p:sp>
          <p:nvSpPr>
            <p:cNvPr id="255" name="OTLSHAPE_T_e17f3958430f4cff8650518c93c7635e_StartDate">
              <a:extLst>
                <a:ext uri="{FF2B5EF4-FFF2-40B4-BE49-F238E27FC236}">
                  <a16:creationId xmlns:a16="http://schemas.microsoft.com/office/drawing/2014/main" id="{C7D11D24-5E25-0F74-037C-66B7EA2A2A08}"/>
                </a:ext>
              </a:extLst>
            </p:cNvPr>
            <p:cNvSpPr txBox="1"/>
            <p:nvPr>
              <p:custDataLst>
                <p:tags r:id="rId16"/>
              </p:custDataLst>
            </p:nvPr>
          </p:nvSpPr>
          <p:spPr>
            <a:xfrm>
              <a:off x="2277229" y="4069843"/>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 May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25EF5C85-8E9D-7B23-B4C7-BE2AFBFB707F}"/>
                </a:ext>
              </a:extLst>
            </p:cNvPr>
            <p:cNvSpPr/>
            <p:nvPr>
              <p:custDataLst>
                <p:tags r:id="rId17"/>
              </p:custDataLst>
            </p:nvPr>
          </p:nvSpPr>
          <p:spPr bwMode="auto">
            <a:xfrm rot="16200000">
              <a:off x="2513765" y="449910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24682D4A-6A6C-863A-39E9-EFB29F6B8992}"/>
                </a:ext>
              </a:extLst>
            </p:cNvPr>
            <p:cNvSpPr txBox="1"/>
            <p:nvPr>
              <p:custDataLst>
                <p:tags r:id="rId18"/>
              </p:custDataLst>
            </p:nvPr>
          </p:nvSpPr>
          <p:spPr>
            <a:xfrm>
              <a:off x="2295087" y="4600621"/>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grpSp>
      <p:sp>
        <p:nvSpPr>
          <p:cNvPr id="273" name="Star: 4 Points 143">
            <a:extLst>
              <a:ext uri="{FF2B5EF4-FFF2-40B4-BE49-F238E27FC236}">
                <a16:creationId xmlns:a16="http://schemas.microsoft.com/office/drawing/2014/main" id="{C91A64DD-D9CC-924B-44AA-755B5AE3D8EC}"/>
              </a:ext>
            </a:extLst>
          </p:cNvPr>
          <p:cNvSpPr/>
          <p:nvPr/>
        </p:nvSpPr>
        <p:spPr bwMode="auto">
          <a:xfrm>
            <a:off x="3212365" y="243914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5" name="Group 4">
            <a:extLst>
              <a:ext uri="{FF2B5EF4-FFF2-40B4-BE49-F238E27FC236}">
                <a16:creationId xmlns:a16="http://schemas.microsoft.com/office/drawing/2014/main" id="{2491AF85-7161-0859-CB48-F39C45BE892D}"/>
              </a:ext>
            </a:extLst>
          </p:cNvPr>
          <p:cNvGrpSpPr/>
          <p:nvPr/>
        </p:nvGrpSpPr>
        <p:grpSpPr>
          <a:xfrm>
            <a:off x="5359056" y="2060168"/>
            <a:ext cx="911147" cy="720687"/>
            <a:chOff x="6549792" y="2082343"/>
            <a:chExt cx="911147" cy="720687"/>
          </a:xfrm>
        </p:grpSpPr>
        <p:sp>
          <p:nvSpPr>
            <p:cNvPr id="264" name="Rectangle 55">
              <a:extLst>
                <a:ext uri="{FF2B5EF4-FFF2-40B4-BE49-F238E27FC236}">
                  <a16:creationId xmlns:a16="http://schemas.microsoft.com/office/drawing/2014/main" id="{BE68D304-2C81-32CA-5F76-281D221FBEFB}"/>
                </a:ext>
              </a:extLst>
            </p:cNvPr>
            <p:cNvSpPr/>
            <p:nvPr/>
          </p:nvSpPr>
          <p:spPr>
            <a:xfrm>
              <a:off x="6838874" y="2546484"/>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5A0EA28B-C7AE-B297-E705-D3AC79D85FE6}"/>
                </a:ext>
              </a:extLst>
            </p:cNvPr>
            <p:cNvSpPr txBox="1"/>
            <p:nvPr>
              <p:custDataLst>
                <p:tags r:id="rId15"/>
              </p:custDataLst>
            </p:nvPr>
          </p:nvSpPr>
          <p:spPr>
            <a:xfrm>
              <a:off x="6549792" y="208234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C4C0E353-41C1-4B9E-6BF5-866E8642C755}"/>
                </a:ext>
              </a:extLst>
            </p:cNvPr>
            <p:cNvSpPr/>
            <p:nvPr/>
          </p:nvSpPr>
          <p:spPr bwMode="auto">
            <a:xfrm>
              <a:off x="6945374" y="24485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14" name="Group 13">
            <a:extLst>
              <a:ext uri="{FF2B5EF4-FFF2-40B4-BE49-F238E27FC236}">
                <a16:creationId xmlns:a16="http://schemas.microsoft.com/office/drawing/2014/main" id="{C9CCAA7A-9036-D51B-57B4-9A2F3CFD4DD4}"/>
              </a:ext>
            </a:extLst>
          </p:cNvPr>
          <p:cNvGrpSpPr/>
          <p:nvPr/>
        </p:nvGrpSpPr>
        <p:grpSpPr>
          <a:xfrm>
            <a:off x="3755210" y="4118824"/>
            <a:ext cx="910164" cy="722672"/>
            <a:chOff x="3232867" y="4088037"/>
            <a:chExt cx="910164" cy="722672"/>
          </a:xfrm>
        </p:grpSpPr>
        <p:sp>
          <p:nvSpPr>
            <p:cNvPr id="253" name="OTLSHAPE_T_e17f3958430f4cff8650518c93c7635e_StartDate">
              <a:extLst>
                <a:ext uri="{FF2B5EF4-FFF2-40B4-BE49-F238E27FC236}">
                  <a16:creationId xmlns:a16="http://schemas.microsoft.com/office/drawing/2014/main" id="{EDA623F3-1211-821C-22E0-CEF216914E7F}"/>
                </a:ext>
              </a:extLst>
            </p:cNvPr>
            <p:cNvSpPr txBox="1"/>
            <p:nvPr>
              <p:custDataLst>
                <p:tags r:id="rId14"/>
              </p:custDataLst>
            </p:nvPr>
          </p:nvSpPr>
          <p:spPr>
            <a:xfrm>
              <a:off x="3232867" y="4088037"/>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E1C98F16-C490-DDEB-E295-FE9111C247E9}"/>
                </a:ext>
              </a:extLst>
            </p:cNvPr>
            <p:cNvSpPr/>
            <p:nvPr/>
          </p:nvSpPr>
          <p:spPr>
            <a:xfrm>
              <a:off x="3342708" y="4554164"/>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543E50F0-2DFC-6587-A9CA-C3038FFD7095}"/>
                </a:ext>
              </a:extLst>
            </p:cNvPr>
            <p:cNvSpPr/>
            <p:nvPr/>
          </p:nvSpPr>
          <p:spPr bwMode="auto">
            <a:xfrm>
              <a:off x="3472617" y="44679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310" name="文本框 160">
            <a:extLst>
              <a:ext uri="{FF2B5EF4-FFF2-40B4-BE49-F238E27FC236}">
                <a16:creationId xmlns:a16="http://schemas.microsoft.com/office/drawing/2014/main" id="{61D2A0C3-DF9F-05BB-F4C7-E7F63A00C852}"/>
              </a:ext>
            </a:extLst>
          </p:cNvPr>
          <p:cNvSpPr txBox="1"/>
          <p:nvPr/>
        </p:nvSpPr>
        <p:spPr>
          <a:xfrm>
            <a:off x="7225024" y="2811407"/>
            <a:ext cx="4269685" cy="689764"/>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067" i="1">
                <a:cs typeface="Calibri" panose="020F0502020204030204" pitchFamily="34" charset="0"/>
              </a:rPr>
              <a:t>The contract between </a:t>
            </a:r>
            <a:r>
              <a:rPr lang="en-US" altLang="zh-CN" sz="1067" i="1" err="1">
                <a:cs typeface="Calibri" panose="020F0502020204030204" pitchFamily="34" charset="0"/>
              </a:rPr>
              <a:t>BioNtech</a:t>
            </a:r>
            <a:r>
              <a:rPr lang="en-US" altLang="zh-CN" sz="1067" i="1">
                <a:cs typeface="Calibri" panose="020F0502020204030204" pitchFamily="34" charset="0"/>
              </a:rPr>
              <a:t> and BI has been signed on 27 Mar. </a:t>
            </a:r>
          </a:p>
          <a:p>
            <a:pPr marL="95998" indent="-95998" defTabSz="1219170">
              <a:spcAft>
                <a:spcPts val="267"/>
              </a:spcAft>
              <a:buFont typeface="Arial" panose="020B0604020202020204" pitchFamily="34" charset="0"/>
              <a:buChar char="•"/>
              <a:defRPr/>
            </a:pPr>
            <a:r>
              <a:rPr lang="en-US" altLang="zh-CN" sz="1067" i="1">
                <a:cs typeface="Calibri" panose="020F0502020204030204" pitchFamily="34" charset="0"/>
              </a:rPr>
              <a:t>Submitted US IND on 3 Apr 2026.</a:t>
            </a:r>
          </a:p>
        </p:txBody>
      </p:sp>
      <p:sp>
        <p:nvSpPr>
          <p:cNvPr id="312" name="文本框 160">
            <a:extLst>
              <a:ext uri="{FF2B5EF4-FFF2-40B4-BE49-F238E27FC236}">
                <a16:creationId xmlns:a16="http://schemas.microsoft.com/office/drawing/2014/main" id="{01DC7F18-5E73-52DE-4559-A12A0C7AD38C}"/>
              </a:ext>
            </a:extLst>
          </p:cNvPr>
          <p:cNvSpPr txBox="1"/>
          <p:nvPr/>
        </p:nvSpPr>
        <p:spPr>
          <a:xfrm>
            <a:off x="7225024" y="4696626"/>
            <a:ext cx="4269691" cy="508082"/>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067" i="1">
                <a:cs typeface="Calibri" panose="020F0502020204030204" pitchFamily="34" charset="0"/>
              </a:rPr>
              <a:t>CTA will be submitted in mid-late May 2026, TBD by </a:t>
            </a:r>
            <a:r>
              <a:rPr lang="en-US" altLang="zh-CN" sz="1067" i="1" err="1">
                <a:cs typeface="Calibri" panose="020F0502020204030204" pitchFamily="34" charset="0"/>
              </a:rPr>
              <a:t>BioNtech</a:t>
            </a:r>
            <a:r>
              <a:rPr lang="en-US" altLang="zh-CN" sz="1067" i="1">
                <a:cs typeface="Calibri" panose="020F0502020204030204" pitchFamily="34" charset="0"/>
              </a:rPr>
              <a:t>.</a:t>
            </a:r>
          </a:p>
          <a:p>
            <a:pPr marL="95998" indent="-95998" defTabSz="1219170">
              <a:spcAft>
                <a:spcPts val="267"/>
              </a:spcAft>
              <a:buFont typeface="Arial" panose="020B0604020202020204" pitchFamily="34" charset="0"/>
              <a:buChar char="•"/>
              <a:defRPr/>
            </a:pPr>
            <a:r>
              <a:rPr lang="en-US" altLang="zh-CN" sz="1067" i="1" err="1">
                <a:cs typeface="Calibri" panose="020F0502020204030204" pitchFamily="34" charset="0"/>
              </a:rPr>
              <a:t>Prof.Lu</a:t>
            </a:r>
            <a:r>
              <a:rPr lang="en-US" altLang="zh-CN" sz="1067" i="1">
                <a:cs typeface="Calibri" panose="020F0502020204030204" pitchFamily="34" charset="0"/>
              </a:rPr>
              <a:t> agreed to be national leading PI.</a:t>
            </a:r>
          </a:p>
        </p:txBody>
      </p:sp>
      <p:sp>
        <p:nvSpPr>
          <p:cNvPr id="3" name="OTLSHAPE_T_e17f3958430f4cff8650518c93c7635e_Shape">
            <a:extLst>
              <a:ext uri="{FF2B5EF4-FFF2-40B4-BE49-F238E27FC236}">
                <a16:creationId xmlns:a16="http://schemas.microsoft.com/office/drawing/2014/main" id="{D2C54F1F-FE73-D8EB-19EA-60F498B4CE18}"/>
              </a:ext>
            </a:extLst>
          </p:cNvPr>
          <p:cNvSpPr/>
          <p:nvPr>
            <p:custDataLst>
              <p:tags r:id="rId7"/>
            </p:custDataLst>
          </p:nvPr>
        </p:nvSpPr>
        <p:spPr bwMode="auto">
          <a:xfrm>
            <a:off x="2664206" y="4292629"/>
            <a:ext cx="451509" cy="288000"/>
          </a:xfrm>
          <a:prstGeom prst="roundRect">
            <a:avLst/>
          </a:prstGeom>
          <a:solidFill>
            <a:srgbClr val="86251B">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600" b="1">
                <a:solidFill>
                  <a:prstClr val="black"/>
                </a:solidFill>
                <a:ea typeface="等线" panose="02010600030101010101" pitchFamily="2" charset="-122"/>
                <a:cs typeface="Calibri" panose="020F0502020204030204" pitchFamily="34" charset="0"/>
              </a:rPr>
              <a:t>CTA Prep.</a:t>
            </a:r>
          </a:p>
        </p:txBody>
      </p:sp>
      <p:grpSp>
        <p:nvGrpSpPr>
          <p:cNvPr id="17" name="Group 16">
            <a:extLst>
              <a:ext uri="{FF2B5EF4-FFF2-40B4-BE49-F238E27FC236}">
                <a16:creationId xmlns:a16="http://schemas.microsoft.com/office/drawing/2014/main" id="{059DB486-804E-1705-413B-CCDB1AA027BC}"/>
              </a:ext>
            </a:extLst>
          </p:cNvPr>
          <p:cNvGrpSpPr/>
          <p:nvPr/>
        </p:nvGrpSpPr>
        <p:grpSpPr>
          <a:xfrm>
            <a:off x="2250324" y="4110929"/>
            <a:ext cx="660859" cy="653136"/>
            <a:chOff x="2266077" y="4087095"/>
            <a:chExt cx="682623" cy="653136"/>
          </a:xfrm>
        </p:grpSpPr>
        <p:sp>
          <p:nvSpPr>
            <p:cNvPr id="18" name="OTLSHAPE_T_e17f3958430f4cff8650518c93c7635e_StartDate">
              <a:extLst>
                <a:ext uri="{FF2B5EF4-FFF2-40B4-BE49-F238E27FC236}">
                  <a16:creationId xmlns:a16="http://schemas.microsoft.com/office/drawing/2014/main" id="{1E92903B-2397-5649-9E8C-77988B28E4D2}"/>
                </a:ext>
              </a:extLst>
            </p:cNvPr>
            <p:cNvSpPr txBox="1"/>
            <p:nvPr>
              <p:custDataLst>
                <p:tags r:id="rId11"/>
              </p:custDataLst>
            </p:nvPr>
          </p:nvSpPr>
          <p:spPr>
            <a:xfrm>
              <a:off x="2266077" y="4087095"/>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9" name="OTLSHAPE_M_39ea6ebc19a94c9fab6ef5006c31df58_Shape">
              <a:extLst>
                <a:ext uri="{FF2B5EF4-FFF2-40B4-BE49-F238E27FC236}">
                  <a16:creationId xmlns:a16="http://schemas.microsoft.com/office/drawing/2014/main" id="{A8316D71-BA8C-DD03-9086-25A360A45E2B}"/>
                </a:ext>
              </a:extLst>
            </p:cNvPr>
            <p:cNvSpPr/>
            <p:nvPr>
              <p:custDataLst>
                <p:tags r:id="rId12"/>
              </p:custDataLst>
            </p:nvPr>
          </p:nvSpPr>
          <p:spPr bwMode="auto">
            <a:xfrm rot="16200000">
              <a:off x="2692442" y="4498629"/>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0" name="OTLSHAPE_M_39ea6ebc19a94c9fab6ef5006c31df58_Title">
              <a:extLst>
                <a:ext uri="{FF2B5EF4-FFF2-40B4-BE49-F238E27FC236}">
                  <a16:creationId xmlns:a16="http://schemas.microsoft.com/office/drawing/2014/main" id="{8900A43B-09C0-2B32-2543-B3B9EF9123AF}"/>
                </a:ext>
              </a:extLst>
            </p:cNvPr>
            <p:cNvSpPr txBox="1"/>
            <p:nvPr>
              <p:custDataLst>
                <p:tags r:id="rId13"/>
              </p:custDataLst>
            </p:nvPr>
          </p:nvSpPr>
          <p:spPr>
            <a:xfrm>
              <a:off x="2499745" y="4617120"/>
              <a:ext cx="396130" cy="123111"/>
            </a:xfrm>
            <a:prstGeom prst="rect">
              <a:avLst/>
            </a:prstGeom>
            <a:noFill/>
          </p:spPr>
          <p:txBody>
            <a:bodyPr vert="horz" wrap="square" lIns="0" tIns="0" rIns="0" bIns="0" rtlCol="0" anchor="ctr" anchorCtr="0">
              <a:spAutoFit/>
            </a:bodyPr>
            <a:lstStyle/>
            <a:p>
              <a:pPr defTabSz="1219108">
                <a:defRPr/>
              </a:pPr>
              <a:r>
                <a:rPr lang="en-US" altLang="zh-CN" sz="400" b="1">
                  <a:solidFill>
                    <a:srgbClr val="44546A"/>
                  </a:solidFill>
                  <a:ea typeface="等线" panose="02010600030101010101" pitchFamily="2" charset="-122"/>
                  <a:cs typeface="Calibri" panose="020F0502020204030204" pitchFamily="34" charset="0"/>
                </a:rPr>
                <a:t>Frontloading </a:t>
              </a:r>
            </a:p>
            <a:p>
              <a:pPr defTabSz="1219108">
                <a:defRPr/>
              </a:pPr>
              <a:r>
                <a:rPr lang="en-US" altLang="zh-CN" sz="400" b="1">
                  <a:solidFill>
                    <a:srgbClr val="44546A"/>
                  </a:solidFill>
                  <a:ea typeface="等线" panose="02010600030101010101" pitchFamily="2" charset="-122"/>
                  <a:cs typeface="Calibri" panose="020F0502020204030204" pitchFamily="34" charset="0"/>
                </a:rPr>
                <a:t>preparation </a:t>
              </a:r>
              <a:endParaRPr lang="zh-CN" altLang="en-US" sz="400" b="1">
                <a:solidFill>
                  <a:srgbClr val="44546A"/>
                </a:solidFill>
                <a:ea typeface="等线" panose="02010600030101010101" pitchFamily="2" charset="-122"/>
                <a:cs typeface="Calibri" panose="020F0502020204030204" pitchFamily="34" charset="0"/>
              </a:endParaRPr>
            </a:p>
          </p:txBody>
        </p:sp>
      </p:grpSp>
      <p:grpSp>
        <p:nvGrpSpPr>
          <p:cNvPr id="22" name="Group 21">
            <a:extLst>
              <a:ext uri="{FF2B5EF4-FFF2-40B4-BE49-F238E27FC236}">
                <a16:creationId xmlns:a16="http://schemas.microsoft.com/office/drawing/2014/main" id="{0B7169A1-1192-BC57-D6EF-9E77438D2C64}"/>
              </a:ext>
            </a:extLst>
          </p:cNvPr>
          <p:cNvGrpSpPr/>
          <p:nvPr/>
        </p:nvGrpSpPr>
        <p:grpSpPr>
          <a:xfrm>
            <a:off x="1953925" y="2034412"/>
            <a:ext cx="1217000" cy="769129"/>
            <a:chOff x="6433532" y="4126731"/>
            <a:chExt cx="1217000" cy="769129"/>
          </a:xfrm>
        </p:grpSpPr>
        <p:sp>
          <p:nvSpPr>
            <p:cNvPr id="23" name="Rectangle 100">
              <a:extLst>
                <a:ext uri="{FF2B5EF4-FFF2-40B4-BE49-F238E27FC236}">
                  <a16:creationId xmlns:a16="http://schemas.microsoft.com/office/drawing/2014/main" id="{AE29A99A-081F-029F-8A3C-6CBAA15A8266}"/>
                </a:ext>
              </a:extLst>
            </p:cNvPr>
            <p:cNvSpPr/>
            <p:nvPr/>
          </p:nvSpPr>
          <p:spPr>
            <a:xfrm>
              <a:off x="6496787" y="4126731"/>
              <a:ext cx="1000595"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20 Jan 2026</a:t>
              </a:r>
              <a:endParaRPr lang="en-US" altLang="zh-CN" sz="1067" b="1">
                <a:solidFill>
                  <a:srgbClr val="44546A"/>
                </a:solidFill>
                <a:ea typeface="等线" panose="02010600030101010101" pitchFamily="2" charset="-122"/>
                <a:cs typeface="Calibri" panose="020F0502020204030204" pitchFamily="34" charset="0"/>
              </a:endParaRPr>
            </a:p>
          </p:txBody>
        </p:sp>
        <p:sp>
          <p:nvSpPr>
            <p:cNvPr id="24" name="Rectangle 55">
              <a:extLst>
                <a:ext uri="{FF2B5EF4-FFF2-40B4-BE49-F238E27FC236}">
                  <a16:creationId xmlns:a16="http://schemas.microsoft.com/office/drawing/2014/main" id="{9B81D93E-C062-B16C-0058-2222CB7DD645}"/>
                </a:ext>
              </a:extLst>
            </p:cNvPr>
            <p:cNvSpPr/>
            <p:nvPr/>
          </p:nvSpPr>
          <p:spPr>
            <a:xfrm>
              <a:off x="6433532" y="4639315"/>
              <a:ext cx="1217000"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FDA interaction</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 name="五角星 55">
              <a:extLst>
                <a:ext uri="{FF2B5EF4-FFF2-40B4-BE49-F238E27FC236}">
                  <a16:creationId xmlns:a16="http://schemas.microsoft.com/office/drawing/2014/main" id="{A9123593-11BF-0628-1ED7-59F9F6D7F076}"/>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grpSp>
        <p:nvGrpSpPr>
          <p:cNvPr id="21" name="Group 62">
            <a:extLst>
              <a:ext uri="{FF2B5EF4-FFF2-40B4-BE49-F238E27FC236}">
                <a16:creationId xmlns:a16="http://schemas.microsoft.com/office/drawing/2014/main" id="{F69417C7-FD78-CFD8-F5AA-877CF25B3761}"/>
              </a:ext>
            </a:extLst>
          </p:cNvPr>
          <p:cNvGrpSpPr/>
          <p:nvPr/>
        </p:nvGrpSpPr>
        <p:grpSpPr>
          <a:xfrm>
            <a:off x="2696006" y="661117"/>
            <a:ext cx="546747" cy="6219915"/>
            <a:chOff x="515155" y="1005746"/>
            <a:chExt cx="546747" cy="4664935"/>
          </a:xfrm>
        </p:grpSpPr>
        <p:cxnSp>
          <p:nvCxnSpPr>
            <p:cNvPr id="228" name="Straight Connector 63">
              <a:extLst>
                <a:ext uri="{FF2B5EF4-FFF2-40B4-BE49-F238E27FC236}">
                  <a16:creationId xmlns:a16="http://schemas.microsoft.com/office/drawing/2014/main" id="{ECC1E6AD-AEED-C034-F9D7-44E18C3B9896}"/>
                </a:ext>
              </a:extLst>
            </p:cNvPr>
            <p:cNvCxnSpPr>
              <a:cxnSpLocks/>
            </p:cNvCxnSpPr>
            <p:nvPr/>
          </p:nvCxnSpPr>
          <p:spPr bwMode="auto">
            <a:xfrm flipV="1">
              <a:off x="823180" y="1350143"/>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29" name="OTLSHAPE_T_e17f3958430f4cff8650518c93c7635e_StartDate">
              <a:extLst>
                <a:ext uri="{FF2B5EF4-FFF2-40B4-BE49-F238E27FC236}">
                  <a16:creationId xmlns:a16="http://schemas.microsoft.com/office/drawing/2014/main" id="{E9F35C67-2954-9C9B-D00A-7D4CB613502D}"/>
                </a:ext>
              </a:extLst>
            </p:cNvPr>
            <p:cNvSpPr txBox="1"/>
            <p:nvPr>
              <p:custDataLst>
                <p:tags r:id="rId10"/>
              </p:custDataLst>
            </p:nvPr>
          </p:nvSpPr>
          <p:spPr>
            <a:xfrm>
              <a:off x="515155" y="1005746"/>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
        <p:nvSpPr>
          <p:cNvPr id="13" name="TextBox 64">
            <a:extLst>
              <a:ext uri="{FF2B5EF4-FFF2-40B4-BE49-F238E27FC236}">
                <a16:creationId xmlns:a16="http://schemas.microsoft.com/office/drawing/2014/main" id="{3CB49CBC-F8D5-7B30-2083-F28DF025D79B}"/>
              </a:ext>
            </a:extLst>
          </p:cNvPr>
          <p:cNvSpPr txBox="1"/>
          <p:nvPr/>
        </p:nvSpPr>
        <p:spPr>
          <a:xfrm>
            <a:off x="33180" y="4509743"/>
            <a:ext cx="945340"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 </a:t>
            </a:r>
            <a:r>
              <a:rPr lang="en-US" sz="1067" b="1" err="1">
                <a:solidFill>
                  <a:srgbClr val="08312A"/>
                </a:solidFill>
                <a:cs typeface="Calibri" panose="020F0502020204030204" pitchFamily="34" charset="0"/>
              </a:rPr>
              <a:t>Ib</a:t>
            </a:r>
            <a:r>
              <a:rPr lang="en-US" sz="1067" b="1">
                <a:solidFill>
                  <a:srgbClr val="08312A"/>
                </a:solidFill>
                <a:cs typeface="Calibri" panose="020F0502020204030204" pitchFamily="34" charset="0"/>
              </a:rPr>
              <a:t>/II-</a:t>
            </a:r>
          </a:p>
          <a:p>
            <a:pPr algn="ctr" defTabSz="914377">
              <a:defRPr/>
            </a:pPr>
            <a:r>
              <a:rPr lang="en-US" altLang="zh-CN" sz="1067" b="1">
                <a:solidFill>
                  <a:srgbClr val="08312A"/>
                </a:solidFill>
                <a:cs typeface="Calibri" panose="020F0502020204030204" pitchFamily="34" charset="0"/>
              </a:rPr>
              <a:t>1438-0035</a:t>
            </a:r>
          </a:p>
          <a:p>
            <a:pPr algn="ctr" defTabSz="914377">
              <a:defRPr/>
            </a:pPr>
            <a:r>
              <a:rPr lang="en-US" sz="1067" b="1">
                <a:solidFill>
                  <a:srgbClr val="08312A"/>
                </a:solidFill>
                <a:cs typeface="Calibri" panose="020F0502020204030204" pitchFamily="34" charset="0"/>
              </a:rPr>
              <a:t>BOND</a:t>
            </a:r>
          </a:p>
        </p:txBody>
      </p:sp>
      <p:grpSp>
        <p:nvGrpSpPr>
          <p:cNvPr id="15" name="Group 14">
            <a:extLst>
              <a:ext uri="{FF2B5EF4-FFF2-40B4-BE49-F238E27FC236}">
                <a16:creationId xmlns:a16="http://schemas.microsoft.com/office/drawing/2014/main" id="{4DEAF411-DA44-4C47-50E2-EE43751AB77C}"/>
              </a:ext>
            </a:extLst>
          </p:cNvPr>
          <p:cNvGrpSpPr/>
          <p:nvPr/>
        </p:nvGrpSpPr>
        <p:grpSpPr>
          <a:xfrm>
            <a:off x="5359056" y="4118824"/>
            <a:ext cx="911147" cy="771260"/>
            <a:chOff x="6549792" y="2082343"/>
            <a:chExt cx="911147" cy="771260"/>
          </a:xfrm>
        </p:grpSpPr>
        <p:sp>
          <p:nvSpPr>
            <p:cNvPr id="230" name="Rectangle 55">
              <a:extLst>
                <a:ext uri="{FF2B5EF4-FFF2-40B4-BE49-F238E27FC236}">
                  <a16:creationId xmlns:a16="http://schemas.microsoft.com/office/drawing/2014/main" id="{E4927899-0C1B-2CBA-51B5-CDA38D789F94}"/>
                </a:ext>
              </a:extLst>
            </p:cNvPr>
            <p:cNvSpPr/>
            <p:nvPr/>
          </p:nvSpPr>
          <p:spPr>
            <a:xfrm>
              <a:off x="6838696" y="2597057"/>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31" name="OTLSHAPE_T_e17f3958430f4cff8650518c93c7635e_StartDate">
              <a:extLst>
                <a:ext uri="{FF2B5EF4-FFF2-40B4-BE49-F238E27FC236}">
                  <a16:creationId xmlns:a16="http://schemas.microsoft.com/office/drawing/2014/main" id="{D117FF4B-0E2C-E184-1AF6-D32CCC9BF2AC}"/>
                </a:ext>
              </a:extLst>
            </p:cNvPr>
            <p:cNvSpPr txBox="1"/>
            <p:nvPr>
              <p:custDataLst>
                <p:tags r:id="rId9"/>
              </p:custDataLst>
            </p:nvPr>
          </p:nvSpPr>
          <p:spPr>
            <a:xfrm>
              <a:off x="6549792" y="208234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32" name="Star: 4 Points 143">
              <a:extLst>
                <a:ext uri="{FF2B5EF4-FFF2-40B4-BE49-F238E27FC236}">
                  <a16:creationId xmlns:a16="http://schemas.microsoft.com/office/drawing/2014/main" id="{C7E95171-F0E9-EA02-817B-B18E7F6C6BC5}"/>
                </a:ext>
              </a:extLst>
            </p:cNvPr>
            <p:cNvSpPr/>
            <p:nvPr/>
          </p:nvSpPr>
          <p:spPr bwMode="auto">
            <a:xfrm>
              <a:off x="6945374" y="24485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4" name="Group 3">
            <a:extLst>
              <a:ext uri="{FF2B5EF4-FFF2-40B4-BE49-F238E27FC236}">
                <a16:creationId xmlns:a16="http://schemas.microsoft.com/office/drawing/2014/main" id="{743A72A9-571F-C2E1-BBA4-1EAEE7F0CAF8}"/>
              </a:ext>
            </a:extLst>
          </p:cNvPr>
          <p:cNvGrpSpPr/>
          <p:nvPr/>
        </p:nvGrpSpPr>
        <p:grpSpPr>
          <a:xfrm>
            <a:off x="2153623" y="2830381"/>
            <a:ext cx="1032655" cy="651576"/>
            <a:chOff x="2153623" y="2830381"/>
            <a:chExt cx="1032655" cy="651576"/>
          </a:xfrm>
        </p:grpSpPr>
        <p:grpSp>
          <p:nvGrpSpPr>
            <p:cNvPr id="7" name="Group 6">
              <a:extLst>
                <a:ext uri="{FF2B5EF4-FFF2-40B4-BE49-F238E27FC236}">
                  <a16:creationId xmlns:a16="http://schemas.microsoft.com/office/drawing/2014/main" id="{0DDE3B7C-C45E-0AA9-F162-E32C66D9095F}"/>
                </a:ext>
              </a:extLst>
            </p:cNvPr>
            <p:cNvGrpSpPr/>
            <p:nvPr/>
          </p:nvGrpSpPr>
          <p:grpSpPr>
            <a:xfrm>
              <a:off x="2153623" y="2830381"/>
              <a:ext cx="1032655" cy="651576"/>
              <a:chOff x="6480166" y="4244284"/>
              <a:chExt cx="1032655" cy="651576"/>
            </a:xfrm>
          </p:grpSpPr>
          <p:sp>
            <p:nvSpPr>
              <p:cNvPr id="8" name="Rectangle 100">
                <a:extLst>
                  <a:ext uri="{FF2B5EF4-FFF2-40B4-BE49-F238E27FC236}">
                    <a16:creationId xmlns:a16="http://schemas.microsoft.com/office/drawing/2014/main" id="{AA9AE559-943C-9D56-D244-21CF2E456FDA}"/>
                  </a:ext>
                </a:extLst>
              </p:cNvPr>
              <p:cNvSpPr/>
              <p:nvPr/>
            </p:nvSpPr>
            <p:spPr>
              <a:xfrm>
                <a:off x="6480166" y="4244284"/>
                <a:ext cx="1032655"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17 Mar 2026</a:t>
                </a:r>
                <a:endParaRPr lang="en-US" altLang="zh-CN" sz="1067" b="1">
                  <a:solidFill>
                    <a:srgbClr val="44546A"/>
                  </a:solidFill>
                  <a:ea typeface="等线" panose="02010600030101010101" pitchFamily="2" charset="-122"/>
                  <a:cs typeface="Calibri" panose="020F0502020204030204" pitchFamily="34" charset="0"/>
                </a:endParaRPr>
              </a:p>
            </p:txBody>
          </p:sp>
          <p:sp>
            <p:nvSpPr>
              <p:cNvPr id="9" name="Rectangle 55">
                <a:extLst>
                  <a:ext uri="{FF2B5EF4-FFF2-40B4-BE49-F238E27FC236}">
                    <a16:creationId xmlns:a16="http://schemas.microsoft.com/office/drawing/2014/main" id="{BC27542C-33F4-E304-EDD7-3DD76BEADCF0}"/>
                  </a:ext>
                </a:extLst>
              </p:cNvPr>
              <p:cNvSpPr/>
              <p:nvPr/>
            </p:nvSpPr>
            <p:spPr>
              <a:xfrm>
                <a:off x="6647534" y="4639315"/>
                <a:ext cx="788999"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CTP final</a:t>
                </a:r>
                <a:endParaRPr lang="zh-CN" altLang="en-US" sz="1067" b="1">
                  <a:solidFill>
                    <a:srgbClr val="44546A"/>
                  </a:solidFill>
                  <a:ea typeface="等线" panose="02010600030101010101" pitchFamily="2" charset="-122"/>
                  <a:cs typeface="Calibri" panose="020F0502020204030204" pitchFamily="34" charset="0"/>
                </a:endParaRPr>
              </a:p>
            </p:txBody>
          </p:sp>
        </p:grpSp>
        <p:sp>
          <p:nvSpPr>
            <p:cNvPr id="11" name="OTLSHAPE_M_39ea6ebc19a94c9fab6ef5006c31df58_Shape">
              <a:extLst>
                <a:ext uri="{FF2B5EF4-FFF2-40B4-BE49-F238E27FC236}">
                  <a16:creationId xmlns:a16="http://schemas.microsoft.com/office/drawing/2014/main" id="{8C30D7BE-E4DE-0B47-7A46-E89E3D2378C9}"/>
                </a:ext>
              </a:extLst>
            </p:cNvPr>
            <p:cNvSpPr/>
            <p:nvPr>
              <p:custDataLst>
                <p:tags r:id="rId8"/>
              </p:custDataLst>
            </p:nvPr>
          </p:nvSpPr>
          <p:spPr bwMode="auto">
            <a:xfrm rot="16200000">
              <a:off x="2761922" y="3104030"/>
              <a:ext cx="77323" cy="772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grpSp>
    </p:spTree>
    <p:extLst>
      <p:ext uri="{BB962C8B-B14F-4D97-AF65-F5344CB8AC3E}">
        <p14:creationId xmlns:p14="http://schemas.microsoft.com/office/powerpoint/2010/main" val="1274759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EEF26-788C-21E5-2AF1-83FD02B5D188}"/>
            </a:ext>
          </a:extLst>
        </p:cNvPr>
        <p:cNvGrpSpPr/>
        <p:nvPr/>
      </p:nvGrpSpPr>
      <p:grpSpPr>
        <a:xfrm>
          <a:off x="0" y="0"/>
          <a:ext cx="0" cy="0"/>
          <a:chOff x="0" y="0"/>
          <a:chExt cx="0" cy="0"/>
        </a:xfrm>
      </p:grpSpPr>
      <p:sp>
        <p:nvSpPr>
          <p:cNvPr id="31" name="OTLSHAPE_T_5a934a26f311425e8ebaa0f45e6533ad_Shape">
            <a:extLst>
              <a:ext uri="{FF2B5EF4-FFF2-40B4-BE49-F238E27FC236}">
                <a16:creationId xmlns:a16="http://schemas.microsoft.com/office/drawing/2014/main" id="{0A7DD9BD-34FA-107C-4CE0-D16561333238}"/>
              </a:ext>
            </a:extLst>
          </p:cNvPr>
          <p:cNvSpPr/>
          <p:nvPr>
            <p:custDataLst>
              <p:tags r:id="rId1"/>
            </p:custDataLst>
          </p:nvPr>
        </p:nvSpPr>
        <p:spPr bwMode="auto">
          <a:xfrm>
            <a:off x="6370938" y="2254621"/>
            <a:ext cx="1701490"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 name="Title 1">
            <a:extLst>
              <a:ext uri="{FF2B5EF4-FFF2-40B4-BE49-F238E27FC236}">
                <a16:creationId xmlns:a16="http://schemas.microsoft.com/office/drawing/2014/main" id="{F90613EC-53C7-62C4-9FCE-987A1C9E2A2C}"/>
              </a:ext>
            </a:extLst>
          </p:cNvPr>
          <p:cNvSpPr>
            <a:spLocks noGrp="1"/>
          </p:cNvSpPr>
          <p:nvPr>
            <p:ph type="title"/>
          </p:nvPr>
        </p:nvSpPr>
        <p:spPr>
          <a:xfrm>
            <a:off x="156850" y="147417"/>
            <a:ext cx="11233151" cy="720000"/>
          </a:xfrm>
        </p:spPr>
        <p:txBody>
          <a:bodyPr/>
          <a:lstStyle/>
          <a:p>
            <a:r>
              <a:rPr lang="en-US" altLang="zh-CN" sz="2400" i="1">
                <a:solidFill>
                  <a:schemeClr val="tx1"/>
                </a:solidFill>
                <a:latin typeface="+mn-lt"/>
              </a:rPr>
              <a:t>Obrixtamig (DLL3/CD3 </a:t>
            </a:r>
            <a:r>
              <a:rPr lang="en-US" altLang="zh-CN" sz="2400" i="1" err="1">
                <a:solidFill>
                  <a:schemeClr val="tx1"/>
                </a:solidFill>
                <a:latin typeface="+mn-lt"/>
              </a:rPr>
              <a:t>TcE</a:t>
            </a:r>
            <a:r>
              <a:rPr lang="en-US" altLang="zh-CN" sz="2400" i="1">
                <a:solidFill>
                  <a:schemeClr val="tx1"/>
                </a:solidFill>
                <a:latin typeface="+mn-lt"/>
              </a:rPr>
              <a:t>) – 1L/2L SCLC</a:t>
            </a:r>
            <a:r>
              <a:rPr lang="en-US" altLang="zh-CN">
                <a:solidFill>
                  <a:schemeClr val="tx1"/>
                </a:solidFill>
                <a:latin typeface="+mn-lt"/>
              </a:rPr>
              <a:t>(obrix+DLL3-ADC+chemo)</a:t>
            </a:r>
            <a:endParaRPr lang="zh-CN" altLang="en-US">
              <a:solidFill>
                <a:schemeClr val="tx1"/>
              </a:solidFill>
              <a:latin typeface="+mn-lt"/>
            </a:endParaRPr>
          </a:p>
        </p:txBody>
      </p:sp>
      <p:sp>
        <p:nvSpPr>
          <p:cNvPr id="4" name="Text Placeholder 3">
            <a:extLst>
              <a:ext uri="{FF2B5EF4-FFF2-40B4-BE49-F238E27FC236}">
                <a16:creationId xmlns:a16="http://schemas.microsoft.com/office/drawing/2014/main" id="{1B99A600-86E8-6EF2-2B0C-72DDC951DC92}"/>
              </a:ext>
            </a:extLst>
          </p:cNvPr>
          <p:cNvSpPr>
            <a:spLocks noGrp="1"/>
          </p:cNvSpPr>
          <p:nvPr>
            <p:ph type="body" sz="quarter" idx="13"/>
          </p:nvPr>
        </p:nvSpPr>
        <p:spPr/>
        <p:txBody>
          <a:bodyPr/>
          <a:lstStyle/>
          <a:p>
            <a:endParaRPr lang="zh-CN" altLang="en-US"/>
          </a:p>
        </p:txBody>
      </p:sp>
      <p:sp>
        <p:nvSpPr>
          <p:cNvPr id="6" name="Slide Number Placeholder 5">
            <a:extLst>
              <a:ext uri="{FF2B5EF4-FFF2-40B4-BE49-F238E27FC236}">
                <a16:creationId xmlns:a16="http://schemas.microsoft.com/office/drawing/2014/main" id="{0709D6CF-5EF9-CDC0-4DAB-44837ED71A4B}"/>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0E00E8B5-8D5B-5B8A-1CF0-12B5659649AB}"/>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32</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BA19C470-3023-59F7-9B92-1D1C4A3B820A}"/>
              </a:ext>
            </a:extLst>
          </p:cNvPr>
          <p:cNvGraphicFramePr>
            <a:graphicFrameLocks noGrp="1"/>
          </p:cNvGraphicFramePr>
          <p:nvPr/>
        </p:nvGraphicFramePr>
        <p:xfrm>
          <a:off x="1285344" y="1027483"/>
          <a:ext cx="10426660" cy="675640"/>
        </p:xfrm>
        <a:graphic>
          <a:graphicData uri="http://schemas.openxmlformats.org/drawingml/2006/table">
            <a:tbl>
              <a:tblPr firstRow="1" bandRow="1"/>
              <a:tblGrid>
                <a:gridCol w="521333">
                  <a:extLst>
                    <a:ext uri="{9D8B030D-6E8A-4147-A177-3AD203B41FA5}">
                      <a16:colId xmlns:a16="http://schemas.microsoft.com/office/drawing/2014/main" val="2466911814"/>
                    </a:ext>
                  </a:extLst>
                </a:gridCol>
                <a:gridCol w="521333">
                  <a:extLst>
                    <a:ext uri="{9D8B030D-6E8A-4147-A177-3AD203B41FA5}">
                      <a16:colId xmlns:a16="http://schemas.microsoft.com/office/drawing/2014/main" val="3023231563"/>
                    </a:ext>
                  </a:extLst>
                </a:gridCol>
                <a:gridCol w="521333">
                  <a:extLst>
                    <a:ext uri="{9D8B030D-6E8A-4147-A177-3AD203B41FA5}">
                      <a16:colId xmlns:a16="http://schemas.microsoft.com/office/drawing/2014/main" val="3411862845"/>
                    </a:ext>
                  </a:extLst>
                </a:gridCol>
                <a:gridCol w="521333">
                  <a:extLst>
                    <a:ext uri="{9D8B030D-6E8A-4147-A177-3AD203B41FA5}">
                      <a16:colId xmlns:a16="http://schemas.microsoft.com/office/drawing/2014/main" val="2851474774"/>
                    </a:ext>
                  </a:extLst>
                </a:gridCol>
                <a:gridCol w="521333">
                  <a:extLst>
                    <a:ext uri="{9D8B030D-6E8A-4147-A177-3AD203B41FA5}">
                      <a16:colId xmlns:a16="http://schemas.microsoft.com/office/drawing/2014/main" val="107595344"/>
                    </a:ext>
                  </a:extLst>
                </a:gridCol>
                <a:gridCol w="521333">
                  <a:extLst>
                    <a:ext uri="{9D8B030D-6E8A-4147-A177-3AD203B41FA5}">
                      <a16:colId xmlns:a16="http://schemas.microsoft.com/office/drawing/2014/main" val="1666999431"/>
                    </a:ext>
                  </a:extLst>
                </a:gridCol>
                <a:gridCol w="521333">
                  <a:extLst>
                    <a:ext uri="{9D8B030D-6E8A-4147-A177-3AD203B41FA5}">
                      <a16:colId xmlns:a16="http://schemas.microsoft.com/office/drawing/2014/main" val="3696607442"/>
                    </a:ext>
                  </a:extLst>
                </a:gridCol>
                <a:gridCol w="521333">
                  <a:extLst>
                    <a:ext uri="{9D8B030D-6E8A-4147-A177-3AD203B41FA5}">
                      <a16:colId xmlns:a16="http://schemas.microsoft.com/office/drawing/2014/main" val="223989776"/>
                    </a:ext>
                  </a:extLst>
                </a:gridCol>
                <a:gridCol w="521333">
                  <a:extLst>
                    <a:ext uri="{9D8B030D-6E8A-4147-A177-3AD203B41FA5}">
                      <a16:colId xmlns:a16="http://schemas.microsoft.com/office/drawing/2014/main" val="124731204"/>
                    </a:ext>
                  </a:extLst>
                </a:gridCol>
                <a:gridCol w="521333">
                  <a:extLst>
                    <a:ext uri="{9D8B030D-6E8A-4147-A177-3AD203B41FA5}">
                      <a16:colId xmlns:a16="http://schemas.microsoft.com/office/drawing/2014/main" val="3066978585"/>
                    </a:ext>
                  </a:extLst>
                </a:gridCol>
                <a:gridCol w="521333">
                  <a:extLst>
                    <a:ext uri="{9D8B030D-6E8A-4147-A177-3AD203B41FA5}">
                      <a16:colId xmlns:a16="http://schemas.microsoft.com/office/drawing/2014/main" val="1064917641"/>
                    </a:ext>
                  </a:extLst>
                </a:gridCol>
                <a:gridCol w="521333">
                  <a:extLst>
                    <a:ext uri="{9D8B030D-6E8A-4147-A177-3AD203B41FA5}">
                      <a16:colId xmlns:a16="http://schemas.microsoft.com/office/drawing/2014/main" val="4221117315"/>
                    </a:ext>
                  </a:extLst>
                </a:gridCol>
                <a:gridCol w="521333">
                  <a:extLst>
                    <a:ext uri="{9D8B030D-6E8A-4147-A177-3AD203B41FA5}">
                      <a16:colId xmlns:a16="http://schemas.microsoft.com/office/drawing/2014/main" val="3266065341"/>
                    </a:ext>
                  </a:extLst>
                </a:gridCol>
                <a:gridCol w="521333">
                  <a:extLst>
                    <a:ext uri="{9D8B030D-6E8A-4147-A177-3AD203B41FA5}">
                      <a16:colId xmlns:a16="http://schemas.microsoft.com/office/drawing/2014/main" val="2374051224"/>
                    </a:ext>
                  </a:extLst>
                </a:gridCol>
                <a:gridCol w="521333">
                  <a:extLst>
                    <a:ext uri="{9D8B030D-6E8A-4147-A177-3AD203B41FA5}">
                      <a16:colId xmlns:a16="http://schemas.microsoft.com/office/drawing/2014/main" val="1840388365"/>
                    </a:ext>
                  </a:extLst>
                </a:gridCol>
                <a:gridCol w="521333">
                  <a:extLst>
                    <a:ext uri="{9D8B030D-6E8A-4147-A177-3AD203B41FA5}">
                      <a16:colId xmlns:a16="http://schemas.microsoft.com/office/drawing/2014/main" val="267750830"/>
                    </a:ext>
                  </a:extLst>
                </a:gridCol>
                <a:gridCol w="521333">
                  <a:extLst>
                    <a:ext uri="{9D8B030D-6E8A-4147-A177-3AD203B41FA5}">
                      <a16:colId xmlns:a16="http://schemas.microsoft.com/office/drawing/2014/main" val="3966469970"/>
                    </a:ext>
                  </a:extLst>
                </a:gridCol>
                <a:gridCol w="521333">
                  <a:extLst>
                    <a:ext uri="{9D8B030D-6E8A-4147-A177-3AD203B41FA5}">
                      <a16:colId xmlns:a16="http://schemas.microsoft.com/office/drawing/2014/main" val="2522973146"/>
                    </a:ext>
                  </a:extLst>
                </a:gridCol>
                <a:gridCol w="521333">
                  <a:extLst>
                    <a:ext uri="{9D8B030D-6E8A-4147-A177-3AD203B41FA5}">
                      <a16:colId xmlns:a16="http://schemas.microsoft.com/office/drawing/2014/main" val="1291482796"/>
                    </a:ext>
                  </a:extLst>
                </a:gridCol>
                <a:gridCol w="521333">
                  <a:extLst>
                    <a:ext uri="{9D8B030D-6E8A-4147-A177-3AD203B41FA5}">
                      <a16:colId xmlns:a16="http://schemas.microsoft.com/office/drawing/2014/main" val="3671383238"/>
                    </a:ext>
                  </a:extLst>
                </a:gridCol>
              </a:tblGrid>
              <a:tr h="259080">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82D6F5FC-23C7-D5A9-015D-ABE2CC03F52C}"/>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FD51ACB0-13AC-2F4E-9E19-82322BEE655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545C849A-8EE2-F247-AD26-753A579FA8D4}"/>
              </a:ext>
            </a:extLst>
          </p:cNvPr>
          <p:cNvSpPr/>
          <p:nvPr/>
        </p:nvSpPr>
        <p:spPr>
          <a:xfrm rot="5400000">
            <a:off x="11501478" y="1238005"/>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BFD1B5E8-9AAB-69F0-784B-150AEB3B613E}"/>
              </a:ext>
            </a:extLst>
          </p:cNvPr>
          <p:cNvSpPr txBox="1"/>
          <p:nvPr/>
        </p:nvSpPr>
        <p:spPr>
          <a:xfrm>
            <a:off x="31595" y="2220808"/>
            <a:ext cx="945340"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 </a:t>
            </a:r>
            <a:r>
              <a:rPr lang="en-US" sz="1067" b="1" err="1">
                <a:solidFill>
                  <a:srgbClr val="08312A"/>
                </a:solidFill>
                <a:cs typeface="Calibri" panose="020F0502020204030204" pitchFamily="34" charset="0"/>
              </a:rPr>
              <a:t>Ib</a:t>
            </a:r>
            <a:r>
              <a:rPr lang="en-US" sz="1067" b="1">
                <a:solidFill>
                  <a:srgbClr val="08312A"/>
                </a:solidFill>
                <a:cs typeface="Calibri" panose="020F0502020204030204" pitchFamily="34" charset="0"/>
              </a:rPr>
              <a:t>/II-</a:t>
            </a:r>
          </a:p>
          <a:p>
            <a:pPr algn="ctr" defTabSz="914377">
              <a:defRPr/>
            </a:pPr>
            <a:r>
              <a:rPr lang="en-US" altLang="zh-CN" sz="1067" b="1">
                <a:solidFill>
                  <a:srgbClr val="08312A"/>
                </a:solidFill>
                <a:cs typeface="Calibri" panose="020F0502020204030204" pitchFamily="34" charset="0"/>
              </a:rPr>
              <a:t>1438-0036</a:t>
            </a:r>
          </a:p>
          <a:p>
            <a:pPr algn="ctr" defTabSz="914377">
              <a:defRPr/>
            </a:pPr>
            <a:r>
              <a:rPr lang="en-US" sz="1067" b="1">
                <a:solidFill>
                  <a:srgbClr val="08312A"/>
                </a:solidFill>
                <a:cs typeface="Calibri" panose="020F0502020204030204" pitchFamily="34" charset="0"/>
              </a:rPr>
              <a:t>Zorro</a:t>
            </a:r>
          </a:p>
        </p:txBody>
      </p:sp>
      <p:pic>
        <p:nvPicPr>
          <p:cNvPr id="246" name="Picture 4">
            <a:extLst>
              <a:ext uri="{FF2B5EF4-FFF2-40B4-BE49-F238E27FC236}">
                <a16:creationId xmlns:a16="http://schemas.microsoft.com/office/drawing/2014/main" id="{CAA82E7B-92D8-9640-A4F1-513E84A2B8B6}"/>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85FCBF9-D07F-6EC7-B834-9969579921ED}"/>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F39B3112-B8C9-F1AB-64D2-F58E71687312}"/>
              </a:ext>
            </a:extLst>
          </p:cNvPr>
          <p:cNvSpPr/>
          <p:nvPr/>
        </p:nvSpPr>
        <p:spPr>
          <a:xfrm>
            <a:off x="3603941" y="2537113"/>
            <a:ext cx="41389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SIV</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235B9603-8C88-EDA0-EDDE-8AE25B23FF87}"/>
              </a:ext>
            </a:extLst>
          </p:cNvPr>
          <p:cNvSpPr txBox="1"/>
          <p:nvPr>
            <p:custDataLst>
              <p:tags r:id="rId2"/>
            </p:custDataLst>
          </p:nvPr>
        </p:nvSpPr>
        <p:spPr>
          <a:xfrm>
            <a:off x="3293217" y="2072971"/>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Sep 2026</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7C0BC492-3125-F5EF-7701-E6F1430CED24}"/>
              </a:ext>
            </a:extLst>
          </p:cNvPr>
          <p:cNvSpPr/>
          <p:nvPr>
            <p:custDataLst>
              <p:tags r:id="rId3"/>
            </p:custDataLst>
          </p:nvPr>
        </p:nvSpPr>
        <p:spPr bwMode="auto">
          <a:xfrm>
            <a:off x="3823675" y="2246455"/>
            <a:ext cx="2542602"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a:t>
            </a:r>
            <a:r>
              <a:rPr lang="en-US" altLang="zh-CN" sz="1067" b="1" err="1">
                <a:solidFill>
                  <a:prstClr val="black"/>
                </a:solidFill>
                <a:ea typeface="等线" panose="02010600030101010101" pitchFamily="2" charset="-122"/>
                <a:cs typeface="Calibri" panose="020F0502020204030204" pitchFamily="34" charset="0"/>
              </a:rPr>
              <a:t>Ib</a:t>
            </a:r>
            <a:r>
              <a:rPr lang="en-US" altLang="zh-CN" sz="1067" b="1">
                <a:solidFill>
                  <a:prstClr val="black"/>
                </a:solidFill>
                <a:ea typeface="等线" panose="02010600030101010101" pitchFamily="2" charset="-122"/>
                <a:cs typeface="Calibri" panose="020F0502020204030204" pitchFamily="34" charset="0"/>
              </a:rPr>
              <a:t>/II, N</a:t>
            </a:r>
            <a:r>
              <a:rPr lang="zh-CN" altLang="en-US" sz="1067" b="1">
                <a:solidFill>
                  <a:prstClr val="black"/>
                </a:solidFill>
                <a:ea typeface="等线" panose="02010600030101010101" pitchFamily="2" charset="-122"/>
                <a:cs typeface="Calibri" panose="020F0502020204030204" pitchFamily="34" charset="0"/>
              </a:rPr>
              <a:t>≈</a:t>
            </a:r>
            <a:r>
              <a:rPr lang="en-US" altLang="zh-CN" sz="1067" b="1">
                <a:solidFill>
                  <a:prstClr val="black"/>
                </a:solidFill>
                <a:ea typeface="等线" panose="02010600030101010101" pitchFamily="2" charset="-122"/>
                <a:cs typeface="Calibri" panose="020F0502020204030204" pitchFamily="34" charset="0"/>
              </a:rPr>
              <a:t>60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166C3BDE-DD9A-6D4E-A102-7F04AA9BB3FA}"/>
              </a:ext>
            </a:extLst>
          </p:cNvPr>
          <p:cNvSpPr/>
          <p:nvPr>
            <p:custDataLst>
              <p:tags r:id="rId4"/>
            </p:custDataLst>
          </p:nvPr>
        </p:nvSpPr>
        <p:spPr bwMode="auto">
          <a:xfrm>
            <a:off x="4269629" y="4278458"/>
            <a:ext cx="2112672"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 </a:t>
            </a:r>
            <a:r>
              <a:rPr lang="en-US" altLang="zh-CN" sz="1067" b="1" err="1">
                <a:solidFill>
                  <a:prstClr val="black"/>
                </a:solidFill>
                <a:ea typeface="等线" panose="02010600030101010101" pitchFamily="2" charset="-122"/>
                <a:cs typeface="Calibri" panose="020F0502020204030204" pitchFamily="34" charset="0"/>
              </a:rPr>
              <a:t>Ib</a:t>
            </a:r>
            <a:r>
              <a:rPr lang="en-US" altLang="zh-CN" sz="1067" b="1">
                <a:solidFill>
                  <a:prstClr val="black"/>
                </a:solidFill>
                <a:ea typeface="等线" panose="02010600030101010101" pitchFamily="2" charset="-122"/>
                <a:cs typeface="Calibri" panose="020F0502020204030204" pitchFamily="34" charset="0"/>
              </a:rPr>
              <a:t>/II, N=4</a:t>
            </a:r>
          </a:p>
        </p:txBody>
      </p:sp>
      <p:sp>
        <p:nvSpPr>
          <p:cNvPr id="254" name="OTLSHAPE_T_e17f3958430f4cff8650518c93c7635e_Shape">
            <a:extLst>
              <a:ext uri="{FF2B5EF4-FFF2-40B4-BE49-F238E27FC236}">
                <a16:creationId xmlns:a16="http://schemas.microsoft.com/office/drawing/2014/main" id="{451481E8-1364-247E-B3A1-9C1A9EFF971D}"/>
              </a:ext>
            </a:extLst>
          </p:cNvPr>
          <p:cNvSpPr/>
          <p:nvPr>
            <p:custDataLst>
              <p:tags r:id="rId5"/>
            </p:custDataLst>
          </p:nvPr>
        </p:nvSpPr>
        <p:spPr bwMode="auto">
          <a:xfrm>
            <a:off x="3240084" y="4286995"/>
            <a:ext cx="1022172"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700" b="1">
                <a:solidFill>
                  <a:srgbClr val="000000"/>
                </a:solidFill>
                <a:ea typeface="等线" panose="02010600030101010101" pitchFamily="2" charset="-122"/>
                <a:cs typeface="Calibri" panose="020F0502020204030204" pitchFamily="34" charset="0"/>
              </a:rPr>
              <a:t>CTA Review + EC + HGRAC + 1</a:t>
            </a:r>
            <a:r>
              <a:rPr lang="en-US" altLang="zh-CN" sz="700" b="1" baseline="30000">
                <a:solidFill>
                  <a:srgbClr val="000000"/>
                </a:solidFill>
                <a:ea typeface="等线" panose="02010600030101010101" pitchFamily="2" charset="-122"/>
                <a:cs typeface="Calibri" panose="020F0502020204030204" pitchFamily="34" charset="0"/>
              </a:rPr>
              <a:t>st</a:t>
            </a:r>
            <a:r>
              <a:rPr lang="en-US" altLang="zh-CN" sz="700" b="1">
                <a:solidFill>
                  <a:srgbClr val="000000"/>
                </a:solidFill>
                <a:ea typeface="等线" panose="02010600030101010101" pitchFamily="2" charset="-122"/>
                <a:cs typeface="Calibri" panose="020F0502020204030204" pitchFamily="34" charset="0"/>
              </a:rPr>
              <a:t> SIV</a:t>
            </a:r>
            <a:endParaRPr lang="zh-CN" altLang="en-US" sz="700" b="1">
              <a:solidFill>
                <a:srgbClr val="000000"/>
              </a:solidFill>
              <a:ea typeface="等线" panose="02010600030101010101" pitchFamily="2" charset="-122"/>
              <a:cs typeface="Calibri" panose="020F0502020204030204" pitchFamily="34" charset="0"/>
            </a:endParaRPr>
          </a:p>
        </p:txBody>
      </p:sp>
      <p:grpSp>
        <p:nvGrpSpPr>
          <p:cNvPr id="16" name="Group 15">
            <a:extLst>
              <a:ext uri="{FF2B5EF4-FFF2-40B4-BE49-F238E27FC236}">
                <a16:creationId xmlns:a16="http://schemas.microsoft.com/office/drawing/2014/main" id="{B2DD77FE-B0C1-3FE5-B6F8-926F1EDEFBD7}"/>
              </a:ext>
            </a:extLst>
          </p:cNvPr>
          <p:cNvGrpSpPr/>
          <p:nvPr/>
        </p:nvGrpSpPr>
        <p:grpSpPr>
          <a:xfrm>
            <a:off x="2970048" y="4083500"/>
            <a:ext cx="1065648" cy="694990"/>
            <a:chOff x="2277229" y="4069843"/>
            <a:chExt cx="946059" cy="694990"/>
          </a:xfrm>
        </p:grpSpPr>
        <p:sp>
          <p:nvSpPr>
            <p:cNvPr id="255" name="OTLSHAPE_T_e17f3958430f4cff8650518c93c7635e_StartDate">
              <a:extLst>
                <a:ext uri="{FF2B5EF4-FFF2-40B4-BE49-F238E27FC236}">
                  <a16:creationId xmlns:a16="http://schemas.microsoft.com/office/drawing/2014/main" id="{7D829E0A-3761-733C-880C-F18C5DF78999}"/>
                </a:ext>
              </a:extLst>
            </p:cNvPr>
            <p:cNvSpPr txBox="1"/>
            <p:nvPr>
              <p:custDataLst>
                <p:tags r:id="rId16"/>
              </p:custDataLst>
            </p:nvPr>
          </p:nvSpPr>
          <p:spPr>
            <a:xfrm>
              <a:off x="2277229" y="4069843"/>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 May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05A1B414-608E-894D-79CF-7E8730CCB7A7}"/>
                </a:ext>
              </a:extLst>
            </p:cNvPr>
            <p:cNvSpPr/>
            <p:nvPr>
              <p:custDataLst>
                <p:tags r:id="rId17"/>
              </p:custDataLst>
            </p:nvPr>
          </p:nvSpPr>
          <p:spPr bwMode="auto">
            <a:xfrm rot="16200000">
              <a:off x="2513765" y="449910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6711365C-93EB-5718-E02F-462AF5513A78}"/>
                </a:ext>
              </a:extLst>
            </p:cNvPr>
            <p:cNvSpPr txBox="1"/>
            <p:nvPr>
              <p:custDataLst>
                <p:tags r:id="rId18"/>
              </p:custDataLst>
            </p:nvPr>
          </p:nvSpPr>
          <p:spPr>
            <a:xfrm>
              <a:off x="2295087" y="4600621"/>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grpSp>
      <p:sp>
        <p:nvSpPr>
          <p:cNvPr id="273" name="Star: 4 Points 143">
            <a:extLst>
              <a:ext uri="{FF2B5EF4-FFF2-40B4-BE49-F238E27FC236}">
                <a16:creationId xmlns:a16="http://schemas.microsoft.com/office/drawing/2014/main" id="{49A6F81D-B6B2-2632-1ED6-386C501F29E9}"/>
              </a:ext>
            </a:extLst>
          </p:cNvPr>
          <p:cNvSpPr/>
          <p:nvPr/>
        </p:nvSpPr>
        <p:spPr bwMode="auto">
          <a:xfrm>
            <a:off x="3723365" y="243914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5" name="Group 4">
            <a:extLst>
              <a:ext uri="{FF2B5EF4-FFF2-40B4-BE49-F238E27FC236}">
                <a16:creationId xmlns:a16="http://schemas.microsoft.com/office/drawing/2014/main" id="{085764C6-4190-7D94-800E-751A85154730}"/>
              </a:ext>
            </a:extLst>
          </p:cNvPr>
          <p:cNvGrpSpPr/>
          <p:nvPr/>
        </p:nvGrpSpPr>
        <p:grpSpPr>
          <a:xfrm>
            <a:off x="5870056" y="2060168"/>
            <a:ext cx="911147" cy="720687"/>
            <a:chOff x="6549792" y="2082343"/>
            <a:chExt cx="911147" cy="720687"/>
          </a:xfrm>
        </p:grpSpPr>
        <p:sp>
          <p:nvSpPr>
            <p:cNvPr id="264" name="Rectangle 55">
              <a:extLst>
                <a:ext uri="{FF2B5EF4-FFF2-40B4-BE49-F238E27FC236}">
                  <a16:creationId xmlns:a16="http://schemas.microsoft.com/office/drawing/2014/main" id="{F17EAE43-B6C5-A0E3-F7A4-4B0AAA048187}"/>
                </a:ext>
              </a:extLst>
            </p:cNvPr>
            <p:cNvSpPr/>
            <p:nvPr/>
          </p:nvSpPr>
          <p:spPr>
            <a:xfrm>
              <a:off x="6838874" y="2546484"/>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9A64AD97-CCDF-C75E-613D-7823A1AB3E5A}"/>
                </a:ext>
              </a:extLst>
            </p:cNvPr>
            <p:cNvSpPr txBox="1"/>
            <p:nvPr>
              <p:custDataLst>
                <p:tags r:id="rId15"/>
              </p:custDataLst>
            </p:nvPr>
          </p:nvSpPr>
          <p:spPr>
            <a:xfrm>
              <a:off x="6549792" y="208234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Dec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90C85DE7-B0BA-2005-A79E-4C0A2B97C85D}"/>
                </a:ext>
              </a:extLst>
            </p:cNvPr>
            <p:cNvSpPr/>
            <p:nvPr/>
          </p:nvSpPr>
          <p:spPr bwMode="auto">
            <a:xfrm>
              <a:off x="6945374" y="24485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14" name="Group 13">
            <a:extLst>
              <a:ext uri="{FF2B5EF4-FFF2-40B4-BE49-F238E27FC236}">
                <a16:creationId xmlns:a16="http://schemas.microsoft.com/office/drawing/2014/main" id="{BD1B712F-CBDC-56DF-8F67-642189D4DBC3}"/>
              </a:ext>
            </a:extLst>
          </p:cNvPr>
          <p:cNvGrpSpPr/>
          <p:nvPr/>
        </p:nvGrpSpPr>
        <p:grpSpPr>
          <a:xfrm>
            <a:off x="3931456" y="4108650"/>
            <a:ext cx="910164" cy="722672"/>
            <a:chOff x="3232867" y="4088037"/>
            <a:chExt cx="910164" cy="722672"/>
          </a:xfrm>
        </p:grpSpPr>
        <p:sp>
          <p:nvSpPr>
            <p:cNvPr id="253" name="OTLSHAPE_T_e17f3958430f4cff8650518c93c7635e_StartDate">
              <a:extLst>
                <a:ext uri="{FF2B5EF4-FFF2-40B4-BE49-F238E27FC236}">
                  <a16:creationId xmlns:a16="http://schemas.microsoft.com/office/drawing/2014/main" id="{D6FBC2E4-99FE-7858-8CA0-224F3E1D1775}"/>
                </a:ext>
              </a:extLst>
            </p:cNvPr>
            <p:cNvSpPr txBox="1"/>
            <p:nvPr>
              <p:custDataLst>
                <p:tags r:id="rId14"/>
              </p:custDataLst>
            </p:nvPr>
          </p:nvSpPr>
          <p:spPr>
            <a:xfrm>
              <a:off x="3232867" y="4088037"/>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Nov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D05520BD-523E-6F71-F136-8817DFCE6743}"/>
                </a:ext>
              </a:extLst>
            </p:cNvPr>
            <p:cNvSpPr/>
            <p:nvPr/>
          </p:nvSpPr>
          <p:spPr>
            <a:xfrm>
              <a:off x="3342708" y="4554164"/>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65969696-465D-D3A4-56D1-902CB47FFD58}"/>
                </a:ext>
              </a:extLst>
            </p:cNvPr>
            <p:cNvSpPr/>
            <p:nvPr/>
          </p:nvSpPr>
          <p:spPr bwMode="auto">
            <a:xfrm>
              <a:off x="3472617" y="44679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310" name="文本框 160">
            <a:extLst>
              <a:ext uri="{FF2B5EF4-FFF2-40B4-BE49-F238E27FC236}">
                <a16:creationId xmlns:a16="http://schemas.microsoft.com/office/drawing/2014/main" id="{3A056E93-00C7-F880-17CE-F688530D4D00}"/>
              </a:ext>
            </a:extLst>
          </p:cNvPr>
          <p:cNvSpPr txBox="1"/>
          <p:nvPr/>
        </p:nvSpPr>
        <p:spPr>
          <a:xfrm>
            <a:off x="7225024" y="2811407"/>
            <a:ext cx="4269685" cy="689764"/>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067" i="1">
                <a:cs typeface="Calibri" panose="020F0502020204030204" pitchFamily="34" charset="0"/>
              </a:rPr>
              <a:t>The contract between BI and </a:t>
            </a:r>
            <a:r>
              <a:rPr lang="en-US" altLang="zh-CN" sz="1067" i="1" err="1">
                <a:cs typeface="Calibri" panose="020F0502020204030204" pitchFamily="34" charset="0"/>
              </a:rPr>
              <a:t>ZaiLab</a:t>
            </a:r>
            <a:r>
              <a:rPr lang="en-US" altLang="zh-CN" sz="1067" i="1">
                <a:cs typeface="Calibri" panose="020F0502020204030204" pitchFamily="34" charset="0"/>
              </a:rPr>
              <a:t> has been signed in early Mar 2026.</a:t>
            </a:r>
          </a:p>
          <a:p>
            <a:pPr marL="95998" indent="-95998" defTabSz="1219170">
              <a:spcAft>
                <a:spcPts val="267"/>
              </a:spcAft>
              <a:buFont typeface="Arial" panose="020B0604020202020204" pitchFamily="34" charset="0"/>
              <a:buChar char="•"/>
              <a:defRPr/>
            </a:pPr>
            <a:r>
              <a:rPr lang="en-US" altLang="zh-CN" sz="1067" i="1">
                <a:cs typeface="Calibri" panose="020F0502020204030204" pitchFamily="34" charset="0"/>
              </a:rPr>
              <a:t>Submitted US IND on 8Apr 2026.</a:t>
            </a:r>
          </a:p>
        </p:txBody>
      </p:sp>
      <p:sp>
        <p:nvSpPr>
          <p:cNvPr id="312" name="文本框 160">
            <a:extLst>
              <a:ext uri="{FF2B5EF4-FFF2-40B4-BE49-F238E27FC236}">
                <a16:creationId xmlns:a16="http://schemas.microsoft.com/office/drawing/2014/main" id="{3C8F2CD4-5907-3170-DE7B-327459182541}"/>
              </a:ext>
            </a:extLst>
          </p:cNvPr>
          <p:cNvSpPr txBox="1"/>
          <p:nvPr/>
        </p:nvSpPr>
        <p:spPr>
          <a:xfrm>
            <a:off x="7217022" y="4792141"/>
            <a:ext cx="4269691" cy="914009"/>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067" i="1">
                <a:cs typeface="Calibri" panose="020F0502020204030204" pitchFamily="34" charset="0"/>
              </a:rPr>
              <a:t>CTA documents are under preparation and being reviewed by global team.</a:t>
            </a:r>
          </a:p>
          <a:p>
            <a:pPr marL="95998" indent="-95998" defTabSz="1219170">
              <a:spcAft>
                <a:spcPts val="267"/>
              </a:spcAft>
              <a:buFont typeface="Arial" panose="020B0604020202020204" pitchFamily="34" charset="0"/>
              <a:buChar char="•"/>
              <a:defRPr/>
            </a:pPr>
            <a:r>
              <a:rPr lang="en-US" altLang="zh-CN" sz="1067" i="1">
                <a:cs typeface="Calibri" panose="020F0502020204030204" pitchFamily="34" charset="0"/>
              </a:rPr>
              <a:t>Target to</a:t>
            </a:r>
            <a:r>
              <a:rPr lang="zh-CN" altLang="en-US" sz="1067" i="1">
                <a:cs typeface="Calibri" panose="020F0502020204030204" pitchFamily="34" charset="0"/>
              </a:rPr>
              <a:t> </a:t>
            </a:r>
            <a:r>
              <a:rPr lang="en-US" altLang="zh-CN" sz="1067" i="1">
                <a:cs typeface="Calibri" panose="020F0502020204030204" pitchFamily="34" charset="0"/>
              </a:rPr>
              <a:t>submit</a:t>
            </a:r>
            <a:r>
              <a:rPr lang="zh-CN" altLang="en-US" sz="1067" i="1">
                <a:cs typeface="Calibri" panose="020F0502020204030204" pitchFamily="34" charset="0"/>
              </a:rPr>
              <a:t> </a:t>
            </a:r>
            <a:r>
              <a:rPr lang="en-US" altLang="zh-CN" sz="1067" i="1">
                <a:cs typeface="Calibri" panose="020F0502020204030204" pitchFamily="34" charset="0"/>
              </a:rPr>
              <a:t>CTA</a:t>
            </a:r>
            <a:r>
              <a:rPr lang="zh-CN" altLang="en-US" sz="1067" i="1">
                <a:cs typeface="Calibri" panose="020F0502020204030204" pitchFamily="34" charset="0"/>
              </a:rPr>
              <a:t> </a:t>
            </a:r>
            <a:r>
              <a:rPr lang="en-US" altLang="zh-CN" sz="1067" i="1">
                <a:cs typeface="Calibri" panose="020F0502020204030204" pitchFamily="34" charset="0"/>
              </a:rPr>
              <a:t>on</a:t>
            </a:r>
            <a:r>
              <a:rPr lang="zh-CN" altLang="en-US" sz="1067" i="1">
                <a:cs typeface="Calibri" panose="020F0502020204030204" pitchFamily="34" charset="0"/>
              </a:rPr>
              <a:t> </a:t>
            </a:r>
            <a:r>
              <a:rPr lang="en-US" altLang="zh-CN" sz="1067" i="1">
                <a:cs typeface="Calibri" panose="020F0502020204030204" pitchFamily="34" charset="0"/>
              </a:rPr>
              <a:t>15May.</a:t>
            </a:r>
          </a:p>
          <a:p>
            <a:pPr marL="95998" indent="-95998" defTabSz="1219170">
              <a:spcAft>
                <a:spcPts val="267"/>
              </a:spcAft>
              <a:buFont typeface="Arial" panose="020B0604020202020204" pitchFamily="34" charset="0"/>
              <a:buChar char="•"/>
              <a:defRPr/>
            </a:pPr>
            <a:r>
              <a:rPr lang="en-US" altLang="zh-CN" sz="1067" i="1" err="1">
                <a:cs typeface="Calibri" panose="020F0502020204030204" pitchFamily="34" charset="0"/>
              </a:rPr>
              <a:t>Prof.Lu</a:t>
            </a:r>
            <a:r>
              <a:rPr lang="en-US" altLang="zh-CN" sz="1067" i="1">
                <a:cs typeface="Calibri" panose="020F0502020204030204" pitchFamily="34" charset="0"/>
              </a:rPr>
              <a:t> agreed to be national leading PI.</a:t>
            </a:r>
          </a:p>
        </p:txBody>
      </p:sp>
      <p:sp>
        <p:nvSpPr>
          <p:cNvPr id="3" name="OTLSHAPE_T_e17f3958430f4cff8650518c93c7635e_Shape">
            <a:extLst>
              <a:ext uri="{FF2B5EF4-FFF2-40B4-BE49-F238E27FC236}">
                <a16:creationId xmlns:a16="http://schemas.microsoft.com/office/drawing/2014/main" id="{208F3DDC-9015-4A99-BE68-17149539970E}"/>
              </a:ext>
            </a:extLst>
          </p:cNvPr>
          <p:cNvSpPr/>
          <p:nvPr>
            <p:custDataLst>
              <p:tags r:id="rId6"/>
            </p:custDataLst>
          </p:nvPr>
        </p:nvSpPr>
        <p:spPr bwMode="auto">
          <a:xfrm>
            <a:off x="2709881" y="4286995"/>
            <a:ext cx="522832" cy="288000"/>
          </a:xfrm>
          <a:prstGeom prst="roundRect">
            <a:avLst/>
          </a:prstGeom>
          <a:solidFill>
            <a:srgbClr val="86251B">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600" b="1">
                <a:solidFill>
                  <a:prstClr val="black"/>
                </a:solidFill>
                <a:ea typeface="等线" panose="02010600030101010101" pitchFamily="2" charset="-122"/>
                <a:cs typeface="Calibri" panose="020F0502020204030204" pitchFamily="34" charset="0"/>
              </a:rPr>
              <a:t>CTA Prep.</a:t>
            </a:r>
          </a:p>
        </p:txBody>
      </p:sp>
      <p:grpSp>
        <p:nvGrpSpPr>
          <p:cNvPr id="17" name="Group 16">
            <a:extLst>
              <a:ext uri="{FF2B5EF4-FFF2-40B4-BE49-F238E27FC236}">
                <a16:creationId xmlns:a16="http://schemas.microsoft.com/office/drawing/2014/main" id="{CC2927D4-AF48-B58C-26D9-87B13515FBBA}"/>
              </a:ext>
            </a:extLst>
          </p:cNvPr>
          <p:cNvGrpSpPr/>
          <p:nvPr/>
        </p:nvGrpSpPr>
        <p:grpSpPr>
          <a:xfrm>
            <a:off x="2295801" y="4096041"/>
            <a:ext cx="690696" cy="669908"/>
            <a:chOff x="2182432" y="4085714"/>
            <a:chExt cx="713443" cy="669908"/>
          </a:xfrm>
        </p:grpSpPr>
        <p:sp>
          <p:nvSpPr>
            <p:cNvPr id="18" name="OTLSHAPE_T_e17f3958430f4cff8650518c93c7635e_StartDate">
              <a:extLst>
                <a:ext uri="{FF2B5EF4-FFF2-40B4-BE49-F238E27FC236}">
                  <a16:creationId xmlns:a16="http://schemas.microsoft.com/office/drawing/2014/main" id="{1289DFD3-D5D4-D83C-B10D-7B6A261ECF2A}"/>
                </a:ext>
              </a:extLst>
            </p:cNvPr>
            <p:cNvSpPr txBox="1"/>
            <p:nvPr>
              <p:custDataLst>
                <p:tags r:id="rId11"/>
              </p:custDataLst>
            </p:nvPr>
          </p:nvSpPr>
          <p:spPr>
            <a:xfrm>
              <a:off x="2182432" y="4085714"/>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Mar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9" name="OTLSHAPE_M_39ea6ebc19a94c9fab6ef5006c31df58_Shape">
              <a:extLst>
                <a:ext uri="{FF2B5EF4-FFF2-40B4-BE49-F238E27FC236}">
                  <a16:creationId xmlns:a16="http://schemas.microsoft.com/office/drawing/2014/main" id="{13370583-DF86-E0C0-3933-28A085BD6941}"/>
                </a:ext>
              </a:extLst>
            </p:cNvPr>
            <p:cNvSpPr/>
            <p:nvPr>
              <p:custDataLst>
                <p:tags r:id="rId12"/>
              </p:custDataLst>
            </p:nvPr>
          </p:nvSpPr>
          <p:spPr bwMode="auto">
            <a:xfrm rot="16200000">
              <a:off x="2611373" y="4498949"/>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0" name="OTLSHAPE_M_39ea6ebc19a94c9fab6ef5006c31df58_Title">
              <a:extLst>
                <a:ext uri="{FF2B5EF4-FFF2-40B4-BE49-F238E27FC236}">
                  <a16:creationId xmlns:a16="http://schemas.microsoft.com/office/drawing/2014/main" id="{2720C7F5-8ACF-50CC-B60C-DCFE39C7385E}"/>
                </a:ext>
              </a:extLst>
            </p:cNvPr>
            <p:cNvSpPr txBox="1"/>
            <p:nvPr>
              <p:custDataLst>
                <p:tags r:id="rId13"/>
              </p:custDataLst>
            </p:nvPr>
          </p:nvSpPr>
          <p:spPr>
            <a:xfrm>
              <a:off x="2313401" y="4601734"/>
              <a:ext cx="582474" cy="153888"/>
            </a:xfrm>
            <a:prstGeom prst="rect">
              <a:avLst/>
            </a:prstGeom>
            <a:noFill/>
          </p:spPr>
          <p:txBody>
            <a:bodyPr vert="horz" wrap="square" lIns="0" tIns="0" rIns="0" bIns="0" rtlCol="0" anchor="ctr" anchorCtr="0">
              <a:spAutoFit/>
            </a:bodyPr>
            <a:lstStyle/>
            <a:p>
              <a:pPr defTabSz="1219108">
                <a:defRPr/>
              </a:pPr>
              <a:r>
                <a:rPr lang="en-US" altLang="zh-CN" sz="1000" b="1">
                  <a:solidFill>
                    <a:srgbClr val="44546A"/>
                  </a:solidFill>
                  <a:ea typeface="等线" panose="02010600030101010101" pitchFamily="2" charset="-122"/>
                  <a:cs typeface="Calibri" panose="020F0502020204030204" pitchFamily="34" charset="0"/>
                </a:rPr>
                <a:t>Kick-off</a:t>
              </a:r>
              <a:endParaRPr lang="zh-CN" altLang="en-US" sz="1000" b="1">
                <a:solidFill>
                  <a:srgbClr val="44546A"/>
                </a:solidFill>
                <a:ea typeface="等线" panose="02010600030101010101" pitchFamily="2" charset="-122"/>
                <a:cs typeface="Calibri" panose="020F0502020204030204" pitchFamily="34" charset="0"/>
              </a:endParaRPr>
            </a:p>
          </p:txBody>
        </p:sp>
      </p:grpSp>
      <p:grpSp>
        <p:nvGrpSpPr>
          <p:cNvPr id="22" name="Group 21">
            <a:extLst>
              <a:ext uri="{FF2B5EF4-FFF2-40B4-BE49-F238E27FC236}">
                <a16:creationId xmlns:a16="http://schemas.microsoft.com/office/drawing/2014/main" id="{0A98B6DD-61D6-0CD0-29F4-6E2CED358B6E}"/>
              </a:ext>
            </a:extLst>
          </p:cNvPr>
          <p:cNvGrpSpPr/>
          <p:nvPr/>
        </p:nvGrpSpPr>
        <p:grpSpPr>
          <a:xfrm>
            <a:off x="2504994" y="2037530"/>
            <a:ext cx="914033" cy="769129"/>
            <a:chOff x="6540068" y="4126731"/>
            <a:chExt cx="914033" cy="769129"/>
          </a:xfrm>
        </p:grpSpPr>
        <p:sp>
          <p:nvSpPr>
            <p:cNvPr id="23" name="Rectangle 100">
              <a:extLst>
                <a:ext uri="{FF2B5EF4-FFF2-40B4-BE49-F238E27FC236}">
                  <a16:creationId xmlns:a16="http://schemas.microsoft.com/office/drawing/2014/main" id="{4C35698C-27CA-6D31-0309-EEFD9430B6AF}"/>
                </a:ext>
              </a:extLst>
            </p:cNvPr>
            <p:cNvSpPr/>
            <p:nvPr/>
          </p:nvSpPr>
          <p:spPr>
            <a:xfrm>
              <a:off x="6540068" y="4126731"/>
              <a:ext cx="914033"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6 Apr 2026</a:t>
              </a:r>
              <a:endParaRPr lang="en-US" altLang="zh-CN" sz="1067" b="1">
                <a:solidFill>
                  <a:srgbClr val="44546A"/>
                </a:solidFill>
                <a:ea typeface="等线" panose="02010600030101010101" pitchFamily="2" charset="-122"/>
                <a:cs typeface="Calibri" panose="020F0502020204030204" pitchFamily="34" charset="0"/>
              </a:endParaRPr>
            </a:p>
          </p:txBody>
        </p:sp>
        <p:sp>
          <p:nvSpPr>
            <p:cNvPr id="24" name="Rectangle 55">
              <a:extLst>
                <a:ext uri="{FF2B5EF4-FFF2-40B4-BE49-F238E27FC236}">
                  <a16:creationId xmlns:a16="http://schemas.microsoft.com/office/drawing/2014/main" id="{1B6CB769-F45A-204A-B17E-5E5296457AE4}"/>
                </a:ext>
              </a:extLst>
            </p:cNvPr>
            <p:cNvSpPr/>
            <p:nvPr/>
          </p:nvSpPr>
          <p:spPr>
            <a:xfrm>
              <a:off x="6803826" y="4639315"/>
              <a:ext cx="476413"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CTA</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 name="五角星 55">
              <a:extLst>
                <a:ext uri="{FF2B5EF4-FFF2-40B4-BE49-F238E27FC236}">
                  <a16:creationId xmlns:a16="http://schemas.microsoft.com/office/drawing/2014/main" id="{05BDC7C8-80F1-99BD-C0F3-9B25EB774042}"/>
                </a:ext>
              </a:extLst>
            </p:cNvPr>
            <p:cNvSpPr>
              <a:spLocks/>
            </p:cNvSpPr>
            <p:nvPr/>
          </p:nvSpPr>
          <p:spPr bwMode="auto">
            <a:xfrm>
              <a:off x="6903575" y="4453011"/>
              <a:ext cx="144001"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grpSp>
      <p:grpSp>
        <p:nvGrpSpPr>
          <p:cNvPr id="21" name="Group 62">
            <a:extLst>
              <a:ext uri="{FF2B5EF4-FFF2-40B4-BE49-F238E27FC236}">
                <a16:creationId xmlns:a16="http://schemas.microsoft.com/office/drawing/2014/main" id="{381A2DF3-7E6C-2C72-E5E1-F85180200356}"/>
              </a:ext>
            </a:extLst>
          </p:cNvPr>
          <p:cNvGrpSpPr/>
          <p:nvPr/>
        </p:nvGrpSpPr>
        <p:grpSpPr>
          <a:xfrm>
            <a:off x="2752258" y="615458"/>
            <a:ext cx="546747" cy="6219915"/>
            <a:chOff x="515155" y="1005746"/>
            <a:chExt cx="546747" cy="4664935"/>
          </a:xfrm>
        </p:grpSpPr>
        <p:cxnSp>
          <p:nvCxnSpPr>
            <p:cNvPr id="228" name="Straight Connector 63">
              <a:extLst>
                <a:ext uri="{FF2B5EF4-FFF2-40B4-BE49-F238E27FC236}">
                  <a16:creationId xmlns:a16="http://schemas.microsoft.com/office/drawing/2014/main" id="{400ACE4E-474E-0A92-7F83-A1D554113E0B}"/>
                </a:ext>
              </a:extLst>
            </p:cNvPr>
            <p:cNvCxnSpPr>
              <a:cxnSpLocks/>
            </p:cNvCxnSpPr>
            <p:nvPr/>
          </p:nvCxnSpPr>
          <p:spPr bwMode="auto">
            <a:xfrm flipV="1">
              <a:off x="823180" y="1350143"/>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29" name="OTLSHAPE_T_e17f3958430f4cff8650518c93c7635e_StartDate">
              <a:extLst>
                <a:ext uri="{FF2B5EF4-FFF2-40B4-BE49-F238E27FC236}">
                  <a16:creationId xmlns:a16="http://schemas.microsoft.com/office/drawing/2014/main" id="{C6FB5091-8A96-0D77-F758-81178BF9A532}"/>
                </a:ext>
              </a:extLst>
            </p:cNvPr>
            <p:cNvSpPr txBox="1"/>
            <p:nvPr>
              <p:custDataLst>
                <p:tags r:id="rId10"/>
              </p:custDataLst>
            </p:nvPr>
          </p:nvSpPr>
          <p:spPr>
            <a:xfrm>
              <a:off x="515155" y="1005746"/>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
        <p:nvSpPr>
          <p:cNvPr id="13" name="TextBox 64">
            <a:extLst>
              <a:ext uri="{FF2B5EF4-FFF2-40B4-BE49-F238E27FC236}">
                <a16:creationId xmlns:a16="http://schemas.microsoft.com/office/drawing/2014/main" id="{027B6B0B-A672-8F3D-2ACE-22B702181914}"/>
              </a:ext>
            </a:extLst>
          </p:cNvPr>
          <p:cNvSpPr txBox="1"/>
          <p:nvPr/>
        </p:nvSpPr>
        <p:spPr>
          <a:xfrm>
            <a:off x="33180" y="4509743"/>
            <a:ext cx="945340"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 </a:t>
            </a:r>
            <a:r>
              <a:rPr lang="en-US" sz="1067" b="1" err="1">
                <a:solidFill>
                  <a:srgbClr val="08312A"/>
                </a:solidFill>
                <a:cs typeface="Calibri" panose="020F0502020204030204" pitchFamily="34" charset="0"/>
              </a:rPr>
              <a:t>Ib</a:t>
            </a:r>
            <a:r>
              <a:rPr lang="en-US" sz="1067" b="1">
                <a:solidFill>
                  <a:srgbClr val="08312A"/>
                </a:solidFill>
                <a:cs typeface="Calibri" panose="020F0502020204030204" pitchFamily="34" charset="0"/>
              </a:rPr>
              <a:t>/II-</a:t>
            </a:r>
          </a:p>
          <a:p>
            <a:pPr algn="ctr" defTabSz="914377">
              <a:defRPr/>
            </a:pPr>
            <a:r>
              <a:rPr lang="en-US" altLang="zh-CN" sz="1067" b="1">
                <a:solidFill>
                  <a:srgbClr val="08312A"/>
                </a:solidFill>
                <a:cs typeface="Calibri" panose="020F0502020204030204" pitchFamily="34" charset="0"/>
              </a:rPr>
              <a:t>1438-0036</a:t>
            </a:r>
          </a:p>
          <a:p>
            <a:pPr algn="ctr" defTabSz="914377">
              <a:defRPr/>
            </a:pPr>
            <a:r>
              <a:rPr lang="en-US" sz="1067" b="1">
                <a:solidFill>
                  <a:srgbClr val="08312A"/>
                </a:solidFill>
                <a:cs typeface="Calibri" panose="020F0502020204030204" pitchFamily="34" charset="0"/>
              </a:rPr>
              <a:t>Zorro</a:t>
            </a:r>
          </a:p>
        </p:txBody>
      </p:sp>
      <p:grpSp>
        <p:nvGrpSpPr>
          <p:cNvPr id="15" name="Group 14">
            <a:extLst>
              <a:ext uri="{FF2B5EF4-FFF2-40B4-BE49-F238E27FC236}">
                <a16:creationId xmlns:a16="http://schemas.microsoft.com/office/drawing/2014/main" id="{8794FAB3-101E-6B15-C2F7-D6D6B777FE15}"/>
              </a:ext>
            </a:extLst>
          </p:cNvPr>
          <p:cNvGrpSpPr/>
          <p:nvPr/>
        </p:nvGrpSpPr>
        <p:grpSpPr>
          <a:xfrm>
            <a:off x="5928193" y="4093010"/>
            <a:ext cx="911147" cy="720687"/>
            <a:chOff x="6549792" y="2082343"/>
            <a:chExt cx="911147" cy="720687"/>
          </a:xfrm>
        </p:grpSpPr>
        <p:sp>
          <p:nvSpPr>
            <p:cNvPr id="230" name="Rectangle 55">
              <a:extLst>
                <a:ext uri="{FF2B5EF4-FFF2-40B4-BE49-F238E27FC236}">
                  <a16:creationId xmlns:a16="http://schemas.microsoft.com/office/drawing/2014/main" id="{F6394A72-183B-DACE-6E35-7FE386A6A82E}"/>
                </a:ext>
              </a:extLst>
            </p:cNvPr>
            <p:cNvSpPr/>
            <p:nvPr/>
          </p:nvSpPr>
          <p:spPr>
            <a:xfrm>
              <a:off x="6838874" y="2546484"/>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31" name="OTLSHAPE_T_e17f3958430f4cff8650518c93c7635e_StartDate">
              <a:extLst>
                <a:ext uri="{FF2B5EF4-FFF2-40B4-BE49-F238E27FC236}">
                  <a16:creationId xmlns:a16="http://schemas.microsoft.com/office/drawing/2014/main" id="{F3E061F5-EE41-16A8-E73D-0CAF73416BE5}"/>
                </a:ext>
              </a:extLst>
            </p:cNvPr>
            <p:cNvSpPr txBox="1"/>
            <p:nvPr>
              <p:custDataLst>
                <p:tags r:id="rId9"/>
              </p:custDataLst>
            </p:nvPr>
          </p:nvSpPr>
          <p:spPr>
            <a:xfrm>
              <a:off x="6549792" y="208234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Dec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32" name="Star: 4 Points 143">
              <a:extLst>
                <a:ext uri="{FF2B5EF4-FFF2-40B4-BE49-F238E27FC236}">
                  <a16:creationId xmlns:a16="http://schemas.microsoft.com/office/drawing/2014/main" id="{E7237387-3C40-DE96-E802-5D9A8C89AAA4}"/>
                </a:ext>
              </a:extLst>
            </p:cNvPr>
            <p:cNvSpPr/>
            <p:nvPr/>
          </p:nvSpPr>
          <p:spPr bwMode="auto">
            <a:xfrm>
              <a:off x="6945374" y="24485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33" name="OTLSHAPE_T_5a934a26f311425e8ebaa0f45e6533ad_Shape">
            <a:extLst>
              <a:ext uri="{FF2B5EF4-FFF2-40B4-BE49-F238E27FC236}">
                <a16:creationId xmlns:a16="http://schemas.microsoft.com/office/drawing/2014/main" id="{BF08D0E2-1D2B-F051-4108-1E98D73A8D85}"/>
              </a:ext>
            </a:extLst>
          </p:cNvPr>
          <p:cNvSpPr/>
          <p:nvPr>
            <p:custDataLst>
              <p:tags r:id="rId7"/>
            </p:custDataLst>
          </p:nvPr>
        </p:nvSpPr>
        <p:spPr bwMode="auto">
          <a:xfrm>
            <a:off x="6366277" y="4286634"/>
            <a:ext cx="1701490"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pSp>
        <p:nvGrpSpPr>
          <p:cNvPr id="7" name="Group 6">
            <a:extLst>
              <a:ext uri="{FF2B5EF4-FFF2-40B4-BE49-F238E27FC236}">
                <a16:creationId xmlns:a16="http://schemas.microsoft.com/office/drawing/2014/main" id="{B50122C6-E7D7-FA80-998A-765363A09167}"/>
              </a:ext>
            </a:extLst>
          </p:cNvPr>
          <p:cNvGrpSpPr/>
          <p:nvPr/>
        </p:nvGrpSpPr>
        <p:grpSpPr>
          <a:xfrm>
            <a:off x="2193552" y="2802379"/>
            <a:ext cx="1032655" cy="651576"/>
            <a:chOff x="2153623" y="2830381"/>
            <a:chExt cx="1032655" cy="651576"/>
          </a:xfrm>
        </p:grpSpPr>
        <p:grpSp>
          <p:nvGrpSpPr>
            <p:cNvPr id="8" name="Group 7">
              <a:extLst>
                <a:ext uri="{FF2B5EF4-FFF2-40B4-BE49-F238E27FC236}">
                  <a16:creationId xmlns:a16="http://schemas.microsoft.com/office/drawing/2014/main" id="{8E1555D2-E53E-27BD-8C7C-FA0167E39D91}"/>
                </a:ext>
              </a:extLst>
            </p:cNvPr>
            <p:cNvGrpSpPr/>
            <p:nvPr/>
          </p:nvGrpSpPr>
          <p:grpSpPr>
            <a:xfrm>
              <a:off x="2153623" y="2830381"/>
              <a:ext cx="1032655" cy="651576"/>
              <a:chOff x="6480166" y="4244284"/>
              <a:chExt cx="1032655" cy="651576"/>
            </a:xfrm>
          </p:grpSpPr>
          <p:sp>
            <p:nvSpPr>
              <p:cNvPr id="10" name="Rectangle 100">
                <a:extLst>
                  <a:ext uri="{FF2B5EF4-FFF2-40B4-BE49-F238E27FC236}">
                    <a16:creationId xmlns:a16="http://schemas.microsoft.com/office/drawing/2014/main" id="{46475BBF-A871-F22B-5686-6338F2DB4F9D}"/>
                  </a:ext>
                </a:extLst>
              </p:cNvPr>
              <p:cNvSpPr/>
              <p:nvPr/>
            </p:nvSpPr>
            <p:spPr>
              <a:xfrm>
                <a:off x="6480166" y="4244284"/>
                <a:ext cx="1032655"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24 Mar 2026</a:t>
                </a:r>
                <a:endParaRPr lang="en-US" altLang="zh-CN" sz="1067" b="1">
                  <a:solidFill>
                    <a:srgbClr val="44546A"/>
                  </a:solidFill>
                  <a:ea typeface="等线" panose="02010600030101010101" pitchFamily="2" charset="-122"/>
                  <a:cs typeface="Calibri" panose="020F0502020204030204" pitchFamily="34" charset="0"/>
                </a:endParaRPr>
              </a:p>
            </p:txBody>
          </p:sp>
          <p:sp>
            <p:nvSpPr>
              <p:cNvPr id="11" name="Rectangle 55">
                <a:extLst>
                  <a:ext uri="{FF2B5EF4-FFF2-40B4-BE49-F238E27FC236}">
                    <a16:creationId xmlns:a16="http://schemas.microsoft.com/office/drawing/2014/main" id="{4E840A88-01E5-28F1-B224-341830197443}"/>
                  </a:ext>
                </a:extLst>
              </p:cNvPr>
              <p:cNvSpPr/>
              <p:nvPr/>
            </p:nvSpPr>
            <p:spPr>
              <a:xfrm>
                <a:off x="6647534" y="4639315"/>
                <a:ext cx="788999"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CTP final</a:t>
                </a:r>
                <a:endParaRPr lang="zh-CN" altLang="en-US" sz="1067" b="1">
                  <a:solidFill>
                    <a:srgbClr val="44546A"/>
                  </a:solidFill>
                  <a:ea typeface="等线" panose="02010600030101010101" pitchFamily="2" charset="-122"/>
                  <a:cs typeface="Calibri" panose="020F0502020204030204" pitchFamily="34" charset="0"/>
                </a:endParaRPr>
              </a:p>
            </p:txBody>
          </p:sp>
        </p:grpSp>
        <p:sp>
          <p:nvSpPr>
            <p:cNvPr id="9" name="OTLSHAPE_M_39ea6ebc19a94c9fab6ef5006c31df58_Shape">
              <a:extLst>
                <a:ext uri="{FF2B5EF4-FFF2-40B4-BE49-F238E27FC236}">
                  <a16:creationId xmlns:a16="http://schemas.microsoft.com/office/drawing/2014/main" id="{FF5B4CE3-DB94-C4FF-C938-C4A44629F044}"/>
                </a:ext>
              </a:extLst>
            </p:cNvPr>
            <p:cNvSpPr/>
            <p:nvPr>
              <p:custDataLst>
                <p:tags r:id="rId8"/>
              </p:custDataLst>
            </p:nvPr>
          </p:nvSpPr>
          <p:spPr bwMode="auto">
            <a:xfrm rot="16200000">
              <a:off x="2761922" y="3104030"/>
              <a:ext cx="77323" cy="77228"/>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grpSp>
    </p:spTree>
    <p:extLst>
      <p:ext uri="{BB962C8B-B14F-4D97-AF65-F5344CB8AC3E}">
        <p14:creationId xmlns:p14="http://schemas.microsoft.com/office/powerpoint/2010/main" val="3191753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F7C54BC-645B-C0DA-DC8B-ECD8DBDF82F6}"/>
              </a:ext>
            </a:extLst>
          </p:cNvPr>
          <p:cNvSpPr>
            <a:spLocks noGrp="1"/>
          </p:cNvSpPr>
          <p:nvPr>
            <p:ph type="title"/>
          </p:nvPr>
        </p:nvSpPr>
        <p:spPr>
          <a:xfrm>
            <a:off x="479423" y="1412876"/>
            <a:ext cx="8572212" cy="1799861"/>
          </a:xfrm>
        </p:spPr>
        <p:txBody>
          <a:bodyPr/>
          <a:lstStyle/>
          <a:p>
            <a:r>
              <a:rPr lang="en-US" noProof="0" err="1"/>
              <a:t>Brigimadlin</a:t>
            </a:r>
            <a:r>
              <a:rPr lang="en-US" noProof="0"/>
              <a:t> (BI 907828, MDM2/p53)</a:t>
            </a:r>
          </a:p>
        </p:txBody>
      </p:sp>
      <p:sp>
        <p:nvSpPr>
          <p:cNvPr id="5" name="副标题 4">
            <a:extLst>
              <a:ext uri="{FF2B5EF4-FFF2-40B4-BE49-F238E27FC236}">
                <a16:creationId xmlns:a16="http://schemas.microsoft.com/office/drawing/2014/main" id="{62672A29-1CC6-C512-7AC6-058646FA8CA3}"/>
              </a:ext>
            </a:extLst>
          </p:cNvPr>
          <p:cNvSpPr>
            <a:spLocks noGrp="1"/>
          </p:cNvSpPr>
          <p:nvPr>
            <p:ph type="subTitle" idx="14"/>
          </p:nvPr>
        </p:nvSpPr>
        <p:spPr/>
        <p:txBody>
          <a:bodyPr/>
          <a:lstStyle/>
          <a:p>
            <a:endParaRPr lang="en-US" noProof="0"/>
          </a:p>
        </p:txBody>
      </p:sp>
      <p:sp>
        <p:nvSpPr>
          <p:cNvPr id="2" name="Slide Number Placeholder 1">
            <a:extLst>
              <a:ext uri="{FF2B5EF4-FFF2-40B4-BE49-F238E27FC236}">
                <a16:creationId xmlns:a16="http://schemas.microsoft.com/office/drawing/2014/main" id="{DC476C65-F01D-993B-7CA0-1DC1B18A740F}"/>
              </a:ext>
            </a:extLst>
          </p:cNvPr>
          <p:cNvSpPr>
            <a:spLocks noGrp="1"/>
          </p:cNvSpPr>
          <p:nvPr>
            <p:ph type="sldNum" sz="quarter" idx="16"/>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603947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156850" y="147417"/>
            <a:ext cx="11233151" cy="720000"/>
          </a:xfrm>
        </p:spPr>
        <p:txBody>
          <a:bodyPr/>
          <a:lstStyle/>
          <a:p>
            <a:r>
              <a:rPr lang="en-US" sz="2400" i="1" noProof="0" err="1">
                <a:solidFill>
                  <a:schemeClr val="tx1"/>
                </a:solidFill>
                <a:latin typeface="+mn-lt"/>
              </a:rPr>
              <a:t>Brigimadlin</a:t>
            </a:r>
            <a:r>
              <a:rPr lang="en-US" sz="2400" i="1" noProof="0">
                <a:solidFill>
                  <a:schemeClr val="tx1"/>
                </a:solidFill>
                <a:latin typeface="+mn-lt"/>
              </a:rPr>
              <a:t> (MDM2/p53 </a:t>
            </a:r>
            <a:r>
              <a:rPr lang="en-US" sz="2400" i="1" noProof="0" err="1">
                <a:solidFill>
                  <a:schemeClr val="tx1"/>
                </a:solidFill>
                <a:latin typeface="+mn-lt"/>
              </a:rPr>
              <a:t>antago</a:t>
            </a:r>
            <a:r>
              <a:rPr lang="en-US" sz="2400" i="1" noProof="0">
                <a:solidFill>
                  <a:schemeClr val="tx1"/>
                </a:solidFill>
                <a:latin typeface="+mn-lt"/>
              </a:rPr>
              <a:t>.) – </a:t>
            </a:r>
            <a:r>
              <a:rPr lang="en-US" sz="2400" i="1" kern="1200" noProof="0">
                <a:solidFill>
                  <a:schemeClr val="tx1"/>
                </a:solidFill>
                <a:latin typeface="+mn-lt"/>
                <a:ea typeface="+mn-ea"/>
                <a:cs typeface="+mn-cs"/>
              </a:rPr>
              <a:t>Rollover study </a:t>
            </a:r>
            <a:r>
              <a:rPr lang="en-US" noProof="0">
                <a:solidFill>
                  <a:schemeClr val="bg1">
                    <a:lumMod val="75000"/>
                  </a:schemeClr>
                </a:solidFill>
                <a:latin typeface="+mn-lt"/>
              </a:rPr>
              <a:t>Development Plan </a:t>
            </a:r>
          </a:p>
        </p:txBody>
      </p:sp>
      <p:sp>
        <p:nvSpPr>
          <p:cNvPr id="4" name="Text Placeholder 3">
            <a:extLst>
              <a:ext uri="{FF2B5EF4-FFF2-40B4-BE49-F238E27FC236}">
                <a16:creationId xmlns:a16="http://schemas.microsoft.com/office/drawing/2014/main" id="{EB452D63-D9A7-FF4C-C60D-26D666D4BD4F}"/>
              </a:ext>
            </a:extLst>
          </p:cNvPr>
          <p:cNvSpPr>
            <a:spLocks noGrp="1"/>
          </p:cNvSpPr>
          <p:nvPr>
            <p:ph type="body" sz="quarter" idx="13"/>
          </p:nvPr>
        </p:nvSpPr>
        <p:spPr/>
        <p:txBody>
          <a:bodyPr/>
          <a:lstStyle/>
          <a:p>
            <a:endParaRPr lang="en-US" noProof="0"/>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noProof="0" smtClean="0">
                <a:solidFill>
                  <a:srgbClr val="08312A"/>
                </a:solidFill>
                <a:cs typeface="Arial"/>
                <a:sym typeface="Arial"/>
              </a:rPr>
              <a:pPr defTabSz="1219140">
                <a:buClr>
                  <a:srgbClr val="000000"/>
                </a:buClr>
                <a:defRPr/>
              </a:pPr>
              <a:t>34</a:t>
            </a:fld>
            <a:endParaRPr lang="en-US" kern="0" noProof="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extLst>
              <p:ext uri="{D42A27DB-BD31-4B8C-83A1-F6EECF244321}">
                <p14:modId xmlns:p14="http://schemas.microsoft.com/office/powerpoint/2010/main" val="1942292239"/>
              </p:ext>
            </p:extLst>
          </p:nvPr>
        </p:nvGraphicFramePr>
        <p:xfrm>
          <a:off x="1285344" y="1027483"/>
          <a:ext cx="10658949" cy="675640"/>
        </p:xfrm>
        <a:graphic>
          <a:graphicData uri="http://schemas.openxmlformats.org/drawingml/2006/table">
            <a:tbl>
              <a:tblPr firstRow="1" bandRow="1"/>
              <a:tblGrid>
                <a:gridCol w="507569">
                  <a:extLst>
                    <a:ext uri="{9D8B030D-6E8A-4147-A177-3AD203B41FA5}">
                      <a16:colId xmlns:a16="http://schemas.microsoft.com/office/drawing/2014/main" val="2176909278"/>
                    </a:ext>
                  </a:extLst>
                </a:gridCol>
                <a:gridCol w="507569">
                  <a:extLst>
                    <a:ext uri="{9D8B030D-6E8A-4147-A177-3AD203B41FA5}">
                      <a16:colId xmlns:a16="http://schemas.microsoft.com/office/drawing/2014/main" val="3091663135"/>
                    </a:ext>
                  </a:extLst>
                </a:gridCol>
                <a:gridCol w="507569">
                  <a:extLst>
                    <a:ext uri="{9D8B030D-6E8A-4147-A177-3AD203B41FA5}">
                      <a16:colId xmlns:a16="http://schemas.microsoft.com/office/drawing/2014/main" val="2003423086"/>
                    </a:ext>
                  </a:extLst>
                </a:gridCol>
                <a:gridCol w="507569">
                  <a:extLst>
                    <a:ext uri="{9D8B030D-6E8A-4147-A177-3AD203B41FA5}">
                      <a16:colId xmlns:a16="http://schemas.microsoft.com/office/drawing/2014/main" val="2466911814"/>
                    </a:ext>
                  </a:extLst>
                </a:gridCol>
                <a:gridCol w="507569">
                  <a:extLst>
                    <a:ext uri="{9D8B030D-6E8A-4147-A177-3AD203B41FA5}">
                      <a16:colId xmlns:a16="http://schemas.microsoft.com/office/drawing/2014/main" val="3023231563"/>
                    </a:ext>
                  </a:extLst>
                </a:gridCol>
                <a:gridCol w="507569">
                  <a:extLst>
                    <a:ext uri="{9D8B030D-6E8A-4147-A177-3AD203B41FA5}">
                      <a16:colId xmlns:a16="http://schemas.microsoft.com/office/drawing/2014/main" val="3411862845"/>
                    </a:ext>
                  </a:extLst>
                </a:gridCol>
                <a:gridCol w="507569">
                  <a:extLst>
                    <a:ext uri="{9D8B030D-6E8A-4147-A177-3AD203B41FA5}">
                      <a16:colId xmlns:a16="http://schemas.microsoft.com/office/drawing/2014/main" val="2851474774"/>
                    </a:ext>
                  </a:extLst>
                </a:gridCol>
                <a:gridCol w="507569">
                  <a:extLst>
                    <a:ext uri="{9D8B030D-6E8A-4147-A177-3AD203B41FA5}">
                      <a16:colId xmlns:a16="http://schemas.microsoft.com/office/drawing/2014/main" val="107595344"/>
                    </a:ext>
                  </a:extLst>
                </a:gridCol>
                <a:gridCol w="507569">
                  <a:extLst>
                    <a:ext uri="{9D8B030D-6E8A-4147-A177-3AD203B41FA5}">
                      <a16:colId xmlns:a16="http://schemas.microsoft.com/office/drawing/2014/main" val="1666999431"/>
                    </a:ext>
                  </a:extLst>
                </a:gridCol>
                <a:gridCol w="507569">
                  <a:extLst>
                    <a:ext uri="{9D8B030D-6E8A-4147-A177-3AD203B41FA5}">
                      <a16:colId xmlns:a16="http://schemas.microsoft.com/office/drawing/2014/main" val="3696607442"/>
                    </a:ext>
                  </a:extLst>
                </a:gridCol>
                <a:gridCol w="507569">
                  <a:extLst>
                    <a:ext uri="{9D8B030D-6E8A-4147-A177-3AD203B41FA5}">
                      <a16:colId xmlns:a16="http://schemas.microsoft.com/office/drawing/2014/main" val="223989776"/>
                    </a:ext>
                  </a:extLst>
                </a:gridCol>
                <a:gridCol w="507569">
                  <a:extLst>
                    <a:ext uri="{9D8B030D-6E8A-4147-A177-3AD203B41FA5}">
                      <a16:colId xmlns:a16="http://schemas.microsoft.com/office/drawing/2014/main" val="124731204"/>
                    </a:ext>
                  </a:extLst>
                </a:gridCol>
                <a:gridCol w="507569">
                  <a:extLst>
                    <a:ext uri="{9D8B030D-6E8A-4147-A177-3AD203B41FA5}">
                      <a16:colId xmlns:a16="http://schemas.microsoft.com/office/drawing/2014/main" val="3066978585"/>
                    </a:ext>
                  </a:extLst>
                </a:gridCol>
                <a:gridCol w="507569">
                  <a:extLst>
                    <a:ext uri="{9D8B030D-6E8A-4147-A177-3AD203B41FA5}">
                      <a16:colId xmlns:a16="http://schemas.microsoft.com/office/drawing/2014/main" val="1064917641"/>
                    </a:ext>
                  </a:extLst>
                </a:gridCol>
                <a:gridCol w="507569">
                  <a:extLst>
                    <a:ext uri="{9D8B030D-6E8A-4147-A177-3AD203B41FA5}">
                      <a16:colId xmlns:a16="http://schemas.microsoft.com/office/drawing/2014/main" val="4221117315"/>
                    </a:ext>
                  </a:extLst>
                </a:gridCol>
                <a:gridCol w="507569">
                  <a:extLst>
                    <a:ext uri="{9D8B030D-6E8A-4147-A177-3AD203B41FA5}">
                      <a16:colId xmlns:a16="http://schemas.microsoft.com/office/drawing/2014/main" val="3266065341"/>
                    </a:ext>
                  </a:extLst>
                </a:gridCol>
                <a:gridCol w="507569">
                  <a:extLst>
                    <a:ext uri="{9D8B030D-6E8A-4147-A177-3AD203B41FA5}">
                      <a16:colId xmlns:a16="http://schemas.microsoft.com/office/drawing/2014/main" val="2374051224"/>
                    </a:ext>
                  </a:extLst>
                </a:gridCol>
                <a:gridCol w="507569">
                  <a:extLst>
                    <a:ext uri="{9D8B030D-6E8A-4147-A177-3AD203B41FA5}">
                      <a16:colId xmlns:a16="http://schemas.microsoft.com/office/drawing/2014/main" val="1840388365"/>
                    </a:ext>
                  </a:extLst>
                </a:gridCol>
                <a:gridCol w="507569">
                  <a:extLst>
                    <a:ext uri="{9D8B030D-6E8A-4147-A177-3AD203B41FA5}">
                      <a16:colId xmlns:a16="http://schemas.microsoft.com/office/drawing/2014/main" val="267750830"/>
                    </a:ext>
                  </a:extLst>
                </a:gridCol>
                <a:gridCol w="507569">
                  <a:extLst>
                    <a:ext uri="{9D8B030D-6E8A-4147-A177-3AD203B41FA5}">
                      <a16:colId xmlns:a16="http://schemas.microsoft.com/office/drawing/2014/main" val="3966469970"/>
                    </a:ext>
                  </a:extLst>
                </a:gridCol>
                <a:gridCol w="507569">
                  <a:extLst>
                    <a:ext uri="{9D8B030D-6E8A-4147-A177-3AD203B41FA5}">
                      <a16:colId xmlns:a16="http://schemas.microsoft.com/office/drawing/2014/main" val="2522973146"/>
                    </a:ext>
                  </a:extLst>
                </a:gridCol>
              </a:tblGrid>
              <a:tr h="259080">
                <a:tc>
                  <a:txBody>
                    <a:body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2024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2025</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sz="1100" b="1" noProof="0">
                          <a:latin typeface="Arial" panose="020B0604020202020204" pitchFamily="34" charset="0"/>
                          <a:cs typeface="Arial" panose="020B0604020202020204" pitchFamily="34" charset="0"/>
                        </a:rPr>
                        <a:t>2026</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sz="1100" b="1" noProof="0">
                          <a:latin typeface="Arial" panose="020B0604020202020204" pitchFamily="34" charset="0"/>
                          <a:cs typeface="Arial" panose="020B0604020202020204" pitchFamily="34" charset="0"/>
                        </a:rPr>
                        <a:t>2027</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sz="1100" b="1" noProof="0">
                          <a:latin typeface="Arial" panose="020B0604020202020204" pitchFamily="34" charset="0"/>
                          <a:cs typeface="Arial" panose="020B0604020202020204" pitchFamily="34" charset="0"/>
                        </a:rPr>
                        <a:t>2028</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sz="1100" b="1" kern="1200" noProof="0">
                          <a:solidFill>
                            <a:schemeClr val="lt1"/>
                          </a:solidFill>
                          <a:latin typeface="Arial" panose="020B0604020202020204" pitchFamily="34" charset="0"/>
                          <a:ea typeface="+mn-ea"/>
                          <a:cs typeface="Arial" panose="020B0604020202020204" pitchFamily="34" charset="0"/>
                        </a:rPr>
                        <a:t>2034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p>
                      <a:pPr algn="ct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Arial" panose="020B0604020202020204" pitchFamily="34" charset="0"/>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H1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H2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H1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Arial" panose="020B0604020202020204" pitchFamily="34" charset="0"/>
                          <a:cs typeface="Arial" panose="020B0604020202020204" pitchFamily="34" charset="0"/>
                        </a:rPr>
                        <a:t>H2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noProof="0">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noProof="0">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31595" y="2220808"/>
            <a:ext cx="825189" cy="328423"/>
          </a:xfrm>
          <a:prstGeom prst="rect">
            <a:avLst/>
          </a:prstGeom>
          <a:noFill/>
          <a:ln>
            <a:noFill/>
          </a:ln>
        </p:spPr>
        <p:txBody>
          <a:bodyPr wrap="square" lIns="0" tIns="0" rIns="0" bIns="0" rtlCol="0">
            <a:spAutoFit/>
          </a:bodyPr>
          <a:lstStyle/>
          <a:p>
            <a:pPr algn="ctr" defTabSz="914377">
              <a:defRPr/>
            </a:pPr>
            <a:r>
              <a:rPr lang="en-US" sz="1067" b="1" noProof="0">
                <a:solidFill>
                  <a:srgbClr val="08312A"/>
                </a:solidFill>
                <a:cs typeface="Calibri" panose="020F0502020204030204" pitchFamily="34" charset="0"/>
              </a:rPr>
              <a:t>Ph2-</a:t>
            </a:r>
          </a:p>
          <a:p>
            <a:pPr algn="ctr" defTabSz="914377">
              <a:defRPr/>
            </a:pPr>
            <a:r>
              <a:rPr lang="en-US" sz="1067" b="1" noProof="0">
                <a:solidFill>
                  <a:srgbClr val="08312A"/>
                </a:solidFill>
                <a:cs typeface="Calibri" panose="020F0502020204030204" pitchFamily="34" charset="0"/>
              </a:rPr>
              <a:t>1403-0032</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1"/>
            </p:custDataLst>
          </p:nvPr>
        </p:nvSpPr>
        <p:spPr bwMode="auto">
          <a:xfrm>
            <a:off x="1661652" y="2273316"/>
            <a:ext cx="10131267"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sz="1067" b="1" noProof="0">
                <a:solidFill>
                  <a:prstClr val="black"/>
                </a:solidFill>
                <a:ea typeface="等线" panose="02010600030101010101" pitchFamily="2" charset="-122"/>
                <a:cs typeface="Calibri" panose="020F0502020204030204" pitchFamily="34" charset="0"/>
              </a:rPr>
              <a:t>Ph2</a:t>
            </a:r>
            <a:endParaRPr lang="en-US" sz="1067" b="1" noProof="0">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C8F2C67-00D5-1DCB-39B3-4EF7AB6F8831}"/>
              </a:ext>
            </a:extLst>
          </p:cNvPr>
          <p:cNvSpPr/>
          <p:nvPr>
            <p:custDataLst>
              <p:tags r:id="rId2"/>
            </p:custDataLst>
          </p:nvPr>
        </p:nvSpPr>
        <p:spPr bwMode="auto">
          <a:xfrm>
            <a:off x="3159379" y="4344717"/>
            <a:ext cx="8633540"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sz="1067" b="1" noProof="0">
                <a:solidFill>
                  <a:prstClr val="black"/>
                </a:solidFill>
                <a:ea typeface="等线" panose="02010600030101010101" pitchFamily="2" charset="-122"/>
                <a:cs typeface="Calibri" panose="020F0502020204030204" pitchFamily="34" charset="0"/>
              </a:rPr>
              <a:t>Ph2, N=2</a:t>
            </a:r>
          </a:p>
        </p:txBody>
      </p:sp>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3"/>
            </p:custDataLst>
          </p:nvPr>
        </p:nvSpPr>
        <p:spPr>
          <a:xfrm>
            <a:off x="2690175" y="4172897"/>
            <a:ext cx="910164"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cs typeface="Calibri" panose="020F0502020204030204" pitchFamily="34" charset="0"/>
              </a:rPr>
              <a:t>Oct 2025</a:t>
            </a: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4"/>
            </p:custDataLst>
          </p:nvPr>
        </p:nvSpPr>
        <p:spPr bwMode="auto">
          <a:xfrm>
            <a:off x="1981850" y="4351024"/>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sz="800" b="1" noProof="0">
                <a:solidFill>
                  <a:srgbClr val="000000"/>
                </a:solidFill>
                <a:ea typeface="等线" panose="02010600030101010101" pitchFamily="2" charset="-122"/>
                <a:cs typeface="Calibri" panose="020F0502020204030204" pitchFamily="34" charset="0"/>
              </a:rPr>
              <a:t>CTA Review + EC + HGRAC + 1</a:t>
            </a:r>
            <a:r>
              <a:rPr lang="en-US" sz="800" b="1" baseline="30000" noProof="0">
                <a:solidFill>
                  <a:srgbClr val="000000"/>
                </a:solidFill>
                <a:ea typeface="等线" panose="02010600030101010101" pitchFamily="2" charset="-122"/>
                <a:cs typeface="Calibri" panose="020F0502020204030204" pitchFamily="34" charset="0"/>
              </a:rPr>
              <a:t>st</a:t>
            </a:r>
            <a:r>
              <a:rPr lang="en-US" sz="800" b="1" noProof="0">
                <a:solidFill>
                  <a:srgbClr val="000000"/>
                </a:solidFill>
                <a:ea typeface="等线" panose="02010600030101010101" pitchFamily="2" charset="-122"/>
                <a:cs typeface="Calibri" panose="020F0502020204030204" pitchFamily="34" charset="0"/>
              </a:rPr>
              <a:t> SIV</a:t>
            </a:r>
          </a:p>
        </p:txBody>
      </p:sp>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5"/>
            </p:custDataLst>
          </p:nvPr>
        </p:nvSpPr>
        <p:spPr>
          <a:xfrm>
            <a:off x="1762461" y="4172897"/>
            <a:ext cx="682623" cy="164212"/>
          </a:xfrm>
          <a:prstGeom prst="rect">
            <a:avLst/>
          </a:prstGeom>
          <a:noFill/>
        </p:spPr>
        <p:txBody>
          <a:bodyPr vert="horz" wrap="square" lIns="0" tIns="0" rIns="0" bIns="0" rtlCol="0" anchor="ctr" anchorCtr="0">
            <a:spAutoFit/>
          </a:bodyPr>
          <a:lstStyle/>
          <a:p>
            <a:pPr algn="ctr" defTabSz="1219108">
              <a:defRPr/>
            </a:pPr>
            <a:r>
              <a:rPr lang="en-US" sz="1067" b="1" i="1" baseline="30000" noProof="0">
                <a:solidFill>
                  <a:schemeClr val="bg1">
                    <a:lumMod val="65000"/>
                  </a:schemeClr>
                </a:solidFill>
                <a:ea typeface="等线" panose="02010600030101010101" pitchFamily="2" charset="-122"/>
                <a:cs typeface="Calibri" panose="020F0502020204030204" pitchFamily="34" charset="0"/>
              </a:rPr>
              <a:t> </a:t>
            </a:r>
            <a:r>
              <a:rPr lang="en-US" sz="1067" b="1" i="1" noProof="0">
                <a:solidFill>
                  <a:schemeClr val="bg1">
                    <a:lumMod val="65000"/>
                  </a:schemeClr>
                </a:solidFill>
                <a:ea typeface="等线" panose="02010600030101010101" pitchFamily="2" charset="-122"/>
                <a:cs typeface="Calibri" panose="020F0502020204030204" pitchFamily="34" charset="0"/>
              </a:rPr>
              <a:t>Apr 2025</a:t>
            </a:r>
          </a:p>
        </p:txBody>
      </p:sp>
      <p:sp>
        <p:nvSpPr>
          <p:cNvPr id="256" name="Rectangle 77">
            <a:extLst>
              <a:ext uri="{FF2B5EF4-FFF2-40B4-BE49-F238E27FC236}">
                <a16:creationId xmlns:a16="http://schemas.microsoft.com/office/drawing/2014/main" id="{CA0D8EFB-CB41-84C8-BA95-775353EDE6C7}"/>
              </a:ext>
            </a:extLst>
          </p:cNvPr>
          <p:cNvSpPr/>
          <p:nvPr/>
        </p:nvSpPr>
        <p:spPr>
          <a:xfrm>
            <a:off x="2937350" y="4639315"/>
            <a:ext cx="626660" cy="256545"/>
          </a:xfrm>
          <a:prstGeom prst="rect">
            <a:avLst/>
          </a:prstGeom>
        </p:spPr>
        <p:txBody>
          <a:bodyPr wrap="squar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1</a:t>
            </a:r>
            <a:r>
              <a:rPr lang="en-US" sz="1067" b="1" baseline="30000" noProof="0">
                <a:solidFill>
                  <a:srgbClr val="44546A"/>
                </a:solidFill>
                <a:ea typeface="等线" panose="02010600030101010101" pitchFamily="2" charset="-122"/>
                <a:cs typeface="Calibri" panose="020F0502020204030204" pitchFamily="34" charset="0"/>
              </a:rPr>
              <a:t>st</a:t>
            </a:r>
            <a:r>
              <a:rPr lang="en-US" sz="1067" b="1" noProof="0">
                <a:solidFill>
                  <a:srgbClr val="44546A"/>
                </a:solidFill>
                <a:ea typeface="等线" panose="02010600030101010101" pitchFamily="2" charset="-122"/>
                <a:cs typeface="Calibri" panose="020F0502020204030204" pitchFamily="34" charset="0"/>
              </a:rPr>
              <a:t> SIV</a:t>
            </a: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6"/>
            </p:custDataLst>
          </p:nvPr>
        </p:nvSpPr>
        <p:spPr bwMode="auto">
          <a:xfrm rot="16200000">
            <a:off x="1971073" y="458396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en-US" sz="933" noProof="0">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7"/>
            </p:custDataLst>
          </p:nvPr>
        </p:nvSpPr>
        <p:spPr>
          <a:xfrm>
            <a:off x="1752395" y="4685481"/>
            <a:ext cx="928201" cy="164212"/>
          </a:xfrm>
          <a:prstGeom prst="rect">
            <a:avLst/>
          </a:prstGeom>
          <a:noFill/>
        </p:spPr>
        <p:txBody>
          <a:bodyPr vert="horz" wrap="square" lIns="0" tIns="0" rIns="0" bIns="0" rtlCol="0" anchor="ctr" anchorCtr="0">
            <a:spAutoFit/>
          </a:bodyPr>
          <a:lstStyle/>
          <a:p>
            <a:pPr defTabSz="1219108">
              <a:defRPr/>
            </a:pPr>
            <a:r>
              <a:rPr lang="en-US" sz="1067" b="1" noProof="0">
                <a:solidFill>
                  <a:srgbClr val="44546A"/>
                </a:solidFill>
                <a:ea typeface="等线" panose="02010600030101010101" pitchFamily="2" charset="-122"/>
                <a:cs typeface="Calibri" panose="020F0502020204030204" pitchFamily="34" charset="0"/>
              </a:rPr>
              <a:t>CTA Sub</a:t>
            </a:r>
          </a:p>
        </p:txBody>
      </p:sp>
      <p:sp>
        <p:nvSpPr>
          <p:cNvPr id="266" name="TextBox 82">
            <a:extLst>
              <a:ext uri="{FF2B5EF4-FFF2-40B4-BE49-F238E27FC236}">
                <a16:creationId xmlns:a16="http://schemas.microsoft.com/office/drawing/2014/main" id="{C1D844D0-5E8F-6421-A642-904A5B8CC8CD}"/>
              </a:ext>
            </a:extLst>
          </p:cNvPr>
          <p:cNvSpPr txBox="1"/>
          <p:nvPr/>
        </p:nvSpPr>
        <p:spPr>
          <a:xfrm>
            <a:off x="31595" y="4590259"/>
            <a:ext cx="825189" cy="328423"/>
          </a:xfrm>
          <a:prstGeom prst="rect">
            <a:avLst/>
          </a:prstGeom>
          <a:noFill/>
          <a:ln>
            <a:noFill/>
          </a:ln>
        </p:spPr>
        <p:txBody>
          <a:bodyPr wrap="square" lIns="0" tIns="0" rIns="0" bIns="0" rtlCol="0">
            <a:spAutoFit/>
          </a:bodyPr>
          <a:lstStyle/>
          <a:p>
            <a:pPr algn="ctr" defTabSz="914377">
              <a:defRPr/>
            </a:pPr>
            <a:r>
              <a:rPr lang="en-US" sz="1067" b="1" noProof="0">
                <a:solidFill>
                  <a:srgbClr val="08312A"/>
                </a:solidFill>
                <a:cs typeface="Calibri" panose="020F0502020204030204" pitchFamily="34" charset="0"/>
              </a:rPr>
              <a:t>Ph2/3-</a:t>
            </a:r>
          </a:p>
          <a:p>
            <a:pPr algn="ctr" defTabSz="914377">
              <a:defRPr/>
            </a:pPr>
            <a:r>
              <a:rPr lang="en-US" sz="1067" b="1" noProof="0">
                <a:solidFill>
                  <a:srgbClr val="08312A"/>
                </a:solidFill>
                <a:cs typeface="Calibri" panose="020F0502020204030204" pitchFamily="34" charset="0"/>
              </a:rPr>
              <a:t>1403-0032</a:t>
            </a:r>
          </a:p>
        </p:txBody>
      </p:sp>
      <p:grpSp>
        <p:nvGrpSpPr>
          <p:cNvPr id="7" name="Group 6">
            <a:extLst>
              <a:ext uri="{FF2B5EF4-FFF2-40B4-BE49-F238E27FC236}">
                <a16:creationId xmlns:a16="http://schemas.microsoft.com/office/drawing/2014/main" id="{36A85B01-3B2C-C91E-771D-44E906A97881}"/>
              </a:ext>
            </a:extLst>
          </p:cNvPr>
          <p:cNvGrpSpPr/>
          <p:nvPr/>
        </p:nvGrpSpPr>
        <p:grpSpPr>
          <a:xfrm>
            <a:off x="1163095" y="2069355"/>
            <a:ext cx="1060915" cy="720687"/>
            <a:chOff x="1564373" y="2099832"/>
            <a:chExt cx="1060915" cy="720687"/>
          </a:xfrm>
        </p:grpSpPr>
        <p:sp>
          <p:nvSpPr>
            <p:cNvPr id="249" name="Rectangle 52">
              <a:extLst>
                <a:ext uri="{FF2B5EF4-FFF2-40B4-BE49-F238E27FC236}">
                  <a16:creationId xmlns:a16="http://schemas.microsoft.com/office/drawing/2014/main" id="{12DFDD77-3A58-72FD-B7F7-3AD9C2D417AC}"/>
                </a:ext>
              </a:extLst>
            </p:cNvPr>
            <p:cNvSpPr/>
            <p:nvPr/>
          </p:nvSpPr>
          <p:spPr>
            <a:xfrm>
              <a:off x="1875097" y="2563974"/>
              <a:ext cx="413896" cy="256545"/>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rPr>
                <a:t>SIV</a:t>
              </a: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10"/>
              </p:custDataLst>
            </p:nvPr>
          </p:nvSpPr>
          <p:spPr>
            <a:xfrm>
              <a:off x="1564373" y="2099832"/>
              <a:ext cx="1060915"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rPr>
                <a:t>Dec 2024</a:t>
              </a: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grpSp>
      <p:grpSp>
        <p:nvGrpSpPr>
          <p:cNvPr id="5" name="Group 4">
            <a:extLst>
              <a:ext uri="{FF2B5EF4-FFF2-40B4-BE49-F238E27FC236}">
                <a16:creationId xmlns:a16="http://schemas.microsoft.com/office/drawing/2014/main" id="{E6E07493-B3EA-336B-3E8B-B467AF21CD84}"/>
              </a:ext>
            </a:extLst>
          </p:cNvPr>
          <p:cNvGrpSpPr/>
          <p:nvPr/>
        </p:nvGrpSpPr>
        <p:grpSpPr>
          <a:xfrm>
            <a:off x="11280853" y="2075181"/>
            <a:ext cx="911147" cy="720686"/>
            <a:chOff x="4263715" y="2099832"/>
            <a:chExt cx="911147" cy="720686"/>
          </a:xfrm>
        </p:grpSpPr>
        <p:sp>
          <p:nvSpPr>
            <p:cNvPr id="264" name="Rectangle 55">
              <a:extLst>
                <a:ext uri="{FF2B5EF4-FFF2-40B4-BE49-F238E27FC236}">
                  <a16:creationId xmlns:a16="http://schemas.microsoft.com/office/drawing/2014/main" id="{AA8BE26C-62F1-CD5B-D05C-AB261F53C0FC}"/>
                </a:ext>
              </a:extLst>
            </p:cNvPr>
            <p:cNvSpPr/>
            <p:nvPr/>
          </p:nvSpPr>
          <p:spPr>
            <a:xfrm>
              <a:off x="4520737" y="2563973"/>
              <a:ext cx="453970" cy="256545"/>
            </a:xfrm>
            <a:prstGeom prst="rect">
              <a:avLst/>
            </a:prstGeom>
          </p:spPr>
          <p:txBody>
            <a:bodyPr wrap="none">
              <a:spAutoFit/>
            </a:bodyPr>
            <a:lstStyle/>
            <a:p>
              <a:pPr algn="ctr" defTabSz="1219108">
                <a:defRPr/>
              </a:pPr>
              <a:r>
                <a:rPr lang="en-US" sz="1067" b="1" noProof="0">
                  <a:solidFill>
                    <a:srgbClr val="44546A"/>
                  </a:solidFill>
                  <a:ea typeface="等线" panose="02010600030101010101" pitchFamily="2" charset="-122"/>
                  <a:cs typeface="Calibri" panose="020F0502020204030204" pitchFamily="34" charset="0"/>
                </a:rPr>
                <a:t>LPC</a:t>
              </a: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9"/>
              </p:custDataLst>
            </p:nvPr>
          </p:nvSpPr>
          <p:spPr>
            <a:xfrm>
              <a:off x="4263715" y="2099832"/>
              <a:ext cx="911147"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cs typeface="Calibri" panose="020F0502020204030204" pitchFamily="34" charset="0"/>
                </a:rPr>
                <a:t>Dec 2034</a:t>
              </a: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465929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grpSp>
      <p:sp>
        <p:nvSpPr>
          <p:cNvPr id="276" name="Star: 4 Points 143">
            <a:extLst>
              <a:ext uri="{FF2B5EF4-FFF2-40B4-BE49-F238E27FC236}">
                <a16:creationId xmlns:a16="http://schemas.microsoft.com/office/drawing/2014/main" id="{8C066891-4871-1004-4C87-7F9BB34F324F}"/>
              </a:ext>
            </a:extLst>
          </p:cNvPr>
          <p:cNvSpPr/>
          <p:nvPr/>
        </p:nvSpPr>
        <p:spPr bwMode="auto">
          <a:xfrm>
            <a:off x="3067259" y="45531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312" name="文本框 160">
            <a:extLst>
              <a:ext uri="{FF2B5EF4-FFF2-40B4-BE49-F238E27FC236}">
                <a16:creationId xmlns:a16="http://schemas.microsoft.com/office/drawing/2014/main" id="{B30F5C3A-64C8-05AC-FCE8-FDB49B2526AD}"/>
              </a:ext>
            </a:extLst>
          </p:cNvPr>
          <p:cNvSpPr txBox="1"/>
          <p:nvPr/>
        </p:nvSpPr>
        <p:spPr>
          <a:xfrm>
            <a:off x="8307548" y="4938447"/>
            <a:ext cx="2875771" cy="283837"/>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sz="1067" i="1" noProof="0">
                <a:cs typeface="Calibri" panose="020F0502020204030204" pitchFamily="34" charset="0"/>
              </a:rPr>
              <a:t>CTA was approved on 27 Aug 2025. </a:t>
            </a:r>
          </a:p>
        </p:txBody>
      </p:sp>
      <p:grpSp>
        <p:nvGrpSpPr>
          <p:cNvPr id="3" name="Group 62">
            <a:extLst>
              <a:ext uri="{FF2B5EF4-FFF2-40B4-BE49-F238E27FC236}">
                <a16:creationId xmlns:a16="http://schemas.microsoft.com/office/drawing/2014/main" id="{0331FEA6-4AAD-ABCE-2931-C06356946F4B}"/>
              </a:ext>
            </a:extLst>
          </p:cNvPr>
          <p:cNvGrpSpPr/>
          <p:nvPr/>
        </p:nvGrpSpPr>
        <p:grpSpPr>
          <a:xfrm>
            <a:off x="3841974" y="724502"/>
            <a:ext cx="546747" cy="6134718"/>
            <a:chOff x="1155349" y="1057179"/>
            <a:chExt cx="546747" cy="4601037"/>
          </a:xfrm>
        </p:grpSpPr>
        <p:cxnSp>
          <p:nvCxnSpPr>
            <p:cNvPr id="11" name="Straight Connector 63">
              <a:extLst>
                <a:ext uri="{FF2B5EF4-FFF2-40B4-BE49-F238E27FC236}">
                  <a16:creationId xmlns:a16="http://schemas.microsoft.com/office/drawing/2014/main" id="{2D5CF299-051F-7B06-76B5-FD628DB6EF75}"/>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12" name="OTLSHAPE_T_e17f3958430f4cff8650518c93c7635e_StartDate">
              <a:extLst>
                <a:ext uri="{FF2B5EF4-FFF2-40B4-BE49-F238E27FC236}">
                  <a16:creationId xmlns:a16="http://schemas.microsoft.com/office/drawing/2014/main" id="{8A35038B-BAEC-E138-564D-EA373BB654FF}"/>
                </a:ext>
              </a:extLst>
            </p:cNvPr>
            <p:cNvSpPr txBox="1"/>
            <p:nvPr>
              <p:custDataLst>
                <p:tags r:id="rId8"/>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sz="1067" b="1" noProof="0">
                  <a:solidFill>
                    <a:schemeClr val="tx2"/>
                  </a:solidFill>
                  <a:cs typeface="Calibri" panose="020F0502020204030204" pitchFamily="34" charset="0"/>
                </a:rPr>
                <a:t>We are here</a:t>
              </a:r>
            </a:p>
          </p:txBody>
        </p:sp>
      </p:grpSp>
    </p:spTree>
    <p:extLst>
      <p:ext uri="{BB962C8B-B14F-4D97-AF65-F5344CB8AC3E}">
        <p14:creationId xmlns:p14="http://schemas.microsoft.com/office/powerpoint/2010/main" val="16232635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419F53-5319-1409-55D0-35D550ADB5FA}"/>
              </a:ext>
            </a:extLst>
          </p:cNvPr>
          <p:cNvSpPr>
            <a:spLocks noGrp="1"/>
          </p:cNvSpPr>
          <p:nvPr>
            <p:ph type="title"/>
          </p:nvPr>
        </p:nvSpPr>
        <p:spPr/>
        <p:txBody>
          <a:bodyPr/>
          <a:lstStyle/>
          <a:p>
            <a:r>
              <a:rPr lang="en-US" noProof="0"/>
              <a:t>Early Assets</a:t>
            </a:r>
          </a:p>
        </p:txBody>
      </p:sp>
      <p:sp>
        <p:nvSpPr>
          <p:cNvPr id="3" name="副标题 2">
            <a:extLst>
              <a:ext uri="{FF2B5EF4-FFF2-40B4-BE49-F238E27FC236}">
                <a16:creationId xmlns:a16="http://schemas.microsoft.com/office/drawing/2014/main" id="{5938E29C-F971-3DD1-7B53-EDA5E4FE3087}"/>
              </a:ext>
            </a:extLst>
          </p:cNvPr>
          <p:cNvSpPr>
            <a:spLocks noGrp="1"/>
          </p:cNvSpPr>
          <p:nvPr>
            <p:ph type="subTitle" idx="14"/>
          </p:nvPr>
        </p:nvSpPr>
        <p:spPr>
          <a:xfrm>
            <a:off x="479424" y="3429000"/>
            <a:ext cx="7632701" cy="1024128"/>
          </a:xfrm>
        </p:spPr>
        <p:txBody>
          <a:bodyPr/>
          <a:lstStyle/>
          <a:p>
            <a:pPr marL="342900" indent="-342900">
              <a:buFont typeface="Arial" panose="020B0604020202020204" pitchFamily="34" charset="0"/>
              <a:buChar char="•"/>
            </a:pPr>
            <a:r>
              <a:rPr lang="en-US" sz="2000" b="1" u="sng" noProof="0"/>
              <a:t>CD137/FAP (BI 765179)</a:t>
            </a:r>
          </a:p>
          <a:p>
            <a:pPr marL="342900" indent="-342900">
              <a:buFont typeface="Arial" panose="020B0604020202020204" pitchFamily="34" charset="0"/>
              <a:buChar char="•"/>
            </a:pPr>
            <a:r>
              <a:rPr lang="en-US" sz="2000" b="1" u="sng" noProof="0"/>
              <a:t>STING Agonist (BI 1703880)</a:t>
            </a:r>
            <a:endParaRPr lang="en-US" sz="2000" b="1" u="sng"/>
          </a:p>
          <a:p>
            <a:pPr marL="342900" indent="-342900">
              <a:buFont typeface="Arial" panose="020B0604020202020204" pitchFamily="34" charset="0"/>
              <a:buChar char="•"/>
            </a:pPr>
            <a:r>
              <a:rPr lang="en-US" sz="2000" b="1" u="sng"/>
              <a:t>LY6K-HLA/CD3 (BI </a:t>
            </a:r>
            <a:r>
              <a:rPr lang="zh-CN" altLang="en-US" sz="2000" b="1" u="sng"/>
              <a:t> </a:t>
            </a:r>
            <a:r>
              <a:rPr lang="en-US" altLang="zh-CN" sz="2000" b="1" u="sng"/>
              <a:t>3822971</a:t>
            </a:r>
            <a:r>
              <a:rPr lang="en-US" sz="2000" b="1" u="sng"/>
              <a:t>)</a:t>
            </a:r>
          </a:p>
        </p:txBody>
      </p:sp>
      <p:sp>
        <p:nvSpPr>
          <p:cNvPr id="4" name="灯片编号占位符 3">
            <a:extLst>
              <a:ext uri="{FF2B5EF4-FFF2-40B4-BE49-F238E27FC236}">
                <a16:creationId xmlns:a16="http://schemas.microsoft.com/office/drawing/2014/main" id="{9E8D66F0-5F4E-7D3E-F507-A01526A1E228}"/>
              </a:ext>
            </a:extLst>
          </p:cNvPr>
          <p:cNvSpPr>
            <a:spLocks noGrp="1"/>
          </p:cNvSpPr>
          <p:nvPr>
            <p:ph type="sldNum" sz="quarter" idx="16"/>
          </p:nvPr>
        </p:nvSpPr>
        <p:spPr/>
        <p:txBody>
          <a:bodyPr/>
          <a:lstStyle/>
          <a:p>
            <a:fld id="{8FF9B0DE-3FEB-4AA0-B465-B80EF7C1333D}" type="slidenum">
              <a:rPr lang="en-US" noProof="0" smtClean="0"/>
              <a:pPr/>
              <a:t>35</a:t>
            </a:fld>
            <a:endParaRPr lang="en-US" noProof="0"/>
          </a:p>
        </p:txBody>
      </p:sp>
    </p:spTree>
    <p:extLst>
      <p:ext uri="{BB962C8B-B14F-4D97-AF65-F5344CB8AC3E}">
        <p14:creationId xmlns:p14="http://schemas.microsoft.com/office/powerpoint/2010/main" val="32706202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419F53-5319-1409-55D0-35D550ADB5FA}"/>
              </a:ext>
            </a:extLst>
          </p:cNvPr>
          <p:cNvSpPr>
            <a:spLocks noGrp="1"/>
          </p:cNvSpPr>
          <p:nvPr>
            <p:ph type="title"/>
          </p:nvPr>
        </p:nvSpPr>
        <p:spPr/>
        <p:txBody>
          <a:bodyPr/>
          <a:lstStyle/>
          <a:p>
            <a:r>
              <a:rPr lang="en-US" noProof="0"/>
              <a:t>CD137/FAP (BI 765179) </a:t>
            </a:r>
          </a:p>
        </p:txBody>
      </p:sp>
      <p:sp>
        <p:nvSpPr>
          <p:cNvPr id="3" name="副标题 2">
            <a:extLst>
              <a:ext uri="{FF2B5EF4-FFF2-40B4-BE49-F238E27FC236}">
                <a16:creationId xmlns:a16="http://schemas.microsoft.com/office/drawing/2014/main" id="{5938E29C-F971-3DD1-7B53-EDA5E4FE3087}"/>
              </a:ext>
            </a:extLst>
          </p:cNvPr>
          <p:cNvSpPr>
            <a:spLocks noGrp="1"/>
          </p:cNvSpPr>
          <p:nvPr>
            <p:ph type="subTitle" idx="14"/>
          </p:nvPr>
        </p:nvSpPr>
        <p:spPr/>
        <p:txBody>
          <a:bodyPr/>
          <a:lstStyle/>
          <a:p>
            <a:endParaRPr lang="en-US" noProof="0"/>
          </a:p>
        </p:txBody>
      </p:sp>
      <p:sp>
        <p:nvSpPr>
          <p:cNvPr id="4" name="灯片编号占位符 3">
            <a:extLst>
              <a:ext uri="{FF2B5EF4-FFF2-40B4-BE49-F238E27FC236}">
                <a16:creationId xmlns:a16="http://schemas.microsoft.com/office/drawing/2014/main" id="{9E8D66F0-5F4E-7D3E-F507-A01526A1E228}"/>
              </a:ext>
            </a:extLst>
          </p:cNvPr>
          <p:cNvSpPr>
            <a:spLocks noGrp="1"/>
          </p:cNvSpPr>
          <p:nvPr>
            <p:ph type="sldNum" sz="quarter" idx="16"/>
          </p:nvPr>
        </p:nvSpPr>
        <p:spPr/>
        <p:txBody>
          <a:bodyPr/>
          <a:lstStyle/>
          <a:p>
            <a:fld id="{8FF9B0DE-3FEB-4AA0-B465-B80EF7C1333D}" type="slidenum">
              <a:rPr lang="en-US" noProof="0" smtClean="0"/>
              <a:pPr/>
              <a:t>36</a:t>
            </a:fld>
            <a:endParaRPr lang="en-US" noProof="0"/>
          </a:p>
        </p:txBody>
      </p:sp>
    </p:spTree>
    <p:extLst>
      <p:ext uri="{BB962C8B-B14F-4D97-AF65-F5344CB8AC3E}">
        <p14:creationId xmlns:p14="http://schemas.microsoft.com/office/powerpoint/2010/main" val="25424496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86ECF73-932A-C3EF-83FD-852147BC214C}"/>
              </a:ext>
            </a:extLst>
          </p:cNvPr>
          <p:cNvGraphicFramePr>
            <a:graphicFrameLocks noGrp="1"/>
          </p:cNvGraphicFramePr>
          <p:nvPr>
            <p:extLst>
              <p:ext uri="{D42A27DB-BD31-4B8C-83A1-F6EECF244321}">
                <p14:modId xmlns:p14="http://schemas.microsoft.com/office/powerpoint/2010/main" val="2127375875"/>
              </p:ext>
            </p:extLst>
          </p:nvPr>
        </p:nvGraphicFramePr>
        <p:xfrm>
          <a:off x="1314373" y="982328"/>
          <a:ext cx="10631424" cy="685800"/>
        </p:xfrm>
        <a:graphic>
          <a:graphicData uri="http://schemas.openxmlformats.org/drawingml/2006/table">
            <a:tbl>
              <a:tblPr firstRow="1" bandRow="1"/>
              <a:tblGrid>
                <a:gridCol w="633984">
                  <a:extLst>
                    <a:ext uri="{9D8B030D-6E8A-4147-A177-3AD203B41FA5}">
                      <a16:colId xmlns:a16="http://schemas.microsoft.com/office/drawing/2014/main" val="3411862845"/>
                    </a:ext>
                  </a:extLst>
                </a:gridCol>
                <a:gridCol w="633984">
                  <a:extLst>
                    <a:ext uri="{9D8B030D-6E8A-4147-A177-3AD203B41FA5}">
                      <a16:colId xmlns:a16="http://schemas.microsoft.com/office/drawing/2014/main" val="2851474774"/>
                    </a:ext>
                  </a:extLst>
                </a:gridCol>
                <a:gridCol w="633984">
                  <a:extLst>
                    <a:ext uri="{9D8B030D-6E8A-4147-A177-3AD203B41FA5}">
                      <a16:colId xmlns:a16="http://schemas.microsoft.com/office/drawing/2014/main" val="107595344"/>
                    </a:ext>
                  </a:extLst>
                </a:gridCol>
                <a:gridCol w="633984">
                  <a:extLst>
                    <a:ext uri="{9D8B030D-6E8A-4147-A177-3AD203B41FA5}">
                      <a16:colId xmlns:a16="http://schemas.microsoft.com/office/drawing/2014/main" val="1666999431"/>
                    </a:ext>
                  </a:extLst>
                </a:gridCol>
                <a:gridCol w="633984">
                  <a:extLst>
                    <a:ext uri="{9D8B030D-6E8A-4147-A177-3AD203B41FA5}">
                      <a16:colId xmlns:a16="http://schemas.microsoft.com/office/drawing/2014/main" val="3696607442"/>
                    </a:ext>
                  </a:extLst>
                </a:gridCol>
                <a:gridCol w="633984">
                  <a:extLst>
                    <a:ext uri="{9D8B030D-6E8A-4147-A177-3AD203B41FA5}">
                      <a16:colId xmlns:a16="http://schemas.microsoft.com/office/drawing/2014/main" val="223989776"/>
                    </a:ext>
                  </a:extLst>
                </a:gridCol>
                <a:gridCol w="633984">
                  <a:extLst>
                    <a:ext uri="{9D8B030D-6E8A-4147-A177-3AD203B41FA5}">
                      <a16:colId xmlns:a16="http://schemas.microsoft.com/office/drawing/2014/main" val="124731204"/>
                    </a:ext>
                  </a:extLst>
                </a:gridCol>
                <a:gridCol w="633984">
                  <a:extLst>
                    <a:ext uri="{9D8B030D-6E8A-4147-A177-3AD203B41FA5}">
                      <a16:colId xmlns:a16="http://schemas.microsoft.com/office/drawing/2014/main" val="3066978585"/>
                    </a:ext>
                  </a:extLst>
                </a:gridCol>
                <a:gridCol w="633984">
                  <a:extLst>
                    <a:ext uri="{9D8B030D-6E8A-4147-A177-3AD203B41FA5}">
                      <a16:colId xmlns:a16="http://schemas.microsoft.com/office/drawing/2014/main" val="1064917641"/>
                    </a:ext>
                  </a:extLst>
                </a:gridCol>
                <a:gridCol w="633984">
                  <a:extLst>
                    <a:ext uri="{9D8B030D-6E8A-4147-A177-3AD203B41FA5}">
                      <a16:colId xmlns:a16="http://schemas.microsoft.com/office/drawing/2014/main" val="4221117315"/>
                    </a:ext>
                  </a:extLst>
                </a:gridCol>
                <a:gridCol w="633984">
                  <a:extLst>
                    <a:ext uri="{9D8B030D-6E8A-4147-A177-3AD203B41FA5}">
                      <a16:colId xmlns:a16="http://schemas.microsoft.com/office/drawing/2014/main" val="3266065341"/>
                    </a:ext>
                  </a:extLst>
                </a:gridCol>
                <a:gridCol w="633984">
                  <a:extLst>
                    <a:ext uri="{9D8B030D-6E8A-4147-A177-3AD203B41FA5}">
                      <a16:colId xmlns:a16="http://schemas.microsoft.com/office/drawing/2014/main" val="2374051224"/>
                    </a:ext>
                  </a:extLst>
                </a:gridCol>
                <a:gridCol w="633984">
                  <a:extLst>
                    <a:ext uri="{9D8B030D-6E8A-4147-A177-3AD203B41FA5}">
                      <a16:colId xmlns:a16="http://schemas.microsoft.com/office/drawing/2014/main" val="1840388365"/>
                    </a:ext>
                  </a:extLst>
                </a:gridCol>
                <a:gridCol w="633984">
                  <a:extLst>
                    <a:ext uri="{9D8B030D-6E8A-4147-A177-3AD203B41FA5}">
                      <a16:colId xmlns:a16="http://schemas.microsoft.com/office/drawing/2014/main" val="267750830"/>
                    </a:ext>
                  </a:extLst>
                </a:gridCol>
                <a:gridCol w="633984">
                  <a:extLst>
                    <a:ext uri="{9D8B030D-6E8A-4147-A177-3AD203B41FA5}">
                      <a16:colId xmlns:a16="http://schemas.microsoft.com/office/drawing/2014/main" val="3966469970"/>
                    </a:ext>
                  </a:extLst>
                </a:gridCol>
                <a:gridCol w="633984">
                  <a:extLst>
                    <a:ext uri="{9D8B030D-6E8A-4147-A177-3AD203B41FA5}">
                      <a16:colId xmlns:a16="http://schemas.microsoft.com/office/drawing/2014/main" val="2522973146"/>
                    </a:ext>
                  </a:extLst>
                </a:gridCol>
                <a:gridCol w="487680">
                  <a:extLst>
                    <a:ext uri="{9D8B030D-6E8A-4147-A177-3AD203B41FA5}">
                      <a16:colId xmlns:a16="http://schemas.microsoft.com/office/drawing/2014/main" val="2254751904"/>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sz="1100" b="1" noProof="0">
                          <a:latin typeface="+mn-lt"/>
                          <a:cs typeface="Arial" panose="020B0604020202020204" pitchFamily="34" charset="0"/>
                        </a:rPr>
                        <a:t>2024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sz="1100" b="1" noProof="0">
                          <a:latin typeface="+mn-lt"/>
                          <a:cs typeface="Arial" panose="020B0604020202020204" pitchFamily="34" charset="0"/>
                        </a:rPr>
                        <a:t>2025</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sz="1100" b="1" noProof="0">
                          <a:latin typeface="+mn-lt"/>
                          <a:cs typeface="Arial" panose="020B0604020202020204" pitchFamily="34" charset="0"/>
                        </a:rPr>
                        <a:t>2026</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sz="1100" b="1" kern="1200" noProof="0">
                          <a:solidFill>
                            <a:schemeClr val="lt1"/>
                          </a:solidFill>
                          <a:latin typeface="+mn-lt"/>
                          <a:ea typeface="+mn-ea"/>
                          <a:cs typeface="Arial" panose="020B0604020202020204" pitchFamily="34" charset="0"/>
                        </a:rPr>
                        <a:t>2027</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sz="1100" b="1" kern="1200" noProof="0">
                          <a:solidFill>
                            <a:schemeClr val="lt1"/>
                          </a:solidFill>
                          <a:latin typeface="+mn-lt"/>
                          <a:ea typeface="+mn-ea"/>
                          <a:cs typeface="Arial" panose="020B0604020202020204" pitchFamily="34" charset="0"/>
                        </a:rPr>
                        <a:t>2028</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sz="1100" b="1" kern="1200" noProof="0">
                          <a:solidFill>
                            <a:schemeClr val="lt1"/>
                          </a:solidFill>
                          <a:latin typeface="+mn-lt"/>
                          <a:ea typeface="+mn-ea"/>
                          <a:cs typeface="Arial" panose="020B0604020202020204" pitchFamily="34" charset="0"/>
                        </a:rPr>
                        <a:t>2029</a:t>
                      </a: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mn-lt"/>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mn-lt"/>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mn-lt"/>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mn-lt"/>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mn-lt"/>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mn-lt"/>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mn-lt"/>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mn-lt"/>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mn-lt"/>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mn-lt"/>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mn-lt"/>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sz="1100" b="1" noProof="0">
                          <a:solidFill>
                            <a:srgbClr val="000000"/>
                          </a:solidFill>
                          <a:latin typeface="+mn-lt"/>
                          <a:cs typeface="Arial" panose="020B0604020202020204" pitchFamily="34" charset="0"/>
                        </a:rPr>
                        <a:t>Q4</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mn-lt"/>
                          <a:cs typeface="Arial" panose="020B0604020202020204" pitchFamily="34" charset="0"/>
                        </a:rPr>
                        <a:t>H1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mn-lt"/>
                          <a:cs typeface="Arial" panose="020B0604020202020204" pitchFamily="34" charset="0"/>
                        </a:rPr>
                        <a:t>H2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mn-lt"/>
                          <a:cs typeface="Arial" panose="020B0604020202020204" pitchFamily="34" charset="0"/>
                        </a:rPr>
                        <a:t>H1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sz="1100" b="1" noProof="0">
                          <a:solidFill>
                            <a:srgbClr val="000000"/>
                          </a:solidFill>
                          <a:latin typeface="+mn-lt"/>
                          <a:cs typeface="Arial" panose="020B0604020202020204" pitchFamily="34" charset="0"/>
                        </a:rPr>
                        <a:t>H2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vMerge="1">
                  <a:txBody>
                    <a:bodyPr/>
                    <a:lstStyle/>
                    <a:p>
                      <a:pPr algn="ctr"/>
                      <a:endParaRPr lang="zh-CN" altLang="en-US" sz="800" b="1">
                        <a:solidFill>
                          <a:srgbClr val="000000"/>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cxnSp>
        <p:nvCxnSpPr>
          <p:cNvPr id="3" name="Straight Connector 2">
            <a:extLst>
              <a:ext uri="{FF2B5EF4-FFF2-40B4-BE49-F238E27FC236}">
                <a16:creationId xmlns:a16="http://schemas.microsoft.com/office/drawing/2014/main" id="{CC578037-E112-12E4-BF22-ED17B58C9C6B}"/>
              </a:ext>
            </a:extLst>
          </p:cNvPr>
          <p:cNvCxnSpPr>
            <a:cxnSpLocks/>
          </p:cNvCxnSpPr>
          <p:nvPr/>
        </p:nvCxnSpPr>
        <p:spPr bwMode="auto">
          <a:xfrm flipH="1">
            <a:off x="27109" y="4384108"/>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6" name="Isosceles Triangle 5">
            <a:extLst>
              <a:ext uri="{FF2B5EF4-FFF2-40B4-BE49-F238E27FC236}">
                <a16:creationId xmlns:a16="http://schemas.microsoft.com/office/drawing/2014/main" id="{FD35A972-500C-21A9-58D5-58731C71008C}"/>
              </a:ext>
            </a:extLst>
          </p:cNvPr>
          <p:cNvSpPr/>
          <p:nvPr/>
        </p:nvSpPr>
        <p:spPr>
          <a:xfrm rot="16200000" flipH="1">
            <a:off x="869325" y="1209808"/>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218"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7" name="Isosceles Triangle 6">
            <a:extLst>
              <a:ext uri="{FF2B5EF4-FFF2-40B4-BE49-F238E27FC236}">
                <a16:creationId xmlns:a16="http://schemas.microsoft.com/office/drawing/2014/main" id="{56C18D71-BAA3-C286-891A-7FE0987794D0}"/>
              </a:ext>
            </a:extLst>
          </p:cNvPr>
          <p:cNvSpPr/>
          <p:nvPr/>
        </p:nvSpPr>
        <p:spPr>
          <a:xfrm rot="5400000">
            <a:off x="11741793" y="1209384"/>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218"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000000"/>
              </a:solidFill>
              <a:effectLst/>
              <a:uLnTx/>
              <a:uFillTx/>
              <a:latin typeface="Boehringer Forward Text"/>
              <a:ea typeface="+mn-ea"/>
              <a:cs typeface="+mn-cs"/>
            </a:endParaRPr>
          </a:p>
        </p:txBody>
      </p:sp>
      <p:sp>
        <p:nvSpPr>
          <p:cNvPr id="8" name="TextBox 7">
            <a:extLst>
              <a:ext uri="{FF2B5EF4-FFF2-40B4-BE49-F238E27FC236}">
                <a16:creationId xmlns:a16="http://schemas.microsoft.com/office/drawing/2014/main" id="{89C72B67-DABB-F4AB-A173-244E0428F280}"/>
              </a:ext>
            </a:extLst>
          </p:cNvPr>
          <p:cNvSpPr txBox="1"/>
          <p:nvPr/>
        </p:nvSpPr>
        <p:spPr>
          <a:xfrm>
            <a:off x="261114" y="2109233"/>
            <a:ext cx="938034" cy="307777"/>
          </a:xfrm>
          <a:prstGeom prst="rect">
            <a:avLst/>
          </a:prstGeom>
          <a:noFill/>
          <a:ln>
            <a:noFill/>
          </a:ln>
        </p:spPr>
        <p:txBody>
          <a:bodyPr wrap="square" lIns="0" tIns="0" rIns="0" bIns="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Ph1-1463.1b</a:t>
            </a:r>
          </a:p>
          <a:p>
            <a:pPr marL="0" marR="0" lvl="0" indent="0" algn="ctr" defTabSz="9142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HNSCC</a:t>
            </a:r>
          </a:p>
        </p:txBody>
      </p:sp>
      <p:sp>
        <p:nvSpPr>
          <p:cNvPr id="32" name="标题 1">
            <a:extLst>
              <a:ext uri="{FF2B5EF4-FFF2-40B4-BE49-F238E27FC236}">
                <a16:creationId xmlns:a16="http://schemas.microsoft.com/office/drawing/2014/main" id="{E7E49A9E-C654-DFAE-99E3-58FBAA4FFD7F}"/>
              </a:ext>
            </a:extLst>
          </p:cNvPr>
          <p:cNvSpPr txBox="1">
            <a:spLocks/>
          </p:cNvSpPr>
          <p:nvPr/>
        </p:nvSpPr>
        <p:spPr>
          <a:xfrm>
            <a:off x="88591" y="333424"/>
            <a:ext cx="11211800" cy="369332"/>
          </a:xfrm>
          <a:prstGeom prst="rect">
            <a:avLst/>
          </a:prstGeom>
        </p:spPr>
        <p:txBody>
          <a:bodyPr vert="horz" wrap="square" lIns="0" tIns="0" rIns="0" bIns="0" rtlCol="0" anchor="t" anchorCtr="0">
            <a:spAutoFit/>
          </a:bodyPr>
          <a:lstStyle>
            <a:lvl1pPr algn="l" defTabSz="914400" rtl="0" eaLnBrk="1" latinLnBrk="0" hangingPunct="1">
              <a:lnSpc>
                <a:spcPct val="85000"/>
              </a:lnSpc>
              <a:spcBef>
                <a:spcPct val="0"/>
              </a:spcBef>
              <a:buNone/>
              <a:defRPr sz="2400" b="0" i="0" kern="1200">
                <a:solidFill>
                  <a:srgbClr val="003366"/>
                </a:solidFill>
                <a:latin typeface="BISansOptiCond"/>
                <a:ea typeface="+mj-ea"/>
                <a:cs typeface="BISansOptiCond"/>
              </a:defRPr>
            </a:lvl1pPr>
          </a:lstStyle>
          <a:p>
            <a:pPr marL="0" marR="0" lvl="0" indent="0" algn="l" defTabSz="1219020" rtl="0" eaLnBrk="1" fontAlgn="auto" latinLnBrk="0" hangingPunct="1">
              <a:lnSpc>
                <a:spcPct val="100000"/>
              </a:lnSpc>
              <a:spcBef>
                <a:spcPct val="0"/>
              </a:spcBef>
              <a:spcAft>
                <a:spcPts val="0"/>
              </a:spcAft>
              <a:buClrTx/>
              <a:buSzTx/>
              <a:buFontTx/>
              <a:buNone/>
              <a:tabLst/>
              <a:defRPr/>
            </a:pPr>
            <a:r>
              <a:rPr kumimoji="0" lang="en-US" sz="2400" b="1" i="1" u="none" strike="noStrike" kern="1200" cap="none" spc="0" normalizeH="0" baseline="0" noProof="0">
                <a:ln>
                  <a:noFill/>
                </a:ln>
                <a:solidFill>
                  <a:prstClr val="black"/>
                </a:solidFill>
                <a:effectLst/>
                <a:uLnTx/>
                <a:uFillTx/>
                <a:latin typeface="Boehringer Forward Text"/>
                <a:ea typeface="+mj-ea"/>
                <a:cs typeface="+mn-cs"/>
              </a:rPr>
              <a:t>CD137/FAP – HNSCC/NSCLC Development Plan </a:t>
            </a:r>
          </a:p>
        </p:txBody>
      </p:sp>
      <p:grpSp>
        <p:nvGrpSpPr>
          <p:cNvPr id="50" name="Group 49">
            <a:extLst>
              <a:ext uri="{FF2B5EF4-FFF2-40B4-BE49-F238E27FC236}">
                <a16:creationId xmlns:a16="http://schemas.microsoft.com/office/drawing/2014/main" id="{F0489B83-EBB6-CDC5-5B87-2584DD730307}"/>
              </a:ext>
            </a:extLst>
          </p:cNvPr>
          <p:cNvGrpSpPr/>
          <p:nvPr/>
        </p:nvGrpSpPr>
        <p:grpSpPr>
          <a:xfrm>
            <a:off x="13049" y="1370863"/>
            <a:ext cx="1097280" cy="538167"/>
            <a:chOff x="14295" y="1821272"/>
            <a:chExt cx="956521" cy="403625"/>
          </a:xfrm>
        </p:grpSpPr>
        <p:sp>
          <p:nvSpPr>
            <p:cNvPr id="51" name="Freeform: Shape 147">
              <a:extLst>
                <a:ext uri="{FF2B5EF4-FFF2-40B4-BE49-F238E27FC236}">
                  <a16:creationId xmlns:a16="http://schemas.microsoft.com/office/drawing/2014/main" id="{84D735CD-FEBD-CC49-984A-EE03A2B49A19}"/>
                </a:ext>
              </a:extLst>
            </p:cNvPr>
            <p:cNvSpPr/>
            <p:nvPr/>
          </p:nvSpPr>
          <p:spPr bwMode="auto">
            <a:xfrm>
              <a:off x="97722" y="1891290"/>
              <a:ext cx="868680" cy="274320"/>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63296" tIns="60960" rIns="73152" bIns="60960" numCol="1" rtlCol="0" anchor="ctr" anchorCtr="0" compatLnSpc="1">
              <a:prstTxWarp prst="textNoShape">
                <a:avLst/>
              </a:prstTxWarp>
              <a:noAutofit/>
            </a:bodyPr>
            <a:lstStyle/>
            <a:p>
              <a:pPr marL="0" marR="0" lvl="0" indent="0" algn="l" defTabSz="1219110" rtl="0" eaLnBrk="0" fontAlgn="base" latinLnBrk="0" hangingPunct="0">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rPr>
                <a:t>Global</a:t>
              </a:r>
            </a:p>
          </p:txBody>
        </p:sp>
        <p:sp>
          <p:nvSpPr>
            <p:cNvPr id="52" name="Oval 4">
              <a:extLst>
                <a:ext uri="{FF2B5EF4-FFF2-40B4-BE49-F238E27FC236}">
                  <a16:creationId xmlns:a16="http://schemas.microsoft.com/office/drawing/2014/main" id="{7FA3610B-4C89-958A-4BC2-95973D965952}"/>
                </a:ext>
              </a:extLst>
            </p:cNvPr>
            <p:cNvSpPr>
              <a:spLocks/>
            </p:cNvSpPr>
            <p:nvPr/>
          </p:nvSpPr>
          <p:spPr>
            <a:xfrm>
              <a:off x="14295" y="1821272"/>
              <a:ext cx="447228" cy="403625"/>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62560" tIns="81280" rIns="162560" bIns="81280" rtlCol="0" anchor="t"/>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FFFFFF"/>
                </a:solidFill>
                <a:effectLst/>
                <a:uLnTx/>
                <a:uFillTx/>
                <a:latin typeface="Boehringer Forward Text"/>
                <a:ea typeface="+mn-ea"/>
                <a:cs typeface="+mn-cs"/>
              </a:endParaRPr>
            </a:p>
          </p:txBody>
        </p:sp>
        <p:sp>
          <p:nvSpPr>
            <p:cNvPr id="53" name="Rectangle: Rounded Corners 116">
              <a:extLst>
                <a:ext uri="{FF2B5EF4-FFF2-40B4-BE49-F238E27FC236}">
                  <a16:creationId xmlns:a16="http://schemas.microsoft.com/office/drawing/2014/main" id="{E9A48A82-4B52-A9DE-2473-F05A8C2E800E}"/>
                </a:ext>
              </a:extLst>
            </p:cNvPr>
            <p:cNvSpPr/>
            <p:nvPr/>
          </p:nvSpPr>
          <p:spPr bwMode="auto">
            <a:xfrm>
              <a:off x="922048" y="1849870"/>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endParaRPr kumimoji="0" lang="en-US" sz="1467"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pic>
          <p:nvPicPr>
            <p:cNvPr id="54" name="Picture 6" descr="Image result for world circle png">
              <a:extLst>
                <a:ext uri="{FF2B5EF4-FFF2-40B4-BE49-F238E27FC236}">
                  <a16:creationId xmlns:a16="http://schemas.microsoft.com/office/drawing/2014/main" id="{B4031CE8-2397-0A76-531C-C0885A17C580}"/>
                </a:ext>
              </a:extLst>
            </p:cNvPr>
            <p:cNvPicPr>
              <a:picLocks noChangeArrowheads="1"/>
            </p:cNvPicPr>
            <p:nvPr/>
          </p:nvPicPr>
          <p:blipFill rotWithShape="1">
            <a:blip r:embed="rId21" cstate="print">
              <a:extLst>
                <a:ext uri="{28A0092B-C50C-407E-A947-70E740481C1C}">
                  <a14:useLocalDpi xmlns:a14="http://schemas.microsoft.com/office/drawing/2010/main" val="0"/>
                </a:ext>
              </a:extLst>
            </a:blip>
            <a:srcRect l="4094" t="4010" r="4094" b="4010"/>
            <a:stretch/>
          </p:blipFill>
          <p:spPr bwMode="auto">
            <a:xfrm>
              <a:off x="51027" y="1857487"/>
              <a:ext cx="373767" cy="33825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5" name="Group 54">
            <a:extLst>
              <a:ext uri="{FF2B5EF4-FFF2-40B4-BE49-F238E27FC236}">
                <a16:creationId xmlns:a16="http://schemas.microsoft.com/office/drawing/2014/main" id="{71CE5C9C-0DCC-9A86-B3D8-CC1149385549}"/>
              </a:ext>
            </a:extLst>
          </p:cNvPr>
          <p:cNvGrpSpPr>
            <a:grpSpLocks noChangeAspect="1"/>
          </p:cNvGrpSpPr>
          <p:nvPr/>
        </p:nvGrpSpPr>
        <p:grpSpPr>
          <a:xfrm>
            <a:off x="27108" y="4455064"/>
            <a:ext cx="1097279" cy="520866"/>
            <a:chOff x="87758" y="4551370"/>
            <a:chExt cx="942154" cy="447229"/>
          </a:xfrm>
        </p:grpSpPr>
        <p:grpSp>
          <p:nvGrpSpPr>
            <p:cNvPr id="56" name="Group 55">
              <a:extLst>
                <a:ext uri="{FF2B5EF4-FFF2-40B4-BE49-F238E27FC236}">
                  <a16:creationId xmlns:a16="http://schemas.microsoft.com/office/drawing/2014/main" id="{0EBB1CF7-E9BA-1338-F951-45429ADE82B2}"/>
                </a:ext>
              </a:extLst>
            </p:cNvPr>
            <p:cNvGrpSpPr/>
            <p:nvPr/>
          </p:nvGrpSpPr>
          <p:grpSpPr>
            <a:xfrm>
              <a:off x="87758" y="4551370"/>
              <a:ext cx="942154" cy="447229"/>
              <a:chOff x="87758" y="4551370"/>
              <a:chExt cx="942154" cy="447229"/>
            </a:xfrm>
          </p:grpSpPr>
          <p:sp>
            <p:nvSpPr>
              <p:cNvPr id="58" name="Freeform: Shape 152">
                <a:extLst>
                  <a:ext uri="{FF2B5EF4-FFF2-40B4-BE49-F238E27FC236}">
                    <a16:creationId xmlns:a16="http://schemas.microsoft.com/office/drawing/2014/main" id="{8C8AC3DB-8139-8C3B-B05C-05DCD2EB0605}"/>
                  </a:ext>
                </a:extLst>
              </p:cNvPr>
              <p:cNvSpPr/>
              <p:nvPr/>
            </p:nvSpPr>
            <p:spPr bwMode="auto">
              <a:xfrm>
                <a:off x="161232" y="4637822"/>
                <a:ext cx="868680" cy="274320"/>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60960" rIns="73152" bIns="60960" numCol="1" rtlCol="0" anchor="ctr" anchorCtr="0" compatLnSpc="1">
                <a:prstTxWarp prst="textNoShape">
                  <a:avLst/>
                </a:prstTxWarp>
                <a:noAutofit/>
              </a:bodyPr>
              <a:lstStyle/>
              <a:p>
                <a:pPr marL="0" marR="0" lvl="0" indent="0" algn="l" defTabSz="1219110" rtl="0" eaLnBrk="0" fontAlgn="base" latinLnBrk="0" hangingPunct="0">
                  <a:lnSpc>
                    <a:spcPct val="100000"/>
                  </a:lnSpc>
                  <a:spcBef>
                    <a:spcPct val="0"/>
                  </a:spcBef>
                  <a:spcAft>
                    <a:spcPct val="0"/>
                  </a:spcAft>
                  <a:buClrTx/>
                  <a:buSzTx/>
                  <a:buFontTx/>
                  <a:buNone/>
                  <a:tabLst/>
                  <a:defRPr/>
                </a:pPr>
                <a:r>
                  <a:rPr kumimoji="0" lang="en-US" sz="1200" b="1" i="0" u="none" strike="noStrike" kern="0" cap="none" spc="0" normalizeH="0" baseline="0" noProof="0">
                    <a:ln>
                      <a:noFill/>
                    </a:ln>
                    <a:solidFill>
                      <a:prstClr val="white"/>
                    </a:solidFill>
                    <a:effectLst/>
                    <a:uLnTx/>
                    <a:uFillTx/>
                    <a:latin typeface="Boehringer Forward Text"/>
                    <a:ea typeface="+mn-ea"/>
                    <a:cs typeface="Calibri" panose="020F0502020204030204" pitchFamily="34" charset="0"/>
                  </a:rPr>
                  <a:t>China</a:t>
                </a:r>
              </a:p>
            </p:txBody>
          </p:sp>
          <p:grpSp>
            <p:nvGrpSpPr>
              <p:cNvPr id="59" name="Group 58">
                <a:extLst>
                  <a:ext uri="{FF2B5EF4-FFF2-40B4-BE49-F238E27FC236}">
                    <a16:creationId xmlns:a16="http://schemas.microsoft.com/office/drawing/2014/main" id="{A4A5DE4C-86C4-78F4-AD04-958A5490FC71}"/>
                  </a:ext>
                </a:extLst>
              </p:cNvPr>
              <p:cNvGrpSpPr/>
              <p:nvPr/>
            </p:nvGrpSpPr>
            <p:grpSpPr>
              <a:xfrm>
                <a:off x="87758" y="4551370"/>
                <a:ext cx="447229" cy="447229"/>
                <a:chOff x="87758" y="4551370"/>
                <a:chExt cx="447229" cy="447229"/>
              </a:xfrm>
            </p:grpSpPr>
            <p:sp>
              <p:nvSpPr>
                <p:cNvPr id="60" name="Oval 134">
                  <a:extLst>
                    <a:ext uri="{FF2B5EF4-FFF2-40B4-BE49-F238E27FC236}">
                      <a16:creationId xmlns:a16="http://schemas.microsoft.com/office/drawing/2014/main" id="{6B9030E3-3C49-CC13-ECD3-3C026AFFBCC3}"/>
                    </a:ext>
                  </a:extLst>
                </p:cNvPr>
                <p:cNvSpPr/>
                <p:nvPr/>
              </p:nvSpPr>
              <p:spPr>
                <a:xfrm>
                  <a:off x="87758" y="4551370"/>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62560" tIns="81280" rIns="162560" bIns="81280" rtlCol="0" anchor="t"/>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08312A">
                        <a:lumMod val="90000"/>
                        <a:lumOff val="10000"/>
                      </a:srgbClr>
                    </a:solidFill>
                    <a:effectLst/>
                    <a:uLnTx/>
                    <a:uFillTx/>
                    <a:latin typeface="Boehringer Forward Text"/>
                    <a:ea typeface="+mn-ea"/>
                    <a:cs typeface="+mn-cs"/>
                  </a:endParaRPr>
                </a:p>
              </p:txBody>
            </p:sp>
            <p:pic>
              <p:nvPicPr>
                <p:cNvPr id="61" name="Picture 2" descr="Image result for China flag circle png">
                  <a:extLst>
                    <a:ext uri="{FF2B5EF4-FFF2-40B4-BE49-F238E27FC236}">
                      <a16:creationId xmlns:a16="http://schemas.microsoft.com/office/drawing/2014/main" id="{843F4C1E-1B7D-1CDE-EAAC-4A089E5B3293}"/>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123974" y="4587586"/>
                  <a:ext cx="374799" cy="37479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57" name="Rectangle: Rounded Corners 116">
              <a:extLst>
                <a:ext uri="{FF2B5EF4-FFF2-40B4-BE49-F238E27FC236}">
                  <a16:creationId xmlns:a16="http://schemas.microsoft.com/office/drawing/2014/main" id="{2E48C996-5284-4EC4-6276-1F52597FECF6}"/>
                </a:ext>
              </a:extLst>
            </p:cNvPr>
            <p:cNvSpPr/>
            <p:nvPr/>
          </p:nvSpPr>
          <p:spPr bwMode="auto">
            <a:xfrm>
              <a:off x="981144" y="4601823"/>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121920" tIns="60960" rIns="121920" bIns="6096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endParaRPr kumimoji="0" lang="en-US" sz="1467" b="1" i="0" u="none" strike="noStrike" kern="0" cap="none" spc="0" normalizeH="0" baseline="0" noProof="0">
                <a:ln>
                  <a:noFill/>
                </a:ln>
                <a:solidFill>
                  <a:srgbClr val="08312A">
                    <a:lumMod val="90000"/>
                    <a:lumOff val="10000"/>
                  </a:srgbClr>
                </a:solidFill>
                <a:effectLst/>
                <a:uLnTx/>
                <a:uFillTx/>
                <a:latin typeface="Boehringer Forward Text"/>
                <a:ea typeface="+mn-ea"/>
                <a:cs typeface="Calibri" panose="020F0502020204030204" pitchFamily="34" charset="0"/>
              </a:endParaRPr>
            </a:p>
          </p:txBody>
        </p:sp>
      </p:grpSp>
      <p:grpSp>
        <p:nvGrpSpPr>
          <p:cNvPr id="29" name="Group 28">
            <a:extLst>
              <a:ext uri="{FF2B5EF4-FFF2-40B4-BE49-F238E27FC236}">
                <a16:creationId xmlns:a16="http://schemas.microsoft.com/office/drawing/2014/main" id="{2890A0D2-055F-0A08-2102-55AE486CDE69}"/>
              </a:ext>
            </a:extLst>
          </p:cNvPr>
          <p:cNvGrpSpPr/>
          <p:nvPr/>
        </p:nvGrpSpPr>
        <p:grpSpPr>
          <a:xfrm>
            <a:off x="1808325" y="1858601"/>
            <a:ext cx="1171317" cy="534931"/>
            <a:chOff x="712611" y="2091054"/>
            <a:chExt cx="1171317" cy="534933"/>
          </a:xfrm>
        </p:grpSpPr>
        <p:sp>
          <p:nvSpPr>
            <p:cNvPr id="30" name="Rectangle 52">
              <a:extLst>
                <a:ext uri="{FF2B5EF4-FFF2-40B4-BE49-F238E27FC236}">
                  <a16:creationId xmlns:a16="http://schemas.microsoft.com/office/drawing/2014/main" id="{16C3D0CB-3E78-8154-996C-C01F1A07FE9E}"/>
                </a:ext>
              </a:extLst>
            </p:cNvPr>
            <p:cNvSpPr/>
            <p:nvPr/>
          </p:nvSpPr>
          <p:spPr>
            <a:xfrm>
              <a:off x="712611" y="2091054"/>
              <a:ext cx="1171317" cy="338555"/>
            </a:xfrm>
            <a:prstGeom prst="rect">
              <a:avLst/>
            </a:prstGeom>
          </p:spPr>
          <p:txBody>
            <a:bodyPr wrap="squar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002060"/>
                  </a:solidFill>
                  <a:effectLst/>
                  <a:uLnTx/>
                  <a:uFillTx/>
                  <a:latin typeface="Boehringer Forward Text"/>
                  <a:ea typeface="等线" panose="02010600030101010101" pitchFamily="2" charset="-122"/>
                  <a:cs typeface="+mn-cs"/>
                </a:rPr>
                <a:t>Lean </a:t>
              </a:r>
              <a:r>
                <a:rPr kumimoji="0" lang="en-US" sz="800" b="1" i="1" u="none" strike="noStrike" kern="1200" cap="none" spc="0" normalizeH="0" baseline="0" noProof="0" err="1">
                  <a:ln>
                    <a:noFill/>
                  </a:ln>
                  <a:solidFill>
                    <a:srgbClr val="002060"/>
                  </a:solidFill>
                  <a:effectLst/>
                  <a:uLnTx/>
                  <a:uFillTx/>
                  <a:latin typeface="Boehringer Forward Text"/>
                  <a:ea typeface="等线" panose="02010600030101010101" pitchFamily="2" charset="-122"/>
                  <a:cs typeface="+mn-cs"/>
                </a:rPr>
                <a:t>PoCP</a:t>
              </a:r>
              <a:endParaRPr kumimoji="0" lang="en-US" sz="800" b="1" i="1" u="none" strike="noStrike" kern="1200" cap="none" spc="0" normalizeH="0" baseline="0" noProof="0">
                <a:ln>
                  <a:noFill/>
                </a:ln>
                <a:solidFill>
                  <a:srgbClr val="002060"/>
                </a:solidFill>
                <a:effectLst/>
                <a:uLnTx/>
                <a:uFillTx/>
                <a:latin typeface="Boehringer Forward Text"/>
                <a:ea typeface="等线" panose="02010600030101010101" pitchFamily="2" charset="-122"/>
                <a:cs typeface="+mn-cs"/>
              </a:endParaRPr>
            </a:p>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002060"/>
                  </a:solidFill>
                  <a:effectLst/>
                  <a:uLnTx/>
                  <a:uFillTx/>
                  <a:latin typeface="Boehringer Forward Text"/>
                  <a:ea typeface="等线" panose="02010600030101010101" pitchFamily="2" charset="-122"/>
                  <a:cs typeface="+mn-cs"/>
                </a:rPr>
                <a:t>(Jun 2024)</a:t>
              </a:r>
            </a:p>
          </p:txBody>
        </p:sp>
        <p:sp>
          <p:nvSpPr>
            <p:cNvPr id="31" name="Diamond 30">
              <a:extLst>
                <a:ext uri="{FF2B5EF4-FFF2-40B4-BE49-F238E27FC236}">
                  <a16:creationId xmlns:a16="http://schemas.microsoft.com/office/drawing/2014/main" id="{DB06C604-6284-0FFC-1D91-EDC094B8BE74}"/>
                </a:ext>
              </a:extLst>
            </p:cNvPr>
            <p:cNvSpPr/>
            <p:nvPr/>
          </p:nvSpPr>
          <p:spPr bwMode="gray">
            <a:xfrm>
              <a:off x="1204578" y="2443107"/>
              <a:ext cx="182880" cy="182880"/>
            </a:xfrm>
            <a:prstGeom prst="diamond">
              <a:avLst/>
            </a:prstGeom>
            <a:solidFill>
              <a:srgbClr val="FF0000"/>
            </a:solidFill>
            <a:ln w="6350">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800" b="0" i="1" u="none" strike="noStrike" kern="1200" cap="none" spc="0" normalizeH="0" baseline="0" noProof="0">
                <a:ln>
                  <a:noFill/>
                </a:ln>
                <a:solidFill>
                  <a:srgbClr val="002060"/>
                </a:solidFill>
                <a:effectLst/>
                <a:uLnTx/>
                <a:uFillTx/>
                <a:latin typeface="Boehringer Forward Text"/>
                <a:ea typeface="+mn-ea"/>
                <a:cs typeface="+mn-cs"/>
              </a:endParaRPr>
            </a:p>
          </p:txBody>
        </p:sp>
      </p:grpSp>
      <p:sp>
        <p:nvSpPr>
          <p:cNvPr id="65" name="OTLSHAPE_T_5a934a26f311425e8ebaa0f45e6533ad_Shape">
            <a:extLst>
              <a:ext uri="{FF2B5EF4-FFF2-40B4-BE49-F238E27FC236}">
                <a16:creationId xmlns:a16="http://schemas.microsoft.com/office/drawing/2014/main" id="{47B65194-CBA0-802E-B241-12F5C2B55F4F}"/>
              </a:ext>
            </a:extLst>
          </p:cNvPr>
          <p:cNvSpPr/>
          <p:nvPr>
            <p:custDataLst>
              <p:tags r:id="rId1"/>
            </p:custDataLst>
          </p:nvPr>
        </p:nvSpPr>
        <p:spPr bwMode="auto">
          <a:xfrm>
            <a:off x="6777500" y="2110609"/>
            <a:ext cx="258247" cy="329184"/>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800" b="1" i="1" u="none" strike="noStrike" kern="1200" cap="none" spc="-7" normalizeH="0" baseline="0" noProof="0">
              <a:ln>
                <a:noFill/>
              </a:ln>
              <a:solidFill>
                <a:srgbClr val="002060"/>
              </a:solidFill>
              <a:effectLst/>
              <a:uLnTx/>
              <a:uFillTx/>
              <a:latin typeface="Boehringer Forward Text"/>
              <a:ea typeface="+mn-ea"/>
              <a:cs typeface="+mn-cs"/>
            </a:endParaRPr>
          </a:p>
        </p:txBody>
      </p:sp>
      <p:sp>
        <p:nvSpPr>
          <p:cNvPr id="69" name="Rectangle 52">
            <a:extLst>
              <a:ext uri="{FF2B5EF4-FFF2-40B4-BE49-F238E27FC236}">
                <a16:creationId xmlns:a16="http://schemas.microsoft.com/office/drawing/2014/main" id="{76202A5A-DC90-F2A2-E4AC-35664B96CEC3}"/>
              </a:ext>
            </a:extLst>
          </p:cNvPr>
          <p:cNvSpPr/>
          <p:nvPr/>
        </p:nvSpPr>
        <p:spPr>
          <a:xfrm flipH="1">
            <a:off x="4025476" y="2468805"/>
            <a:ext cx="342573" cy="215444"/>
          </a:xfrm>
          <a:prstGeom prst="rect">
            <a:avLst/>
          </a:prstGeom>
        </p:spPr>
        <p:txBody>
          <a:bodyPr wrap="squar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002060"/>
                </a:solidFill>
                <a:effectLst/>
                <a:uLnTx/>
                <a:uFillTx/>
                <a:latin typeface="Boehringer Forward Text"/>
                <a:ea typeface="+mn-ea"/>
                <a:cs typeface="+mn-cs"/>
              </a:rPr>
              <a:t>FPI</a:t>
            </a:r>
          </a:p>
        </p:txBody>
      </p:sp>
      <p:sp>
        <p:nvSpPr>
          <p:cNvPr id="70" name="OTLSHAPE_T_e17f3958430f4cff8650518c93c7635e_StartDate">
            <a:extLst>
              <a:ext uri="{FF2B5EF4-FFF2-40B4-BE49-F238E27FC236}">
                <a16:creationId xmlns:a16="http://schemas.microsoft.com/office/drawing/2014/main" id="{2299DFB0-2B5E-9C7D-089F-592C3A04F7A8}"/>
              </a:ext>
            </a:extLst>
          </p:cNvPr>
          <p:cNvSpPr txBox="1"/>
          <p:nvPr>
            <p:custDataLst>
              <p:tags r:id="rId2"/>
            </p:custDataLst>
          </p:nvPr>
        </p:nvSpPr>
        <p:spPr>
          <a:xfrm>
            <a:off x="3929538" y="1983333"/>
            <a:ext cx="674787" cy="123111"/>
          </a:xfrm>
          <a:prstGeom prst="rect">
            <a:avLst/>
          </a:prstGeom>
          <a:noFill/>
        </p:spPr>
        <p:txBody>
          <a:bodyPr vert="horz" wrap="square" lIns="0" tIns="0" rIns="0" bIns="0" rtlCol="0" anchor="ctr" anchorCtr="0">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002060"/>
                </a:solidFill>
                <a:effectLst/>
                <a:uLnTx/>
                <a:uFillTx/>
                <a:latin typeface="Boehringer Forward Text"/>
                <a:ea typeface="+mn-ea"/>
                <a:cs typeface="+mn-cs"/>
              </a:rPr>
              <a:t>Mar 2025</a:t>
            </a:r>
          </a:p>
        </p:txBody>
      </p:sp>
      <p:sp>
        <p:nvSpPr>
          <p:cNvPr id="72" name="OTLSHAPE_T_e17f3958430f4cff8650518c93c7635e_Shape">
            <a:extLst>
              <a:ext uri="{FF2B5EF4-FFF2-40B4-BE49-F238E27FC236}">
                <a16:creationId xmlns:a16="http://schemas.microsoft.com/office/drawing/2014/main" id="{F16BA442-29D3-BA41-6AFF-E49A199B1EAF}"/>
              </a:ext>
            </a:extLst>
          </p:cNvPr>
          <p:cNvSpPr/>
          <p:nvPr>
            <p:custDataLst>
              <p:tags r:id="rId3"/>
            </p:custDataLst>
          </p:nvPr>
        </p:nvSpPr>
        <p:spPr bwMode="auto">
          <a:xfrm>
            <a:off x="4199533" y="2116748"/>
            <a:ext cx="2556031" cy="31888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Phase 1b N=60</a:t>
            </a:r>
            <a:endParaRPr kumimoji="0" lang="en-US" sz="9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74" name="OTLSHAPE_T_e17f3958430f4cff8650518c93c7635e_Shape">
            <a:extLst>
              <a:ext uri="{FF2B5EF4-FFF2-40B4-BE49-F238E27FC236}">
                <a16:creationId xmlns:a16="http://schemas.microsoft.com/office/drawing/2014/main" id="{21500191-4F10-0FE8-BF3B-83D92AF36B7D}"/>
              </a:ext>
            </a:extLst>
          </p:cNvPr>
          <p:cNvSpPr/>
          <p:nvPr>
            <p:custDataLst>
              <p:tags r:id="rId4"/>
            </p:custDataLst>
          </p:nvPr>
        </p:nvSpPr>
        <p:spPr bwMode="auto">
          <a:xfrm>
            <a:off x="4368051" y="5043123"/>
            <a:ext cx="1790828" cy="32918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Phase 1b N=7</a:t>
            </a:r>
          </a:p>
        </p:txBody>
      </p:sp>
      <p:sp>
        <p:nvSpPr>
          <p:cNvPr id="75" name="OTLSHAPE_T_e17f3958430f4cff8650518c93c7635e_StartDate">
            <a:extLst>
              <a:ext uri="{FF2B5EF4-FFF2-40B4-BE49-F238E27FC236}">
                <a16:creationId xmlns:a16="http://schemas.microsoft.com/office/drawing/2014/main" id="{559734B3-C5E4-3FFA-0092-EFFC4B577808}"/>
              </a:ext>
            </a:extLst>
          </p:cNvPr>
          <p:cNvSpPr txBox="1"/>
          <p:nvPr>
            <p:custDataLst>
              <p:tags r:id="rId5"/>
            </p:custDataLst>
          </p:nvPr>
        </p:nvSpPr>
        <p:spPr>
          <a:xfrm>
            <a:off x="3929538" y="4859644"/>
            <a:ext cx="910164" cy="123111"/>
          </a:xfrm>
          <a:prstGeom prst="rect">
            <a:avLst/>
          </a:prstGeom>
          <a:noFill/>
        </p:spPr>
        <p:txBody>
          <a:bodyPr vert="horz" wrap="square" lIns="0" tIns="0" rIns="0" bIns="0" rtlCol="0" anchor="ctr" anchorCtr="0">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Feb 2025</a:t>
            </a:r>
          </a:p>
        </p:txBody>
      </p:sp>
      <p:sp>
        <p:nvSpPr>
          <p:cNvPr id="83" name="OTLSHAPE_T_e17f3958430f4cff8650518c93c7635e_Shape">
            <a:extLst>
              <a:ext uri="{FF2B5EF4-FFF2-40B4-BE49-F238E27FC236}">
                <a16:creationId xmlns:a16="http://schemas.microsoft.com/office/drawing/2014/main" id="{4D9B6ECA-36EF-07E6-5A56-F1023E5231B9}"/>
              </a:ext>
            </a:extLst>
          </p:cNvPr>
          <p:cNvSpPr/>
          <p:nvPr>
            <p:custDataLst>
              <p:tags r:id="rId6"/>
            </p:custDataLst>
          </p:nvPr>
        </p:nvSpPr>
        <p:spPr bwMode="auto">
          <a:xfrm>
            <a:off x="3035392" y="5040725"/>
            <a:ext cx="1324210" cy="329184"/>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219048" rtl="0" eaLnBrk="0" fontAlgn="base" latinLnBrk="0" hangingPunct="0">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CTA Review + EC + HGRAC + 1</a:t>
            </a:r>
            <a:r>
              <a:rPr kumimoji="0" lang="en-US" sz="800" b="1" i="0" u="none" strike="noStrike" kern="1200" cap="none" spc="0" normalizeH="0" baseline="30000" noProof="0">
                <a:ln>
                  <a:noFill/>
                </a:ln>
                <a:solidFill>
                  <a:srgbClr val="000000"/>
                </a:solidFill>
                <a:effectLst/>
                <a:uLnTx/>
                <a:uFillTx/>
                <a:latin typeface="Boehringer Forward Text"/>
                <a:ea typeface="+mn-ea"/>
                <a:cs typeface="Calibri" panose="020F0502020204030204" pitchFamily="34" charset="0"/>
              </a:rPr>
              <a:t>st</a:t>
            </a:r>
            <a:r>
              <a:rPr kumimoji="0" 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 SIV</a:t>
            </a:r>
          </a:p>
        </p:txBody>
      </p:sp>
      <p:sp>
        <p:nvSpPr>
          <p:cNvPr id="84" name="OTLSHAPE_T_e17f3958430f4cff8650518c93c7635e_StartDate">
            <a:extLst>
              <a:ext uri="{FF2B5EF4-FFF2-40B4-BE49-F238E27FC236}">
                <a16:creationId xmlns:a16="http://schemas.microsoft.com/office/drawing/2014/main" id="{56A135D5-DF78-803F-961D-5A6A8BDABFC3}"/>
              </a:ext>
            </a:extLst>
          </p:cNvPr>
          <p:cNvSpPr txBox="1"/>
          <p:nvPr>
            <p:custDataLst>
              <p:tags r:id="rId7"/>
            </p:custDataLst>
          </p:nvPr>
        </p:nvSpPr>
        <p:spPr>
          <a:xfrm>
            <a:off x="2694080" y="4859644"/>
            <a:ext cx="682623" cy="123111"/>
          </a:xfrm>
          <a:prstGeom prst="rect">
            <a:avLst/>
          </a:prstGeom>
          <a:noFill/>
        </p:spPr>
        <p:txBody>
          <a:bodyPr vert="horz" wrap="square" lIns="0" tIns="0" rIns="0" bIns="0" rtlCol="0" anchor="ctr" anchorCtr="0">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Aug 2024</a:t>
            </a:r>
          </a:p>
        </p:txBody>
      </p:sp>
      <p:sp>
        <p:nvSpPr>
          <p:cNvPr id="85" name="Rectangle 77">
            <a:extLst>
              <a:ext uri="{FF2B5EF4-FFF2-40B4-BE49-F238E27FC236}">
                <a16:creationId xmlns:a16="http://schemas.microsoft.com/office/drawing/2014/main" id="{C1928367-E80D-4CD5-D683-1F1F10470812}"/>
              </a:ext>
            </a:extLst>
          </p:cNvPr>
          <p:cNvSpPr/>
          <p:nvPr/>
        </p:nvSpPr>
        <p:spPr>
          <a:xfrm>
            <a:off x="4166547" y="5430277"/>
            <a:ext cx="626660" cy="215444"/>
          </a:xfrm>
          <a:prstGeom prst="rect">
            <a:avLst/>
          </a:prstGeom>
        </p:spPr>
        <p:txBody>
          <a:bodyPr wrap="squar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1</a:t>
            </a:r>
            <a:r>
              <a:rPr kumimoji="0" lang="en-US" sz="800" b="1" i="1" u="none" strike="noStrike" kern="1200" cap="none" spc="0" normalizeH="0" baseline="30000" noProof="0">
                <a:ln>
                  <a:noFill/>
                </a:ln>
                <a:solidFill>
                  <a:srgbClr val="002060"/>
                </a:solidFill>
                <a:effectLst/>
                <a:uLnTx/>
                <a:uFillTx/>
                <a:latin typeface="Boehringer Forward Text"/>
                <a:ea typeface="+mn-ea"/>
                <a:cs typeface="Calibri" panose="020F0502020204030204" pitchFamily="34" charset="0"/>
              </a:rPr>
              <a:t>st</a:t>
            </a:r>
            <a:r>
              <a:rPr kumimoji="0" 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 SIV</a:t>
            </a:r>
          </a:p>
        </p:txBody>
      </p:sp>
      <p:sp>
        <p:nvSpPr>
          <p:cNvPr id="88" name="OTLSHAPE_M_39ea6ebc19a94c9fab6ef5006c31df58_Shape">
            <a:extLst>
              <a:ext uri="{FF2B5EF4-FFF2-40B4-BE49-F238E27FC236}">
                <a16:creationId xmlns:a16="http://schemas.microsoft.com/office/drawing/2014/main" id="{C74FCB26-AE57-2537-E450-537D0498FC83}"/>
              </a:ext>
            </a:extLst>
          </p:cNvPr>
          <p:cNvSpPr/>
          <p:nvPr>
            <p:custDataLst>
              <p:tags r:id="rId8"/>
            </p:custDataLst>
          </p:nvPr>
        </p:nvSpPr>
        <p:spPr bwMode="auto">
          <a:xfrm rot="16200000">
            <a:off x="3015920" y="5325906"/>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en-US" sz="800" b="0"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89" name="OTLSHAPE_M_39ea6ebc19a94c9fab6ef5006c31df58_Title">
            <a:extLst>
              <a:ext uri="{FF2B5EF4-FFF2-40B4-BE49-F238E27FC236}">
                <a16:creationId xmlns:a16="http://schemas.microsoft.com/office/drawing/2014/main" id="{7FBED814-6FBC-517B-4021-713240DE8A43}"/>
              </a:ext>
            </a:extLst>
          </p:cNvPr>
          <p:cNvSpPr txBox="1"/>
          <p:nvPr>
            <p:custDataLst>
              <p:tags r:id="rId9"/>
            </p:custDataLst>
          </p:nvPr>
        </p:nvSpPr>
        <p:spPr>
          <a:xfrm>
            <a:off x="2748099" y="5415299"/>
            <a:ext cx="928204" cy="123111"/>
          </a:xfrm>
          <a:prstGeom prst="rect">
            <a:avLst/>
          </a:prstGeom>
          <a:noFill/>
        </p:spPr>
        <p:txBody>
          <a:bodyPr vert="horz" wrap="square" lIns="0" tIns="0" rIns="0" bIns="0" rtlCol="0" anchor="ctr" anchorCtr="0">
            <a:spAutoFit/>
          </a:bodyPr>
          <a:lstStyle/>
          <a:p>
            <a:pPr marL="0" marR="0" lvl="0" indent="0" algn="l" defTabSz="1219048"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CTA Sub</a:t>
            </a:r>
          </a:p>
        </p:txBody>
      </p:sp>
      <p:sp>
        <p:nvSpPr>
          <p:cNvPr id="101" name="Rectangle 55">
            <a:extLst>
              <a:ext uri="{FF2B5EF4-FFF2-40B4-BE49-F238E27FC236}">
                <a16:creationId xmlns:a16="http://schemas.microsoft.com/office/drawing/2014/main" id="{34F5A320-A993-35C5-D2DE-34E376B7C7AC}"/>
              </a:ext>
            </a:extLst>
          </p:cNvPr>
          <p:cNvSpPr/>
          <p:nvPr/>
        </p:nvSpPr>
        <p:spPr>
          <a:xfrm>
            <a:off x="6667275" y="2527793"/>
            <a:ext cx="336952" cy="215444"/>
          </a:xfrm>
          <a:prstGeom prst="rect">
            <a:avLst/>
          </a:prstGeom>
        </p:spPr>
        <p:txBody>
          <a:bodyPr wrap="non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LPI</a:t>
            </a:r>
          </a:p>
        </p:txBody>
      </p:sp>
      <p:sp>
        <p:nvSpPr>
          <p:cNvPr id="102" name="OTLSHAPE_T_e17f3958430f4cff8650518c93c7635e_StartDate">
            <a:extLst>
              <a:ext uri="{FF2B5EF4-FFF2-40B4-BE49-F238E27FC236}">
                <a16:creationId xmlns:a16="http://schemas.microsoft.com/office/drawing/2014/main" id="{7287F0A7-2243-B5EA-9BDC-6FC2F7AE7DB5}"/>
              </a:ext>
            </a:extLst>
          </p:cNvPr>
          <p:cNvSpPr txBox="1"/>
          <p:nvPr>
            <p:custDataLst>
              <p:tags r:id="rId10"/>
            </p:custDataLst>
          </p:nvPr>
        </p:nvSpPr>
        <p:spPr>
          <a:xfrm>
            <a:off x="6265000" y="1972571"/>
            <a:ext cx="549612" cy="123111"/>
          </a:xfrm>
          <a:prstGeom prst="rect">
            <a:avLst/>
          </a:prstGeom>
          <a:noFill/>
        </p:spPr>
        <p:txBody>
          <a:bodyPr vert="horz" wrap="square" lIns="0" tIns="0" rIns="0" bIns="0" rtlCol="0" anchor="ctr" anchorCtr="0">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Jan 2026</a:t>
            </a:r>
          </a:p>
        </p:txBody>
      </p:sp>
      <p:sp>
        <p:nvSpPr>
          <p:cNvPr id="105" name="OTLSHAPE_T_e17f3958430f4cff8650518c93c7635e_StartDate">
            <a:extLst>
              <a:ext uri="{FF2B5EF4-FFF2-40B4-BE49-F238E27FC236}">
                <a16:creationId xmlns:a16="http://schemas.microsoft.com/office/drawing/2014/main" id="{50E4525B-B4B0-7816-750F-02D9270E575D}"/>
              </a:ext>
            </a:extLst>
          </p:cNvPr>
          <p:cNvSpPr txBox="1"/>
          <p:nvPr>
            <p:custDataLst>
              <p:tags r:id="rId11"/>
            </p:custDataLst>
          </p:nvPr>
        </p:nvSpPr>
        <p:spPr>
          <a:xfrm>
            <a:off x="6563535" y="1970953"/>
            <a:ext cx="911151" cy="123111"/>
          </a:xfrm>
          <a:prstGeom prst="rect">
            <a:avLst/>
          </a:prstGeom>
          <a:noFill/>
        </p:spPr>
        <p:txBody>
          <a:bodyPr vert="horz" wrap="square" lIns="0" tIns="0" rIns="0" bIns="0" rtlCol="0" anchor="ctr" anchorCtr="0">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lang="en-US" sz="800" b="1" i="1" noProof="0">
                <a:latin typeface="Boehringer Forward Text"/>
                <a:cs typeface="Calibri" panose="020F0502020204030204" pitchFamily="34" charset="0"/>
              </a:rPr>
              <a:t>Feb 2026</a:t>
            </a:r>
            <a:endParaRPr kumimoji="0" lang="en-US" sz="800" b="1" i="1" u="none" strike="noStrike" kern="1200" cap="none" spc="0" normalizeH="0" baseline="0" noProof="0">
              <a:ln>
                <a:noFill/>
              </a:ln>
              <a:effectLst/>
              <a:uLnTx/>
              <a:uFillTx/>
              <a:latin typeface="Boehringer Forward Text"/>
              <a:ea typeface="+mn-ea"/>
              <a:cs typeface="Calibri" panose="020F0502020204030204" pitchFamily="34" charset="0"/>
            </a:endParaRPr>
          </a:p>
        </p:txBody>
      </p:sp>
      <p:sp>
        <p:nvSpPr>
          <p:cNvPr id="106" name="Star: 4 Points 143">
            <a:extLst>
              <a:ext uri="{FF2B5EF4-FFF2-40B4-BE49-F238E27FC236}">
                <a16:creationId xmlns:a16="http://schemas.microsoft.com/office/drawing/2014/main" id="{47F8E560-CC17-4628-41E8-0CD9D4579FE3}"/>
              </a:ext>
            </a:extLst>
          </p:cNvPr>
          <p:cNvSpPr/>
          <p:nvPr/>
        </p:nvSpPr>
        <p:spPr bwMode="auto">
          <a:xfrm>
            <a:off x="4143064" y="233424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en-US" sz="800" b="0"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07" name="Star: 4 Points 143">
            <a:extLst>
              <a:ext uri="{FF2B5EF4-FFF2-40B4-BE49-F238E27FC236}">
                <a16:creationId xmlns:a16="http://schemas.microsoft.com/office/drawing/2014/main" id="{27DF2C2F-67AB-5162-49A3-3D9A80683EE2}"/>
              </a:ext>
            </a:extLst>
          </p:cNvPr>
          <p:cNvSpPr/>
          <p:nvPr/>
        </p:nvSpPr>
        <p:spPr bwMode="auto">
          <a:xfrm>
            <a:off x="6732955" y="235936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en-US" sz="800" b="0"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11" name="Star: 4 Points 143">
            <a:extLst>
              <a:ext uri="{FF2B5EF4-FFF2-40B4-BE49-F238E27FC236}">
                <a16:creationId xmlns:a16="http://schemas.microsoft.com/office/drawing/2014/main" id="{F7030001-B397-31FE-EC05-98B084B38759}"/>
              </a:ext>
            </a:extLst>
          </p:cNvPr>
          <p:cNvSpPr/>
          <p:nvPr/>
        </p:nvSpPr>
        <p:spPr bwMode="auto">
          <a:xfrm>
            <a:off x="4275927" y="528545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en-US" sz="800" b="0"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grpSp>
        <p:nvGrpSpPr>
          <p:cNvPr id="159" name="Group 158">
            <a:extLst>
              <a:ext uri="{FF2B5EF4-FFF2-40B4-BE49-F238E27FC236}">
                <a16:creationId xmlns:a16="http://schemas.microsoft.com/office/drawing/2014/main" id="{C99D744C-4225-8B61-4022-A0450A8DFE65}"/>
              </a:ext>
            </a:extLst>
          </p:cNvPr>
          <p:cNvGrpSpPr/>
          <p:nvPr/>
        </p:nvGrpSpPr>
        <p:grpSpPr>
          <a:xfrm>
            <a:off x="7378906" y="1803503"/>
            <a:ext cx="821401" cy="496125"/>
            <a:chOff x="1065564" y="2103734"/>
            <a:chExt cx="821401" cy="496126"/>
          </a:xfrm>
        </p:grpSpPr>
        <p:sp>
          <p:nvSpPr>
            <p:cNvPr id="160" name="Rectangle 52">
              <a:extLst>
                <a:ext uri="{FF2B5EF4-FFF2-40B4-BE49-F238E27FC236}">
                  <a16:creationId xmlns:a16="http://schemas.microsoft.com/office/drawing/2014/main" id="{8CACE833-0644-5A2D-1F30-0C912672C768}"/>
                </a:ext>
              </a:extLst>
            </p:cNvPr>
            <p:cNvSpPr/>
            <p:nvPr/>
          </p:nvSpPr>
          <p:spPr>
            <a:xfrm>
              <a:off x="1065564" y="2103734"/>
              <a:ext cx="821401" cy="338555"/>
            </a:xfrm>
            <a:prstGeom prst="rect">
              <a:avLst/>
            </a:prstGeom>
          </p:spPr>
          <p:txBody>
            <a:bodyPr wrap="squar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002060"/>
                  </a:solidFill>
                  <a:effectLst/>
                  <a:uLnTx/>
                  <a:uFillTx/>
                  <a:latin typeface="Boehringer Forward Text"/>
                  <a:ea typeface="等线" panose="02010600030101010101" pitchFamily="2" charset="-122"/>
                  <a:cs typeface="+mn-cs"/>
                </a:rPr>
                <a:t>PoC </a:t>
              </a:r>
            </a:p>
            <a:p>
              <a:pPr marL="0" marR="0" lvl="0" indent="0" algn="ctr" defTabSz="1219048" rtl="0" eaLnBrk="1" fontAlgn="auto" latinLnBrk="0" hangingPunct="1">
                <a:lnSpc>
                  <a:spcPct val="100000"/>
                </a:lnSpc>
                <a:spcBef>
                  <a:spcPts val="0"/>
                </a:spcBef>
                <a:spcAft>
                  <a:spcPts val="0"/>
                </a:spcAft>
                <a:buClrTx/>
                <a:buSzTx/>
                <a:buFontTx/>
                <a:buNone/>
                <a:tabLst/>
                <a:defRPr/>
              </a:pPr>
              <a:r>
                <a:rPr lang="en-US" sz="800" b="1" i="1" noProof="0">
                  <a:solidFill>
                    <a:schemeClr val="tx2"/>
                  </a:solidFill>
                  <a:latin typeface="Boehringer Forward Text"/>
                  <a:ea typeface="等线" panose="02010600030101010101" pitchFamily="2" charset="-122"/>
                </a:rPr>
                <a:t>(Jul 2026)</a:t>
              </a:r>
              <a:endParaRPr kumimoji="0" lang="en-US" sz="800" b="1" i="1" u="none" strike="noStrike" kern="1200" cap="none" spc="0" normalizeH="0" baseline="0" noProof="0">
                <a:ln>
                  <a:noFill/>
                </a:ln>
                <a:solidFill>
                  <a:schemeClr val="tx2"/>
                </a:solidFill>
                <a:effectLst/>
                <a:uLnTx/>
                <a:uFillTx/>
                <a:latin typeface="Boehringer Forward Text"/>
                <a:ea typeface="等线" panose="02010600030101010101" pitchFamily="2" charset="-122"/>
                <a:cs typeface="+mn-cs"/>
              </a:endParaRPr>
            </a:p>
          </p:txBody>
        </p:sp>
        <p:sp>
          <p:nvSpPr>
            <p:cNvPr id="161" name="Diamond 160">
              <a:extLst>
                <a:ext uri="{FF2B5EF4-FFF2-40B4-BE49-F238E27FC236}">
                  <a16:creationId xmlns:a16="http://schemas.microsoft.com/office/drawing/2014/main" id="{AE666D37-56B9-BCF8-AF31-2655340E3987}"/>
                </a:ext>
              </a:extLst>
            </p:cNvPr>
            <p:cNvSpPr/>
            <p:nvPr/>
          </p:nvSpPr>
          <p:spPr bwMode="gray">
            <a:xfrm>
              <a:off x="1376028" y="2416980"/>
              <a:ext cx="182880" cy="182880"/>
            </a:xfrm>
            <a:prstGeom prst="diamond">
              <a:avLst/>
            </a:prstGeom>
            <a:solidFill>
              <a:srgbClr val="FF0000"/>
            </a:solidFill>
            <a:ln w="6350">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800" b="0" i="1" u="none" strike="noStrike" kern="1200" cap="none" spc="0" normalizeH="0" baseline="0" noProof="0">
                <a:ln>
                  <a:noFill/>
                </a:ln>
                <a:solidFill>
                  <a:srgbClr val="002060"/>
                </a:solidFill>
                <a:effectLst/>
                <a:uLnTx/>
                <a:uFillTx/>
                <a:latin typeface="Boehringer Forward Text"/>
                <a:ea typeface="+mn-ea"/>
                <a:cs typeface="+mn-cs"/>
              </a:endParaRPr>
            </a:p>
          </p:txBody>
        </p:sp>
      </p:grpSp>
      <p:sp>
        <p:nvSpPr>
          <p:cNvPr id="164" name="TextBox 163">
            <a:extLst>
              <a:ext uri="{FF2B5EF4-FFF2-40B4-BE49-F238E27FC236}">
                <a16:creationId xmlns:a16="http://schemas.microsoft.com/office/drawing/2014/main" id="{88E7C60F-CBA9-8AAF-C1B5-4E3F70073CF7}"/>
              </a:ext>
            </a:extLst>
          </p:cNvPr>
          <p:cNvSpPr txBox="1"/>
          <p:nvPr/>
        </p:nvSpPr>
        <p:spPr>
          <a:xfrm>
            <a:off x="120612" y="2776812"/>
            <a:ext cx="1230890" cy="307777"/>
          </a:xfrm>
          <a:prstGeom prst="rect">
            <a:avLst/>
          </a:prstGeom>
          <a:noFill/>
          <a:ln>
            <a:noFill/>
          </a:ln>
        </p:spPr>
        <p:txBody>
          <a:bodyPr wrap="square" lIns="0" tIns="0" rIns="0" bIns="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Ph2/3</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1L R/M HNSCC</a:t>
            </a:r>
          </a:p>
        </p:txBody>
      </p:sp>
      <p:sp>
        <p:nvSpPr>
          <p:cNvPr id="4" name="Rectangle 55">
            <a:extLst>
              <a:ext uri="{FF2B5EF4-FFF2-40B4-BE49-F238E27FC236}">
                <a16:creationId xmlns:a16="http://schemas.microsoft.com/office/drawing/2014/main" id="{455E2CCA-2E67-6C28-B5BE-D64FA74E21B3}"/>
              </a:ext>
            </a:extLst>
          </p:cNvPr>
          <p:cNvSpPr/>
          <p:nvPr/>
        </p:nvSpPr>
        <p:spPr>
          <a:xfrm>
            <a:off x="6214107" y="2527793"/>
            <a:ext cx="662339" cy="338554"/>
          </a:xfrm>
          <a:prstGeom prst="rect">
            <a:avLst/>
          </a:prstGeom>
        </p:spPr>
        <p:txBody>
          <a:bodyPr wrap="squar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rPr>
              <a:t>Futility analysis</a:t>
            </a:r>
          </a:p>
        </p:txBody>
      </p:sp>
      <p:sp>
        <p:nvSpPr>
          <p:cNvPr id="9" name="OTLSHAPE_T_e17f3958430f4cff8650518c93c7635e_StartDate">
            <a:extLst>
              <a:ext uri="{FF2B5EF4-FFF2-40B4-BE49-F238E27FC236}">
                <a16:creationId xmlns:a16="http://schemas.microsoft.com/office/drawing/2014/main" id="{D7B550AF-30C2-C911-D028-0B685F0124F3}"/>
              </a:ext>
            </a:extLst>
          </p:cNvPr>
          <p:cNvSpPr txBox="1"/>
          <p:nvPr>
            <p:custDataLst>
              <p:tags r:id="rId12"/>
            </p:custDataLst>
          </p:nvPr>
        </p:nvSpPr>
        <p:spPr>
          <a:xfrm>
            <a:off x="5296351" y="1973213"/>
            <a:ext cx="549612" cy="123111"/>
          </a:xfrm>
          <a:prstGeom prst="rect">
            <a:avLst/>
          </a:prstGeom>
          <a:noFill/>
        </p:spPr>
        <p:txBody>
          <a:bodyPr vert="horz" wrap="square" lIns="0" tIns="0" rIns="0" bIns="0" rtlCol="0" anchor="ctr" anchorCtr="0">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Aug 2025</a:t>
            </a:r>
          </a:p>
        </p:txBody>
      </p:sp>
      <p:sp>
        <p:nvSpPr>
          <p:cNvPr id="14" name="Star: 4 Points 143">
            <a:extLst>
              <a:ext uri="{FF2B5EF4-FFF2-40B4-BE49-F238E27FC236}">
                <a16:creationId xmlns:a16="http://schemas.microsoft.com/office/drawing/2014/main" id="{B963508F-DE59-8355-A152-7509744C07B2}"/>
              </a:ext>
            </a:extLst>
          </p:cNvPr>
          <p:cNvSpPr/>
          <p:nvPr/>
        </p:nvSpPr>
        <p:spPr bwMode="auto">
          <a:xfrm>
            <a:off x="6414687" y="237237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en-US" sz="800" b="0"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7" name="Rectangle 55">
            <a:extLst>
              <a:ext uri="{FF2B5EF4-FFF2-40B4-BE49-F238E27FC236}">
                <a16:creationId xmlns:a16="http://schemas.microsoft.com/office/drawing/2014/main" id="{EF13F39D-5247-3465-B28E-C93F1915BAAF}"/>
              </a:ext>
            </a:extLst>
          </p:cNvPr>
          <p:cNvSpPr/>
          <p:nvPr/>
        </p:nvSpPr>
        <p:spPr>
          <a:xfrm>
            <a:off x="7520004" y="2530926"/>
            <a:ext cx="662339" cy="338554"/>
          </a:xfrm>
          <a:prstGeom prst="rect">
            <a:avLst/>
          </a:prstGeom>
        </p:spPr>
        <p:txBody>
          <a:bodyPr wrap="squar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Primary analysis</a:t>
            </a:r>
          </a:p>
        </p:txBody>
      </p:sp>
      <p:sp>
        <p:nvSpPr>
          <p:cNvPr id="18" name="Star: 4 Points 143">
            <a:extLst>
              <a:ext uri="{FF2B5EF4-FFF2-40B4-BE49-F238E27FC236}">
                <a16:creationId xmlns:a16="http://schemas.microsoft.com/office/drawing/2014/main" id="{59DFE72D-26FA-DD8C-77CC-79579992C751}"/>
              </a:ext>
            </a:extLst>
          </p:cNvPr>
          <p:cNvSpPr/>
          <p:nvPr/>
        </p:nvSpPr>
        <p:spPr bwMode="auto">
          <a:xfrm>
            <a:off x="7700479" y="236842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en-US" sz="800" b="0"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23" name="TextBox 22">
            <a:extLst>
              <a:ext uri="{FF2B5EF4-FFF2-40B4-BE49-F238E27FC236}">
                <a16:creationId xmlns:a16="http://schemas.microsoft.com/office/drawing/2014/main" id="{7E6D87EA-B0E4-457A-8422-31DC738386E1}"/>
              </a:ext>
            </a:extLst>
          </p:cNvPr>
          <p:cNvSpPr txBox="1"/>
          <p:nvPr/>
        </p:nvSpPr>
        <p:spPr>
          <a:xfrm>
            <a:off x="202811" y="3742175"/>
            <a:ext cx="938034" cy="307777"/>
          </a:xfrm>
          <a:prstGeom prst="rect">
            <a:avLst/>
          </a:prstGeom>
          <a:noFill/>
          <a:ln>
            <a:noFill/>
          </a:ln>
        </p:spPr>
        <p:txBody>
          <a:bodyPr wrap="square" lIns="0" tIns="0" rIns="0" bIns="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solidFill>
                <a:effectLst/>
                <a:uLnTx/>
                <a:uFillTx/>
                <a:latin typeface="Boehringer Forward Text"/>
                <a:ea typeface="+mn-ea"/>
                <a:cs typeface="Calibri" panose="020F0502020204030204" pitchFamily="34" charset="0"/>
              </a:rPr>
              <a:t>Ph1-1463.1b</a:t>
            </a:r>
          </a:p>
          <a:p>
            <a:pPr marL="0" marR="0" lvl="0" indent="0" algn="ctr" defTabSz="9142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lumMod val="90000"/>
                    <a:lumOff val="10000"/>
                  </a:srgbClr>
                </a:solidFill>
                <a:effectLst/>
                <a:uLnTx/>
                <a:uFillTx/>
                <a:latin typeface="Boehringer Forward Text"/>
                <a:ea typeface="+mn-ea"/>
                <a:cs typeface="Calibri" panose="020F0502020204030204" pitchFamily="34" charset="0"/>
              </a:rPr>
              <a:t>NSCLC</a:t>
            </a:r>
          </a:p>
        </p:txBody>
      </p:sp>
      <p:sp>
        <p:nvSpPr>
          <p:cNvPr id="24" name="OTLSHAPE_T_e17f3958430f4cff8650518c93c7635e_Shape">
            <a:extLst>
              <a:ext uri="{FF2B5EF4-FFF2-40B4-BE49-F238E27FC236}">
                <a16:creationId xmlns:a16="http://schemas.microsoft.com/office/drawing/2014/main" id="{1813AC7D-5391-6DA9-38EE-3BA6E0B77A5A}"/>
              </a:ext>
            </a:extLst>
          </p:cNvPr>
          <p:cNvSpPr/>
          <p:nvPr>
            <p:custDataLst>
              <p:tags r:id="rId13"/>
            </p:custDataLst>
          </p:nvPr>
        </p:nvSpPr>
        <p:spPr bwMode="auto">
          <a:xfrm>
            <a:off x="8960406" y="2849400"/>
            <a:ext cx="1241506" cy="32918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Ph1b/2 1463-0002</a:t>
            </a:r>
          </a:p>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in 1L NSCLC</a:t>
            </a:r>
            <a:endParaRPr kumimoji="0" lang="en-US" sz="7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grpSp>
        <p:nvGrpSpPr>
          <p:cNvPr id="68" name="Group 67">
            <a:extLst>
              <a:ext uri="{FF2B5EF4-FFF2-40B4-BE49-F238E27FC236}">
                <a16:creationId xmlns:a16="http://schemas.microsoft.com/office/drawing/2014/main" id="{E63B3C5D-1C65-7D06-35CF-EF9CDC650AEA}"/>
              </a:ext>
            </a:extLst>
          </p:cNvPr>
          <p:cNvGrpSpPr/>
          <p:nvPr/>
        </p:nvGrpSpPr>
        <p:grpSpPr>
          <a:xfrm>
            <a:off x="11479673" y="2339790"/>
            <a:ext cx="874355" cy="542864"/>
            <a:chOff x="9562760" y="2887548"/>
            <a:chExt cx="874355" cy="542864"/>
          </a:xfrm>
        </p:grpSpPr>
        <p:grpSp>
          <p:nvGrpSpPr>
            <p:cNvPr id="71" name="组合 41">
              <a:extLst>
                <a:ext uri="{FF2B5EF4-FFF2-40B4-BE49-F238E27FC236}">
                  <a16:creationId xmlns:a16="http://schemas.microsoft.com/office/drawing/2014/main" id="{C79D7E09-8141-1376-6C76-3918B9B8195F}"/>
                </a:ext>
              </a:extLst>
            </p:cNvPr>
            <p:cNvGrpSpPr/>
            <p:nvPr/>
          </p:nvGrpSpPr>
          <p:grpSpPr>
            <a:xfrm>
              <a:off x="9562760" y="2887548"/>
              <a:ext cx="874355" cy="542864"/>
              <a:chOff x="6323048" y="1947780"/>
              <a:chExt cx="874354" cy="542864"/>
            </a:xfrm>
          </p:grpSpPr>
          <p:sp>
            <p:nvSpPr>
              <p:cNvPr id="76" name="OTLSHAPE_T_e17f3958430f4cff8650518c93c7635e_StartDate">
                <a:extLst>
                  <a:ext uri="{FF2B5EF4-FFF2-40B4-BE49-F238E27FC236}">
                    <a16:creationId xmlns:a16="http://schemas.microsoft.com/office/drawing/2014/main" id="{1AC2683C-7B7F-696C-4838-8246691C52B4}"/>
                  </a:ext>
                </a:extLst>
              </p:cNvPr>
              <p:cNvSpPr txBox="1"/>
              <p:nvPr>
                <p:custDataLst>
                  <p:tags r:id="rId18"/>
                </p:custDataLst>
              </p:nvPr>
            </p:nvSpPr>
            <p:spPr>
              <a:xfrm>
                <a:off x="6323048" y="1947780"/>
                <a:ext cx="874354" cy="138499"/>
              </a:xfrm>
              <a:prstGeom prst="rect">
                <a:avLst/>
              </a:prstGeom>
              <a:noFill/>
            </p:spPr>
            <p:txBody>
              <a:bodyPr vert="horz" wrap="square" lIns="0" tIns="0" rIns="0" bIns="0" rtlCol="0" anchor="ctr" anchorCtr="0">
                <a:spAutoFit/>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Feb 2032</a:t>
                </a:r>
              </a:p>
            </p:txBody>
          </p:sp>
          <p:sp>
            <p:nvSpPr>
              <p:cNvPr id="77" name="Rectangle 100">
                <a:extLst>
                  <a:ext uri="{FF2B5EF4-FFF2-40B4-BE49-F238E27FC236}">
                    <a16:creationId xmlns:a16="http://schemas.microsoft.com/office/drawing/2014/main" id="{C3568AAB-EFDD-C6F7-0B49-6FD58B7AB909}"/>
                  </a:ext>
                </a:extLst>
              </p:cNvPr>
              <p:cNvSpPr/>
              <p:nvPr/>
            </p:nvSpPr>
            <p:spPr>
              <a:xfrm>
                <a:off x="6466192" y="2259812"/>
                <a:ext cx="619079" cy="230832"/>
              </a:xfrm>
              <a:prstGeom prst="rect">
                <a:avLst/>
              </a:prstGeom>
            </p:spPr>
            <p:txBody>
              <a:bodyPr wrap="none">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NDA FA</a:t>
                </a:r>
              </a:p>
            </p:txBody>
          </p:sp>
        </p:grpSp>
        <p:sp>
          <p:nvSpPr>
            <p:cNvPr id="73" name="五角星 55">
              <a:extLst>
                <a:ext uri="{FF2B5EF4-FFF2-40B4-BE49-F238E27FC236}">
                  <a16:creationId xmlns:a16="http://schemas.microsoft.com/office/drawing/2014/main" id="{8419D518-E999-96F0-2ED1-7028DF7509DF}"/>
                </a:ext>
              </a:extLst>
            </p:cNvPr>
            <p:cNvSpPr>
              <a:spLocks/>
            </p:cNvSpPr>
            <p:nvPr/>
          </p:nvSpPr>
          <p:spPr bwMode="auto">
            <a:xfrm>
              <a:off x="9927938" y="3043999"/>
              <a:ext cx="144000" cy="144000"/>
            </a:xfrm>
            <a:prstGeom prst="star5">
              <a:avLst/>
            </a:prstGeom>
            <a:no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354" rtl="0" eaLnBrk="0" fontAlgn="auto" latinLnBrk="0" hangingPunct="0">
                <a:lnSpc>
                  <a:spcPct val="100000"/>
                </a:lnSpc>
                <a:spcBef>
                  <a:spcPts val="0"/>
                </a:spcBef>
                <a:spcAft>
                  <a:spcPts val="0"/>
                </a:spcAft>
                <a:buClrTx/>
                <a:buSzTx/>
                <a:buFontTx/>
                <a:buNone/>
                <a:tabLst/>
                <a:defRPr/>
              </a:pPr>
              <a:endParaRPr kumimoji="0" lang="en-US" sz="2400" b="0" i="1" u="none" strike="noStrike" kern="1200" cap="none" spc="0" normalizeH="0" baseline="0" noProof="0">
                <a:ln>
                  <a:noFill/>
                </a:ln>
                <a:solidFill>
                  <a:srgbClr val="002060"/>
                </a:solidFill>
                <a:effectLst/>
                <a:uLnTx/>
                <a:uFillTx/>
                <a:latin typeface="Boehringer Forward Text"/>
                <a:ea typeface="+mn-ea"/>
                <a:cs typeface="+mn-cs"/>
              </a:endParaRPr>
            </a:p>
          </p:txBody>
        </p:sp>
      </p:grpSp>
      <p:sp>
        <p:nvSpPr>
          <p:cNvPr id="95" name="TextBox 94">
            <a:extLst>
              <a:ext uri="{FF2B5EF4-FFF2-40B4-BE49-F238E27FC236}">
                <a16:creationId xmlns:a16="http://schemas.microsoft.com/office/drawing/2014/main" id="{E6EADB73-BBBC-297F-B9CC-1F611CC4BB19}"/>
              </a:ext>
            </a:extLst>
          </p:cNvPr>
          <p:cNvSpPr txBox="1"/>
          <p:nvPr/>
        </p:nvSpPr>
        <p:spPr>
          <a:xfrm>
            <a:off x="255487" y="5051428"/>
            <a:ext cx="938034" cy="307777"/>
          </a:xfrm>
          <a:prstGeom prst="rect">
            <a:avLst/>
          </a:prstGeom>
          <a:noFill/>
          <a:ln>
            <a:noFill/>
          </a:ln>
        </p:spPr>
        <p:txBody>
          <a:bodyPr wrap="square" lIns="0" tIns="0" rIns="0" bIns="0" rtlCol="0">
            <a:spAutoFit/>
          </a:bodyPr>
          <a:lstStyle/>
          <a:p>
            <a:pPr marL="0" marR="0" lvl="0" indent="0" algn="ctr" defTabSz="9142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lumMod val="90000"/>
                    <a:lumOff val="10000"/>
                  </a:srgbClr>
                </a:solidFill>
                <a:effectLst/>
                <a:uLnTx/>
                <a:uFillTx/>
                <a:latin typeface="Boehringer Forward Text"/>
                <a:ea typeface="+mn-ea"/>
                <a:cs typeface="Calibri" panose="020F0502020204030204" pitchFamily="34" charset="0"/>
              </a:rPr>
              <a:t>Ph1-1463.1b</a:t>
            </a:r>
          </a:p>
          <a:p>
            <a:pPr marL="0" marR="0" lvl="0" indent="0" algn="ctr" defTabSz="914218"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8312A">
                    <a:lumMod val="90000"/>
                    <a:lumOff val="10000"/>
                  </a:srgbClr>
                </a:solidFill>
                <a:effectLst/>
                <a:uLnTx/>
                <a:uFillTx/>
                <a:latin typeface="Boehringer Forward Text"/>
                <a:ea typeface="+mn-ea"/>
                <a:cs typeface="Calibri" panose="020F0502020204030204" pitchFamily="34" charset="0"/>
              </a:rPr>
              <a:t>HNSCC</a:t>
            </a:r>
          </a:p>
        </p:txBody>
      </p:sp>
      <p:sp>
        <p:nvSpPr>
          <p:cNvPr id="10" name="Slide Number Placeholder 9">
            <a:extLst>
              <a:ext uri="{FF2B5EF4-FFF2-40B4-BE49-F238E27FC236}">
                <a16:creationId xmlns:a16="http://schemas.microsoft.com/office/drawing/2014/main" id="{15987BFC-7B35-BA41-75E3-2A05A70FC701}"/>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cxnSp>
        <p:nvCxnSpPr>
          <p:cNvPr id="27" name="直接连接符 26">
            <a:extLst>
              <a:ext uri="{FF2B5EF4-FFF2-40B4-BE49-F238E27FC236}">
                <a16:creationId xmlns:a16="http://schemas.microsoft.com/office/drawing/2014/main" id="{B604D8E8-F70B-5878-34C9-712C2F6A0AED}"/>
              </a:ext>
            </a:extLst>
          </p:cNvPr>
          <p:cNvCxnSpPr>
            <a:cxnSpLocks/>
          </p:cNvCxnSpPr>
          <p:nvPr/>
        </p:nvCxnSpPr>
        <p:spPr bwMode="gray">
          <a:xfrm flipH="1">
            <a:off x="7792599" y="2832857"/>
            <a:ext cx="1" cy="1005840"/>
          </a:xfrm>
          <a:prstGeom prst="line">
            <a:avLst/>
          </a:prstGeom>
          <a:ln w="63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A6B149BE-0815-82D8-D4F0-80A69111A9F0}"/>
              </a:ext>
            </a:extLst>
          </p:cNvPr>
          <p:cNvCxnSpPr>
            <a:cxnSpLocks/>
          </p:cNvCxnSpPr>
          <p:nvPr/>
        </p:nvCxnSpPr>
        <p:spPr bwMode="gray">
          <a:xfrm>
            <a:off x="7792599" y="3001816"/>
            <a:ext cx="1134784" cy="0"/>
          </a:xfrm>
          <a:prstGeom prst="straightConnector1">
            <a:avLst/>
          </a:prstGeom>
          <a:ln w="63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 name="文本框 160">
            <a:extLst>
              <a:ext uri="{FF2B5EF4-FFF2-40B4-BE49-F238E27FC236}">
                <a16:creationId xmlns:a16="http://schemas.microsoft.com/office/drawing/2014/main" id="{F6156595-C1DB-93D0-D1B6-778B76273E16}"/>
              </a:ext>
            </a:extLst>
          </p:cNvPr>
          <p:cNvSpPr txBox="1"/>
          <p:nvPr/>
        </p:nvSpPr>
        <p:spPr>
          <a:xfrm>
            <a:off x="1851635" y="3418739"/>
            <a:ext cx="5184111" cy="800219"/>
          </a:xfrm>
          <a:prstGeom prst="roundRect">
            <a:avLst/>
          </a:prstGeom>
          <a:noFill/>
          <a:ln>
            <a:solidFill>
              <a:srgbClr val="076D7E"/>
            </a:solidFill>
            <a:prstDash val="lgDash"/>
          </a:ln>
        </p:spPr>
        <p:txBody>
          <a:bodyPr wrap="square" rtlCol="0">
            <a:spAutoFit/>
          </a:bodyPr>
          <a:lstStyle/>
          <a:p>
            <a:pPr marL="171450" lvl="0" indent="-171450" defTabSz="1219170">
              <a:spcAft>
                <a:spcPts val="267"/>
              </a:spcAft>
              <a:buFont typeface="Arial" panose="020B0604020202020204" pitchFamily="34" charset="0"/>
              <a:buChar char="•"/>
              <a:defRPr/>
            </a:pPr>
            <a:r>
              <a:rPr lang="en-US" altLang="zh-CN" sz="900">
                <a:solidFill>
                  <a:srgbClr val="08312A"/>
                </a:solidFill>
                <a:cs typeface="Calibri" panose="020F0502020204030204" pitchFamily="34" charset="0"/>
              </a:rPr>
              <a:t>Primary analysis is planned for </a:t>
            </a:r>
            <a:r>
              <a:rPr lang="en-US" sz="900" noProof="0">
                <a:solidFill>
                  <a:srgbClr val="08312A"/>
                </a:solidFill>
                <a:cs typeface="Calibri" panose="020F0502020204030204" pitchFamily="34" charset="0"/>
              </a:rPr>
              <a:t>PoC release in July 2026.  </a:t>
            </a:r>
          </a:p>
          <a:p>
            <a:pPr marL="171450" indent="-171450" defTabSz="1219170">
              <a:spcAft>
                <a:spcPts val="267"/>
              </a:spcAft>
              <a:buFont typeface="Arial" panose="020B0604020202020204" pitchFamily="34" charset="0"/>
              <a:buChar char="•"/>
              <a:defRPr/>
            </a:pPr>
            <a:r>
              <a:rPr lang="en-US" sz="900">
                <a:solidFill>
                  <a:srgbClr val="08312A"/>
                </a:solidFill>
                <a:cs typeface="Calibri" panose="020F0502020204030204" pitchFamily="34" charset="0"/>
              </a:rPr>
              <a:t>GO/No GO criteria is updated with ORR from 40% to 36% based on the ORR of </a:t>
            </a:r>
            <a:r>
              <a:rPr lang="en-US" sz="900" err="1">
                <a:solidFill>
                  <a:srgbClr val="08312A"/>
                </a:solidFill>
                <a:cs typeface="Calibri" panose="020F0502020204030204" pitchFamily="34" charset="0"/>
              </a:rPr>
              <a:t>Pembro+chemo</a:t>
            </a:r>
            <a:r>
              <a:rPr lang="en-US" sz="900">
                <a:solidFill>
                  <a:srgbClr val="08312A"/>
                </a:solidFill>
                <a:cs typeface="Calibri" panose="020F0502020204030204" pitchFamily="34" charset="0"/>
              </a:rPr>
              <a:t> in 1L HNSCC with CPS* </a:t>
            </a:r>
            <a:r>
              <a:rPr lang="zh-CN" altLang="en-US" sz="900">
                <a:solidFill>
                  <a:srgbClr val="08312A"/>
                </a:solidFill>
                <a:cs typeface="Calibri" panose="020F0502020204030204" pitchFamily="34" charset="0"/>
              </a:rPr>
              <a:t>≥</a:t>
            </a:r>
            <a:r>
              <a:rPr lang="en-US" altLang="zh-CN" sz="900">
                <a:solidFill>
                  <a:srgbClr val="08312A"/>
                </a:solidFill>
                <a:cs typeface="Calibri" panose="020F0502020204030204" pitchFamily="34" charset="0"/>
              </a:rPr>
              <a:t>1</a:t>
            </a:r>
            <a:r>
              <a:rPr lang="en-US" sz="900">
                <a:solidFill>
                  <a:srgbClr val="08312A"/>
                </a:solidFill>
                <a:cs typeface="Calibri" panose="020F0502020204030204" pitchFamily="34" charset="0"/>
              </a:rPr>
              <a:t> </a:t>
            </a:r>
          </a:p>
          <a:p>
            <a:pPr marL="171450" indent="-171450" defTabSz="1219170">
              <a:spcAft>
                <a:spcPts val="267"/>
              </a:spcAft>
              <a:buFont typeface="Arial" panose="020B0604020202020204" pitchFamily="34" charset="0"/>
              <a:buChar char="•"/>
              <a:defRPr/>
            </a:pPr>
            <a:r>
              <a:rPr lang="en-US" altLang="zh-CN" sz="900">
                <a:solidFill>
                  <a:srgbClr val="08312A"/>
                </a:solidFill>
                <a:cs typeface="Calibri" panose="020F0502020204030204" pitchFamily="34" charset="0"/>
              </a:rPr>
              <a:t>1L NSCLC development is under planning.</a:t>
            </a:r>
          </a:p>
        </p:txBody>
      </p:sp>
      <p:sp>
        <p:nvSpPr>
          <p:cNvPr id="5" name="Rectangle 55">
            <a:extLst>
              <a:ext uri="{FF2B5EF4-FFF2-40B4-BE49-F238E27FC236}">
                <a16:creationId xmlns:a16="http://schemas.microsoft.com/office/drawing/2014/main" id="{EC172794-C593-2595-28A4-A3FF9BBAC553}"/>
              </a:ext>
            </a:extLst>
          </p:cNvPr>
          <p:cNvSpPr/>
          <p:nvPr/>
        </p:nvSpPr>
        <p:spPr>
          <a:xfrm>
            <a:off x="5959717" y="5449896"/>
            <a:ext cx="336952" cy="215444"/>
          </a:xfrm>
          <a:prstGeom prst="rect">
            <a:avLst/>
          </a:prstGeom>
        </p:spPr>
        <p:txBody>
          <a:bodyPr wrap="none">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rPr>
              <a:t>LPI</a:t>
            </a:r>
          </a:p>
        </p:txBody>
      </p:sp>
      <p:sp>
        <p:nvSpPr>
          <p:cNvPr id="11" name="OTLSHAPE_T_e17f3958430f4cff8650518c93c7635e_StartDate">
            <a:extLst>
              <a:ext uri="{FF2B5EF4-FFF2-40B4-BE49-F238E27FC236}">
                <a16:creationId xmlns:a16="http://schemas.microsoft.com/office/drawing/2014/main" id="{329CD67D-7319-3298-D06C-3D3B6322F38C}"/>
              </a:ext>
            </a:extLst>
          </p:cNvPr>
          <p:cNvSpPr txBox="1"/>
          <p:nvPr>
            <p:custDataLst>
              <p:tags r:id="rId14"/>
            </p:custDataLst>
          </p:nvPr>
        </p:nvSpPr>
        <p:spPr>
          <a:xfrm>
            <a:off x="5672617" y="4847766"/>
            <a:ext cx="911151" cy="123111"/>
          </a:xfrm>
          <a:prstGeom prst="rect">
            <a:avLst/>
          </a:prstGeom>
          <a:noFill/>
        </p:spPr>
        <p:txBody>
          <a:bodyPr vert="horz" wrap="square" lIns="0" tIns="0" rIns="0" bIns="0" rtlCol="0" anchor="ctr" anchorCtr="0">
            <a:spAutoFit/>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lang="en-US" altLang="zh-CN" sz="800" b="1" i="1" noProof="0">
                <a:solidFill>
                  <a:schemeClr val="tx2"/>
                </a:solidFill>
                <a:latin typeface="Boehringer Forward Text"/>
                <a:cs typeface="Calibri" panose="020F0502020204030204" pitchFamily="34" charset="0"/>
              </a:rPr>
              <a:t>24Nov</a:t>
            </a:r>
            <a:r>
              <a:rPr lang="en-US" sz="800" b="1" i="1" noProof="0">
                <a:solidFill>
                  <a:schemeClr val="tx2"/>
                </a:solidFill>
                <a:latin typeface="Boehringer Forward Text"/>
                <a:cs typeface="Calibri" panose="020F0502020204030204" pitchFamily="34" charset="0"/>
              </a:rPr>
              <a:t>2025</a:t>
            </a:r>
            <a:endParaRPr kumimoji="0" lang="en-US" sz="800" b="1" i="1"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endParaRPr>
          </a:p>
        </p:txBody>
      </p:sp>
      <p:sp>
        <p:nvSpPr>
          <p:cNvPr id="12" name="Star: 4 Points 143">
            <a:extLst>
              <a:ext uri="{FF2B5EF4-FFF2-40B4-BE49-F238E27FC236}">
                <a16:creationId xmlns:a16="http://schemas.microsoft.com/office/drawing/2014/main" id="{D494B070-1CFB-18A9-F3C9-9B2C237492ED}"/>
              </a:ext>
            </a:extLst>
          </p:cNvPr>
          <p:cNvSpPr/>
          <p:nvPr/>
        </p:nvSpPr>
        <p:spPr bwMode="auto">
          <a:xfrm>
            <a:off x="6052770" y="527769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en-US" sz="800" b="0" i="1" u="none" strike="noStrike" kern="1200" cap="none" spc="0" normalizeH="0" baseline="0" noProof="0">
              <a:ln>
                <a:noFill/>
              </a:ln>
              <a:solidFill>
                <a:srgbClr val="002060"/>
              </a:solidFill>
              <a:effectLst/>
              <a:uLnTx/>
              <a:uFillTx/>
              <a:latin typeface="Boehringer Forward Text"/>
              <a:ea typeface="+mn-ea"/>
              <a:cs typeface="Calibri" panose="020F0502020204030204" pitchFamily="34" charset="0"/>
            </a:endParaRPr>
          </a:p>
        </p:txBody>
      </p:sp>
      <p:sp>
        <p:nvSpPr>
          <p:cNvPr id="16" name="OTLSHAPE_T_e17f3958430f4cff8650518c93c7635e_Shape">
            <a:extLst>
              <a:ext uri="{FF2B5EF4-FFF2-40B4-BE49-F238E27FC236}">
                <a16:creationId xmlns:a16="http://schemas.microsoft.com/office/drawing/2014/main" id="{A1CD91F6-B4AF-DAEA-5647-7AD3262BAFF4}"/>
              </a:ext>
            </a:extLst>
          </p:cNvPr>
          <p:cNvSpPr/>
          <p:nvPr>
            <p:custDataLst>
              <p:tags r:id="rId15"/>
            </p:custDataLst>
          </p:nvPr>
        </p:nvSpPr>
        <p:spPr bwMode="auto">
          <a:xfrm>
            <a:off x="10529784" y="3656468"/>
            <a:ext cx="1652324" cy="32918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Ph 3 pivotal (combi </a:t>
            </a:r>
            <a:r>
              <a:rPr kumimoji="0" lang="en-US" sz="700" b="1" i="0" u="none" strike="noStrike" kern="1200" cap="none" spc="0" normalizeH="0" baseline="0" noProof="0" err="1">
                <a:ln>
                  <a:noFill/>
                </a:ln>
                <a:solidFill>
                  <a:prstClr val="black"/>
                </a:solidFill>
                <a:effectLst/>
                <a:uLnTx/>
                <a:uFillTx/>
                <a:latin typeface="Boehringer Forward Text"/>
                <a:ea typeface="+mn-ea"/>
                <a:cs typeface="Calibri" panose="020F0502020204030204" pitchFamily="34" charset="0"/>
              </a:rPr>
              <a:t>pembro</a:t>
            </a:r>
            <a:r>
              <a:rPr kumimoji="0" lang="en-US" sz="7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 1L R/M HNSCC</a:t>
            </a:r>
          </a:p>
        </p:txBody>
      </p:sp>
      <p:cxnSp>
        <p:nvCxnSpPr>
          <p:cNvPr id="19" name="直接箭头连接符 34">
            <a:extLst>
              <a:ext uri="{FF2B5EF4-FFF2-40B4-BE49-F238E27FC236}">
                <a16:creationId xmlns:a16="http://schemas.microsoft.com/office/drawing/2014/main" id="{A7223BA1-3A04-86D9-E7A7-5703A182D189}"/>
              </a:ext>
            </a:extLst>
          </p:cNvPr>
          <p:cNvCxnSpPr>
            <a:cxnSpLocks/>
          </p:cNvCxnSpPr>
          <p:nvPr/>
        </p:nvCxnSpPr>
        <p:spPr bwMode="gray">
          <a:xfrm>
            <a:off x="7792599" y="3827686"/>
            <a:ext cx="2721249" cy="0"/>
          </a:xfrm>
          <a:prstGeom prst="straightConnector1">
            <a:avLst/>
          </a:prstGeom>
          <a:ln w="63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35">
            <a:extLst>
              <a:ext uri="{FF2B5EF4-FFF2-40B4-BE49-F238E27FC236}">
                <a16:creationId xmlns:a16="http://schemas.microsoft.com/office/drawing/2014/main" id="{15439EDF-4CE0-D13B-22AB-0DE9EE9CF383}"/>
              </a:ext>
            </a:extLst>
          </p:cNvPr>
          <p:cNvCxnSpPr>
            <a:cxnSpLocks/>
          </p:cNvCxnSpPr>
          <p:nvPr/>
        </p:nvCxnSpPr>
        <p:spPr bwMode="gray">
          <a:xfrm>
            <a:off x="10207800" y="3001816"/>
            <a:ext cx="182880" cy="0"/>
          </a:xfrm>
          <a:prstGeom prst="straightConnector1">
            <a:avLst/>
          </a:prstGeom>
          <a:ln w="63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2" name="OTLSHAPE_T_e17f3958430f4cff8650518c93c7635e_Shape">
            <a:extLst>
              <a:ext uri="{FF2B5EF4-FFF2-40B4-BE49-F238E27FC236}">
                <a16:creationId xmlns:a16="http://schemas.microsoft.com/office/drawing/2014/main" id="{0A5DC728-D238-5E99-CC74-6C74CA041A71}"/>
              </a:ext>
            </a:extLst>
          </p:cNvPr>
          <p:cNvSpPr/>
          <p:nvPr>
            <p:custDataLst>
              <p:tags r:id="rId16"/>
            </p:custDataLst>
          </p:nvPr>
        </p:nvSpPr>
        <p:spPr bwMode="auto">
          <a:xfrm>
            <a:off x="10397906" y="2840828"/>
            <a:ext cx="1652324" cy="329184"/>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marL="0" marR="0" lvl="0" indent="0" algn="ctr" defTabSz="1219048"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Ph 3 pivotal (combi </a:t>
            </a:r>
            <a:r>
              <a:rPr kumimoji="0" lang="en-US" sz="700" b="1" i="0" u="none" strike="noStrike" kern="1200" cap="none" spc="0" normalizeH="0" baseline="0" noProof="0" err="1">
                <a:ln>
                  <a:noFill/>
                </a:ln>
                <a:solidFill>
                  <a:prstClr val="black"/>
                </a:solidFill>
                <a:effectLst/>
                <a:uLnTx/>
                <a:uFillTx/>
                <a:latin typeface="Boehringer Forward Text"/>
                <a:ea typeface="+mn-ea"/>
                <a:cs typeface="Calibri" panose="020F0502020204030204" pitchFamily="34" charset="0"/>
              </a:rPr>
              <a:t>pembro</a:t>
            </a:r>
            <a:r>
              <a:rPr kumimoji="0" lang="en-US" sz="700" b="1" i="0" u="none" strike="noStrike" kern="1200" cap="none" spc="0" normalizeH="0" baseline="0" noProof="0">
                <a:ln>
                  <a:noFill/>
                </a:ln>
                <a:solidFill>
                  <a:prstClr val="black"/>
                </a:solidFill>
                <a:effectLst/>
                <a:uLnTx/>
                <a:uFillTx/>
                <a:latin typeface="Boehringer Forward Text"/>
                <a:ea typeface="+mn-ea"/>
                <a:cs typeface="Calibri" panose="020F0502020204030204" pitchFamily="34" charset="0"/>
              </a:rPr>
              <a:t>) for 1L NSCLC</a:t>
            </a:r>
          </a:p>
        </p:txBody>
      </p:sp>
      <p:sp>
        <p:nvSpPr>
          <p:cNvPr id="15" name="文本框 160">
            <a:extLst>
              <a:ext uri="{FF2B5EF4-FFF2-40B4-BE49-F238E27FC236}">
                <a16:creationId xmlns:a16="http://schemas.microsoft.com/office/drawing/2014/main" id="{5C12B3F7-843F-F957-15E0-8E2B3723EAE3}"/>
              </a:ext>
            </a:extLst>
          </p:cNvPr>
          <p:cNvSpPr txBox="1"/>
          <p:nvPr/>
        </p:nvSpPr>
        <p:spPr>
          <a:xfrm>
            <a:off x="1851639" y="5748827"/>
            <a:ext cx="3994324" cy="255389"/>
          </a:xfrm>
          <a:prstGeom prst="roundRect">
            <a:avLst/>
          </a:prstGeom>
          <a:noFill/>
          <a:ln>
            <a:solidFill>
              <a:srgbClr val="076D7E"/>
            </a:solidFill>
            <a:prstDash val="lgDash"/>
          </a:ln>
        </p:spPr>
        <p:txBody>
          <a:bodyPr wrap="square" rtlCol="0">
            <a:spAutoFit/>
          </a:bodyPr>
          <a:lstStyle/>
          <a:p>
            <a:pPr marL="171450" lvl="0" indent="-171450" defTabSz="1219170">
              <a:spcAft>
                <a:spcPts val="267"/>
              </a:spcAft>
              <a:buFont typeface="Arial" panose="020B0604020202020204" pitchFamily="34" charset="0"/>
              <a:buChar char="•"/>
              <a:defRPr/>
            </a:pPr>
            <a:r>
              <a:rPr lang="en-US" sz="900" noProof="0">
                <a:solidFill>
                  <a:srgbClr val="08312A"/>
                </a:solidFill>
                <a:cs typeface="Calibri" panose="020F0502020204030204" pitchFamily="34" charset="0"/>
              </a:rPr>
              <a:t> </a:t>
            </a:r>
            <a:r>
              <a:rPr lang="en-US" altLang="zh-CN" sz="900">
                <a:solidFill>
                  <a:srgbClr val="08312A"/>
                </a:solidFill>
                <a:cs typeface="Calibri" panose="020F0502020204030204" pitchFamily="34" charset="0"/>
              </a:rPr>
              <a:t>7 Chinese patients were enrolled (</a:t>
            </a:r>
            <a:r>
              <a:rPr lang="en-US" altLang="zh-CN" sz="900" b="1">
                <a:solidFill>
                  <a:srgbClr val="08312A"/>
                </a:solidFill>
                <a:cs typeface="Calibri" panose="020F0502020204030204" pitchFamily="34" charset="0"/>
              </a:rPr>
              <a:t>1CR, 2 PRs, 2 SDs and 2PDs</a:t>
            </a:r>
            <a:r>
              <a:rPr lang="en-US" altLang="zh-CN" sz="900">
                <a:solidFill>
                  <a:srgbClr val="08312A"/>
                </a:solidFill>
                <a:cs typeface="Calibri" panose="020F0502020204030204" pitchFamily="34" charset="0"/>
              </a:rPr>
              <a:t>).</a:t>
            </a:r>
            <a:endParaRPr lang="en-US" sz="900" noProof="0">
              <a:solidFill>
                <a:srgbClr val="08312A"/>
              </a:solidFill>
              <a:cs typeface="Calibri" panose="020F0502020204030204" pitchFamily="34" charset="0"/>
            </a:endParaRPr>
          </a:p>
        </p:txBody>
      </p:sp>
      <p:grpSp>
        <p:nvGrpSpPr>
          <p:cNvPr id="20" name="Group 62">
            <a:extLst>
              <a:ext uri="{FF2B5EF4-FFF2-40B4-BE49-F238E27FC236}">
                <a16:creationId xmlns:a16="http://schemas.microsoft.com/office/drawing/2014/main" id="{FED50B97-72B3-A55A-6C3E-39B4B2258A4A}"/>
              </a:ext>
            </a:extLst>
          </p:cNvPr>
          <p:cNvGrpSpPr/>
          <p:nvPr/>
        </p:nvGrpSpPr>
        <p:grpSpPr>
          <a:xfrm>
            <a:off x="6920011" y="918293"/>
            <a:ext cx="546747" cy="6134718"/>
            <a:chOff x="1155349" y="1057179"/>
            <a:chExt cx="546747" cy="4601037"/>
          </a:xfrm>
        </p:grpSpPr>
        <p:cxnSp>
          <p:nvCxnSpPr>
            <p:cNvPr id="25" name="Straight Connector 63">
              <a:extLst>
                <a:ext uri="{FF2B5EF4-FFF2-40B4-BE49-F238E27FC236}">
                  <a16:creationId xmlns:a16="http://schemas.microsoft.com/office/drawing/2014/main" id="{3121846E-226F-73D3-A101-C7F3E848B66D}"/>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6" name="OTLSHAPE_T_e17f3958430f4cff8650518c93c7635e_StartDate">
              <a:extLst>
                <a:ext uri="{FF2B5EF4-FFF2-40B4-BE49-F238E27FC236}">
                  <a16:creationId xmlns:a16="http://schemas.microsoft.com/office/drawing/2014/main" id="{98F532EA-3DC4-3B68-03C5-AC81E9B04248}"/>
                </a:ext>
              </a:extLst>
            </p:cNvPr>
            <p:cNvSpPr txBox="1"/>
            <p:nvPr>
              <p:custDataLst>
                <p:tags r:id="rId17"/>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E47C"/>
                  </a:solidFill>
                  <a:effectLst/>
                  <a:uLnTx/>
                  <a:uFillTx/>
                  <a:latin typeface="Boehringer Forward Text"/>
                  <a:ea typeface="+mn-ea"/>
                  <a:cs typeface="Calibri" panose="020F0502020204030204" pitchFamily="34" charset="0"/>
                </a:rPr>
                <a:t>We are here</a:t>
              </a:r>
            </a:p>
          </p:txBody>
        </p:sp>
      </p:grpSp>
      <p:sp>
        <p:nvSpPr>
          <p:cNvPr id="33" name="文本框 32">
            <a:extLst>
              <a:ext uri="{FF2B5EF4-FFF2-40B4-BE49-F238E27FC236}">
                <a16:creationId xmlns:a16="http://schemas.microsoft.com/office/drawing/2014/main" id="{EF10A6F0-EEE3-34A8-BB0E-33D5ABA37F19}"/>
              </a:ext>
            </a:extLst>
          </p:cNvPr>
          <p:cNvSpPr txBox="1"/>
          <p:nvPr/>
        </p:nvSpPr>
        <p:spPr bwMode="gray">
          <a:xfrm>
            <a:off x="1941351" y="6302765"/>
            <a:ext cx="6256962" cy="215444"/>
          </a:xfrm>
          <a:prstGeom prst="rect">
            <a:avLst/>
          </a:prstGeom>
          <a:noFill/>
        </p:spPr>
        <p:txBody>
          <a:bodyPr wrap="square">
            <a:spAutoFit/>
          </a:bodyPr>
          <a:lstStyle/>
          <a:p>
            <a:r>
              <a:rPr lang="en-US" altLang="zh-CN" sz="800">
                <a:latin typeface="Times New Roman" panose="02020603050405020304" pitchFamily="18" charset="0"/>
                <a:ea typeface="MS Mincho" panose="02020609040205080304" pitchFamily="49" charset="-128"/>
              </a:rPr>
              <a:t>*</a:t>
            </a:r>
            <a:r>
              <a:rPr lang="en-US" altLang="zh-CN" sz="800">
                <a:effectLst/>
                <a:latin typeface="Times New Roman" panose="02020603050405020304" pitchFamily="18" charset="0"/>
                <a:ea typeface="MS Mincho" panose="02020609040205080304" pitchFamily="49" charset="-128"/>
              </a:rPr>
              <a:t>CPS: Combined positive score</a:t>
            </a:r>
            <a:endParaRPr lang="zh-CN" altLang="en-US" sz="800"/>
          </a:p>
        </p:txBody>
      </p:sp>
    </p:spTree>
    <p:extLst>
      <p:ext uri="{BB962C8B-B14F-4D97-AF65-F5344CB8AC3E}">
        <p14:creationId xmlns:p14="http://schemas.microsoft.com/office/powerpoint/2010/main" val="2205640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2366C70-415E-3E0C-D4DF-DD2486C966E5}"/>
            </a:ext>
          </a:extLst>
        </p:cNvPr>
        <p:cNvGrpSpPr/>
        <p:nvPr/>
      </p:nvGrpSpPr>
      <p:grpSpPr>
        <a:xfrm>
          <a:off x="0" y="0"/>
          <a:ext cx="0" cy="0"/>
          <a:chOff x="0" y="0"/>
          <a:chExt cx="0" cy="0"/>
        </a:xfrm>
      </p:grpSpPr>
      <p:sp>
        <p:nvSpPr>
          <p:cNvPr id="25" name="Title 24">
            <a:extLst>
              <a:ext uri="{FF2B5EF4-FFF2-40B4-BE49-F238E27FC236}">
                <a16:creationId xmlns:a16="http://schemas.microsoft.com/office/drawing/2014/main" id="{93E38692-B04C-045A-6E3A-FC57DE899E4A}"/>
              </a:ext>
            </a:extLst>
          </p:cNvPr>
          <p:cNvSpPr>
            <a:spLocks noGrp="1"/>
          </p:cNvSpPr>
          <p:nvPr>
            <p:ph type="title"/>
          </p:nvPr>
        </p:nvSpPr>
        <p:spPr>
          <a:xfrm>
            <a:off x="514960" y="108141"/>
            <a:ext cx="11467560" cy="720000"/>
          </a:xfrm>
        </p:spPr>
        <p:txBody>
          <a:bodyPr/>
          <a:lstStyle/>
          <a:p>
            <a:r>
              <a:rPr lang="en-US">
                <a:solidFill>
                  <a:schemeClr val="tx1"/>
                </a:solidFill>
              </a:rPr>
              <a:t>CD137xFAP</a:t>
            </a:r>
            <a:r>
              <a:rPr lang="en-GB">
                <a:solidFill>
                  <a:schemeClr val="tx1"/>
                </a:solidFill>
              </a:rPr>
              <a:t> </a:t>
            </a:r>
            <a:r>
              <a:rPr lang="en-GB" noProof="0">
                <a:solidFill>
                  <a:schemeClr val="tx1"/>
                </a:solidFill>
              </a:rPr>
              <a:t>Clinical Development in 1L NSCLC PD-L1 positive</a:t>
            </a:r>
            <a:br>
              <a:rPr lang="en-GB" noProof="0">
                <a:solidFill>
                  <a:schemeClr val="tx1"/>
                </a:solidFill>
              </a:rPr>
            </a:br>
            <a:br>
              <a:rPr lang="en-GB" noProof="0"/>
            </a:br>
            <a:endParaRPr lang="en-GB" i="1">
              <a:solidFill>
                <a:schemeClr val="accent2"/>
              </a:solidFill>
            </a:endParaRPr>
          </a:p>
        </p:txBody>
      </p:sp>
      <p:sp>
        <p:nvSpPr>
          <p:cNvPr id="55" name="OTLSHAPE_SL2A_6124fe237355452591b6acfd74c8f567_BackgroundRectangle" hidden="1">
            <a:extLst>
              <a:ext uri="{FF2B5EF4-FFF2-40B4-BE49-F238E27FC236}">
                <a16:creationId xmlns:a16="http://schemas.microsoft.com/office/drawing/2014/main" id="{F3280D86-FDBE-4F0A-EEF3-FBBE8C1DAA2A}"/>
              </a:ext>
            </a:extLst>
          </p:cNvPr>
          <p:cNvSpPr/>
          <p:nvPr>
            <p:custDataLst>
              <p:tags r:id="rId2"/>
            </p:custDataLst>
          </p:nvPr>
        </p:nvSpPr>
        <p:spPr bwMode="gray">
          <a:xfrm>
            <a:off x="965200" y="1106488"/>
            <a:ext cx="10388600" cy="849503"/>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6" name="OTLSHAPE_SL2A_8f08ee827ee94aaf9897b482243f4d6a_BackgroundRectangle" hidden="1">
            <a:extLst>
              <a:ext uri="{FF2B5EF4-FFF2-40B4-BE49-F238E27FC236}">
                <a16:creationId xmlns:a16="http://schemas.microsoft.com/office/drawing/2014/main" id="{554B4A7B-1211-5B95-C8B6-6E64B77CAEAD}"/>
              </a:ext>
            </a:extLst>
          </p:cNvPr>
          <p:cNvSpPr/>
          <p:nvPr>
            <p:custDataLst>
              <p:tags r:id="rId3"/>
            </p:custDataLst>
          </p:nvPr>
        </p:nvSpPr>
        <p:spPr bwMode="gray">
          <a:xfrm>
            <a:off x="965200" y="2082990"/>
            <a:ext cx="10388600" cy="2068005"/>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7" name="OTLSHAPE_SL2A_a04281a05428499d84a6ee532035976f_BackgroundRectangle" hidden="1">
            <a:extLst>
              <a:ext uri="{FF2B5EF4-FFF2-40B4-BE49-F238E27FC236}">
                <a16:creationId xmlns:a16="http://schemas.microsoft.com/office/drawing/2014/main" id="{12B4172B-10D6-4B93-5390-C7F136C00AC1}"/>
              </a:ext>
            </a:extLst>
          </p:cNvPr>
          <p:cNvSpPr/>
          <p:nvPr>
            <p:custDataLst>
              <p:tags r:id="rId4"/>
            </p:custDataLst>
          </p:nvPr>
        </p:nvSpPr>
        <p:spPr bwMode="gray">
          <a:xfrm>
            <a:off x="965200" y="4277995"/>
            <a:ext cx="10388600" cy="697801"/>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OTLSHAPE_TB_00000000000000000000000000000000_LeftEndCaps" hidden="1">
            <a:extLst>
              <a:ext uri="{FF2B5EF4-FFF2-40B4-BE49-F238E27FC236}">
                <a16:creationId xmlns:a16="http://schemas.microsoft.com/office/drawing/2014/main" id="{AAC1DF16-2C06-FCDE-4675-5E807C4708AB}"/>
              </a:ext>
            </a:extLst>
          </p:cNvPr>
          <p:cNvSpPr txBox="1"/>
          <p:nvPr>
            <p:custDataLst>
              <p:tags r:id="rId5"/>
            </p:custDataLst>
          </p:nvPr>
        </p:nvSpPr>
        <p:spPr bwMode="gray">
          <a:xfrm>
            <a:off x="-278136" y="-43229"/>
            <a:ext cx="583494" cy="355418"/>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GB" sz="1800" b="1" i="0" u="none" strike="noStrike" kern="1200" cap="none" spc="0" normalizeH="0" baseline="0" noProof="0">
                <a:ln>
                  <a:noFill/>
                </a:ln>
                <a:solidFill>
                  <a:srgbClr val="ED7D31"/>
                </a:solidFill>
                <a:effectLst/>
                <a:uLnTx/>
                <a:uFillTx/>
                <a:latin typeface="Boehringer Forward Text"/>
                <a:ea typeface="+mn-lt"/>
                <a:cs typeface="+mn-lt"/>
                <a:sym typeface="+mn-lt"/>
              </a:rPr>
              <a:t>2024</a:t>
            </a:r>
          </a:p>
        </p:txBody>
      </p:sp>
      <p:sp>
        <p:nvSpPr>
          <p:cNvPr id="53" name="OTLSHAPE_SL2A_6124fe237355452591b6acfd74c8f567_HeaderRectangle" hidden="1">
            <a:extLst>
              <a:ext uri="{FF2B5EF4-FFF2-40B4-BE49-F238E27FC236}">
                <a16:creationId xmlns:a16="http://schemas.microsoft.com/office/drawing/2014/main" id="{B5C24431-5A6A-2260-B172-D66894CCF4B1}"/>
              </a:ext>
            </a:extLst>
          </p:cNvPr>
          <p:cNvSpPr/>
          <p:nvPr>
            <p:custDataLst>
              <p:tags r:id="rId6"/>
            </p:custDataLst>
          </p:nvPr>
        </p:nvSpPr>
        <p:spPr bwMode="gray">
          <a:xfrm>
            <a:off x="965200" y="1106488"/>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4" name="OTLSHAPE_SL2A_8f08ee827ee94aaf9897b482243f4d6a_HeaderRectangle" hidden="1">
            <a:extLst>
              <a:ext uri="{FF2B5EF4-FFF2-40B4-BE49-F238E27FC236}">
                <a16:creationId xmlns:a16="http://schemas.microsoft.com/office/drawing/2014/main" id="{02D61D16-499F-A7C4-C003-238C96FA0D47}"/>
              </a:ext>
            </a:extLst>
          </p:cNvPr>
          <p:cNvSpPr/>
          <p:nvPr>
            <p:custDataLst>
              <p:tags r:id="rId7"/>
            </p:custDataLst>
          </p:nvPr>
        </p:nvSpPr>
        <p:spPr bwMode="gray">
          <a:xfrm>
            <a:off x="965200" y="2082990"/>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5" name="OTLSHAPE_SL2A_a04281a05428499d84a6ee532035976f_HeaderRectangle" hidden="1">
            <a:extLst>
              <a:ext uri="{FF2B5EF4-FFF2-40B4-BE49-F238E27FC236}">
                <a16:creationId xmlns:a16="http://schemas.microsoft.com/office/drawing/2014/main" id="{668DF46E-1801-D448-0E98-727AFCD77776}"/>
              </a:ext>
            </a:extLst>
          </p:cNvPr>
          <p:cNvSpPr/>
          <p:nvPr>
            <p:custDataLst>
              <p:tags r:id="rId8"/>
            </p:custDataLst>
          </p:nvPr>
        </p:nvSpPr>
        <p:spPr bwMode="gray">
          <a:xfrm>
            <a:off x="965200" y="4277995"/>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 name="OTLSHAPE_TB_00000000000000000000000000000000_ElapsedTime" hidden="1">
            <a:extLst>
              <a:ext uri="{FF2B5EF4-FFF2-40B4-BE49-F238E27FC236}">
                <a16:creationId xmlns:a16="http://schemas.microsoft.com/office/drawing/2014/main" id="{2F6D8525-7C24-FB5C-0C7F-3E2CA3D04B1F}"/>
              </a:ext>
            </a:extLst>
          </p:cNvPr>
          <p:cNvSpPr/>
          <p:nvPr>
            <p:custDataLst>
              <p:tags r:id="rId9"/>
            </p:custDataLst>
          </p:nvPr>
        </p:nvSpPr>
        <p:spPr bwMode="gray">
          <a:xfrm>
            <a:off x="1092200" y="788988"/>
            <a:ext cx="0" cy="0"/>
          </a:xfrm>
          <a:prstGeom prst="roundRect">
            <a:avLst/>
          </a:prstGeom>
          <a:solidFill>
            <a:srgbClr val="FF0000">
              <a:alpha val="74902"/>
            </a:srgb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7" name="OTLSHAPE_SLT_e785718badf244a395bbada915af691a_ShapePercentage" hidden="1">
            <a:extLst>
              <a:ext uri="{FF2B5EF4-FFF2-40B4-BE49-F238E27FC236}">
                <a16:creationId xmlns:a16="http://schemas.microsoft.com/office/drawing/2014/main" id="{303F1C57-AE40-E0F3-2697-B7F8D8E5BE88}"/>
              </a:ext>
            </a:extLst>
          </p:cNvPr>
          <p:cNvSpPr/>
          <p:nvPr>
            <p:custDataLst>
              <p:tags r:id="rId10"/>
            </p:custDataLst>
          </p:nvPr>
        </p:nvSpPr>
        <p:spPr bwMode="gray">
          <a:xfrm>
            <a:off x="1117100" y="1144588"/>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8" name="OTLSHAPE_SLT_e5cb043cbc7d4ec9bfb9e2052a64e6d5_ShapePercentage" hidden="1">
            <a:extLst>
              <a:ext uri="{FF2B5EF4-FFF2-40B4-BE49-F238E27FC236}">
                <a16:creationId xmlns:a16="http://schemas.microsoft.com/office/drawing/2014/main" id="{C571F096-4AFB-C1C4-4FDD-C2D970569E79}"/>
              </a:ext>
            </a:extLst>
          </p:cNvPr>
          <p:cNvSpPr/>
          <p:nvPr>
            <p:custDataLst>
              <p:tags r:id="rId11"/>
            </p:custDataLst>
          </p:nvPr>
        </p:nvSpPr>
        <p:spPr bwMode="gray">
          <a:xfrm>
            <a:off x="3551589" y="2155190"/>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9" name="OTLSHAPE_SLT_4935c5fc5de242bc9e3859782e94a8e7_ShapePercentage" hidden="1">
            <a:extLst>
              <a:ext uri="{FF2B5EF4-FFF2-40B4-BE49-F238E27FC236}">
                <a16:creationId xmlns:a16="http://schemas.microsoft.com/office/drawing/2014/main" id="{044E08FC-F45D-1B0A-DE52-BCCB8B27266D}"/>
              </a:ext>
            </a:extLst>
          </p:cNvPr>
          <p:cNvSpPr/>
          <p:nvPr>
            <p:custDataLst>
              <p:tags r:id="rId12"/>
            </p:custDataLst>
          </p:nvPr>
        </p:nvSpPr>
        <p:spPr bwMode="gray">
          <a:xfrm>
            <a:off x="4373780" y="2840292"/>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OTLSHAPE_TB_00000000000000000000000000000000_TodayMarkerShape" hidden="1">
            <a:extLst>
              <a:ext uri="{FF2B5EF4-FFF2-40B4-BE49-F238E27FC236}">
                <a16:creationId xmlns:a16="http://schemas.microsoft.com/office/drawing/2014/main" id="{7F10BC07-47CA-E6BB-8F32-17F51B6ED9E2}"/>
              </a:ext>
            </a:extLst>
          </p:cNvPr>
          <p:cNvSpPr/>
          <p:nvPr>
            <p:custDataLst>
              <p:tags r:id="rId13"/>
            </p:custDataLst>
          </p:nvPr>
        </p:nvSpPr>
        <p:spPr bwMode="gray">
          <a:xfrm>
            <a:off x="1698407" y="1042988"/>
            <a:ext cx="76200" cy="84667"/>
          </a:xfrm>
          <a:prstGeom prst="triangle">
            <a:avLst/>
          </a:prstGeom>
          <a:solidFill>
            <a:srgbClr val="FF0000"/>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OTLSHAPE_TB_00000000000000000000000000000000_TodayMarkerText" hidden="1">
            <a:extLst>
              <a:ext uri="{FF2B5EF4-FFF2-40B4-BE49-F238E27FC236}">
                <a16:creationId xmlns:a16="http://schemas.microsoft.com/office/drawing/2014/main" id="{8C16F277-F066-93A5-E8BF-83FFF59DF3B5}"/>
              </a:ext>
            </a:extLst>
          </p:cNvPr>
          <p:cNvSpPr txBox="1"/>
          <p:nvPr>
            <p:custDataLst>
              <p:tags r:id="rId14"/>
            </p:custDataLst>
          </p:nvPr>
        </p:nvSpPr>
        <p:spPr bwMode="gray">
          <a:xfrm>
            <a:off x="-380933" y="-65077"/>
            <a:ext cx="423899" cy="236924"/>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8312A"/>
                </a:solidFill>
                <a:effectLst/>
                <a:uLnTx/>
                <a:uFillTx/>
                <a:latin typeface="Boehringer Forward Text"/>
                <a:ea typeface="+mn-lt"/>
                <a:cs typeface="+mn-lt"/>
                <a:sym typeface="+mn-lt"/>
              </a:rPr>
              <a:t>Today</a:t>
            </a:r>
          </a:p>
        </p:txBody>
      </p:sp>
      <p:sp>
        <p:nvSpPr>
          <p:cNvPr id="59" name="OTLSHAPE_SLT_e785718badf244a395bbada915af691a_TextPercentage" hidden="1">
            <a:extLst>
              <a:ext uri="{FF2B5EF4-FFF2-40B4-BE49-F238E27FC236}">
                <a16:creationId xmlns:a16="http://schemas.microsoft.com/office/drawing/2014/main" id="{355EED9F-E9F9-11CE-D020-330BA3D4D72F}"/>
              </a:ext>
            </a:extLst>
          </p:cNvPr>
          <p:cNvSpPr txBox="1"/>
          <p:nvPr>
            <p:custDataLst>
              <p:tags r:id="rId15"/>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70" name="OTLSHAPE_SLT_e5cb043cbc7d4ec9bfb9e2052a64e6d5_TextPercentage" hidden="1">
            <a:extLst>
              <a:ext uri="{FF2B5EF4-FFF2-40B4-BE49-F238E27FC236}">
                <a16:creationId xmlns:a16="http://schemas.microsoft.com/office/drawing/2014/main" id="{F72E142B-C102-78A2-4BA5-5BDB7297A08A}"/>
              </a:ext>
            </a:extLst>
          </p:cNvPr>
          <p:cNvSpPr txBox="1"/>
          <p:nvPr>
            <p:custDataLst>
              <p:tags r:id="rId1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81" name="OTLSHAPE_SLT_4935c5fc5de242bc9e3859782e94a8e7_TextPercentage" hidden="1">
            <a:extLst>
              <a:ext uri="{FF2B5EF4-FFF2-40B4-BE49-F238E27FC236}">
                <a16:creationId xmlns:a16="http://schemas.microsoft.com/office/drawing/2014/main" id="{CC9E77A9-A761-76F4-501E-8939B20F6A27}"/>
              </a:ext>
            </a:extLst>
          </p:cNvPr>
          <p:cNvSpPr txBox="1"/>
          <p:nvPr>
            <p:custDataLst>
              <p:tags r:id="rId1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62" name="OTLSHAPE_SLT_e785718badf244a395bbada915af691a_JoinedDate" hidden="1">
            <a:extLst>
              <a:ext uri="{FF2B5EF4-FFF2-40B4-BE49-F238E27FC236}">
                <a16:creationId xmlns:a16="http://schemas.microsoft.com/office/drawing/2014/main" id="{43EB44B8-EAF1-68D5-57A9-7027732721B7}"/>
              </a:ext>
            </a:extLst>
          </p:cNvPr>
          <p:cNvSpPr txBox="1"/>
          <p:nvPr>
            <p:custDataLst>
              <p:tags r:id="rId18"/>
            </p:custDataLst>
          </p:nvPr>
        </p:nvSpPr>
        <p:spPr bwMode="gray">
          <a:xfrm>
            <a:off x="910020" y="3177659"/>
            <a:ext cx="762000" cy="41287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4" normalizeH="0" baseline="0" noProof="0">
                <a:ln>
                  <a:noFill/>
                </a:ln>
                <a:solidFill>
                  <a:srgbClr val="44546A"/>
                </a:solidFill>
                <a:effectLst/>
                <a:uLnTx/>
                <a:uFillTx/>
                <a:latin typeface="Boehringer Forward Text"/>
                <a:ea typeface="+mn-lt"/>
                <a:cs typeface="+mn-lt"/>
                <a:sym typeface="+mn-lt"/>
              </a:rPr>
              <a:t>Jan 13 - Oct 23</a:t>
            </a:r>
          </a:p>
        </p:txBody>
      </p:sp>
      <p:sp>
        <p:nvSpPr>
          <p:cNvPr id="73" name="OTLSHAPE_SLT_e5cb043cbc7d4ec9bfb9e2052a64e6d5_JoinedDate" hidden="1">
            <a:extLst>
              <a:ext uri="{FF2B5EF4-FFF2-40B4-BE49-F238E27FC236}">
                <a16:creationId xmlns:a16="http://schemas.microsoft.com/office/drawing/2014/main" id="{7BC43E65-BFFB-0D45-A234-DF7A7FF4A5CF}"/>
              </a:ext>
            </a:extLst>
          </p:cNvPr>
          <p:cNvSpPr txBox="1"/>
          <p:nvPr>
            <p:custDataLst>
              <p:tags r:id="rId19"/>
            </p:custDataLst>
          </p:nvPr>
        </p:nvSpPr>
        <p:spPr bwMode="gray">
          <a:xfrm>
            <a:off x="4334703" y="3824006"/>
            <a:ext cx="762000" cy="410882"/>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4" normalizeH="0" baseline="0" noProof="0">
                <a:ln>
                  <a:noFill/>
                </a:ln>
                <a:solidFill>
                  <a:srgbClr val="44546A"/>
                </a:solidFill>
                <a:effectLst/>
                <a:uLnTx/>
                <a:uFillTx/>
                <a:latin typeface="Boehringer Forward Text"/>
                <a:ea typeface="+mn-lt"/>
                <a:cs typeface="+mn-lt"/>
                <a:sym typeface="+mn-lt"/>
              </a:rPr>
              <a:t>May 11 - Aug 4</a:t>
            </a:r>
          </a:p>
        </p:txBody>
      </p:sp>
      <p:sp>
        <p:nvSpPr>
          <p:cNvPr id="84" name="OTLSHAPE_SLT_4935c5fc5de242bc9e3859782e94a8e7_JoinedDate" hidden="1">
            <a:extLst>
              <a:ext uri="{FF2B5EF4-FFF2-40B4-BE49-F238E27FC236}">
                <a16:creationId xmlns:a16="http://schemas.microsoft.com/office/drawing/2014/main" id="{1390EF8F-A794-B64D-3192-5E3EC626F495}"/>
              </a:ext>
            </a:extLst>
          </p:cNvPr>
          <p:cNvSpPr txBox="1"/>
          <p:nvPr>
            <p:custDataLst>
              <p:tags r:id="rId20"/>
            </p:custDataLst>
          </p:nvPr>
        </p:nvSpPr>
        <p:spPr bwMode="gray">
          <a:xfrm>
            <a:off x="4404130" y="4259750"/>
            <a:ext cx="723900" cy="41287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4" normalizeH="0" baseline="0" noProof="0">
                <a:ln>
                  <a:noFill/>
                </a:ln>
                <a:solidFill>
                  <a:srgbClr val="44546A"/>
                </a:solidFill>
                <a:effectLst/>
                <a:uLnTx/>
                <a:uFillTx/>
                <a:latin typeface="Boehringer Forward Text"/>
                <a:ea typeface="+mn-lt"/>
                <a:cs typeface="+mn-lt"/>
                <a:sym typeface="+mn-lt"/>
              </a:rPr>
              <a:t>Jun 24 - Jul 21</a:t>
            </a:r>
          </a:p>
        </p:txBody>
      </p:sp>
      <p:sp>
        <p:nvSpPr>
          <p:cNvPr id="137" name="OTLSHAPE_SL2A_87b61e4413304a3d846554324082bfb2_BackgroundRectangle" hidden="1">
            <a:extLst>
              <a:ext uri="{FF2B5EF4-FFF2-40B4-BE49-F238E27FC236}">
                <a16:creationId xmlns:a16="http://schemas.microsoft.com/office/drawing/2014/main" id="{4897A77F-77D2-AAB7-9412-E3919C175DFA}"/>
              </a:ext>
            </a:extLst>
          </p:cNvPr>
          <p:cNvSpPr/>
          <p:nvPr>
            <p:custDataLst>
              <p:tags r:id="rId21"/>
            </p:custDataLst>
          </p:nvPr>
        </p:nvSpPr>
        <p:spPr bwMode="gray">
          <a:xfrm>
            <a:off x="965200" y="5639498"/>
            <a:ext cx="10388600" cy="697801"/>
          </a:xfrm>
          <a:prstGeom prst="rect">
            <a:avLst/>
          </a:prstGeom>
          <a:solidFill>
            <a:schemeClr val="lt1">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5" name="OTLSHAPE_SL2A_87b61e4413304a3d846554324082bfb2_HeaderRectangle" hidden="1">
            <a:extLst>
              <a:ext uri="{FF2B5EF4-FFF2-40B4-BE49-F238E27FC236}">
                <a16:creationId xmlns:a16="http://schemas.microsoft.com/office/drawing/2014/main" id="{97E5DD32-D188-0E5B-746C-EC53FCB3E9CB}"/>
              </a:ext>
            </a:extLst>
          </p:cNvPr>
          <p:cNvSpPr/>
          <p:nvPr>
            <p:custDataLst>
              <p:tags r:id="rId22"/>
            </p:custDataLst>
          </p:nvPr>
        </p:nvSpPr>
        <p:spPr bwMode="gray">
          <a:xfrm>
            <a:off x="965200" y="5639498"/>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8" name="OTLSHAPE_SLT_d56dd04a48924517a0a92702e702cf3b_ShapePercentage" hidden="1">
            <a:extLst>
              <a:ext uri="{FF2B5EF4-FFF2-40B4-BE49-F238E27FC236}">
                <a16:creationId xmlns:a16="http://schemas.microsoft.com/office/drawing/2014/main" id="{A6064DC9-3128-5C81-5E9D-976E001B57B1}"/>
              </a:ext>
            </a:extLst>
          </p:cNvPr>
          <p:cNvSpPr/>
          <p:nvPr>
            <p:custDataLst>
              <p:tags r:id="rId23"/>
            </p:custDataLst>
          </p:nvPr>
        </p:nvSpPr>
        <p:spPr bwMode="gray">
          <a:xfrm>
            <a:off x="3553594" y="3525393"/>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2" name="OTLSHAPE_SLT_82b5b28a8c4d4bfeb53dbc183af7d84a_ShapePercentage" hidden="1">
            <a:extLst>
              <a:ext uri="{FF2B5EF4-FFF2-40B4-BE49-F238E27FC236}">
                <a16:creationId xmlns:a16="http://schemas.microsoft.com/office/drawing/2014/main" id="{ED15FEFE-6737-BECD-CE79-0A17DBFFB0F2}"/>
              </a:ext>
            </a:extLst>
          </p:cNvPr>
          <p:cNvSpPr/>
          <p:nvPr>
            <p:custDataLst>
              <p:tags r:id="rId24"/>
            </p:custDataLst>
          </p:nvPr>
        </p:nvSpPr>
        <p:spPr bwMode="gray">
          <a:xfrm>
            <a:off x="3693968" y="4350195"/>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9" name="OTLSHAPE_SLT_7257ff9b6cb646f9b21861f1e14cc949_ShapePercentage" hidden="1">
            <a:extLst>
              <a:ext uri="{FF2B5EF4-FFF2-40B4-BE49-F238E27FC236}">
                <a16:creationId xmlns:a16="http://schemas.microsoft.com/office/drawing/2014/main" id="{87D30489-25A9-77A6-CF84-FFC7169ECF4F}"/>
              </a:ext>
            </a:extLst>
          </p:cNvPr>
          <p:cNvSpPr/>
          <p:nvPr>
            <p:custDataLst>
              <p:tags r:id="rId25"/>
            </p:custDataLst>
          </p:nvPr>
        </p:nvSpPr>
        <p:spPr bwMode="gray">
          <a:xfrm>
            <a:off x="2250120" y="5711698"/>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9" name="OTLSHAPE_SLM_b154a3803ef142acbab93f11291234de_Date" hidden="1">
            <a:extLst>
              <a:ext uri="{FF2B5EF4-FFF2-40B4-BE49-F238E27FC236}">
                <a16:creationId xmlns:a16="http://schemas.microsoft.com/office/drawing/2014/main" id="{A1952E11-6824-0892-8981-6849508A31CC}"/>
              </a:ext>
            </a:extLst>
          </p:cNvPr>
          <p:cNvSpPr txBox="1"/>
          <p:nvPr>
            <p:custDataLst>
              <p:tags r:id="rId26"/>
            </p:custDataLst>
          </p:nvPr>
        </p:nvSpPr>
        <p:spPr bwMode="gray">
          <a:xfrm>
            <a:off x="12700" y="-673096"/>
            <a:ext cx="0" cy="843757"/>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Oct 5</a:t>
            </a:r>
          </a:p>
        </p:txBody>
      </p:sp>
      <p:sp>
        <p:nvSpPr>
          <p:cNvPr id="105" name="OTLSHAPE_SLM_f4ac53f9517f432ebb117aac0c3b14d5_Date" hidden="1">
            <a:extLst>
              <a:ext uri="{FF2B5EF4-FFF2-40B4-BE49-F238E27FC236}">
                <a16:creationId xmlns:a16="http://schemas.microsoft.com/office/drawing/2014/main" id="{BBF1DF08-9FC0-7D98-AF3B-CF1EB2496497}"/>
              </a:ext>
            </a:extLst>
          </p:cNvPr>
          <p:cNvSpPr txBox="1"/>
          <p:nvPr>
            <p:custDataLst>
              <p:tags r:id="rId27"/>
            </p:custDataLst>
          </p:nvPr>
        </p:nvSpPr>
        <p:spPr bwMode="gray">
          <a:xfrm>
            <a:off x="12700" y="-888540"/>
            <a:ext cx="0" cy="1059201"/>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Nov 24</a:t>
            </a:r>
          </a:p>
        </p:txBody>
      </p:sp>
      <p:sp>
        <p:nvSpPr>
          <p:cNvPr id="110" name="OTLSHAPE_SLT_d56dd04a48924517a0a92702e702cf3b_TextPercentage" hidden="1">
            <a:extLst>
              <a:ext uri="{FF2B5EF4-FFF2-40B4-BE49-F238E27FC236}">
                <a16:creationId xmlns:a16="http://schemas.microsoft.com/office/drawing/2014/main" id="{6450B295-7BC5-5D01-4105-40CE1F7C3AAF}"/>
              </a:ext>
            </a:extLst>
          </p:cNvPr>
          <p:cNvSpPr txBox="1"/>
          <p:nvPr>
            <p:custDataLst>
              <p:tags r:id="rId2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112" name="OTLSHAPE_SLT_d56dd04a48924517a0a92702e702cf3b_StartDate" hidden="1">
            <a:extLst>
              <a:ext uri="{FF2B5EF4-FFF2-40B4-BE49-F238E27FC236}">
                <a16:creationId xmlns:a16="http://schemas.microsoft.com/office/drawing/2014/main" id="{338041F2-55DC-3EA3-3ED0-6364D163FF33}"/>
              </a:ext>
            </a:extLst>
          </p:cNvPr>
          <p:cNvSpPr txBox="1"/>
          <p:nvPr>
            <p:custDataLst>
              <p:tags r:id="rId2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13" name="OTLSHAPE_SLT_d56dd04a48924517a0a92702e702cf3b_EndDate" hidden="1">
            <a:extLst>
              <a:ext uri="{FF2B5EF4-FFF2-40B4-BE49-F238E27FC236}">
                <a16:creationId xmlns:a16="http://schemas.microsoft.com/office/drawing/2014/main" id="{76D1DD41-B450-5BC5-E091-27459271AEC1}"/>
              </a:ext>
            </a:extLst>
          </p:cNvPr>
          <p:cNvSpPr txBox="1"/>
          <p:nvPr>
            <p:custDataLst>
              <p:tags r:id="rId30"/>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24" name="OTLSHAPE_SLT_82b5b28a8c4d4bfeb53dbc183af7d84a_TextPercentage" hidden="1">
            <a:extLst>
              <a:ext uri="{FF2B5EF4-FFF2-40B4-BE49-F238E27FC236}">
                <a16:creationId xmlns:a16="http://schemas.microsoft.com/office/drawing/2014/main" id="{82D466DF-C68D-C131-CEA7-B05B0E760E61}"/>
              </a:ext>
            </a:extLst>
          </p:cNvPr>
          <p:cNvSpPr txBox="1"/>
          <p:nvPr>
            <p:custDataLst>
              <p:tags r:id="rId31"/>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126" name="OTLSHAPE_SLT_82b5b28a8c4d4bfeb53dbc183af7d84a_StartDate" hidden="1">
            <a:extLst>
              <a:ext uri="{FF2B5EF4-FFF2-40B4-BE49-F238E27FC236}">
                <a16:creationId xmlns:a16="http://schemas.microsoft.com/office/drawing/2014/main" id="{F0AEE923-042A-26C3-0F9E-5978E9B24025}"/>
              </a:ext>
            </a:extLst>
          </p:cNvPr>
          <p:cNvSpPr txBox="1"/>
          <p:nvPr>
            <p:custDataLst>
              <p:tags r:id="rId3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27" name="OTLSHAPE_SLT_82b5b28a8c4d4bfeb53dbc183af7d84a_EndDate" hidden="1">
            <a:extLst>
              <a:ext uri="{FF2B5EF4-FFF2-40B4-BE49-F238E27FC236}">
                <a16:creationId xmlns:a16="http://schemas.microsoft.com/office/drawing/2014/main" id="{FC4249D5-B7E2-9ED8-A788-10F4F8711C09}"/>
              </a:ext>
            </a:extLst>
          </p:cNvPr>
          <p:cNvSpPr txBox="1"/>
          <p:nvPr>
            <p:custDataLst>
              <p:tags r:id="rId3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41" name="OTLSHAPE_SLT_7257ff9b6cb646f9b21861f1e14cc949_TextPercentage" hidden="1">
            <a:extLst>
              <a:ext uri="{FF2B5EF4-FFF2-40B4-BE49-F238E27FC236}">
                <a16:creationId xmlns:a16="http://schemas.microsoft.com/office/drawing/2014/main" id="{B1B47835-8428-D594-7886-9656F6304C17}"/>
              </a:ext>
            </a:extLst>
          </p:cNvPr>
          <p:cNvSpPr txBox="1"/>
          <p:nvPr>
            <p:custDataLst>
              <p:tags r:id="rId3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143" name="OTLSHAPE_SLT_7257ff9b6cb646f9b21861f1e14cc949_StartDate" hidden="1">
            <a:extLst>
              <a:ext uri="{FF2B5EF4-FFF2-40B4-BE49-F238E27FC236}">
                <a16:creationId xmlns:a16="http://schemas.microsoft.com/office/drawing/2014/main" id="{AF9F1BAC-BF0A-1008-D977-B53B53ED1484}"/>
              </a:ext>
            </a:extLst>
          </p:cNvPr>
          <p:cNvSpPr txBox="1"/>
          <p:nvPr>
            <p:custDataLst>
              <p:tags r:id="rId35"/>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44" name="OTLSHAPE_SLT_7257ff9b6cb646f9b21861f1e14cc949_EndDate" hidden="1">
            <a:extLst>
              <a:ext uri="{FF2B5EF4-FFF2-40B4-BE49-F238E27FC236}">
                <a16:creationId xmlns:a16="http://schemas.microsoft.com/office/drawing/2014/main" id="{1FE8413D-A289-CE9A-969B-394DC610F4FE}"/>
              </a:ext>
            </a:extLst>
          </p:cNvPr>
          <p:cNvSpPr txBox="1"/>
          <p:nvPr>
            <p:custDataLst>
              <p:tags r:id="rId3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02" name="OTLSHAPE_SLA_7da642a7f7f64e149647c62a0966c3c0_Date" hidden="1">
            <a:extLst>
              <a:ext uri="{FF2B5EF4-FFF2-40B4-BE49-F238E27FC236}">
                <a16:creationId xmlns:a16="http://schemas.microsoft.com/office/drawing/2014/main" id="{A7DA7142-157F-640B-7F2E-9CB3EA418ED1}"/>
              </a:ext>
            </a:extLst>
          </p:cNvPr>
          <p:cNvSpPr txBox="1"/>
          <p:nvPr>
            <p:custDataLst>
              <p:tags r:id="rId37"/>
            </p:custDataLst>
          </p:nvPr>
        </p:nvSpPr>
        <p:spPr bwMode="gray">
          <a:xfrm>
            <a:off x="12700" y="-673096"/>
            <a:ext cx="0" cy="843757"/>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Feb 9</a:t>
            </a:r>
          </a:p>
        </p:txBody>
      </p:sp>
      <p:sp>
        <p:nvSpPr>
          <p:cNvPr id="116" name="OTLSHAPE_SLA_386d46e1a6ec438095daeb0553116770_Date" hidden="1">
            <a:extLst>
              <a:ext uri="{FF2B5EF4-FFF2-40B4-BE49-F238E27FC236}">
                <a16:creationId xmlns:a16="http://schemas.microsoft.com/office/drawing/2014/main" id="{7AE88CBB-8387-5897-EE3D-2CABA97A44BA}"/>
              </a:ext>
            </a:extLst>
          </p:cNvPr>
          <p:cNvSpPr txBox="1"/>
          <p:nvPr>
            <p:custDataLst>
              <p:tags r:id="rId38"/>
            </p:custDataLst>
          </p:nvPr>
        </p:nvSpPr>
        <p:spPr bwMode="gray">
          <a:xfrm>
            <a:off x="12700" y="-888540"/>
            <a:ext cx="0" cy="1059201"/>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Jul 11</a:t>
            </a:r>
          </a:p>
        </p:txBody>
      </p:sp>
      <p:sp>
        <p:nvSpPr>
          <p:cNvPr id="147" name="OTLSHAPE_SLA_4ddb3843e7394aeab2dee49e147b6d18_Date" hidden="1">
            <a:extLst>
              <a:ext uri="{FF2B5EF4-FFF2-40B4-BE49-F238E27FC236}">
                <a16:creationId xmlns:a16="http://schemas.microsoft.com/office/drawing/2014/main" id="{3E9681BE-3B56-AC04-A4A6-74E5BCEC4DB8}"/>
              </a:ext>
            </a:extLst>
          </p:cNvPr>
          <p:cNvSpPr txBox="1"/>
          <p:nvPr>
            <p:custDataLst>
              <p:tags r:id="rId39"/>
            </p:custDataLst>
          </p:nvPr>
        </p:nvSpPr>
        <p:spPr bwMode="gray">
          <a:xfrm>
            <a:off x="12700" y="-888540"/>
            <a:ext cx="0" cy="1059201"/>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Dec 19</a:t>
            </a:r>
          </a:p>
        </p:txBody>
      </p:sp>
      <p:sp>
        <p:nvSpPr>
          <p:cNvPr id="171" name="OTLSHAPE_SLM_c7ae77416b764129ae61f1a4ea5e1adf_Date" hidden="1">
            <a:extLst>
              <a:ext uri="{FF2B5EF4-FFF2-40B4-BE49-F238E27FC236}">
                <a16:creationId xmlns:a16="http://schemas.microsoft.com/office/drawing/2014/main" id="{2BD49FF8-D319-BAB2-5A57-9EFE3998D25F}"/>
              </a:ext>
            </a:extLst>
          </p:cNvPr>
          <p:cNvSpPr txBox="1"/>
          <p:nvPr>
            <p:custDataLst>
              <p:tags r:id="rId40"/>
            </p:custDataLst>
          </p:nvPr>
        </p:nvSpPr>
        <p:spPr bwMode="gray">
          <a:xfrm>
            <a:off x="12700" y="-888540"/>
            <a:ext cx="0" cy="1059201"/>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Feb 19</a:t>
            </a:r>
          </a:p>
        </p:txBody>
      </p:sp>
      <p:sp>
        <p:nvSpPr>
          <p:cNvPr id="177" name="OTLSHAPE_SL2A_d0084f785ee54c2cb2bda0b901d16e14_BackgroundRectangle" hidden="1">
            <a:extLst>
              <a:ext uri="{FF2B5EF4-FFF2-40B4-BE49-F238E27FC236}">
                <a16:creationId xmlns:a16="http://schemas.microsoft.com/office/drawing/2014/main" id="{F717F210-D7FA-F63D-E15B-E73AF33EB183}"/>
              </a:ext>
            </a:extLst>
          </p:cNvPr>
          <p:cNvSpPr/>
          <p:nvPr>
            <p:custDataLst>
              <p:tags r:id="rId41"/>
            </p:custDataLst>
          </p:nvPr>
        </p:nvSpPr>
        <p:spPr bwMode="gray">
          <a:xfrm>
            <a:off x="965200" y="5001197"/>
            <a:ext cx="10388600" cy="511302"/>
          </a:xfrm>
          <a:prstGeom prst="rect">
            <a:avLst/>
          </a:prstGeom>
          <a:solidFill>
            <a:schemeClr val="lt2">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75" name="OTLSHAPE_SL2A_d0084f785ee54c2cb2bda0b901d16e14_HeaderRectangle" hidden="1">
            <a:extLst>
              <a:ext uri="{FF2B5EF4-FFF2-40B4-BE49-F238E27FC236}">
                <a16:creationId xmlns:a16="http://schemas.microsoft.com/office/drawing/2014/main" id="{9B9A156A-D402-38EF-8F26-88ACA1C19A08}"/>
              </a:ext>
            </a:extLst>
          </p:cNvPr>
          <p:cNvSpPr/>
          <p:nvPr>
            <p:custDataLst>
              <p:tags r:id="rId42"/>
            </p:custDataLst>
          </p:nvPr>
        </p:nvSpPr>
        <p:spPr bwMode="gray">
          <a:xfrm>
            <a:off x="965200" y="5001197"/>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79" name="OTLSHAPE_SLT_5ac1dbbcd1b44b5fa074bef70dde48f1_ShapePercentage" hidden="1">
            <a:extLst>
              <a:ext uri="{FF2B5EF4-FFF2-40B4-BE49-F238E27FC236}">
                <a16:creationId xmlns:a16="http://schemas.microsoft.com/office/drawing/2014/main" id="{C93FDEA5-20BE-3E52-2359-D623CF59FE4A}"/>
              </a:ext>
            </a:extLst>
          </p:cNvPr>
          <p:cNvSpPr/>
          <p:nvPr>
            <p:custDataLst>
              <p:tags r:id="rId43"/>
            </p:custDataLst>
          </p:nvPr>
        </p:nvSpPr>
        <p:spPr bwMode="gray">
          <a:xfrm>
            <a:off x="1117100" y="5039297"/>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87" name="OTLSHAPE_SLT_6e1d48d1aeb74397bca62c6c384b6208_ShapePercentage" hidden="1">
            <a:extLst>
              <a:ext uri="{FF2B5EF4-FFF2-40B4-BE49-F238E27FC236}">
                <a16:creationId xmlns:a16="http://schemas.microsoft.com/office/drawing/2014/main" id="{54311565-DA0D-7171-1316-38D8E2C14438}"/>
              </a:ext>
            </a:extLst>
          </p:cNvPr>
          <p:cNvSpPr/>
          <p:nvPr>
            <p:custDataLst>
              <p:tags r:id="rId44"/>
            </p:custDataLst>
          </p:nvPr>
        </p:nvSpPr>
        <p:spPr bwMode="gray">
          <a:xfrm>
            <a:off x="2605066" y="5288597"/>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81" name="OTLSHAPE_SLT_5ac1dbbcd1b44b5fa074bef70dde48f1_TextPercentage" hidden="1">
            <a:extLst>
              <a:ext uri="{FF2B5EF4-FFF2-40B4-BE49-F238E27FC236}">
                <a16:creationId xmlns:a16="http://schemas.microsoft.com/office/drawing/2014/main" id="{CCF80440-BADB-D7E1-3A7D-D89EC070E99C}"/>
              </a:ext>
            </a:extLst>
          </p:cNvPr>
          <p:cNvSpPr txBox="1"/>
          <p:nvPr>
            <p:custDataLst>
              <p:tags r:id="rId45"/>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183" name="OTLSHAPE_SLT_5ac1dbbcd1b44b5fa074bef70dde48f1_StartDate" hidden="1">
            <a:extLst>
              <a:ext uri="{FF2B5EF4-FFF2-40B4-BE49-F238E27FC236}">
                <a16:creationId xmlns:a16="http://schemas.microsoft.com/office/drawing/2014/main" id="{1A608812-2034-45BA-B28C-9F84AA5C7B4F}"/>
              </a:ext>
            </a:extLst>
          </p:cNvPr>
          <p:cNvSpPr txBox="1"/>
          <p:nvPr>
            <p:custDataLst>
              <p:tags r:id="rId4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84" name="OTLSHAPE_SLT_5ac1dbbcd1b44b5fa074bef70dde48f1_EndDate" hidden="1">
            <a:extLst>
              <a:ext uri="{FF2B5EF4-FFF2-40B4-BE49-F238E27FC236}">
                <a16:creationId xmlns:a16="http://schemas.microsoft.com/office/drawing/2014/main" id="{1AA1A14B-5F87-2921-24D1-29E849290D8B}"/>
              </a:ext>
            </a:extLst>
          </p:cNvPr>
          <p:cNvSpPr txBox="1"/>
          <p:nvPr>
            <p:custDataLst>
              <p:tags r:id="rId4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89" name="OTLSHAPE_SLT_6e1d48d1aeb74397bca62c6c384b6208_TextPercentage" hidden="1">
            <a:extLst>
              <a:ext uri="{FF2B5EF4-FFF2-40B4-BE49-F238E27FC236}">
                <a16:creationId xmlns:a16="http://schemas.microsoft.com/office/drawing/2014/main" id="{5E00B026-2B30-AF39-8EEE-9E565EA969C4}"/>
              </a:ext>
            </a:extLst>
          </p:cNvPr>
          <p:cNvSpPr txBox="1"/>
          <p:nvPr>
            <p:custDataLst>
              <p:tags r:id="rId4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191" name="OTLSHAPE_SLT_6e1d48d1aeb74397bca62c6c384b6208_StartDate" hidden="1">
            <a:extLst>
              <a:ext uri="{FF2B5EF4-FFF2-40B4-BE49-F238E27FC236}">
                <a16:creationId xmlns:a16="http://schemas.microsoft.com/office/drawing/2014/main" id="{85C2764D-FCE1-8E76-5B20-F64B7BEE125C}"/>
              </a:ext>
            </a:extLst>
          </p:cNvPr>
          <p:cNvSpPr txBox="1"/>
          <p:nvPr>
            <p:custDataLst>
              <p:tags r:id="rId4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92" name="OTLSHAPE_SLT_6e1d48d1aeb74397bca62c6c384b6208_EndDate" hidden="1">
            <a:extLst>
              <a:ext uri="{FF2B5EF4-FFF2-40B4-BE49-F238E27FC236}">
                <a16:creationId xmlns:a16="http://schemas.microsoft.com/office/drawing/2014/main" id="{9C13E095-1CA1-A0D5-B0B3-7BACCC2DFC66}"/>
              </a:ext>
            </a:extLst>
          </p:cNvPr>
          <p:cNvSpPr txBox="1"/>
          <p:nvPr>
            <p:custDataLst>
              <p:tags r:id="rId50"/>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27" name="OTLSHAPE_SLT_13a37fefefe848bf9ddfe4ed98c4c28a_ShapePercentage" hidden="1">
            <a:extLst>
              <a:ext uri="{FF2B5EF4-FFF2-40B4-BE49-F238E27FC236}">
                <a16:creationId xmlns:a16="http://schemas.microsoft.com/office/drawing/2014/main" id="{8D8D4DB0-D138-2ED2-97AD-6982F09C5DF8}"/>
              </a:ext>
            </a:extLst>
          </p:cNvPr>
          <p:cNvSpPr/>
          <p:nvPr>
            <p:custDataLst>
              <p:tags r:id="rId51"/>
            </p:custDataLst>
          </p:nvPr>
        </p:nvSpPr>
        <p:spPr bwMode="gray">
          <a:xfrm>
            <a:off x="3631802" y="1144588"/>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9" name="OTLSHAPE_SLT_13a37fefefe848bf9ddfe4ed98c4c28a_TextPercentage" hidden="1">
            <a:extLst>
              <a:ext uri="{FF2B5EF4-FFF2-40B4-BE49-F238E27FC236}">
                <a16:creationId xmlns:a16="http://schemas.microsoft.com/office/drawing/2014/main" id="{32D6FCC8-D133-2446-C7CF-B5627DFACBE9}"/>
              </a:ext>
            </a:extLst>
          </p:cNvPr>
          <p:cNvSpPr txBox="1"/>
          <p:nvPr>
            <p:custDataLst>
              <p:tags r:id="rId5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31" name="OTLSHAPE_SLT_13a37fefefe848bf9ddfe4ed98c4c28a_StartDate" hidden="1">
            <a:extLst>
              <a:ext uri="{FF2B5EF4-FFF2-40B4-BE49-F238E27FC236}">
                <a16:creationId xmlns:a16="http://schemas.microsoft.com/office/drawing/2014/main" id="{E34B3540-FB23-C79D-9F49-BDF30F72E3AE}"/>
              </a:ext>
            </a:extLst>
          </p:cNvPr>
          <p:cNvSpPr txBox="1"/>
          <p:nvPr>
            <p:custDataLst>
              <p:tags r:id="rId5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32" name="OTLSHAPE_SLT_13a37fefefe848bf9ddfe4ed98c4c28a_EndDate" hidden="1">
            <a:extLst>
              <a:ext uri="{FF2B5EF4-FFF2-40B4-BE49-F238E27FC236}">
                <a16:creationId xmlns:a16="http://schemas.microsoft.com/office/drawing/2014/main" id="{26942628-B7B9-A344-8EE3-A70F218ED109}"/>
              </a:ext>
            </a:extLst>
          </p:cNvPr>
          <p:cNvSpPr txBox="1"/>
          <p:nvPr>
            <p:custDataLst>
              <p:tags r:id="rId5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89" name="OTLSHAPE_SLM_5a4a1465d1a14e85a6b010401ca97195_Date" hidden="1">
            <a:extLst>
              <a:ext uri="{FF2B5EF4-FFF2-40B4-BE49-F238E27FC236}">
                <a16:creationId xmlns:a16="http://schemas.microsoft.com/office/drawing/2014/main" id="{95450C5E-013C-18E8-9EB8-7EAD37D69DB5}"/>
              </a:ext>
            </a:extLst>
          </p:cNvPr>
          <p:cNvSpPr txBox="1"/>
          <p:nvPr>
            <p:custDataLst>
              <p:tags r:id="rId55"/>
            </p:custDataLst>
          </p:nvPr>
        </p:nvSpPr>
        <p:spPr bwMode="gray">
          <a:xfrm>
            <a:off x="12700" y="-888540"/>
            <a:ext cx="0" cy="1059201"/>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Mar 17</a:t>
            </a:r>
          </a:p>
        </p:txBody>
      </p:sp>
      <p:sp>
        <p:nvSpPr>
          <p:cNvPr id="50" name="OTLSHAPE_SLA_e8f82336c8074201bf13fa8522a5b67c_Date" hidden="1">
            <a:extLst>
              <a:ext uri="{FF2B5EF4-FFF2-40B4-BE49-F238E27FC236}">
                <a16:creationId xmlns:a16="http://schemas.microsoft.com/office/drawing/2014/main" id="{7C61E081-4484-29D5-9BEF-F2D40DB4A523}"/>
              </a:ext>
            </a:extLst>
          </p:cNvPr>
          <p:cNvSpPr txBox="1"/>
          <p:nvPr>
            <p:custDataLst>
              <p:tags r:id="rId56"/>
            </p:custDataLst>
          </p:nvPr>
        </p:nvSpPr>
        <p:spPr bwMode="gray">
          <a:xfrm>
            <a:off x="12700" y="-673096"/>
            <a:ext cx="0" cy="843757"/>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Sep 2</a:t>
            </a:r>
          </a:p>
        </p:txBody>
      </p:sp>
      <p:graphicFrame>
        <p:nvGraphicFramePr>
          <p:cNvPr id="205" name="Table 204">
            <a:extLst>
              <a:ext uri="{FF2B5EF4-FFF2-40B4-BE49-F238E27FC236}">
                <a16:creationId xmlns:a16="http://schemas.microsoft.com/office/drawing/2014/main" id="{65CB0F37-5CE4-6C77-4614-8AA19F09AD92}"/>
              </a:ext>
            </a:extLst>
          </p:cNvPr>
          <p:cNvGraphicFramePr>
            <a:graphicFrameLocks noGrp="1"/>
          </p:cNvGraphicFramePr>
          <p:nvPr/>
        </p:nvGraphicFramePr>
        <p:xfrm>
          <a:off x="456678" y="903403"/>
          <a:ext cx="11639033" cy="3863044"/>
        </p:xfrm>
        <a:graphic>
          <a:graphicData uri="http://schemas.openxmlformats.org/drawingml/2006/table">
            <a:tbl>
              <a:tblPr firstRow="1" bandRow="1"/>
              <a:tblGrid>
                <a:gridCol w="1644430">
                  <a:extLst>
                    <a:ext uri="{9D8B030D-6E8A-4147-A177-3AD203B41FA5}">
                      <a16:colId xmlns:a16="http://schemas.microsoft.com/office/drawing/2014/main" val="4117851232"/>
                    </a:ext>
                  </a:extLst>
                </a:gridCol>
                <a:gridCol w="881685">
                  <a:extLst>
                    <a:ext uri="{9D8B030D-6E8A-4147-A177-3AD203B41FA5}">
                      <a16:colId xmlns:a16="http://schemas.microsoft.com/office/drawing/2014/main" val="1700220258"/>
                    </a:ext>
                  </a:extLst>
                </a:gridCol>
                <a:gridCol w="1411219">
                  <a:extLst>
                    <a:ext uri="{9D8B030D-6E8A-4147-A177-3AD203B41FA5}">
                      <a16:colId xmlns:a16="http://schemas.microsoft.com/office/drawing/2014/main" val="286043693"/>
                    </a:ext>
                  </a:extLst>
                </a:gridCol>
                <a:gridCol w="1411219">
                  <a:extLst>
                    <a:ext uri="{9D8B030D-6E8A-4147-A177-3AD203B41FA5}">
                      <a16:colId xmlns:a16="http://schemas.microsoft.com/office/drawing/2014/main" val="4101400141"/>
                    </a:ext>
                  </a:extLst>
                </a:gridCol>
                <a:gridCol w="1411219">
                  <a:extLst>
                    <a:ext uri="{9D8B030D-6E8A-4147-A177-3AD203B41FA5}">
                      <a16:colId xmlns:a16="http://schemas.microsoft.com/office/drawing/2014/main" val="3920995317"/>
                    </a:ext>
                  </a:extLst>
                </a:gridCol>
                <a:gridCol w="1411219">
                  <a:extLst>
                    <a:ext uri="{9D8B030D-6E8A-4147-A177-3AD203B41FA5}">
                      <a16:colId xmlns:a16="http://schemas.microsoft.com/office/drawing/2014/main" val="3491626411"/>
                    </a:ext>
                  </a:extLst>
                </a:gridCol>
                <a:gridCol w="1225092">
                  <a:extLst>
                    <a:ext uri="{9D8B030D-6E8A-4147-A177-3AD203B41FA5}">
                      <a16:colId xmlns:a16="http://schemas.microsoft.com/office/drawing/2014/main" val="1198784896"/>
                    </a:ext>
                  </a:extLst>
                </a:gridCol>
                <a:gridCol w="1032953">
                  <a:extLst>
                    <a:ext uri="{9D8B030D-6E8A-4147-A177-3AD203B41FA5}">
                      <a16:colId xmlns:a16="http://schemas.microsoft.com/office/drawing/2014/main" val="3874503491"/>
                    </a:ext>
                  </a:extLst>
                </a:gridCol>
                <a:gridCol w="1209997">
                  <a:extLst>
                    <a:ext uri="{9D8B030D-6E8A-4147-A177-3AD203B41FA5}">
                      <a16:colId xmlns:a16="http://schemas.microsoft.com/office/drawing/2014/main" val="1092057932"/>
                    </a:ext>
                  </a:extLst>
                </a:gridCol>
              </a:tblGrid>
              <a:tr h="404506">
                <a:tc>
                  <a:txBody>
                    <a:bodyPr/>
                    <a:lstStyle/>
                    <a:p>
                      <a:pPr>
                        <a:lnSpc>
                          <a:spcPct val="110000"/>
                        </a:lnSpc>
                        <a:spcAft>
                          <a:spcPts val="200"/>
                        </a:spcAft>
                      </a:pPr>
                      <a:endParaRPr lang="en-GB">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6541"/>
                    </a:solidFill>
                  </a:tcPr>
                </a:tc>
                <a:tc>
                  <a:txBody>
                    <a:bodyPr/>
                    <a:lstStyle/>
                    <a:p>
                      <a:pPr algn="ctr">
                        <a:lnSpc>
                          <a:spcPct val="110000"/>
                        </a:lnSpc>
                        <a:spcAft>
                          <a:spcPts val="200"/>
                        </a:spcAft>
                      </a:pPr>
                      <a:r>
                        <a:rPr lang="en-GB" sz="1400" b="1">
                          <a:solidFill>
                            <a:schemeClr val="bg1"/>
                          </a:solidFill>
                        </a:rPr>
                        <a:t>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6541"/>
                    </a:solidFill>
                  </a:tcPr>
                </a:tc>
                <a:tc>
                  <a:txBody>
                    <a:bodyPr/>
                    <a:lstStyle/>
                    <a:p>
                      <a:pPr algn="ctr">
                        <a:lnSpc>
                          <a:spcPct val="110000"/>
                        </a:lnSpc>
                        <a:spcAft>
                          <a:spcPts val="200"/>
                        </a:spcAft>
                      </a:pPr>
                      <a:r>
                        <a:rPr lang="en-GB" sz="1400" b="1">
                          <a:solidFill>
                            <a:schemeClr val="bg1"/>
                          </a:solidFill>
                        </a:rPr>
                        <a:t>2027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6541"/>
                    </a:solidFill>
                  </a:tcPr>
                </a:tc>
                <a:tc>
                  <a:txBody>
                    <a:bodyPr/>
                    <a:lstStyle/>
                    <a:p>
                      <a:pPr algn="ctr">
                        <a:lnSpc>
                          <a:spcPct val="110000"/>
                        </a:lnSpc>
                        <a:spcAft>
                          <a:spcPts val="200"/>
                        </a:spcAft>
                      </a:pPr>
                      <a:r>
                        <a:rPr lang="en-GB" sz="1400" b="1">
                          <a:solidFill>
                            <a:schemeClr val="bg1"/>
                          </a:solidFill>
                        </a:rPr>
                        <a:t>2028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6541"/>
                    </a:solidFill>
                  </a:tcPr>
                </a:tc>
                <a:tc>
                  <a:txBody>
                    <a:bodyPr/>
                    <a:lstStyle/>
                    <a:p>
                      <a:pPr algn="ctr">
                        <a:lnSpc>
                          <a:spcPct val="110000"/>
                        </a:lnSpc>
                        <a:spcAft>
                          <a:spcPts val="200"/>
                        </a:spcAft>
                      </a:pPr>
                      <a:r>
                        <a:rPr lang="en-GB" sz="1400" b="1">
                          <a:solidFill>
                            <a:schemeClr val="bg1"/>
                          </a:solidFill>
                        </a:rPr>
                        <a:t>2029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6541"/>
                    </a:solidFill>
                  </a:tcPr>
                </a:tc>
                <a:tc>
                  <a:txBody>
                    <a:bodyPr/>
                    <a:lstStyle/>
                    <a:p>
                      <a:pPr algn="ctr">
                        <a:lnSpc>
                          <a:spcPct val="110000"/>
                        </a:lnSpc>
                        <a:spcAft>
                          <a:spcPts val="200"/>
                        </a:spcAft>
                      </a:pPr>
                      <a:r>
                        <a:rPr lang="en-GB" sz="1400" b="1">
                          <a:solidFill>
                            <a:schemeClr val="bg1"/>
                          </a:solidFill>
                        </a:rPr>
                        <a:t>2030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6541"/>
                    </a:solidFill>
                  </a:tcPr>
                </a:tc>
                <a:tc>
                  <a:txBody>
                    <a:bodyPr/>
                    <a:lstStyle/>
                    <a:p>
                      <a:pPr algn="ctr">
                        <a:lnSpc>
                          <a:spcPct val="110000"/>
                        </a:lnSpc>
                        <a:spcAft>
                          <a:spcPts val="200"/>
                        </a:spcAft>
                      </a:pPr>
                      <a:r>
                        <a:rPr lang="en-GB" sz="1400" b="1">
                          <a:solidFill>
                            <a:schemeClr val="bg1"/>
                          </a:solidFill>
                        </a:rPr>
                        <a:t>2031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6541"/>
                    </a:solidFill>
                  </a:tcPr>
                </a:tc>
                <a:tc>
                  <a:txBody>
                    <a:bodyPr/>
                    <a:lstStyle/>
                    <a:p>
                      <a:pPr algn="ctr">
                        <a:lnSpc>
                          <a:spcPct val="110000"/>
                        </a:lnSpc>
                        <a:spcAft>
                          <a:spcPts val="200"/>
                        </a:spcAft>
                      </a:pPr>
                      <a:r>
                        <a:rPr lang="en-GB" sz="1400" b="1">
                          <a:solidFill>
                            <a:schemeClr val="bg1"/>
                          </a:solidFill>
                        </a:rPr>
                        <a:t>2032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6541"/>
                    </a:solidFill>
                  </a:tcPr>
                </a:tc>
                <a:tc>
                  <a:txBody>
                    <a:bodyPr/>
                    <a:lstStyle/>
                    <a:p>
                      <a:pPr algn="ctr">
                        <a:lnSpc>
                          <a:spcPct val="110000"/>
                        </a:lnSpc>
                        <a:spcAft>
                          <a:spcPts val="200"/>
                        </a:spcAft>
                      </a:pPr>
                      <a:r>
                        <a:rPr lang="en-GB" sz="1400" b="1">
                          <a:solidFill>
                            <a:schemeClr val="bg1"/>
                          </a:solidFill>
                        </a:rPr>
                        <a:t>2033/2034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6541"/>
                    </a:solidFill>
                  </a:tcPr>
                </a:tc>
                <a:extLst>
                  <a:ext uri="{0D108BD9-81ED-4DB2-BD59-A6C34878D82A}">
                    <a16:rowId xmlns:a16="http://schemas.microsoft.com/office/drawing/2014/main" val="788981949"/>
                  </a:ext>
                </a:extLst>
              </a:tr>
              <a:tr h="3458538">
                <a:tc>
                  <a:txBody>
                    <a:bodyPr/>
                    <a:lstStyle/>
                    <a:p>
                      <a:pPr marL="0" marR="0" lvl="0" indent="0" algn="ctr" defTabSz="914400" rtl="0" eaLnBrk="1" fontAlgn="auto" latinLnBrk="0" hangingPunct="1">
                        <a:lnSpc>
                          <a:spcPct val="110000"/>
                        </a:lnSpc>
                        <a:spcBef>
                          <a:spcPts val="0"/>
                        </a:spcBef>
                        <a:spcAft>
                          <a:spcPts val="200"/>
                        </a:spcAft>
                        <a:buClrTx/>
                        <a:buSzTx/>
                        <a:buFontTx/>
                        <a:buNone/>
                        <a:tabLst/>
                        <a:defRPr/>
                      </a:pPr>
                      <a:endParaRPr kumimoji="0" lang="en-GB" sz="1400" b="1" i="0" u="none" strike="noStrike" kern="1200" cap="none" spc="0" normalizeH="0" baseline="0" noProof="0">
                        <a:ln>
                          <a:noFill/>
                        </a:ln>
                        <a:solidFill>
                          <a:schemeClr val="bg1"/>
                        </a:solidFill>
                        <a:effectLst/>
                        <a:uLnTx/>
                        <a:uFillTx/>
                        <a:latin typeface="+mn-lt"/>
                        <a:ea typeface="+mn-ea"/>
                        <a:cs typeface="+mn-cs"/>
                      </a:endParaRPr>
                    </a:p>
                    <a:p>
                      <a:pPr marL="0" marR="0" lvl="0" indent="0" algn="ctr" defTabSz="914400" rtl="0" eaLnBrk="1" fontAlgn="auto" latinLnBrk="0" hangingPunct="1">
                        <a:lnSpc>
                          <a:spcPct val="110000"/>
                        </a:lnSpc>
                        <a:spcBef>
                          <a:spcPts val="0"/>
                        </a:spcBef>
                        <a:spcAft>
                          <a:spcPts val="200"/>
                        </a:spcAft>
                        <a:buClrTx/>
                        <a:buSzTx/>
                        <a:buFontTx/>
                        <a:buNone/>
                        <a:tabLst/>
                        <a:defRPr/>
                      </a:pPr>
                      <a:endParaRPr kumimoji="0" lang="en-GB" sz="1400" b="1" i="0" u="none" strike="noStrike" kern="1200" cap="none" spc="0" normalizeH="0" baseline="0" noProof="0">
                        <a:ln>
                          <a:noFill/>
                        </a:ln>
                        <a:solidFill>
                          <a:schemeClr val="bg1"/>
                        </a:solidFill>
                        <a:effectLst/>
                        <a:uLnTx/>
                        <a:uFillTx/>
                        <a:latin typeface="+mn-lt"/>
                        <a:ea typeface="+mn-ea"/>
                        <a:cs typeface="+mn-cs"/>
                      </a:endParaRPr>
                    </a:p>
                    <a:p>
                      <a:pPr marL="0" marR="0" lvl="0" indent="0" algn="ctr" defTabSz="914400" rtl="0" eaLnBrk="1" fontAlgn="auto" latinLnBrk="0" hangingPunct="1">
                        <a:lnSpc>
                          <a:spcPct val="110000"/>
                        </a:lnSpc>
                        <a:spcBef>
                          <a:spcPts val="0"/>
                        </a:spcBef>
                        <a:spcAft>
                          <a:spcPts val="200"/>
                        </a:spcAft>
                        <a:buClrTx/>
                        <a:buSzTx/>
                        <a:buFontTx/>
                        <a:buNone/>
                        <a:tabLst/>
                        <a:defRPr/>
                      </a:pPr>
                      <a:endParaRPr kumimoji="0" lang="en-GB" sz="1400" b="1" i="0" u="none" strike="noStrike" kern="1200" cap="none" spc="0" normalizeH="0" baseline="0" noProof="0">
                        <a:ln>
                          <a:noFill/>
                        </a:ln>
                        <a:solidFill>
                          <a:schemeClr val="bg1"/>
                        </a:solidFill>
                        <a:effectLst/>
                        <a:uLnTx/>
                        <a:uFillTx/>
                        <a:latin typeface="+mn-lt"/>
                        <a:ea typeface="+mn-ea"/>
                        <a:cs typeface="+mn-cs"/>
                      </a:endParaRPr>
                    </a:p>
                    <a:p>
                      <a:pPr marL="0" marR="0" lvl="0" indent="0" algn="ctr" defTabSz="914400" rtl="0" eaLnBrk="1" fontAlgn="auto" latinLnBrk="0" hangingPunct="1">
                        <a:lnSpc>
                          <a:spcPct val="110000"/>
                        </a:lnSpc>
                        <a:spcBef>
                          <a:spcPts val="0"/>
                        </a:spcBef>
                        <a:spcAft>
                          <a:spcPts val="200"/>
                        </a:spcAft>
                        <a:buClrTx/>
                        <a:buSzTx/>
                        <a:buFontTx/>
                        <a:buNone/>
                        <a:tabLst/>
                        <a:defRPr/>
                      </a:pPr>
                      <a:r>
                        <a:rPr kumimoji="0" lang="en-GB" sz="1400" b="1" i="0" u="none" strike="noStrike" kern="1200" cap="none" spc="0" normalizeH="0" baseline="0" noProof="0">
                          <a:ln>
                            <a:noFill/>
                          </a:ln>
                          <a:solidFill>
                            <a:schemeClr val="bg1"/>
                          </a:solidFill>
                          <a:effectLst/>
                          <a:uLnTx/>
                          <a:uFillTx/>
                          <a:latin typeface="+mn-lt"/>
                          <a:ea typeface="+mn-ea"/>
                          <a:cs typeface="+mn-cs"/>
                        </a:rPr>
                        <a:t>1L NSCLC </a:t>
                      </a:r>
                    </a:p>
                    <a:p>
                      <a:pPr marL="0" marR="0" lvl="0" indent="0" algn="ctr" defTabSz="914400" rtl="0" eaLnBrk="1" fontAlgn="auto" latinLnBrk="0" hangingPunct="1">
                        <a:lnSpc>
                          <a:spcPct val="110000"/>
                        </a:lnSpc>
                        <a:spcBef>
                          <a:spcPts val="0"/>
                        </a:spcBef>
                        <a:spcAft>
                          <a:spcPts val="200"/>
                        </a:spcAft>
                        <a:buClrTx/>
                        <a:buSzTx/>
                        <a:buFontTx/>
                        <a:buNone/>
                        <a:tabLst/>
                        <a:defRPr/>
                      </a:pPr>
                      <a:r>
                        <a:rPr kumimoji="0" lang="en-GB" sz="1400" b="1" i="0" u="none" strike="noStrike" kern="1200" cap="none" spc="0" normalizeH="0" baseline="0" noProof="0">
                          <a:ln>
                            <a:noFill/>
                          </a:ln>
                          <a:solidFill>
                            <a:schemeClr val="bg1"/>
                          </a:solidFill>
                          <a:effectLst/>
                          <a:uLnTx/>
                          <a:uFillTx/>
                          <a:latin typeface="+mn-lt"/>
                          <a:ea typeface="+mn-ea"/>
                          <a:cs typeface="+mn-cs"/>
                        </a:rPr>
                        <a:t>TPS ≥ 50%</a:t>
                      </a:r>
                    </a:p>
                    <a:p>
                      <a:pPr marL="0" marR="0" lvl="0" indent="0" algn="ctr" defTabSz="914400" rtl="0" eaLnBrk="1" fontAlgn="auto" latinLnBrk="0" hangingPunct="1">
                        <a:lnSpc>
                          <a:spcPct val="110000"/>
                        </a:lnSpc>
                        <a:spcBef>
                          <a:spcPts val="0"/>
                        </a:spcBef>
                        <a:spcAft>
                          <a:spcPts val="200"/>
                        </a:spcAft>
                        <a:buClrTx/>
                        <a:buSzTx/>
                        <a:buFontTx/>
                        <a:buNone/>
                        <a:tabLst/>
                        <a:defRPr/>
                      </a:pPr>
                      <a:endParaRPr kumimoji="0" lang="en-GB" sz="1200" b="1" i="0" u="none" strike="noStrike" kern="1200" cap="none" spc="0" normalizeH="0" baseline="0" noProof="0">
                        <a:ln>
                          <a:noFill/>
                        </a:ln>
                        <a:solidFill>
                          <a:schemeClr val="bg1"/>
                        </a:solidFill>
                        <a:effectLst/>
                        <a:uLnTx/>
                        <a:uFillTx/>
                        <a:latin typeface="+mn-lt"/>
                        <a:ea typeface="+mn-ea"/>
                        <a:cs typeface="+mn-cs"/>
                      </a:endParaRPr>
                    </a:p>
                    <a:p>
                      <a:pPr marL="0" marR="0" lvl="0" indent="0" algn="ctr" defTabSz="914400" rtl="0" eaLnBrk="1" fontAlgn="auto" latinLnBrk="0" hangingPunct="1">
                        <a:lnSpc>
                          <a:spcPct val="110000"/>
                        </a:lnSpc>
                        <a:spcBef>
                          <a:spcPts val="0"/>
                        </a:spcBef>
                        <a:spcAft>
                          <a:spcPts val="200"/>
                        </a:spcAft>
                        <a:buClrTx/>
                        <a:buSzTx/>
                        <a:buFontTx/>
                        <a:buNone/>
                        <a:tabLst/>
                        <a:defRPr/>
                      </a:pPr>
                      <a:endParaRPr kumimoji="0" lang="en-GB" sz="1200" b="1" i="0" u="none" strike="noStrike" kern="1200" cap="none" spc="0" normalizeH="0" baseline="0" noProof="0">
                        <a:ln>
                          <a:noFill/>
                        </a:ln>
                        <a:solidFill>
                          <a:schemeClr val="bg1"/>
                        </a:solidFill>
                        <a:effectLst/>
                        <a:uLnTx/>
                        <a:uFillTx/>
                        <a:latin typeface="+mn-lt"/>
                        <a:ea typeface="+mn-ea"/>
                        <a:cs typeface="+mn-cs"/>
                      </a:endParaRPr>
                    </a:p>
                    <a:p>
                      <a:pPr marL="0" marR="0" lvl="0" indent="0" algn="ctr" defTabSz="914400" rtl="0" eaLnBrk="1" fontAlgn="auto" latinLnBrk="0" hangingPunct="1">
                        <a:lnSpc>
                          <a:spcPct val="110000"/>
                        </a:lnSpc>
                        <a:spcBef>
                          <a:spcPts val="0"/>
                        </a:spcBef>
                        <a:spcAft>
                          <a:spcPts val="200"/>
                        </a:spcAft>
                        <a:buClrTx/>
                        <a:buSzTx/>
                        <a:buFontTx/>
                        <a:buNone/>
                        <a:tabLst/>
                        <a:defRPr/>
                      </a:pPr>
                      <a:endParaRPr kumimoji="0" lang="en-GB" sz="1200" b="1" i="0" u="none" strike="noStrike" kern="1200" cap="none" spc="0" normalizeH="0" baseline="0" noProof="0">
                        <a:ln>
                          <a:noFill/>
                        </a:ln>
                        <a:solidFill>
                          <a:schemeClr val="bg1"/>
                        </a:solidFill>
                        <a:effectLst/>
                        <a:uLnTx/>
                        <a:uFillTx/>
                        <a:latin typeface="Boehringer Forward Text"/>
                        <a:ea typeface="+mn-ea"/>
                        <a:cs typeface="+mn-cs"/>
                      </a:endParaRPr>
                    </a:p>
                    <a:p>
                      <a:pPr marL="0" marR="0" lvl="0" indent="0" algn="ctr" defTabSz="914400" rtl="0" eaLnBrk="1" fontAlgn="auto" latinLnBrk="0" hangingPunct="1">
                        <a:lnSpc>
                          <a:spcPct val="110000"/>
                        </a:lnSpc>
                        <a:spcBef>
                          <a:spcPts val="0"/>
                        </a:spcBef>
                        <a:spcAft>
                          <a:spcPts val="200"/>
                        </a:spcAft>
                        <a:buClrTx/>
                        <a:buSzTx/>
                        <a:buFontTx/>
                        <a:buNone/>
                        <a:tabLst/>
                        <a:defRPr/>
                      </a:pPr>
                      <a:endParaRPr kumimoji="0" lang="en-GB" sz="1400" b="1" i="0" u="none" strike="noStrike" kern="1200" cap="none" spc="0" normalizeH="0" baseline="0" noProof="0">
                        <a:ln>
                          <a:noFill/>
                        </a:ln>
                        <a:solidFill>
                          <a:schemeClr val="bg1"/>
                        </a:solidFill>
                        <a:effectLst/>
                        <a:uLnTx/>
                        <a:uFillTx/>
                        <a:latin typeface="Boehringer Forward Text"/>
                        <a:ea typeface="+mn-ea"/>
                        <a:cs typeface="+mn-cs"/>
                      </a:endParaRPr>
                    </a:p>
                    <a:p>
                      <a:pPr marL="0" marR="0" lvl="0" indent="0" algn="ctr" defTabSz="914400" rtl="0" eaLnBrk="1" fontAlgn="auto" latinLnBrk="0" hangingPunct="1">
                        <a:lnSpc>
                          <a:spcPct val="110000"/>
                        </a:lnSpc>
                        <a:spcBef>
                          <a:spcPts val="0"/>
                        </a:spcBef>
                        <a:spcAft>
                          <a:spcPts val="200"/>
                        </a:spcAft>
                        <a:buClrTx/>
                        <a:buSzTx/>
                        <a:buFontTx/>
                        <a:buNone/>
                        <a:tabLst/>
                        <a:defRPr/>
                      </a:pPr>
                      <a:endParaRPr kumimoji="0" lang="en-GB" sz="1200" b="1" i="0" u="none" strike="noStrike" kern="1200" cap="none" spc="0" normalizeH="0" baseline="0" noProof="0">
                        <a:ln>
                          <a:noFill/>
                        </a:ln>
                        <a:solidFill>
                          <a:schemeClr val="bg1"/>
                        </a:solidFill>
                        <a:effectLst/>
                        <a:uLnTx/>
                        <a:uFillTx/>
                        <a:latin typeface="Boehringer Forward Text"/>
                        <a:ea typeface="+mn-ea"/>
                        <a:cs typeface="+mn-cs"/>
                      </a:endParaRPr>
                    </a:p>
                    <a:p>
                      <a:pPr marL="0" marR="0" lvl="0" indent="0" algn="ctr" defTabSz="914400" rtl="0" eaLnBrk="1" fontAlgn="auto" latinLnBrk="0" hangingPunct="1">
                        <a:lnSpc>
                          <a:spcPct val="110000"/>
                        </a:lnSpc>
                        <a:spcBef>
                          <a:spcPts val="0"/>
                        </a:spcBef>
                        <a:spcAft>
                          <a:spcPts val="200"/>
                        </a:spcAft>
                        <a:buClrTx/>
                        <a:buSzTx/>
                        <a:buFontTx/>
                        <a:buNone/>
                        <a:tabLst/>
                        <a:defRPr/>
                      </a:pPr>
                      <a:r>
                        <a:rPr kumimoji="0" lang="en-GB" sz="1400" b="1" i="0" u="none" strike="noStrike" kern="1200" cap="none" spc="-40" normalizeH="0" baseline="0" noProof="0">
                          <a:ln>
                            <a:noFill/>
                          </a:ln>
                          <a:solidFill>
                            <a:schemeClr val="bg1"/>
                          </a:solidFill>
                          <a:effectLst/>
                          <a:uLnTx/>
                          <a:uFillTx/>
                          <a:latin typeface="Boehringer Forward Text"/>
                          <a:ea typeface="+mn-ea"/>
                          <a:cs typeface="+mn-cs"/>
                        </a:rPr>
                        <a:t>1L  NSCLC</a:t>
                      </a:r>
                    </a:p>
                    <a:p>
                      <a:pPr marL="0" marR="0" lvl="0" indent="0" algn="ctr" rtl="0" eaLnBrk="1" fontAlgn="auto" latinLnBrk="0" hangingPunct="1">
                        <a:lnSpc>
                          <a:spcPct val="110000"/>
                        </a:lnSpc>
                        <a:spcBef>
                          <a:spcPts val="0"/>
                        </a:spcBef>
                        <a:spcAft>
                          <a:spcPts val="200"/>
                        </a:spcAft>
                        <a:buClrTx/>
                        <a:buSzTx/>
                        <a:buFontTx/>
                        <a:buNone/>
                      </a:pPr>
                      <a:r>
                        <a:rPr kumimoji="0" lang="en-GB" sz="1400" b="1" i="0" u="none" strike="noStrike" kern="1200" cap="none" spc="0" normalizeH="0" baseline="0" noProof="0">
                          <a:ln>
                            <a:noFill/>
                          </a:ln>
                          <a:solidFill>
                            <a:schemeClr val="bg1"/>
                          </a:solidFill>
                          <a:effectLst/>
                          <a:uLnTx/>
                          <a:uFillTx/>
                          <a:latin typeface="Boehringer Forward Text"/>
                          <a:ea typeface="+mn-ea"/>
                          <a:cs typeface="+mn-cs"/>
                        </a:rPr>
                        <a:t>TPS </a:t>
                      </a:r>
                      <a:r>
                        <a:rPr lang="en-GB" sz="1400" b="1" i="0" u="none" strike="noStrike" kern="1200" cap="none" spc="0" normalizeH="0" baseline="0" noProof="0">
                          <a:ln>
                            <a:noFill/>
                          </a:ln>
                          <a:solidFill>
                            <a:schemeClr val="bg1"/>
                          </a:solidFill>
                          <a:effectLst/>
                          <a:uLnTx/>
                          <a:uFillTx/>
                          <a:latin typeface="Boehringer Forward Text"/>
                          <a:ea typeface="+mn-ea"/>
                          <a:cs typeface="+mn-cs"/>
                        </a:rPr>
                        <a:t>1-49%</a:t>
                      </a:r>
                    </a:p>
                  </a:txBody>
                  <a:tcPr marR="182880">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p>
                      <a:pPr>
                        <a:lnSpc>
                          <a:spcPct val="110000"/>
                        </a:lnSpc>
                        <a:spcAft>
                          <a:spcPts val="200"/>
                        </a:spcAft>
                      </a:pPr>
                      <a:endParaRPr lang="en-GB"/>
                    </a:p>
                  </a:txBody>
                  <a:tcPr>
                    <a:lnL w="952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0000"/>
                        </a:lnSpc>
                        <a:spcAft>
                          <a:spcPts val="200"/>
                        </a:spcAft>
                      </a:pPr>
                      <a:endParaRPr lang="en-GB"/>
                    </a:p>
                  </a:txBody>
                  <a:tcPr>
                    <a:lnL w="9525" cap="flat" cmpd="sng" algn="ctr">
                      <a:no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0000"/>
                        </a:lnSpc>
                        <a:spcAft>
                          <a:spcPts val="200"/>
                        </a:spcAft>
                      </a:pPr>
                      <a:endParaRPr lang="en-GB"/>
                    </a:p>
                  </a:txBody>
                  <a:tcP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0000"/>
                        </a:lnSpc>
                        <a:spcAft>
                          <a:spcPts val="200"/>
                        </a:spcAft>
                      </a:pPr>
                      <a:endParaRPr lang="en-GB"/>
                    </a:p>
                  </a:txBody>
                  <a:tcP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0000"/>
                        </a:lnSpc>
                        <a:spcAft>
                          <a:spcPts val="200"/>
                        </a:spcAft>
                      </a:pPr>
                      <a:endParaRPr lang="en-GB"/>
                    </a:p>
                  </a:txBody>
                  <a:tcP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0000"/>
                        </a:lnSpc>
                        <a:spcAft>
                          <a:spcPts val="200"/>
                        </a:spcAft>
                      </a:pPr>
                      <a:endParaRPr lang="en-GB"/>
                    </a:p>
                  </a:txBody>
                  <a:tcP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0000"/>
                        </a:lnSpc>
                        <a:spcAft>
                          <a:spcPts val="200"/>
                        </a:spcAft>
                      </a:pPr>
                      <a:endParaRPr lang="en-GB"/>
                    </a:p>
                  </a:txBody>
                  <a:tcP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0000"/>
                        </a:lnSpc>
                        <a:spcAft>
                          <a:spcPts val="200"/>
                        </a:spcAft>
                      </a:pPr>
                      <a:endParaRPr lang="en-GB"/>
                    </a:p>
                  </a:txBody>
                  <a:tcP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8713316"/>
                  </a:ext>
                </a:extLst>
              </a:tr>
            </a:tbl>
          </a:graphicData>
        </a:graphic>
      </p:graphicFrame>
      <p:grpSp>
        <p:nvGrpSpPr>
          <p:cNvPr id="244" name="Gruppieren 243">
            <a:extLst>
              <a:ext uri="{FF2B5EF4-FFF2-40B4-BE49-F238E27FC236}">
                <a16:creationId xmlns:a16="http://schemas.microsoft.com/office/drawing/2014/main" id="{BE9CF982-7A6B-1046-08D6-027825A1BFA1}"/>
              </a:ext>
            </a:extLst>
          </p:cNvPr>
          <p:cNvGrpSpPr/>
          <p:nvPr/>
        </p:nvGrpSpPr>
        <p:grpSpPr>
          <a:xfrm>
            <a:off x="6899561" y="1437809"/>
            <a:ext cx="4881660" cy="1809323"/>
            <a:chOff x="5343873" y="2191808"/>
            <a:chExt cx="4607896" cy="1923053"/>
          </a:xfrm>
        </p:grpSpPr>
        <p:sp>
          <p:nvSpPr>
            <p:cNvPr id="208" name="ValueChainStarter">
              <a:extLst>
                <a:ext uri="{FF2B5EF4-FFF2-40B4-BE49-F238E27FC236}">
                  <a16:creationId xmlns:a16="http://schemas.microsoft.com/office/drawing/2014/main" id="{330E0C97-4971-3224-4FB5-007B414D5625}"/>
                </a:ext>
              </a:extLst>
            </p:cNvPr>
            <p:cNvSpPr/>
            <p:nvPr/>
          </p:nvSpPr>
          <p:spPr bwMode="gray">
            <a:xfrm>
              <a:off x="5343873" y="3379267"/>
              <a:ext cx="4012531" cy="735594"/>
            </a:xfrm>
            <a:prstGeom prst="homePlate">
              <a:avLst/>
            </a:prstGeom>
            <a:solidFill>
              <a:srgbClr val="A3E5EE"/>
            </a:solidFill>
            <a:ln w="19050">
              <a:solidFill>
                <a:schemeClr val="tx1"/>
              </a:solidFill>
              <a:prstDash val="dash"/>
            </a:ln>
            <a:effectLst/>
          </p:spPr>
          <p:style>
            <a:lnRef idx="0">
              <a:schemeClr val="accent1"/>
            </a:lnRef>
            <a:fillRef idx="1">
              <a:schemeClr val="accent1"/>
            </a:fillRef>
            <a:effectRef idx="0">
              <a:schemeClr val="dk1"/>
            </a:effectRef>
            <a:fontRef idx="minor">
              <a:schemeClr val="lt1"/>
            </a:fontRef>
          </p:style>
          <p:txBody>
            <a:bodyPr lIns="64000" tIns="64000" rIns="64000" bIns="64000" rtlCol="0" anchor="ctr">
              <a:noAutofit/>
            </a:bodyPr>
            <a:lstStyle/>
            <a:p>
              <a:pPr marL="0" marR="0" lvl="0" indent="0" algn="l" defTabSz="1625519" rtl="0" eaLnBrk="1" fontAlgn="auto" latinLnBrk="0" hangingPunct="1">
                <a:lnSpc>
                  <a:spcPct val="100000"/>
                </a:lnSpc>
                <a:spcBef>
                  <a:spcPts val="0"/>
                </a:spcBef>
                <a:spcAft>
                  <a:spcPts val="200"/>
                </a:spcAft>
                <a:buClrTx/>
                <a:buSzTx/>
                <a:buFontTx/>
                <a:buNone/>
                <a:tabLst/>
                <a:defRPr/>
              </a:pPr>
              <a:endParaRPr kumimoji="0" lang="en-GB" sz="900" b="1" i="0" u="none" strike="noStrike" kern="1200" cap="none" spc="0" normalizeH="0" baseline="0" noProof="0">
                <a:ln>
                  <a:noFill/>
                </a:ln>
                <a:solidFill>
                  <a:srgbClr val="08312A"/>
                </a:solidFill>
                <a:effectLst/>
                <a:uLnTx/>
                <a:uFillTx/>
                <a:latin typeface="Boehringer Forward Text"/>
                <a:ea typeface="+mn-ea"/>
                <a:cs typeface="+mn-cs"/>
              </a:endParaRPr>
            </a:p>
            <a:p>
              <a:pPr lvl="0" defTabSz="1625519">
                <a:spcAft>
                  <a:spcPts val="200"/>
                </a:spcAft>
                <a:defRPr/>
              </a:pPr>
              <a:r>
                <a:rPr kumimoji="0" lang="en-GB" sz="900" b="1" i="0" u="none" strike="noStrike" kern="1200" cap="none" spc="0" normalizeH="0" baseline="0" noProof="0">
                  <a:ln>
                    <a:noFill/>
                  </a:ln>
                  <a:solidFill>
                    <a:srgbClr val="08312A"/>
                  </a:solidFill>
                  <a:effectLst/>
                  <a:uLnTx/>
                  <a:uFillTx/>
                  <a:latin typeface="Boehringer Forward Text"/>
                  <a:ea typeface="+mn-ea"/>
                  <a:cs typeface="+mn-cs"/>
                </a:rPr>
                <a:t>Seamless Ph II/III  combo PD-1xVEGF </a:t>
              </a:r>
              <a:r>
                <a:rPr kumimoji="0" lang="en-GB" sz="900" b="1" i="0" u="none" strike="noStrike" kern="1200" cap="none" spc="0" normalizeH="0" baseline="0" noProof="0" err="1">
                  <a:ln>
                    <a:noFill/>
                  </a:ln>
                  <a:solidFill>
                    <a:srgbClr val="08312A"/>
                  </a:solidFill>
                  <a:effectLst/>
                  <a:uLnTx/>
                  <a:uFillTx/>
                  <a:latin typeface="Boehringer Forward Text"/>
                  <a:ea typeface="+mn-ea"/>
                  <a:cs typeface="+mn-cs"/>
                </a:rPr>
                <a:t>BsAb</a:t>
              </a:r>
              <a:endParaRPr kumimoji="0" lang="en-GB" sz="900" b="1" i="0" u="none" strike="noStrike" kern="1200" cap="none" spc="0" normalizeH="0" baseline="0" noProof="0">
                <a:ln>
                  <a:noFill/>
                </a:ln>
                <a:solidFill>
                  <a:schemeClr val="tx1"/>
                </a:solidFill>
                <a:effectLst/>
                <a:uLnTx/>
                <a:uFillTx/>
                <a:latin typeface="Boehringer Forward Text"/>
                <a:ea typeface="+mn-ea"/>
                <a:cs typeface="+mn-cs"/>
              </a:endParaRPr>
            </a:p>
            <a:p>
              <a:pPr lvl="0" defTabSz="1625519">
                <a:spcAft>
                  <a:spcPts val="200"/>
                </a:spcAft>
                <a:defRPr/>
              </a:pPr>
              <a:r>
                <a:rPr lang="en-GB" sz="900" b="1">
                  <a:solidFill>
                    <a:srgbClr val="08312A"/>
                  </a:solidFill>
                </a:rPr>
                <a:t>Stage 1: Safety run-in (N = 12-18)</a:t>
              </a:r>
            </a:p>
            <a:p>
              <a:pPr lvl="0" defTabSz="1625519">
                <a:spcAft>
                  <a:spcPts val="200"/>
                </a:spcAft>
                <a:defRPr/>
              </a:pPr>
              <a:r>
                <a:rPr lang="en-GB" sz="900" b="1">
                  <a:solidFill>
                    <a:srgbClr val="08312A"/>
                  </a:solidFill>
                </a:rPr>
                <a:t>Stage 2: Randomised Phase II (PFS)</a:t>
              </a:r>
            </a:p>
            <a:p>
              <a:pPr defTabSz="1625519">
                <a:spcAft>
                  <a:spcPts val="200"/>
                </a:spcAft>
                <a:defRPr/>
              </a:pPr>
              <a:r>
                <a:rPr lang="en-GB" sz="900" b="1">
                  <a:solidFill>
                    <a:srgbClr val="08312A"/>
                  </a:solidFill>
                </a:rPr>
                <a:t>Stage 3: Randomised Phase III (OS)</a:t>
              </a:r>
            </a:p>
            <a:p>
              <a:pPr marL="0" marR="0" lvl="0" indent="0" algn="l" defTabSz="1625519" rtl="0" eaLnBrk="1" fontAlgn="auto" latinLnBrk="0" hangingPunct="1">
                <a:lnSpc>
                  <a:spcPct val="100000"/>
                </a:lnSpc>
                <a:spcBef>
                  <a:spcPts val="0"/>
                </a:spcBef>
                <a:spcAft>
                  <a:spcPts val="200"/>
                </a:spcAft>
                <a:buClrTx/>
                <a:buSzTx/>
                <a:buFontTx/>
                <a:buNone/>
                <a:tabLst/>
                <a:defRPr/>
              </a:pPr>
              <a:endParaRPr kumimoji="0" lang="en-GB" sz="900" b="1"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10" name="TextBox 209">
              <a:extLst>
                <a:ext uri="{FF2B5EF4-FFF2-40B4-BE49-F238E27FC236}">
                  <a16:creationId xmlns:a16="http://schemas.microsoft.com/office/drawing/2014/main" id="{F9E5CF63-8110-A6C2-C541-0FC0E50CBE4D}"/>
                </a:ext>
              </a:extLst>
            </p:cNvPr>
            <p:cNvSpPr txBox="1"/>
            <p:nvPr/>
          </p:nvSpPr>
          <p:spPr>
            <a:xfrm>
              <a:off x="9448531" y="2191808"/>
              <a:ext cx="503238" cy="146516"/>
            </a:xfrm>
            <a:prstGeom prst="rect">
              <a:avLst/>
            </a:prstGeom>
            <a:noFill/>
            <a:ln>
              <a:noFill/>
            </a:ln>
          </p:spPr>
          <p:txBody>
            <a:bodyPr wrap="square" lIns="0" tIns="0" rIns="0" bIns="0" rtlCol="0">
              <a:spAutoFit/>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GB" sz="900" b="1" i="0" u="none" strike="noStrike" kern="1200" cap="none" spc="0" normalizeH="0" baseline="0" noProof="0">
                  <a:ln>
                    <a:noFill/>
                  </a:ln>
                  <a:solidFill>
                    <a:prstClr val="black"/>
                  </a:solidFill>
                  <a:effectLst/>
                  <a:uLnTx/>
                  <a:uFillTx/>
                  <a:latin typeface="Boehringer Forward Text"/>
                  <a:ea typeface="+mn-ea"/>
                  <a:cs typeface="+mn-cs"/>
                </a:rPr>
                <a:t>FA US</a:t>
              </a:r>
            </a:p>
          </p:txBody>
        </p:sp>
      </p:grpSp>
      <p:sp>
        <p:nvSpPr>
          <p:cNvPr id="22" name="Fußzeilenplatzhalter 21">
            <a:extLst>
              <a:ext uri="{FF2B5EF4-FFF2-40B4-BE49-F238E27FC236}">
                <a16:creationId xmlns:a16="http://schemas.microsoft.com/office/drawing/2014/main" id="{9010953B-4195-9C9F-A74B-DE36DAE69418}"/>
              </a:ext>
            </a:extLst>
          </p:cNvPr>
          <p:cNvSpPr>
            <a:spLocks noGrp="1"/>
          </p:cNvSpPr>
          <p:nvPr>
            <p:ph type="ftr" sz="quarter" idx="10"/>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300"/>
              </a:spcAft>
              <a:buClrTx/>
              <a:buSzTx/>
              <a:buFontTx/>
              <a:buNone/>
              <a:tabLst/>
              <a:defRPr/>
            </a:pPr>
            <a:r>
              <a:rPr lang="en-US"/>
              <a:t>Presentation title    |    ONLY FOR INTERNAL USE</a:t>
            </a:r>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3" name="Arrow: Pentagon 212">
            <a:extLst>
              <a:ext uri="{FF2B5EF4-FFF2-40B4-BE49-F238E27FC236}">
                <a16:creationId xmlns:a16="http://schemas.microsoft.com/office/drawing/2014/main" id="{AE799634-89EE-A99C-B563-D11099FBA8E4}"/>
              </a:ext>
            </a:extLst>
          </p:cNvPr>
          <p:cNvSpPr/>
          <p:nvPr/>
        </p:nvSpPr>
        <p:spPr>
          <a:xfrm>
            <a:off x="6908265" y="1447094"/>
            <a:ext cx="3872945" cy="319648"/>
          </a:xfrm>
          <a:prstGeom prst="homePlate">
            <a:avLst>
              <a:gd name="adj" fmla="val 22413"/>
            </a:avLst>
          </a:prstGeom>
          <a:solidFill>
            <a:schemeClr val="accent5">
              <a:lumMod val="60000"/>
              <a:lumOff val="40000"/>
            </a:schemeClr>
          </a:solidFill>
          <a:ln w="19050">
            <a:noFill/>
          </a:ln>
          <a:effectLst/>
        </p:spPr>
        <p:style>
          <a:lnRef idx="0">
            <a:schemeClr val="accent1"/>
          </a:lnRef>
          <a:fillRef idx="1">
            <a:schemeClr val="accent1"/>
          </a:fillRef>
          <a:effectRef idx="0">
            <a:schemeClr val="dk1"/>
          </a:effectRef>
          <a:fontRef idx="minor">
            <a:schemeClr val="lt1"/>
          </a:fontRef>
        </p:style>
        <p:txBody>
          <a:bodyPr lIns="64000" tIns="64000" rIns="64000" bIns="64000" rtlCol="0" anchor="ctr">
            <a:noAutofit/>
          </a:bodyPr>
          <a:lstStyle/>
          <a:p>
            <a:pPr marL="0" marR="0" lvl="0" indent="0" algn="l" defTabSz="1625519" rtl="0" eaLnBrk="1" fontAlgn="auto" latinLnBrk="0" hangingPunct="1">
              <a:lnSpc>
                <a:spcPct val="110000"/>
              </a:lnSpc>
              <a:spcBef>
                <a:spcPts val="0"/>
              </a:spcBef>
              <a:spcAft>
                <a:spcPts val="200"/>
              </a:spcAft>
              <a:buClrTx/>
              <a:buSzTx/>
              <a:buFontTx/>
              <a:buNone/>
              <a:tabLst/>
              <a:defRPr/>
            </a:pPr>
            <a:r>
              <a:rPr kumimoji="0" lang="en-GB" sz="1100" b="1" i="0" u="none" strike="noStrike" kern="1200" cap="none" spc="0" normalizeH="0" baseline="0" noProof="0">
                <a:ln>
                  <a:noFill/>
                </a:ln>
                <a:solidFill>
                  <a:prstClr val="black"/>
                </a:solidFill>
                <a:effectLst/>
                <a:uLnTx/>
                <a:uFillTx/>
                <a:latin typeface="Boehringer Forward Text"/>
                <a:ea typeface="+mn-ea"/>
                <a:cs typeface="+mn-cs"/>
              </a:rPr>
              <a:t>Ph III  </a:t>
            </a:r>
            <a:r>
              <a:rPr kumimoji="0" lang="en-GB" sz="1100" b="1" i="0" u="none" strike="noStrike" kern="1200" cap="none" spc="0" normalizeH="0" baseline="0" noProof="0">
                <a:ln>
                  <a:noFill/>
                </a:ln>
                <a:solidFill>
                  <a:srgbClr val="08312A"/>
                </a:solidFill>
                <a:effectLst/>
                <a:uLnTx/>
                <a:uFillTx/>
                <a:latin typeface="Boehringer Forward Text"/>
                <a:ea typeface="+mn-ea"/>
                <a:cs typeface="+mn-cs"/>
              </a:rPr>
              <a:t>combo </a:t>
            </a:r>
            <a:r>
              <a:rPr kumimoji="0" lang="en-GB" sz="1100" b="1" i="0" u="none" strike="noStrike" kern="1200" cap="none" spc="0" normalizeH="0" baseline="0" noProof="0" err="1">
                <a:ln>
                  <a:noFill/>
                </a:ln>
                <a:solidFill>
                  <a:srgbClr val="08312A"/>
                </a:solidFill>
                <a:effectLst/>
                <a:uLnTx/>
                <a:uFillTx/>
                <a:latin typeface="Boehringer Forward Text"/>
                <a:ea typeface="+mn-ea"/>
                <a:cs typeface="+mn-cs"/>
              </a:rPr>
              <a:t>Pembro</a:t>
            </a:r>
            <a:r>
              <a:rPr kumimoji="0" lang="en-GB" sz="1100" b="1" i="0" u="none" strike="noStrike" kern="1200" cap="none" spc="0" normalizeH="0" baseline="0" noProof="0">
                <a:ln>
                  <a:noFill/>
                </a:ln>
                <a:solidFill>
                  <a:srgbClr val="08312A"/>
                </a:solidFill>
                <a:effectLst/>
                <a:uLnTx/>
                <a:uFillTx/>
                <a:latin typeface="Boehringer Forward Text"/>
                <a:ea typeface="+mn-ea"/>
                <a:cs typeface="+mn-cs"/>
              </a:rPr>
              <a:t> (PFS/OS)  N = TBD</a:t>
            </a:r>
          </a:p>
        </p:txBody>
      </p:sp>
      <p:sp>
        <p:nvSpPr>
          <p:cNvPr id="251" name="Star: 5 Points 214">
            <a:extLst>
              <a:ext uri="{FF2B5EF4-FFF2-40B4-BE49-F238E27FC236}">
                <a16:creationId xmlns:a16="http://schemas.microsoft.com/office/drawing/2014/main" id="{BE0BE00A-2385-8285-7D99-6C45929BAE01}"/>
              </a:ext>
            </a:extLst>
          </p:cNvPr>
          <p:cNvSpPr>
            <a:spLocks/>
          </p:cNvSpPr>
          <p:nvPr/>
        </p:nvSpPr>
        <p:spPr>
          <a:xfrm>
            <a:off x="11337907" y="1546342"/>
            <a:ext cx="182880" cy="182880"/>
          </a:xfrm>
          <a:prstGeom prst="star5">
            <a:avLst/>
          </a:prstGeom>
          <a:solidFill>
            <a:srgbClr val="8625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867" b="0" i="0" u="none" strike="noStrike" kern="1200" cap="none" spc="0" normalizeH="0" baseline="0" noProof="0">
              <a:ln>
                <a:noFill/>
              </a:ln>
              <a:solidFill>
                <a:srgbClr val="000000"/>
              </a:solidFill>
              <a:effectLst/>
              <a:uLnTx/>
              <a:uFillTx/>
              <a:latin typeface="Boehringer Forward Text"/>
              <a:ea typeface="+mn-ea"/>
              <a:cs typeface="+mn-cs"/>
            </a:endParaRPr>
          </a:p>
        </p:txBody>
      </p:sp>
      <p:grpSp>
        <p:nvGrpSpPr>
          <p:cNvPr id="268" name="Group 218">
            <a:extLst>
              <a:ext uri="{FF2B5EF4-FFF2-40B4-BE49-F238E27FC236}">
                <a16:creationId xmlns:a16="http://schemas.microsoft.com/office/drawing/2014/main" id="{3FDE863E-C03C-B077-DEE5-8761A8BECBF3}"/>
              </a:ext>
            </a:extLst>
          </p:cNvPr>
          <p:cNvGrpSpPr/>
          <p:nvPr/>
        </p:nvGrpSpPr>
        <p:grpSpPr>
          <a:xfrm>
            <a:off x="6225716" y="1516444"/>
            <a:ext cx="252000" cy="252000"/>
            <a:chOff x="3436144" y="2817019"/>
            <a:chExt cx="914400" cy="912812"/>
          </a:xfrm>
        </p:grpSpPr>
        <p:sp>
          <p:nvSpPr>
            <p:cNvPr id="269" name="Oval 79">
              <a:extLst>
                <a:ext uri="{FF2B5EF4-FFF2-40B4-BE49-F238E27FC236}">
                  <a16:creationId xmlns:a16="http://schemas.microsoft.com/office/drawing/2014/main" id="{1ED181CC-BFA6-D017-275B-107A39616413}"/>
                </a:ext>
              </a:extLst>
            </p:cNvPr>
            <p:cNvSpPr/>
            <p:nvPr/>
          </p:nvSpPr>
          <p:spPr bwMode="gray">
            <a:xfrm>
              <a:off x="3436144" y="2817019"/>
              <a:ext cx="914400" cy="457201"/>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457200 w 914400"/>
                <a:gd name="connsiteY0" fmla="*/ 914400 h 1005840"/>
                <a:gd name="connsiteX1" fmla="*/ 0 w 914400"/>
                <a:gd name="connsiteY1" fmla="*/ 457200 h 1005840"/>
                <a:gd name="connsiteX2" fmla="*/ 457200 w 914400"/>
                <a:gd name="connsiteY2" fmla="*/ 0 h 1005840"/>
                <a:gd name="connsiteX3" fmla="*/ 914400 w 914400"/>
                <a:gd name="connsiteY3" fmla="*/ 457200 h 1005840"/>
                <a:gd name="connsiteX4" fmla="*/ 548640 w 914400"/>
                <a:gd name="connsiteY4" fmla="*/ 1005840 h 1005840"/>
                <a:gd name="connsiteX0" fmla="*/ 457200 w 914400"/>
                <a:gd name="connsiteY0" fmla="*/ 914400 h 914400"/>
                <a:gd name="connsiteX1" fmla="*/ 0 w 914400"/>
                <a:gd name="connsiteY1" fmla="*/ 457200 h 914400"/>
                <a:gd name="connsiteX2" fmla="*/ 457200 w 914400"/>
                <a:gd name="connsiteY2" fmla="*/ 0 h 914400"/>
                <a:gd name="connsiteX3" fmla="*/ 914400 w 914400"/>
                <a:gd name="connsiteY3" fmla="*/ 457200 h 914400"/>
                <a:gd name="connsiteX0" fmla="*/ 0 w 914400"/>
                <a:gd name="connsiteY0" fmla="*/ 457200 h 457200"/>
                <a:gd name="connsiteX1" fmla="*/ 457200 w 914400"/>
                <a:gd name="connsiteY1" fmla="*/ 0 h 457200"/>
                <a:gd name="connsiteX2" fmla="*/ 914400 w 914400"/>
                <a:gd name="connsiteY2" fmla="*/ 457200 h 457200"/>
              </a:gdLst>
              <a:ahLst/>
              <a:cxnLst>
                <a:cxn ang="0">
                  <a:pos x="connsiteX0" y="connsiteY0"/>
                </a:cxn>
                <a:cxn ang="0">
                  <a:pos x="connsiteX1" y="connsiteY1"/>
                </a:cxn>
                <a:cxn ang="0">
                  <a:pos x="connsiteX2" y="connsiteY2"/>
                </a:cxn>
              </a:cxnLst>
              <a:rect l="l" t="t" r="r" b="b"/>
              <a:pathLst>
                <a:path w="914400" h="457200">
                  <a:moveTo>
                    <a:pt x="0" y="457200"/>
                  </a:moveTo>
                  <a:cubicBezTo>
                    <a:pt x="0" y="204695"/>
                    <a:pt x="204695" y="0"/>
                    <a:pt x="457200" y="0"/>
                  </a:cubicBezTo>
                  <a:cubicBezTo>
                    <a:pt x="709705" y="0"/>
                    <a:pt x="914400" y="204695"/>
                    <a:pt x="914400" y="457200"/>
                  </a:cubicBezTo>
                </a:path>
              </a:pathLst>
            </a:custGeom>
            <a:solidFill>
              <a:srgbClr val="1EAD1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0" i="0" u="none" strike="noStrike" kern="1200" cap="none" spc="0" normalizeH="0" baseline="0" noProof="0">
                  <a:ln>
                    <a:noFill/>
                  </a:ln>
                  <a:solidFill>
                    <a:prstClr val="white"/>
                  </a:solidFill>
                  <a:effectLst/>
                  <a:uLnTx/>
                  <a:uFillTx/>
                  <a:latin typeface="Boehringer Forward Text"/>
                  <a:ea typeface="+mn-ea"/>
                  <a:cs typeface="+mn-cs"/>
                </a:rPr>
                <a:t>G</a:t>
              </a:r>
            </a:p>
          </p:txBody>
        </p:sp>
        <p:sp>
          <p:nvSpPr>
            <p:cNvPr id="270" name="Oval 79">
              <a:extLst>
                <a:ext uri="{FF2B5EF4-FFF2-40B4-BE49-F238E27FC236}">
                  <a16:creationId xmlns:a16="http://schemas.microsoft.com/office/drawing/2014/main" id="{580E5DAD-1675-8003-CA5E-B03BD8F03864}"/>
                </a:ext>
              </a:extLst>
            </p:cNvPr>
            <p:cNvSpPr/>
            <p:nvPr/>
          </p:nvSpPr>
          <p:spPr bwMode="gray">
            <a:xfrm flipV="1">
              <a:off x="3436144" y="3272631"/>
              <a:ext cx="914400" cy="457200"/>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457200 w 914400"/>
                <a:gd name="connsiteY0" fmla="*/ 914400 h 1005840"/>
                <a:gd name="connsiteX1" fmla="*/ 0 w 914400"/>
                <a:gd name="connsiteY1" fmla="*/ 457200 h 1005840"/>
                <a:gd name="connsiteX2" fmla="*/ 457200 w 914400"/>
                <a:gd name="connsiteY2" fmla="*/ 0 h 1005840"/>
                <a:gd name="connsiteX3" fmla="*/ 914400 w 914400"/>
                <a:gd name="connsiteY3" fmla="*/ 457200 h 1005840"/>
                <a:gd name="connsiteX4" fmla="*/ 548640 w 914400"/>
                <a:gd name="connsiteY4" fmla="*/ 1005840 h 1005840"/>
                <a:gd name="connsiteX0" fmla="*/ 457200 w 914400"/>
                <a:gd name="connsiteY0" fmla="*/ 914400 h 914400"/>
                <a:gd name="connsiteX1" fmla="*/ 0 w 914400"/>
                <a:gd name="connsiteY1" fmla="*/ 457200 h 914400"/>
                <a:gd name="connsiteX2" fmla="*/ 457200 w 914400"/>
                <a:gd name="connsiteY2" fmla="*/ 0 h 914400"/>
                <a:gd name="connsiteX3" fmla="*/ 914400 w 914400"/>
                <a:gd name="connsiteY3" fmla="*/ 457200 h 914400"/>
                <a:gd name="connsiteX0" fmla="*/ 0 w 914400"/>
                <a:gd name="connsiteY0" fmla="*/ 457200 h 457200"/>
                <a:gd name="connsiteX1" fmla="*/ 457200 w 914400"/>
                <a:gd name="connsiteY1" fmla="*/ 0 h 457200"/>
                <a:gd name="connsiteX2" fmla="*/ 914400 w 914400"/>
                <a:gd name="connsiteY2" fmla="*/ 457200 h 457200"/>
              </a:gdLst>
              <a:ahLst/>
              <a:cxnLst>
                <a:cxn ang="0">
                  <a:pos x="connsiteX0" y="connsiteY0"/>
                </a:cxn>
                <a:cxn ang="0">
                  <a:pos x="connsiteX1" y="connsiteY1"/>
                </a:cxn>
                <a:cxn ang="0">
                  <a:pos x="connsiteX2" y="connsiteY2"/>
                </a:cxn>
              </a:cxnLst>
              <a:rect l="l" t="t" r="r" b="b"/>
              <a:pathLst>
                <a:path w="914400" h="457200">
                  <a:moveTo>
                    <a:pt x="0" y="457200"/>
                  </a:moveTo>
                  <a:cubicBezTo>
                    <a:pt x="0" y="204695"/>
                    <a:pt x="204695" y="0"/>
                    <a:pt x="457200" y="0"/>
                  </a:cubicBezTo>
                  <a:cubicBezTo>
                    <a:pt x="709705" y="0"/>
                    <a:pt x="914400" y="204695"/>
                    <a:pt x="914400" y="457200"/>
                  </a:cubicBezTo>
                </a:path>
              </a:pathLst>
            </a:custGeom>
            <a:solidFill>
              <a:srgbClr val="F62B2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0" i="0" u="none" strike="noStrike" kern="1200" cap="none" spc="0" normalizeH="0" baseline="0" noProof="0">
                  <a:ln>
                    <a:noFill/>
                  </a:ln>
                  <a:solidFill>
                    <a:prstClr val="white"/>
                  </a:solidFill>
                  <a:effectLst/>
                  <a:uLnTx/>
                  <a:uFillTx/>
                  <a:latin typeface="Boehringer Forward Text"/>
                  <a:ea typeface="+mn-ea"/>
                  <a:cs typeface="+mn-cs"/>
                </a:rPr>
                <a:t>N</a:t>
              </a:r>
            </a:p>
          </p:txBody>
        </p:sp>
      </p:grpSp>
      <p:sp>
        <p:nvSpPr>
          <p:cNvPr id="279" name="Star: 6 Points 210">
            <a:extLst>
              <a:ext uri="{FF2B5EF4-FFF2-40B4-BE49-F238E27FC236}">
                <a16:creationId xmlns:a16="http://schemas.microsoft.com/office/drawing/2014/main" id="{E7F27404-BCAD-7281-C419-D6EFFE077BAD}"/>
              </a:ext>
            </a:extLst>
          </p:cNvPr>
          <p:cNvSpPr>
            <a:spLocks/>
          </p:cNvSpPr>
          <p:nvPr/>
        </p:nvSpPr>
        <p:spPr bwMode="gray">
          <a:xfrm>
            <a:off x="10732892" y="1833565"/>
            <a:ext cx="195585" cy="182880"/>
          </a:xfrm>
          <a:prstGeom prst="star6">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0" name="TextBox 211">
            <a:extLst>
              <a:ext uri="{FF2B5EF4-FFF2-40B4-BE49-F238E27FC236}">
                <a16:creationId xmlns:a16="http://schemas.microsoft.com/office/drawing/2014/main" id="{A2AD58D7-6871-99A0-C4D3-F38BFE9DA4B9}"/>
              </a:ext>
            </a:extLst>
          </p:cNvPr>
          <p:cNvSpPr txBox="1"/>
          <p:nvPr/>
        </p:nvSpPr>
        <p:spPr>
          <a:xfrm>
            <a:off x="10548659" y="1798854"/>
            <a:ext cx="195585" cy="298864"/>
          </a:xfrm>
          <a:prstGeom prst="rect">
            <a:avLst/>
          </a:prstGeom>
          <a:noFill/>
          <a:ln>
            <a:noFill/>
          </a:ln>
        </p:spPr>
        <p:txBody>
          <a:bodyPr wrap="square" lIns="0" tIns="0" rIns="0" bIns="0" rtlCol="0">
            <a:spAutoFit/>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GB" sz="900" b="1" i="0" u="none" strike="noStrike" kern="1200" cap="none" spc="0" normalizeH="0" baseline="0" noProof="0">
                <a:ln>
                  <a:noFill/>
                </a:ln>
                <a:solidFill>
                  <a:prstClr val="black"/>
                </a:solidFill>
                <a:effectLst/>
                <a:uLnTx/>
                <a:uFillTx/>
                <a:latin typeface="Boehringer Forward Text"/>
                <a:ea typeface="+mn-ea"/>
                <a:cs typeface="+mn-cs"/>
              </a:rPr>
              <a:t>PA OS</a:t>
            </a:r>
          </a:p>
        </p:txBody>
      </p:sp>
      <p:sp>
        <p:nvSpPr>
          <p:cNvPr id="76" name="Star: 6 Points 216">
            <a:extLst>
              <a:ext uri="{FF2B5EF4-FFF2-40B4-BE49-F238E27FC236}">
                <a16:creationId xmlns:a16="http://schemas.microsoft.com/office/drawing/2014/main" id="{67AEC9C4-E460-B6A7-BDA8-1204DB487CCE}"/>
              </a:ext>
            </a:extLst>
          </p:cNvPr>
          <p:cNvSpPr>
            <a:spLocks/>
          </p:cNvSpPr>
          <p:nvPr/>
        </p:nvSpPr>
        <p:spPr bwMode="gray">
          <a:xfrm>
            <a:off x="9684278" y="1859334"/>
            <a:ext cx="144000" cy="144000"/>
          </a:xfrm>
          <a:prstGeom prst="star6">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en-GB" sz="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0" name="TextBox 211">
            <a:extLst>
              <a:ext uri="{FF2B5EF4-FFF2-40B4-BE49-F238E27FC236}">
                <a16:creationId xmlns:a16="http://schemas.microsoft.com/office/drawing/2014/main" id="{3AE62A1D-18AF-A203-AADE-2BB4D38F095B}"/>
              </a:ext>
            </a:extLst>
          </p:cNvPr>
          <p:cNvSpPr txBox="1"/>
          <p:nvPr/>
        </p:nvSpPr>
        <p:spPr>
          <a:xfrm>
            <a:off x="9797382" y="1824582"/>
            <a:ext cx="277203" cy="298864"/>
          </a:xfrm>
          <a:prstGeom prst="rect">
            <a:avLst/>
          </a:prstGeom>
          <a:noFill/>
          <a:ln>
            <a:noFill/>
          </a:ln>
        </p:spPr>
        <p:txBody>
          <a:bodyPr wrap="square" lIns="0" tIns="0" rIns="0" bIns="0" rtlCol="0">
            <a:spAutoFit/>
          </a:bodyPr>
          <a:lstStyle/>
          <a:p>
            <a:pPr marL="0" marR="0" lvl="0" indent="0" algn="ctr" defTabSz="914377" rtl="0" eaLnBrk="1" fontAlgn="auto" latinLnBrk="0" hangingPunct="1">
              <a:lnSpc>
                <a:spcPct val="110000"/>
              </a:lnSpc>
              <a:spcBef>
                <a:spcPts val="0"/>
              </a:spcBef>
              <a:spcAft>
                <a:spcPts val="0"/>
              </a:spcAft>
              <a:buClrTx/>
              <a:buSzTx/>
              <a:buFontTx/>
              <a:buNone/>
              <a:tabLst/>
              <a:defRPr/>
            </a:pPr>
            <a:r>
              <a:rPr kumimoji="0" lang="en-GB" sz="900" b="1" i="0" u="none" strike="noStrike" kern="1200" cap="none" spc="0" normalizeH="0" baseline="0" noProof="0">
                <a:ln>
                  <a:noFill/>
                </a:ln>
                <a:solidFill>
                  <a:prstClr val="black"/>
                </a:solidFill>
                <a:effectLst/>
                <a:uLnTx/>
                <a:uFillTx/>
                <a:latin typeface="Boehringer Forward Text"/>
                <a:ea typeface="+mn-ea"/>
                <a:cs typeface="+mn-cs"/>
              </a:rPr>
              <a:t>IA PFS</a:t>
            </a:r>
          </a:p>
        </p:txBody>
      </p:sp>
      <p:sp>
        <p:nvSpPr>
          <p:cNvPr id="98" name="Rectangle: Rounded Corners 67">
            <a:extLst>
              <a:ext uri="{FF2B5EF4-FFF2-40B4-BE49-F238E27FC236}">
                <a16:creationId xmlns:a16="http://schemas.microsoft.com/office/drawing/2014/main" id="{E217EC00-60C8-F9E5-27A2-C523A7CC17BC}"/>
              </a:ext>
            </a:extLst>
          </p:cNvPr>
          <p:cNvSpPr/>
          <p:nvPr/>
        </p:nvSpPr>
        <p:spPr>
          <a:xfrm>
            <a:off x="2334776" y="1482261"/>
            <a:ext cx="379419" cy="266181"/>
          </a:xfrm>
          <a:prstGeom prst="roundRect">
            <a:avLst>
              <a:gd name="adj" fmla="val 50000"/>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wrap="none" lIns="45720" rIns="45720" rtlCol="0" anchor="ctr" anchorCtr="0">
            <a:no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31" normalizeH="0" baseline="0" noProof="0">
                <a:ln>
                  <a:noFill/>
                </a:ln>
                <a:solidFill>
                  <a:prstClr val="white"/>
                </a:solidFill>
                <a:effectLst/>
                <a:uLnTx/>
                <a:uFillTx/>
                <a:latin typeface="Boehringer Forward Text"/>
                <a:ea typeface="+mn-ea"/>
                <a:cs typeface="+mn-cs"/>
              </a:rPr>
              <a:t>PoC</a:t>
            </a:r>
          </a:p>
        </p:txBody>
      </p:sp>
      <p:cxnSp>
        <p:nvCxnSpPr>
          <p:cNvPr id="2" name="Straight Connector 1">
            <a:extLst>
              <a:ext uri="{FF2B5EF4-FFF2-40B4-BE49-F238E27FC236}">
                <a16:creationId xmlns:a16="http://schemas.microsoft.com/office/drawing/2014/main" id="{7DA02F06-F44D-5D54-2814-7C619192C5BE}"/>
              </a:ext>
            </a:extLst>
          </p:cNvPr>
          <p:cNvCxnSpPr>
            <a:cxnSpLocks/>
          </p:cNvCxnSpPr>
          <p:nvPr/>
        </p:nvCxnSpPr>
        <p:spPr bwMode="gray">
          <a:xfrm>
            <a:off x="456678" y="3446420"/>
            <a:ext cx="1704681"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26" name="ValueChainStarter">
            <a:extLst>
              <a:ext uri="{FF2B5EF4-FFF2-40B4-BE49-F238E27FC236}">
                <a16:creationId xmlns:a16="http://schemas.microsoft.com/office/drawing/2014/main" id="{808B6E31-ED4E-7CAE-F3C6-9B7E1E5A715A}"/>
              </a:ext>
            </a:extLst>
          </p:cNvPr>
          <p:cNvSpPr/>
          <p:nvPr/>
        </p:nvSpPr>
        <p:spPr bwMode="gray">
          <a:xfrm>
            <a:off x="3311688" y="1445262"/>
            <a:ext cx="2903190" cy="368056"/>
          </a:xfrm>
          <a:prstGeom prst="homePlate">
            <a:avLst/>
          </a:prstGeom>
          <a:solidFill>
            <a:schemeClr val="accent5">
              <a:lumMod val="60000"/>
              <a:lumOff val="40000"/>
            </a:schemeClr>
          </a:solidFill>
          <a:ln w="19050">
            <a:noFill/>
          </a:ln>
          <a:effectLst/>
        </p:spPr>
        <p:style>
          <a:lnRef idx="0">
            <a:schemeClr val="accent1"/>
          </a:lnRef>
          <a:fillRef idx="1">
            <a:schemeClr val="accent1"/>
          </a:fillRef>
          <a:effectRef idx="0">
            <a:schemeClr val="dk1"/>
          </a:effectRef>
          <a:fontRef idx="minor">
            <a:schemeClr val="lt1"/>
          </a:fontRef>
        </p:style>
        <p:txBody>
          <a:bodyPr lIns="64000" tIns="64000" rIns="64000" bIns="64000" rtlCol="0" anchor="ctr">
            <a:noAutofit/>
          </a:bodyPr>
          <a:lstStyle/>
          <a:p>
            <a:pPr lvl="0" defTabSz="1625519">
              <a:lnSpc>
                <a:spcPct val="110000"/>
              </a:lnSpc>
              <a:spcAft>
                <a:spcPts val="200"/>
              </a:spcAft>
              <a:defRPr/>
            </a:pPr>
            <a:r>
              <a:rPr kumimoji="0" lang="en-GB" sz="1100" b="1" i="0" u="none" strike="noStrike" kern="1200" cap="none" spc="0" normalizeH="0" baseline="0" noProof="0">
                <a:ln>
                  <a:noFill/>
                </a:ln>
                <a:solidFill>
                  <a:srgbClr val="08312A"/>
                </a:solidFill>
                <a:effectLst/>
                <a:uLnTx/>
                <a:uFillTx/>
                <a:latin typeface="Boehringer Forward Text"/>
                <a:ea typeface="+mn-ea"/>
                <a:cs typeface="+mn-cs"/>
              </a:rPr>
              <a:t>Randomised Ph II  combo </a:t>
            </a:r>
            <a:r>
              <a:rPr kumimoji="0" lang="en-GB" sz="1100" b="1" i="0" u="none" strike="noStrike" kern="1200" cap="none" spc="0" normalizeH="0" baseline="0" noProof="0" err="1">
                <a:ln>
                  <a:noFill/>
                </a:ln>
                <a:solidFill>
                  <a:srgbClr val="08312A"/>
                </a:solidFill>
                <a:effectLst/>
                <a:uLnTx/>
                <a:uFillTx/>
                <a:latin typeface="Boehringer Forward Text"/>
                <a:ea typeface="+mn-ea"/>
                <a:cs typeface="+mn-cs"/>
              </a:rPr>
              <a:t>Pembro</a:t>
            </a:r>
            <a:r>
              <a:rPr kumimoji="0" lang="en-GB" sz="1100" b="1" i="0" u="none" strike="noStrike" kern="1200" cap="none" spc="0" normalizeH="0" baseline="0" noProof="0">
                <a:ln>
                  <a:noFill/>
                </a:ln>
                <a:solidFill>
                  <a:srgbClr val="08312A"/>
                </a:solidFill>
                <a:effectLst/>
                <a:uLnTx/>
                <a:uFillTx/>
                <a:latin typeface="Boehringer Forward Text"/>
                <a:ea typeface="+mn-ea"/>
                <a:cs typeface="+mn-cs"/>
              </a:rPr>
              <a:t> vs </a:t>
            </a:r>
            <a:r>
              <a:rPr kumimoji="0" lang="en-GB" sz="1100" b="1" i="0" u="none" strike="noStrike" kern="1200" cap="none" spc="0" normalizeH="0" baseline="0" noProof="0" err="1">
                <a:ln>
                  <a:noFill/>
                </a:ln>
                <a:solidFill>
                  <a:srgbClr val="08312A"/>
                </a:solidFill>
                <a:effectLst/>
                <a:uLnTx/>
                <a:uFillTx/>
                <a:latin typeface="Boehringer Forward Text"/>
                <a:ea typeface="+mn-ea"/>
                <a:cs typeface="+mn-cs"/>
              </a:rPr>
              <a:t>Pembro</a:t>
            </a:r>
            <a:r>
              <a:rPr kumimoji="0" lang="en-GB" sz="1100" b="1" i="0" u="none" strike="noStrike" kern="1200" cap="none" spc="0" normalizeH="0" baseline="0" noProof="0">
                <a:ln>
                  <a:noFill/>
                </a:ln>
                <a:solidFill>
                  <a:srgbClr val="08312A"/>
                </a:solidFill>
                <a:effectLst/>
                <a:uLnTx/>
                <a:uFillTx/>
                <a:latin typeface="Boehringer Forward Text"/>
                <a:ea typeface="+mn-ea"/>
                <a:cs typeface="+mn-cs"/>
              </a:rPr>
              <a:t> </a:t>
            </a:r>
            <a:r>
              <a:rPr lang="en-GB" sz="1100" b="1">
                <a:solidFill>
                  <a:srgbClr val="08312A"/>
                </a:solidFill>
              </a:rPr>
              <a:t>(PFS) </a:t>
            </a:r>
            <a:r>
              <a:rPr lang="en-GB" sz="1100" b="1">
                <a:solidFill>
                  <a:srgbClr val="08312A"/>
                </a:solidFill>
                <a:latin typeface="Boehringer Forward Text"/>
              </a:rPr>
              <a:t>N =</a:t>
            </a:r>
            <a:r>
              <a:rPr kumimoji="0" lang="en-GB" sz="1100" b="1" i="0" u="none" strike="noStrike" kern="1200" cap="none" spc="0" normalizeH="0" baseline="0" noProof="0">
                <a:ln>
                  <a:noFill/>
                </a:ln>
                <a:solidFill>
                  <a:srgbClr val="08312A"/>
                </a:solidFill>
                <a:effectLst/>
                <a:uLnTx/>
                <a:uFillTx/>
                <a:latin typeface="Boehringer Forward Text"/>
                <a:ea typeface="+mn-ea"/>
                <a:cs typeface="+mn-cs"/>
              </a:rPr>
              <a:t> 145</a:t>
            </a:r>
          </a:p>
        </p:txBody>
      </p:sp>
      <p:sp>
        <p:nvSpPr>
          <p:cNvPr id="28" name="ValueChainStarter">
            <a:extLst>
              <a:ext uri="{FF2B5EF4-FFF2-40B4-BE49-F238E27FC236}">
                <a16:creationId xmlns:a16="http://schemas.microsoft.com/office/drawing/2014/main" id="{DA06AF80-0AD5-7E3A-8A26-1D56C124837D}"/>
              </a:ext>
            </a:extLst>
          </p:cNvPr>
          <p:cNvSpPr/>
          <p:nvPr/>
        </p:nvSpPr>
        <p:spPr bwMode="gray">
          <a:xfrm>
            <a:off x="3405050" y="3678355"/>
            <a:ext cx="2906973" cy="669269"/>
          </a:xfrm>
          <a:prstGeom prst="homePlate">
            <a:avLst/>
          </a:prstGeom>
          <a:solidFill>
            <a:srgbClr val="C5C3EE"/>
          </a:solidFill>
          <a:ln w="19050">
            <a:noFill/>
          </a:ln>
          <a:effectLst/>
        </p:spPr>
        <p:style>
          <a:lnRef idx="0">
            <a:schemeClr val="accent1"/>
          </a:lnRef>
          <a:fillRef idx="1">
            <a:schemeClr val="accent1"/>
          </a:fillRef>
          <a:effectRef idx="0">
            <a:schemeClr val="dk1"/>
          </a:effectRef>
          <a:fontRef idx="minor">
            <a:schemeClr val="lt1"/>
          </a:fontRef>
        </p:style>
        <p:txBody>
          <a:bodyPr lIns="64000" tIns="64000" rIns="64000" bIns="64000" rtlCol="0" anchor="ctr">
            <a:noAutofit/>
          </a:bodyPr>
          <a:lstStyle/>
          <a:p>
            <a:pPr marL="0" marR="0" lvl="0" indent="0" algn="l" defTabSz="1625519" rtl="0" eaLnBrk="1" fontAlgn="auto" latinLnBrk="0" hangingPunct="1">
              <a:lnSpc>
                <a:spcPct val="100000"/>
              </a:lnSpc>
              <a:spcBef>
                <a:spcPts val="0"/>
              </a:spcBef>
              <a:spcAft>
                <a:spcPts val="200"/>
              </a:spcAft>
              <a:buClrTx/>
              <a:buSzTx/>
              <a:buFontTx/>
              <a:buNone/>
              <a:tabLst/>
              <a:defRPr/>
            </a:pPr>
            <a:r>
              <a:rPr kumimoji="0" lang="en-GB" sz="1000" b="1" i="0" u="none" strike="noStrike" kern="1200" cap="none" spc="0" normalizeH="0" baseline="0" noProof="0">
                <a:ln>
                  <a:noFill/>
                </a:ln>
                <a:solidFill>
                  <a:srgbClr val="08312A"/>
                </a:solidFill>
                <a:effectLst/>
                <a:uLnTx/>
                <a:uFillTx/>
                <a:latin typeface="Boehringer Forward Text"/>
                <a:ea typeface="+mn-ea"/>
                <a:cs typeface="+mn-cs"/>
              </a:rPr>
              <a:t>Ph I triple combo </a:t>
            </a:r>
            <a:r>
              <a:rPr kumimoji="0" lang="en-GB" sz="1000" b="1" i="0" u="none" strike="noStrike" kern="1200" cap="none" spc="0" normalizeH="0" baseline="0" noProof="0" err="1">
                <a:ln>
                  <a:noFill/>
                </a:ln>
                <a:solidFill>
                  <a:srgbClr val="08312A"/>
                </a:solidFill>
                <a:effectLst/>
                <a:uLnTx/>
                <a:uFillTx/>
                <a:latin typeface="Boehringer Forward Text"/>
                <a:ea typeface="+mn-ea"/>
                <a:cs typeface="+mn-cs"/>
              </a:rPr>
              <a:t>Pembro</a:t>
            </a:r>
            <a:r>
              <a:rPr kumimoji="0" lang="en-GB" sz="1000" b="1" i="0" u="none" strike="noStrike" kern="1200" cap="none" spc="0" normalizeH="0" baseline="0" noProof="0">
                <a:ln>
                  <a:noFill/>
                </a:ln>
                <a:solidFill>
                  <a:srgbClr val="08312A"/>
                </a:solidFill>
                <a:effectLst/>
                <a:uLnTx/>
                <a:uFillTx/>
                <a:latin typeface="Boehringer Forward Text"/>
                <a:ea typeface="+mn-ea"/>
                <a:cs typeface="+mn-cs"/>
              </a:rPr>
              <a:t> + chemo</a:t>
            </a:r>
          </a:p>
          <a:p>
            <a:pPr lvl="0" defTabSz="1625519">
              <a:spcAft>
                <a:spcPts val="200"/>
              </a:spcAft>
              <a:defRPr/>
            </a:pPr>
            <a:r>
              <a:rPr lang="en-GB" sz="1000" b="1">
                <a:solidFill>
                  <a:srgbClr val="08312A"/>
                </a:solidFill>
              </a:rPr>
              <a:t>Safety run-in (RP2D) + dose expansion (ORR/DOR) N = 30</a:t>
            </a:r>
          </a:p>
        </p:txBody>
      </p:sp>
      <p:sp>
        <p:nvSpPr>
          <p:cNvPr id="232" name="TextBox 221">
            <a:extLst>
              <a:ext uri="{FF2B5EF4-FFF2-40B4-BE49-F238E27FC236}">
                <a16:creationId xmlns:a16="http://schemas.microsoft.com/office/drawing/2014/main" id="{E7D32466-066A-9436-D5D5-021471B0E3E0}"/>
              </a:ext>
            </a:extLst>
          </p:cNvPr>
          <p:cNvSpPr txBox="1"/>
          <p:nvPr/>
        </p:nvSpPr>
        <p:spPr>
          <a:xfrm>
            <a:off x="6195259" y="1338458"/>
            <a:ext cx="394929" cy="146515"/>
          </a:xfrm>
          <a:prstGeom prst="rect">
            <a:avLst/>
          </a:prstGeom>
          <a:noFill/>
          <a:ln>
            <a:noFill/>
          </a:ln>
        </p:spPr>
        <p:txBody>
          <a:bodyPr wrap="square" lIns="0" tIns="0" rIns="0" bIns="0" rtlCol="0">
            <a:spAutoFit/>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GB" sz="900" b="1" i="0" u="none" strike="noStrike" kern="1200" cap="none" spc="0" normalizeH="0" baseline="0" noProof="0" err="1">
                <a:ln>
                  <a:noFill/>
                </a:ln>
                <a:solidFill>
                  <a:prstClr val="black"/>
                </a:solidFill>
                <a:effectLst/>
                <a:uLnTx/>
                <a:uFillTx/>
                <a:latin typeface="Boehringer Forward Text"/>
                <a:ea typeface="+mn-ea"/>
                <a:cs typeface="+mn-cs"/>
              </a:rPr>
              <a:t>RoFD</a:t>
            </a:r>
            <a:endParaRPr kumimoji="0" lang="en-GB" sz="900" b="1" i="0" u="none" strike="noStrike" kern="1200" cap="none" spc="0" normalizeH="0" baseline="0" noProof="0">
              <a:ln>
                <a:noFill/>
              </a:ln>
              <a:solidFill>
                <a:prstClr val="black"/>
              </a:solidFill>
              <a:effectLst/>
              <a:uLnTx/>
              <a:uFillTx/>
              <a:latin typeface="Boehringer Forward Text"/>
              <a:ea typeface="+mn-ea"/>
              <a:cs typeface="+mn-cs"/>
            </a:endParaRPr>
          </a:p>
        </p:txBody>
      </p:sp>
      <p:grpSp>
        <p:nvGrpSpPr>
          <p:cNvPr id="246" name="Group 218">
            <a:extLst>
              <a:ext uri="{FF2B5EF4-FFF2-40B4-BE49-F238E27FC236}">
                <a16:creationId xmlns:a16="http://schemas.microsoft.com/office/drawing/2014/main" id="{FF57E473-E553-51BE-7038-88A4A3096A07}"/>
              </a:ext>
            </a:extLst>
          </p:cNvPr>
          <p:cNvGrpSpPr/>
          <p:nvPr/>
        </p:nvGrpSpPr>
        <p:grpSpPr>
          <a:xfrm>
            <a:off x="2398485" y="1785395"/>
            <a:ext cx="252000" cy="252000"/>
            <a:chOff x="3436144" y="2817019"/>
            <a:chExt cx="914400" cy="912812"/>
          </a:xfrm>
        </p:grpSpPr>
        <p:sp>
          <p:nvSpPr>
            <p:cNvPr id="247" name="Oval 79">
              <a:extLst>
                <a:ext uri="{FF2B5EF4-FFF2-40B4-BE49-F238E27FC236}">
                  <a16:creationId xmlns:a16="http://schemas.microsoft.com/office/drawing/2014/main" id="{63D61809-A0BC-4F68-A59B-8547A3B252C9}"/>
                </a:ext>
              </a:extLst>
            </p:cNvPr>
            <p:cNvSpPr/>
            <p:nvPr/>
          </p:nvSpPr>
          <p:spPr bwMode="gray">
            <a:xfrm>
              <a:off x="3436144" y="2817019"/>
              <a:ext cx="914400" cy="457201"/>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457200 w 914400"/>
                <a:gd name="connsiteY0" fmla="*/ 914400 h 1005840"/>
                <a:gd name="connsiteX1" fmla="*/ 0 w 914400"/>
                <a:gd name="connsiteY1" fmla="*/ 457200 h 1005840"/>
                <a:gd name="connsiteX2" fmla="*/ 457200 w 914400"/>
                <a:gd name="connsiteY2" fmla="*/ 0 h 1005840"/>
                <a:gd name="connsiteX3" fmla="*/ 914400 w 914400"/>
                <a:gd name="connsiteY3" fmla="*/ 457200 h 1005840"/>
                <a:gd name="connsiteX4" fmla="*/ 548640 w 914400"/>
                <a:gd name="connsiteY4" fmla="*/ 1005840 h 1005840"/>
                <a:gd name="connsiteX0" fmla="*/ 457200 w 914400"/>
                <a:gd name="connsiteY0" fmla="*/ 914400 h 914400"/>
                <a:gd name="connsiteX1" fmla="*/ 0 w 914400"/>
                <a:gd name="connsiteY1" fmla="*/ 457200 h 914400"/>
                <a:gd name="connsiteX2" fmla="*/ 457200 w 914400"/>
                <a:gd name="connsiteY2" fmla="*/ 0 h 914400"/>
                <a:gd name="connsiteX3" fmla="*/ 914400 w 914400"/>
                <a:gd name="connsiteY3" fmla="*/ 457200 h 914400"/>
                <a:gd name="connsiteX0" fmla="*/ 0 w 914400"/>
                <a:gd name="connsiteY0" fmla="*/ 457200 h 457200"/>
                <a:gd name="connsiteX1" fmla="*/ 457200 w 914400"/>
                <a:gd name="connsiteY1" fmla="*/ 0 h 457200"/>
                <a:gd name="connsiteX2" fmla="*/ 914400 w 914400"/>
                <a:gd name="connsiteY2" fmla="*/ 457200 h 457200"/>
              </a:gdLst>
              <a:ahLst/>
              <a:cxnLst>
                <a:cxn ang="0">
                  <a:pos x="connsiteX0" y="connsiteY0"/>
                </a:cxn>
                <a:cxn ang="0">
                  <a:pos x="connsiteX1" y="connsiteY1"/>
                </a:cxn>
                <a:cxn ang="0">
                  <a:pos x="connsiteX2" y="connsiteY2"/>
                </a:cxn>
              </a:cxnLst>
              <a:rect l="l" t="t" r="r" b="b"/>
              <a:pathLst>
                <a:path w="914400" h="457200">
                  <a:moveTo>
                    <a:pt x="0" y="457200"/>
                  </a:moveTo>
                  <a:cubicBezTo>
                    <a:pt x="0" y="204695"/>
                    <a:pt x="204695" y="0"/>
                    <a:pt x="457200" y="0"/>
                  </a:cubicBezTo>
                  <a:cubicBezTo>
                    <a:pt x="709705" y="0"/>
                    <a:pt x="914400" y="204695"/>
                    <a:pt x="914400" y="457200"/>
                  </a:cubicBezTo>
                </a:path>
              </a:pathLst>
            </a:custGeom>
            <a:solidFill>
              <a:srgbClr val="1EAD1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0" i="0" u="none" strike="noStrike" kern="1200" cap="none" spc="0" normalizeH="0" baseline="0" noProof="0">
                  <a:ln>
                    <a:noFill/>
                  </a:ln>
                  <a:solidFill>
                    <a:prstClr val="white"/>
                  </a:solidFill>
                  <a:effectLst/>
                  <a:uLnTx/>
                  <a:uFillTx/>
                  <a:latin typeface="Boehringer Forward Text"/>
                  <a:ea typeface="+mn-ea"/>
                  <a:cs typeface="+mn-cs"/>
                </a:rPr>
                <a:t>G</a:t>
              </a:r>
            </a:p>
          </p:txBody>
        </p:sp>
        <p:sp>
          <p:nvSpPr>
            <p:cNvPr id="248" name="Oval 79">
              <a:extLst>
                <a:ext uri="{FF2B5EF4-FFF2-40B4-BE49-F238E27FC236}">
                  <a16:creationId xmlns:a16="http://schemas.microsoft.com/office/drawing/2014/main" id="{3103597E-B7F5-4284-4064-531286C61E59}"/>
                </a:ext>
              </a:extLst>
            </p:cNvPr>
            <p:cNvSpPr/>
            <p:nvPr/>
          </p:nvSpPr>
          <p:spPr bwMode="gray">
            <a:xfrm flipV="1">
              <a:off x="3436144" y="3272631"/>
              <a:ext cx="914400" cy="457200"/>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457200 w 914400"/>
                <a:gd name="connsiteY0" fmla="*/ 914400 h 1005840"/>
                <a:gd name="connsiteX1" fmla="*/ 0 w 914400"/>
                <a:gd name="connsiteY1" fmla="*/ 457200 h 1005840"/>
                <a:gd name="connsiteX2" fmla="*/ 457200 w 914400"/>
                <a:gd name="connsiteY2" fmla="*/ 0 h 1005840"/>
                <a:gd name="connsiteX3" fmla="*/ 914400 w 914400"/>
                <a:gd name="connsiteY3" fmla="*/ 457200 h 1005840"/>
                <a:gd name="connsiteX4" fmla="*/ 548640 w 914400"/>
                <a:gd name="connsiteY4" fmla="*/ 1005840 h 1005840"/>
                <a:gd name="connsiteX0" fmla="*/ 457200 w 914400"/>
                <a:gd name="connsiteY0" fmla="*/ 914400 h 914400"/>
                <a:gd name="connsiteX1" fmla="*/ 0 w 914400"/>
                <a:gd name="connsiteY1" fmla="*/ 457200 h 914400"/>
                <a:gd name="connsiteX2" fmla="*/ 457200 w 914400"/>
                <a:gd name="connsiteY2" fmla="*/ 0 h 914400"/>
                <a:gd name="connsiteX3" fmla="*/ 914400 w 914400"/>
                <a:gd name="connsiteY3" fmla="*/ 457200 h 914400"/>
                <a:gd name="connsiteX0" fmla="*/ 0 w 914400"/>
                <a:gd name="connsiteY0" fmla="*/ 457200 h 457200"/>
                <a:gd name="connsiteX1" fmla="*/ 457200 w 914400"/>
                <a:gd name="connsiteY1" fmla="*/ 0 h 457200"/>
                <a:gd name="connsiteX2" fmla="*/ 914400 w 914400"/>
                <a:gd name="connsiteY2" fmla="*/ 457200 h 457200"/>
              </a:gdLst>
              <a:ahLst/>
              <a:cxnLst>
                <a:cxn ang="0">
                  <a:pos x="connsiteX0" y="connsiteY0"/>
                </a:cxn>
                <a:cxn ang="0">
                  <a:pos x="connsiteX1" y="connsiteY1"/>
                </a:cxn>
                <a:cxn ang="0">
                  <a:pos x="connsiteX2" y="connsiteY2"/>
                </a:cxn>
              </a:cxnLst>
              <a:rect l="l" t="t" r="r" b="b"/>
              <a:pathLst>
                <a:path w="914400" h="457200">
                  <a:moveTo>
                    <a:pt x="0" y="457200"/>
                  </a:moveTo>
                  <a:cubicBezTo>
                    <a:pt x="0" y="204695"/>
                    <a:pt x="204695" y="0"/>
                    <a:pt x="457200" y="0"/>
                  </a:cubicBezTo>
                  <a:cubicBezTo>
                    <a:pt x="709705" y="0"/>
                    <a:pt x="914400" y="204695"/>
                    <a:pt x="914400" y="457200"/>
                  </a:cubicBezTo>
                </a:path>
              </a:pathLst>
            </a:custGeom>
            <a:solidFill>
              <a:srgbClr val="F62B2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0" i="0" u="none" strike="noStrike" kern="1200" cap="none" spc="0" normalizeH="0" baseline="0" noProof="0">
                  <a:ln>
                    <a:noFill/>
                  </a:ln>
                  <a:solidFill>
                    <a:prstClr val="white"/>
                  </a:solidFill>
                  <a:effectLst/>
                  <a:uLnTx/>
                  <a:uFillTx/>
                  <a:latin typeface="Boehringer Forward Text"/>
                  <a:ea typeface="+mn-ea"/>
                  <a:cs typeface="+mn-cs"/>
                </a:rPr>
                <a:t>N</a:t>
              </a:r>
            </a:p>
          </p:txBody>
        </p:sp>
      </p:grpSp>
      <p:sp>
        <p:nvSpPr>
          <p:cNvPr id="252" name="TextBox 89">
            <a:extLst>
              <a:ext uri="{FF2B5EF4-FFF2-40B4-BE49-F238E27FC236}">
                <a16:creationId xmlns:a16="http://schemas.microsoft.com/office/drawing/2014/main" id="{58C838E9-53E3-E956-F080-303B3A2CE40A}"/>
              </a:ext>
            </a:extLst>
          </p:cNvPr>
          <p:cNvSpPr txBox="1"/>
          <p:nvPr/>
        </p:nvSpPr>
        <p:spPr>
          <a:xfrm>
            <a:off x="5752708" y="1872379"/>
            <a:ext cx="755696" cy="334642"/>
          </a:xfrm>
          <a:prstGeom prst="rect">
            <a:avLst/>
          </a:prstGeom>
          <a:solidFill>
            <a:schemeClr val="accent1">
              <a:lumMod val="90000"/>
              <a:lumOff val="10000"/>
            </a:schemeClr>
          </a:solidFill>
          <a:ln w="6350">
            <a:solidFill>
              <a:srgbClr val="FF0000"/>
            </a:solidFill>
            <a:prstDash val="solid"/>
          </a:ln>
          <a:effectLst/>
        </p:spPr>
        <p:txBody>
          <a:bodyPr wrap="square" lIns="60960" tIns="45720" rIns="60960" bIns="45720" rtlCol="0" anchor="b">
            <a:no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endParaRPr kumimoji="0" lang="da-DK" sz="800" b="0" i="1"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ctr" defTabSz="1219140" rtl="0" eaLnBrk="1" fontAlgn="auto" latinLnBrk="0" hangingPunct="1">
              <a:lnSpc>
                <a:spcPct val="100000"/>
              </a:lnSpc>
              <a:spcBef>
                <a:spcPts val="0"/>
              </a:spcBef>
              <a:spcAft>
                <a:spcPts val="0"/>
              </a:spcAft>
              <a:buClrTx/>
              <a:buSzTx/>
              <a:buFontTx/>
              <a:buNone/>
              <a:tabLst/>
              <a:defRPr/>
            </a:pPr>
            <a:r>
              <a:rPr kumimoji="0" lang="da-DK" sz="800" b="0" i="0" u="none" strike="noStrike" kern="1200" cap="none" spc="0" normalizeH="0" baseline="0" noProof="0">
                <a:ln>
                  <a:noFill/>
                </a:ln>
                <a:solidFill>
                  <a:prstClr val="white"/>
                </a:solidFill>
                <a:effectLst/>
                <a:uLnTx/>
                <a:uFillTx/>
                <a:latin typeface="Boehringer Forward Text"/>
                <a:ea typeface="+mn-ea"/>
                <a:cs typeface="+mn-cs"/>
              </a:rPr>
              <a:t>GO   </a:t>
            </a:r>
          </a:p>
          <a:p>
            <a:pPr marL="0" marR="0" lvl="0" indent="0" algn="ctr" defTabSz="1219140" rtl="0" eaLnBrk="1" fontAlgn="auto" latinLnBrk="0" hangingPunct="1">
              <a:lnSpc>
                <a:spcPct val="100000"/>
              </a:lnSpc>
              <a:spcBef>
                <a:spcPts val="0"/>
              </a:spcBef>
              <a:spcAft>
                <a:spcPts val="0"/>
              </a:spcAft>
              <a:buClrTx/>
              <a:buSzTx/>
              <a:buFontTx/>
              <a:buNone/>
              <a:tabLst/>
              <a:defRPr/>
            </a:pPr>
            <a:r>
              <a:rPr kumimoji="0" lang="de-DE" sz="800" b="0" i="0" u="none" strike="noStrike" kern="1200" cap="none" spc="0" normalizeH="0" baseline="0" noProof="0">
                <a:ln>
                  <a:noFill/>
                </a:ln>
                <a:solidFill>
                  <a:prstClr val="white"/>
                </a:solidFill>
                <a:effectLst/>
                <a:uLnTx/>
                <a:uFillTx/>
                <a:latin typeface="Boehringer Forward Text"/>
                <a:ea typeface="+mn-ea"/>
                <a:cs typeface="+mn-cs"/>
              </a:rPr>
              <a:t>PFS HR &lt;0.75</a:t>
            </a:r>
          </a:p>
        </p:txBody>
      </p:sp>
      <p:sp>
        <p:nvSpPr>
          <p:cNvPr id="253" name="TextBox 252">
            <a:extLst>
              <a:ext uri="{FF2B5EF4-FFF2-40B4-BE49-F238E27FC236}">
                <a16:creationId xmlns:a16="http://schemas.microsoft.com/office/drawing/2014/main" id="{DCD34251-5082-A62D-E5F7-7B4DE4126A94}"/>
              </a:ext>
            </a:extLst>
          </p:cNvPr>
          <p:cNvSpPr txBox="1"/>
          <p:nvPr/>
        </p:nvSpPr>
        <p:spPr bwMode="gray">
          <a:xfrm>
            <a:off x="904114" y="5331765"/>
            <a:ext cx="9244728" cy="96949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err="1">
                <a:ln>
                  <a:noFill/>
                </a:ln>
                <a:solidFill>
                  <a:prstClr val="black">
                    <a:lumMod val="95000"/>
                    <a:lumOff val="5000"/>
                  </a:prstClr>
                </a:solidFill>
                <a:effectLst/>
                <a:uLnTx/>
                <a:uFillTx/>
                <a:latin typeface="Boehringer Forward Text"/>
                <a:ea typeface="+mn-ea"/>
                <a:cs typeface="+mn-cs"/>
              </a:rPr>
              <a:t>Ivonescimab</a:t>
            </a:r>
            <a:r>
              <a:rPr kumimoji="0" lang="en-US" sz="1050" b="0" i="0"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mono: TPS ≥50%:  ORR 60%; PFS: 11.1 mon. TPS 1-49%: ORR 43%; PFS: 8.0 mon. TPS ≥1%: ORR 50%; PFS: 11.1 mon. </a:t>
            </a:r>
            <a:r>
              <a:rPr kumimoji="0" lang="en-US" sz="1050" b="0" i="0" u="none" strike="noStrike" kern="1200" cap="none" spc="0" normalizeH="0" baseline="0" noProof="0" err="1">
                <a:ln>
                  <a:noFill/>
                </a:ln>
                <a:solidFill>
                  <a:prstClr val="black">
                    <a:lumMod val="95000"/>
                    <a:lumOff val="5000"/>
                  </a:prstClr>
                </a:solidFill>
                <a:effectLst/>
                <a:uLnTx/>
                <a:uFillTx/>
                <a:latin typeface="Boehringer Forward Text"/>
                <a:ea typeface="+mn-ea"/>
                <a:cs typeface="+mn-cs"/>
              </a:rPr>
              <a:t>DoR</a:t>
            </a:r>
            <a:r>
              <a:rPr kumimoji="0" lang="en-US" sz="1050" b="0" i="0"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NR.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err="1">
                <a:ln>
                  <a:noFill/>
                </a:ln>
                <a:solidFill>
                  <a:prstClr val="black">
                    <a:lumMod val="95000"/>
                    <a:lumOff val="5000"/>
                  </a:prstClr>
                </a:solidFill>
                <a:effectLst/>
                <a:uLnTx/>
                <a:uFillTx/>
                <a:latin typeface="Boehringer Forward Text"/>
                <a:ea typeface="+mn-ea"/>
                <a:cs typeface="+mn-cs"/>
              </a:rPr>
              <a:t>Ivonescimab+CT</a:t>
            </a:r>
            <a:r>
              <a:rPr kumimoji="0" lang="en-US" sz="1050" b="0" i="0"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TPS ≥1%:  ORR 72%; PFS: 11.1 mon. </a:t>
            </a:r>
            <a:r>
              <a:rPr kumimoji="0" lang="en-US" sz="1050" b="0" i="0" u="none" strike="noStrike" kern="1200" cap="none" spc="0" normalizeH="0" baseline="0" noProof="0" err="1">
                <a:ln>
                  <a:noFill/>
                </a:ln>
                <a:solidFill>
                  <a:prstClr val="black">
                    <a:lumMod val="95000"/>
                    <a:lumOff val="5000"/>
                  </a:prstClr>
                </a:solidFill>
                <a:effectLst/>
                <a:uLnTx/>
                <a:uFillTx/>
                <a:latin typeface="Boehringer Forward Text"/>
                <a:ea typeface="+mn-ea"/>
                <a:cs typeface="+mn-cs"/>
              </a:rPr>
              <a:t>DoR</a:t>
            </a:r>
            <a:r>
              <a:rPr kumimoji="0" lang="en-US" sz="1050" b="0" i="0"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12.5 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err="1">
                <a:ln>
                  <a:noFill/>
                </a:ln>
                <a:solidFill>
                  <a:prstClr val="black">
                    <a:lumMod val="95000"/>
                    <a:lumOff val="5000"/>
                  </a:prstClr>
                </a:solidFill>
                <a:effectLst/>
                <a:uLnTx/>
                <a:uFillTx/>
                <a:latin typeface="Boehringer Forward Text"/>
                <a:ea typeface="+mn-ea"/>
                <a:cs typeface="+mn-cs"/>
              </a:rPr>
              <a:t>Pembro</a:t>
            </a:r>
            <a:r>
              <a:rPr kumimoji="0" lang="en-US" sz="1050" b="0" i="0"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mono: TPS</a:t>
            </a:r>
            <a:r>
              <a:rPr kumimoji="0" lang="en-US" sz="1050" b="0" i="1"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≥50% (KN-024): non-sq: </a:t>
            </a:r>
            <a:r>
              <a:rPr kumimoji="0" lang="en-US" sz="1050" b="0" i="0"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ORR 46%,  </a:t>
            </a:r>
            <a:r>
              <a:rPr kumimoji="0" lang="en-US" sz="1050" b="0" i="0" u="none" strike="noStrike" kern="1200" cap="none" spc="0" normalizeH="0" baseline="0" noProof="0" err="1">
                <a:ln>
                  <a:noFill/>
                </a:ln>
                <a:solidFill>
                  <a:prstClr val="black">
                    <a:lumMod val="95000"/>
                    <a:lumOff val="5000"/>
                  </a:prstClr>
                </a:solidFill>
                <a:effectLst/>
                <a:uLnTx/>
                <a:uFillTx/>
                <a:latin typeface="Boehringer Forward Text"/>
                <a:ea typeface="+mn-ea"/>
                <a:cs typeface="+mn-cs"/>
              </a:rPr>
              <a:t>mPFS</a:t>
            </a:r>
            <a:r>
              <a:rPr kumimoji="0" lang="en-US" sz="1050" b="0" i="0"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7.7m</a:t>
            </a:r>
            <a:r>
              <a:rPr kumimoji="0" lang="en-US" sz="1050" b="0" i="1"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Sq: ORR 46%, </a:t>
            </a:r>
            <a:r>
              <a:rPr kumimoji="0" lang="en-US" sz="1050" b="0" i="1" u="none" strike="noStrike" kern="1200" cap="none" spc="0" normalizeH="0" baseline="0" noProof="0" err="1">
                <a:ln>
                  <a:noFill/>
                </a:ln>
                <a:solidFill>
                  <a:prstClr val="black">
                    <a:lumMod val="95000"/>
                    <a:lumOff val="5000"/>
                  </a:prstClr>
                </a:solidFill>
                <a:effectLst/>
                <a:uLnTx/>
                <a:uFillTx/>
                <a:latin typeface="Boehringer Forward Text"/>
                <a:ea typeface="+mn-ea"/>
                <a:cs typeface="+mn-cs"/>
              </a:rPr>
              <a:t>mPFS</a:t>
            </a:r>
            <a:r>
              <a:rPr kumimoji="0" lang="en-US" sz="1050" b="0" i="1"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8.3m; </a:t>
            </a:r>
            <a:r>
              <a:rPr kumimoji="0" lang="en-US" sz="1050" b="0" i="0"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TPS 1-49%: ORR 31%; PFS: 5.4 </a:t>
            </a:r>
            <a:r>
              <a:rPr kumimoji="0" lang="en-US" sz="1050" b="0" i="0" u="none" strike="noStrike" kern="1200" cap="none" spc="0" normalizeH="0" baseline="0" noProof="0" err="1">
                <a:ln>
                  <a:noFill/>
                </a:ln>
                <a:solidFill>
                  <a:prstClr val="black">
                    <a:lumMod val="95000"/>
                    <a:lumOff val="5000"/>
                  </a:prstClr>
                </a:solidFill>
                <a:effectLst/>
                <a:uLnTx/>
                <a:uFillTx/>
                <a:latin typeface="Boehringer Forward Text"/>
                <a:ea typeface="+mn-ea"/>
                <a:cs typeface="+mn-cs"/>
              </a:rPr>
              <a:t>mon</a:t>
            </a:r>
            <a:endParaRPr kumimoji="0" lang="en-US" sz="1050" b="0" i="1" u="none" strike="noStrike" kern="1200" cap="none" spc="0" normalizeH="0" baseline="0" noProof="0">
              <a:ln>
                <a:noFill/>
              </a:ln>
              <a:solidFill>
                <a:prstClr val="black">
                  <a:lumMod val="95000"/>
                  <a:lumOff val="5000"/>
                </a:prstClr>
              </a:solidFill>
              <a:effectLst/>
              <a:uLnTx/>
              <a:uFillTx/>
              <a:latin typeface="Boehringer Forward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err="1">
                <a:ln>
                  <a:noFill/>
                </a:ln>
                <a:solidFill>
                  <a:prstClr val="black"/>
                </a:solidFill>
                <a:effectLst/>
                <a:uLnTx/>
                <a:uFillTx/>
                <a:latin typeface="Boehringer Forward Text"/>
                <a:ea typeface="+mn-ea"/>
                <a:cs typeface="+mn-cs"/>
              </a:rPr>
              <a:t>Pembro+CT</a:t>
            </a:r>
            <a:r>
              <a:rPr kumimoji="0" lang="en-GB" sz="1050" b="0" i="0" u="none" strike="noStrike" kern="1200" cap="none" spc="0" normalizeH="0" baseline="0" noProof="0">
                <a:ln>
                  <a:noFill/>
                </a:ln>
                <a:solidFill>
                  <a:prstClr val="black"/>
                </a:solidFill>
                <a:effectLst/>
                <a:uLnTx/>
                <a:uFillTx/>
                <a:latin typeface="Boehringer Forward Text"/>
                <a:ea typeface="+mn-ea"/>
                <a:cs typeface="+mn-cs"/>
              </a:rPr>
              <a:t>: TPS</a:t>
            </a:r>
            <a:r>
              <a:rPr kumimoji="0" lang="en-US" sz="1050" b="0" i="0"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≥50%: </a:t>
            </a:r>
            <a:r>
              <a:rPr kumimoji="0" lang="en-US" sz="1050" b="0" i="1"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non-sq </a:t>
            </a:r>
            <a:r>
              <a:rPr kumimoji="0" lang="en-US" sz="1050" b="0" i="1"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t>(KN-189)</a:t>
            </a:r>
            <a:r>
              <a:rPr kumimoji="0" lang="en-US" sz="105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t>​</a:t>
            </a:r>
            <a:r>
              <a:rPr kumimoji="0" lang="en-US" sz="1050" b="0" i="1"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 ORR 62%, </a:t>
            </a:r>
            <a:r>
              <a:rPr kumimoji="0" lang="en-US" sz="1050" b="0" i="1" u="none" strike="noStrike" kern="1200" cap="none" spc="0" normalizeH="0" baseline="0" noProof="0" err="1">
                <a:ln>
                  <a:noFill/>
                </a:ln>
                <a:solidFill>
                  <a:prstClr val="black">
                    <a:lumMod val="95000"/>
                    <a:lumOff val="5000"/>
                  </a:prstClr>
                </a:solidFill>
                <a:effectLst/>
                <a:uLnTx/>
                <a:uFillTx/>
                <a:latin typeface="Boehringer Forward Text"/>
                <a:ea typeface="+mn-ea"/>
                <a:cs typeface="+mn-cs"/>
              </a:rPr>
              <a:t>mPFS</a:t>
            </a:r>
            <a:r>
              <a:rPr kumimoji="0" lang="en-US" sz="1050" b="0" i="1"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11.3m ; Sq </a:t>
            </a:r>
            <a:r>
              <a:rPr kumimoji="0" lang="en-US" sz="1050" b="0" i="1"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t>(KN-407)</a:t>
            </a:r>
            <a:r>
              <a:rPr kumimoji="0" lang="en-US" sz="105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t>​</a:t>
            </a:r>
            <a:r>
              <a:rPr kumimoji="0" lang="en-US" sz="1050" b="0" i="1"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 ORR 64%, </a:t>
            </a:r>
            <a:r>
              <a:rPr kumimoji="0" lang="en-US" sz="1050" b="0" i="1" u="none" strike="noStrike" kern="1200" cap="none" spc="0" normalizeH="0" baseline="0" noProof="0" err="1">
                <a:ln>
                  <a:noFill/>
                </a:ln>
                <a:solidFill>
                  <a:prstClr val="black">
                    <a:lumMod val="95000"/>
                    <a:lumOff val="5000"/>
                  </a:prstClr>
                </a:solidFill>
                <a:effectLst/>
                <a:uLnTx/>
                <a:uFillTx/>
                <a:latin typeface="Boehringer Forward Text"/>
                <a:ea typeface="+mn-ea"/>
                <a:cs typeface="+mn-cs"/>
              </a:rPr>
              <a:t>mPFS</a:t>
            </a:r>
            <a:r>
              <a:rPr kumimoji="0" lang="en-US" sz="1050" b="0" i="1"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8.3m. </a:t>
            </a:r>
            <a:endParaRPr kumimoji="0" lang="en-US" sz="1050" b="0" i="0" u="none" strike="noStrike" kern="1200" cap="none" spc="0" normalizeH="0" baseline="0" noProof="0">
              <a:ln>
                <a:noFill/>
              </a:ln>
              <a:solidFill>
                <a:prstClr val="black">
                  <a:lumMod val="95000"/>
                  <a:lumOff val="5000"/>
                </a:prstClr>
              </a:solidFill>
              <a:effectLst/>
              <a:uLnTx/>
              <a:uFillTx/>
              <a:latin typeface="Boehringer Forward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T</a:t>
            </a:r>
            <a:r>
              <a:rPr kumimoji="0" lang="en-GB" sz="1050" b="0" i="0" u="none" strike="noStrike" kern="1200" cap="none" spc="0" normalizeH="0" baseline="0" noProof="0">
                <a:ln>
                  <a:noFill/>
                </a:ln>
                <a:solidFill>
                  <a:prstClr val="black"/>
                </a:solidFill>
                <a:effectLst/>
                <a:uLnTx/>
                <a:uFillTx/>
                <a:latin typeface="Boehringer Forward Text"/>
                <a:ea typeface="+mn-ea"/>
                <a:cs typeface="+mn-cs"/>
              </a:rPr>
              <a:t>PS 1-49%: </a:t>
            </a:r>
            <a:r>
              <a:rPr kumimoji="0" lang="en-US" sz="1050" b="0" i="1"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non-sq : ORR 50%, </a:t>
            </a:r>
            <a:r>
              <a:rPr kumimoji="0" lang="en-US" sz="1050" b="0" i="1" u="none" strike="noStrike" kern="1200" cap="none" spc="0" normalizeH="0" baseline="0" noProof="0" err="1">
                <a:ln>
                  <a:noFill/>
                </a:ln>
                <a:solidFill>
                  <a:prstClr val="black">
                    <a:lumMod val="95000"/>
                    <a:lumOff val="5000"/>
                  </a:prstClr>
                </a:solidFill>
                <a:effectLst/>
                <a:uLnTx/>
                <a:uFillTx/>
                <a:latin typeface="Boehringer Forward Text"/>
                <a:ea typeface="+mn-ea"/>
                <a:cs typeface="+mn-cs"/>
              </a:rPr>
              <a:t>mPFS</a:t>
            </a:r>
            <a:r>
              <a:rPr kumimoji="0" lang="en-US" sz="1050" b="0" i="1"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9.4m ; Sq: ORR 54%, </a:t>
            </a:r>
            <a:r>
              <a:rPr kumimoji="0" lang="en-US" sz="1050" b="0" i="1" u="none" strike="noStrike" kern="1200" cap="none" spc="0" normalizeH="0" baseline="0" noProof="0" err="1">
                <a:ln>
                  <a:noFill/>
                </a:ln>
                <a:solidFill>
                  <a:prstClr val="black">
                    <a:lumMod val="95000"/>
                    <a:lumOff val="5000"/>
                  </a:prstClr>
                </a:solidFill>
                <a:effectLst/>
                <a:uLnTx/>
                <a:uFillTx/>
                <a:latin typeface="Boehringer Forward Text"/>
                <a:ea typeface="+mn-ea"/>
                <a:cs typeface="+mn-cs"/>
              </a:rPr>
              <a:t>mPFS</a:t>
            </a:r>
            <a:r>
              <a:rPr kumimoji="0" lang="en-US" sz="1050" b="0" i="1" u="none" strike="noStrike" kern="1200" cap="none" spc="0" normalizeH="0" baseline="0" noProof="0">
                <a:ln>
                  <a:noFill/>
                </a:ln>
                <a:solidFill>
                  <a:prstClr val="black">
                    <a:lumMod val="95000"/>
                    <a:lumOff val="5000"/>
                  </a:prstClr>
                </a:solidFill>
                <a:effectLst/>
                <a:uLnTx/>
                <a:uFillTx/>
                <a:latin typeface="Boehringer Forward Text"/>
                <a:ea typeface="+mn-ea"/>
                <a:cs typeface="+mn-cs"/>
              </a:rPr>
              <a:t> 8.2m. </a:t>
            </a:r>
            <a:r>
              <a:rPr kumimoji="0" lang="en-US" sz="1050" b="0" i="1"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t>TPS ≥1%: </a:t>
            </a:r>
            <a:r>
              <a:rPr kumimoji="0" lang="en-US" sz="1050" b="0" i="1" u="none" strike="noStrike" kern="1200" cap="none" spc="0" normalizeH="0" baseline="0" noProof="0" err="1">
                <a:ln>
                  <a:noFill/>
                </a:ln>
                <a:solidFill>
                  <a:prstClr val="black"/>
                </a:solidFill>
                <a:effectLst/>
                <a:uLnTx/>
                <a:uFillTx/>
                <a:latin typeface="Boehringer Forward Text" panose="02000500000000020000" pitchFamily="2" charset="0"/>
                <a:ea typeface="+mn-ea"/>
                <a:cs typeface="+mn-cs"/>
              </a:rPr>
              <a:t>mPFS</a:t>
            </a:r>
            <a:r>
              <a:rPr kumimoji="0" lang="en-US" sz="1050" b="0" i="1"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t> 5.6m; ORR 37.3%; DOR 26.5m</a:t>
            </a:r>
            <a:r>
              <a:rPr kumimoji="0" lang="en-US" sz="105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1" u="none" strike="noStrike" kern="1200" cap="none" spc="0" normalizeH="0" baseline="0" noProof="0">
              <a:ln>
                <a:noFill/>
              </a:ln>
              <a:solidFill>
                <a:prstClr val="black">
                  <a:lumMod val="95000"/>
                  <a:lumOff val="5000"/>
                </a:prstClr>
              </a:solidFill>
              <a:effectLst/>
              <a:uLnTx/>
              <a:uFillTx/>
              <a:latin typeface="Boehringer Forward Text"/>
              <a:ea typeface="+mn-ea"/>
              <a:cs typeface="+mn-cs"/>
            </a:endParaRPr>
          </a:p>
        </p:txBody>
      </p:sp>
      <p:graphicFrame>
        <p:nvGraphicFramePr>
          <p:cNvPr id="234" name="Table 233">
            <a:extLst>
              <a:ext uri="{FF2B5EF4-FFF2-40B4-BE49-F238E27FC236}">
                <a16:creationId xmlns:a16="http://schemas.microsoft.com/office/drawing/2014/main" id="{D8FE1C5C-1EA8-2C7B-E94B-28F9F19B07B4}"/>
              </a:ext>
            </a:extLst>
          </p:cNvPr>
          <p:cNvGraphicFramePr>
            <a:graphicFrameLocks noGrp="1"/>
          </p:cNvGraphicFramePr>
          <p:nvPr/>
        </p:nvGraphicFramePr>
        <p:xfrm>
          <a:off x="456678" y="4770402"/>
          <a:ext cx="11678648" cy="527817"/>
        </p:xfrm>
        <a:graphic>
          <a:graphicData uri="http://schemas.openxmlformats.org/drawingml/2006/table">
            <a:tbl>
              <a:tblPr firstRow="1" bandRow="1"/>
              <a:tblGrid>
                <a:gridCol w="1651639">
                  <a:extLst>
                    <a:ext uri="{9D8B030D-6E8A-4147-A177-3AD203B41FA5}">
                      <a16:colId xmlns:a16="http://schemas.microsoft.com/office/drawing/2014/main" val="167772276"/>
                    </a:ext>
                  </a:extLst>
                </a:gridCol>
                <a:gridCol w="901958">
                  <a:extLst>
                    <a:ext uri="{9D8B030D-6E8A-4147-A177-3AD203B41FA5}">
                      <a16:colId xmlns:a16="http://schemas.microsoft.com/office/drawing/2014/main" val="1276915391"/>
                    </a:ext>
                  </a:extLst>
                </a:gridCol>
                <a:gridCol w="1516404">
                  <a:extLst>
                    <a:ext uri="{9D8B030D-6E8A-4147-A177-3AD203B41FA5}">
                      <a16:colId xmlns:a16="http://schemas.microsoft.com/office/drawing/2014/main" val="1689421000"/>
                    </a:ext>
                  </a:extLst>
                </a:gridCol>
                <a:gridCol w="1446600">
                  <a:extLst>
                    <a:ext uri="{9D8B030D-6E8A-4147-A177-3AD203B41FA5}">
                      <a16:colId xmlns:a16="http://schemas.microsoft.com/office/drawing/2014/main" val="3340046676"/>
                    </a:ext>
                  </a:extLst>
                </a:gridCol>
                <a:gridCol w="1457643">
                  <a:extLst>
                    <a:ext uri="{9D8B030D-6E8A-4147-A177-3AD203B41FA5}">
                      <a16:colId xmlns:a16="http://schemas.microsoft.com/office/drawing/2014/main" val="2375038937"/>
                    </a:ext>
                  </a:extLst>
                </a:gridCol>
                <a:gridCol w="1446600">
                  <a:extLst>
                    <a:ext uri="{9D8B030D-6E8A-4147-A177-3AD203B41FA5}">
                      <a16:colId xmlns:a16="http://schemas.microsoft.com/office/drawing/2014/main" val="2843700053"/>
                    </a:ext>
                  </a:extLst>
                </a:gridCol>
                <a:gridCol w="1265613">
                  <a:extLst>
                    <a:ext uri="{9D8B030D-6E8A-4147-A177-3AD203B41FA5}">
                      <a16:colId xmlns:a16="http://schemas.microsoft.com/office/drawing/2014/main" val="1822448671"/>
                    </a:ext>
                  </a:extLst>
                </a:gridCol>
                <a:gridCol w="1163790">
                  <a:extLst>
                    <a:ext uri="{9D8B030D-6E8A-4147-A177-3AD203B41FA5}">
                      <a16:colId xmlns:a16="http://schemas.microsoft.com/office/drawing/2014/main" val="781113077"/>
                    </a:ext>
                  </a:extLst>
                </a:gridCol>
                <a:gridCol w="828401">
                  <a:extLst>
                    <a:ext uri="{9D8B030D-6E8A-4147-A177-3AD203B41FA5}">
                      <a16:colId xmlns:a16="http://schemas.microsoft.com/office/drawing/2014/main" val="939596952"/>
                    </a:ext>
                  </a:extLst>
                </a:gridCol>
              </a:tblGrid>
              <a:tr h="527817">
                <a:tc>
                  <a:txBody>
                    <a:bodyPr/>
                    <a:lstStyle/>
                    <a:p>
                      <a:pPr marL="0" marR="0" lvl="0" indent="0" algn="ctr" defTabSz="914400" rtl="0" eaLnBrk="1" fontAlgn="auto" latinLnBrk="0" hangingPunct="1">
                        <a:lnSpc>
                          <a:spcPct val="110000"/>
                        </a:lnSpc>
                        <a:spcBef>
                          <a:spcPts val="0"/>
                        </a:spcBef>
                        <a:spcAft>
                          <a:spcPts val="200"/>
                        </a:spcAft>
                        <a:buClrTx/>
                        <a:buSzTx/>
                        <a:buFontTx/>
                        <a:buNone/>
                        <a:tabLst/>
                        <a:defRPr/>
                      </a:pPr>
                      <a:r>
                        <a:rPr kumimoji="0" lang="en-GB" sz="1200" b="1" i="0" u="none" strike="noStrike" kern="1200" cap="none" spc="-40" normalizeH="0" baseline="0" noProof="0">
                          <a:ln>
                            <a:noFill/>
                          </a:ln>
                          <a:solidFill>
                            <a:schemeClr val="bg1"/>
                          </a:solidFill>
                          <a:effectLst/>
                          <a:uLnTx/>
                          <a:uFillTx/>
                          <a:latin typeface="Boehringer Forward Text"/>
                          <a:ea typeface="+mn-ea"/>
                          <a:cs typeface="+mn-cs"/>
                        </a:rPr>
                        <a:t>Other FAP+ </a:t>
                      </a:r>
                      <a:r>
                        <a:rPr kumimoji="0" lang="en-GB" sz="1200" b="1" i="0" u="none" strike="noStrike" kern="1200" cap="none" spc="-40" normalizeH="0" baseline="0" noProof="0" err="1">
                          <a:ln>
                            <a:noFill/>
                          </a:ln>
                          <a:solidFill>
                            <a:schemeClr val="bg1"/>
                          </a:solidFill>
                          <a:effectLst/>
                          <a:uLnTx/>
                          <a:uFillTx/>
                          <a:latin typeface="Boehringer Forward Text"/>
                          <a:ea typeface="+mn-ea"/>
                          <a:cs typeface="+mn-cs"/>
                        </a:rPr>
                        <a:t>tumors</a:t>
                      </a:r>
                      <a:endParaRPr kumimoji="0" lang="en-GB" sz="1200" b="1" i="0" u="none" strike="noStrike" kern="1200" cap="none" spc="-40" normalizeH="0" baseline="0" noProof="0">
                        <a:ln>
                          <a:noFill/>
                        </a:ln>
                        <a:solidFill>
                          <a:schemeClr val="bg1"/>
                        </a:solidFill>
                        <a:effectLst/>
                        <a:uLnTx/>
                        <a:uFillTx/>
                        <a:latin typeface="Boehringer Forward Text"/>
                        <a:ea typeface="+mn-ea"/>
                        <a:cs typeface="+mn-cs"/>
                      </a:endParaRPr>
                    </a:p>
                  </a:txBody>
                  <a:tcPr marR="18288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18600"/>
                    </a:solidFill>
                  </a:tcPr>
                </a:tc>
                <a:tc>
                  <a:txBody>
                    <a:bodyPr/>
                    <a:lstStyle/>
                    <a:p>
                      <a:pPr>
                        <a:lnSpc>
                          <a:spcPct val="110000"/>
                        </a:lnSpc>
                        <a:spcAft>
                          <a:spcPts val="200"/>
                        </a:spcAft>
                      </a:pPr>
                      <a:endParaRPr lang="en-GB"/>
                    </a:p>
                  </a:txBody>
                  <a:tcPr>
                    <a:lnL w="9525"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0000"/>
                        </a:lnSpc>
                        <a:spcAft>
                          <a:spcPts val="200"/>
                        </a:spcAft>
                      </a:pPr>
                      <a:endParaRPr lang="en-GB"/>
                    </a:p>
                  </a:txBody>
                  <a:tcPr>
                    <a:lnL w="9525" cap="flat" cmpd="sng" algn="ctr">
                      <a:no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0000"/>
                        </a:lnSpc>
                        <a:spcAft>
                          <a:spcPts val="200"/>
                        </a:spcAft>
                      </a:pPr>
                      <a:endParaRPr lang="en-GB"/>
                    </a:p>
                  </a:txBody>
                  <a:tcP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0000"/>
                        </a:lnSpc>
                        <a:spcAft>
                          <a:spcPts val="200"/>
                        </a:spcAft>
                      </a:pPr>
                      <a:endParaRPr lang="en-GB"/>
                    </a:p>
                  </a:txBody>
                  <a:tcP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0000"/>
                        </a:lnSpc>
                        <a:spcAft>
                          <a:spcPts val="200"/>
                        </a:spcAft>
                      </a:pPr>
                      <a:endParaRPr lang="en-GB"/>
                    </a:p>
                  </a:txBody>
                  <a:tcP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0000"/>
                        </a:lnSpc>
                        <a:spcAft>
                          <a:spcPts val="200"/>
                        </a:spcAft>
                      </a:pPr>
                      <a:endParaRPr lang="en-GB"/>
                    </a:p>
                  </a:txBody>
                  <a:tcP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0000"/>
                        </a:lnSpc>
                        <a:spcAft>
                          <a:spcPts val="200"/>
                        </a:spcAft>
                      </a:pPr>
                      <a:endParaRPr lang="en-GB"/>
                    </a:p>
                  </a:txBody>
                  <a:tcP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0000"/>
                        </a:lnSpc>
                        <a:spcAft>
                          <a:spcPts val="200"/>
                        </a:spcAft>
                      </a:pPr>
                      <a:endParaRPr lang="en-GB"/>
                    </a:p>
                  </a:txBody>
                  <a:tcP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68622606"/>
                  </a:ext>
                </a:extLst>
              </a:tr>
            </a:tbl>
          </a:graphicData>
        </a:graphic>
      </p:graphicFrame>
      <p:sp>
        <p:nvSpPr>
          <p:cNvPr id="238" name="Arrow: Pentagon 212">
            <a:extLst>
              <a:ext uri="{FF2B5EF4-FFF2-40B4-BE49-F238E27FC236}">
                <a16:creationId xmlns:a16="http://schemas.microsoft.com/office/drawing/2014/main" id="{3F27A7B3-6375-118F-BB4B-2292C75F0186}"/>
              </a:ext>
            </a:extLst>
          </p:cNvPr>
          <p:cNvSpPr/>
          <p:nvPr/>
        </p:nvSpPr>
        <p:spPr>
          <a:xfrm>
            <a:off x="7211741" y="4884794"/>
            <a:ext cx="2177355" cy="282236"/>
          </a:xfrm>
          <a:prstGeom prst="homePlate">
            <a:avLst>
              <a:gd name="adj" fmla="val 22413"/>
            </a:avLst>
          </a:prstGeom>
          <a:solidFill>
            <a:srgbClr val="FFC000"/>
          </a:solidFill>
          <a:ln w="19050">
            <a:noFill/>
          </a:ln>
          <a:effectLst/>
        </p:spPr>
        <p:style>
          <a:lnRef idx="0">
            <a:schemeClr val="accent1"/>
          </a:lnRef>
          <a:fillRef idx="1">
            <a:schemeClr val="accent1"/>
          </a:fillRef>
          <a:effectRef idx="0">
            <a:schemeClr val="dk1"/>
          </a:effectRef>
          <a:fontRef idx="minor">
            <a:schemeClr val="lt1"/>
          </a:fontRef>
        </p:style>
        <p:txBody>
          <a:bodyPr lIns="64000" tIns="64000" rIns="64000" bIns="64000" rtlCol="0" anchor="ctr">
            <a:noAutofit/>
          </a:bodyPr>
          <a:lstStyle/>
          <a:p>
            <a:pPr marL="0" marR="0" lvl="0" indent="0" algn="l" defTabSz="1625519" rtl="0" eaLnBrk="1" fontAlgn="auto" latinLnBrk="0" hangingPunct="1">
              <a:lnSpc>
                <a:spcPct val="110000"/>
              </a:lnSpc>
              <a:spcBef>
                <a:spcPts val="0"/>
              </a:spcBef>
              <a:spcAft>
                <a:spcPts val="200"/>
              </a:spcAft>
              <a:buClrTx/>
              <a:buSzTx/>
              <a:buFontTx/>
              <a:buNone/>
              <a:tabLst/>
              <a:defRPr/>
            </a:pPr>
            <a:r>
              <a:rPr kumimoji="0" lang="en-GB" sz="1000" b="1" i="0" u="none" strike="noStrike" kern="1200" cap="none" spc="0" normalizeH="0" baseline="0" noProof="0">
                <a:ln>
                  <a:noFill/>
                </a:ln>
                <a:solidFill>
                  <a:prstClr val="black"/>
                </a:solidFill>
                <a:effectLst/>
                <a:uLnTx/>
                <a:uFillTx/>
                <a:latin typeface="Boehringer Forward Text"/>
                <a:ea typeface="+mn-ea"/>
                <a:cs typeface="+mn-cs"/>
              </a:rPr>
              <a:t>Ph </a:t>
            </a:r>
            <a:r>
              <a:rPr kumimoji="0" lang="en-GB" sz="1000" b="1" i="0" u="none" strike="noStrike" kern="1200" cap="none" spc="0" normalizeH="0" baseline="0" noProof="0" err="1">
                <a:ln>
                  <a:noFill/>
                </a:ln>
                <a:solidFill>
                  <a:prstClr val="black"/>
                </a:solidFill>
                <a:effectLst/>
                <a:uLnTx/>
                <a:uFillTx/>
                <a:latin typeface="Boehringer Forward Text"/>
                <a:ea typeface="+mn-ea"/>
                <a:cs typeface="+mn-cs"/>
              </a:rPr>
              <a:t>Ib</a:t>
            </a:r>
            <a:r>
              <a:rPr kumimoji="0" lang="en-GB" sz="1000" b="1" i="0" u="none" strike="noStrike" kern="1200" cap="none" spc="0" normalizeH="0" baseline="0" noProof="0">
                <a:ln>
                  <a:noFill/>
                </a:ln>
                <a:solidFill>
                  <a:prstClr val="black"/>
                </a:solidFill>
                <a:effectLst/>
                <a:uLnTx/>
                <a:uFillTx/>
                <a:latin typeface="Boehringer Forward Text"/>
                <a:ea typeface="+mn-ea"/>
                <a:cs typeface="+mn-cs"/>
              </a:rPr>
              <a:t>/II  combi  SOC</a:t>
            </a:r>
          </a:p>
        </p:txBody>
      </p:sp>
      <p:grpSp>
        <p:nvGrpSpPr>
          <p:cNvPr id="240" name="Group 218">
            <a:extLst>
              <a:ext uri="{FF2B5EF4-FFF2-40B4-BE49-F238E27FC236}">
                <a16:creationId xmlns:a16="http://schemas.microsoft.com/office/drawing/2014/main" id="{434A0C9D-6CF7-66C5-457B-1E6A694408EC}"/>
              </a:ext>
            </a:extLst>
          </p:cNvPr>
          <p:cNvGrpSpPr/>
          <p:nvPr/>
        </p:nvGrpSpPr>
        <p:grpSpPr>
          <a:xfrm>
            <a:off x="6694969" y="4883551"/>
            <a:ext cx="252000" cy="252000"/>
            <a:chOff x="3436144" y="2817019"/>
            <a:chExt cx="914400" cy="912812"/>
          </a:xfrm>
        </p:grpSpPr>
        <p:sp>
          <p:nvSpPr>
            <p:cNvPr id="250" name="Oval 79">
              <a:extLst>
                <a:ext uri="{FF2B5EF4-FFF2-40B4-BE49-F238E27FC236}">
                  <a16:creationId xmlns:a16="http://schemas.microsoft.com/office/drawing/2014/main" id="{FB0607EE-0EAC-016C-F673-0641A929274B}"/>
                </a:ext>
              </a:extLst>
            </p:cNvPr>
            <p:cNvSpPr/>
            <p:nvPr/>
          </p:nvSpPr>
          <p:spPr bwMode="gray">
            <a:xfrm>
              <a:off x="3436144" y="2817019"/>
              <a:ext cx="914400" cy="457201"/>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457200 w 914400"/>
                <a:gd name="connsiteY0" fmla="*/ 914400 h 1005840"/>
                <a:gd name="connsiteX1" fmla="*/ 0 w 914400"/>
                <a:gd name="connsiteY1" fmla="*/ 457200 h 1005840"/>
                <a:gd name="connsiteX2" fmla="*/ 457200 w 914400"/>
                <a:gd name="connsiteY2" fmla="*/ 0 h 1005840"/>
                <a:gd name="connsiteX3" fmla="*/ 914400 w 914400"/>
                <a:gd name="connsiteY3" fmla="*/ 457200 h 1005840"/>
                <a:gd name="connsiteX4" fmla="*/ 548640 w 914400"/>
                <a:gd name="connsiteY4" fmla="*/ 1005840 h 1005840"/>
                <a:gd name="connsiteX0" fmla="*/ 457200 w 914400"/>
                <a:gd name="connsiteY0" fmla="*/ 914400 h 914400"/>
                <a:gd name="connsiteX1" fmla="*/ 0 w 914400"/>
                <a:gd name="connsiteY1" fmla="*/ 457200 h 914400"/>
                <a:gd name="connsiteX2" fmla="*/ 457200 w 914400"/>
                <a:gd name="connsiteY2" fmla="*/ 0 h 914400"/>
                <a:gd name="connsiteX3" fmla="*/ 914400 w 914400"/>
                <a:gd name="connsiteY3" fmla="*/ 457200 h 914400"/>
                <a:gd name="connsiteX0" fmla="*/ 0 w 914400"/>
                <a:gd name="connsiteY0" fmla="*/ 457200 h 457200"/>
                <a:gd name="connsiteX1" fmla="*/ 457200 w 914400"/>
                <a:gd name="connsiteY1" fmla="*/ 0 h 457200"/>
                <a:gd name="connsiteX2" fmla="*/ 914400 w 914400"/>
                <a:gd name="connsiteY2" fmla="*/ 457200 h 457200"/>
              </a:gdLst>
              <a:ahLst/>
              <a:cxnLst>
                <a:cxn ang="0">
                  <a:pos x="connsiteX0" y="connsiteY0"/>
                </a:cxn>
                <a:cxn ang="0">
                  <a:pos x="connsiteX1" y="connsiteY1"/>
                </a:cxn>
                <a:cxn ang="0">
                  <a:pos x="connsiteX2" y="connsiteY2"/>
                </a:cxn>
              </a:cxnLst>
              <a:rect l="l" t="t" r="r" b="b"/>
              <a:pathLst>
                <a:path w="914400" h="457200">
                  <a:moveTo>
                    <a:pt x="0" y="457200"/>
                  </a:moveTo>
                  <a:cubicBezTo>
                    <a:pt x="0" y="204695"/>
                    <a:pt x="204695" y="0"/>
                    <a:pt x="457200" y="0"/>
                  </a:cubicBezTo>
                  <a:cubicBezTo>
                    <a:pt x="709705" y="0"/>
                    <a:pt x="914400" y="204695"/>
                    <a:pt x="914400" y="457200"/>
                  </a:cubicBezTo>
                </a:path>
              </a:pathLst>
            </a:custGeom>
            <a:solidFill>
              <a:srgbClr val="1EAD1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0" i="0" u="none" strike="noStrike" kern="1200" cap="none" spc="0" normalizeH="0" baseline="0" noProof="0">
                  <a:ln>
                    <a:noFill/>
                  </a:ln>
                  <a:solidFill>
                    <a:prstClr val="white"/>
                  </a:solidFill>
                  <a:effectLst/>
                  <a:uLnTx/>
                  <a:uFillTx/>
                  <a:latin typeface="Boehringer Forward Text"/>
                  <a:ea typeface="+mn-ea"/>
                  <a:cs typeface="+mn-cs"/>
                </a:rPr>
                <a:t>G</a:t>
              </a:r>
            </a:p>
          </p:txBody>
        </p:sp>
        <p:sp>
          <p:nvSpPr>
            <p:cNvPr id="254" name="Oval 79">
              <a:extLst>
                <a:ext uri="{FF2B5EF4-FFF2-40B4-BE49-F238E27FC236}">
                  <a16:creationId xmlns:a16="http://schemas.microsoft.com/office/drawing/2014/main" id="{4C08F04E-FBD7-BCF7-4EBD-F38F83E72BEE}"/>
                </a:ext>
              </a:extLst>
            </p:cNvPr>
            <p:cNvSpPr/>
            <p:nvPr/>
          </p:nvSpPr>
          <p:spPr bwMode="gray">
            <a:xfrm flipV="1">
              <a:off x="3436144" y="3272631"/>
              <a:ext cx="914400" cy="457200"/>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457200 w 914400"/>
                <a:gd name="connsiteY0" fmla="*/ 914400 h 1005840"/>
                <a:gd name="connsiteX1" fmla="*/ 0 w 914400"/>
                <a:gd name="connsiteY1" fmla="*/ 457200 h 1005840"/>
                <a:gd name="connsiteX2" fmla="*/ 457200 w 914400"/>
                <a:gd name="connsiteY2" fmla="*/ 0 h 1005840"/>
                <a:gd name="connsiteX3" fmla="*/ 914400 w 914400"/>
                <a:gd name="connsiteY3" fmla="*/ 457200 h 1005840"/>
                <a:gd name="connsiteX4" fmla="*/ 548640 w 914400"/>
                <a:gd name="connsiteY4" fmla="*/ 1005840 h 1005840"/>
                <a:gd name="connsiteX0" fmla="*/ 457200 w 914400"/>
                <a:gd name="connsiteY0" fmla="*/ 914400 h 914400"/>
                <a:gd name="connsiteX1" fmla="*/ 0 w 914400"/>
                <a:gd name="connsiteY1" fmla="*/ 457200 h 914400"/>
                <a:gd name="connsiteX2" fmla="*/ 457200 w 914400"/>
                <a:gd name="connsiteY2" fmla="*/ 0 h 914400"/>
                <a:gd name="connsiteX3" fmla="*/ 914400 w 914400"/>
                <a:gd name="connsiteY3" fmla="*/ 457200 h 914400"/>
                <a:gd name="connsiteX0" fmla="*/ 0 w 914400"/>
                <a:gd name="connsiteY0" fmla="*/ 457200 h 457200"/>
                <a:gd name="connsiteX1" fmla="*/ 457200 w 914400"/>
                <a:gd name="connsiteY1" fmla="*/ 0 h 457200"/>
                <a:gd name="connsiteX2" fmla="*/ 914400 w 914400"/>
                <a:gd name="connsiteY2" fmla="*/ 457200 h 457200"/>
              </a:gdLst>
              <a:ahLst/>
              <a:cxnLst>
                <a:cxn ang="0">
                  <a:pos x="connsiteX0" y="connsiteY0"/>
                </a:cxn>
                <a:cxn ang="0">
                  <a:pos x="connsiteX1" y="connsiteY1"/>
                </a:cxn>
                <a:cxn ang="0">
                  <a:pos x="connsiteX2" y="connsiteY2"/>
                </a:cxn>
              </a:cxnLst>
              <a:rect l="l" t="t" r="r" b="b"/>
              <a:pathLst>
                <a:path w="914400" h="457200">
                  <a:moveTo>
                    <a:pt x="0" y="457200"/>
                  </a:moveTo>
                  <a:cubicBezTo>
                    <a:pt x="0" y="204695"/>
                    <a:pt x="204695" y="0"/>
                    <a:pt x="457200" y="0"/>
                  </a:cubicBezTo>
                  <a:cubicBezTo>
                    <a:pt x="709705" y="0"/>
                    <a:pt x="914400" y="204695"/>
                    <a:pt x="914400" y="457200"/>
                  </a:cubicBezTo>
                </a:path>
              </a:pathLst>
            </a:custGeom>
            <a:solidFill>
              <a:srgbClr val="F62B2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0" i="0" u="none" strike="noStrike" kern="1200" cap="none" spc="0" normalizeH="0" baseline="0" noProof="0">
                  <a:ln>
                    <a:noFill/>
                  </a:ln>
                  <a:solidFill>
                    <a:prstClr val="white"/>
                  </a:solidFill>
                  <a:effectLst/>
                  <a:uLnTx/>
                  <a:uFillTx/>
                  <a:latin typeface="Boehringer Forward Text"/>
                  <a:ea typeface="+mn-ea"/>
                  <a:cs typeface="+mn-cs"/>
                </a:rPr>
                <a:t>N</a:t>
              </a:r>
            </a:p>
          </p:txBody>
        </p:sp>
      </p:grpSp>
      <p:sp>
        <p:nvSpPr>
          <p:cNvPr id="255" name="Arrow: Pentagon 212">
            <a:extLst>
              <a:ext uri="{FF2B5EF4-FFF2-40B4-BE49-F238E27FC236}">
                <a16:creationId xmlns:a16="http://schemas.microsoft.com/office/drawing/2014/main" id="{CFE9CF92-95B1-8C48-39A3-36AB996EE9B0}"/>
              </a:ext>
            </a:extLst>
          </p:cNvPr>
          <p:cNvSpPr/>
          <p:nvPr/>
        </p:nvSpPr>
        <p:spPr>
          <a:xfrm>
            <a:off x="9872332" y="4874901"/>
            <a:ext cx="2277763" cy="274006"/>
          </a:xfrm>
          <a:prstGeom prst="homePlate">
            <a:avLst>
              <a:gd name="adj" fmla="val 22413"/>
            </a:avLst>
          </a:prstGeom>
          <a:solidFill>
            <a:srgbClr val="FFC000"/>
          </a:solidFill>
          <a:ln w="19050">
            <a:noFill/>
          </a:ln>
          <a:effectLst/>
        </p:spPr>
        <p:style>
          <a:lnRef idx="0">
            <a:schemeClr val="accent1"/>
          </a:lnRef>
          <a:fillRef idx="1">
            <a:schemeClr val="accent1"/>
          </a:fillRef>
          <a:effectRef idx="0">
            <a:schemeClr val="dk1"/>
          </a:effectRef>
          <a:fontRef idx="minor">
            <a:schemeClr val="lt1"/>
          </a:fontRef>
        </p:style>
        <p:txBody>
          <a:bodyPr lIns="64000" tIns="64000" rIns="64000" bIns="64000" rtlCol="0" anchor="ctr">
            <a:noAutofit/>
          </a:bodyPr>
          <a:lstStyle/>
          <a:p>
            <a:pPr marL="0" marR="0" lvl="0" indent="0" algn="l" defTabSz="1625519" rtl="0" eaLnBrk="1" fontAlgn="auto" latinLnBrk="0" hangingPunct="1">
              <a:lnSpc>
                <a:spcPct val="110000"/>
              </a:lnSpc>
              <a:spcBef>
                <a:spcPts val="0"/>
              </a:spcBef>
              <a:spcAft>
                <a:spcPts val="200"/>
              </a:spcAft>
              <a:buClrTx/>
              <a:buSzTx/>
              <a:buFontTx/>
              <a:buNone/>
              <a:tabLst/>
              <a:defRPr/>
            </a:pPr>
            <a:r>
              <a:rPr kumimoji="0" lang="en-GB" sz="1000" b="1" i="0" u="none" strike="noStrike" kern="1200" cap="none" spc="0" normalizeH="0" baseline="0" noProof="0">
                <a:ln>
                  <a:noFill/>
                </a:ln>
                <a:solidFill>
                  <a:prstClr val="black"/>
                </a:solidFill>
                <a:effectLst/>
                <a:uLnTx/>
                <a:uFillTx/>
                <a:latin typeface="Boehringer Forward Text"/>
                <a:ea typeface="+mn-ea"/>
                <a:cs typeface="+mn-cs"/>
              </a:rPr>
              <a:t>Ph III  </a:t>
            </a:r>
            <a:r>
              <a:rPr kumimoji="0" lang="en-GB" sz="1000" b="1" i="0" u="none" strike="noStrike" kern="1200" cap="none" spc="0" normalizeH="0" baseline="0" noProof="0">
                <a:ln>
                  <a:noFill/>
                </a:ln>
                <a:solidFill>
                  <a:srgbClr val="08312A"/>
                </a:solidFill>
                <a:effectLst/>
                <a:uLnTx/>
                <a:uFillTx/>
                <a:latin typeface="Boehringer Forward Text"/>
                <a:ea typeface="+mn-ea"/>
                <a:cs typeface="+mn-cs"/>
              </a:rPr>
              <a:t>Combi SOC</a:t>
            </a:r>
            <a:endParaRPr kumimoji="0" lang="en-GB" sz="1000" b="1" i="0" u="none" strike="noStrike" kern="1200" cap="none" spc="0" normalizeH="0" baseline="0" noProof="0">
              <a:ln>
                <a:noFill/>
              </a:ln>
              <a:solidFill>
                <a:prstClr val="black"/>
              </a:solidFill>
              <a:effectLst/>
              <a:uLnTx/>
              <a:uFillTx/>
              <a:latin typeface="Boehringer Forward Text"/>
              <a:ea typeface="+mn-ea"/>
              <a:cs typeface="+mn-cs"/>
            </a:endParaRPr>
          </a:p>
        </p:txBody>
      </p:sp>
      <p:grpSp>
        <p:nvGrpSpPr>
          <p:cNvPr id="33" name="Group 218">
            <a:extLst>
              <a:ext uri="{FF2B5EF4-FFF2-40B4-BE49-F238E27FC236}">
                <a16:creationId xmlns:a16="http://schemas.microsoft.com/office/drawing/2014/main" id="{685C804F-70F3-1A99-8021-EC4B77F1B398}"/>
              </a:ext>
            </a:extLst>
          </p:cNvPr>
          <p:cNvGrpSpPr/>
          <p:nvPr/>
        </p:nvGrpSpPr>
        <p:grpSpPr>
          <a:xfrm>
            <a:off x="9416700" y="4906333"/>
            <a:ext cx="252000" cy="252000"/>
            <a:chOff x="3436144" y="2817019"/>
            <a:chExt cx="914400" cy="912812"/>
          </a:xfrm>
        </p:grpSpPr>
        <p:sp>
          <p:nvSpPr>
            <p:cNvPr id="34" name="Oval 79">
              <a:extLst>
                <a:ext uri="{FF2B5EF4-FFF2-40B4-BE49-F238E27FC236}">
                  <a16:creationId xmlns:a16="http://schemas.microsoft.com/office/drawing/2014/main" id="{48ECD040-2024-3602-3DDA-FA2D8FF624E1}"/>
                </a:ext>
              </a:extLst>
            </p:cNvPr>
            <p:cNvSpPr/>
            <p:nvPr/>
          </p:nvSpPr>
          <p:spPr bwMode="gray">
            <a:xfrm>
              <a:off x="3436144" y="2817019"/>
              <a:ext cx="914400" cy="457201"/>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457200 w 914400"/>
                <a:gd name="connsiteY0" fmla="*/ 914400 h 1005840"/>
                <a:gd name="connsiteX1" fmla="*/ 0 w 914400"/>
                <a:gd name="connsiteY1" fmla="*/ 457200 h 1005840"/>
                <a:gd name="connsiteX2" fmla="*/ 457200 w 914400"/>
                <a:gd name="connsiteY2" fmla="*/ 0 h 1005840"/>
                <a:gd name="connsiteX3" fmla="*/ 914400 w 914400"/>
                <a:gd name="connsiteY3" fmla="*/ 457200 h 1005840"/>
                <a:gd name="connsiteX4" fmla="*/ 548640 w 914400"/>
                <a:gd name="connsiteY4" fmla="*/ 1005840 h 1005840"/>
                <a:gd name="connsiteX0" fmla="*/ 457200 w 914400"/>
                <a:gd name="connsiteY0" fmla="*/ 914400 h 914400"/>
                <a:gd name="connsiteX1" fmla="*/ 0 w 914400"/>
                <a:gd name="connsiteY1" fmla="*/ 457200 h 914400"/>
                <a:gd name="connsiteX2" fmla="*/ 457200 w 914400"/>
                <a:gd name="connsiteY2" fmla="*/ 0 h 914400"/>
                <a:gd name="connsiteX3" fmla="*/ 914400 w 914400"/>
                <a:gd name="connsiteY3" fmla="*/ 457200 h 914400"/>
                <a:gd name="connsiteX0" fmla="*/ 0 w 914400"/>
                <a:gd name="connsiteY0" fmla="*/ 457200 h 457200"/>
                <a:gd name="connsiteX1" fmla="*/ 457200 w 914400"/>
                <a:gd name="connsiteY1" fmla="*/ 0 h 457200"/>
                <a:gd name="connsiteX2" fmla="*/ 914400 w 914400"/>
                <a:gd name="connsiteY2" fmla="*/ 457200 h 457200"/>
              </a:gdLst>
              <a:ahLst/>
              <a:cxnLst>
                <a:cxn ang="0">
                  <a:pos x="connsiteX0" y="connsiteY0"/>
                </a:cxn>
                <a:cxn ang="0">
                  <a:pos x="connsiteX1" y="connsiteY1"/>
                </a:cxn>
                <a:cxn ang="0">
                  <a:pos x="connsiteX2" y="connsiteY2"/>
                </a:cxn>
              </a:cxnLst>
              <a:rect l="l" t="t" r="r" b="b"/>
              <a:pathLst>
                <a:path w="914400" h="457200">
                  <a:moveTo>
                    <a:pt x="0" y="457200"/>
                  </a:moveTo>
                  <a:cubicBezTo>
                    <a:pt x="0" y="204695"/>
                    <a:pt x="204695" y="0"/>
                    <a:pt x="457200" y="0"/>
                  </a:cubicBezTo>
                  <a:cubicBezTo>
                    <a:pt x="709705" y="0"/>
                    <a:pt x="914400" y="204695"/>
                    <a:pt x="914400" y="457200"/>
                  </a:cubicBezTo>
                </a:path>
              </a:pathLst>
            </a:custGeom>
            <a:solidFill>
              <a:srgbClr val="1EAD1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0" i="0" u="none" strike="noStrike" kern="1200" cap="none" spc="0" normalizeH="0" baseline="0" noProof="0">
                  <a:ln>
                    <a:noFill/>
                  </a:ln>
                  <a:solidFill>
                    <a:prstClr val="white"/>
                  </a:solidFill>
                  <a:effectLst/>
                  <a:uLnTx/>
                  <a:uFillTx/>
                  <a:latin typeface="Boehringer Forward Text"/>
                  <a:ea typeface="+mn-ea"/>
                  <a:cs typeface="+mn-cs"/>
                </a:rPr>
                <a:t>G</a:t>
              </a:r>
            </a:p>
          </p:txBody>
        </p:sp>
        <p:sp>
          <p:nvSpPr>
            <p:cNvPr id="35" name="Oval 79">
              <a:extLst>
                <a:ext uri="{FF2B5EF4-FFF2-40B4-BE49-F238E27FC236}">
                  <a16:creationId xmlns:a16="http://schemas.microsoft.com/office/drawing/2014/main" id="{59C1998B-4B8B-A14F-6A19-8226A3CF90B3}"/>
                </a:ext>
              </a:extLst>
            </p:cNvPr>
            <p:cNvSpPr/>
            <p:nvPr/>
          </p:nvSpPr>
          <p:spPr bwMode="gray">
            <a:xfrm flipV="1">
              <a:off x="3436144" y="3272631"/>
              <a:ext cx="914400" cy="457200"/>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457200 w 914400"/>
                <a:gd name="connsiteY0" fmla="*/ 914400 h 1005840"/>
                <a:gd name="connsiteX1" fmla="*/ 0 w 914400"/>
                <a:gd name="connsiteY1" fmla="*/ 457200 h 1005840"/>
                <a:gd name="connsiteX2" fmla="*/ 457200 w 914400"/>
                <a:gd name="connsiteY2" fmla="*/ 0 h 1005840"/>
                <a:gd name="connsiteX3" fmla="*/ 914400 w 914400"/>
                <a:gd name="connsiteY3" fmla="*/ 457200 h 1005840"/>
                <a:gd name="connsiteX4" fmla="*/ 548640 w 914400"/>
                <a:gd name="connsiteY4" fmla="*/ 1005840 h 1005840"/>
                <a:gd name="connsiteX0" fmla="*/ 457200 w 914400"/>
                <a:gd name="connsiteY0" fmla="*/ 914400 h 914400"/>
                <a:gd name="connsiteX1" fmla="*/ 0 w 914400"/>
                <a:gd name="connsiteY1" fmla="*/ 457200 h 914400"/>
                <a:gd name="connsiteX2" fmla="*/ 457200 w 914400"/>
                <a:gd name="connsiteY2" fmla="*/ 0 h 914400"/>
                <a:gd name="connsiteX3" fmla="*/ 914400 w 914400"/>
                <a:gd name="connsiteY3" fmla="*/ 457200 h 914400"/>
                <a:gd name="connsiteX0" fmla="*/ 0 w 914400"/>
                <a:gd name="connsiteY0" fmla="*/ 457200 h 457200"/>
                <a:gd name="connsiteX1" fmla="*/ 457200 w 914400"/>
                <a:gd name="connsiteY1" fmla="*/ 0 h 457200"/>
                <a:gd name="connsiteX2" fmla="*/ 914400 w 914400"/>
                <a:gd name="connsiteY2" fmla="*/ 457200 h 457200"/>
              </a:gdLst>
              <a:ahLst/>
              <a:cxnLst>
                <a:cxn ang="0">
                  <a:pos x="connsiteX0" y="connsiteY0"/>
                </a:cxn>
                <a:cxn ang="0">
                  <a:pos x="connsiteX1" y="connsiteY1"/>
                </a:cxn>
                <a:cxn ang="0">
                  <a:pos x="connsiteX2" y="connsiteY2"/>
                </a:cxn>
              </a:cxnLst>
              <a:rect l="l" t="t" r="r" b="b"/>
              <a:pathLst>
                <a:path w="914400" h="457200">
                  <a:moveTo>
                    <a:pt x="0" y="457200"/>
                  </a:moveTo>
                  <a:cubicBezTo>
                    <a:pt x="0" y="204695"/>
                    <a:pt x="204695" y="0"/>
                    <a:pt x="457200" y="0"/>
                  </a:cubicBezTo>
                  <a:cubicBezTo>
                    <a:pt x="709705" y="0"/>
                    <a:pt x="914400" y="204695"/>
                    <a:pt x="914400" y="457200"/>
                  </a:cubicBezTo>
                </a:path>
              </a:pathLst>
            </a:custGeom>
            <a:solidFill>
              <a:srgbClr val="F62B2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0" i="0" u="none" strike="noStrike" kern="1200" cap="none" spc="0" normalizeH="0" baseline="0" noProof="0">
                  <a:ln>
                    <a:noFill/>
                  </a:ln>
                  <a:solidFill>
                    <a:prstClr val="white"/>
                  </a:solidFill>
                  <a:effectLst/>
                  <a:uLnTx/>
                  <a:uFillTx/>
                  <a:latin typeface="Boehringer Forward Text"/>
                  <a:ea typeface="+mn-ea"/>
                  <a:cs typeface="+mn-cs"/>
                </a:rPr>
                <a:t>N</a:t>
              </a:r>
            </a:p>
          </p:txBody>
        </p:sp>
      </p:grpSp>
      <p:grpSp>
        <p:nvGrpSpPr>
          <p:cNvPr id="16" name="Group 218">
            <a:extLst>
              <a:ext uri="{FF2B5EF4-FFF2-40B4-BE49-F238E27FC236}">
                <a16:creationId xmlns:a16="http://schemas.microsoft.com/office/drawing/2014/main" id="{AB45073E-EE61-D55A-B7CD-9528B92626FA}"/>
              </a:ext>
            </a:extLst>
          </p:cNvPr>
          <p:cNvGrpSpPr/>
          <p:nvPr/>
        </p:nvGrpSpPr>
        <p:grpSpPr>
          <a:xfrm>
            <a:off x="6217568" y="2776571"/>
            <a:ext cx="252000" cy="252000"/>
            <a:chOff x="3436144" y="2817019"/>
            <a:chExt cx="914400" cy="912812"/>
          </a:xfrm>
        </p:grpSpPr>
        <p:sp>
          <p:nvSpPr>
            <p:cNvPr id="19" name="Oval 79">
              <a:extLst>
                <a:ext uri="{FF2B5EF4-FFF2-40B4-BE49-F238E27FC236}">
                  <a16:creationId xmlns:a16="http://schemas.microsoft.com/office/drawing/2014/main" id="{39086C61-36B0-0B89-AF77-195DCA8D23F1}"/>
                </a:ext>
              </a:extLst>
            </p:cNvPr>
            <p:cNvSpPr/>
            <p:nvPr/>
          </p:nvSpPr>
          <p:spPr bwMode="gray">
            <a:xfrm>
              <a:off x="3436144" y="2817019"/>
              <a:ext cx="914400" cy="457201"/>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457200 w 914400"/>
                <a:gd name="connsiteY0" fmla="*/ 914400 h 1005840"/>
                <a:gd name="connsiteX1" fmla="*/ 0 w 914400"/>
                <a:gd name="connsiteY1" fmla="*/ 457200 h 1005840"/>
                <a:gd name="connsiteX2" fmla="*/ 457200 w 914400"/>
                <a:gd name="connsiteY2" fmla="*/ 0 h 1005840"/>
                <a:gd name="connsiteX3" fmla="*/ 914400 w 914400"/>
                <a:gd name="connsiteY3" fmla="*/ 457200 h 1005840"/>
                <a:gd name="connsiteX4" fmla="*/ 548640 w 914400"/>
                <a:gd name="connsiteY4" fmla="*/ 1005840 h 1005840"/>
                <a:gd name="connsiteX0" fmla="*/ 457200 w 914400"/>
                <a:gd name="connsiteY0" fmla="*/ 914400 h 914400"/>
                <a:gd name="connsiteX1" fmla="*/ 0 w 914400"/>
                <a:gd name="connsiteY1" fmla="*/ 457200 h 914400"/>
                <a:gd name="connsiteX2" fmla="*/ 457200 w 914400"/>
                <a:gd name="connsiteY2" fmla="*/ 0 h 914400"/>
                <a:gd name="connsiteX3" fmla="*/ 914400 w 914400"/>
                <a:gd name="connsiteY3" fmla="*/ 457200 h 914400"/>
                <a:gd name="connsiteX0" fmla="*/ 0 w 914400"/>
                <a:gd name="connsiteY0" fmla="*/ 457200 h 457200"/>
                <a:gd name="connsiteX1" fmla="*/ 457200 w 914400"/>
                <a:gd name="connsiteY1" fmla="*/ 0 h 457200"/>
                <a:gd name="connsiteX2" fmla="*/ 914400 w 914400"/>
                <a:gd name="connsiteY2" fmla="*/ 457200 h 457200"/>
              </a:gdLst>
              <a:ahLst/>
              <a:cxnLst>
                <a:cxn ang="0">
                  <a:pos x="connsiteX0" y="connsiteY0"/>
                </a:cxn>
                <a:cxn ang="0">
                  <a:pos x="connsiteX1" y="connsiteY1"/>
                </a:cxn>
                <a:cxn ang="0">
                  <a:pos x="connsiteX2" y="connsiteY2"/>
                </a:cxn>
              </a:cxnLst>
              <a:rect l="l" t="t" r="r" b="b"/>
              <a:pathLst>
                <a:path w="914400" h="457200">
                  <a:moveTo>
                    <a:pt x="0" y="457200"/>
                  </a:moveTo>
                  <a:cubicBezTo>
                    <a:pt x="0" y="204695"/>
                    <a:pt x="204695" y="0"/>
                    <a:pt x="457200" y="0"/>
                  </a:cubicBezTo>
                  <a:cubicBezTo>
                    <a:pt x="709705" y="0"/>
                    <a:pt x="914400" y="204695"/>
                    <a:pt x="914400" y="457200"/>
                  </a:cubicBezTo>
                </a:path>
              </a:pathLst>
            </a:custGeom>
            <a:solidFill>
              <a:srgbClr val="1EAD1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0" i="0" u="none" strike="noStrike" kern="1200" cap="none" spc="0" normalizeH="0" baseline="0" noProof="0">
                  <a:ln>
                    <a:noFill/>
                  </a:ln>
                  <a:solidFill>
                    <a:prstClr val="white"/>
                  </a:solidFill>
                  <a:effectLst/>
                  <a:uLnTx/>
                  <a:uFillTx/>
                  <a:latin typeface="Boehringer Forward Text"/>
                  <a:ea typeface="+mn-ea"/>
                  <a:cs typeface="+mn-cs"/>
                </a:rPr>
                <a:t>G</a:t>
              </a:r>
            </a:p>
          </p:txBody>
        </p:sp>
        <p:sp>
          <p:nvSpPr>
            <p:cNvPr id="20" name="Oval 79">
              <a:extLst>
                <a:ext uri="{FF2B5EF4-FFF2-40B4-BE49-F238E27FC236}">
                  <a16:creationId xmlns:a16="http://schemas.microsoft.com/office/drawing/2014/main" id="{37A6076C-3541-3FBE-E73B-815B27199D6E}"/>
                </a:ext>
              </a:extLst>
            </p:cNvPr>
            <p:cNvSpPr/>
            <p:nvPr/>
          </p:nvSpPr>
          <p:spPr bwMode="gray">
            <a:xfrm flipV="1">
              <a:off x="3436144" y="3272631"/>
              <a:ext cx="914400" cy="457200"/>
            </a:xfrm>
            <a:custGeom>
              <a:avLst/>
              <a:gdLst>
                <a:gd name="connsiteX0" fmla="*/ 0 w 914400"/>
                <a:gd name="connsiteY0" fmla="*/ 457200 h 914400"/>
                <a:gd name="connsiteX1" fmla="*/ 457200 w 914400"/>
                <a:gd name="connsiteY1" fmla="*/ 0 h 914400"/>
                <a:gd name="connsiteX2" fmla="*/ 914400 w 914400"/>
                <a:gd name="connsiteY2" fmla="*/ 457200 h 914400"/>
                <a:gd name="connsiteX3" fmla="*/ 457200 w 914400"/>
                <a:gd name="connsiteY3" fmla="*/ 914400 h 914400"/>
                <a:gd name="connsiteX4" fmla="*/ 0 w 914400"/>
                <a:gd name="connsiteY4" fmla="*/ 457200 h 914400"/>
                <a:gd name="connsiteX0" fmla="*/ 457200 w 914400"/>
                <a:gd name="connsiteY0" fmla="*/ 914400 h 1005840"/>
                <a:gd name="connsiteX1" fmla="*/ 0 w 914400"/>
                <a:gd name="connsiteY1" fmla="*/ 457200 h 1005840"/>
                <a:gd name="connsiteX2" fmla="*/ 457200 w 914400"/>
                <a:gd name="connsiteY2" fmla="*/ 0 h 1005840"/>
                <a:gd name="connsiteX3" fmla="*/ 914400 w 914400"/>
                <a:gd name="connsiteY3" fmla="*/ 457200 h 1005840"/>
                <a:gd name="connsiteX4" fmla="*/ 548640 w 914400"/>
                <a:gd name="connsiteY4" fmla="*/ 1005840 h 1005840"/>
                <a:gd name="connsiteX0" fmla="*/ 457200 w 914400"/>
                <a:gd name="connsiteY0" fmla="*/ 914400 h 914400"/>
                <a:gd name="connsiteX1" fmla="*/ 0 w 914400"/>
                <a:gd name="connsiteY1" fmla="*/ 457200 h 914400"/>
                <a:gd name="connsiteX2" fmla="*/ 457200 w 914400"/>
                <a:gd name="connsiteY2" fmla="*/ 0 h 914400"/>
                <a:gd name="connsiteX3" fmla="*/ 914400 w 914400"/>
                <a:gd name="connsiteY3" fmla="*/ 457200 h 914400"/>
                <a:gd name="connsiteX0" fmla="*/ 0 w 914400"/>
                <a:gd name="connsiteY0" fmla="*/ 457200 h 457200"/>
                <a:gd name="connsiteX1" fmla="*/ 457200 w 914400"/>
                <a:gd name="connsiteY1" fmla="*/ 0 h 457200"/>
                <a:gd name="connsiteX2" fmla="*/ 914400 w 914400"/>
                <a:gd name="connsiteY2" fmla="*/ 457200 h 457200"/>
              </a:gdLst>
              <a:ahLst/>
              <a:cxnLst>
                <a:cxn ang="0">
                  <a:pos x="connsiteX0" y="connsiteY0"/>
                </a:cxn>
                <a:cxn ang="0">
                  <a:pos x="connsiteX1" y="connsiteY1"/>
                </a:cxn>
                <a:cxn ang="0">
                  <a:pos x="connsiteX2" y="connsiteY2"/>
                </a:cxn>
              </a:cxnLst>
              <a:rect l="l" t="t" r="r" b="b"/>
              <a:pathLst>
                <a:path w="914400" h="457200">
                  <a:moveTo>
                    <a:pt x="0" y="457200"/>
                  </a:moveTo>
                  <a:cubicBezTo>
                    <a:pt x="0" y="204695"/>
                    <a:pt x="204695" y="0"/>
                    <a:pt x="457200" y="0"/>
                  </a:cubicBezTo>
                  <a:cubicBezTo>
                    <a:pt x="709705" y="0"/>
                    <a:pt x="914400" y="204695"/>
                    <a:pt x="914400" y="457200"/>
                  </a:cubicBezTo>
                </a:path>
              </a:pathLst>
            </a:custGeom>
            <a:solidFill>
              <a:srgbClr val="F62B2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GB" sz="800" b="0" i="0" u="none" strike="noStrike" kern="1200" cap="none" spc="0" normalizeH="0" baseline="0" noProof="0">
                  <a:ln>
                    <a:noFill/>
                  </a:ln>
                  <a:solidFill>
                    <a:prstClr val="white"/>
                  </a:solidFill>
                  <a:effectLst/>
                  <a:uLnTx/>
                  <a:uFillTx/>
                  <a:latin typeface="Boehringer Forward Text"/>
                  <a:ea typeface="+mn-ea"/>
                  <a:cs typeface="+mn-cs"/>
                </a:rPr>
                <a:t>N</a:t>
              </a:r>
            </a:p>
          </p:txBody>
        </p:sp>
      </p:grpSp>
      <p:sp>
        <p:nvSpPr>
          <p:cNvPr id="229" name="Oval 228">
            <a:extLst>
              <a:ext uri="{FF2B5EF4-FFF2-40B4-BE49-F238E27FC236}">
                <a16:creationId xmlns:a16="http://schemas.microsoft.com/office/drawing/2014/main" id="{26CBB808-7ECA-9294-B4C9-4F4DD970A5E5}"/>
              </a:ext>
            </a:extLst>
          </p:cNvPr>
          <p:cNvSpPr/>
          <p:nvPr/>
        </p:nvSpPr>
        <p:spPr bwMode="gray">
          <a:xfrm>
            <a:off x="5863251" y="2341238"/>
            <a:ext cx="1018329" cy="298864"/>
          </a:xfrm>
          <a:prstGeom prst="ellipse">
            <a:avLst/>
          </a:prstGeom>
          <a:solidFill>
            <a:schemeClr val="accent4">
              <a:lumMod val="60000"/>
              <a:lumOff val="4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mj-lt"/>
              </a:rPr>
              <a:t>If Ivo is new SOC</a:t>
            </a:r>
          </a:p>
        </p:txBody>
      </p:sp>
      <p:sp>
        <p:nvSpPr>
          <p:cNvPr id="245" name="TextBox 244">
            <a:extLst>
              <a:ext uri="{FF2B5EF4-FFF2-40B4-BE49-F238E27FC236}">
                <a16:creationId xmlns:a16="http://schemas.microsoft.com/office/drawing/2014/main" id="{2184BABA-A7D1-3DAD-C5B1-96A276CA0ED8}"/>
              </a:ext>
            </a:extLst>
          </p:cNvPr>
          <p:cNvSpPr txBox="1"/>
          <p:nvPr/>
        </p:nvSpPr>
        <p:spPr>
          <a:xfrm>
            <a:off x="11382010" y="2834814"/>
            <a:ext cx="348435" cy="146515"/>
          </a:xfrm>
          <a:prstGeom prst="rect">
            <a:avLst/>
          </a:prstGeom>
          <a:noFill/>
          <a:ln>
            <a:noFill/>
          </a:ln>
        </p:spPr>
        <p:txBody>
          <a:bodyPr wrap="square" lIns="0" tIns="0" rIns="0" bIns="0" rtlCol="0">
            <a:spAutoFit/>
          </a:bodyPr>
          <a:lstStyle/>
          <a:p>
            <a:pPr marL="0" marR="0" lvl="0" indent="0" algn="l" defTabSz="914377" rtl="0" eaLnBrk="1" fontAlgn="auto" latinLnBrk="0" hangingPunct="1">
              <a:lnSpc>
                <a:spcPct val="110000"/>
              </a:lnSpc>
              <a:spcBef>
                <a:spcPts val="0"/>
              </a:spcBef>
              <a:spcAft>
                <a:spcPts val="0"/>
              </a:spcAft>
              <a:buClrTx/>
              <a:buSzTx/>
              <a:buFontTx/>
              <a:buNone/>
              <a:tabLst/>
              <a:defRPr/>
            </a:pPr>
            <a:r>
              <a:rPr kumimoji="0" lang="en-GB" sz="900" b="1" i="0" u="none" strike="noStrike" kern="1200" cap="none" spc="0" normalizeH="0" baseline="0" noProof="0">
                <a:ln>
                  <a:noFill/>
                </a:ln>
                <a:solidFill>
                  <a:prstClr val="black"/>
                </a:solidFill>
                <a:effectLst/>
                <a:uLnTx/>
                <a:uFillTx/>
                <a:latin typeface="Boehringer Forward Text"/>
                <a:ea typeface="+mn-ea"/>
                <a:cs typeface="+mn-cs"/>
              </a:rPr>
              <a:t>FA US</a:t>
            </a:r>
          </a:p>
        </p:txBody>
      </p:sp>
      <p:sp>
        <p:nvSpPr>
          <p:cNvPr id="249" name="Star: 5 Points 214">
            <a:extLst>
              <a:ext uri="{FF2B5EF4-FFF2-40B4-BE49-F238E27FC236}">
                <a16:creationId xmlns:a16="http://schemas.microsoft.com/office/drawing/2014/main" id="{072D79FF-11A0-9E6F-754E-C3C1D93C8C54}"/>
              </a:ext>
            </a:extLst>
          </p:cNvPr>
          <p:cNvSpPr>
            <a:spLocks/>
          </p:cNvSpPr>
          <p:nvPr/>
        </p:nvSpPr>
        <p:spPr>
          <a:xfrm>
            <a:off x="11438058" y="2647978"/>
            <a:ext cx="182880" cy="182880"/>
          </a:xfrm>
          <a:prstGeom prst="star5">
            <a:avLst/>
          </a:prstGeom>
          <a:solidFill>
            <a:srgbClr val="8625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GB" sz="1867" b="0" i="0" u="none" strike="noStrike" kern="1200" cap="none" spc="0" normalizeH="0" baseline="0" noProof="0">
              <a:ln>
                <a:noFill/>
              </a:ln>
              <a:solidFill>
                <a:srgbClr val="000000"/>
              </a:solidFill>
              <a:effectLst/>
              <a:uLnTx/>
              <a:uFillTx/>
              <a:latin typeface="Boehringer Forward Text"/>
              <a:ea typeface="+mn-ea"/>
              <a:cs typeface="+mn-cs"/>
            </a:endParaRPr>
          </a:p>
        </p:txBody>
      </p:sp>
      <p:cxnSp>
        <p:nvCxnSpPr>
          <p:cNvPr id="37" name="Straight Connector 36">
            <a:extLst>
              <a:ext uri="{FF2B5EF4-FFF2-40B4-BE49-F238E27FC236}">
                <a16:creationId xmlns:a16="http://schemas.microsoft.com/office/drawing/2014/main" id="{60D9A3E1-4B37-ED3D-6064-6251E2434EEF}"/>
              </a:ext>
            </a:extLst>
          </p:cNvPr>
          <p:cNvCxnSpPr>
            <a:cxnSpLocks/>
          </p:cNvCxnSpPr>
          <p:nvPr/>
        </p:nvCxnSpPr>
        <p:spPr bwMode="gray">
          <a:xfrm flipV="1">
            <a:off x="2117814" y="3437709"/>
            <a:ext cx="9988736" cy="8711"/>
          </a:xfrm>
          <a:prstGeom prst="line">
            <a:avLst/>
          </a:prstGeom>
          <a:ln w="12700">
            <a:solidFill>
              <a:srgbClr val="00B0F0"/>
            </a:solidFill>
            <a:prstDash val="sysDash"/>
          </a:ln>
        </p:spPr>
        <p:style>
          <a:lnRef idx="1">
            <a:schemeClr val="accent1"/>
          </a:lnRef>
          <a:fillRef idx="0">
            <a:schemeClr val="accent1"/>
          </a:fillRef>
          <a:effectRef idx="0">
            <a:schemeClr val="accent1"/>
          </a:effectRef>
          <a:fontRef idx="minor">
            <a:schemeClr val="tx1"/>
          </a:fontRef>
        </p:style>
      </p:cxnSp>
      <p:sp>
        <p:nvSpPr>
          <p:cNvPr id="43" name="Arrow: Pentagon 42">
            <a:extLst>
              <a:ext uri="{FF2B5EF4-FFF2-40B4-BE49-F238E27FC236}">
                <a16:creationId xmlns:a16="http://schemas.microsoft.com/office/drawing/2014/main" id="{7CE58502-1487-47AA-4985-5035FCB25EBF}"/>
              </a:ext>
            </a:extLst>
          </p:cNvPr>
          <p:cNvSpPr/>
          <p:nvPr/>
        </p:nvSpPr>
        <p:spPr bwMode="gray">
          <a:xfrm>
            <a:off x="4153985" y="2716081"/>
            <a:ext cx="1886367" cy="327925"/>
          </a:xfrm>
          <a:prstGeom prst="homePlate">
            <a:avLst/>
          </a:prstGeom>
          <a:solidFill>
            <a:schemeClr val="tx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Combo </a:t>
            </a:r>
            <a:r>
              <a:rPr lang="en-GB" sz="900">
                <a:solidFill>
                  <a:srgbClr val="08312A"/>
                </a:solidFill>
              </a:rPr>
              <a:t>PD-1xVEGF Ab</a:t>
            </a:r>
            <a:r>
              <a:rPr lang="en-US" sz="900">
                <a:solidFill>
                  <a:schemeClr val="tx1"/>
                </a:solidFill>
              </a:rPr>
              <a:t> preclinical evidence</a:t>
            </a:r>
          </a:p>
        </p:txBody>
      </p:sp>
      <p:sp>
        <p:nvSpPr>
          <p:cNvPr id="44" name="ValueChainStarter">
            <a:extLst>
              <a:ext uri="{FF2B5EF4-FFF2-40B4-BE49-F238E27FC236}">
                <a16:creationId xmlns:a16="http://schemas.microsoft.com/office/drawing/2014/main" id="{577A2EB4-44AF-F808-3677-34A339D000B1}"/>
              </a:ext>
            </a:extLst>
          </p:cNvPr>
          <p:cNvSpPr/>
          <p:nvPr/>
        </p:nvSpPr>
        <p:spPr bwMode="gray">
          <a:xfrm>
            <a:off x="6908264" y="3654972"/>
            <a:ext cx="4242219" cy="669269"/>
          </a:xfrm>
          <a:prstGeom prst="homePlate">
            <a:avLst/>
          </a:prstGeom>
          <a:solidFill>
            <a:srgbClr val="C5C3EE"/>
          </a:solidFill>
          <a:ln w="19050">
            <a:noFill/>
          </a:ln>
          <a:effectLst/>
        </p:spPr>
        <p:style>
          <a:lnRef idx="0">
            <a:schemeClr val="accent1"/>
          </a:lnRef>
          <a:fillRef idx="1">
            <a:schemeClr val="accent1"/>
          </a:fillRef>
          <a:effectRef idx="0">
            <a:schemeClr val="dk1"/>
          </a:effectRef>
          <a:fontRef idx="minor">
            <a:schemeClr val="lt1"/>
          </a:fontRef>
        </p:style>
        <p:txBody>
          <a:bodyPr lIns="64000" tIns="64000" rIns="64000" bIns="64000" rtlCol="0" anchor="ctr">
            <a:noAutofit/>
          </a:bodyPr>
          <a:lstStyle/>
          <a:p>
            <a:pPr marL="0" marR="0" lvl="0" indent="0" algn="l" defTabSz="1625519" rtl="0" eaLnBrk="1" fontAlgn="auto" latinLnBrk="0" hangingPunct="1">
              <a:lnSpc>
                <a:spcPct val="100000"/>
              </a:lnSpc>
              <a:spcBef>
                <a:spcPts val="0"/>
              </a:spcBef>
              <a:spcAft>
                <a:spcPts val="200"/>
              </a:spcAft>
              <a:buClrTx/>
              <a:buSzTx/>
              <a:buFontTx/>
              <a:buNone/>
              <a:tabLst/>
              <a:defRPr/>
            </a:pPr>
            <a:r>
              <a:rPr kumimoji="0" lang="en-GB" sz="1000" b="1" i="0" u="none" strike="noStrike" kern="1200" cap="none" spc="0" normalizeH="0" baseline="0" noProof="0">
                <a:ln>
                  <a:noFill/>
                </a:ln>
                <a:solidFill>
                  <a:srgbClr val="08312A"/>
                </a:solidFill>
                <a:effectLst/>
                <a:uLnTx/>
                <a:uFillTx/>
                <a:latin typeface="Boehringer Forward Text"/>
                <a:ea typeface="+mn-ea"/>
                <a:cs typeface="+mn-cs"/>
              </a:rPr>
              <a:t>Ph II/III triple combo </a:t>
            </a:r>
            <a:r>
              <a:rPr kumimoji="0" lang="en-GB" sz="1000" b="1" i="0" u="none" strike="noStrike" kern="1200" cap="none" spc="0" normalizeH="0" baseline="0" noProof="0" err="1">
                <a:ln>
                  <a:noFill/>
                </a:ln>
                <a:solidFill>
                  <a:srgbClr val="08312A"/>
                </a:solidFill>
                <a:effectLst/>
                <a:uLnTx/>
                <a:uFillTx/>
                <a:latin typeface="Boehringer Forward Text"/>
                <a:ea typeface="+mn-ea"/>
                <a:cs typeface="+mn-cs"/>
              </a:rPr>
              <a:t>Pembro</a:t>
            </a:r>
            <a:r>
              <a:rPr kumimoji="0" lang="en-GB" sz="1000" b="1" i="0" u="none" strike="noStrike" kern="1200" cap="none" spc="0" normalizeH="0" baseline="0" noProof="0">
                <a:ln>
                  <a:noFill/>
                </a:ln>
                <a:solidFill>
                  <a:srgbClr val="08312A"/>
                </a:solidFill>
                <a:effectLst/>
                <a:uLnTx/>
                <a:uFillTx/>
                <a:latin typeface="Boehringer Forward Text"/>
                <a:ea typeface="+mn-ea"/>
                <a:cs typeface="+mn-cs"/>
              </a:rPr>
              <a:t> + chemo</a:t>
            </a:r>
          </a:p>
          <a:p>
            <a:pPr lvl="0" defTabSz="1625519">
              <a:spcAft>
                <a:spcPts val="200"/>
              </a:spcAft>
              <a:defRPr/>
            </a:pPr>
            <a:r>
              <a:rPr lang="en-GB" sz="1000" b="1">
                <a:solidFill>
                  <a:srgbClr val="08312A"/>
                </a:solidFill>
              </a:rPr>
              <a:t>Stage 1: Randomised Phase II (PFS)</a:t>
            </a:r>
          </a:p>
          <a:p>
            <a:pPr defTabSz="1625519">
              <a:spcAft>
                <a:spcPts val="200"/>
              </a:spcAft>
              <a:defRPr/>
            </a:pPr>
            <a:r>
              <a:rPr lang="en-GB" sz="1000" b="1">
                <a:solidFill>
                  <a:srgbClr val="08312A"/>
                </a:solidFill>
              </a:rPr>
              <a:t>Stage 2: Randomised Phase III (OS)</a:t>
            </a:r>
          </a:p>
        </p:txBody>
      </p:sp>
      <p:cxnSp>
        <p:nvCxnSpPr>
          <p:cNvPr id="6" name="Straight Arrow Connector 5">
            <a:extLst>
              <a:ext uri="{FF2B5EF4-FFF2-40B4-BE49-F238E27FC236}">
                <a16:creationId xmlns:a16="http://schemas.microsoft.com/office/drawing/2014/main" id="{E7E12C19-5C63-D8F4-2B14-F37B05915F51}"/>
              </a:ext>
            </a:extLst>
          </p:cNvPr>
          <p:cNvCxnSpPr>
            <a:cxnSpLocks/>
          </p:cNvCxnSpPr>
          <p:nvPr/>
        </p:nvCxnSpPr>
        <p:spPr bwMode="gray">
          <a:xfrm>
            <a:off x="6505838" y="1757203"/>
            <a:ext cx="563556" cy="720526"/>
          </a:xfrm>
          <a:prstGeom prst="straightConnector1">
            <a:avLst/>
          </a:prstGeom>
          <a:ln w="2857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F34AA63-2B51-71CA-12BE-D3047FB6BD28}"/>
              </a:ext>
            </a:extLst>
          </p:cNvPr>
          <p:cNvCxnSpPr>
            <a:cxnSpLocks/>
          </p:cNvCxnSpPr>
          <p:nvPr/>
        </p:nvCxnSpPr>
        <p:spPr bwMode="gray">
          <a:xfrm flipV="1">
            <a:off x="6296002" y="3288277"/>
            <a:ext cx="773392" cy="701329"/>
          </a:xfrm>
          <a:prstGeom prst="straightConnector1">
            <a:avLst/>
          </a:prstGeom>
          <a:ln w="2857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4157D84-193B-899A-85C2-A2D3C5E291F4}"/>
              </a:ext>
            </a:extLst>
          </p:cNvPr>
          <p:cNvCxnSpPr>
            <a:cxnSpLocks/>
          </p:cNvCxnSpPr>
          <p:nvPr/>
        </p:nvCxnSpPr>
        <p:spPr bwMode="gray">
          <a:xfrm flipV="1">
            <a:off x="6508404" y="1615351"/>
            <a:ext cx="391157" cy="13939"/>
          </a:xfrm>
          <a:prstGeom prst="straightConnector1">
            <a:avLst/>
          </a:prstGeom>
          <a:ln w="2857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CD9C418-129B-8B31-15EF-D6C185350823}"/>
              </a:ext>
            </a:extLst>
          </p:cNvPr>
          <p:cNvCxnSpPr>
            <a:cxnSpLocks/>
          </p:cNvCxnSpPr>
          <p:nvPr/>
        </p:nvCxnSpPr>
        <p:spPr bwMode="gray">
          <a:xfrm flipV="1">
            <a:off x="6312023" y="3999675"/>
            <a:ext cx="562962" cy="19604"/>
          </a:xfrm>
          <a:prstGeom prst="straightConnector1">
            <a:avLst/>
          </a:prstGeom>
          <a:ln w="2857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4040135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007FA-8544-F679-5DAD-0143869AD2AA}"/>
              </a:ext>
            </a:extLst>
          </p:cNvPr>
          <p:cNvSpPr>
            <a:spLocks noGrp="1"/>
          </p:cNvSpPr>
          <p:nvPr>
            <p:ph type="title"/>
          </p:nvPr>
        </p:nvSpPr>
        <p:spPr>
          <a:xfrm>
            <a:off x="479424" y="328138"/>
            <a:ext cx="11233151" cy="720000"/>
          </a:xfrm>
        </p:spPr>
        <p:txBody>
          <a:bodyPr/>
          <a:lstStyle/>
          <a:p>
            <a:r>
              <a:rPr lang="en-US" sz="2800"/>
              <a:t>Go </a:t>
            </a:r>
            <a:r>
              <a:rPr lang="en-US" sz="2800" err="1"/>
              <a:t>NoGo</a:t>
            </a:r>
            <a:r>
              <a:rPr lang="en-US" sz="2800"/>
              <a:t> Scenarios for initiation of a Ph. 2 study in 1L NSCLC based on ORR in 1L HNSCC</a:t>
            </a:r>
            <a:br>
              <a:rPr lang="en-US" sz="2800"/>
            </a:br>
            <a:endParaRPr lang="en-US" sz="2800"/>
          </a:p>
        </p:txBody>
      </p:sp>
      <p:sp>
        <p:nvSpPr>
          <p:cNvPr id="3" name="Content Placeholder 2">
            <a:extLst>
              <a:ext uri="{FF2B5EF4-FFF2-40B4-BE49-F238E27FC236}">
                <a16:creationId xmlns:a16="http://schemas.microsoft.com/office/drawing/2014/main" id="{1842C1F2-8F3D-3480-A627-AC9987BF5370}"/>
              </a:ext>
            </a:extLst>
          </p:cNvPr>
          <p:cNvSpPr>
            <a:spLocks noGrp="1"/>
          </p:cNvSpPr>
          <p:nvPr>
            <p:ph idx="1"/>
          </p:nvPr>
        </p:nvSpPr>
        <p:spPr>
          <a:xfrm>
            <a:off x="479424" y="1649338"/>
            <a:ext cx="11524734" cy="4527686"/>
          </a:xfrm>
        </p:spPr>
        <p:txBody>
          <a:bodyPr/>
          <a:lstStyle/>
          <a:p>
            <a:pPr lvl="1"/>
            <a:r>
              <a:rPr lang="en-US" sz="2400" b="1"/>
              <a:t>No Go</a:t>
            </a:r>
            <a:r>
              <a:rPr lang="en-US" sz="2400"/>
              <a:t>: </a:t>
            </a:r>
          </a:p>
          <a:p>
            <a:pPr marL="216000" lvl="1" indent="0">
              <a:buNone/>
            </a:pPr>
            <a:r>
              <a:rPr lang="en-US" sz="2400" strike="sngStrike"/>
              <a:t>&lt;40% (&lt;12 PRs of 30 pts</a:t>
            </a:r>
            <a:r>
              <a:rPr lang="en-US" sz="2400"/>
              <a:t>) 	 </a:t>
            </a:r>
            <a:r>
              <a:rPr lang="en-US" sz="2400">
                <a:solidFill>
                  <a:srgbClr val="0070C0"/>
                </a:solidFill>
              </a:rPr>
              <a:t>&lt;36% (&lt;11 PRs of 30 pts)  </a:t>
            </a:r>
          </a:p>
          <a:p>
            <a:pPr lvl="1"/>
            <a:r>
              <a:rPr lang="en-US" sz="2400" b="1"/>
              <a:t>Go</a:t>
            </a:r>
            <a:r>
              <a:rPr lang="en-US" sz="2400"/>
              <a:t>:</a:t>
            </a:r>
          </a:p>
          <a:p>
            <a:pPr marL="216000" lvl="1" indent="0">
              <a:buNone/>
            </a:pPr>
            <a:r>
              <a:rPr lang="en-US" sz="2400" strike="sngStrike"/>
              <a:t>40</a:t>
            </a:r>
            <a:r>
              <a:rPr lang="en-US" sz="2400"/>
              <a:t> </a:t>
            </a:r>
            <a:r>
              <a:rPr lang="en-US" sz="2400">
                <a:solidFill>
                  <a:srgbClr val="0070C0"/>
                </a:solidFill>
              </a:rPr>
              <a:t>36</a:t>
            </a:r>
            <a:r>
              <a:rPr lang="en-US" sz="2400"/>
              <a:t>-49% (</a:t>
            </a:r>
            <a:r>
              <a:rPr lang="en-US" sz="2400" strike="sngStrike"/>
              <a:t>12</a:t>
            </a:r>
            <a:r>
              <a:rPr lang="en-US" sz="2400"/>
              <a:t> </a:t>
            </a:r>
            <a:r>
              <a:rPr lang="en-US" sz="2400">
                <a:solidFill>
                  <a:srgbClr val="0070C0"/>
                </a:solidFill>
              </a:rPr>
              <a:t>11</a:t>
            </a:r>
            <a:r>
              <a:rPr lang="en-US" sz="2400"/>
              <a:t>-14 PRs of 30 pts) </a:t>
            </a:r>
            <a:r>
              <a:rPr lang="en-US" sz="2400">
                <a:sym typeface="Wingdings" panose="05000000000000000000" pitchFamily="2" charset="2"/>
              </a:rPr>
              <a:t> must justify resource investment</a:t>
            </a:r>
            <a:endParaRPr lang="en-US" sz="2400"/>
          </a:p>
          <a:p>
            <a:pPr lvl="1"/>
            <a:r>
              <a:rPr lang="en-US" sz="2400" b="1"/>
              <a:t>Super Go</a:t>
            </a:r>
            <a:r>
              <a:rPr lang="en-US" sz="2400"/>
              <a:t>: </a:t>
            </a:r>
          </a:p>
          <a:p>
            <a:pPr marL="216000" lvl="1" indent="0">
              <a:buNone/>
            </a:pPr>
            <a:r>
              <a:rPr lang="en-US" sz="2400"/>
              <a:t>≥50% (≥15 PRs of 30) </a:t>
            </a:r>
            <a:r>
              <a:rPr lang="en-US" sz="2400">
                <a:sym typeface="Wingdings" panose="05000000000000000000" pitchFamily="2" charset="2"/>
              </a:rPr>
              <a:t> accelerate Ph2 in 1L NSCLC TPS high/Low</a:t>
            </a:r>
          </a:p>
        </p:txBody>
      </p:sp>
      <p:sp>
        <p:nvSpPr>
          <p:cNvPr id="5" name="Footer Placeholder 4">
            <a:extLst>
              <a:ext uri="{FF2B5EF4-FFF2-40B4-BE49-F238E27FC236}">
                <a16:creationId xmlns:a16="http://schemas.microsoft.com/office/drawing/2014/main" id="{E91A8C43-BBA9-EA6D-04F1-82F4AC515F1E}"/>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t>Presentation title    |    ONLY FOR INTERNAL USE</a:t>
            </a:r>
          </a:p>
        </p:txBody>
      </p:sp>
      <p:sp>
        <p:nvSpPr>
          <p:cNvPr id="4" name="Oval 3">
            <a:extLst>
              <a:ext uri="{FF2B5EF4-FFF2-40B4-BE49-F238E27FC236}">
                <a16:creationId xmlns:a16="http://schemas.microsoft.com/office/drawing/2014/main" id="{E840D31C-3A32-2A7C-EF3E-5AEBD275579F}"/>
              </a:ext>
            </a:extLst>
          </p:cNvPr>
          <p:cNvSpPr/>
          <p:nvPr/>
        </p:nvSpPr>
        <p:spPr bwMode="gray">
          <a:xfrm>
            <a:off x="5536131" y="1343254"/>
            <a:ext cx="1704928" cy="571192"/>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PoC: </a:t>
            </a:r>
          </a:p>
          <a:p>
            <a:pPr algn="ctr"/>
            <a:r>
              <a:rPr lang="en-US" sz="1400" b="1">
                <a:solidFill>
                  <a:schemeClr val="bg1"/>
                </a:solidFill>
              </a:rPr>
              <a:t>ORR ≥36% </a:t>
            </a:r>
          </a:p>
        </p:txBody>
      </p:sp>
      <p:sp>
        <p:nvSpPr>
          <p:cNvPr id="6" name="TextBox 5">
            <a:extLst>
              <a:ext uri="{FF2B5EF4-FFF2-40B4-BE49-F238E27FC236}">
                <a16:creationId xmlns:a16="http://schemas.microsoft.com/office/drawing/2014/main" id="{97A72B1E-CF46-8FC8-8EBE-62F7999AC90C}"/>
              </a:ext>
            </a:extLst>
          </p:cNvPr>
          <p:cNvSpPr txBox="1"/>
          <p:nvPr/>
        </p:nvSpPr>
        <p:spPr bwMode="gray">
          <a:xfrm>
            <a:off x="7373170" y="1492981"/>
            <a:ext cx="1793914" cy="236924"/>
          </a:xfrm>
          <a:prstGeom prst="rect">
            <a:avLst/>
          </a:prstGeom>
          <a:solidFill>
            <a:schemeClr val="bg1"/>
          </a:solidFill>
          <a:ln w="12700">
            <a:solidFill>
              <a:schemeClr val="tx1"/>
            </a:solidFill>
          </a:ln>
        </p:spPr>
        <p:txBody>
          <a:bodyPr wrap="square" lIns="0" tIns="0" rIns="0" bIns="0" rtlCol="0">
            <a:spAutoFit/>
          </a:bodyPr>
          <a:lstStyle/>
          <a:p>
            <a:pPr algn="l">
              <a:lnSpc>
                <a:spcPct val="140000"/>
              </a:lnSpc>
            </a:pPr>
            <a:r>
              <a:rPr lang="en-US" sz="1200"/>
              <a:t>Planned July 2026</a:t>
            </a:r>
          </a:p>
        </p:txBody>
      </p:sp>
      <p:cxnSp>
        <p:nvCxnSpPr>
          <p:cNvPr id="10" name="Straight Arrow Connector 9">
            <a:extLst>
              <a:ext uri="{FF2B5EF4-FFF2-40B4-BE49-F238E27FC236}">
                <a16:creationId xmlns:a16="http://schemas.microsoft.com/office/drawing/2014/main" id="{99D734DD-D758-3E13-07D3-B815D0E1A45E}"/>
              </a:ext>
            </a:extLst>
          </p:cNvPr>
          <p:cNvCxnSpPr/>
          <p:nvPr/>
        </p:nvCxnSpPr>
        <p:spPr bwMode="gray">
          <a:xfrm>
            <a:off x="4452359" y="2527253"/>
            <a:ext cx="435835" cy="0"/>
          </a:xfrm>
          <a:prstGeom prst="straightConnector1">
            <a:avLst/>
          </a:prstGeom>
          <a:ln w="57150">
            <a:solidFill>
              <a:srgbClr val="00B0F0"/>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98134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89B9C-3040-A82B-CC91-2059A6D240E1}"/>
              </a:ext>
            </a:extLst>
          </p:cNvPr>
          <p:cNvSpPr>
            <a:spLocks noGrp="1"/>
          </p:cNvSpPr>
          <p:nvPr>
            <p:ph type="title"/>
          </p:nvPr>
        </p:nvSpPr>
        <p:spPr>
          <a:xfrm>
            <a:off x="478273" y="178902"/>
            <a:ext cx="11233151" cy="720000"/>
          </a:xfrm>
        </p:spPr>
        <p:txBody>
          <a:bodyPr/>
          <a:lstStyle/>
          <a:p>
            <a:r>
              <a:rPr lang="en-US" sz="2400"/>
              <a:t>1L HNSCC  </a:t>
            </a:r>
            <a:r>
              <a:rPr lang="en-US" sz="2400" kern="100"/>
              <a:t>CPS ≥1:  </a:t>
            </a:r>
            <a:r>
              <a:rPr lang="en-US" altLang="en-US" sz="2400">
                <a:solidFill>
                  <a:schemeClr val="tx1"/>
                </a:solidFill>
                <a:ea typeface="Aptos" panose="020B0004020202020204" pitchFamily="34" charset="0"/>
                <a:cs typeface="Cordia New"/>
              </a:rPr>
              <a:t>SOC and future SOC</a:t>
            </a:r>
            <a:br>
              <a:rPr lang="en-US" altLang="en-US" sz="2400">
                <a:ea typeface="Aptos" panose="020B0004020202020204" pitchFamily="34" charset="0"/>
                <a:cs typeface="Cordia New" panose="020B0304020202020204" pitchFamily="34" charset="-34"/>
              </a:rPr>
            </a:br>
            <a:endParaRPr lang="en-US" sz="2400"/>
          </a:p>
        </p:txBody>
      </p:sp>
      <p:graphicFrame>
        <p:nvGraphicFramePr>
          <p:cNvPr id="6" name="Content Placeholder 5">
            <a:extLst>
              <a:ext uri="{FF2B5EF4-FFF2-40B4-BE49-F238E27FC236}">
                <a16:creationId xmlns:a16="http://schemas.microsoft.com/office/drawing/2014/main" id="{BCEFC871-B973-4AF2-1EE5-360D28A7D03E}"/>
              </a:ext>
            </a:extLst>
          </p:cNvPr>
          <p:cNvGraphicFramePr>
            <a:graphicFrameLocks noGrp="1"/>
          </p:cNvGraphicFramePr>
          <p:nvPr>
            <p:ph idx="1"/>
          </p:nvPr>
        </p:nvGraphicFramePr>
        <p:xfrm>
          <a:off x="478273" y="1023129"/>
          <a:ext cx="10410340" cy="2175272"/>
        </p:xfrm>
        <a:graphic>
          <a:graphicData uri="http://schemas.openxmlformats.org/drawingml/2006/table">
            <a:tbl>
              <a:tblPr firstRow="1" firstCol="1" bandRow="1">
                <a:tableStyleId>{9D7B26C5-4107-4FEC-AEDC-1716B250A1EF}</a:tableStyleId>
              </a:tblPr>
              <a:tblGrid>
                <a:gridCol w="1613174">
                  <a:extLst>
                    <a:ext uri="{9D8B030D-6E8A-4147-A177-3AD203B41FA5}">
                      <a16:colId xmlns:a16="http://schemas.microsoft.com/office/drawing/2014/main" val="4135552773"/>
                    </a:ext>
                  </a:extLst>
                </a:gridCol>
                <a:gridCol w="1896893">
                  <a:extLst>
                    <a:ext uri="{9D8B030D-6E8A-4147-A177-3AD203B41FA5}">
                      <a16:colId xmlns:a16="http://schemas.microsoft.com/office/drawing/2014/main" val="1326962587"/>
                    </a:ext>
                  </a:extLst>
                </a:gridCol>
                <a:gridCol w="1938761">
                  <a:extLst>
                    <a:ext uri="{9D8B030D-6E8A-4147-A177-3AD203B41FA5}">
                      <a16:colId xmlns:a16="http://schemas.microsoft.com/office/drawing/2014/main" val="1998734814"/>
                    </a:ext>
                  </a:extLst>
                </a:gridCol>
                <a:gridCol w="1848256">
                  <a:extLst>
                    <a:ext uri="{9D8B030D-6E8A-4147-A177-3AD203B41FA5}">
                      <a16:colId xmlns:a16="http://schemas.microsoft.com/office/drawing/2014/main" val="2567154840"/>
                    </a:ext>
                  </a:extLst>
                </a:gridCol>
                <a:gridCol w="3113256">
                  <a:extLst>
                    <a:ext uri="{9D8B030D-6E8A-4147-A177-3AD203B41FA5}">
                      <a16:colId xmlns:a16="http://schemas.microsoft.com/office/drawing/2014/main" val="2725804144"/>
                    </a:ext>
                  </a:extLst>
                </a:gridCol>
              </a:tblGrid>
              <a:tr h="279104">
                <a:tc>
                  <a:txBody>
                    <a:bodyPr/>
                    <a:lstStyle/>
                    <a:p>
                      <a:pPr marL="0" marR="0">
                        <a:lnSpc>
                          <a:spcPct val="150000"/>
                        </a:lnSpc>
                        <a:spcBef>
                          <a:spcPts val="600"/>
                        </a:spcBef>
                        <a:spcAft>
                          <a:spcPts val="800"/>
                        </a:spcAft>
                        <a:buNone/>
                      </a:pPr>
                      <a:endParaRPr lang="en-US" sz="18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800"/>
                        </a:spcAft>
                        <a:buNone/>
                      </a:pPr>
                      <a:r>
                        <a:rPr lang="en-US" sz="1800" kern="100">
                          <a:effectLst/>
                        </a:rPr>
                        <a:t>Population</a:t>
                      </a:r>
                      <a:endParaRPr lang="en-US" sz="18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800"/>
                        </a:spcAft>
                        <a:buNone/>
                      </a:pPr>
                      <a:r>
                        <a:rPr lang="en-US" sz="1800" kern="100">
                          <a:effectLst/>
                        </a:rPr>
                        <a:t>ORR</a:t>
                      </a:r>
                      <a:endParaRPr lang="en-US" sz="18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800"/>
                        </a:spcAft>
                        <a:buNone/>
                      </a:pPr>
                      <a:r>
                        <a:rPr lang="en-US" sz="1800" kern="100">
                          <a:effectLst/>
                          <a:latin typeface="Aptos" panose="020B0004020202020204" pitchFamily="34" charset="0"/>
                          <a:ea typeface="Aptos" panose="020B0004020202020204" pitchFamily="34" charset="0"/>
                          <a:cs typeface="Cordia New" panose="020B0304020202020204" pitchFamily="34" charset="-34"/>
                        </a:rPr>
                        <a:t>PFS (</a:t>
                      </a:r>
                      <a:r>
                        <a:rPr lang="en-US" sz="1800" kern="100" err="1">
                          <a:effectLst/>
                          <a:latin typeface="Aptos" panose="020B0004020202020204" pitchFamily="34" charset="0"/>
                          <a:ea typeface="Aptos" panose="020B0004020202020204" pitchFamily="34" charset="0"/>
                          <a:cs typeface="Cordia New" panose="020B0304020202020204" pitchFamily="34" charset="-34"/>
                        </a:rPr>
                        <a:t>mo</a:t>
                      </a:r>
                      <a:r>
                        <a:rPr lang="en-US" sz="1800" kern="100">
                          <a:effectLst/>
                          <a:latin typeface="Aptos" panose="020B0004020202020204" pitchFamily="34" charset="0"/>
                          <a:ea typeface="Aptos" panose="020B0004020202020204" pitchFamily="34" charset="0"/>
                          <a:cs typeface="Cordia New" panose="020B0304020202020204" pitchFamily="34" charset="-34"/>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800"/>
                        </a:spcAft>
                        <a:buNone/>
                      </a:pPr>
                      <a:r>
                        <a:rPr lang="en-US" sz="1800" kern="100">
                          <a:effectLst/>
                          <a:latin typeface="Aptos" panose="020B0004020202020204" pitchFamily="34" charset="0"/>
                          <a:ea typeface="Aptos" panose="020B0004020202020204" pitchFamily="34" charset="0"/>
                          <a:cs typeface="Cordia New" panose="020B0304020202020204" pitchFamily="34" charset="-34"/>
                        </a:rPr>
                        <a:t>OS (</a:t>
                      </a:r>
                      <a:r>
                        <a:rPr lang="en-US" sz="1800" kern="100" err="1">
                          <a:effectLst/>
                          <a:latin typeface="Aptos" panose="020B0004020202020204" pitchFamily="34" charset="0"/>
                          <a:ea typeface="Aptos" panose="020B0004020202020204" pitchFamily="34" charset="0"/>
                          <a:cs typeface="Cordia New" panose="020B0304020202020204" pitchFamily="34" charset="-34"/>
                        </a:rPr>
                        <a:t>mo</a:t>
                      </a:r>
                      <a:r>
                        <a:rPr lang="en-US" sz="1800" kern="100">
                          <a:effectLst/>
                          <a:latin typeface="Aptos" panose="020B0004020202020204" pitchFamily="34" charset="0"/>
                          <a:ea typeface="Aptos" panose="020B0004020202020204" pitchFamily="34" charset="0"/>
                          <a:cs typeface="Cordia New" panose="020B0304020202020204" pitchFamily="34" charset="-34"/>
                        </a:rPr>
                        <a:t>)</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5998964"/>
                  </a:ext>
                </a:extLst>
              </a:tr>
              <a:tr h="292428">
                <a:tc rowSpan="2">
                  <a:txBody>
                    <a:bodyPr/>
                    <a:lstStyle/>
                    <a:p>
                      <a:pPr marL="0" marR="0" lvl="0" indent="0" algn="l" defTabSz="914400" rtl="0" eaLnBrk="1" fontAlgn="auto" latinLnBrk="0" hangingPunct="1">
                        <a:lnSpc>
                          <a:spcPct val="100000"/>
                        </a:lnSpc>
                        <a:spcBef>
                          <a:spcPts val="600"/>
                        </a:spcBef>
                        <a:spcAft>
                          <a:spcPts val="800"/>
                        </a:spcAft>
                        <a:buClrTx/>
                        <a:buSzTx/>
                        <a:buFontTx/>
                        <a:buNone/>
                        <a:tabLst/>
                        <a:defRPr/>
                      </a:pPr>
                      <a:r>
                        <a:rPr lang="en-US" sz="1800" kern="100">
                          <a:effectLst/>
                          <a:latin typeface="Aptos" panose="020B0004020202020204" pitchFamily="34" charset="0"/>
                          <a:ea typeface="Aptos" panose="020B0004020202020204" pitchFamily="34" charset="0"/>
                          <a:cs typeface="Cordia New" panose="020B0304020202020204" pitchFamily="34" charset="-34"/>
                        </a:rPr>
                        <a:t>Pembro + chemo</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600"/>
                        </a:spcBef>
                        <a:spcAft>
                          <a:spcPts val="800"/>
                        </a:spcAft>
                        <a:buNone/>
                      </a:pPr>
                      <a:r>
                        <a:rPr lang="en-US" sz="1800" kern="100">
                          <a:effectLst/>
                        </a:rPr>
                        <a:t>CPS ≥1</a:t>
                      </a:r>
                      <a:endParaRPr lang="en-US" sz="18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800"/>
                        </a:spcAft>
                        <a:buNone/>
                      </a:pPr>
                      <a:r>
                        <a:rPr lang="en-US" sz="1800" b="1" kern="100">
                          <a:solidFill>
                            <a:srgbClr val="00B0F0"/>
                          </a:solidFill>
                          <a:effectLst/>
                          <a:latin typeface="+mn-lt"/>
                        </a:rPr>
                        <a:t>36% </a:t>
                      </a:r>
                      <a:endParaRPr lang="en-US" sz="1800" b="1" kern="100">
                        <a:solidFill>
                          <a:srgbClr val="00B0F0"/>
                        </a:solidFill>
                        <a:effectLst/>
                        <a:latin typeface="+mn-lt"/>
                        <a:ea typeface="Aptos" panose="020B0004020202020204" pitchFamily="34"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800"/>
                        </a:spcAft>
                        <a:buNone/>
                      </a:pPr>
                      <a:r>
                        <a:rPr lang="en-US" sz="1800" kern="100">
                          <a:effectLst/>
                          <a:latin typeface="+mn-lt"/>
                          <a:ea typeface="Aptos" panose="020B0004020202020204" pitchFamily="34" charset="0"/>
                          <a:cs typeface="Cordia New" panose="020B0304020202020204" pitchFamily="34" charset="-34"/>
                        </a:rPr>
                        <a:t>4.9</a:t>
                      </a:r>
                      <a:endParaRPr lang="en-US" sz="1400" kern="100">
                        <a:effectLst/>
                        <a:latin typeface="+mn-lt"/>
                        <a:ea typeface="Aptos" panose="020B0004020202020204" pitchFamily="34"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600"/>
                        </a:spcBef>
                        <a:spcAft>
                          <a:spcPts val="800"/>
                        </a:spcAft>
                        <a:buClrTx/>
                        <a:buSzTx/>
                        <a:buFontTx/>
                        <a:buNone/>
                        <a:tabLst/>
                        <a:defRPr/>
                      </a:pPr>
                      <a:r>
                        <a:rPr lang="en-US" sz="1800" kern="100">
                          <a:effectLst/>
                          <a:latin typeface="+mn-lt"/>
                          <a:ea typeface="Aptos" panose="020B0004020202020204" pitchFamily="34" charset="0"/>
                          <a:cs typeface="Cordia New" panose="020B0304020202020204" pitchFamily="34" charset="-34"/>
                        </a:rPr>
                        <a:t>13.6 vs 11</a:t>
                      </a:r>
                      <a:endParaRPr lang="en-US" sz="1400" kern="100">
                        <a:effectLst/>
                        <a:latin typeface="+mn-lt"/>
                        <a:ea typeface="Aptos" panose="020B0004020202020204" pitchFamily="34"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6857900"/>
                  </a:ext>
                </a:extLst>
              </a:tr>
              <a:tr h="476763">
                <a:tc vMerge="1">
                  <a:txBody>
                    <a:bodyPr/>
                    <a:lstStyle/>
                    <a:p>
                      <a:pPr marL="0" marR="0">
                        <a:lnSpc>
                          <a:spcPct val="150000"/>
                        </a:lnSpc>
                        <a:spcBef>
                          <a:spcPts val="600"/>
                        </a:spcBef>
                        <a:spcAft>
                          <a:spcPts val="800"/>
                        </a:spcAft>
                        <a:buNone/>
                      </a:pPr>
                      <a:endParaRPr lang="en-US" sz="18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tc>
                  <a:txBody>
                    <a:bodyPr/>
                    <a:lstStyle/>
                    <a:p>
                      <a:pPr marL="0" marR="0">
                        <a:lnSpc>
                          <a:spcPct val="150000"/>
                        </a:lnSpc>
                        <a:spcBef>
                          <a:spcPts val="600"/>
                        </a:spcBef>
                        <a:spcAft>
                          <a:spcPts val="800"/>
                        </a:spcAft>
                        <a:buNone/>
                      </a:pPr>
                      <a:r>
                        <a:rPr lang="en-US" sz="1800" kern="100">
                          <a:effectLst/>
                        </a:rPr>
                        <a:t>CPS ≥20</a:t>
                      </a:r>
                      <a:endParaRPr lang="en-US" sz="18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800"/>
                        </a:spcAft>
                        <a:buNone/>
                      </a:pPr>
                      <a:r>
                        <a:rPr lang="en-US" sz="1800" kern="100">
                          <a:effectLst/>
                          <a:latin typeface="+mn-lt"/>
                        </a:rPr>
                        <a:t>44%</a:t>
                      </a:r>
                      <a:endParaRPr lang="en-US" sz="1800" kern="100">
                        <a:effectLst/>
                        <a:latin typeface="+mn-lt"/>
                        <a:ea typeface="Aptos" panose="020B0004020202020204" pitchFamily="34"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800"/>
                        </a:spcAft>
                        <a:buNone/>
                      </a:pPr>
                      <a:r>
                        <a:rPr lang="en-US" sz="1800" kern="100">
                          <a:effectLst/>
                          <a:latin typeface="+mn-lt"/>
                          <a:ea typeface="Aptos" panose="020B0004020202020204" pitchFamily="34" charset="0"/>
                          <a:cs typeface="Cordia New" panose="020B0304020202020204" pitchFamily="34" charset="-34"/>
                        </a:rPr>
                        <a:t>6</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600"/>
                        </a:spcBef>
                        <a:spcAft>
                          <a:spcPts val="800"/>
                        </a:spcAft>
                        <a:buClrTx/>
                        <a:buSzTx/>
                        <a:buFontTx/>
                        <a:buNone/>
                        <a:tabLst/>
                        <a:defRPr/>
                      </a:pPr>
                      <a:r>
                        <a:rPr lang="en-US" sz="1800" kern="100">
                          <a:effectLst/>
                          <a:latin typeface="+mn-lt"/>
                          <a:ea typeface="Aptos" panose="020B0004020202020204" pitchFamily="34" charset="0"/>
                          <a:cs typeface="Cordia New" panose="020B0304020202020204" pitchFamily="34" charset="-34"/>
                        </a:rPr>
                        <a:t>14.7 vs 11</a:t>
                      </a:r>
                      <a:endParaRPr lang="en-US" sz="1400" kern="100">
                        <a:effectLst/>
                        <a:latin typeface="+mn-lt"/>
                        <a:ea typeface="Aptos" panose="020B0004020202020204" pitchFamily="34"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6293214"/>
                  </a:ext>
                </a:extLst>
              </a:tr>
              <a:tr h="476763">
                <a:tc rowSpan="2">
                  <a:txBody>
                    <a:bodyPr/>
                    <a:lstStyle/>
                    <a:p>
                      <a:pPr marL="0" marR="0" lvl="0" indent="0" algn="l" defTabSz="914400" rtl="0" eaLnBrk="1" fontAlgn="auto" latinLnBrk="0" hangingPunct="1">
                        <a:lnSpc>
                          <a:spcPct val="100000"/>
                        </a:lnSpc>
                        <a:spcBef>
                          <a:spcPts val="600"/>
                        </a:spcBef>
                        <a:spcAft>
                          <a:spcPts val="800"/>
                        </a:spcAft>
                        <a:buClrTx/>
                        <a:buSzTx/>
                        <a:buFontTx/>
                        <a:buNone/>
                        <a:tabLst/>
                        <a:defRPr/>
                      </a:pPr>
                      <a:r>
                        <a:rPr lang="en-US" altLang="en-US">
                          <a:ea typeface="Aptos" panose="020B0004020202020204" pitchFamily="34" charset="0"/>
                          <a:cs typeface="Segoe UI Emoji" panose="020B0502040204020203" pitchFamily="34" charset="0"/>
                        </a:rPr>
                        <a:t>Pembro mono</a:t>
                      </a:r>
                      <a:endParaRPr lang="en-US" sz="18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600"/>
                        </a:spcBef>
                        <a:spcAft>
                          <a:spcPts val="800"/>
                        </a:spcAft>
                        <a:buNone/>
                      </a:pPr>
                      <a:r>
                        <a:rPr lang="en-US" sz="1800" kern="100">
                          <a:effectLst/>
                        </a:rPr>
                        <a:t>CPS ≥1</a:t>
                      </a:r>
                      <a:endParaRPr lang="en-US" sz="18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800"/>
                        </a:spcAft>
                        <a:buNone/>
                      </a:pPr>
                      <a:r>
                        <a:rPr lang="en-US" sz="1800" kern="100">
                          <a:effectLst/>
                          <a:latin typeface="+mn-lt"/>
                          <a:ea typeface="Aptos" panose="020B0004020202020204" pitchFamily="34" charset="0"/>
                          <a:cs typeface="Cordia New" panose="020B0304020202020204" pitchFamily="34" charset="-34"/>
                        </a:rPr>
                        <a:t>19%</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800"/>
                        </a:spcAft>
                        <a:buNone/>
                      </a:pPr>
                      <a:r>
                        <a:rPr lang="en-US" sz="1800" kern="100">
                          <a:effectLst/>
                          <a:latin typeface="+mn-lt"/>
                          <a:ea typeface="Aptos" panose="020B0004020202020204" pitchFamily="34" charset="0"/>
                          <a:cs typeface="Cordia New" panose="020B0304020202020204" pitchFamily="34" charset="-34"/>
                        </a:rPr>
                        <a:t>3.2</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600"/>
                        </a:spcBef>
                        <a:spcAft>
                          <a:spcPts val="800"/>
                        </a:spcAft>
                        <a:buClrTx/>
                        <a:buSzTx/>
                        <a:buFontTx/>
                        <a:buNone/>
                        <a:tabLst/>
                        <a:defRPr/>
                      </a:pPr>
                      <a:r>
                        <a:rPr lang="en-US" sz="1800" kern="100">
                          <a:effectLst/>
                          <a:latin typeface="+mn-lt"/>
                          <a:ea typeface="Aptos" panose="020B0004020202020204" pitchFamily="34" charset="0"/>
                          <a:cs typeface="Cordia New" panose="020B0304020202020204" pitchFamily="34" charset="-34"/>
                        </a:rPr>
                        <a:t>12.3</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6602323"/>
                  </a:ext>
                </a:extLst>
              </a:tr>
              <a:tr h="476763">
                <a:tc vMerge="1">
                  <a:txBody>
                    <a:bodyPr/>
                    <a:lstStyle/>
                    <a:p>
                      <a:pPr marL="0" marR="0" lvl="0" indent="0" algn="l" defTabSz="914400" rtl="0" eaLnBrk="1" fontAlgn="auto" latinLnBrk="0" hangingPunct="1">
                        <a:lnSpc>
                          <a:spcPct val="150000"/>
                        </a:lnSpc>
                        <a:spcBef>
                          <a:spcPts val="600"/>
                        </a:spcBef>
                        <a:spcAft>
                          <a:spcPts val="800"/>
                        </a:spcAft>
                        <a:buClrTx/>
                        <a:buSzTx/>
                        <a:buFontTx/>
                        <a:buNone/>
                        <a:tabLst/>
                        <a:defRPr/>
                      </a:pPr>
                      <a:endParaRPr lang="en-US" sz="18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tc>
                <a:tc>
                  <a:txBody>
                    <a:bodyPr/>
                    <a:lstStyle/>
                    <a:p>
                      <a:pPr marL="0" marR="0">
                        <a:lnSpc>
                          <a:spcPct val="150000"/>
                        </a:lnSpc>
                        <a:spcBef>
                          <a:spcPts val="600"/>
                        </a:spcBef>
                        <a:spcAft>
                          <a:spcPts val="800"/>
                        </a:spcAft>
                        <a:buNone/>
                      </a:pPr>
                      <a:r>
                        <a:rPr lang="en-US" sz="1800" kern="100">
                          <a:effectLst/>
                        </a:rPr>
                        <a:t>CPS ≥20</a:t>
                      </a:r>
                      <a:endParaRPr lang="en-US" sz="1800" kern="100">
                        <a:effectLst/>
                        <a:latin typeface="Aptos" panose="020B0004020202020204" pitchFamily="34" charset="0"/>
                        <a:ea typeface="Aptos" panose="020B0004020202020204" pitchFamily="34" charset="0"/>
                        <a:cs typeface="Cordia New" panose="020B0304020202020204" pitchFamily="34"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800"/>
                        </a:spcAft>
                        <a:buNone/>
                      </a:pPr>
                      <a:r>
                        <a:rPr lang="en-US" sz="1800" kern="100">
                          <a:effectLst/>
                          <a:latin typeface="+mn-lt"/>
                          <a:ea typeface="Aptos" panose="020B0004020202020204" pitchFamily="34" charset="0"/>
                          <a:cs typeface="Cordia New" panose="020B0304020202020204" pitchFamily="34" charset="-34"/>
                        </a:rPr>
                        <a:t>23.3%</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600"/>
                        </a:spcBef>
                        <a:spcAft>
                          <a:spcPts val="800"/>
                        </a:spcAft>
                        <a:buNone/>
                      </a:pPr>
                      <a:r>
                        <a:rPr lang="en-US" sz="1800" kern="100">
                          <a:effectLst/>
                          <a:latin typeface="+mn-lt"/>
                          <a:ea typeface="Aptos" panose="020B0004020202020204" pitchFamily="34" charset="0"/>
                          <a:cs typeface="Cordia New" panose="020B0304020202020204" pitchFamily="34" charset="-34"/>
                        </a:rPr>
                        <a:t>3.4</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50000"/>
                        </a:lnSpc>
                        <a:spcBef>
                          <a:spcPts val="600"/>
                        </a:spcBef>
                        <a:spcAft>
                          <a:spcPts val="800"/>
                        </a:spcAft>
                        <a:buClrTx/>
                        <a:buSzTx/>
                        <a:buFontTx/>
                        <a:buNone/>
                        <a:tabLst/>
                        <a:defRPr/>
                      </a:pPr>
                      <a:r>
                        <a:rPr lang="en-US" sz="1800" kern="100">
                          <a:effectLst/>
                          <a:latin typeface="+mn-lt"/>
                          <a:ea typeface="Aptos" panose="020B0004020202020204" pitchFamily="34" charset="0"/>
                          <a:cs typeface="Cordia New" panose="020B0304020202020204" pitchFamily="34" charset="-34"/>
                        </a:rPr>
                        <a:t>14.9</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3239898"/>
                  </a:ext>
                </a:extLst>
              </a:tr>
            </a:tbl>
          </a:graphicData>
        </a:graphic>
      </p:graphicFrame>
      <p:sp>
        <p:nvSpPr>
          <p:cNvPr id="4" name="Text Placeholder 3">
            <a:extLst>
              <a:ext uri="{FF2B5EF4-FFF2-40B4-BE49-F238E27FC236}">
                <a16:creationId xmlns:a16="http://schemas.microsoft.com/office/drawing/2014/main" id="{8DFACFD8-0830-1174-4816-799B535EBBA0}"/>
              </a:ext>
            </a:extLst>
          </p:cNvPr>
          <p:cNvSpPr>
            <a:spLocks noGrp="1"/>
          </p:cNvSpPr>
          <p:nvPr>
            <p:ph type="body" sz="quarter" idx="13"/>
          </p:nvPr>
        </p:nvSpPr>
        <p:spPr/>
        <p:txBody>
          <a:bodyPr/>
          <a:lstStyle/>
          <a:p>
            <a:endParaRPr lang="en-US"/>
          </a:p>
        </p:txBody>
      </p:sp>
      <p:sp>
        <p:nvSpPr>
          <p:cNvPr id="5" name="Footer Placeholder 4">
            <a:extLst>
              <a:ext uri="{FF2B5EF4-FFF2-40B4-BE49-F238E27FC236}">
                <a16:creationId xmlns:a16="http://schemas.microsoft.com/office/drawing/2014/main" id="{AB31E769-0DE8-9DAC-98F0-8739FDC51F90}"/>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t>Presentation title    |    ONLY FOR INTERNAL USE</a:t>
            </a:r>
          </a:p>
        </p:txBody>
      </p:sp>
      <p:sp>
        <p:nvSpPr>
          <p:cNvPr id="7" name="Rectangle 1">
            <a:extLst>
              <a:ext uri="{FF2B5EF4-FFF2-40B4-BE49-F238E27FC236}">
                <a16:creationId xmlns:a16="http://schemas.microsoft.com/office/drawing/2014/main" id="{C06BEDD8-B2F6-601B-05C4-C7E865BA15F3}"/>
              </a:ext>
            </a:extLst>
          </p:cNvPr>
          <p:cNvSpPr>
            <a:spLocks noChangeArrowheads="1"/>
          </p:cNvSpPr>
          <p:nvPr/>
        </p:nvSpPr>
        <p:spPr bwMode="auto">
          <a:xfrm>
            <a:off x="478273" y="3236588"/>
            <a:ext cx="11232000"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ts val="600"/>
              </a:spcBef>
              <a:spcAft>
                <a:spcPts val="600"/>
              </a:spcAft>
            </a:pPr>
            <a:r>
              <a:rPr lang="en-US" altLang="en-US" sz="2000" b="1"/>
              <a:t>Potential future SOC:</a:t>
            </a:r>
          </a:p>
          <a:p>
            <a:pPr lvl="0" eaLnBrk="0" fontAlgn="base" hangingPunct="0">
              <a:spcBef>
                <a:spcPts val="600"/>
              </a:spcBef>
              <a:spcAft>
                <a:spcPts val="600"/>
              </a:spcAft>
            </a:pPr>
            <a:r>
              <a:rPr lang="en-US" altLang="en-US" sz="2000" err="1"/>
              <a:t>Petosemtamab</a:t>
            </a:r>
            <a:r>
              <a:rPr lang="en-US" altLang="en-US" sz="2000"/>
              <a:t> (anti EGFR/LGR5, Merus/Genmab) + Pembro:   </a:t>
            </a:r>
            <a:r>
              <a:rPr lang="en-US" altLang="en-US" sz="2000" err="1"/>
              <a:t>estim</a:t>
            </a:r>
            <a:r>
              <a:rPr lang="en-US" altLang="en-US" sz="2000"/>
              <a:t>. launch date 01/27</a:t>
            </a:r>
          </a:p>
          <a:p>
            <a:pPr eaLnBrk="0" fontAlgn="base" hangingPunct="0"/>
            <a:r>
              <a:rPr lang="en-US" altLang="en-US" sz="2000"/>
              <a:t>combi with </a:t>
            </a:r>
            <a:r>
              <a:rPr lang="en-US" altLang="en-US" sz="2000" err="1"/>
              <a:t>pembro</a:t>
            </a:r>
            <a:r>
              <a:rPr lang="en-US" altLang="en-US" sz="2000"/>
              <a:t> in </a:t>
            </a:r>
            <a:r>
              <a:rPr lang="en-US" sz="2000" kern="100"/>
              <a:t>CPS ≥1</a:t>
            </a:r>
            <a:r>
              <a:rPr lang="en-US" altLang="en-US" sz="2000"/>
              <a:t>  (mainly HPV-) 1L HNSCC pts in a Ph 1/2 trial  (n=43) showed</a:t>
            </a:r>
          </a:p>
          <a:p>
            <a:pPr marL="342900" indent="-342900" eaLnBrk="0" fontAlgn="base" hangingPunct="0">
              <a:buFont typeface="Arial" panose="020B0604020202020204" pitchFamily="34" charset="0"/>
              <a:buChar char="•"/>
            </a:pPr>
            <a:r>
              <a:rPr lang="en-US" altLang="en-US" sz="2000" err="1"/>
              <a:t>cORR</a:t>
            </a:r>
            <a:r>
              <a:rPr lang="en-US" altLang="en-US" sz="2000"/>
              <a:t> 63% </a:t>
            </a:r>
          </a:p>
          <a:p>
            <a:pPr marL="342900" indent="-342900" eaLnBrk="0" fontAlgn="base" hangingPunct="0">
              <a:buFont typeface="Arial" panose="020B0604020202020204" pitchFamily="34" charset="0"/>
              <a:buChar char="•"/>
            </a:pPr>
            <a:r>
              <a:rPr lang="en-US" altLang="en-US" sz="2000" err="1"/>
              <a:t>mPFS</a:t>
            </a:r>
            <a:r>
              <a:rPr lang="en-US" altLang="en-US" sz="2000"/>
              <a:t> 9.0m</a:t>
            </a:r>
          </a:p>
          <a:p>
            <a:pPr marL="342900" indent="-342900" eaLnBrk="0" fontAlgn="base" hangingPunct="0">
              <a:buFont typeface="Arial" panose="020B0604020202020204" pitchFamily="34" charset="0"/>
              <a:buChar char="•"/>
            </a:pPr>
            <a:r>
              <a:rPr lang="en-US" altLang="en-US" sz="2000"/>
              <a:t>12-mOS rate 79% </a:t>
            </a:r>
          </a:p>
        </p:txBody>
      </p:sp>
      <p:sp>
        <p:nvSpPr>
          <p:cNvPr id="3" name="Oval 2">
            <a:extLst>
              <a:ext uri="{FF2B5EF4-FFF2-40B4-BE49-F238E27FC236}">
                <a16:creationId xmlns:a16="http://schemas.microsoft.com/office/drawing/2014/main" id="{D2B24D21-B1AE-A53F-4EFA-628F8CA1C705}"/>
              </a:ext>
            </a:extLst>
          </p:cNvPr>
          <p:cNvSpPr/>
          <p:nvPr/>
        </p:nvSpPr>
        <p:spPr bwMode="gray">
          <a:xfrm>
            <a:off x="9175898" y="178902"/>
            <a:ext cx="1616149" cy="720000"/>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PoC: </a:t>
            </a:r>
          </a:p>
          <a:p>
            <a:pPr algn="ctr"/>
            <a:r>
              <a:rPr lang="en-US" sz="1400" b="1">
                <a:solidFill>
                  <a:schemeClr val="bg1"/>
                </a:solidFill>
              </a:rPr>
              <a:t>ORR ≥36% </a:t>
            </a:r>
          </a:p>
        </p:txBody>
      </p:sp>
    </p:spTree>
    <p:extLst>
      <p:ext uri="{BB962C8B-B14F-4D97-AF65-F5344CB8AC3E}">
        <p14:creationId xmlns:p14="http://schemas.microsoft.com/office/powerpoint/2010/main" val="32324172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2B1C8-E345-2D79-131E-D3A1D5D63669}"/>
              </a:ext>
            </a:extLst>
          </p:cNvPr>
          <p:cNvSpPr>
            <a:spLocks noGrp="1"/>
          </p:cNvSpPr>
          <p:nvPr>
            <p:ph type="title"/>
          </p:nvPr>
        </p:nvSpPr>
        <p:spPr/>
        <p:txBody>
          <a:bodyPr/>
          <a:lstStyle/>
          <a:p>
            <a:r>
              <a:rPr lang="en-US" noProof="0"/>
              <a:t>Timelines for 1463-0002 Start-Up and FPI Milestones</a:t>
            </a:r>
          </a:p>
        </p:txBody>
      </p:sp>
      <p:sp>
        <p:nvSpPr>
          <p:cNvPr id="3" name="Text Placeholder 2">
            <a:extLst>
              <a:ext uri="{FF2B5EF4-FFF2-40B4-BE49-F238E27FC236}">
                <a16:creationId xmlns:a16="http://schemas.microsoft.com/office/drawing/2014/main" id="{EB83584F-00AD-A9D3-4369-664ABDE29FA4}"/>
              </a:ext>
            </a:extLst>
          </p:cNvPr>
          <p:cNvSpPr>
            <a:spLocks noGrp="1"/>
          </p:cNvSpPr>
          <p:nvPr>
            <p:ph type="body" sz="quarter" idx="13"/>
          </p:nvPr>
        </p:nvSpPr>
        <p:spPr/>
        <p:txBody>
          <a:bodyPr/>
          <a:lstStyle/>
          <a:p>
            <a:endParaRPr lang="en-US" noProof="0"/>
          </a:p>
        </p:txBody>
      </p:sp>
      <p:sp>
        <p:nvSpPr>
          <p:cNvPr id="4" name="Footer Placeholder 3">
            <a:extLst>
              <a:ext uri="{FF2B5EF4-FFF2-40B4-BE49-F238E27FC236}">
                <a16:creationId xmlns:a16="http://schemas.microsoft.com/office/drawing/2014/main" id="{43CDFFF2-DF26-EE9A-4D14-44EFAEDEFFDA}"/>
              </a:ext>
            </a:extLst>
          </p:cNvPr>
          <p:cNvSpPr>
            <a:spLocks noGrp="1"/>
          </p:cNvSpPr>
          <p:nvPr>
            <p:ph type="ftr" sz="quarter" idx="10"/>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noProof="0"/>
              <a:t>Presentation title    |    ONLY FOR INTERNAL USE</a:t>
            </a:r>
          </a:p>
        </p:txBody>
      </p:sp>
      <p:sp>
        <p:nvSpPr>
          <p:cNvPr id="8" name="TextBox 7">
            <a:extLst>
              <a:ext uri="{FF2B5EF4-FFF2-40B4-BE49-F238E27FC236}">
                <a16:creationId xmlns:a16="http://schemas.microsoft.com/office/drawing/2014/main" id="{8FEC2101-4C2E-9093-F18F-E11C63D55D08}"/>
              </a:ext>
            </a:extLst>
          </p:cNvPr>
          <p:cNvSpPr txBox="1"/>
          <p:nvPr/>
        </p:nvSpPr>
        <p:spPr bwMode="gray">
          <a:xfrm>
            <a:off x="4343400" y="4487375"/>
            <a:ext cx="381515" cy="217175"/>
          </a:xfrm>
          <a:prstGeom prst="rect">
            <a:avLst/>
          </a:prstGeom>
          <a:noFill/>
        </p:spPr>
        <p:txBody>
          <a:bodyPr wrap="none" lIns="0" tIns="0" rIns="0" bIns="0" rtlCol="0">
            <a:spAutoFit/>
          </a:bodyPr>
          <a:lstStyle/>
          <a:p>
            <a:pPr algn="l">
              <a:lnSpc>
                <a:spcPct val="140000"/>
              </a:lnSpc>
            </a:pPr>
            <a:r>
              <a:rPr lang="en-US" sz="1100" noProof="0"/>
              <a:t>BUPC</a:t>
            </a:r>
          </a:p>
        </p:txBody>
      </p:sp>
      <p:sp>
        <p:nvSpPr>
          <p:cNvPr id="9" name="Star: 5 Points 8">
            <a:extLst>
              <a:ext uri="{FF2B5EF4-FFF2-40B4-BE49-F238E27FC236}">
                <a16:creationId xmlns:a16="http://schemas.microsoft.com/office/drawing/2014/main" id="{19B1D195-A9EE-EF52-B694-C3EBCF0C92E4}"/>
              </a:ext>
            </a:extLst>
          </p:cNvPr>
          <p:cNvSpPr/>
          <p:nvPr/>
        </p:nvSpPr>
        <p:spPr bwMode="gray">
          <a:xfrm>
            <a:off x="4343400" y="4038600"/>
            <a:ext cx="304800" cy="337549"/>
          </a:xfrm>
          <a:prstGeom prst="star5">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noProof="0">
              <a:solidFill>
                <a:schemeClr val="tx1"/>
              </a:solidFill>
            </a:endParaRPr>
          </a:p>
        </p:txBody>
      </p:sp>
      <p:sp>
        <p:nvSpPr>
          <p:cNvPr id="11" name="Star: 5 Points 10">
            <a:extLst>
              <a:ext uri="{FF2B5EF4-FFF2-40B4-BE49-F238E27FC236}">
                <a16:creationId xmlns:a16="http://schemas.microsoft.com/office/drawing/2014/main" id="{1443CF1C-BD75-7153-0525-2319B2618277}"/>
              </a:ext>
            </a:extLst>
          </p:cNvPr>
          <p:cNvSpPr/>
          <p:nvPr/>
        </p:nvSpPr>
        <p:spPr bwMode="gray">
          <a:xfrm>
            <a:off x="2819400" y="4019550"/>
            <a:ext cx="304800" cy="337549"/>
          </a:xfrm>
          <a:prstGeom prst="star5">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noProof="0">
              <a:solidFill>
                <a:schemeClr val="tx1"/>
              </a:solidFill>
            </a:endParaRPr>
          </a:p>
        </p:txBody>
      </p:sp>
      <p:sp>
        <p:nvSpPr>
          <p:cNvPr id="12" name="TextBox 11">
            <a:extLst>
              <a:ext uri="{FF2B5EF4-FFF2-40B4-BE49-F238E27FC236}">
                <a16:creationId xmlns:a16="http://schemas.microsoft.com/office/drawing/2014/main" id="{25306B2B-878E-9861-46CB-FDCB22E03A55}"/>
              </a:ext>
            </a:extLst>
          </p:cNvPr>
          <p:cNvSpPr txBox="1"/>
          <p:nvPr/>
        </p:nvSpPr>
        <p:spPr bwMode="gray">
          <a:xfrm>
            <a:off x="2007479" y="4349164"/>
            <a:ext cx="1623842" cy="276422"/>
          </a:xfrm>
          <a:prstGeom prst="rect">
            <a:avLst/>
          </a:prstGeom>
          <a:noFill/>
        </p:spPr>
        <p:txBody>
          <a:bodyPr wrap="none" lIns="0" tIns="0" rIns="0" bIns="0" rtlCol="0">
            <a:spAutoFit/>
          </a:bodyPr>
          <a:lstStyle/>
          <a:p>
            <a:pPr algn="l">
              <a:lnSpc>
                <a:spcPct val="140000"/>
              </a:lnSpc>
            </a:pPr>
            <a:r>
              <a:rPr lang="en-US" sz="1400" noProof="0">
                <a:solidFill>
                  <a:srgbClr val="FF0000"/>
                </a:solidFill>
              </a:rPr>
              <a:t>Resource Requests</a:t>
            </a:r>
          </a:p>
        </p:txBody>
      </p:sp>
      <p:pic>
        <p:nvPicPr>
          <p:cNvPr id="6" name="Picture 5" descr="A screenshot of a calendar&#10;&#10;AI-generated content may be incorrect.">
            <a:extLst>
              <a:ext uri="{FF2B5EF4-FFF2-40B4-BE49-F238E27FC236}">
                <a16:creationId xmlns:a16="http://schemas.microsoft.com/office/drawing/2014/main" id="{01591C4E-59C1-26F8-0183-DDFB98EF8E63}"/>
              </a:ext>
            </a:extLst>
          </p:cNvPr>
          <p:cNvPicPr>
            <a:picLocks noChangeAspect="1"/>
          </p:cNvPicPr>
          <p:nvPr/>
        </p:nvPicPr>
        <p:blipFill>
          <a:blip r:embed="rId2"/>
          <a:stretch>
            <a:fillRect/>
          </a:stretch>
        </p:blipFill>
        <p:spPr>
          <a:xfrm>
            <a:off x="53954" y="1494556"/>
            <a:ext cx="11953802" cy="3658357"/>
          </a:xfrm>
          <a:prstGeom prst="rect">
            <a:avLst/>
          </a:prstGeom>
        </p:spPr>
      </p:pic>
    </p:spTree>
    <p:extLst>
      <p:ext uri="{BB962C8B-B14F-4D97-AF65-F5344CB8AC3E}">
        <p14:creationId xmlns:p14="http://schemas.microsoft.com/office/powerpoint/2010/main" val="1953217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419F53-5319-1409-55D0-35D550ADB5FA}"/>
              </a:ext>
            </a:extLst>
          </p:cNvPr>
          <p:cNvSpPr>
            <a:spLocks noGrp="1"/>
          </p:cNvSpPr>
          <p:nvPr>
            <p:ph type="title"/>
          </p:nvPr>
        </p:nvSpPr>
        <p:spPr/>
        <p:txBody>
          <a:bodyPr/>
          <a:lstStyle/>
          <a:p>
            <a:r>
              <a:rPr lang="en-US" noProof="0"/>
              <a:t>STING Agonist (BI 1703880)</a:t>
            </a:r>
          </a:p>
        </p:txBody>
      </p:sp>
      <p:sp>
        <p:nvSpPr>
          <p:cNvPr id="3" name="副标题 2">
            <a:extLst>
              <a:ext uri="{FF2B5EF4-FFF2-40B4-BE49-F238E27FC236}">
                <a16:creationId xmlns:a16="http://schemas.microsoft.com/office/drawing/2014/main" id="{5938E29C-F971-3DD1-7B53-EDA5E4FE3087}"/>
              </a:ext>
            </a:extLst>
          </p:cNvPr>
          <p:cNvSpPr>
            <a:spLocks noGrp="1"/>
          </p:cNvSpPr>
          <p:nvPr>
            <p:ph type="subTitle" idx="14"/>
          </p:nvPr>
        </p:nvSpPr>
        <p:spPr/>
        <p:txBody>
          <a:bodyPr/>
          <a:lstStyle/>
          <a:p>
            <a:endParaRPr lang="en-US" noProof="0"/>
          </a:p>
        </p:txBody>
      </p:sp>
      <p:sp>
        <p:nvSpPr>
          <p:cNvPr id="4" name="灯片编号占位符 3">
            <a:extLst>
              <a:ext uri="{FF2B5EF4-FFF2-40B4-BE49-F238E27FC236}">
                <a16:creationId xmlns:a16="http://schemas.microsoft.com/office/drawing/2014/main" id="{9E8D66F0-5F4E-7D3E-F507-A01526A1E228}"/>
              </a:ext>
            </a:extLst>
          </p:cNvPr>
          <p:cNvSpPr>
            <a:spLocks noGrp="1"/>
          </p:cNvSpPr>
          <p:nvPr>
            <p:ph type="sldNum" sz="quarter" idx="16"/>
          </p:nvPr>
        </p:nvSpPr>
        <p:spPr/>
        <p:txBody>
          <a:bodyPr/>
          <a:lstStyle/>
          <a:p>
            <a:fld id="{8FF9B0DE-3FEB-4AA0-B465-B80EF7C1333D}" type="slidenum">
              <a:rPr lang="en-US" noProof="0" smtClean="0"/>
              <a:pPr/>
              <a:t>42</a:t>
            </a:fld>
            <a:endParaRPr lang="en-US" noProof="0"/>
          </a:p>
        </p:txBody>
      </p:sp>
    </p:spTree>
    <p:extLst>
      <p:ext uri="{BB962C8B-B14F-4D97-AF65-F5344CB8AC3E}">
        <p14:creationId xmlns:p14="http://schemas.microsoft.com/office/powerpoint/2010/main" val="35672831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220692" y="280519"/>
            <a:ext cx="11233151" cy="720000"/>
          </a:xfrm>
        </p:spPr>
        <p:txBody>
          <a:bodyPr>
            <a:normAutofit/>
          </a:bodyPr>
          <a:lstStyle/>
          <a:p>
            <a:r>
              <a:rPr lang="en-US" altLang="zh-CN" sz="2400" i="1">
                <a:solidFill>
                  <a:schemeClr val="tx1"/>
                </a:solidFill>
                <a:latin typeface="+mn-lt"/>
              </a:rPr>
              <a:t>Systemic STING ago. FR  – </a:t>
            </a:r>
            <a:r>
              <a:rPr lang="en-US" altLang="zh-CN" sz="2400" i="1" kern="1200">
                <a:solidFill>
                  <a:schemeClr val="tx1"/>
                </a:solidFill>
                <a:latin typeface="+mn-lt"/>
                <a:ea typeface="+mn-ea"/>
                <a:cs typeface="+mn-cs"/>
              </a:rPr>
              <a:t>NSCLC </a:t>
            </a:r>
            <a:r>
              <a:rPr lang="en-US" altLang="zh-CN">
                <a:solidFill>
                  <a:schemeClr val="bg1">
                    <a:lumMod val="75000"/>
                  </a:schemeClr>
                </a:solidFill>
                <a:latin typeface="+mn-lt"/>
              </a:rPr>
              <a:t>Development Plan </a:t>
            </a:r>
            <a:endParaRPr lang="zh-CN" altLang="en-US">
              <a:solidFill>
                <a:schemeClr val="bg1">
                  <a:lumMod val="75000"/>
                </a:schemeClr>
              </a:solidFill>
              <a:latin typeface="+mn-lt"/>
            </a:endParaRPr>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43</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31595" y="2220808"/>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a:t>
            </a:r>
          </a:p>
          <a:p>
            <a:pPr algn="ctr" defTabSz="914377">
              <a:defRPr/>
            </a:pPr>
            <a:r>
              <a:rPr lang="en-US" altLang="zh-CN" sz="1067" b="1">
                <a:solidFill>
                  <a:srgbClr val="08312A"/>
                </a:solidFill>
                <a:cs typeface="Calibri" panose="020F0502020204030204" pitchFamily="34" charset="0"/>
              </a:rPr>
              <a:t>1480-0002</a:t>
            </a:r>
            <a:endParaRPr lang="en-US" sz="1067" b="1">
              <a:solidFill>
                <a:srgbClr val="08312A"/>
              </a:solidFill>
              <a:cs typeface="Calibri" panose="020F0502020204030204" pitchFamily="34" charset="0"/>
            </a:endParaRP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49" name="Rectangle 52">
            <a:extLst>
              <a:ext uri="{FF2B5EF4-FFF2-40B4-BE49-F238E27FC236}">
                <a16:creationId xmlns:a16="http://schemas.microsoft.com/office/drawing/2014/main" id="{12DFDD77-3A58-72FD-B7F7-3AD9C2D417AC}"/>
              </a:ext>
            </a:extLst>
          </p:cNvPr>
          <p:cNvSpPr/>
          <p:nvPr/>
        </p:nvSpPr>
        <p:spPr>
          <a:xfrm>
            <a:off x="5059213" y="2625912"/>
            <a:ext cx="41389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SIV</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1"/>
            </p:custDataLst>
          </p:nvPr>
        </p:nvSpPr>
        <p:spPr>
          <a:xfrm>
            <a:off x="4748489" y="2161770"/>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Nov 2026</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2"/>
            </p:custDataLst>
          </p:nvPr>
        </p:nvSpPr>
        <p:spPr bwMode="auto">
          <a:xfrm>
            <a:off x="5278947" y="2335254"/>
            <a:ext cx="4075242"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 N=80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BC8F2C67-00D5-1DCB-39B3-4EF7AB6F8831}"/>
              </a:ext>
            </a:extLst>
          </p:cNvPr>
          <p:cNvSpPr/>
          <p:nvPr>
            <p:custDataLst>
              <p:tags r:id="rId3"/>
            </p:custDataLst>
          </p:nvPr>
        </p:nvSpPr>
        <p:spPr bwMode="auto">
          <a:xfrm>
            <a:off x="5988561" y="4588978"/>
            <a:ext cx="3365627"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Ph2, N=12</a:t>
            </a:r>
          </a:p>
        </p:txBody>
      </p:sp>
      <p:sp>
        <p:nvSpPr>
          <p:cNvPr id="253" name="OTLSHAPE_T_e17f3958430f4cff8650518c93c7635e_StartDate">
            <a:extLst>
              <a:ext uri="{FF2B5EF4-FFF2-40B4-BE49-F238E27FC236}">
                <a16:creationId xmlns:a16="http://schemas.microsoft.com/office/drawing/2014/main" id="{07376FA6-8EB7-1249-179D-4FF55BBBAB66}"/>
              </a:ext>
            </a:extLst>
          </p:cNvPr>
          <p:cNvSpPr txBox="1"/>
          <p:nvPr>
            <p:custDataLst>
              <p:tags r:id="rId4"/>
            </p:custDataLst>
          </p:nvPr>
        </p:nvSpPr>
        <p:spPr>
          <a:xfrm>
            <a:off x="5503377" y="4414720"/>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Feb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17321B7F-F4CD-95C8-E44F-BC9BBCF8302E}"/>
              </a:ext>
            </a:extLst>
          </p:cNvPr>
          <p:cNvSpPr/>
          <p:nvPr>
            <p:custDataLst>
              <p:tags r:id="rId5"/>
            </p:custDataLst>
          </p:nvPr>
        </p:nvSpPr>
        <p:spPr bwMode="auto">
          <a:xfrm>
            <a:off x="4960053" y="4592847"/>
            <a:ext cx="1028508"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700" b="1">
                <a:solidFill>
                  <a:srgbClr val="000000"/>
                </a:solidFill>
                <a:ea typeface="等线" panose="02010600030101010101" pitchFamily="2" charset="-122"/>
                <a:cs typeface="Calibri" panose="020F0502020204030204" pitchFamily="34" charset="0"/>
              </a:rPr>
              <a:t>CTA Review + EC + HGRAC + 1</a:t>
            </a:r>
            <a:r>
              <a:rPr lang="en-US" altLang="zh-CN" sz="700" b="1" baseline="30000">
                <a:solidFill>
                  <a:srgbClr val="000000"/>
                </a:solidFill>
                <a:ea typeface="等线" panose="02010600030101010101" pitchFamily="2" charset="-122"/>
                <a:cs typeface="Calibri" panose="020F0502020204030204" pitchFamily="34" charset="0"/>
              </a:rPr>
              <a:t>st</a:t>
            </a:r>
            <a:r>
              <a:rPr lang="en-US" altLang="zh-CN" sz="700" b="1">
                <a:solidFill>
                  <a:srgbClr val="000000"/>
                </a:solidFill>
                <a:ea typeface="等线" panose="02010600030101010101" pitchFamily="2" charset="-122"/>
                <a:cs typeface="Calibri" panose="020F0502020204030204" pitchFamily="34" charset="0"/>
              </a:rPr>
              <a:t> SIV</a:t>
            </a:r>
            <a:endParaRPr lang="zh-CN" altLang="en-US" sz="700" b="1">
              <a:solidFill>
                <a:srgbClr val="000000"/>
              </a:solidFill>
              <a:ea typeface="等线" panose="02010600030101010101" pitchFamily="2" charset="-122"/>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D3ED0D6C-45E3-CC4B-0775-F1A97D931CA5}"/>
              </a:ext>
            </a:extLst>
          </p:cNvPr>
          <p:cNvSpPr txBox="1"/>
          <p:nvPr>
            <p:custDataLst>
              <p:tags r:id="rId6"/>
            </p:custDataLst>
          </p:nvPr>
        </p:nvSpPr>
        <p:spPr>
          <a:xfrm>
            <a:off x="4740664" y="4414720"/>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Aug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A0D8EFB-CB41-84C8-BA95-775353EDE6C7}"/>
              </a:ext>
            </a:extLst>
          </p:cNvPr>
          <p:cNvSpPr/>
          <p:nvPr/>
        </p:nvSpPr>
        <p:spPr>
          <a:xfrm>
            <a:off x="5750552" y="4881138"/>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8A721C0E-028B-CAD1-1608-A7CC528FB7CC}"/>
              </a:ext>
            </a:extLst>
          </p:cNvPr>
          <p:cNvSpPr/>
          <p:nvPr>
            <p:custDataLst>
              <p:tags r:id="rId7"/>
            </p:custDataLst>
          </p:nvPr>
        </p:nvSpPr>
        <p:spPr bwMode="auto">
          <a:xfrm rot="16200000">
            <a:off x="4949276" y="4825790"/>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FB31A244-80F3-7E9F-7B4B-BE302A0ED73B}"/>
              </a:ext>
            </a:extLst>
          </p:cNvPr>
          <p:cNvSpPr txBox="1"/>
          <p:nvPr>
            <p:custDataLst>
              <p:tags r:id="rId8"/>
            </p:custDataLst>
          </p:nvPr>
        </p:nvSpPr>
        <p:spPr>
          <a:xfrm>
            <a:off x="4730598" y="4927304"/>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1" name="Rectangle 73">
            <a:extLst>
              <a:ext uri="{FF2B5EF4-FFF2-40B4-BE49-F238E27FC236}">
                <a16:creationId xmlns:a16="http://schemas.microsoft.com/office/drawing/2014/main" id="{96E5E0B1-4C22-09C0-F6AC-5682E15DDEF5}"/>
              </a:ext>
            </a:extLst>
          </p:cNvPr>
          <p:cNvSpPr/>
          <p:nvPr/>
        </p:nvSpPr>
        <p:spPr>
          <a:xfrm>
            <a:off x="9200936" y="4841423"/>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2" name="OTLSHAPE_T_e17f3958430f4cff8650518c93c7635e_StartDate">
            <a:extLst>
              <a:ext uri="{FF2B5EF4-FFF2-40B4-BE49-F238E27FC236}">
                <a16:creationId xmlns:a16="http://schemas.microsoft.com/office/drawing/2014/main" id="{A5E5FEB3-C015-F934-6490-708A1344B311}"/>
              </a:ext>
            </a:extLst>
          </p:cNvPr>
          <p:cNvSpPr txBox="1"/>
          <p:nvPr>
            <p:custDataLst>
              <p:tags r:id="rId9"/>
            </p:custDataLst>
          </p:nvPr>
        </p:nvSpPr>
        <p:spPr>
          <a:xfrm>
            <a:off x="8884298" y="4375005"/>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TBD</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AA8BE26C-62F1-CD5B-D05C-AB261F53C0FC}"/>
              </a:ext>
            </a:extLst>
          </p:cNvPr>
          <p:cNvSpPr/>
          <p:nvPr/>
        </p:nvSpPr>
        <p:spPr>
          <a:xfrm>
            <a:off x="9137460" y="2625911"/>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10"/>
            </p:custDataLst>
          </p:nvPr>
        </p:nvSpPr>
        <p:spPr>
          <a:xfrm>
            <a:off x="8848378" y="2161770"/>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TBD</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6" name="TextBox 82">
            <a:extLst>
              <a:ext uri="{FF2B5EF4-FFF2-40B4-BE49-F238E27FC236}">
                <a16:creationId xmlns:a16="http://schemas.microsoft.com/office/drawing/2014/main" id="{C1D844D0-5E8F-6421-A642-904A5B8CC8CD}"/>
              </a:ext>
            </a:extLst>
          </p:cNvPr>
          <p:cNvSpPr txBox="1"/>
          <p:nvPr/>
        </p:nvSpPr>
        <p:spPr>
          <a:xfrm>
            <a:off x="31595" y="4590259"/>
            <a:ext cx="825189" cy="328423"/>
          </a:xfrm>
          <a:prstGeom prst="rect">
            <a:avLst/>
          </a:prstGeom>
          <a:noFill/>
          <a:ln>
            <a:noFill/>
          </a:ln>
        </p:spPr>
        <p:txBody>
          <a:bodyPr wrap="square" lIns="0" tIns="0" rIns="0" bIns="0" rtlCol="0">
            <a:spAutoFit/>
          </a:bodyPr>
          <a:lstStyle/>
          <a:p>
            <a:pPr algn="ctr" defTabSz="914377">
              <a:defRPr/>
            </a:pPr>
            <a:r>
              <a:rPr lang="en-US" altLang="zh-CN" sz="1067" b="1">
                <a:solidFill>
                  <a:srgbClr val="08312A"/>
                </a:solidFill>
                <a:cs typeface="Calibri" panose="020F0502020204030204" pitchFamily="34" charset="0"/>
              </a:rPr>
              <a:t>Ph2-</a:t>
            </a:r>
          </a:p>
          <a:p>
            <a:pPr algn="ctr" defTabSz="914377">
              <a:defRPr/>
            </a:pPr>
            <a:r>
              <a:rPr lang="en-US" altLang="zh-CN" sz="1067" b="1">
                <a:solidFill>
                  <a:srgbClr val="08312A"/>
                </a:solidFill>
                <a:cs typeface="Calibri" panose="020F0502020204030204" pitchFamily="34" charset="0"/>
              </a:rPr>
              <a:t>1480-0002</a:t>
            </a: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5178637" y="25279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9243960" y="25279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8C066891-4871-1004-4C87-7F9BB34F324F}"/>
              </a:ext>
            </a:extLst>
          </p:cNvPr>
          <p:cNvSpPr/>
          <p:nvPr/>
        </p:nvSpPr>
        <p:spPr bwMode="auto">
          <a:xfrm>
            <a:off x="5880461" y="479495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7" name="Star: 4 Points 143">
            <a:extLst>
              <a:ext uri="{FF2B5EF4-FFF2-40B4-BE49-F238E27FC236}">
                <a16:creationId xmlns:a16="http://schemas.microsoft.com/office/drawing/2014/main" id="{CF7D6FC1-BFE3-9C7F-8E47-EA4A2F8C4149}"/>
              </a:ext>
            </a:extLst>
          </p:cNvPr>
          <p:cNvSpPr/>
          <p:nvPr/>
        </p:nvSpPr>
        <p:spPr bwMode="auto">
          <a:xfrm>
            <a:off x="9247746" y="475524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10" name="文本框 160">
            <a:extLst>
              <a:ext uri="{FF2B5EF4-FFF2-40B4-BE49-F238E27FC236}">
                <a16:creationId xmlns:a16="http://schemas.microsoft.com/office/drawing/2014/main" id="{B945789E-8D4A-73F5-7A7E-613CACEA0B39}"/>
              </a:ext>
            </a:extLst>
          </p:cNvPr>
          <p:cNvSpPr txBox="1"/>
          <p:nvPr/>
        </p:nvSpPr>
        <p:spPr>
          <a:xfrm>
            <a:off x="8307548" y="3043716"/>
            <a:ext cx="2875771" cy="283837"/>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067" i="1">
                <a:cs typeface="Calibri" panose="020F0502020204030204" pitchFamily="34" charset="0"/>
              </a:rPr>
              <a:t>Final CTP: 27-May-26</a:t>
            </a:r>
          </a:p>
        </p:txBody>
      </p:sp>
      <p:sp>
        <p:nvSpPr>
          <p:cNvPr id="5" name="文本框 160">
            <a:extLst>
              <a:ext uri="{FF2B5EF4-FFF2-40B4-BE49-F238E27FC236}">
                <a16:creationId xmlns:a16="http://schemas.microsoft.com/office/drawing/2014/main" id="{4F32E09D-728A-6F3D-8381-E4D7FC1F25CD}"/>
              </a:ext>
            </a:extLst>
          </p:cNvPr>
          <p:cNvSpPr txBox="1"/>
          <p:nvPr/>
        </p:nvSpPr>
        <p:spPr>
          <a:xfrm>
            <a:off x="8307547" y="5464174"/>
            <a:ext cx="3117045" cy="283837"/>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067" i="1">
                <a:cs typeface="Calibri" panose="020F0502020204030204" pitchFamily="34" charset="0"/>
              </a:rPr>
              <a:t>CTA submission: Aug 2026 (30days pilot?)</a:t>
            </a:r>
          </a:p>
        </p:txBody>
      </p:sp>
      <p:grpSp>
        <p:nvGrpSpPr>
          <p:cNvPr id="3" name="Group 2">
            <a:extLst>
              <a:ext uri="{FF2B5EF4-FFF2-40B4-BE49-F238E27FC236}">
                <a16:creationId xmlns:a16="http://schemas.microsoft.com/office/drawing/2014/main" id="{D4F553CE-8C2A-6DEC-ED9B-C500D83FB7B0}"/>
              </a:ext>
            </a:extLst>
          </p:cNvPr>
          <p:cNvGrpSpPr/>
          <p:nvPr/>
        </p:nvGrpSpPr>
        <p:grpSpPr>
          <a:xfrm>
            <a:off x="3567004" y="753065"/>
            <a:ext cx="546747" cy="6104935"/>
            <a:chOff x="2212484" y="1356882"/>
            <a:chExt cx="546747" cy="4126554"/>
          </a:xfrm>
        </p:grpSpPr>
        <p:sp>
          <p:nvSpPr>
            <p:cNvPr id="4" name="OTLSHAPE_T_e17f3958430f4cff8650518c93c7635e_StartDate">
              <a:extLst>
                <a:ext uri="{FF2B5EF4-FFF2-40B4-BE49-F238E27FC236}">
                  <a16:creationId xmlns:a16="http://schemas.microsoft.com/office/drawing/2014/main" id="{11C52898-39E9-3202-1C05-59CDD6C0B9C9}"/>
                </a:ext>
              </a:extLst>
            </p:cNvPr>
            <p:cNvSpPr txBox="1"/>
            <p:nvPr>
              <p:custDataLst>
                <p:tags r:id="rId11"/>
              </p:custDataLst>
            </p:nvPr>
          </p:nvSpPr>
          <p:spPr>
            <a:xfrm>
              <a:off x="2212484" y="1356882"/>
              <a:ext cx="546747" cy="208038"/>
            </a:xfrm>
            <a:prstGeom prst="rect">
              <a:avLst/>
            </a:prstGeom>
            <a:noFill/>
            <a:ln w="12700">
              <a:noFill/>
            </a:ln>
          </p:spPr>
          <p:txBody>
            <a:bodyPr vert="horz" wrap="square" lIns="0" tIns="0" rIns="0" bIns="0" rtlCol="0" anchor="ctr" anchorCtr="0">
              <a:spAutoFit/>
            </a:bodyPr>
            <a:lstStyle/>
            <a:p>
              <a:pPr marL="0" marR="0" lvl="0" indent="0" algn="ctr" defTabSz="914332"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rPr>
                <a:t>We are here</a:t>
              </a:r>
              <a:endParaRPr kumimoji="0" lang="zh-CN" altLang="en-US" sz="1000" b="1" i="0" u="none" strike="noStrike" kern="1200" cap="none" spc="0" normalizeH="0" baseline="0" noProof="0">
                <a:ln>
                  <a:noFill/>
                </a:ln>
                <a:solidFill>
                  <a:schemeClr val="tx2"/>
                </a:solidFill>
                <a:effectLst/>
                <a:uLnTx/>
                <a:uFillTx/>
                <a:latin typeface="Boehringer Forward Text"/>
                <a:ea typeface="+mn-ea"/>
                <a:cs typeface="Calibri" panose="020F0502020204030204" pitchFamily="34" charset="0"/>
              </a:endParaRPr>
            </a:p>
          </p:txBody>
        </p:sp>
        <p:cxnSp>
          <p:nvCxnSpPr>
            <p:cNvPr id="7" name="Straight Connector 47">
              <a:extLst>
                <a:ext uri="{FF2B5EF4-FFF2-40B4-BE49-F238E27FC236}">
                  <a16:creationId xmlns:a16="http://schemas.microsoft.com/office/drawing/2014/main" id="{BB4C4528-DA79-7984-AF7C-37F75E553C39}"/>
                </a:ext>
              </a:extLst>
            </p:cNvPr>
            <p:cNvCxnSpPr>
              <a:cxnSpLocks/>
              <a:endCxn id="4" idx="2"/>
            </p:cNvCxnSpPr>
            <p:nvPr/>
          </p:nvCxnSpPr>
          <p:spPr bwMode="auto">
            <a:xfrm flipH="1" flipV="1">
              <a:off x="2485858" y="1564920"/>
              <a:ext cx="41506" cy="3918516"/>
            </a:xfrm>
            <a:prstGeom prst="line">
              <a:avLst/>
            </a:prstGeom>
            <a:solidFill>
              <a:schemeClr val="accent1"/>
            </a:solidFill>
            <a:ln w="6350" cap="flat" cmpd="sng" algn="ctr">
              <a:solidFill>
                <a:schemeClr val="tx2"/>
              </a:solidFill>
              <a:prstDash val="dash"/>
              <a:round/>
              <a:headEnd type="none" w="med" len="med"/>
              <a:tailEnd type="none" w="med" len="med"/>
            </a:ln>
            <a:effectLst/>
          </p:spPr>
        </p:cxnSp>
      </p:grpSp>
      <p:sp>
        <p:nvSpPr>
          <p:cNvPr id="9" name="TextBox 8">
            <a:extLst>
              <a:ext uri="{FF2B5EF4-FFF2-40B4-BE49-F238E27FC236}">
                <a16:creationId xmlns:a16="http://schemas.microsoft.com/office/drawing/2014/main" id="{5A492C32-5A4D-30CA-87F0-185142C1089D}"/>
              </a:ext>
            </a:extLst>
          </p:cNvPr>
          <p:cNvSpPr txBox="1"/>
          <p:nvPr/>
        </p:nvSpPr>
        <p:spPr bwMode="gray">
          <a:xfrm>
            <a:off x="1110236" y="2895036"/>
            <a:ext cx="3760488" cy="584775"/>
          </a:xfrm>
          <a:prstGeom prst="rect">
            <a:avLst/>
          </a:prstGeom>
          <a:solidFill>
            <a:schemeClr val="bg2">
              <a:lumMod val="10000"/>
              <a:lumOff val="90000"/>
            </a:schemeClr>
          </a:solidFill>
        </p:spPr>
        <p:txBody>
          <a:bodyPr wrap="square">
            <a:spAutoFit/>
          </a:bodyPr>
          <a:lstStyle/>
          <a:p>
            <a:pPr marL="171450" lvl="0" indent="-171450">
              <a:buSzPts val="1000"/>
              <a:buFont typeface="Arial" panose="020B0604020202020204" pitchFamily="34" charset="0"/>
              <a:buChar char="•"/>
              <a:tabLst>
                <a:tab pos="457200" algn="l"/>
              </a:tabLst>
            </a:pPr>
            <a:r>
              <a:rPr lang="en-US" altLang="zh-CN" sz="800">
                <a:cs typeface="Times New Roman" panose="02020603050405020304" pitchFamily="18" charset="0"/>
              </a:rPr>
              <a:t>Dose escalation is still ongoing.</a:t>
            </a:r>
          </a:p>
          <a:p>
            <a:pPr marL="171450" indent="-171450">
              <a:buFont typeface="Arial" panose="020B0604020202020204" pitchFamily="34" charset="0"/>
              <a:buChar char="•"/>
            </a:pPr>
            <a:r>
              <a:rPr lang="en-US" altLang="zh-CN" sz="800">
                <a:effectLst/>
                <a:ea typeface="Times New Roman" panose="02020603050405020304" pitchFamily="18" charset="0"/>
              </a:rPr>
              <a:t>The key priority is ensuring </a:t>
            </a:r>
            <a:r>
              <a:rPr lang="en-US" altLang="zh-CN" sz="800" b="1">
                <a:effectLst/>
                <a:ea typeface="Times New Roman" panose="02020603050405020304" pitchFamily="18" charset="0"/>
              </a:rPr>
              <a:t>robust decision-making with available data in June</a:t>
            </a:r>
            <a:r>
              <a:rPr lang="en-US" altLang="zh-CN" sz="800">
                <a:effectLst/>
                <a:ea typeface="Times New Roman" panose="02020603050405020304" pitchFamily="18" charset="0"/>
              </a:rPr>
              <a:t>.</a:t>
            </a:r>
            <a:r>
              <a:rPr lang="zh-CN" altLang="zh-CN" sz="800">
                <a:effectLst/>
              </a:rPr>
              <a:t> </a:t>
            </a:r>
            <a:endParaRPr lang="en-US" altLang="zh-CN" sz="800">
              <a:effectLst/>
            </a:endParaRPr>
          </a:p>
          <a:p>
            <a:pPr marL="171450" indent="-171450">
              <a:buFont typeface="Arial" panose="020B0604020202020204" pitchFamily="34" charset="0"/>
              <a:buChar char="•"/>
            </a:pPr>
            <a:r>
              <a:rPr lang="en-US" altLang="zh-CN" sz="800">
                <a:cs typeface="Times New Roman" panose="02020603050405020304" pitchFamily="18" charset="0"/>
              </a:rPr>
              <a:t>Target remains July for submission of updated 1480.2 protocol.</a:t>
            </a:r>
            <a:r>
              <a:rPr lang="de-DE" altLang="zh-CN" sz="800">
                <a:cs typeface="Times New Roman" panose="02020603050405020304" pitchFamily="18" charset="0"/>
              </a:rPr>
              <a:t>  </a:t>
            </a:r>
            <a:endParaRPr lang="zh-CN" altLang="zh-CN" sz="800">
              <a:cs typeface="Times New Roman" panose="02020603050405020304" pitchFamily="18" charset="0"/>
            </a:endParaRPr>
          </a:p>
        </p:txBody>
      </p:sp>
    </p:spTree>
    <p:extLst>
      <p:ext uri="{BB962C8B-B14F-4D97-AF65-F5344CB8AC3E}">
        <p14:creationId xmlns:p14="http://schemas.microsoft.com/office/powerpoint/2010/main" val="7552116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D64CD-0CAE-51EB-E413-CEC5E138138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E2266C1-235B-2E50-2649-1DC018725212}"/>
              </a:ext>
            </a:extLst>
          </p:cNvPr>
          <p:cNvSpPr>
            <a:spLocks noGrp="1"/>
          </p:cNvSpPr>
          <p:nvPr>
            <p:ph type="title"/>
          </p:nvPr>
        </p:nvSpPr>
        <p:spPr/>
        <p:txBody>
          <a:bodyPr/>
          <a:lstStyle/>
          <a:p>
            <a:r>
              <a:rPr lang="en-US"/>
              <a:t>LY6K-HLA/CD3 (BI </a:t>
            </a:r>
            <a:r>
              <a:rPr lang="en-US" altLang="zh-CN"/>
              <a:t>3822971</a:t>
            </a:r>
            <a:r>
              <a:rPr lang="en-US"/>
              <a:t>)</a:t>
            </a:r>
          </a:p>
        </p:txBody>
      </p:sp>
      <p:sp>
        <p:nvSpPr>
          <p:cNvPr id="3" name="副标题 2">
            <a:extLst>
              <a:ext uri="{FF2B5EF4-FFF2-40B4-BE49-F238E27FC236}">
                <a16:creationId xmlns:a16="http://schemas.microsoft.com/office/drawing/2014/main" id="{81376290-1A42-D1AC-6787-C13666EBD65B}"/>
              </a:ext>
            </a:extLst>
          </p:cNvPr>
          <p:cNvSpPr>
            <a:spLocks noGrp="1"/>
          </p:cNvSpPr>
          <p:nvPr>
            <p:ph type="subTitle" idx="14"/>
          </p:nvPr>
        </p:nvSpPr>
        <p:spPr/>
        <p:txBody>
          <a:bodyPr/>
          <a:lstStyle/>
          <a:p>
            <a:endParaRPr lang="en-US" noProof="0"/>
          </a:p>
        </p:txBody>
      </p:sp>
      <p:sp>
        <p:nvSpPr>
          <p:cNvPr id="4" name="灯片编号占位符 3">
            <a:extLst>
              <a:ext uri="{FF2B5EF4-FFF2-40B4-BE49-F238E27FC236}">
                <a16:creationId xmlns:a16="http://schemas.microsoft.com/office/drawing/2014/main" id="{7B4631C5-0F1C-C0F3-0B74-F658F45E53F6}"/>
              </a:ext>
            </a:extLst>
          </p:cNvPr>
          <p:cNvSpPr>
            <a:spLocks noGrp="1"/>
          </p:cNvSpPr>
          <p:nvPr>
            <p:ph type="sldNum" sz="quarter" idx="16"/>
          </p:nvPr>
        </p:nvSpPr>
        <p:spPr/>
        <p:txBody>
          <a:bodyPr/>
          <a:lstStyle/>
          <a:p>
            <a:fld id="{8FF9B0DE-3FEB-4AA0-B465-B80EF7C1333D}" type="slidenum">
              <a:rPr lang="en-US" noProof="0" smtClean="0"/>
              <a:pPr/>
              <a:t>44</a:t>
            </a:fld>
            <a:endParaRPr lang="en-US" noProof="0"/>
          </a:p>
        </p:txBody>
      </p:sp>
    </p:spTree>
    <p:extLst>
      <p:ext uri="{BB962C8B-B14F-4D97-AF65-F5344CB8AC3E}">
        <p14:creationId xmlns:p14="http://schemas.microsoft.com/office/powerpoint/2010/main" val="40818952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BC2F-9BD6-CDDA-AFE7-1DC2AE6B4E6A}"/>
              </a:ext>
            </a:extLst>
          </p:cNvPr>
          <p:cNvSpPr>
            <a:spLocks noGrp="1"/>
          </p:cNvSpPr>
          <p:nvPr>
            <p:ph type="title"/>
          </p:nvPr>
        </p:nvSpPr>
        <p:spPr>
          <a:xfrm>
            <a:off x="444189" y="282289"/>
            <a:ext cx="11233151" cy="720000"/>
          </a:xfrm>
        </p:spPr>
        <p:txBody>
          <a:bodyPr/>
          <a:lstStyle/>
          <a:p>
            <a:r>
              <a:rPr lang="en-US" altLang="zh-CN" sz="2400" i="1">
                <a:solidFill>
                  <a:schemeClr val="tx1"/>
                </a:solidFill>
                <a:latin typeface="+mn-lt"/>
              </a:rPr>
              <a:t>LY6K-HLA/CD3 </a:t>
            </a:r>
            <a:r>
              <a:rPr lang="en-US" altLang="zh-CN" sz="2400" i="1" err="1">
                <a:solidFill>
                  <a:schemeClr val="tx1"/>
                </a:solidFill>
                <a:latin typeface="+mn-lt"/>
              </a:rPr>
              <a:t>FiH</a:t>
            </a:r>
            <a:r>
              <a:rPr lang="en-US" altLang="zh-CN" sz="2400" i="1">
                <a:solidFill>
                  <a:schemeClr val="tx1"/>
                </a:solidFill>
                <a:latin typeface="+mn-lt"/>
              </a:rPr>
              <a:t> Ph1 Timeline</a:t>
            </a:r>
            <a:endParaRPr lang="zh-CN" altLang="en-US" sz="2400" i="1">
              <a:solidFill>
                <a:schemeClr val="tx1"/>
              </a:solidFill>
              <a:latin typeface="+mn-lt"/>
            </a:endParaRPr>
          </a:p>
        </p:txBody>
      </p:sp>
      <p:sp>
        <p:nvSpPr>
          <p:cNvPr id="6" name="Slide Number Placeholder 5">
            <a:extLst>
              <a:ext uri="{FF2B5EF4-FFF2-40B4-BE49-F238E27FC236}">
                <a16:creationId xmlns:a16="http://schemas.microsoft.com/office/drawing/2014/main" id="{8735CA23-00BB-EE25-B902-1E206B7DBE3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8325EE59-00E9-F1A9-913A-0B8489B2F1D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45</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5336F021-AA73-392B-8B2E-AE36C05771BC}"/>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2029</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algn="ctr"/>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B852834A-86F8-AA64-4C6D-CF2792092C09}"/>
              </a:ext>
            </a:extLst>
          </p:cNvPr>
          <p:cNvCxnSpPr>
            <a:cxnSpLocks/>
          </p:cNvCxnSpPr>
          <p:nvPr/>
        </p:nvCxnSpPr>
        <p:spPr bwMode="auto">
          <a:xfrm flipH="1">
            <a:off x="3048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64610F4-03BA-658B-CD71-8329AFC793AD}"/>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AA42DAE7-B290-ABA8-F571-CDAC9AEC7CF4}"/>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90AAB830-5E25-B851-96DD-96D8148EB560}"/>
              </a:ext>
            </a:extLst>
          </p:cNvPr>
          <p:cNvSpPr txBox="1"/>
          <p:nvPr/>
        </p:nvSpPr>
        <p:spPr>
          <a:xfrm>
            <a:off x="-41631" y="2243020"/>
            <a:ext cx="1337645"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Ph1 </a:t>
            </a:r>
            <a:r>
              <a:rPr lang="en-US" sz="1067" b="1" err="1">
                <a:solidFill>
                  <a:srgbClr val="08312A"/>
                </a:solidFill>
                <a:cs typeface="Calibri" panose="020F0502020204030204" pitchFamily="34" charset="0"/>
              </a:rPr>
              <a:t>FiH</a:t>
            </a:r>
            <a:endParaRPr lang="en-US" sz="1067" b="1">
              <a:solidFill>
                <a:srgbClr val="08312A"/>
              </a:solidFill>
              <a:cs typeface="Calibri" panose="020F0502020204030204" pitchFamily="34" charset="0"/>
            </a:endParaRPr>
          </a:p>
          <a:p>
            <a:pPr algn="ctr" defTabSz="914377">
              <a:defRPr/>
            </a:pPr>
            <a:r>
              <a:rPr lang="en-US" altLang="zh-CN" sz="1067" b="1">
                <a:solidFill>
                  <a:srgbClr val="08312A"/>
                </a:solidFill>
                <a:cs typeface="Calibri" panose="020F0502020204030204" pitchFamily="34" charset="0"/>
              </a:rPr>
              <a:t>2015-0001</a:t>
            </a:r>
          </a:p>
        </p:txBody>
      </p:sp>
      <p:pic>
        <p:nvPicPr>
          <p:cNvPr id="246" name="Picture 4">
            <a:extLst>
              <a:ext uri="{FF2B5EF4-FFF2-40B4-BE49-F238E27FC236}">
                <a16:creationId xmlns:a16="http://schemas.microsoft.com/office/drawing/2014/main" id="{C33B563D-EF1B-D4D3-EB3F-1F5D07550C07}"/>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AA11764-CE67-95DF-EE76-17DE85E50973}"/>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27783" y="3922635"/>
            <a:ext cx="1138019" cy="560880"/>
          </a:xfrm>
          <a:prstGeom prst="rect">
            <a:avLst/>
          </a:prstGeom>
        </p:spPr>
      </p:pic>
      <p:sp>
        <p:nvSpPr>
          <p:cNvPr id="251" name="OTLSHAPE_T_e17f3958430f4cff8650518c93c7635e_Shape">
            <a:extLst>
              <a:ext uri="{FF2B5EF4-FFF2-40B4-BE49-F238E27FC236}">
                <a16:creationId xmlns:a16="http://schemas.microsoft.com/office/drawing/2014/main" id="{8A542E35-EAE5-AAC4-C9E2-49352AC75F64}"/>
              </a:ext>
            </a:extLst>
          </p:cNvPr>
          <p:cNvSpPr/>
          <p:nvPr>
            <p:custDataLst>
              <p:tags r:id="rId1"/>
            </p:custDataLst>
          </p:nvPr>
        </p:nvSpPr>
        <p:spPr bwMode="auto">
          <a:xfrm>
            <a:off x="2895600" y="2273316"/>
            <a:ext cx="5572166" cy="274792"/>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1a mono DE (N = 89 / 137, 12 sites)  </a:t>
            </a:r>
            <a:endParaRPr lang="en-US" altLang="zh-CN" sz="1067" b="1">
              <a:solidFill>
                <a:srgbClr val="000000"/>
              </a:solidFill>
              <a:ea typeface="等线" panose="02010600030101010101" pitchFamily="2" charset="-122"/>
              <a:cs typeface="Calibri" panose="020F0502020204030204" pitchFamily="34" charset="0"/>
            </a:endParaRPr>
          </a:p>
        </p:txBody>
      </p:sp>
      <p:grpSp>
        <p:nvGrpSpPr>
          <p:cNvPr id="5" name="组合 4">
            <a:extLst>
              <a:ext uri="{FF2B5EF4-FFF2-40B4-BE49-F238E27FC236}">
                <a16:creationId xmlns:a16="http://schemas.microsoft.com/office/drawing/2014/main" id="{5A56FFC5-24C8-489D-7007-E980007A682E}"/>
              </a:ext>
            </a:extLst>
          </p:cNvPr>
          <p:cNvGrpSpPr/>
          <p:nvPr/>
        </p:nvGrpSpPr>
        <p:grpSpPr>
          <a:xfrm>
            <a:off x="2457970" y="2038274"/>
            <a:ext cx="1754591" cy="768925"/>
            <a:chOff x="1648306" y="2017726"/>
            <a:chExt cx="1754591" cy="768925"/>
          </a:xfrm>
        </p:grpSpPr>
        <p:sp>
          <p:nvSpPr>
            <p:cNvPr id="249" name="Rectangle 52">
              <a:extLst>
                <a:ext uri="{FF2B5EF4-FFF2-40B4-BE49-F238E27FC236}">
                  <a16:creationId xmlns:a16="http://schemas.microsoft.com/office/drawing/2014/main" id="{12DFDD77-3A58-72FD-B7F7-3AD9C2D417AC}"/>
                </a:ext>
              </a:extLst>
            </p:cNvPr>
            <p:cNvSpPr/>
            <p:nvPr/>
          </p:nvSpPr>
          <p:spPr>
            <a:xfrm>
              <a:off x="1863074" y="2530106"/>
              <a:ext cx="43794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FSS</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0C30A916-658C-D99D-B50E-623555150134}"/>
                </a:ext>
              </a:extLst>
            </p:cNvPr>
            <p:cNvSpPr txBox="1"/>
            <p:nvPr>
              <p:custDataLst>
                <p:tags r:id="rId25"/>
              </p:custDataLst>
            </p:nvPr>
          </p:nvSpPr>
          <p:spPr>
            <a:xfrm>
              <a:off x="1648306" y="2017726"/>
              <a:ext cx="1754591"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Sep 2026 </a:t>
              </a:r>
              <a:r>
                <a:rPr lang="en-US" altLang="zh-CN" sz="1067" b="1" i="1">
                  <a:solidFill>
                    <a:schemeClr val="bg1">
                      <a:lumMod val="65000"/>
                    </a:schemeClr>
                  </a:solidFill>
                  <a:ea typeface="等线" panose="02010600030101010101" pitchFamily="2" charset="-122"/>
                  <a:sym typeface="Wingdings" panose="05000000000000000000" pitchFamily="2" charset="2"/>
                </a:rPr>
                <a:t> Nov</a:t>
              </a:r>
              <a:endParaRPr lang="zh-CN" altLang="en-US" sz="1067" b="1" i="1">
                <a:solidFill>
                  <a:schemeClr val="bg1">
                    <a:lumMod val="65000"/>
                  </a:schemeClr>
                </a:solidFill>
                <a:ea typeface="等线" panose="02010600030101010101" pitchFamily="2" charset="-122"/>
              </a:endParaRPr>
            </a:p>
          </p:txBody>
        </p:sp>
        <p:sp>
          <p:nvSpPr>
            <p:cNvPr id="273" name="Star: 4 Points 143">
              <a:extLst>
                <a:ext uri="{FF2B5EF4-FFF2-40B4-BE49-F238E27FC236}">
                  <a16:creationId xmlns:a16="http://schemas.microsoft.com/office/drawing/2014/main" id="{066D8B96-5284-7829-3E0F-9F3FF60595C2}"/>
                </a:ext>
              </a:extLst>
            </p:cNvPr>
            <p:cNvSpPr/>
            <p:nvPr/>
          </p:nvSpPr>
          <p:spPr bwMode="auto">
            <a:xfrm>
              <a:off x="1994521" y="243213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9" name="组合 8">
            <a:extLst>
              <a:ext uri="{FF2B5EF4-FFF2-40B4-BE49-F238E27FC236}">
                <a16:creationId xmlns:a16="http://schemas.microsoft.com/office/drawing/2014/main" id="{3F6E6A80-BF13-9FBC-3114-303CF15A03D3}"/>
              </a:ext>
            </a:extLst>
          </p:cNvPr>
          <p:cNvGrpSpPr/>
          <p:nvPr/>
        </p:nvGrpSpPr>
        <p:grpSpPr>
          <a:xfrm>
            <a:off x="7979440" y="2073543"/>
            <a:ext cx="911147" cy="730961"/>
            <a:chOff x="4263715" y="2099832"/>
            <a:chExt cx="911147" cy="730961"/>
          </a:xfrm>
        </p:grpSpPr>
        <p:sp>
          <p:nvSpPr>
            <p:cNvPr id="264" name="Rectangle 55">
              <a:extLst>
                <a:ext uri="{FF2B5EF4-FFF2-40B4-BE49-F238E27FC236}">
                  <a16:creationId xmlns:a16="http://schemas.microsoft.com/office/drawing/2014/main" id="{AA8BE26C-62F1-CD5B-D05C-AB261F53C0FC}"/>
                </a:ext>
              </a:extLst>
            </p:cNvPr>
            <p:cNvSpPr/>
            <p:nvPr/>
          </p:nvSpPr>
          <p:spPr>
            <a:xfrm>
              <a:off x="4552797" y="2574247"/>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1B6A188-1E41-80FD-83BD-59612AB1F165}"/>
                </a:ext>
              </a:extLst>
            </p:cNvPr>
            <p:cNvSpPr txBox="1"/>
            <p:nvPr>
              <p:custDataLst>
                <p:tags r:id="rId24"/>
              </p:custDataLst>
            </p:nvPr>
          </p:nvSpPr>
          <p:spPr>
            <a:xfrm>
              <a:off x="4263715"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2029</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81ECF066-FAE6-791A-518F-C5F86843524A}"/>
                </a:ext>
              </a:extLst>
            </p:cNvPr>
            <p:cNvSpPr/>
            <p:nvPr/>
          </p:nvSpPr>
          <p:spPr bwMode="auto">
            <a:xfrm>
              <a:off x="465929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3" name="Group 62">
            <a:extLst>
              <a:ext uri="{FF2B5EF4-FFF2-40B4-BE49-F238E27FC236}">
                <a16:creationId xmlns:a16="http://schemas.microsoft.com/office/drawing/2014/main" id="{24B4F33B-4A81-77B0-534E-7C8A968BEDCC}"/>
              </a:ext>
            </a:extLst>
          </p:cNvPr>
          <p:cNvGrpSpPr/>
          <p:nvPr/>
        </p:nvGrpSpPr>
        <p:grpSpPr>
          <a:xfrm>
            <a:off x="1603313" y="652215"/>
            <a:ext cx="546747" cy="6134718"/>
            <a:chOff x="1155349" y="1057179"/>
            <a:chExt cx="546747" cy="4601037"/>
          </a:xfrm>
        </p:grpSpPr>
        <p:cxnSp>
          <p:nvCxnSpPr>
            <p:cNvPr id="4" name="Straight Connector 63">
              <a:extLst>
                <a:ext uri="{FF2B5EF4-FFF2-40B4-BE49-F238E27FC236}">
                  <a16:creationId xmlns:a16="http://schemas.microsoft.com/office/drawing/2014/main" id="{8C326948-1F9A-7646-BD57-F0F4A1AACC03}"/>
                </a:ext>
              </a:extLst>
            </p:cNvPr>
            <p:cNvCxnSpPr>
              <a:cxnSpLocks/>
            </p:cNvCxnSpPr>
            <p:nvPr/>
          </p:nvCxnSpPr>
          <p:spPr bwMode="auto">
            <a:xfrm flipV="1">
              <a:off x="1413116" y="1337678"/>
              <a:ext cx="0" cy="4320538"/>
            </a:xfrm>
            <a:prstGeom prst="line">
              <a:avLst/>
            </a:prstGeom>
            <a:ln w="12700">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1" name="OTLSHAPE_T_e17f3958430f4cff8650518c93c7635e_StartDate">
              <a:extLst>
                <a:ext uri="{FF2B5EF4-FFF2-40B4-BE49-F238E27FC236}">
                  <a16:creationId xmlns:a16="http://schemas.microsoft.com/office/drawing/2014/main" id="{8504375B-229C-8A6B-BC3D-C73291B6FA4E}"/>
                </a:ext>
              </a:extLst>
            </p:cNvPr>
            <p:cNvSpPr txBox="1"/>
            <p:nvPr>
              <p:custDataLst>
                <p:tags r:id="rId23"/>
              </p:custDataLst>
            </p:nvPr>
          </p:nvSpPr>
          <p:spPr>
            <a:xfrm>
              <a:off x="1155349" y="1057179"/>
              <a:ext cx="546747" cy="246317"/>
            </a:xfrm>
            <a:prstGeom prst="rect">
              <a:avLst/>
            </a:prstGeom>
            <a:noFill/>
            <a:ln w="12700">
              <a:noFill/>
            </a:ln>
          </p:spPr>
          <p:txBody>
            <a:bodyPr vert="horz" wrap="square" lIns="0" tIns="0" rIns="0" bIns="0" rtlCol="0" anchor="ctr" anchorCtr="0">
              <a:spAutoFit/>
            </a:bodyPr>
            <a:lstStyle/>
            <a:p>
              <a:pPr algn="ctr" defTabSz="914354"/>
              <a:r>
                <a:rPr lang="en-US" altLang="zh-CN" sz="1067" b="1">
                  <a:solidFill>
                    <a:schemeClr val="tx2"/>
                  </a:solidFill>
                  <a:cs typeface="Calibri" panose="020F0502020204030204" pitchFamily="34" charset="0"/>
                </a:rPr>
                <a:t>We are here</a:t>
              </a:r>
              <a:endParaRPr lang="zh-CN" altLang="en-US" sz="1067" b="1">
                <a:solidFill>
                  <a:schemeClr val="tx2"/>
                </a:solidFill>
                <a:cs typeface="Calibri" panose="020F0502020204030204" pitchFamily="34" charset="0"/>
              </a:endParaRPr>
            </a:p>
          </p:txBody>
        </p:sp>
      </p:grpSp>
      <p:sp>
        <p:nvSpPr>
          <p:cNvPr id="28" name="OTLSHAPE_T_e17f3958430f4cff8650518c93c7635e_Shape">
            <a:extLst>
              <a:ext uri="{FF2B5EF4-FFF2-40B4-BE49-F238E27FC236}">
                <a16:creationId xmlns:a16="http://schemas.microsoft.com/office/drawing/2014/main" id="{BE59D8E4-2ADD-8249-2A11-BED935ADCD69}"/>
              </a:ext>
            </a:extLst>
          </p:cNvPr>
          <p:cNvSpPr/>
          <p:nvPr>
            <p:custDataLst>
              <p:tags r:id="rId2"/>
            </p:custDataLst>
          </p:nvPr>
        </p:nvSpPr>
        <p:spPr bwMode="auto">
          <a:xfrm>
            <a:off x="9071651" y="2273733"/>
            <a:ext cx="1524576" cy="274792"/>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1b mono expansion </a:t>
            </a:r>
          </a:p>
        </p:txBody>
      </p:sp>
      <p:grpSp>
        <p:nvGrpSpPr>
          <p:cNvPr id="29" name="组合 4">
            <a:extLst>
              <a:ext uri="{FF2B5EF4-FFF2-40B4-BE49-F238E27FC236}">
                <a16:creationId xmlns:a16="http://schemas.microsoft.com/office/drawing/2014/main" id="{2DE0553C-36FC-CD79-BAFE-BAB1EEFB8FC1}"/>
              </a:ext>
            </a:extLst>
          </p:cNvPr>
          <p:cNvGrpSpPr/>
          <p:nvPr/>
        </p:nvGrpSpPr>
        <p:grpSpPr>
          <a:xfrm>
            <a:off x="8620172" y="2064092"/>
            <a:ext cx="1060915" cy="743524"/>
            <a:chOff x="1648306" y="2076995"/>
            <a:chExt cx="1060915" cy="743524"/>
          </a:xfrm>
        </p:grpSpPr>
        <p:sp>
          <p:nvSpPr>
            <p:cNvPr id="30" name="Rectangle 52">
              <a:extLst>
                <a:ext uri="{FF2B5EF4-FFF2-40B4-BE49-F238E27FC236}">
                  <a16:creationId xmlns:a16="http://schemas.microsoft.com/office/drawing/2014/main" id="{05469C7C-4F8D-9720-097E-FFE89E0F94FE}"/>
                </a:ext>
              </a:extLst>
            </p:cNvPr>
            <p:cNvSpPr/>
            <p:nvPr/>
          </p:nvSpPr>
          <p:spPr>
            <a:xfrm>
              <a:off x="1863074" y="2563974"/>
              <a:ext cx="43794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FSS</a:t>
              </a:r>
              <a:endParaRPr lang="zh-CN" altLang="en-US" sz="1067" b="1">
                <a:solidFill>
                  <a:srgbClr val="44546A"/>
                </a:solidFill>
                <a:ea typeface="等线" panose="02010600030101010101" pitchFamily="2" charset="-122"/>
              </a:endParaRPr>
            </a:p>
          </p:txBody>
        </p:sp>
        <p:sp>
          <p:nvSpPr>
            <p:cNvPr id="31" name="OTLSHAPE_T_e17f3958430f4cff8650518c93c7635e_StartDate">
              <a:extLst>
                <a:ext uri="{FF2B5EF4-FFF2-40B4-BE49-F238E27FC236}">
                  <a16:creationId xmlns:a16="http://schemas.microsoft.com/office/drawing/2014/main" id="{55033A80-E48F-17D3-3909-7F704656DCD6}"/>
                </a:ext>
              </a:extLst>
            </p:cNvPr>
            <p:cNvSpPr txBox="1"/>
            <p:nvPr>
              <p:custDataLst>
                <p:tags r:id="rId22"/>
              </p:custDataLst>
            </p:nvPr>
          </p:nvSpPr>
          <p:spPr>
            <a:xfrm>
              <a:off x="1648306" y="2076995"/>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Apr 2030</a:t>
              </a:r>
              <a:endParaRPr lang="zh-CN" altLang="en-US" sz="1067" b="1" i="1">
                <a:solidFill>
                  <a:schemeClr val="bg1">
                    <a:lumMod val="65000"/>
                  </a:schemeClr>
                </a:solidFill>
                <a:ea typeface="等线" panose="02010600030101010101" pitchFamily="2" charset="-122"/>
              </a:endParaRPr>
            </a:p>
          </p:txBody>
        </p:sp>
        <p:sp>
          <p:nvSpPr>
            <p:cNvPr id="224" name="Star: 4 Points 143">
              <a:extLst>
                <a:ext uri="{FF2B5EF4-FFF2-40B4-BE49-F238E27FC236}">
                  <a16:creationId xmlns:a16="http://schemas.microsoft.com/office/drawing/2014/main" id="{CA2688C6-B8E6-F511-9A5B-824B391C2F53}"/>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225" name="组合 8">
            <a:extLst>
              <a:ext uri="{FF2B5EF4-FFF2-40B4-BE49-F238E27FC236}">
                <a16:creationId xmlns:a16="http://schemas.microsoft.com/office/drawing/2014/main" id="{383F1B02-49AC-C449-5E67-538AA6C2E459}"/>
              </a:ext>
            </a:extLst>
          </p:cNvPr>
          <p:cNvGrpSpPr/>
          <p:nvPr/>
        </p:nvGrpSpPr>
        <p:grpSpPr>
          <a:xfrm>
            <a:off x="10111500" y="2073960"/>
            <a:ext cx="911147" cy="730961"/>
            <a:chOff x="4263715" y="2099832"/>
            <a:chExt cx="911147" cy="730961"/>
          </a:xfrm>
        </p:grpSpPr>
        <p:sp>
          <p:nvSpPr>
            <p:cNvPr id="226" name="Rectangle 55">
              <a:extLst>
                <a:ext uri="{FF2B5EF4-FFF2-40B4-BE49-F238E27FC236}">
                  <a16:creationId xmlns:a16="http://schemas.microsoft.com/office/drawing/2014/main" id="{DA3017CB-D5DF-B0E8-B5F7-EDC59EBB3C45}"/>
                </a:ext>
              </a:extLst>
            </p:cNvPr>
            <p:cNvSpPr/>
            <p:nvPr/>
          </p:nvSpPr>
          <p:spPr>
            <a:xfrm>
              <a:off x="4552797" y="2574247"/>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27" name="OTLSHAPE_T_e17f3958430f4cff8650518c93c7635e_StartDate">
              <a:extLst>
                <a:ext uri="{FF2B5EF4-FFF2-40B4-BE49-F238E27FC236}">
                  <a16:creationId xmlns:a16="http://schemas.microsoft.com/office/drawing/2014/main" id="{649D9CFB-CAF9-1757-7440-9D8BE8E6265E}"/>
                </a:ext>
              </a:extLst>
            </p:cNvPr>
            <p:cNvSpPr txBox="1"/>
            <p:nvPr>
              <p:custDataLst>
                <p:tags r:id="rId21"/>
              </p:custDataLst>
            </p:nvPr>
          </p:nvSpPr>
          <p:spPr>
            <a:xfrm>
              <a:off x="4263715"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2031</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28" name="Star: 4 Points 143">
              <a:extLst>
                <a:ext uri="{FF2B5EF4-FFF2-40B4-BE49-F238E27FC236}">
                  <a16:creationId xmlns:a16="http://schemas.microsoft.com/office/drawing/2014/main" id="{CB5B176D-105D-6E5E-D40C-7C4075E3AEDF}"/>
                </a:ext>
              </a:extLst>
            </p:cNvPr>
            <p:cNvSpPr/>
            <p:nvPr/>
          </p:nvSpPr>
          <p:spPr bwMode="auto">
            <a:xfrm>
              <a:off x="465929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54" name="OTLSHAPE_M_39ea6ebc19a94c9fab6ef5006c31df58_Shape">
            <a:extLst>
              <a:ext uri="{FF2B5EF4-FFF2-40B4-BE49-F238E27FC236}">
                <a16:creationId xmlns:a16="http://schemas.microsoft.com/office/drawing/2014/main" id="{E352C510-94D5-F835-4A55-1BF7A2EE3F74}"/>
              </a:ext>
            </a:extLst>
          </p:cNvPr>
          <p:cNvSpPr/>
          <p:nvPr>
            <p:custDataLst>
              <p:tags r:id="rId3"/>
            </p:custDataLst>
          </p:nvPr>
        </p:nvSpPr>
        <p:spPr bwMode="auto">
          <a:xfrm rot="16200000">
            <a:off x="2012228" y="2522195"/>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en-US" sz="933" noProof="0">
              <a:solidFill>
                <a:srgbClr val="000000"/>
              </a:solidFill>
              <a:ea typeface="等线" panose="02010600030101010101" pitchFamily="2" charset="-122"/>
              <a:cs typeface="Calibri" panose="020F0502020204030204" pitchFamily="34" charset="0"/>
            </a:endParaRPr>
          </a:p>
        </p:txBody>
      </p:sp>
      <p:sp>
        <p:nvSpPr>
          <p:cNvPr id="255" name="OTLSHAPE_M_39ea6ebc19a94c9fab6ef5006c31df58_Title">
            <a:extLst>
              <a:ext uri="{FF2B5EF4-FFF2-40B4-BE49-F238E27FC236}">
                <a16:creationId xmlns:a16="http://schemas.microsoft.com/office/drawing/2014/main" id="{94059B91-E8D2-349D-7F2B-5CA7259CBAA5}"/>
              </a:ext>
            </a:extLst>
          </p:cNvPr>
          <p:cNvSpPr txBox="1"/>
          <p:nvPr>
            <p:custDataLst>
              <p:tags r:id="rId4"/>
            </p:custDataLst>
          </p:nvPr>
        </p:nvSpPr>
        <p:spPr>
          <a:xfrm>
            <a:off x="1854651" y="2227097"/>
            <a:ext cx="928201" cy="323165"/>
          </a:xfrm>
          <a:prstGeom prst="rect">
            <a:avLst/>
          </a:prstGeom>
          <a:noFill/>
        </p:spPr>
        <p:txBody>
          <a:bodyPr vert="horz" wrap="square" lIns="0" tIns="0" rIns="0" bIns="0" rtlCol="0" anchor="ctr" anchorCtr="0">
            <a:spAutoFit/>
          </a:bodyPr>
          <a:lstStyle/>
          <a:p>
            <a:pPr algn="ctr" defTabSz="1219108">
              <a:defRPr/>
            </a:pPr>
            <a:r>
              <a:rPr lang="en-US" sz="1050" b="1" noProof="0">
                <a:solidFill>
                  <a:srgbClr val="44546A"/>
                </a:solidFill>
                <a:ea typeface="等线" panose="02010600030101010101" pitchFamily="2" charset="-122"/>
                <a:cs typeface="Calibri" panose="020F0502020204030204" pitchFamily="34" charset="0"/>
              </a:rPr>
              <a:t>CTA Sub</a:t>
            </a:r>
          </a:p>
          <a:p>
            <a:pPr algn="ctr" defTabSz="1219108">
              <a:defRPr/>
            </a:pPr>
            <a:r>
              <a:rPr lang="en-US" sz="1050" b="1" noProof="0">
                <a:solidFill>
                  <a:srgbClr val="44546A"/>
                </a:solidFill>
                <a:ea typeface="等线" panose="02010600030101010101" pitchFamily="2" charset="-122"/>
                <a:cs typeface="Calibri" panose="020F0502020204030204" pitchFamily="34" charset="0"/>
              </a:rPr>
              <a:t>30Apr2026</a:t>
            </a:r>
          </a:p>
        </p:txBody>
      </p:sp>
      <p:sp>
        <p:nvSpPr>
          <p:cNvPr id="261" name="OTLSHAPE_M_39ea6ebc19a94c9fab6ef5006c31df58_Shape">
            <a:extLst>
              <a:ext uri="{FF2B5EF4-FFF2-40B4-BE49-F238E27FC236}">
                <a16:creationId xmlns:a16="http://schemas.microsoft.com/office/drawing/2014/main" id="{128C775C-5AC8-3205-B3E0-FC1D48E2A4BB}"/>
              </a:ext>
            </a:extLst>
          </p:cNvPr>
          <p:cNvSpPr/>
          <p:nvPr>
            <p:custDataLst>
              <p:tags r:id="rId5"/>
            </p:custDataLst>
          </p:nvPr>
        </p:nvSpPr>
        <p:spPr bwMode="auto">
          <a:xfrm rot="16200000">
            <a:off x="1609662" y="2525593"/>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en-US" sz="933" noProof="0">
              <a:solidFill>
                <a:srgbClr val="000000"/>
              </a:solidFill>
              <a:ea typeface="等线" panose="02010600030101010101" pitchFamily="2" charset="-122"/>
              <a:cs typeface="Calibri" panose="020F0502020204030204" pitchFamily="34" charset="0"/>
            </a:endParaRPr>
          </a:p>
        </p:txBody>
      </p:sp>
      <p:sp>
        <p:nvSpPr>
          <p:cNvPr id="262" name="OTLSHAPE_M_39ea6ebc19a94c9fab6ef5006c31df58_Title">
            <a:extLst>
              <a:ext uri="{FF2B5EF4-FFF2-40B4-BE49-F238E27FC236}">
                <a16:creationId xmlns:a16="http://schemas.microsoft.com/office/drawing/2014/main" id="{B14A5108-ABDD-CD0F-9979-01EE4457BED7}"/>
              </a:ext>
            </a:extLst>
          </p:cNvPr>
          <p:cNvSpPr txBox="1"/>
          <p:nvPr>
            <p:custDataLst>
              <p:tags r:id="rId6"/>
            </p:custDataLst>
          </p:nvPr>
        </p:nvSpPr>
        <p:spPr>
          <a:xfrm>
            <a:off x="1150018" y="2638186"/>
            <a:ext cx="928201" cy="484748"/>
          </a:xfrm>
          <a:prstGeom prst="rect">
            <a:avLst/>
          </a:prstGeom>
          <a:noFill/>
        </p:spPr>
        <p:txBody>
          <a:bodyPr vert="horz" wrap="square" lIns="0" tIns="0" rIns="0" bIns="0" rtlCol="0" anchor="ctr" anchorCtr="0">
            <a:spAutoFit/>
          </a:bodyPr>
          <a:lstStyle/>
          <a:p>
            <a:pPr algn="ctr" defTabSz="1219108">
              <a:defRPr/>
            </a:pPr>
            <a:r>
              <a:rPr lang="en-US" sz="1050" b="1" noProof="0">
                <a:solidFill>
                  <a:srgbClr val="44546A"/>
                </a:solidFill>
                <a:ea typeface="等线" panose="02010600030101010101" pitchFamily="2" charset="-122"/>
                <a:cs typeface="Calibri" panose="020F0502020204030204" pitchFamily="34" charset="0"/>
              </a:rPr>
              <a:t>FDA pre-IND WRO </a:t>
            </a:r>
          </a:p>
          <a:p>
            <a:pPr algn="ctr" defTabSz="1219108">
              <a:defRPr/>
            </a:pPr>
            <a:r>
              <a:rPr lang="en-US" sz="1050" b="1" noProof="0">
                <a:solidFill>
                  <a:srgbClr val="44546A"/>
                </a:solidFill>
                <a:ea typeface="等线" panose="02010600030101010101" pitchFamily="2" charset="-122"/>
                <a:cs typeface="Calibri" panose="020F0502020204030204" pitchFamily="34" charset="0"/>
              </a:rPr>
              <a:t>06Mar 2026</a:t>
            </a:r>
          </a:p>
        </p:txBody>
      </p:sp>
      <p:sp>
        <p:nvSpPr>
          <p:cNvPr id="267" name="文本框 160">
            <a:extLst>
              <a:ext uri="{FF2B5EF4-FFF2-40B4-BE49-F238E27FC236}">
                <a16:creationId xmlns:a16="http://schemas.microsoft.com/office/drawing/2014/main" id="{49B80E31-5288-A1B4-4316-1692014F75A0}"/>
              </a:ext>
            </a:extLst>
          </p:cNvPr>
          <p:cNvSpPr txBox="1"/>
          <p:nvPr/>
        </p:nvSpPr>
        <p:spPr>
          <a:xfrm>
            <a:off x="9200716" y="2770892"/>
            <a:ext cx="1272032" cy="604634"/>
          </a:xfrm>
          <a:prstGeom prst="roundRect">
            <a:avLst/>
          </a:prstGeom>
          <a:noFill/>
          <a:ln>
            <a:solidFill>
              <a:srgbClr val="076D7E"/>
            </a:solidFill>
            <a:prstDash val="lgDash"/>
          </a:ln>
        </p:spPr>
        <p:txBody>
          <a:bodyPr wrap="square" rtlCol="0">
            <a:spAutoFit/>
          </a:bodyPr>
          <a:lstStyle/>
          <a:p>
            <a:pPr algn="ctr">
              <a:lnSpc>
                <a:spcPct val="140000"/>
              </a:lnSpc>
            </a:pPr>
            <a:r>
              <a:rPr lang="en-US" altLang="zh-CN" sz="1100" err="1"/>
              <a:t>sqNSCLC</a:t>
            </a:r>
            <a:endParaRPr lang="en-US" altLang="zh-CN" sz="1100"/>
          </a:p>
          <a:p>
            <a:pPr algn="ctr">
              <a:lnSpc>
                <a:spcPct val="140000"/>
              </a:lnSpc>
            </a:pPr>
            <a:r>
              <a:rPr lang="en-US" altLang="zh-CN" sz="1100"/>
              <a:t>N = 30 / 60 </a:t>
            </a:r>
          </a:p>
        </p:txBody>
      </p:sp>
      <p:sp>
        <p:nvSpPr>
          <p:cNvPr id="270" name="OTLSHAPE_T_e17f3958430f4cff8650518c93c7635e_Shape">
            <a:extLst>
              <a:ext uri="{FF2B5EF4-FFF2-40B4-BE49-F238E27FC236}">
                <a16:creationId xmlns:a16="http://schemas.microsoft.com/office/drawing/2014/main" id="{9DD0AEA7-3134-0F7B-9233-131A234C180E}"/>
              </a:ext>
            </a:extLst>
          </p:cNvPr>
          <p:cNvSpPr/>
          <p:nvPr>
            <p:custDataLst>
              <p:tags r:id="rId7"/>
            </p:custDataLst>
          </p:nvPr>
        </p:nvSpPr>
        <p:spPr bwMode="auto">
          <a:xfrm>
            <a:off x="2650981" y="4469757"/>
            <a:ext cx="1060916" cy="301693"/>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sz="700" b="1" noProof="0">
                <a:solidFill>
                  <a:srgbClr val="000000"/>
                </a:solidFill>
                <a:ea typeface="等线" panose="02010600030101010101" pitchFamily="2" charset="-122"/>
                <a:cs typeface="Calibri" panose="020F0502020204030204" pitchFamily="34" charset="0"/>
              </a:rPr>
              <a:t>CTA Review + EC + HGRAC + 1</a:t>
            </a:r>
            <a:r>
              <a:rPr lang="en-US" sz="700" b="1" baseline="30000" noProof="0">
                <a:solidFill>
                  <a:srgbClr val="000000"/>
                </a:solidFill>
                <a:ea typeface="等线" panose="02010600030101010101" pitchFamily="2" charset="-122"/>
                <a:cs typeface="Calibri" panose="020F0502020204030204" pitchFamily="34" charset="0"/>
              </a:rPr>
              <a:t>st </a:t>
            </a:r>
            <a:r>
              <a:rPr lang="en-US" sz="700" b="1" noProof="0">
                <a:solidFill>
                  <a:srgbClr val="000000"/>
                </a:solidFill>
                <a:ea typeface="等线" panose="02010600030101010101" pitchFamily="2" charset="-122"/>
                <a:cs typeface="Calibri" panose="020F0502020204030204" pitchFamily="34" charset="0"/>
              </a:rPr>
              <a:t>SIV</a:t>
            </a:r>
          </a:p>
        </p:txBody>
      </p:sp>
      <p:sp>
        <p:nvSpPr>
          <p:cNvPr id="271" name="OTLSHAPE_M_39ea6ebc19a94c9fab6ef5006c31df58_Shape">
            <a:extLst>
              <a:ext uri="{FF2B5EF4-FFF2-40B4-BE49-F238E27FC236}">
                <a16:creationId xmlns:a16="http://schemas.microsoft.com/office/drawing/2014/main" id="{C48F8776-A235-7847-7D98-99E689FD7685}"/>
              </a:ext>
            </a:extLst>
          </p:cNvPr>
          <p:cNvSpPr/>
          <p:nvPr>
            <p:custDataLst>
              <p:tags r:id="rId8"/>
            </p:custDataLst>
          </p:nvPr>
        </p:nvSpPr>
        <p:spPr bwMode="auto">
          <a:xfrm rot="16200000">
            <a:off x="2648207" y="473405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en-US" sz="933" noProof="0">
              <a:solidFill>
                <a:srgbClr val="000000"/>
              </a:solidFill>
              <a:ea typeface="等线" panose="02010600030101010101" pitchFamily="2" charset="-122"/>
              <a:cs typeface="Calibri" panose="020F0502020204030204" pitchFamily="34" charset="0"/>
            </a:endParaRPr>
          </a:p>
        </p:txBody>
      </p:sp>
      <p:sp>
        <p:nvSpPr>
          <p:cNvPr id="272" name="OTLSHAPE_M_39ea6ebc19a94c9fab6ef5006c31df58_Title">
            <a:extLst>
              <a:ext uri="{FF2B5EF4-FFF2-40B4-BE49-F238E27FC236}">
                <a16:creationId xmlns:a16="http://schemas.microsoft.com/office/drawing/2014/main" id="{7F4F8C85-AC0B-5DEA-6158-AF6F1B338A05}"/>
              </a:ext>
            </a:extLst>
          </p:cNvPr>
          <p:cNvSpPr txBox="1"/>
          <p:nvPr>
            <p:custDataLst>
              <p:tags r:id="rId9"/>
            </p:custDataLst>
          </p:nvPr>
        </p:nvSpPr>
        <p:spPr>
          <a:xfrm>
            <a:off x="2480572" y="4806617"/>
            <a:ext cx="928201" cy="164212"/>
          </a:xfrm>
          <a:prstGeom prst="rect">
            <a:avLst/>
          </a:prstGeom>
          <a:noFill/>
        </p:spPr>
        <p:txBody>
          <a:bodyPr vert="horz" wrap="square" lIns="0" tIns="0" rIns="0" bIns="0" rtlCol="0" anchor="ctr" anchorCtr="0">
            <a:spAutoFit/>
          </a:bodyPr>
          <a:lstStyle/>
          <a:p>
            <a:pPr defTabSz="1219108">
              <a:defRPr/>
            </a:pPr>
            <a:r>
              <a:rPr lang="en-US" sz="1050" b="1" noProof="0">
                <a:solidFill>
                  <a:srgbClr val="44546A"/>
                </a:solidFill>
                <a:ea typeface="等线" panose="02010600030101010101" pitchFamily="2" charset="-122"/>
                <a:cs typeface="Calibri" panose="020F0502020204030204" pitchFamily="34" charset="0"/>
              </a:rPr>
              <a:t>CTA Sub</a:t>
            </a:r>
          </a:p>
        </p:txBody>
      </p:sp>
      <p:sp>
        <p:nvSpPr>
          <p:cNvPr id="277" name="Rectangle 52">
            <a:extLst>
              <a:ext uri="{FF2B5EF4-FFF2-40B4-BE49-F238E27FC236}">
                <a16:creationId xmlns:a16="http://schemas.microsoft.com/office/drawing/2014/main" id="{16F08A1C-9197-F03C-A329-97FC3F021DCE}"/>
              </a:ext>
            </a:extLst>
          </p:cNvPr>
          <p:cNvSpPr/>
          <p:nvPr/>
        </p:nvSpPr>
        <p:spPr>
          <a:xfrm>
            <a:off x="3539196" y="4840525"/>
            <a:ext cx="413896" cy="256545"/>
          </a:xfrm>
          <a:prstGeom prst="rect">
            <a:avLst/>
          </a:prstGeom>
        </p:spPr>
        <p:txBody>
          <a:bodyPr wrap="none">
            <a:spAutoFit/>
          </a:bodyPr>
          <a:lstStyle/>
          <a:p>
            <a:pPr algn="ctr" defTabSz="1219108">
              <a:defRPr/>
            </a:pPr>
            <a:r>
              <a:rPr lang="en-US" sz="1050" b="1" noProof="0">
                <a:solidFill>
                  <a:srgbClr val="44546A"/>
                </a:solidFill>
                <a:ea typeface="等线" panose="02010600030101010101" pitchFamily="2" charset="-122"/>
              </a:rPr>
              <a:t>SIV</a:t>
            </a:r>
          </a:p>
        </p:txBody>
      </p:sp>
      <p:sp>
        <p:nvSpPr>
          <p:cNvPr id="278" name="Star: 4 Points 143">
            <a:extLst>
              <a:ext uri="{FF2B5EF4-FFF2-40B4-BE49-F238E27FC236}">
                <a16:creationId xmlns:a16="http://schemas.microsoft.com/office/drawing/2014/main" id="{D180025F-2339-0E3B-F2B5-CF47EBD82A45}"/>
              </a:ext>
            </a:extLst>
          </p:cNvPr>
          <p:cNvSpPr/>
          <p:nvPr/>
        </p:nvSpPr>
        <p:spPr bwMode="auto">
          <a:xfrm>
            <a:off x="3621762" y="467981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en-US" sz="2400" noProof="0">
              <a:solidFill>
                <a:prstClr val="black"/>
              </a:solidFill>
              <a:ea typeface="等线" panose="02010600030101010101" pitchFamily="2" charset="-122"/>
              <a:cs typeface="Calibri" panose="020F0502020204030204" pitchFamily="34" charset="0"/>
            </a:endParaRPr>
          </a:p>
        </p:txBody>
      </p:sp>
      <p:sp>
        <p:nvSpPr>
          <p:cNvPr id="279" name="OTLSHAPE_T_e17f3958430f4cff8650518c93c7635e_StartDate">
            <a:extLst>
              <a:ext uri="{FF2B5EF4-FFF2-40B4-BE49-F238E27FC236}">
                <a16:creationId xmlns:a16="http://schemas.microsoft.com/office/drawing/2014/main" id="{AF62E000-45F2-C1E6-93DB-D8B87DFD603E}"/>
              </a:ext>
            </a:extLst>
          </p:cNvPr>
          <p:cNvSpPr txBox="1"/>
          <p:nvPr>
            <p:custDataLst>
              <p:tags r:id="rId10"/>
            </p:custDataLst>
          </p:nvPr>
        </p:nvSpPr>
        <p:spPr>
          <a:xfrm>
            <a:off x="2450396" y="4257544"/>
            <a:ext cx="908093"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rPr>
              <a:t>Aug 2026</a:t>
            </a:r>
          </a:p>
        </p:txBody>
      </p:sp>
      <p:sp>
        <p:nvSpPr>
          <p:cNvPr id="280" name="OTLSHAPE_T_e17f3958430f4cff8650518c93c7635e_Shape">
            <a:extLst>
              <a:ext uri="{FF2B5EF4-FFF2-40B4-BE49-F238E27FC236}">
                <a16:creationId xmlns:a16="http://schemas.microsoft.com/office/drawing/2014/main" id="{F8D33C23-8345-B1F7-4664-5ECBAD935A93}"/>
              </a:ext>
            </a:extLst>
          </p:cNvPr>
          <p:cNvSpPr/>
          <p:nvPr>
            <p:custDataLst>
              <p:tags r:id="rId11"/>
            </p:custDataLst>
          </p:nvPr>
        </p:nvSpPr>
        <p:spPr bwMode="auto">
          <a:xfrm>
            <a:off x="2115517" y="4473014"/>
            <a:ext cx="532911" cy="284975"/>
          </a:xfrm>
          <a:prstGeom prst="roundRect">
            <a:avLst/>
          </a:prstGeom>
          <a:solidFill>
            <a:srgbClr val="86251B">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sz="800" b="1" noProof="0">
                <a:solidFill>
                  <a:prstClr val="black"/>
                </a:solidFill>
                <a:ea typeface="等线" panose="02010600030101010101" pitchFamily="2" charset="-122"/>
                <a:cs typeface="Calibri" panose="020F0502020204030204" pitchFamily="34" charset="0"/>
              </a:rPr>
              <a:t>Pre-IND</a:t>
            </a:r>
          </a:p>
        </p:txBody>
      </p:sp>
      <p:sp>
        <p:nvSpPr>
          <p:cNvPr id="281" name="OTLSHAPE_M_39ea6ebc19a94c9fab6ef5006c31df58_Shape">
            <a:extLst>
              <a:ext uri="{FF2B5EF4-FFF2-40B4-BE49-F238E27FC236}">
                <a16:creationId xmlns:a16="http://schemas.microsoft.com/office/drawing/2014/main" id="{FB880152-9A27-00BF-13A9-5C67A55B90B7}"/>
              </a:ext>
            </a:extLst>
          </p:cNvPr>
          <p:cNvSpPr/>
          <p:nvPr>
            <p:custDataLst>
              <p:tags r:id="rId12"/>
            </p:custDataLst>
          </p:nvPr>
        </p:nvSpPr>
        <p:spPr bwMode="auto">
          <a:xfrm rot="16200000">
            <a:off x="2123595" y="4731565"/>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en-US" sz="933" noProof="0">
              <a:solidFill>
                <a:srgbClr val="000000"/>
              </a:solidFill>
              <a:ea typeface="等线" panose="02010600030101010101" pitchFamily="2" charset="-122"/>
              <a:cs typeface="Calibri" panose="020F0502020204030204" pitchFamily="34" charset="0"/>
            </a:endParaRPr>
          </a:p>
        </p:txBody>
      </p:sp>
      <p:sp>
        <p:nvSpPr>
          <p:cNvPr id="282" name="OTLSHAPE_M_39ea6ebc19a94c9fab6ef5006c31df58_Title">
            <a:extLst>
              <a:ext uri="{FF2B5EF4-FFF2-40B4-BE49-F238E27FC236}">
                <a16:creationId xmlns:a16="http://schemas.microsoft.com/office/drawing/2014/main" id="{4B6EA00E-676B-190E-8276-575861EF5481}"/>
              </a:ext>
            </a:extLst>
          </p:cNvPr>
          <p:cNvSpPr txBox="1"/>
          <p:nvPr>
            <p:custDataLst>
              <p:tags r:id="rId13"/>
            </p:custDataLst>
          </p:nvPr>
        </p:nvSpPr>
        <p:spPr>
          <a:xfrm>
            <a:off x="1732517" y="4809247"/>
            <a:ext cx="670846" cy="323165"/>
          </a:xfrm>
          <a:prstGeom prst="rect">
            <a:avLst/>
          </a:prstGeom>
          <a:noFill/>
        </p:spPr>
        <p:txBody>
          <a:bodyPr vert="horz" wrap="square" lIns="0" tIns="0" rIns="0" bIns="0" rtlCol="0" anchor="ctr" anchorCtr="0">
            <a:spAutoFit/>
          </a:bodyPr>
          <a:lstStyle/>
          <a:p>
            <a:pPr algn="ctr" defTabSz="1219108">
              <a:defRPr/>
            </a:pPr>
            <a:r>
              <a:rPr lang="en-US" sz="1050" b="1" noProof="0">
                <a:solidFill>
                  <a:srgbClr val="44546A"/>
                </a:solidFill>
                <a:ea typeface="等线" panose="02010600030101010101" pitchFamily="2" charset="-122"/>
                <a:cs typeface="Calibri" panose="020F0502020204030204" pitchFamily="34" charset="0"/>
              </a:rPr>
              <a:t>Pre-IND Sub</a:t>
            </a:r>
          </a:p>
        </p:txBody>
      </p:sp>
      <p:sp>
        <p:nvSpPr>
          <p:cNvPr id="283" name="OTLSHAPE_T_e17f3958430f4cff8650518c93c7635e_StartDate">
            <a:extLst>
              <a:ext uri="{FF2B5EF4-FFF2-40B4-BE49-F238E27FC236}">
                <a16:creationId xmlns:a16="http://schemas.microsoft.com/office/drawing/2014/main" id="{58CB373A-1E22-E2A8-C26B-9921B1487015}"/>
              </a:ext>
            </a:extLst>
          </p:cNvPr>
          <p:cNvSpPr txBox="1"/>
          <p:nvPr>
            <p:custDataLst>
              <p:tags r:id="rId14"/>
            </p:custDataLst>
          </p:nvPr>
        </p:nvSpPr>
        <p:spPr>
          <a:xfrm>
            <a:off x="1530889" y="4257544"/>
            <a:ext cx="1060915"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rPr>
              <a:t>May 2026</a:t>
            </a:r>
          </a:p>
        </p:txBody>
      </p:sp>
      <p:sp>
        <p:nvSpPr>
          <p:cNvPr id="284" name="OTLSHAPE_T_e17f3958430f4cff8650518c93c7635e_StartDate">
            <a:extLst>
              <a:ext uri="{FF2B5EF4-FFF2-40B4-BE49-F238E27FC236}">
                <a16:creationId xmlns:a16="http://schemas.microsoft.com/office/drawing/2014/main" id="{818FB148-3C7E-8711-80F0-FCA1EB8823E4}"/>
              </a:ext>
            </a:extLst>
          </p:cNvPr>
          <p:cNvSpPr txBox="1"/>
          <p:nvPr>
            <p:custDataLst>
              <p:tags r:id="rId15"/>
            </p:custDataLst>
          </p:nvPr>
        </p:nvSpPr>
        <p:spPr>
          <a:xfrm>
            <a:off x="3323781" y="4257994"/>
            <a:ext cx="1060915" cy="164212"/>
          </a:xfrm>
          <a:prstGeom prst="rect">
            <a:avLst/>
          </a:prstGeom>
          <a:noFill/>
        </p:spPr>
        <p:txBody>
          <a:bodyPr vert="horz" wrap="square" lIns="0" tIns="0" rIns="0" bIns="0" rtlCol="0" anchor="ctr" anchorCtr="0">
            <a:spAutoFit/>
          </a:bodyPr>
          <a:lstStyle/>
          <a:p>
            <a:pPr algn="ctr" defTabSz="1219108">
              <a:defRPr/>
            </a:pPr>
            <a:r>
              <a:rPr lang="en-US" sz="1067" b="1" i="1" noProof="0">
                <a:solidFill>
                  <a:schemeClr val="bg1">
                    <a:lumMod val="65000"/>
                  </a:schemeClr>
                </a:solidFill>
                <a:ea typeface="等线" panose="02010600030101010101" pitchFamily="2" charset="-122"/>
              </a:rPr>
              <a:t>Feb 2027</a:t>
            </a:r>
          </a:p>
        </p:txBody>
      </p:sp>
      <p:sp>
        <p:nvSpPr>
          <p:cNvPr id="285" name="OTLSHAPE_T_e17f3958430f4cff8650518c93c7635e_Shape">
            <a:extLst>
              <a:ext uri="{FF2B5EF4-FFF2-40B4-BE49-F238E27FC236}">
                <a16:creationId xmlns:a16="http://schemas.microsoft.com/office/drawing/2014/main" id="{DA19DFFD-8177-678B-23B9-2D136B552707}"/>
              </a:ext>
            </a:extLst>
          </p:cNvPr>
          <p:cNvSpPr/>
          <p:nvPr>
            <p:custDataLst>
              <p:tags r:id="rId16"/>
            </p:custDataLst>
          </p:nvPr>
        </p:nvSpPr>
        <p:spPr bwMode="auto">
          <a:xfrm>
            <a:off x="3711897" y="4482641"/>
            <a:ext cx="4782264" cy="274792"/>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1a mono DE (N = 89 / 137, 12 sites)  </a:t>
            </a:r>
            <a:endParaRPr lang="en-US" altLang="zh-CN" sz="1067" b="1">
              <a:solidFill>
                <a:srgbClr val="000000"/>
              </a:solidFill>
              <a:ea typeface="等线" panose="02010600030101010101" pitchFamily="2" charset="-122"/>
              <a:cs typeface="Calibri" panose="020F0502020204030204" pitchFamily="34" charset="0"/>
            </a:endParaRPr>
          </a:p>
        </p:txBody>
      </p:sp>
      <p:grpSp>
        <p:nvGrpSpPr>
          <p:cNvPr id="286" name="组合 8">
            <a:extLst>
              <a:ext uri="{FF2B5EF4-FFF2-40B4-BE49-F238E27FC236}">
                <a16:creationId xmlns:a16="http://schemas.microsoft.com/office/drawing/2014/main" id="{F366C95F-74D1-5AA2-218B-4F70E7854FC5}"/>
              </a:ext>
            </a:extLst>
          </p:cNvPr>
          <p:cNvGrpSpPr/>
          <p:nvPr/>
        </p:nvGrpSpPr>
        <p:grpSpPr>
          <a:xfrm>
            <a:off x="8005835" y="4282868"/>
            <a:ext cx="911147" cy="730961"/>
            <a:chOff x="4263715" y="2099832"/>
            <a:chExt cx="911147" cy="730961"/>
          </a:xfrm>
        </p:grpSpPr>
        <p:sp>
          <p:nvSpPr>
            <p:cNvPr id="287" name="Rectangle 55">
              <a:extLst>
                <a:ext uri="{FF2B5EF4-FFF2-40B4-BE49-F238E27FC236}">
                  <a16:creationId xmlns:a16="http://schemas.microsoft.com/office/drawing/2014/main" id="{68A84F62-945D-63C3-DEB3-25989798489E}"/>
                </a:ext>
              </a:extLst>
            </p:cNvPr>
            <p:cNvSpPr/>
            <p:nvPr/>
          </p:nvSpPr>
          <p:spPr>
            <a:xfrm>
              <a:off x="4552797" y="2574247"/>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88" name="OTLSHAPE_T_e17f3958430f4cff8650518c93c7635e_StartDate">
              <a:extLst>
                <a:ext uri="{FF2B5EF4-FFF2-40B4-BE49-F238E27FC236}">
                  <a16:creationId xmlns:a16="http://schemas.microsoft.com/office/drawing/2014/main" id="{72364C4B-9304-2D42-9FD2-9074703535DD}"/>
                </a:ext>
              </a:extLst>
            </p:cNvPr>
            <p:cNvSpPr txBox="1"/>
            <p:nvPr>
              <p:custDataLst>
                <p:tags r:id="rId20"/>
              </p:custDataLst>
            </p:nvPr>
          </p:nvSpPr>
          <p:spPr>
            <a:xfrm>
              <a:off x="4263715"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2029</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89" name="Star: 4 Points 143">
              <a:extLst>
                <a:ext uri="{FF2B5EF4-FFF2-40B4-BE49-F238E27FC236}">
                  <a16:creationId xmlns:a16="http://schemas.microsoft.com/office/drawing/2014/main" id="{253CB81F-E74E-E86A-7E47-27E3AB47A04C}"/>
                </a:ext>
              </a:extLst>
            </p:cNvPr>
            <p:cNvSpPr/>
            <p:nvPr/>
          </p:nvSpPr>
          <p:spPr bwMode="auto">
            <a:xfrm>
              <a:off x="465929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290" name="OTLSHAPE_T_e17f3958430f4cff8650518c93c7635e_Shape">
            <a:extLst>
              <a:ext uri="{FF2B5EF4-FFF2-40B4-BE49-F238E27FC236}">
                <a16:creationId xmlns:a16="http://schemas.microsoft.com/office/drawing/2014/main" id="{7AE0B508-DC98-7B8E-0C98-45126AEA6E33}"/>
              </a:ext>
            </a:extLst>
          </p:cNvPr>
          <p:cNvSpPr/>
          <p:nvPr>
            <p:custDataLst>
              <p:tags r:id="rId17"/>
            </p:custDataLst>
          </p:nvPr>
        </p:nvSpPr>
        <p:spPr bwMode="auto">
          <a:xfrm>
            <a:off x="9098046" y="4483058"/>
            <a:ext cx="1524576" cy="274792"/>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 1b mono expansion  </a:t>
            </a:r>
            <a:endParaRPr lang="en-US" altLang="zh-CN" sz="1067" b="1">
              <a:solidFill>
                <a:srgbClr val="000000"/>
              </a:solidFill>
              <a:ea typeface="等线" panose="02010600030101010101" pitchFamily="2" charset="-122"/>
              <a:cs typeface="Calibri" panose="020F0502020204030204" pitchFamily="34" charset="0"/>
            </a:endParaRPr>
          </a:p>
        </p:txBody>
      </p:sp>
      <p:grpSp>
        <p:nvGrpSpPr>
          <p:cNvPr id="293" name="组合 4">
            <a:extLst>
              <a:ext uri="{FF2B5EF4-FFF2-40B4-BE49-F238E27FC236}">
                <a16:creationId xmlns:a16="http://schemas.microsoft.com/office/drawing/2014/main" id="{A2B77C33-0081-926F-4067-36584AD8BB24}"/>
              </a:ext>
            </a:extLst>
          </p:cNvPr>
          <p:cNvGrpSpPr/>
          <p:nvPr/>
        </p:nvGrpSpPr>
        <p:grpSpPr>
          <a:xfrm>
            <a:off x="8646567" y="4273417"/>
            <a:ext cx="1060915" cy="743524"/>
            <a:chOff x="1648306" y="2076995"/>
            <a:chExt cx="1060915" cy="743524"/>
          </a:xfrm>
        </p:grpSpPr>
        <p:sp>
          <p:nvSpPr>
            <p:cNvPr id="294" name="Rectangle 52">
              <a:extLst>
                <a:ext uri="{FF2B5EF4-FFF2-40B4-BE49-F238E27FC236}">
                  <a16:creationId xmlns:a16="http://schemas.microsoft.com/office/drawing/2014/main" id="{895D5B51-393F-0B76-AEC3-27F4DD11D9E0}"/>
                </a:ext>
              </a:extLst>
            </p:cNvPr>
            <p:cNvSpPr/>
            <p:nvPr/>
          </p:nvSpPr>
          <p:spPr>
            <a:xfrm>
              <a:off x="1863074" y="2563974"/>
              <a:ext cx="43794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FSS</a:t>
              </a:r>
              <a:endParaRPr lang="zh-CN" altLang="en-US" sz="1067" b="1">
                <a:solidFill>
                  <a:srgbClr val="44546A"/>
                </a:solidFill>
                <a:ea typeface="等线" panose="02010600030101010101" pitchFamily="2" charset="-122"/>
              </a:endParaRPr>
            </a:p>
          </p:txBody>
        </p:sp>
        <p:sp>
          <p:nvSpPr>
            <p:cNvPr id="295" name="OTLSHAPE_T_e17f3958430f4cff8650518c93c7635e_StartDate">
              <a:extLst>
                <a:ext uri="{FF2B5EF4-FFF2-40B4-BE49-F238E27FC236}">
                  <a16:creationId xmlns:a16="http://schemas.microsoft.com/office/drawing/2014/main" id="{222CA462-A3FF-FDA1-B615-1B42D7427C58}"/>
                </a:ext>
              </a:extLst>
            </p:cNvPr>
            <p:cNvSpPr txBox="1"/>
            <p:nvPr>
              <p:custDataLst>
                <p:tags r:id="rId19"/>
              </p:custDataLst>
            </p:nvPr>
          </p:nvSpPr>
          <p:spPr>
            <a:xfrm>
              <a:off x="1648306" y="2076995"/>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Apr 2030</a:t>
              </a:r>
              <a:endParaRPr lang="zh-CN" altLang="en-US" sz="1067" b="1" i="1">
                <a:solidFill>
                  <a:schemeClr val="bg1">
                    <a:lumMod val="65000"/>
                  </a:schemeClr>
                </a:solidFill>
                <a:ea typeface="等线" panose="02010600030101010101" pitchFamily="2" charset="-122"/>
              </a:endParaRPr>
            </a:p>
          </p:txBody>
        </p:sp>
        <p:sp>
          <p:nvSpPr>
            <p:cNvPr id="299" name="Star: 4 Points 143">
              <a:extLst>
                <a:ext uri="{FF2B5EF4-FFF2-40B4-BE49-F238E27FC236}">
                  <a16:creationId xmlns:a16="http://schemas.microsoft.com/office/drawing/2014/main" id="{836FC04F-4B18-D3ED-97FC-EF031A4AED01}"/>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300" name="组合 8">
            <a:extLst>
              <a:ext uri="{FF2B5EF4-FFF2-40B4-BE49-F238E27FC236}">
                <a16:creationId xmlns:a16="http://schemas.microsoft.com/office/drawing/2014/main" id="{B850D134-3FDD-3EF0-5FC4-820572982D96}"/>
              </a:ext>
            </a:extLst>
          </p:cNvPr>
          <p:cNvGrpSpPr/>
          <p:nvPr/>
        </p:nvGrpSpPr>
        <p:grpSpPr>
          <a:xfrm>
            <a:off x="10137895" y="4283285"/>
            <a:ext cx="911147" cy="730961"/>
            <a:chOff x="4263715" y="2099832"/>
            <a:chExt cx="911147" cy="730961"/>
          </a:xfrm>
        </p:grpSpPr>
        <p:sp>
          <p:nvSpPr>
            <p:cNvPr id="301" name="Rectangle 55">
              <a:extLst>
                <a:ext uri="{FF2B5EF4-FFF2-40B4-BE49-F238E27FC236}">
                  <a16:creationId xmlns:a16="http://schemas.microsoft.com/office/drawing/2014/main" id="{F47014E2-F21A-2BF6-89D5-0622484BA081}"/>
                </a:ext>
              </a:extLst>
            </p:cNvPr>
            <p:cNvSpPr/>
            <p:nvPr/>
          </p:nvSpPr>
          <p:spPr>
            <a:xfrm>
              <a:off x="4552797" y="2574247"/>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302" name="OTLSHAPE_T_e17f3958430f4cff8650518c93c7635e_StartDate">
              <a:extLst>
                <a:ext uri="{FF2B5EF4-FFF2-40B4-BE49-F238E27FC236}">
                  <a16:creationId xmlns:a16="http://schemas.microsoft.com/office/drawing/2014/main" id="{D46DA6DB-9D6D-1738-C9F2-815CA150C2C0}"/>
                </a:ext>
              </a:extLst>
            </p:cNvPr>
            <p:cNvSpPr txBox="1"/>
            <p:nvPr>
              <p:custDataLst>
                <p:tags r:id="rId18"/>
              </p:custDataLst>
            </p:nvPr>
          </p:nvSpPr>
          <p:spPr>
            <a:xfrm>
              <a:off x="4263715"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2031</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303" name="Star: 4 Points 143">
              <a:extLst>
                <a:ext uri="{FF2B5EF4-FFF2-40B4-BE49-F238E27FC236}">
                  <a16:creationId xmlns:a16="http://schemas.microsoft.com/office/drawing/2014/main" id="{0BBC7DBC-47E9-12D4-7FFF-DCB994391238}"/>
                </a:ext>
              </a:extLst>
            </p:cNvPr>
            <p:cNvSpPr/>
            <p:nvPr/>
          </p:nvSpPr>
          <p:spPr bwMode="auto">
            <a:xfrm>
              <a:off x="465929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grpSp>
        <p:nvGrpSpPr>
          <p:cNvPr id="304" name="组合 8">
            <a:extLst>
              <a:ext uri="{FF2B5EF4-FFF2-40B4-BE49-F238E27FC236}">
                <a16:creationId xmlns:a16="http://schemas.microsoft.com/office/drawing/2014/main" id="{D0353F85-F5EF-F252-F0CB-F10EDE2450E6}"/>
              </a:ext>
            </a:extLst>
          </p:cNvPr>
          <p:cNvGrpSpPr/>
          <p:nvPr/>
        </p:nvGrpSpPr>
        <p:grpSpPr>
          <a:xfrm>
            <a:off x="10909290" y="2262201"/>
            <a:ext cx="814638" cy="420756"/>
            <a:chOff x="4659297" y="2414096"/>
            <a:chExt cx="814638" cy="420756"/>
          </a:xfrm>
        </p:grpSpPr>
        <p:sp>
          <p:nvSpPr>
            <p:cNvPr id="305" name="Rectangle 55">
              <a:extLst>
                <a:ext uri="{FF2B5EF4-FFF2-40B4-BE49-F238E27FC236}">
                  <a16:creationId xmlns:a16="http://schemas.microsoft.com/office/drawing/2014/main" id="{C77E1C6D-ABD3-20AA-B330-8B57063697FF}"/>
                </a:ext>
              </a:extLst>
            </p:cNvPr>
            <p:cNvSpPr/>
            <p:nvPr/>
          </p:nvSpPr>
          <p:spPr>
            <a:xfrm>
              <a:off x="4700966" y="2414096"/>
              <a:ext cx="772969"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PoC</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Feb2032</a:t>
              </a:r>
            </a:p>
          </p:txBody>
        </p:sp>
        <p:sp>
          <p:nvSpPr>
            <p:cNvPr id="309" name="Star: 4 Points 143">
              <a:extLst>
                <a:ext uri="{FF2B5EF4-FFF2-40B4-BE49-F238E27FC236}">
                  <a16:creationId xmlns:a16="http://schemas.microsoft.com/office/drawing/2014/main" id="{2E6571F1-271E-8CD4-E059-732B69791DA7}"/>
                </a:ext>
              </a:extLst>
            </p:cNvPr>
            <p:cNvSpPr/>
            <p:nvPr/>
          </p:nvSpPr>
          <p:spPr bwMode="auto">
            <a:xfrm>
              <a:off x="4659297"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sp>
        <p:nvSpPr>
          <p:cNvPr id="8" name="文本框 160">
            <a:extLst>
              <a:ext uri="{FF2B5EF4-FFF2-40B4-BE49-F238E27FC236}">
                <a16:creationId xmlns:a16="http://schemas.microsoft.com/office/drawing/2014/main" id="{79DF7FD4-4C70-DFC8-1638-D3CF518BF413}"/>
              </a:ext>
            </a:extLst>
          </p:cNvPr>
          <p:cNvSpPr txBox="1"/>
          <p:nvPr/>
        </p:nvSpPr>
        <p:spPr>
          <a:xfrm>
            <a:off x="1920603" y="3175106"/>
            <a:ext cx="3885286" cy="289441"/>
          </a:xfrm>
          <a:prstGeom prst="roundRect">
            <a:avLst/>
          </a:prstGeom>
          <a:noFill/>
          <a:ln>
            <a:solidFill>
              <a:srgbClr val="076D7E"/>
            </a:solidFill>
            <a:prstDash val="lgDash"/>
          </a:ln>
        </p:spPr>
        <p:txBody>
          <a:bodyPr wrap="square" rtlCol="0">
            <a:spAutoFit/>
          </a:bodyPr>
          <a:lstStyle/>
          <a:p>
            <a:pPr marL="95998" indent="-95998" defTabSz="1219170">
              <a:spcAft>
                <a:spcPts val="267"/>
              </a:spcAft>
              <a:buFont typeface="Arial" panose="020B0604020202020204" pitchFamily="34" charset="0"/>
              <a:buChar char="•"/>
              <a:defRPr/>
            </a:pPr>
            <a:r>
              <a:rPr lang="en-US" altLang="zh-CN" sz="1100"/>
              <a:t>Steering committee meeting on 24Apr2026</a:t>
            </a:r>
            <a:endParaRPr lang="en-US" altLang="zh-CN" sz="1067" i="1">
              <a:cs typeface="Calibri" panose="020F0502020204030204" pitchFamily="34" charset="0"/>
            </a:endParaRPr>
          </a:p>
        </p:txBody>
      </p:sp>
      <p:sp>
        <p:nvSpPr>
          <p:cNvPr id="12" name="文本框 160">
            <a:extLst>
              <a:ext uri="{FF2B5EF4-FFF2-40B4-BE49-F238E27FC236}">
                <a16:creationId xmlns:a16="http://schemas.microsoft.com/office/drawing/2014/main" id="{1ABDC6EE-D736-B8E1-ADCA-FC9EB4051578}"/>
              </a:ext>
            </a:extLst>
          </p:cNvPr>
          <p:cNvSpPr txBox="1"/>
          <p:nvPr/>
        </p:nvSpPr>
        <p:spPr>
          <a:xfrm>
            <a:off x="1903222" y="5452354"/>
            <a:ext cx="6716950" cy="476726"/>
          </a:xfrm>
          <a:prstGeom prst="roundRect">
            <a:avLst/>
          </a:prstGeom>
          <a:noFill/>
          <a:ln>
            <a:solidFill>
              <a:srgbClr val="076D7E"/>
            </a:solidFill>
            <a:prstDash val="lgDash"/>
          </a:ln>
        </p:spPr>
        <p:txBody>
          <a:bodyPr wrap="square" rtlCol="0">
            <a:spAutoFit/>
          </a:bodyPr>
          <a:lstStyle/>
          <a:p>
            <a:pPr marL="171450" indent="-171450">
              <a:buFontTx/>
              <a:buChar char="-"/>
            </a:pPr>
            <a:r>
              <a:rPr lang="en-US" altLang="zh-CN" sz="1100"/>
              <a:t>China</a:t>
            </a:r>
            <a:r>
              <a:rPr lang="zh-CN" altLang="en-US" sz="1100"/>
              <a:t> </a:t>
            </a:r>
            <a:r>
              <a:rPr lang="en-US" altLang="zh-CN" sz="1100"/>
              <a:t>assessment is completed. </a:t>
            </a:r>
          </a:p>
          <a:p>
            <a:r>
              <a:rPr lang="en-US" altLang="zh-CN" sz="1100" b="1"/>
              <a:t>Note: </a:t>
            </a:r>
            <a:r>
              <a:rPr lang="en-US" altLang="zh-CN" sz="1100"/>
              <a:t>Pre-IND submission plan based on assumption that package is ready now.</a:t>
            </a:r>
          </a:p>
        </p:txBody>
      </p:sp>
    </p:spTree>
    <p:extLst>
      <p:ext uri="{BB962C8B-B14F-4D97-AF65-F5344CB8AC3E}">
        <p14:creationId xmlns:p14="http://schemas.microsoft.com/office/powerpoint/2010/main" val="34526920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65F324EC-A7A4-4682-A32A-EE0E6F2C60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5" name="Objekt 4" hidden="1">
                        <a:extLst>
                          <a:ext uri="{FF2B5EF4-FFF2-40B4-BE49-F238E27FC236}">
                            <a16:creationId xmlns:a16="http://schemas.microsoft.com/office/drawing/2014/main" id="{65F324EC-A7A4-4682-A32A-EE0E6F2C60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5" name="Textplatzhalter 8">
            <a:extLst>
              <a:ext uri="{FF2B5EF4-FFF2-40B4-BE49-F238E27FC236}">
                <a16:creationId xmlns:a16="http://schemas.microsoft.com/office/drawing/2014/main" id="{A069869E-6FDE-2D7E-9792-655F06459D52}"/>
              </a:ext>
            </a:extLst>
          </p:cNvPr>
          <p:cNvSpPr txBox="1">
            <a:spLocks/>
          </p:cNvSpPr>
          <p:nvPr/>
        </p:nvSpPr>
        <p:spPr bwMode="gray">
          <a:xfrm>
            <a:off x="479481" y="1368281"/>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a:t>01</a:t>
            </a:r>
          </a:p>
        </p:txBody>
      </p:sp>
      <p:sp>
        <p:nvSpPr>
          <p:cNvPr id="46" name="Textplatzhalter 2">
            <a:extLst>
              <a:ext uri="{FF2B5EF4-FFF2-40B4-BE49-F238E27FC236}">
                <a16:creationId xmlns:a16="http://schemas.microsoft.com/office/drawing/2014/main" id="{2F732AC3-8F5E-AE00-6574-5FD8A1DE79C6}"/>
              </a:ext>
            </a:extLst>
          </p:cNvPr>
          <p:cNvSpPr txBox="1">
            <a:spLocks/>
          </p:cNvSpPr>
          <p:nvPr/>
        </p:nvSpPr>
        <p:spPr bwMode="invGray">
          <a:xfrm>
            <a:off x="479376" y="2087953"/>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a:t>R</a:t>
            </a:r>
            <a:r>
              <a:rPr lang="en-US" altLang="zh-CN" b="1"/>
              <a:t>egulatory and Legal feasibility</a:t>
            </a:r>
            <a:endParaRPr lang="en-US" b="1"/>
          </a:p>
        </p:txBody>
      </p:sp>
      <p:sp>
        <p:nvSpPr>
          <p:cNvPr id="48" name="Textplatzhalter 8">
            <a:extLst>
              <a:ext uri="{FF2B5EF4-FFF2-40B4-BE49-F238E27FC236}">
                <a16:creationId xmlns:a16="http://schemas.microsoft.com/office/drawing/2014/main" id="{3EF0A0E8-FCB6-8DC7-4F79-E458E6DC8476}"/>
              </a:ext>
            </a:extLst>
          </p:cNvPr>
          <p:cNvSpPr txBox="1">
            <a:spLocks/>
          </p:cNvSpPr>
          <p:nvPr/>
        </p:nvSpPr>
        <p:spPr bwMode="gray">
          <a:xfrm>
            <a:off x="3035901" y="1368281"/>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a:t>02</a:t>
            </a:r>
          </a:p>
        </p:txBody>
      </p:sp>
      <p:sp>
        <p:nvSpPr>
          <p:cNvPr id="115" name="Textplatzhalter 2">
            <a:extLst>
              <a:ext uri="{FF2B5EF4-FFF2-40B4-BE49-F238E27FC236}">
                <a16:creationId xmlns:a16="http://schemas.microsoft.com/office/drawing/2014/main" id="{A58764AA-FFA4-6FA8-CD48-AC515EB85392}"/>
              </a:ext>
            </a:extLst>
          </p:cNvPr>
          <p:cNvSpPr txBox="1">
            <a:spLocks/>
          </p:cNvSpPr>
          <p:nvPr/>
        </p:nvSpPr>
        <p:spPr bwMode="invGray">
          <a:xfrm>
            <a:off x="3035796" y="2087953"/>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a:t>Clinical and Operational Feasibility</a:t>
            </a:r>
          </a:p>
        </p:txBody>
      </p:sp>
      <p:sp>
        <p:nvSpPr>
          <p:cNvPr id="117" name="Textplatzhalter 8">
            <a:extLst>
              <a:ext uri="{FF2B5EF4-FFF2-40B4-BE49-F238E27FC236}">
                <a16:creationId xmlns:a16="http://schemas.microsoft.com/office/drawing/2014/main" id="{7B4AFC59-04D5-8AC6-B8E4-9DDE1527634F}"/>
              </a:ext>
            </a:extLst>
          </p:cNvPr>
          <p:cNvSpPr txBox="1">
            <a:spLocks/>
          </p:cNvSpPr>
          <p:nvPr/>
        </p:nvSpPr>
        <p:spPr bwMode="gray">
          <a:xfrm>
            <a:off x="5592197" y="1368281"/>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a:t>03</a:t>
            </a:r>
          </a:p>
        </p:txBody>
      </p:sp>
      <p:sp>
        <p:nvSpPr>
          <p:cNvPr id="118" name="Textplatzhalter 2">
            <a:extLst>
              <a:ext uri="{FF2B5EF4-FFF2-40B4-BE49-F238E27FC236}">
                <a16:creationId xmlns:a16="http://schemas.microsoft.com/office/drawing/2014/main" id="{E5D5A12E-D991-EC97-838D-635EE558EF5D}"/>
              </a:ext>
            </a:extLst>
          </p:cNvPr>
          <p:cNvSpPr txBox="1">
            <a:spLocks/>
          </p:cNvSpPr>
          <p:nvPr/>
        </p:nvSpPr>
        <p:spPr bwMode="invGray">
          <a:xfrm>
            <a:off x="5592092" y="2087953"/>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a:t>Patient Selection Feasibility</a:t>
            </a:r>
          </a:p>
        </p:txBody>
      </p:sp>
      <p:sp>
        <p:nvSpPr>
          <p:cNvPr id="138" name="Textplatzhalter 8">
            <a:extLst>
              <a:ext uri="{FF2B5EF4-FFF2-40B4-BE49-F238E27FC236}">
                <a16:creationId xmlns:a16="http://schemas.microsoft.com/office/drawing/2014/main" id="{B75B6B3A-9A6E-CE72-CC7A-448C1780E4B7}"/>
              </a:ext>
            </a:extLst>
          </p:cNvPr>
          <p:cNvSpPr txBox="1">
            <a:spLocks/>
          </p:cNvSpPr>
          <p:nvPr/>
        </p:nvSpPr>
        <p:spPr bwMode="gray">
          <a:xfrm>
            <a:off x="479481" y="3095091"/>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a:t>04</a:t>
            </a:r>
          </a:p>
        </p:txBody>
      </p:sp>
      <p:sp>
        <p:nvSpPr>
          <p:cNvPr id="139" name="Textplatzhalter 2">
            <a:extLst>
              <a:ext uri="{FF2B5EF4-FFF2-40B4-BE49-F238E27FC236}">
                <a16:creationId xmlns:a16="http://schemas.microsoft.com/office/drawing/2014/main" id="{633CC8B2-117E-D901-7684-DD7F291BAC63}"/>
              </a:ext>
            </a:extLst>
          </p:cNvPr>
          <p:cNvSpPr txBox="1">
            <a:spLocks/>
          </p:cNvSpPr>
          <p:nvPr/>
        </p:nvSpPr>
        <p:spPr bwMode="invGray">
          <a:xfrm>
            <a:off x="479376" y="3814763"/>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a:t>Biomarker and Sampling Handling</a:t>
            </a:r>
          </a:p>
        </p:txBody>
      </p:sp>
      <p:sp>
        <p:nvSpPr>
          <p:cNvPr id="141" name="Textplatzhalter 8">
            <a:extLst>
              <a:ext uri="{FF2B5EF4-FFF2-40B4-BE49-F238E27FC236}">
                <a16:creationId xmlns:a16="http://schemas.microsoft.com/office/drawing/2014/main" id="{8BFF8194-8303-CDC7-B996-DEE9BD08E1E4}"/>
              </a:ext>
            </a:extLst>
          </p:cNvPr>
          <p:cNvSpPr txBox="1">
            <a:spLocks/>
          </p:cNvSpPr>
          <p:nvPr/>
        </p:nvSpPr>
        <p:spPr bwMode="gray">
          <a:xfrm>
            <a:off x="3035901" y="3095091"/>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a:t>05</a:t>
            </a:r>
          </a:p>
        </p:txBody>
      </p:sp>
      <p:sp>
        <p:nvSpPr>
          <p:cNvPr id="142" name="Textplatzhalter 2">
            <a:extLst>
              <a:ext uri="{FF2B5EF4-FFF2-40B4-BE49-F238E27FC236}">
                <a16:creationId xmlns:a16="http://schemas.microsoft.com/office/drawing/2014/main" id="{9D5AAE7B-6F1F-2F5D-0102-9139872A7157}"/>
              </a:ext>
            </a:extLst>
          </p:cNvPr>
          <p:cNvSpPr txBox="1">
            <a:spLocks/>
          </p:cNvSpPr>
          <p:nvPr/>
        </p:nvSpPr>
        <p:spPr bwMode="invGray">
          <a:xfrm>
            <a:off x="3035796" y="3814763"/>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a:t>CMC and IMP Supply</a:t>
            </a:r>
          </a:p>
        </p:txBody>
      </p:sp>
      <p:sp>
        <p:nvSpPr>
          <p:cNvPr id="144" name="Textplatzhalter 8">
            <a:extLst>
              <a:ext uri="{FF2B5EF4-FFF2-40B4-BE49-F238E27FC236}">
                <a16:creationId xmlns:a16="http://schemas.microsoft.com/office/drawing/2014/main" id="{86022F8F-7D20-A83F-4A6B-BD1D4315E019}"/>
              </a:ext>
            </a:extLst>
          </p:cNvPr>
          <p:cNvSpPr txBox="1">
            <a:spLocks/>
          </p:cNvSpPr>
          <p:nvPr/>
        </p:nvSpPr>
        <p:spPr bwMode="gray">
          <a:xfrm>
            <a:off x="5592197" y="3095091"/>
            <a:ext cx="2268000" cy="540000"/>
          </a:xfrm>
          <a:prstGeom prst="rect">
            <a:avLst/>
          </a:prstGeom>
          <a:noFill/>
          <a:effectLst/>
        </p:spPr>
        <p:txBody>
          <a:bodyPr wrap="none" lIns="0" tIns="0" rIns="0" bIns="0" anchor="ctr" anchorCtr="0"/>
          <a:lstStyle>
            <a:lvl1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1pPr>
            <a:lvl2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2pPr>
            <a:lvl3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3pPr>
            <a:lvl4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4pPr>
            <a:lvl5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5pPr>
            <a:lvl6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6pPr>
            <a:lvl7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7pPr>
            <a:lvl8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8pPr>
            <a:lvl9pPr marL="0" indent="0" algn="l" defTabSz="914400" rtl="0" eaLnBrk="1" latinLnBrk="0" hangingPunct="1">
              <a:lnSpc>
                <a:spcPct val="140000"/>
              </a:lnSpc>
              <a:spcBef>
                <a:spcPts val="0"/>
              </a:spcBef>
              <a:spcAft>
                <a:spcPts val="600"/>
              </a:spcAft>
              <a:buFontTx/>
              <a:buNone/>
              <a:defRPr sz="4400" b="1" kern="1200">
                <a:solidFill>
                  <a:schemeClr val="tx2"/>
                </a:solidFill>
                <a:latin typeface="+mj-lt"/>
                <a:ea typeface="+mn-ea"/>
                <a:cs typeface="+mn-cs"/>
              </a:defRPr>
            </a:lvl9pPr>
          </a:lstStyle>
          <a:p>
            <a:pPr>
              <a:lnSpc>
                <a:spcPct val="100000"/>
              </a:lnSpc>
              <a:spcAft>
                <a:spcPts val="0"/>
              </a:spcAft>
            </a:pPr>
            <a:r>
              <a:rPr lang="en-US"/>
              <a:t>06</a:t>
            </a:r>
          </a:p>
        </p:txBody>
      </p:sp>
      <p:sp>
        <p:nvSpPr>
          <p:cNvPr id="145" name="Textplatzhalter 2">
            <a:extLst>
              <a:ext uri="{FF2B5EF4-FFF2-40B4-BE49-F238E27FC236}">
                <a16:creationId xmlns:a16="http://schemas.microsoft.com/office/drawing/2014/main" id="{578307A2-F0D2-BE41-7213-56C66FC45117}"/>
              </a:ext>
            </a:extLst>
          </p:cNvPr>
          <p:cNvSpPr txBox="1">
            <a:spLocks/>
          </p:cNvSpPr>
          <p:nvPr/>
        </p:nvSpPr>
        <p:spPr bwMode="invGray">
          <a:xfrm>
            <a:off x="5592092" y="3814763"/>
            <a:ext cx="2268000" cy="720000"/>
          </a:xfrm>
          <a:prstGeom prst="rect">
            <a:avLst/>
          </a:prstGeom>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indent="0">
              <a:buNone/>
            </a:pPr>
            <a:r>
              <a:rPr lang="en-US" b="1"/>
              <a:t>CPS</a:t>
            </a:r>
          </a:p>
        </p:txBody>
      </p:sp>
      <p:pic>
        <p:nvPicPr>
          <p:cNvPr id="3" name="Grafik 2">
            <a:extLst>
              <a:ext uri="{FF2B5EF4-FFF2-40B4-BE49-F238E27FC236}">
                <a16:creationId xmlns:a16="http://schemas.microsoft.com/office/drawing/2014/main" id="{8BAF75CE-8A7A-C7FA-566F-97A83B56F17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bwMode="gray">
          <a:xfrm>
            <a:off x="8652284" y="2780928"/>
            <a:ext cx="3168352" cy="3168352"/>
          </a:xfrm>
          <a:prstGeom prst="rect">
            <a:avLst/>
          </a:prstGeom>
        </p:spPr>
      </p:pic>
      <p:sp>
        <p:nvSpPr>
          <p:cNvPr id="9" name="Fußzeilenplatzhalter 8">
            <a:extLst>
              <a:ext uri="{FF2B5EF4-FFF2-40B4-BE49-F238E27FC236}">
                <a16:creationId xmlns:a16="http://schemas.microsoft.com/office/drawing/2014/main" id="{B517E76A-6995-B607-D498-BB77A1483377}"/>
              </a:ext>
            </a:extLst>
          </p:cNvPr>
          <p:cNvSpPr>
            <a:spLocks noGrp="1"/>
          </p:cNvSpPr>
          <p:nvPr>
            <p:ph type="ftr" sz="quarter" idx="14"/>
          </p:nvPr>
        </p:nvSpPr>
        <p:spPr bwMode="invGray"/>
        <p:txBody>
          <a:bodyPr/>
          <a:lstStyle/>
          <a:p>
            <a:r>
              <a:rPr lang="en-US"/>
              <a:t>Slide library    |     ONLY FOR INTERNAL USE</a:t>
            </a:r>
          </a:p>
        </p:txBody>
      </p:sp>
      <p:sp>
        <p:nvSpPr>
          <p:cNvPr id="10" name="Foliennummernplatzhalter 9">
            <a:extLst>
              <a:ext uri="{FF2B5EF4-FFF2-40B4-BE49-F238E27FC236}">
                <a16:creationId xmlns:a16="http://schemas.microsoft.com/office/drawing/2014/main" id="{1A7ED42A-B6BC-61A0-740A-F13FBAA45042}"/>
              </a:ext>
            </a:extLst>
          </p:cNvPr>
          <p:cNvSpPr>
            <a:spLocks noGrp="1"/>
          </p:cNvSpPr>
          <p:nvPr>
            <p:ph type="sldNum" sz="quarter" idx="15"/>
          </p:nvPr>
        </p:nvSpPr>
        <p:spPr bwMode="invGray"/>
        <p:txBody>
          <a:bodyPr/>
          <a:lstStyle/>
          <a:p>
            <a:fld id="{8FF9B0DE-3FEB-4AA0-B465-B80EF7C1333D}" type="slidenum">
              <a:rPr lang="en-US" smtClean="0"/>
              <a:pPr/>
              <a:t>46</a:t>
            </a:fld>
            <a:endParaRPr lang="en-US"/>
          </a:p>
        </p:txBody>
      </p:sp>
    </p:spTree>
    <p:extLst>
      <p:ext uri="{BB962C8B-B14F-4D97-AF65-F5344CB8AC3E}">
        <p14:creationId xmlns:p14="http://schemas.microsoft.com/office/powerpoint/2010/main" val="26636008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206AB-274A-2D1E-F308-69C79A55E5F5}"/>
              </a:ext>
            </a:extLst>
          </p:cNvPr>
          <p:cNvSpPr>
            <a:spLocks noGrp="1"/>
          </p:cNvSpPr>
          <p:nvPr>
            <p:ph type="title"/>
          </p:nvPr>
        </p:nvSpPr>
        <p:spPr/>
        <p:txBody>
          <a:bodyPr/>
          <a:lstStyle/>
          <a:p>
            <a:r>
              <a:rPr lang="de-DE"/>
              <a:t>China </a:t>
            </a:r>
            <a:r>
              <a:rPr lang="de-DE" err="1"/>
              <a:t>Feasibility</a:t>
            </a:r>
            <a:r>
              <a:rPr lang="de-DE"/>
              <a:t> Assessment CMC - Summary </a:t>
            </a:r>
            <a:endParaRPr lang="en-US"/>
          </a:p>
        </p:txBody>
      </p:sp>
      <p:sp>
        <p:nvSpPr>
          <p:cNvPr id="5" name="Footer Placeholder 4">
            <a:extLst>
              <a:ext uri="{FF2B5EF4-FFF2-40B4-BE49-F238E27FC236}">
                <a16:creationId xmlns:a16="http://schemas.microsoft.com/office/drawing/2014/main" id="{A515B1EF-2492-F669-7F25-352FC010ADF1}"/>
              </a:ext>
            </a:extLst>
          </p:cNvPr>
          <p:cNvSpPr>
            <a:spLocks noGrp="1"/>
          </p:cNvSpPr>
          <p:nvPr>
            <p:ph type="ftr" sz="quarter" idx="19"/>
          </p:nvPr>
        </p:nvSpPr>
        <p:spPr/>
        <p:txBody>
          <a:bodyPr/>
          <a:lstStyle/>
          <a:p>
            <a:r>
              <a:rPr lang="en-US"/>
              <a:t>LY6K CN Feasibility   |   ONLY FOR INTERNAL USE</a:t>
            </a:r>
          </a:p>
        </p:txBody>
      </p:sp>
      <p:graphicFrame>
        <p:nvGraphicFramePr>
          <p:cNvPr id="6" name="Table 5">
            <a:extLst>
              <a:ext uri="{FF2B5EF4-FFF2-40B4-BE49-F238E27FC236}">
                <a16:creationId xmlns:a16="http://schemas.microsoft.com/office/drawing/2014/main" id="{33DFB28C-13AB-1044-42B0-62B0AE4A8E16}"/>
              </a:ext>
            </a:extLst>
          </p:cNvPr>
          <p:cNvGraphicFramePr>
            <a:graphicFrameLocks noGrp="1"/>
          </p:cNvGraphicFramePr>
          <p:nvPr>
            <p:extLst>
              <p:ext uri="{D42A27DB-BD31-4B8C-83A1-F6EECF244321}">
                <p14:modId xmlns:p14="http://schemas.microsoft.com/office/powerpoint/2010/main" val="2537261663"/>
              </p:ext>
            </p:extLst>
          </p:nvPr>
        </p:nvGraphicFramePr>
        <p:xfrm>
          <a:off x="479424" y="1146201"/>
          <a:ext cx="11539507" cy="767674"/>
        </p:xfrm>
        <a:graphic>
          <a:graphicData uri="http://schemas.openxmlformats.org/drawingml/2006/table">
            <a:tbl>
              <a:tblPr firstRow="1" bandRow="1">
                <a:tableStyleId>{5940675A-B579-460E-94D1-54222C63F5DA}</a:tableStyleId>
              </a:tblPr>
              <a:tblGrid>
                <a:gridCol w="5216296">
                  <a:extLst>
                    <a:ext uri="{9D8B030D-6E8A-4147-A177-3AD203B41FA5}">
                      <a16:colId xmlns:a16="http://schemas.microsoft.com/office/drawing/2014/main" val="1377945942"/>
                    </a:ext>
                  </a:extLst>
                </a:gridCol>
                <a:gridCol w="2974555">
                  <a:extLst>
                    <a:ext uri="{9D8B030D-6E8A-4147-A177-3AD203B41FA5}">
                      <a16:colId xmlns:a16="http://schemas.microsoft.com/office/drawing/2014/main" val="706031612"/>
                    </a:ext>
                  </a:extLst>
                </a:gridCol>
                <a:gridCol w="3348656">
                  <a:extLst>
                    <a:ext uri="{9D8B030D-6E8A-4147-A177-3AD203B41FA5}">
                      <a16:colId xmlns:a16="http://schemas.microsoft.com/office/drawing/2014/main" val="3979246380"/>
                    </a:ext>
                  </a:extLst>
                </a:gridCol>
              </a:tblGrid>
              <a:tr h="523834">
                <a:tc>
                  <a:txBody>
                    <a:bodyPr/>
                    <a:lstStyle/>
                    <a:p>
                      <a:r>
                        <a:rPr lang="de-DE" sz="1200" b="1"/>
                        <a:t>Potential Gap</a:t>
                      </a:r>
                      <a:endParaRPr lang="en-US" sz="1200" b="1"/>
                    </a:p>
                  </a:txBody>
                  <a:tcPr>
                    <a:solidFill>
                      <a:schemeClr val="bg1">
                        <a:lumMod val="85000"/>
                      </a:schemeClr>
                    </a:solidFill>
                  </a:tcPr>
                </a:tc>
                <a:tc>
                  <a:txBody>
                    <a:bodyPr/>
                    <a:lstStyle/>
                    <a:p>
                      <a:r>
                        <a:rPr lang="de-DE" sz="1200" b="1"/>
                        <a:t>Mitigation Actions</a:t>
                      </a:r>
                      <a:endParaRPr lang="en-US" sz="1200" b="1"/>
                    </a:p>
                  </a:txBody>
                  <a:tcPr>
                    <a:solidFill>
                      <a:schemeClr val="bg1">
                        <a:lumMod val="85000"/>
                      </a:schemeClr>
                    </a:solidFill>
                  </a:tcPr>
                </a:tc>
                <a:tc>
                  <a:txBody>
                    <a:bodyPr/>
                    <a:lstStyle/>
                    <a:p>
                      <a:r>
                        <a:rPr lang="de-DE" sz="1200" b="1" err="1"/>
                        <a:t>Criticality</a:t>
                      </a:r>
                      <a:endParaRPr lang="de-DE" sz="1200" b="1"/>
                    </a:p>
                    <a:p>
                      <a:r>
                        <a:rPr lang="de-DE" sz="1000" err="1">
                          <a:solidFill>
                            <a:srgbClr val="00B050"/>
                          </a:solidFill>
                        </a:rPr>
                        <a:t>No</a:t>
                      </a:r>
                      <a:r>
                        <a:rPr lang="de-DE" sz="1000"/>
                        <a:t> </a:t>
                      </a:r>
                      <a:r>
                        <a:rPr lang="en-US" sz="1000"/>
                        <a:t>/ </a:t>
                      </a:r>
                      <a:r>
                        <a:rPr lang="de-DE" sz="1000">
                          <a:solidFill>
                            <a:srgbClr val="92D050"/>
                          </a:solidFill>
                        </a:rPr>
                        <a:t>Low</a:t>
                      </a:r>
                      <a:r>
                        <a:rPr lang="de-DE" sz="1000"/>
                        <a:t> </a:t>
                      </a:r>
                      <a:r>
                        <a:rPr lang="en-US" sz="1000"/>
                        <a:t>/ </a:t>
                      </a:r>
                      <a:r>
                        <a:rPr lang="de-DE" sz="1000">
                          <a:solidFill>
                            <a:srgbClr val="FFC000"/>
                          </a:solidFill>
                        </a:rPr>
                        <a:t>Medium</a:t>
                      </a:r>
                      <a:r>
                        <a:rPr lang="de-DE" sz="1000"/>
                        <a:t> </a:t>
                      </a:r>
                      <a:r>
                        <a:rPr lang="en-US" sz="1000"/>
                        <a:t>/ </a:t>
                      </a:r>
                      <a:r>
                        <a:rPr lang="de-DE" sz="1000" err="1">
                          <a:solidFill>
                            <a:schemeClr val="accent5">
                              <a:lumMod val="75000"/>
                            </a:schemeClr>
                          </a:solidFill>
                        </a:rPr>
                        <a:t>Significant</a:t>
                      </a:r>
                      <a:r>
                        <a:rPr lang="de-DE" sz="1000"/>
                        <a:t> </a:t>
                      </a:r>
                      <a:r>
                        <a:rPr lang="en-US" sz="1000"/>
                        <a:t>/ </a:t>
                      </a:r>
                      <a:r>
                        <a:rPr lang="de-DE" sz="1000">
                          <a:solidFill>
                            <a:srgbClr val="7030A0"/>
                          </a:solidFill>
                        </a:rPr>
                        <a:t>High</a:t>
                      </a:r>
                      <a:endParaRPr lang="en-US" sz="1000">
                        <a:solidFill>
                          <a:srgbClr val="7030A0"/>
                        </a:solidFill>
                      </a:endParaRPr>
                    </a:p>
                  </a:txBody>
                  <a:tcPr>
                    <a:solidFill>
                      <a:schemeClr val="bg1">
                        <a:lumMod val="85000"/>
                      </a:schemeClr>
                    </a:solidFill>
                  </a:tcPr>
                </a:tc>
                <a:extLst>
                  <a:ext uri="{0D108BD9-81ED-4DB2-BD59-A6C34878D82A}">
                    <a16:rowId xmlns:a16="http://schemas.microsoft.com/office/drawing/2014/main" val="979944546"/>
                  </a:ext>
                </a:extLst>
              </a:tr>
              <a:tr h="196166">
                <a:tc>
                  <a:txBody>
                    <a:bodyPr/>
                    <a:lstStyle/>
                    <a:p>
                      <a:endParaRPr lang="de-DE" sz="1000"/>
                    </a:p>
                  </a:txBody>
                  <a:tcPr>
                    <a:solidFill>
                      <a:schemeClr val="bg1"/>
                    </a:solidFill>
                  </a:tcPr>
                </a:tc>
                <a:tc>
                  <a:txBody>
                    <a:bodyPr/>
                    <a:lstStyle/>
                    <a:p>
                      <a:pPr marL="171450" indent="-171450">
                        <a:buFont typeface="Arial" panose="020B0604020202020204" pitchFamily="34" charset="0"/>
                        <a:buChar char="•"/>
                      </a:pPr>
                      <a:endParaRPr lang="en-US" sz="1000" b="0"/>
                    </a:p>
                  </a:txBody>
                  <a:tcPr>
                    <a:solidFill>
                      <a:schemeClr val="bg1"/>
                    </a:solidFill>
                  </a:tcPr>
                </a:tc>
                <a:tc>
                  <a:txBody>
                    <a:bodyPr/>
                    <a:lstStyle/>
                    <a:p>
                      <a:pPr marL="171450" indent="-171450">
                        <a:buFont typeface="Arial" panose="020B0604020202020204" pitchFamily="34" charset="0"/>
                        <a:buChar char="•"/>
                      </a:pPr>
                      <a:endParaRPr lang="de-DE" sz="1000">
                        <a:solidFill>
                          <a:srgbClr val="FFC000"/>
                        </a:solidFill>
                      </a:endParaRPr>
                    </a:p>
                  </a:txBody>
                  <a:tcPr>
                    <a:solidFill>
                      <a:schemeClr val="bg1"/>
                    </a:solidFill>
                  </a:tcPr>
                </a:tc>
                <a:extLst>
                  <a:ext uri="{0D108BD9-81ED-4DB2-BD59-A6C34878D82A}">
                    <a16:rowId xmlns:a16="http://schemas.microsoft.com/office/drawing/2014/main" val="2573567572"/>
                  </a:ext>
                </a:extLst>
              </a:tr>
            </a:tbl>
          </a:graphicData>
        </a:graphic>
      </p:graphicFrame>
      <p:pic>
        <p:nvPicPr>
          <p:cNvPr id="3" name="Picture 2">
            <a:extLst>
              <a:ext uri="{FF2B5EF4-FFF2-40B4-BE49-F238E27FC236}">
                <a16:creationId xmlns:a16="http://schemas.microsoft.com/office/drawing/2014/main" id="{65E2A933-C88A-F2FB-A0AE-593043FF4F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711" y="1677622"/>
            <a:ext cx="11704320" cy="1718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38574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E0654-7495-5509-02A6-FEA460D9CA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05519E-62D5-5A8C-F8AD-C1A7593E507C}"/>
              </a:ext>
            </a:extLst>
          </p:cNvPr>
          <p:cNvSpPr>
            <a:spLocks noGrp="1"/>
          </p:cNvSpPr>
          <p:nvPr>
            <p:ph type="title"/>
          </p:nvPr>
        </p:nvSpPr>
        <p:spPr>
          <a:xfrm>
            <a:off x="519180" y="2464903"/>
            <a:ext cx="11447533" cy="834887"/>
          </a:xfrm>
        </p:spPr>
        <p:txBody>
          <a:bodyPr/>
          <a:lstStyle/>
          <a:p>
            <a:r>
              <a:rPr lang="en-US" noProof="0"/>
              <a:t>PMS &amp; RWE Studies</a:t>
            </a:r>
            <a:endParaRPr lang="en-US" b="0" noProof="0"/>
          </a:p>
        </p:txBody>
      </p:sp>
      <p:sp>
        <p:nvSpPr>
          <p:cNvPr id="4" name="Slide Number Placeholder 3">
            <a:extLst>
              <a:ext uri="{FF2B5EF4-FFF2-40B4-BE49-F238E27FC236}">
                <a16:creationId xmlns:a16="http://schemas.microsoft.com/office/drawing/2014/main" id="{B4E864EB-3204-8D5B-20CE-D780CC12AFE7}"/>
              </a:ext>
            </a:extLst>
          </p:cNvPr>
          <p:cNvSpPr>
            <a:spLocks noGrp="1"/>
          </p:cNvSpPr>
          <p:nvPr>
            <p:ph type="sldNum" sz="quarter" idx="16"/>
          </p:nvPr>
        </p:nvSpPr>
        <p:spPr/>
        <p:txBody>
          <a:bodyPr/>
          <a:lstStyle/>
          <a:p>
            <a:fld id="{8FF9B0DE-3FEB-4AA0-B465-B80EF7C1333D}" type="slidenum">
              <a:rPr lang="en-US" noProof="0" smtClean="0"/>
              <a:pPr/>
              <a:t>48</a:t>
            </a:fld>
            <a:endParaRPr lang="en-US" noProof="0"/>
          </a:p>
        </p:txBody>
      </p:sp>
    </p:spTree>
    <p:extLst>
      <p:ext uri="{BB962C8B-B14F-4D97-AF65-F5344CB8AC3E}">
        <p14:creationId xmlns:p14="http://schemas.microsoft.com/office/powerpoint/2010/main" val="15015598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117E2-320F-BFD6-FDE9-63F8A394B221}"/>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D3058772-8A86-17F1-624F-FD7CB6BE4A7C}"/>
              </a:ext>
            </a:extLst>
          </p:cNvPr>
          <p:cNvSpPr>
            <a:spLocks noGrp="1"/>
          </p:cNvSpPr>
          <p:nvPr>
            <p:ph type="title"/>
          </p:nvPr>
        </p:nvSpPr>
        <p:spPr/>
        <p:txBody>
          <a:bodyPr/>
          <a:lstStyle/>
          <a:p>
            <a:r>
              <a:t>Study Status</a:t>
            </a:r>
          </a:p>
        </p:txBody>
      </p:sp>
      <p:sp>
        <p:nvSpPr>
          <p:cNvPr id="6" name="Title 1">
            <a:extLst>
              <a:ext uri="{FF2B5EF4-FFF2-40B4-BE49-F238E27FC236}">
                <a16:creationId xmlns:a16="http://schemas.microsoft.com/office/drawing/2014/main" id="{191D435F-FF0C-F8EF-D3EF-8C04B51EB331}"/>
              </a:ext>
            </a:extLst>
          </p:cNvPr>
          <p:cNvSpPr txBox="1">
            <a:spLocks/>
          </p:cNvSpPr>
          <p:nvPr/>
        </p:nvSpPr>
        <p:spPr bwMode="gray">
          <a:xfrm>
            <a:off x="479425" y="287710"/>
            <a:ext cx="11233150" cy="720725"/>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altLang="zh-CN" sz="2500" b="1" i="0" u="none" strike="noStrike" kern="1200" cap="none" spc="0" normalizeH="0" baseline="0" noProof="0">
                <a:ln>
                  <a:noFill/>
                </a:ln>
                <a:solidFill>
                  <a:srgbClr val="08312A"/>
                </a:solidFill>
                <a:effectLst/>
                <a:uLnTx/>
                <a:uFillTx/>
                <a:latin typeface="Boehringer Forward Head"/>
                <a:ea typeface="等线 Light" panose="02010600030101010101" pitchFamily="2" charset="-122"/>
                <a:cs typeface="+mj-cs"/>
              </a:rPr>
              <a:t>TA ONCO Portfolio Summary - </a:t>
            </a:r>
            <a:r>
              <a:rPr kumimoji="0" lang="en-US" altLang="zh-CN" sz="2500" b="1" i="0" u="none" strike="noStrike" kern="1200" cap="none" spc="0" normalizeH="0" baseline="0" noProof="0">
                <a:ln>
                  <a:noFill/>
                </a:ln>
                <a:solidFill>
                  <a:srgbClr val="FF0000"/>
                </a:solidFill>
                <a:effectLst/>
                <a:uLnTx/>
                <a:uFillTx/>
                <a:latin typeface="Boehringer Forward Head"/>
                <a:ea typeface="等线 Light" panose="02010600030101010101" pitchFamily="2" charset="-122"/>
                <a:cs typeface="+mj-cs"/>
              </a:rPr>
              <a:t>PMS Studies</a:t>
            </a:r>
            <a:endParaRPr kumimoji="0" lang="zh-CN" altLang="en-US" sz="2500" b="1" i="0" u="none" strike="noStrike" kern="1200" cap="none" spc="0" normalizeH="0" baseline="0" noProof="0">
              <a:ln>
                <a:noFill/>
              </a:ln>
              <a:solidFill>
                <a:srgbClr val="FF0000"/>
              </a:solidFill>
              <a:effectLst/>
              <a:uLnTx/>
              <a:uFillTx/>
              <a:latin typeface="Boehringer Forward Head"/>
              <a:ea typeface="等线 Light" panose="02010600030101010101" pitchFamily="2" charset="-122"/>
              <a:cs typeface="+mj-cs"/>
            </a:endParaRPr>
          </a:p>
        </p:txBody>
      </p:sp>
      <p:sp>
        <p:nvSpPr>
          <p:cNvPr id="24" name="矩形 23">
            <a:extLst>
              <a:ext uri="{FF2B5EF4-FFF2-40B4-BE49-F238E27FC236}">
                <a16:creationId xmlns:a16="http://schemas.microsoft.com/office/drawing/2014/main" id="{45DFA487-DCC3-F674-8984-7D960980FD9E}"/>
              </a:ext>
            </a:extLst>
          </p:cNvPr>
          <p:cNvSpPr/>
          <p:nvPr/>
        </p:nvSpPr>
        <p:spPr>
          <a:xfrm>
            <a:off x="10430518" y="5849565"/>
            <a:ext cx="1510301" cy="720725"/>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a:pPr>
            <a:endPar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a:defRPr/>
            </a:pPr>
            <a:r>
              <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rPr>
              <a:t>1438- </a:t>
            </a:r>
            <a:r>
              <a:rPr lang="en-US" altLang="zh-CN" sz="1200" err="1">
                <a:solidFill>
                  <a:prstClr val="black"/>
                </a:solidFill>
                <a:latin typeface="Calibri" panose="020F0502020204030204"/>
                <a:ea typeface="等线" panose="02010600030101010101" pitchFamily="2" charset="-122"/>
                <a:cs typeface="Calibri"/>
              </a:rPr>
              <a:t>Obrixtamig</a:t>
            </a:r>
            <a:endPar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a:defRPr/>
            </a:pPr>
            <a:r>
              <a:rPr lang="en-US" altLang="zh-CN" sz="1200">
                <a:solidFill>
                  <a:prstClr val="black"/>
                </a:solidFill>
                <a:latin typeface="Calibri" panose="020F0502020204030204"/>
                <a:ea typeface="等线" panose="02010600030101010101" pitchFamily="2" charset="-122"/>
              </a:rPr>
              <a:t>1479</a:t>
            </a:r>
            <a:r>
              <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rPr>
              <a:t>-</a:t>
            </a:r>
            <a:r>
              <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Calibri"/>
              </a:rPr>
              <a:t> </a:t>
            </a:r>
            <a:r>
              <a:rPr lang="en-US" altLang="zh-CN" sz="1200" err="1">
                <a:solidFill>
                  <a:prstClr val="black"/>
                </a:solidFill>
                <a:latin typeface="Calibri" panose="020F0502020204030204"/>
                <a:ea typeface="等线" panose="02010600030101010101" pitchFamily="2" charset="-122"/>
                <a:cs typeface="Calibri"/>
              </a:rPr>
              <a:t>Zongertinib</a:t>
            </a:r>
            <a:endPar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Calibri"/>
            </a:endParaRPr>
          </a:p>
          <a:p>
            <a:pPr>
              <a:defRPr/>
            </a:pPr>
            <a:r>
              <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rPr>
              <a:t>1200- </a:t>
            </a:r>
            <a:r>
              <a:rPr lang="en-US" altLang="zh-CN" sz="1200">
                <a:solidFill>
                  <a:prstClr val="black"/>
                </a:solidFill>
                <a:latin typeface="Calibri" panose="020F0502020204030204"/>
                <a:ea typeface="等线" panose="02010600030101010101" pitchFamily="2" charset="-122"/>
                <a:cs typeface="Calibri"/>
              </a:rPr>
              <a:t>Afatinib</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Calibri"/>
            </a:endParaRPr>
          </a:p>
        </p:txBody>
      </p:sp>
      <p:pic>
        <p:nvPicPr>
          <p:cNvPr id="21" name="Picture" title="This slide contains the following visuals: ECR ,pivotTable ,image ,textbox ,textbox ,card ,IIS ,slicer ,slicer ,slicer ,slicer ,BI-ONISed ,BI-ONISnd ,EAP ,BI-Clinical trial ,image. Please refer to the notes on this slide for details">
            <a:hlinkClick r:id="rId3"/>
            <a:extLst>
              <a:ext uri="{FF2B5EF4-FFF2-40B4-BE49-F238E27FC236}">
                <a16:creationId xmlns:a16="http://schemas.microsoft.com/office/drawing/2014/main" id="{7A18C26A-DC5E-A6B4-F7DD-39FFAE41EAC8}"/>
              </a:ext>
            </a:extLst>
          </p:cNvPr>
          <p:cNvPicPr>
            <a:picLocks noChangeAspect="1"/>
          </p:cNvPicPr>
          <p:nvPr/>
        </p:nvPicPr>
        <p:blipFill>
          <a:blip r:embed="rId4"/>
          <a:stretch>
            <a:fillRect/>
          </a:stretch>
        </p:blipFill>
        <p:spPr>
          <a:xfrm>
            <a:off x="479425" y="742951"/>
            <a:ext cx="9836150" cy="5943600"/>
          </a:xfrm>
          <a:prstGeom prst="rect">
            <a:avLst/>
          </a:prstGeom>
          <a:noFill/>
        </p:spPr>
      </p:pic>
      <p:sp>
        <p:nvSpPr>
          <p:cNvPr id="22" name="Oval 21">
            <a:extLst>
              <a:ext uri="{FF2B5EF4-FFF2-40B4-BE49-F238E27FC236}">
                <a16:creationId xmlns:a16="http://schemas.microsoft.com/office/drawing/2014/main" id="{A7F00CFC-F932-696E-CD36-46B4BFF5FDB5}"/>
              </a:ext>
            </a:extLst>
          </p:cNvPr>
          <p:cNvSpPr/>
          <p:nvPr/>
        </p:nvSpPr>
        <p:spPr bwMode="gray">
          <a:xfrm>
            <a:off x="1876425" y="3207913"/>
            <a:ext cx="104229" cy="94387"/>
          </a:xfrm>
          <a:prstGeom prst="ellipse">
            <a:avLst/>
          </a:prstGeom>
          <a:solidFill>
            <a:srgbClr val="00E47C"/>
          </a:solidFill>
          <a:ln w="6350" cap="flat" cmpd="sng" algn="ctr">
            <a:solidFill>
              <a:sysClr val="windowText" lastClr="00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ysClr val="window" lastClr="FFFFFF"/>
                </a:solidFill>
                <a:latin typeface="Boehringer Forward Text"/>
              </a:defRPr>
            </a:lvl1pPr>
            <a:lvl2pPr marL="457200" algn="l" defTabSz="914400" rtl="0" eaLnBrk="1" latinLnBrk="0" hangingPunct="1">
              <a:defRPr sz="1800" kern="1200">
                <a:solidFill>
                  <a:sysClr val="window" lastClr="FFFFFF"/>
                </a:solidFill>
                <a:latin typeface="Boehringer Forward Text"/>
              </a:defRPr>
            </a:lvl2pPr>
            <a:lvl3pPr marL="914400" algn="l" defTabSz="914400" rtl="0" eaLnBrk="1" latinLnBrk="0" hangingPunct="1">
              <a:defRPr sz="1800" kern="1200">
                <a:solidFill>
                  <a:sysClr val="window" lastClr="FFFFFF"/>
                </a:solidFill>
                <a:latin typeface="Boehringer Forward Text"/>
              </a:defRPr>
            </a:lvl3pPr>
            <a:lvl4pPr marL="1371600" algn="l" defTabSz="914400" rtl="0" eaLnBrk="1" latinLnBrk="0" hangingPunct="1">
              <a:defRPr sz="1800" kern="1200">
                <a:solidFill>
                  <a:sysClr val="window" lastClr="FFFFFF"/>
                </a:solidFill>
                <a:latin typeface="Boehringer Forward Text"/>
              </a:defRPr>
            </a:lvl4pPr>
            <a:lvl5pPr marL="1828800" algn="l" defTabSz="914400" rtl="0" eaLnBrk="1" latinLnBrk="0" hangingPunct="1">
              <a:defRPr sz="1800" kern="1200">
                <a:solidFill>
                  <a:sysClr val="window" lastClr="FFFFFF"/>
                </a:solidFill>
                <a:latin typeface="Boehringer Forward Text"/>
              </a:defRPr>
            </a:lvl5pPr>
            <a:lvl6pPr marL="2286000" algn="l" defTabSz="914400" rtl="0" eaLnBrk="1" latinLnBrk="0" hangingPunct="1">
              <a:defRPr sz="1800" kern="1200">
                <a:solidFill>
                  <a:sysClr val="window" lastClr="FFFFFF"/>
                </a:solidFill>
                <a:latin typeface="Boehringer Forward Text"/>
              </a:defRPr>
            </a:lvl6pPr>
            <a:lvl7pPr marL="2743200" algn="l" defTabSz="914400" rtl="0" eaLnBrk="1" latinLnBrk="0" hangingPunct="1">
              <a:defRPr sz="1800" kern="1200">
                <a:solidFill>
                  <a:sysClr val="window" lastClr="FFFFFF"/>
                </a:solidFill>
                <a:latin typeface="Boehringer Forward Text"/>
              </a:defRPr>
            </a:lvl7pPr>
            <a:lvl8pPr marL="3200400" algn="l" defTabSz="914400" rtl="0" eaLnBrk="1" latinLnBrk="0" hangingPunct="1">
              <a:defRPr sz="1800" kern="1200">
                <a:solidFill>
                  <a:sysClr val="window" lastClr="FFFFFF"/>
                </a:solidFill>
                <a:latin typeface="Boehringer Forward Text"/>
              </a:defRPr>
            </a:lvl8pPr>
            <a:lvl9pPr marL="3657600" algn="l" defTabSz="914400" rtl="0" eaLnBrk="1" latinLnBrk="0" hangingPunct="1">
              <a:defRPr sz="1800" kern="1200">
                <a:solidFill>
                  <a:sysClr val="window" lastClr="FFFFFF"/>
                </a:solidFill>
                <a:latin typeface="Boehringer Forward Text"/>
              </a:defRPr>
            </a:lvl9pP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mn-cs"/>
            </a:endParaRPr>
          </a:p>
        </p:txBody>
      </p:sp>
      <p:sp>
        <p:nvSpPr>
          <p:cNvPr id="23" name="Oval 21">
            <a:extLst>
              <a:ext uri="{FF2B5EF4-FFF2-40B4-BE49-F238E27FC236}">
                <a16:creationId xmlns:a16="http://schemas.microsoft.com/office/drawing/2014/main" id="{984831B6-F605-C398-2884-2FB67C5446CF}"/>
              </a:ext>
            </a:extLst>
          </p:cNvPr>
          <p:cNvSpPr/>
          <p:nvPr/>
        </p:nvSpPr>
        <p:spPr bwMode="gray">
          <a:xfrm>
            <a:off x="1876425" y="3381806"/>
            <a:ext cx="104229" cy="94387"/>
          </a:xfrm>
          <a:prstGeom prst="ellipse">
            <a:avLst/>
          </a:prstGeom>
          <a:solidFill>
            <a:srgbClr val="00E47C"/>
          </a:solidFill>
          <a:ln w="6350" cap="flat" cmpd="sng" algn="ctr">
            <a:solidFill>
              <a:sysClr val="windowText" lastClr="00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ysClr val="window" lastClr="FFFFFF"/>
                </a:solidFill>
                <a:latin typeface="Boehringer Forward Text"/>
              </a:defRPr>
            </a:lvl1pPr>
            <a:lvl2pPr marL="457200" algn="l" defTabSz="914400" rtl="0" eaLnBrk="1" latinLnBrk="0" hangingPunct="1">
              <a:defRPr sz="1800" kern="1200">
                <a:solidFill>
                  <a:sysClr val="window" lastClr="FFFFFF"/>
                </a:solidFill>
                <a:latin typeface="Boehringer Forward Text"/>
              </a:defRPr>
            </a:lvl2pPr>
            <a:lvl3pPr marL="914400" algn="l" defTabSz="914400" rtl="0" eaLnBrk="1" latinLnBrk="0" hangingPunct="1">
              <a:defRPr sz="1800" kern="1200">
                <a:solidFill>
                  <a:sysClr val="window" lastClr="FFFFFF"/>
                </a:solidFill>
                <a:latin typeface="Boehringer Forward Text"/>
              </a:defRPr>
            </a:lvl3pPr>
            <a:lvl4pPr marL="1371600" algn="l" defTabSz="914400" rtl="0" eaLnBrk="1" latinLnBrk="0" hangingPunct="1">
              <a:defRPr sz="1800" kern="1200">
                <a:solidFill>
                  <a:sysClr val="window" lastClr="FFFFFF"/>
                </a:solidFill>
                <a:latin typeface="Boehringer Forward Text"/>
              </a:defRPr>
            </a:lvl4pPr>
            <a:lvl5pPr marL="1828800" algn="l" defTabSz="914400" rtl="0" eaLnBrk="1" latinLnBrk="0" hangingPunct="1">
              <a:defRPr sz="1800" kern="1200">
                <a:solidFill>
                  <a:sysClr val="window" lastClr="FFFFFF"/>
                </a:solidFill>
                <a:latin typeface="Boehringer Forward Text"/>
              </a:defRPr>
            </a:lvl5pPr>
            <a:lvl6pPr marL="2286000" algn="l" defTabSz="914400" rtl="0" eaLnBrk="1" latinLnBrk="0" hangingPunct="1">
              <a:defRPr sz="1800" kern="1200">
                <a:solidFill>
                  <a:sysClr val="window" lastClr="FFFFFF"/>
                </a:solidFill>
                <a:latin typeface="Boehringer Forward Text"/>
              </a:defRPr>
            </a:lvl6pPr>
            <a:lvl7pPr marL="2743200" algn="l" defTabSz="914400" rtl="0" eaLnBrk="1" latinLnBrk="0" hangingPunct="1">
              <a:defRPr sz="1800" kern="1200">
                <a:solidFill>
                  <a:sysClr val="window" lastClr="FFFFFF"/>
                </a:solidFill>
                <a:latin typeface="Boehringer Forward Text"/>
              </a:defRPr>
            </a:lvl7pPr>
            <a:lvl8pPr marL="3200400" algn="l" defTabSz="914400" rtl="0" eaLnBrk="1" latinLnBrk="0" hangingPunct="1">
              <a:defRPr sz="1800" kern="1200">
                <a:solidFill>
                  <a:sysClr val="window" lastClr="FFFFFF"/>
                </a:solidFill>
                <a:latin typeface="Boehringer Forward Text"/>
              </a:defRPr>
            </a:lvl8pPr>
            <a:lvl9pPr marL="3657600" algn="l" defTabSz="914400" rtl="0" eaLnBrk="1" latinLnBrk="0" hangingPunct="1">
              <a:defRPr sz="1800" kern="1200">
                <a:solidFill>
                  <a:sysClr val="window" lastClr="FFFFFF"/>
                </a:solidFill>
                <a:latin typeface="Boehringer Forward Text"/>
              </a:defRPr>
            </a:lvl9pP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mn-cs"/>
            </a:endParaRPr>
          </a:p>
        </p:txBody>
      </p:sp>
      <p:sp>
        <p:nvSpPr>
          <p:cNvPr id="25" name="Oval 21">
            <a:extLst>
              <a:ext uri="{FF2B5EF4-FFF2-40B4-BE49-F238E27FC236}">
                <a16:creationId xmlns:a16="http://schemas.microsoft.com/office/drawing/2014/main" id="{1AD1C8C2-000A-A114-A515-20A8EC329E1C}"/>
              </a:ext>
            </a:extLst>
          </p:cNvPr>
          <p:cNvSpPr/>
          <p:nvPr/>
        </p:nvSpPr>
        <p:spPr bwMode="gray">
          <a:xfrm>
            <a:off x="1876424" y="4258106"/>
            <a:ext cx="104229" cy="94387"/>
          </a:xfrm>
          <a:prstGeom prst="ellipse">
            <a:avLst/>
          </a:prstGeom>
          <a:solidFill>
            <a:srgbClr val="00E47C"/>
          </a:solidFill>
          <a:ln w="6350" cap="flat" cmpd="sng" algn="ctr">
            <a:solidFill>
              <a:sysClr val="windowText" lastClr="00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ysClr val="window" lastClr="FFFFFF"/>
                </a:solidFill>
                <a:latin typeface="Boehringer Forward Text"/>
              </a:defRPr>
            </a:lvl1pPr>
            <a:lvl2pPr marL="457200" algn="l" defTabSz="914400" rtl="0" eaLnBrk="1" latinLnBrk="0" hangingPunct="1">
              <a:defRPr sz="1800" kern="1200">
                <a:solidFill>
                  <a:sysClr val="window" lastClr="FFFFFF"/>
                </a:solidFill>
                <a:latin typeface="Boehringer Forward Text"/>
              </a:defRPr>
            </a:lvl2pPr>
            <a:lvl3pPr marL="914400" algn="l" defTabSz="914400" rtl="0" eaLnBrk="1" latinLnBrk="0" hangingPunct="1">
              <a:defRPr sz="1800" kern="1200">
                <a:solidFill>
                  <a:sysClr val="window" lastClr="FFFFFF"/>
                </a:solidFill>
                <a:latin typeface="Boehringer Forward Text"/>
              </a:defRPr>
            </a:lvl3pPr>
            <a:lvl4pPr marL="1371600" algn="l" defTabSz="914400" rtl="0" eaLnBrk="1" latinLnBrk="0" hangingPunct="1">
              <a:defRPr sz="1800" kern="1200">
                <a:solidFill>
                  <a:sysClr val="window" lastClr="FFFFFF"/>
                </a:solidFill>
                <a:latin typeface="Boehringer Forward Text"/>
              </a:defRPr>
            </a:lvl4pPr>
            <a:lvl5pPr marL="1828800" algn="l" defTabSz="914400" rtl="0" eaLnBrk="1" latinLnBrk="0" hangingPunct="1">
              <a:defRPr sz="1800" kern="1200">
                <a:solidFill>
                  <a:sysClr val="window" lastClr="FFFFFF"/>
                </a:solidFill>
                <a:latin typeface="Boehringer Forward Text"/>
              </a:defRPr>
            </a:lvl5pPr>
            <a:lvl6pPr marL="2286000" algn="l" defTabSz="914400" rtl="0" eaLnBrk="1" latinLnBrk="0" hangingPunct="1">
              <a:defRPr sz="1800" kern="1200">
                <a:solidFill>
                  <a:sysClr val="window" lastClr="FFFFFF"/>
                </a:solidFill>
                <a:latin typeface="Boehringer Forward Text"/>
              </a:defRPr>
            </a:lvl6pPr>
            <a:lvl7pPr marL="2743200" algn="l" defTabSz="914400" rtl="0" eaLnBrk="1" latinLnBrk="0" hangingPunct="1">
              <a:defRPr sz="1800" kern="1200">
                <a:solidFill>
                  <a:sysClr val="window" lastClr="FFFFFF"/>
                </a:solidFill>
                <a:latin typeface="Boehringer Forward Text"/>
              </a:defRPr>
            </a:lvl7pPr>
            <a:lvl8pPr marL="3200400" algn="l" defTabSz="914400" rtl="0" eaLnBrk="1" latinLnBrk="0" hangingPunct="1">
              <a:defRPr sz="1800" kern="1200">
                <a:solidFill>
                  <a:sysClr val="window" lastClr="FFFFFF"/>
                </a:solidFill>
                <a:latin typeface="Boehringer Forward Text"/>
              </a:defRPr>
            </a:lvl8pPr>
            <a:lvl9pPr marL="3657600" algn="l" defTabSz="914400" rtl="0" eaLnBrk="1" latinLnBrk="0" hangingPunct="1">
              <a:defRPr sz="1800" kern="1200">
                <a:solidFill>
                  <a:sysClr val="window" lastClr="FFFFFF"/>
                </a:solidFill>
                <a:latin typeface="Boehringer Forward Text"/>
              </a:defRPr>
            </a:lvl9pP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mn-cs"/>
            </a:endParaRPr>
          </a:p>
        </p:txBody>
      </p:sp>
      <p:sp>
        <p:nvSpPr>
          <p:cNvPr id="26" name="Oval 21">
            <a:extLst>
              <a:ext uri="{FF2B5EF4-FFF2-40B4-BE49-F238E27FC236}">
                <a16:creationId xmlns:a16="http://schemas.microsoft.com/office/drawing/2014/main" id="{9E681D90-B507-A73F-232E-7F4414F32024}"/>
              </a:ext>
            </a:extLst>
          </p:cNvPr>
          <p:cNvSpPr/>
          <p:nvPr/>
        </p:nvSpPr>
        <p:spPr bwMode="gray">
          <a:xfrm>
            <a:off x="3495674" y="2886506"/>
            <a:ext cx="104229" cy="94387"/>
          </a:xfrm>
          <a:prstGeom prst="ellipse">
            <a:avLst/>
          </a:prstGeom>
          <a:solidFill>
            <a:srgbClr val="00E47C"/>
          </a:solidFill>
          <a:ln w="6350" cap="flat" cmpd="sng" algn="ctr">
            <a:solidFill>
              <a:sysClr val="windowText" lastClr="00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ysClr val="window" lastClr="FFFFFF"/>
                </a:solidFill>
                <a:latin typeface="Boehringer Forward Text"/>
              </a:defRPr>
            </a:lvl1pPr>
            <a:lvl2pPr marL="457200" algn="l" defTabSz="914400" rtl="0" eaLnBrk="1" latinLnBrk="0" hangingPunct="1">
              <a:defRPr sz="1800" kern="1200">
                <a:solidFill>
                  <a:sysClr val="window" lastClr="FFFFFF"/>
                </a:solidFill>
                <a:latin typeface="Boehringer Forward Text"/>
              </a:defRPr>
            </a:lvl2pPr>
            <a:lvl3pPr marL="914400" algn="l" defTabSz="914400" rtl="0" eaLnBrk="1" latinLnBrk="0" hangingPunct="1">
              <a:defRPr sz="1800" kern="1200">
                <a:solidFill>
                  <a:sysClr val="window" lastClr="FFFFFF"/>
                </a:solidFill>
                <a:latin typeface="Boehringer Forward Text"/>
              </a:defRPr>
            </a:lvl3pPr>
            <a:lvl4pPr marL="1371600" algn="l" defTabSz="914400" rtl="0" eaLnBrk="1" latinLnBrk="0" hangingPunct="1">
              <a:defRPr sz="1800" kern="1200">
                <a:solidFill>
                  <a:sysClr val="window" lastClr="FFFFFF"/>
                </a:solidFill>
                <a:latin typeface="Boehringer Forward Text"/>
              </a:defRPr>
            </a:lvl4pPr>
            <a:lvl5pPr marL="1828800" algn="l" defTabSz="914400" rtl="0" eaLnBrk="1" latinLnBrk="0" hangingPunct="1">
              <a:defRPr sz="1800" kern="1200">
                <a:solidFill>
                  <a:sysClr val="window" lastClr="FFFFFF"/>
                </a:solidFill>
                <a:latin typeface="Boehringer Forward Text"/>
              </a:defRPr>
            </a:lvl5pPr>
            <a:lvl6pPr marL="2286000" algn="l" defTabSz="914400" rtl="0" eaLnBrk="1" latinLnBrk="0" hangingPunct="1">
              <a:defRPr sz="1800" kern="1200">
                <a:solidFill>
                  <a:sysClr val="window" lastClr="FFFFFF"/>
                </a:solidFill>
                <a:latin typeface="Boehringer Forward Text"/>
              </a:defRPr>
            </a:lvl6pPr>
            <a:lvl7pPr marL="2743200" algn="l" defTabSz="914400" rtl="0" eaLnBrk="1" latinLnBrk="0" hangingPunct="1">
              <a:defRPr sz="1800" kern="1200">
                <a:solidFill>
                  <a:sysClr val="window" lastClr="FFFFFF"/>
                </a:solidFill>
                <a:latin typeface="Boehringer Forward Text"/>
              </a:defRPr>
            </a:lvl7pPr>
            <a:lvl8pPr marL="3200400" algn="l" defTabSz="914400" rtl="0" eaLnBrk="1" latinLnBrk="0" hangingPunct="1">
              <a:defRPr sz="1800" kern="1200">
                <a:solidFill>
                  <a:sysClr val="window" lastClr="FFFFFF"/>
                </a:solidFill>
                <a:latin typeface="Boehringer Forward Text"/>
              </a:defRPr>
            </a:lvl8pPr>
            <a:lvl9pPr marL="3657600" algn="l" defTabSz="914400" rtl="0" eaLnBrk="1" latinLnBrk="0" hangingPunct="1">
              <a:defRPr sz="1800" kern="1200">
                <a:solidFill>
                  <a:sysClr val="window" lastClr="FFFFFF"/>
                </a:solidFill>
                <a:latin typeface="Boehringer Forward Text"/>
              </a:defRPr>
            </a:lvl9pP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mn-cs"/>
            </a:endParaRPr>
          </a:p>
        </p:txBody>
      </p:sp>
      <p:sp>
        <p:nvSpPr>
          <p:cNvPr id="27" name="Oval 21">
            <a:extLst>
              <a:ext uri="{FF2B5EF4-FFF2-40B4-BE49-F238E27FC236}">
                <a16:creationId xmlns:a16="http://schemas.microsoft.com/office/drawing/2014/main" id="{878D10B5-815A-7DFF-0D48-A897C78017E3}"/>
              </a:ext>
            </a:extLst>
          </p:cNvPr>
          <p:cNvSpPr/>
          <p:nvPr/>
        </p:nvSpPr>
        <p:spPr bwMode="gray">
          <a:xfrm>
            <a:off x="3495674" y="3094044"/>
            <a:ext cx="104229" cy="94387"/>
          </a:xfrm>
          <a:prstGeom prst="ellipse">
            <a:avLst/>
          </a:prstGeom>
          <a:solidFill>
            <a:srgbClr val="00E47C"/>
          </a:solidFill>
          <a:ln w="6350" cap="flat" cmpd="sng" algn="ctr">
            <a:solidFill>
              <a:sysClr val="windowText" lastClr="00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ysClr val="window" lastClr="FFFFFF"/>
                </a:solidFill>
                <a:latin typeface="Boehringer Forward Text"/>
              </a:defRPr>
            </a:lvl1pPr>
            <a:lvl2pPr marL="457200" algn="l" defTabSz="914400" rtl="0" eaLnBrk="1" latinLnBrk="0" hangingPunct="1">
              <a:defRPr sz="1800" kern="1200">
                <a:solidFill>
                  <a:sysClr val="window" lastClr="FFFFFF"/>
                </a:solidFill>
                <a:latin typeface="Boehringer Forward Text"/>
              </a:defRPr>
            </a:lvl2pPr>
            <a:lvl3pPr marL="914400" algn="l" defTabSz="914400" rtl="0" eaLnBrk="1" latinLnBrk="0" hangingPunct="1">
              <a:defRPr sz="1800" kern="1200">
                <a:solidFill>
                  <a:sysClr val="window" lastClr="FFFFFF"/>
                </a:solidFill>
                <a:latin typeface="Boehringer Forward Text"/>
              </a:defRPr>
            </a:lvl3pPr>
            <a:lvl4pPr marL="1371600" algn="l" defTabSz="914400" rtl="0" eaLnBrk="1" latinLnBrk="0" hangingPunct="1">
              <a:defRPr sz="1800" kern="1200">
                <a:solidFill>
                  <a:sysClr val="window" lastClr="FFFFFF"/>
                </a:solidFill>
                <a:latin typeface="Boehringer Forward Text"/>
              </a:defRPr>
            </a:lvl4pPr>
            <a:lvl5pPr marL="1828800" algn="l" defTabSz="914400" rtl="0" eaLnBrk="1" latinLnBrk="0" hangingPunct="1">
              <a:defRPr sz="1800" kern="1200">
                <a:solidFill>
                  <a:sysClr val="window" lastClr="FFFFFF"/>
                </a:solidFill>
                <a:latin typeface="Boehringer Forward Text"/>
              </a:defRPr>
            </a:lvl5pPr>
            <a:lvl6pPr marL="2286000" algn="l" defTabSz="914400" rtl="0" eaLnBrk="1" latinLnBrk="0" hangingPunct="1">
              <a:defRPr sz="1800" kern="1200">
                <a:solidFill>
                  <a:sysClr val="window" lastClr="FFFFFF"/>
                </a:solidFill>
                <a:latin typeface="Boehringer Forward Text"/>
              </a:defRPr>
            </a:lvl6pPr>
            <a:lvl7pPr marL="2743200" algn="l" defTabSz="914400" rtl="0" eaLnBrk="1" latinLnBrk="0" hangingPunct="1">
              <a:defRPr sz="1800" kern="1200">
                <a:solidFill>
                  <a:sysClr val="window" lastClr="FFFFFF"/>
                </a:solidFill>
                <a:latin typeface="Boehringer Forward Text"/>
              </a:defRPr>
            </a:lvl7pPr>
            <a:lvl8pPr marL="3200400" algn="l" defTabSz="914400" rtl="0" eaLnBrk="1" latinLnBrk="0" hangingPunct="1">
              <a:defRPr sz="1800" kern="1200">
                <a:solidFill>
                  <a:sysClr val="window" lastClr="FFFFFF"/>
                </a:solidFill>
                <a:latin typeface="Boehringer Forward Text"/>
              </a:defRPr>
            </a:lvl8pPr>
            <a:lvl9pPr marL="3657600" algn="l" defTabSz="914400" rtl="0" eaLnBrk="1" latinLnBrk="0" hangingPunct="1">
              <a:defRPr sz="1800" kern="1200">
                <a:solidFill>
                  <a:sysClr val="window" lastClr="FFFFFF"/>
                </a:solidFill>
                <a:latin typeface="Boehringer Forward Text"/>
              </a:defRPr>
            </a:lvl9pP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mn-cs"/>
            </a:endParaRPr>
          </a:p>
        </p:txBody>
      </p:sp>
    </p:spTree>
    <p:extLst>
      <p:ext uri="{BB962C8B-B14F-4D97-AF65-F5344CB8AC3E}">
        <p14:creationId xmlns:p14="http://schemas.microsoft.com/office/powerpoint/2010/main" val="23595791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3">
            <a:extLst>
              <a:ext uri="{FF2B5EF4-FFF2-40B4-BE49-F238E27FC236}">
                <a16:creationId xmlns:a16="http://schemas.microsoft.com/office/drawing/2014/main" id="{84571419-C3F9-5C14-FE43-47C2231B0123}"/>
              </a:ext>
            </a:extLst>
          </p:cNvPr>
          <p:cNvGraphicFramePr>
            <a:graphicFrameLocks/>
          </p:cNvGraphicFramePr>
          <p:nvPr/>
        </p:nvGraphicFramePr>
        <p:xfrm>
          <a:off x="85154" y="856883"/>
          <a:ext cx="12021692" cy="4815840"/>
        </p:xfrm>
        <a:graphic>
          <a:graphicData uri="http://schemas.openxmlformats.org/drawingml/2006/table">
            <a:tbl>
              <a:tblPr firstRow="1" bandRow="1">
                <a:tableStyleId>{21E4AEA4-8DFA-4A89-87EB-49C32662AFE0}</a:tableStyleId>
              </a:tblPr>
              <a:tblGrid>
                <a:gridCol w="2540002">
                  <a:extLst>
                    <a:ext uri="{9D8B030D-6E8A-4147-A177-3AD203B41FA5}">
                      <a16:colId xmlns:a16="http://schemas.microsoft.com/office/drawing/2014/main" val="20000"/>
                    </a:ext>
                  </a:extLst>
                </a:gridCol>
                <a:gridCol w="832246">
                  <a:extLst>
                    <a:ext uri="{9D8B030D-6E8A-4147-A177-3AD203B41FA5}">
                      <a16:colId xmlns:a16="http://schemas.microsoft.com/office/drawing/2014/main" val="20002"/>
                    </a:ext>
                  </a:extLst>
                </a:gridCol>
                <a:gridCol w="1872554">
                  <a:extLst>
                    <a:ext uri="{9D8B030D-6E8A-4147-A177-3AD203B41FA5}">
                      <a16:colId xmlns:a16="http://schemas.microsoft.com/office/drawing/2014/main" val="20003"/>
                    </a:ext>
                  </a:extLst>
                </a:gridCol>
                <a:gridCol w="1238912">
                  <a:extLst>
                    <a:ext uri="{9D8B030D-6E8A-4147-A177-3AD203B41FA5}">
                      <a16:colId xmlns:a16="http://schemas.microsoft.com/office/drawing/2014/main" val="4100973461"/>
                    </a:ext>
                  </a:extLst>
                </a:gridCol>
                <a:gridCol w="1163253">
                  <a:extLst>
                    <a:ext uri="{9D8B030D-6E8A-4147-A177-3AD203B41FA5}">
                      <a16:colId xmlns:a16="http://schemas.microsoft.com/office/drawing/2014/main" val="511735397"/>
                    </a:ext>
                  </a:extLst>
                </a:gridCol>
                <a:gridCol w="3981542">
                  <a:extLst>
                    <a:ext uri="{9D8B030D-6E8A-4147-A177-3AD203B41FA5}">
                      <a16:colId xmlns:a16="http://schemas.microsoft.com/office/drawing/2014/main" val="20006"/>
                    </a:ext>
                  </a:extLst>
                </a:gridCol>
                <a:gridCol w="393183">
                  <a:extLst>
                    <a:ext uri="{9D8B030D-6E8A-4147-A177-3AD203B41FA5}">
                      <a16:colId xmlns:a16="http://schemas.microsoft.com/office/drawing/2014/main" val="1531765474"/>
                    </a:ext>
                  </a:extLst>
                </a:gridCol>
              </a:tblGrid>
              <a:tr h="377330">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kern="1200">
                          <a:solidFill>
                            <a:schemeClr val="bg1"/>
                          </a:solidFill>
                          <a:latin typeface="Calibri"/>
                          <a:ea typeface="+mn-ea"/>
                          <a:cs typeface="+mn-cs"/>
                        </a:rPr>
                        <a:t>Product/Study</a:t>
                      </a: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1" kern="1200">
                          <a:solidFill>
                            <a:schemeClr val="bg1"/>
                          </a:solidFill>
                          <a:latin typeface="Calibri"/>
                          <a:ea typeface="+mn-ea"/>
                          <a:cs typeface="+mn-cs"/>
                        </a:rPr>
                        <a:t>Indication</a:t>
                      </a: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kern="1200">
                          <a:solidFill>
                            <a:schemeClr val="bg1"/>
                          </a:solidFill>
                        </a:rPr>
                        <a:t>Study type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kern="1200">
                          <a:solidFill>
                            <a:schemeClr val="bg1"/>
                          </a:solidFill>
                        </a:rPr>
                        <a:t>(Study</a:t>
                      </a:r>
                      <a:r>
                        <a:rPr lang="en-US" altLang="zh-CN" sz="1050" kern="1200" baseline="0">
                          <a:solidFill>
                            <a:schemeClr val="bg1"/>
                          </a:solidFill>
                        </a:rPr>
                        <a:t> no.: FPI-LPO,CTR</a:t>
                      </a:r>
                      <a:r>
                        <a:rPr lang="en-US" altLang="zh-CN" sz="1050" kern="1200">
                          <a:solidFill>
                            <a:schemeClr val="bg1"/>
                          </a:solidFill>
                        </a:rPr>
                        <a:t>)</a:t>
                      </a:r>
                      <a:endParaRPr lang="zh-CN" altLang="en-US" sz="1050" kern="1200">
                        <a:solidFill>
                          <a:schemeClr val="bg1"/>
                        </a:solidFill>
                        <a:latin typeface="Calibri"/>
                        <a:ea typeface="+mn-ea"/>
                        <a:cs typeface="+mn-cs"/>
                      </a:endParaRPr>
                    </a:p>
                  </a:txBody>
                  <a:tcPr marL="92810" marR="92810"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kern="1200">
                          <a:solidFill>
                            <a:schemeClr val="bg1"/>
                          </a:solidFill>
                          <a:latin typeface="Calibri"/>
                          <a:ea typeface="+mn-ea"/>
                          <a:cs typeface="+mn-cs"/>
                        </a:rPr>
                        <a:t>Current Status</a:t>
                      </a:r>
                      <a:endParaRPr lang="zh-CN" altLang="en-US" sz="1050" b="1" kern="1200">
                        <a:solidFill>
                          <a:schemeClr val="bg1"/>
                        </a:solidFill>
                        <a:latin typeface="Calibri"/>
                        <a:ea typeface="+mn-ea"/>
                        <a:cs typeface="+mn-cs"/>
                      </a:endParaRPr>
                    </a:p>
                  </a:txBody>
                  <a:tcPr marL="92810" marR="92810"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kern="1200">
                          <a:solidFill>
                            <a:schemeClr val="bg1"/>
                          </a:solidFill>
                          <a:latin typeface="Calibri"/>
                          <a:ea typeface="+mn-ea"/>
                          <a:cs typeface="+mn-cs"/>
                        </a:rPr>
                        <a:t> Next Mile-stone</a:t>
                      </a:r>
                      <a:endParaRPr lang="zh-CN" altLang="en-US" sz="1050" b="1" kern="1200">
                        <a:solidFill>
                          <a:schemeClr val="bg1"/>
                        </a:solidFill>
                        <a:latin typeface="Calibri"/>
                        <a:ea typeface="+mn-ea"/>
                        <a:cs typeface="+mn-cs"/>
                      </a:endParaRPr>
                    </a:p>
                  </a:txBody>
                  <a:tcPr marL="92810" marR="9281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kern="1200">
                          <a:solidFill>
                            <a:schemeClr val="bg1"/>
                          </a:solidFill>
                          <a:latin typeface="Calibri"/>
                          <a:ea typeface="+mn-ea"/>
                          <a:cs typeface="+mn-cs"/>
                        </a:rPr>
                        <a:t>Key Updates</a:t>
                      </a:r>
                      <a:endParaRPr lang="zh-CN" altLang="en-US" sz="1050" b="1" kern="1200">
                        <a:solidFill>
                          <a:schemeClr val="bg1"/>
                        </a:solidFill>
                        <a:latin typeface="Calibri"/>
                        <a:ea typeface="+mn-ea"/>
                        <a:cs typeface="+mn-cs"/>
                      </a:endParaRPr>
                    </a:p>
                  </a:txBody>
                  <a:tcPr marL="92810" marR="92810"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kern="1200">
                        <a:solidFill>
                          <a:schemeClr val="bg1"/>
                        </a:solidFill>
                        <a:latin typeface="Calibri"/>
                        <a:ea typeface="+mn-ea"/>
                        <a:cs typeface="+mn-cs"/>
                      </a:endParaRPr>
                    </a:p>
                  </a:txBody>
                  <a:tcPr marL="92810" marR="92810" anchor="ctr">
                    <a:solidFill>
                      <a:schemeClr val="bg2">
                        <a:lumMod val="75000"/>
                        <a:lumOff val="25000"/>
                      </a:schemeClr>
                    </a:solidFill>
                  </a:tcPr>
                </a:tc>
                <a:extLst>
                  <a:ext uri="{0D108BD9-81ED-4DB2-BD59-A6C34878D82A}">
                    <a16:rowId xmlns:a16="http://schemas.microsoft.com/office/drawing/2014/main" val="10000"/>
                  </a:ext>
                </a:extLst>
              </a:tr>
              <a:tr h="60854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chemeClr val="tx1"/>
                          </a:solidFill>
                          <a:latin typeface="+mn-lt"/>
                          <a:ea typeface="+mn-ea"/>
                          <a:cs typeface="+mn-cs"/>
                        </a:rPr>
                        <a:t>Zongertinib</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(Epidemiology and Real-world Treatment Patterns of Advanced NSCLC Patients with HER2 Mutation in China)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chemeClr val="tx1"/>
                          </a:solidFill>
                          <a:latin typeface="+mn-lt"/>
                          <a:ea typeface="+mn-ea"/>
                          <a:cs typeface="+mn-cs"/>
                        </a:rPr>
                        <a:t>PEK University, Prof. ZHAN Siyan</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NSCLC</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ECR(1479-0042)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Dec2025-Apr 2026, Mar 2027</a:t>
                      </a:r>
                      <a:endParaRPr lang="zh-CN" altLang="en-US" sz="8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Data collection ends</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800" kern="1200">
                          <a:solidFill>
                            <a:schemeClr val="tx1"/>
                          </a:solidFill>
                          <a:latin typeface="+mn-lt"/>
                          <a:ea typeface="+mn-ea"/>
                          <a:cs typeface="+mn-cs"/>
                        </a:rPr>
                        <a:t>（</a:t>
                      </a:r>
                      <a:r>
                        <a:rPr lang="en-US" altLang="zh-CN" sz="800" kern="1200">
                          <a:solidFill>
                            <a:schemeClr val="tx1"/>
                          </a:solidFill>
                          <a:latin typeface="+mn-lt"/>
                          <a:ea typeface="+mn-ea"/>
                          <a:cs typeface="+mn-cs"/>
                        </a:rPr>
                        <a:t>Mar 2026</a:t>
                      </a:r>
                      <a:r>
                        <a:rPr lang="zh-CN" altLang="en-US" sz="800" kern="1200">
                          <a:solidFill>
                            <a:schemeClr val="tx1"/>
                          </a:solidFill>
                          <a:latin typeface="+mn-lt"/>
                          <a:ea typeface="+mn-ea"/>
                          <a:cs typeface="+mn-cs"/>
                        </a:rPr>
                        <a:t>）</a:t>
                      </a:r>
                      <a:endParaRPr lang="en-US" altLang="zh-CN" sz="8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Data analysis</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800" kern="1200">
                          <a:solidFill>
                            <a:schemeClr val="tx1"/>
                          </a:solidFill>
                          <a:latin typeface="+mn-lt"/>
                          <a:ea typeface="+mn-ea"/>
                          <a:cs typeface="+mn-cs"/>
                        </a:rPr>
                        <a:t>（</a:t>
                      </a:r>
                      <a:r>
                        <a:rPr lang="en-US" altLang="zh-CN" sz="800" kern="1200">
                          <a:solidFill>
                            <a:schemeClr val="tx1"/>
                          </a:solidFill>
                          <a:latin typeface="+mn-lt"/>
                          <a:ea typeface="+mn-ea"/>
                          <a:cs typeface="+mn-cs"/>
                        </a:rPr>
                        <a:t>May 2026</a:t>
                      </a:r>
                      <a:r>
                        <a:rPr lang="zh-CN" altLang="en-US" sz="800" kern="1200">
                          <a:solidFill>
                            <a:schemeClr val="tx1"/>
                          </a:solidFill>
                          <a:latin typeface="+mn-lt"/>
                          <a:ea typeface="+mn-ea"/>
                          <a:cs typeface="+mn-cs"/>
                        </a:rPr>
                        <a:t>）</a:t>
                      </a:r>
                      <a:endParaRPr lang="en-US" altLang="zh-CN" sz="8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u="none" strike="noStrike" kern="1200" cap="none" spc="0" normalizeH="0" baseline="0">
                          <a:ln>
                            <a:noFill/>
                          </a:ln>
                          <a:solidFill>
                            <a:schemeClr val="tx1"/>
                          </a:solidFill>
                          <a:effectLst/>
                          <a:uLnTx/>
                          <a:uFillTx/>
                          <a:latin typeface="+mn-lt"/>
                          <a:ea typeface="+mn-ea"/>
                          <a:cs typeface="+mn-cs"/>
                        </a:rPr>
                        <a:t>CEC endorsed in Dec 2024.</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u="none" strike="noStrike" kern="1200" cap="none" spc="0" normalizeH="0" baseline="0">
                          <a:ln>
                            <a:noFill/>
                          </a:ln>
                          <a:solidFill>
                            <a:schemeClr val="tx1"/>
                          </a:solidFill>
                          <a:effectLst/>
                          <a:uLnTx/>
                          <a:uFillTx/>
                          <a:latin typeface="+mn-lt"/>
                          <a:ea typeface="+mn-ea"/>
                          <a:cs typeface="+mn-cs"/>
                        </a:rPr>
                        <a:t>Global released was completed on 24 Mar 2025.Kick off meeting was held on 24Apr.</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u="none" strike="noStrike" kern="1200" cap="none" spc="0" normalizeH="0" baseline="0">
                          <a:ln>
                            <a:noFill/>
                          </a:ln>
                          <a:solidFill>
                            <a:schemeClr val="tx1"/>
                          </a:solidFill>
                          <a:effectLst/>
                          <a:uLnTx/>
                          <a:uFillTx/>
                          <a:latin typeface="+mn-lt"/>
                          <a:ea typeface="+mn-ea"/>
                          <a:cs typeface="+mn-cs"/>
                        </a:rPr>
                        <a:t>Protocol was approved in Aug. The contract was signed on 17Sep.</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u="none" strike="noStrike" kern="1200" cap="none" spc="0" normalizeH="0" baseline="0">
                          <a:ln>
                            <a:noFill/>
                          </a:ln>
                          <a:solidFill>
                            <a:schemeClr val="tx1"/>
                          </a:solidFill>
                          <a:effectLst/>
                          <a:uLnTx/>
                          <a:uFillTx/>
                          <a:latin typeface="+mn-lt"/>
                          <a:ea typeface="+mn-ea"/>
                          <a:cs typeface="+mn-cs"/>
                        </a:rPr>
                        <a:t>Data collection started on 26Nov 2025. </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u="none" strike="noStrike" kern="1200" cap="none" spc="0" normalizeH="0" baseline="0">
                          <a:ln>
                            <a:noFill/>
                          </a:ln>
                          <a:solidFill>
                            <a:schemeClr val="tx1"/>
                          </a:solidFill>
                          <a:effectLst/>
                          <a:uLnTx/>
                          <a:uFillTx/>
                          <a:latin typeface="+mn-lt"/>
                          <a:ea typeface="+mn-ea"/>
                          <a:cs typeface="+mn-cs"/>
                        </a:rPr>
                        <a:t>Data analysis is ongoing.</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a:txBody>
                  <a:tcPr marL="92810" marR="92810" marT="38100" marB="38100" anchor="ctr">
                    <a:solidFill>
                      <a:srgbClr val="D9D9D9"/>
                    </a:solidFill>
                  </a:tcPr>
                </a:tc>
                <a:extLst>
                  <a:ext uri="{0D108BD9-81ED-4DB2-BD59-A6C34878D82A}">
                    <a16:rowId xmlns:a16="http://schemas.microsoft.com/office/drawing/2014/main" val="1114886231"/>
                  </a:ext>
                </a:extLst>
              </a:tr>
              <a:tr h="86534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chemeClr val="tx1"/>
                          </a:solidFill>
                          <a:latin typeface="+mn-lt"/>
                          <a:ea typeface="+mn-ea"/>
                          <a:cs typeface="+mn-cs"/>
                        </a:rPr>
                        <a:t>Zongertinib</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(The SEQUENTIAL-HER2 Study: A Prospective, Multicenter Study Evaluating First-line Zongertinib followed by ADCs in Patients with HER2 TKD-mutated Advanced NSCLC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chemeClr val="tx1"/>
                          </a:solidFill>
                          <a:latin typeface="+mn-lt"/>
                          <a:ea typeface="+mn-ea"/>
                          <a:cs typeface="+mn-cs"/>
                        </a:rPr>
                        <a:t>CTONG/Guangdong General Hospital, Prof. WU Yilong</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NSCLC</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IIS(1479-0079)</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Dec2026-May 2030, Oct 2030</a:t>
                      </a:r>
                      <a:endParaRPr lang="zh-CN" altLang="en-US" sz="8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Global Release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(25Mar 2026)</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Protocol submitted to Lectrona</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800" kern="1200">
                          <a:solidFill>
                            <a:schemeClr val="tx1"/>
                          </a:solidFill>
                          <a:latin typeface="+mn-lt"/>
                          <a:ea typeface="+mn-ea"/>
                          <a:cs typeface="+mn-cs"/>
                        </a:rPr>
                        <a:t>（</a:t>
                      </a:r>
                      <a:r>
                        <a:rPr lang="en-US" altLang="zh-CN" sz="800" kern="1200">
                          <a:solidFill>
                            <a:schemeClr val="tx1"/>
                          </a:solidFill>
                          <a:latin typeface="+mn-lt"/>
                          <a:ea typeface="+mn-ea"/>
                          <a:cs typeface="+mn-cs"/>
                        </a:rPr>
                        <a:t>Apr 2026</a:t>
                      </a:r>
                      <a:r>
                        <a:rPr lang="zh-CN" altLang="en-US" sz="800" kern="1200">
                          <a:solidFill>
                            <a:schemeClr val="tx1"/>
                          </a:solidFill>
                          <a:latin typeface="+mn-lt"/>
                          <a:ea typeface="+mn-ea"/>
                          <a:cs typeface="+mn-cs"/>
                        </a:rPr>
                        <a:t>）</a:t>
                      </a:r>
                      <a:endParaRPr lang="en-US" altLang="zh-CN" sz="8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800" kern="1200" baseline="0">
                          <a:solidFill>
                            <a:schemeClr val="accent2">
                              <a:lumMod val="75000"/>
                            </a:schemeClr>
                          </a:solidFill>
                          <a:latin typeface="+mn-lt"/>
                          <a:ea typeface="+mn-ea"/>
                          <a:cs typeface="+mn-cs"/>
                        </a:rPr>
                        <a:t>Got global release on 25Mar 2026.</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800" kern="1200" baseline="0">
                          <a:solidFill>
                            <a:schemeClr val="accent2">
                              <a:lumMod val="75000"/>
                            </a:schemeClr>
                          </a:solidFill>
                          <a:latin typeface="+mn-lt"/>
                          <a:ea typeface="+mn-ea"/>
                          <a:cs typeface="+mn-cs"/>
                        </a:rPr>
                        <a:t>The contract template is under CTONG  reviewing.</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800" kern="1200" baseline="0">
                          <a:solidFill>
                            <a:schemeClr val="accent2">
                              <a:lumMod val="75000"/>
                            </a:schemeClr>
                          </a:solidFill>
                          <a:latin typeface="+mn-lt"/>
                          <a:ea typeface="+mn-ea"/>
                          <a:cs typeface="+mn-cs"/>
                        </a:rPr>
                        <a:t>The  protocol is under development.</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a:txBody>
                  <a:tcPr marL="92810" marR="92810" marT="38100" marB="38100" anchor="ctr">
                    <a:solidFill>
                      <a:srgbClr val="D9D9D9"/>
                    </a:solidFill>
                  </a:tcPr>
                </a:tc>
                <a:extLst>
                  <a:ext uri="{0D108BD9-81ED-4DB2-BD59-A6C34878D82A}">
                    <a16:rowId xmlns:a16="http://schemas.microsoft.com/office/drawing/2014/main" val="433281945"/>
                  </a:ext>
                </a:extLst>
              </a:tr>
              <a:tr h="70137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chemeClr val="tx1"/>
                          </a:solidFill>
                          <a:latin typeface="+mn-lt"/>
                          <a:ea typeface="+mn-ea"/>
                          <a:cs typeface="+mn-cs"/>
                        </a:rPr>
                        <a:t>Obrixtamig</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a:t>
                      </a:r>
                      <a:r>
                        <a:rPr lang="en-US" altLang="zh-CN" sz="800" b="0" kern="1200">
                          <a:solidFill>
                            <a:schemeClr val="dk1"/>
                          </a:solidFill>
                          <a:latin typeface="+mn-lt"/>
                          <a:ea typeface="+mn-ea"/>
                          <a:cs typeface="+mn-cs"/>
                        </a:rPr>
                        <a:t>Epidemiology of Neuroendocrine Carcinomas (NECs) in China</a:t>
                      </a:r>
                      <a:r>
                        <a:rPr lang="en-US" altLang="zh-CN" sz="800" b="0" kern="1200">
                          <a:solidFill>
                            <a:schemeClr val="tx1"/>
                          </a:solidFill>
                          <a:latin typeface="+mn-lt"/>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chemeClr val="tx1"/>
                          </a:solidFill>
                          <a:latin typeface="+mn-lt"/>
                          <a:ea typeface="+mn-ea"/>
                          <a:cs typeface="+mn-cs"/>
                        </a:rPr>
                        <a:t>PEK University, Prof. WANG shengfeng</a:t>
                      </a:r>
                      <a:endParaRPr lang="zh-CN" altLang="en-US" sz="800" b="1" kern="1200">
                        <a:solidFill>
                          <a:schemeClr val="dk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NEC&amp;SCLC</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ECR</a:t>
                      </a:r>
                      <a:r>
                        <a:rPr lang="zh-CN" altLang="en-US" sz="800" kern="1200">
                          <a:solidFill>
                            <a:schemeClr val="tx1"/>
                          </a:solidFill>
                          <a:latin typeface="+mn-lt"/>
                          <a:ea typeface="+mn-ea"/>
                          <a:cs typeface="+mn-cs"/>
                        </a:rPr>
                        <a:t>（</a:t>
                      </a:r>
                      <a:r>
                        <a:rPr lang="en-US" altLang="zh-CN" sz="800" kern="1200">
                          <a:solidFill>
                            <a:schemeClr val="tx1"/>
                          </a:solidFill>
                          <a:latin typeface="+mn-lt"/>
                          <a:ea typeface="+mn-ea"/>
                          <a:cs typeface="+mn-cs"/>
                        </a:rPr>
                        <a:t>1438-0032</a:t>
                      </a:r>
                      <a:r>
                        <a:rPr lang="zh-CN" altLang="en-US" sz="800" kern="1200">
                          <a:solidFill>
                            <a:schemeClr val="tx1"/>
                          </a:solidFill>
                          <a:latin typeface="+mn-lt"/>
                          <a:ea typeface="+mn-ea"/>
                          <a:cs typeface="+mn-cs"/>
                        </a:rPr>
                        <a:t>）</a:t>
                      </a:r>
                      <a:endParaRPr lang="en-US" altLang="zh-CN" sz="800" kern="120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Jan 2026- Dec 2026, Oct 2027 or Mar 2026-May 2027, Mar 2028</a:t>
                      </a:r>
                      <a:endParaRPr lang="zh-CN" altLang="en-US" sz="8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Data collection starts</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800" kern="1200">
                          <a:solidFill>
                            <a:schemeClr val="tx1"/>
                          </a:solidFill>
                          <a:latin typeface="+mn-lt"/>
                          <a:ea typeface="+mn-ea"/>
                          <a:cs typeface="+mn-cs"/>
                        </a:rPr>
                        <a:t>（</a:t>
                      </a:r>
                      <a:r>
                        <a:rPr lang="en-US" altLang="zh-CN" sz="800" kern="1200">
                          <a:solidFill>
                            <a:schemeClr val="tx1"/>
                          </a:solidFill>
                          <a:latin typeface="+mn-lt"/>
                          <a:ea typeface="+mn-ea"/>
                          <a:cs typeface="+mn-cs"/>
                        </a:rPr>
                        <a:t>26Jan 2026</a:t>
                      </a:r>
                      <a:r>
                        <a:rPr lang="zh-CN" altLang="en-US" sz="800" kern="1200">
                          <a:solidFill>
                            <a:schemeClr val="tx1"/>
                          </a:solidFill>
                          <a:latin typeface="+mn-lt"/>
                          <a:ea typeface="+mn-ea"/>
                          <a:cs typeface="+mn-cs"/>
                        </a:rPr>
                        <a:t>）</a:t>
                      </a:r>
                      <a:endParaRPr lang="en-US" altLang="zh-CN" sz="8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Data collection ends</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800" kern="1200">
                          <a:solidFill>
                            <a:schemeClr val="tx1"/>
                          </a:solidFill>
                          <a:latin typeface="+mn-lt"/>
                          <a:ea typeface="+mn-ea"/>
                          <a:cs typeface="+mn-cs"/>
                        </a:rPr>
                        <a:t>（</a:t>
                      </a:r>
                      <a:r>
                        <a:rPr lang="en-US" altLang="zh-CN" sz="800" kern="1200">
                          <a:solidFill>
                            <a:schemeClr val="tx1"/>
                          </a:solidFill>
                          <a:latin typeface="+mn-lt"/>
                          <a:ea typeface="+mn-ea"/>
                          <a:cs typeface="+mn-cs"/>
                        </a:rPr>
                        <a:t>Dec 2026</a:t>
                      </a:r>
                      <a:r>
                        <a:rPr lang="zh-CN" altLang="en-US" sz="800" kern="1200">
                          <a:solidFill>
                            <a:schemeClr val="tx1"/>
                          </a:solidFill>
                          <a:latin typeface="+mn-lt"/>
                          <a:ea typeface="+mn-ea"/>
                          <a:cs typeface="+mn-cs"/>
                        </a:rPr>
                        <a:t>）</a:t>
                      </a:r>
                      <a:endParaRPr lang="en-US" altLang="zh-CN" sz="800" kern="120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8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u="none" strike="noStrike" kern="1200" cap="none" spc="0" normalizeH="0" baseline="0">
                          <a:ln>
                            <a:noFill/>
                          </a:ln>
                          <a:solidFill>
                            <a:schemeClr val="tx1"/>
                          </a:solidFill>
                          <a:effectLst/>
                          <a:uLnTx/>
                          <a:uFillTx/>
                          <a:latin typeface="+mn-lt"/>
                          <a:ea typeface="+mn-ea"/>
                          <a:cs typeface="+mn-cs"/>
                        </a:rPr>
                        <a:t>Local CEC endorsed in Oct 2024.</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u="none" strike="noStrike" kern="1200" cap="none" spc="0" normalizeH="0" baseline="0">
                          <a:ln>
                            <a:noFill/>
                          </a:ln>
                          <a:solidFill>
                            <a:schemeClr val="tx1"/>
                          </a:solidFill>
                          <a:effectLst/>
                          <a:uLnTx/>
                          <a:uFillTx/>
                          <a:latin typeface="+mn-lt"/>
                          <a:ea typeface="+mn-ea"/>
                          <a:cs typeface="+mn-cs"/>
                        </a:rPr>
                        <a:t>1st round hybrid review was completed on 5Nov, and the final decision is "Eligible for Re-Submission.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u="none" strike="noStrike" kern="1200" cap="none" spc="0" normalizeH="0" baseline="0">
                          <a:ln>
                            <a:noFill/>
                          </a:ln>
                          <a:solidFill>
                            <a:schemeClr val="tx1"/>
                          </a:solidFill>
                          <a:effectLst/>
                          <a:uLnTx/>
                          <a:uFillTx/>
                          <a:latin typeface="+mn-lt"/>
                          <a:ea typeface="+mn-ea"/>
                          <a:cs typeface="+mn-cs"/>
                        </a:rPr>
                        <a:t>The kickoff meeting was held on 2Sep.</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CN" sz="800" b="0" u="none" strike="noStrike" kern="1200" cap="none" spc="0" normalizeH="0" baseline="0">
                          <a:ln>
                            <a:noFill/>
                          </a:ln>
                          <a:solidFill>
                            <a:schemeClr val="tx1"/>
                          </a:solidFill>
                          <a:effectLst/>
                          <a:uLnTx/>
                          <a:uFillTx/>
                          <a:latin typeface="+mn-lt"/>
                          <a:ea typeface="+mn-ea"/>
                          <a:cs typeface="+mn-cs"/>
                        </a:rPr>
                        <a:t>The contract was signed on 21Sep. The protocol was approved on 6Nov 2025. Got EC approval letter on 25Nov 2025.</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800" kern="1200" baseline="0">
                          <a:solidFill>
                            <a:schemeClr val="accent2">
                              <a:lumMod val="75000"/>
                            </a:schemeClr>
                          </a:solidFill>
                          <a:latin typeface="+mn-lt"/>
                          <a:ea typeface="+mn-ea"/>
                          <a:cs typeface="+mn-cs"/>
                        </a:rPr>
                        <a:t>Data collection started on 26Jan 2026.</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009933"/>
                        </a:solidFill>
                        <a:effectLst/>
                        <a:highlight>
                          <a:srgbClr val="C0C0C0"/>
                        </a:highlight>
                        <a:uLnTx/>
                        <a:uFillTx/>
                        <a:latin typeface="Calibri" panose="020F0502020204030204" pitchFamily="34" charset="0"/>
                        <a:ea typeface="+mn-ea"/>
                        <a:cs typeface="Calibri" panose="020F0502020204030204" pitchFamily="34" charset="0"/>
                      </a:endParaRPr>
                    </a:p>
                  </a:txBody>
                  <a:tcPr marL="92810" marR="92810" marT="38100" marB="38100" anchor="ctr">
                    <a:solidFill>
                      <a:srgbClr val="D9D9D9"/>
                    </a:solidFill>
                  </a:tcPr>
                </a:tc>
                <a:extLst>
                  <a:ext uri="{0D108BD9-81ED-4DB2-BD59-A6C34878D82A}">
                    <a16:rowId xmlns:a16="http://schemas.microsoft.com/office/drawing/2014/main" val="3122708058"/>
                  </a:ext>
                </a:extLst>
              </a:tr>
              <a:tr h="7942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chemeClr val="tx1"/>
                          </a:solidFill>
                          <a:latin typeface="+mn-lt"/>
                          <a:ea typeface="+mn-ea"/>
                          <a:cs typeface="+mn-cs"/>
                        </a:rPr>
                        <a:t>Afatinib</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(Neoadjuvant afatinib therapy for resectable stage IIIA, IIIB-N2 EGFR mutation-positive lung adenocarcinoma)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chemeClr val="tx1"/>
                          </a:solidFill>
                          <a:latin typeface="+mn-lt"/>
                          <a:ea typeface="+mn-ea"/>
                          <a:cs typeface="+mn-cs"/>
                        </a:rPr>
                        <a:t>SHA Pulmonary hospital, Prof. Zhang Peng</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Non-SqCC NSCLC</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Neoadjuvant</a:t>
                      </a:r>
                      <a:endParaRPr lang="zh-CN" altLang="en-US" sz="8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IIS (1200-0328):</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Jul.2020 - May.2022(stage 1), Apr.2026 (stage 2),</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Sep.2026</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Follow up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(Apr 2026)</a:t>
                      </a:r>
                      <a:endParaRPr lang="zh-CN" altLang="en-US" sz="8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LPO</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(Apr 2026)</a:t>
                      </a:r>
                      <a:endParaRPr lang="zh-CN" altLang="en-US" sz="8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kumimoji="0" lang="en-US" altLang="zh-CN" sz="800" b="0" u="none" strike="noStrike" kern="1200" cap="none" spc="0" normalizeH="0" baseline="0">
                          <a:ln>
                            <a:noFill/>
                          </a:ln>
                          <a:solidFill>
                            <a:schemeClr val="tx1"/>
                          </a:solidFill>
                          <a:effectLst/>
                          <a:uLnTx/>
                          <a:uFillTx/>
                          <a:latin typeface="+mn-lt"/>
                        </a:rPr>
                        <a:t>Enrollment completion on 9Feb2022</a:t>
                      </a:r>
                      <a:r>
                        <a:rPr lang="en-US" altLang="zh-CN" sz="800" b="0" u="none" strike="noStrike" kern="1200" cap="none" spc="0" normalizeH="0" baseline="0">
                          <a:ln>
                            <a:noFill/>
                          </a:ln>
                          <a:solidFill>
                            <a:schemeClr val="tx1"/>
                          </a:solidFill>
                          <a:effectLst/>
                          <a:uLnTx/>
                          <a:uFillTx/>
                          <a:latin typeface="+mn-lt"/>
                        </a:rPr>
                        <a:t> </a:t>
                      </a:r>
                      <a:r>
                        <a:rPr kumimoji="0" lang="en-US" altLang="zh-CN" sz="800" b="0" u="none" strike="noStrike" kern="1200" cap="none" spc="0" normalizeH="0" baseline="0">
                          <a:ln>
                            <a:noFill/>
                          </a:ln>
                          <a:solidFill>
                            <a:schemeClr val="tx1"/>
                          </a:solidFill>
                          <a:effectLst/>
                          <a:uLnTx/>
                          <a:uFillTx/>
                          <a:latin typeface="+mn-lt"/>
                        </a:rPr>
                        <a:t> ,total 47 patients enrolled</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kumimoji="0" lang="en-US" altLang="zh-CN" sz="800" b="0" u="none" strike="noStrike" kern="1200" cap="none" spc="0" normalizeH="0" baseline="0">
                          <a:ln>
                            <a:noFill/>
                          </a:ln>
                          <a:solidFill>
                            <a:schemeClr val="tx1"/>
                          </a:solidFill>
                          <a:effectLst/>
                          <a:uLnTx/>
                          <a:uFillTx/>
                          <a:latin typeface="+mn-lt"/>
                        </a:rPr>
                        <a:t>primary endpoint (stage 1) results has </a:t>
                      </a:r>
                      <a:r>
                        <a:rPr lang="en-US" altLang="zh-CN" sz="800" b="0" u="none" strike="noStrike" kern="1200" cap="none" spc="0" normalizeH="0" baseline="0">
                          <a:ln>
                            <a:noFill/>
                          </a:ln>
                          <a:solidFill>
                            <a:schemeClr val="tx1"/>
                          </a:solidFill>
                          <a:effectLst/>
                          <a:uLnTx/>
                          <a:uFillTx/>
                          <a:latin typeface="+mn-lt"/>
                        </a:rPr>
                        <a:t>reached: Abstract</a:t>
                      </a:r>
                      <a:r>
                        <a:rPr kumimoji="0" lang="en-US" altLang="zh-CN" sz="800" b="0" u="none" strike="noStrike" kern="1200" cap="none" spc="0" normalizeH="0" baseline="0">
                          <a:ln>
                            <a:noFill/>
                          </a:ln>
                          <a:solidFill>
                            <a:schemeClr val="tx1"/>
                          </a:solidFill>
                          <a:effectLst/>
                          <a:uLnTx/>
                          <a:uFillTx/>
                          <a:latin typeface="+mn-lt"/>
                        </a:rPr>
                        <a:t> has</a:t>
                      </a:r>
                      <a:r>
                        <a:rPr lang="en-US" altLang="zh-CN" sz="800" b="0" u="none" strike="noStrike" kern="1200" cap="none" spc="0" normalizeH="0" baseline="0">
                          <a:ln>
                            <a:noFill/>
                          </a:ln>
                          <a:solidFill>
                            <a:schemeClr val="tx1"/>
                          </a:solidFill>
                          <a:effectLst/>
                          <a:uLnTx/>
                          <a:uFillTx/>
                          <a:latin typeface="+mn-lt"/>
                        </a:rPr>
                        <a:t> </a:t>
                      </a:r>
                      <a:r>
                        <a:rPr kumimoji="0" lang="en-US" altLang="zh-CN" sz="800" b="0" u="none" strike="noStrike" kern="1200" cap="none" spc="0" normalizeH="0" baseline="0">
                          <a:ln>
                            <a:noFill/>
                          </a:ln>
                          <a:solidFill>
                            <a:schemeClr val="tx1"/>
                          </a:solidFill>
                          <a:effectLst/>
                          <a:uLnTx/>
                          <a:uFillTx/>
                          <a:latin typeface="+mn-lt"/>
                        </a:rPr>
                        <a:t> oral </a:t>
                      </a:r>
                      <a:r>
                        <a:rPr lang="en-US" altLang="zh-CN" sz="800" b="0" u="none" strike="noStrike" kern="1200" cap="none" spc="0" normalizeH="0" baseline="0">
                          <a:ln>
                            <a:noFill/>
                          </a:ln>
                          <a:solidFill>
                            <a:schemeClr val="tx1"/>
                          </a:solidFill>
                          <a:effectLst/>
                          <a:uLnTx/>
                          <a:uFillTx/>
                          <a:latin typeface="+mn-lt"/>
                        </a:rPr>
                        <a:t>presented</a:t>
                      </a:r>
                      <a:r>
                        <a:rPr kumimoji="0" lang="en-US" altLang="zh-CN" sz="800" b="0" u="none" strike="noStrike" kern="1200" cap="none" spc="0" normalizeH="0" baseline="0">
                          <a:ln>
                            <a:noFill/>
                          </a:ln>
                          <a:solidFill>
                            <a:schemeClr val="tx1"/>
                          </a:solidFill>
                          <a:effectLst/>
                          <a:uLnTx/>
                          <a:uFillTx/>
                          <a:latin typeface="+mn-lt"/>
                        </a:rPr>
                        <a:t> at 59th STS</a:t>
                      </a:r>
                      <a:r>
                        <a:rPr kumimoji="0" lang="zh-CN" altLang="en-US" sz="800" b="0" u="none" strike="noStrike" kern="1200" cap="none" spc="0" normalizeH="0" baseline="0">
                          <a:ln>
                            <a:noFill/>
                          </a:ln>
                          <a:solidFill>
                            <a:schemeClr val="tx1"/>
                          </a:solidFill>
                          <a:effectLst/>
                          <a:uLnTx/>
                          <a:uFillTx/>
                          <a:latin typeface="+mn-lt"/>
                        </a:rPr>
                        <a:t> </a:t>
                      </a:r>
                      <a:r>
                        <a:rPr kumimoji="0" lang="en-US" altLang="zh-CN" sz="800" b="0" u="none" strike="noStrike" kern="1200" cap="none" spc="0" normalizeH="0" baseline="0">
                          <a:ln>
                            <a:noFill/>
                          </a:ln>
                          <a:solidFill>
                            <a:schemeClr val="tx1"/>
                          </a:solidFill>
                          <a:effectLst/>
                          <a:uLnTx/>
                          <a:uFillTx/>
                          <a:latin typeface="+mn-lt"/>
                        </a:rPr>
                        <a:t>done in Jan 2023</a:t>
                      </a:r>
                      <a:r>
                        <a:rPr kumimoji="0" lang="zh-CN" altLang="en-US" sz="800" b="0" u="none" strike="noStrike" kern="1200" cap="none" spc="0" normalizeH="0" baseline="0">
                          <a:ln>
                            <a:noFill/>
                          </a:ln>
                          <a:solidFill>
                            <a:schemeClr val="tx1"/>
                          </a:solidFill>
                          <a:effectLst/>
                          <a:uLnTx/>
                          <a:uFillTx/>
                          <a:latin typeface="+mn-lt"/>
                        </a:rPr>
                        <a:t>，</a:t>
                      </a:r>
                      <a:r>
                        <a:rPr kumimoji="0" lang="en-US" altLang="zh-CN" sz="800" b="0" u="none" strike="noStrike" kern="1200" cap="none" spc="0" normalizeH="0" baseline="0">
                          <a:ln>
                            <a:noFill/>
                          </a:ln>
                          <a:solidFill>
                            <a:schemeClr val="tx1"/>
                          </a:solidFill>
                          <a:effectLst/>
                          <a:uLnTx/>
                          <a:uFillTx/>
                          <a:latin typeface="+mn-lt"/>
                        </a:rPr>
                        <a:t>Report </a:t>
                      </a:r>
                      <a:r>
                        <a:rPr lang="en-US" altLang="zh-CN" sz="800" b="0" u="none" strike="noStrike" kern="1200" cap="none" spc="0" normalizeH="0" baseline="0">
                          <a:ln>
                            <a:noFill/>
                          </a:ln>
                          <a:solidFill>
                            <a:schemeClr val="tx1"/>
                          </a:solidFill>
                          <a:effectLst/>
                          <a:uLnTx/>
                          <a:uFillTx/>
                          <a:latin typeface="+mn-lt"/>
                        </a:rPr>
                        <a:t> </a:t>
                      </a:r>
                      <a:r>
                        <a:rPr kumimoji="0" lang="en-US" altLang="zh-CN" sz="800" b="0" u="none" strike="noStrike" kern="1200" cap="none" spc="0" normalizeH="0" baseline="0">
                          <a:ln>
                            <a:noFill/>
                          </a:ln>
                          <a:solidFill>
                            <a:schemeClr val="tx1"/>
                          </a:solidFill>
                          <a:effectLst/>
                          <a:uLnTx/>
                          <a:uFillTx/>
                          <a:latin typeface="+mn-lt"/>
                        </a:rPr>
                        <a:t>accepted by Nature communications on 26July2023.</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kumimoji="0" lang="en-US" altLang="zh-CN" sz="800" b="0" u="none" strike="noStrike" kern="1200" cap="none" spc="0" normalizeH="0" baseline="0">
                          <a:ln>
                            <a:noFill/>
                          </a:ln>
                          <a:solidFill>
                            <a:schemeClr val="tx1"/>
                          </a:solidFill>
                          <a:effectLst/>
                          <a:uLnTx/>
                          <a:uFillTx/>
                          <a:latin typeface="+mn-lt"/>
                        </a:rPr>
                        <a:t>DIM report submitted successfully in Aug2023</a:t>
                      </a:r>
                    </a:p>
                    <a:p>
                      <a:pPr marL="171450" marR="0" lvl="0" indent="-171450" algn="l">
                        <a:lnSpc>
                          <a:spcPct val="100000"/>
                        </a:lnSpc>
                        <a:spcBef>
                          <a:spcPts val="0"/>
                        </a:spcBef>
                        <a:spcAft>
                          <a:spcPts val="0"/>
                        </a:spcAft>
                        <a:buClrTx/>
                        <a:buSzTx/>
                        <a:buFont typeface="Wingdings" panose="05000000000000000000" pitchFamily="2" charset="2"/>
                        <a:buChar char="Ø"/>
                      </a:pPr>
                      <a:r>
                        <a:rPr kumimoji="0" lang="en-US" sz="800" b="0" u="none" strike="noStrike" kern="1200" cap="none" spc="0" normalizeH="0" baseline="0" noProof="0">
                          <a:ln>
                            <a:noFill/>
                          </a:ln>
                          <a:solidFill>
                            <a:schemeClr val="tx1"/>
                          </a:solidFill>
                          <a:effectLst/>
                          <a:uLnTx/>
                          <a:uFillTx/>
                          <a:latin typeface="+mn-lt"/>
                          <a:ea typeface="+mn-ea"/>
                          <a:cs typeface="+mn-cs"/>
                        </a:rPr>
                        <a:t>The investigator request</a:t>
                      </a:r>
                      <a:r>
                        <a:rPr kumimoji="0" lang="en-US" altLang="zh-CN" sz="800" b="0" u="none" strike="noStrike" kern="1200" cap="none" spc="0" normalizeH="0" baseline="0" noProof="0">
                          <a:ln>
                            <a:noFill/>
                          </a:ln>
                          <a:solidFill>
                            <a:schemeClr val="tx1"/>
                          </a:solidFill>
                          <a:effectLst/>
                          <a:uLnTx/>
                          <a:uFillTx/>
                          <a:latin typeface="+mn-lt"/>
                          <a:ea typeface="+mn-ea"/>
                          <a:cs typeface="+mn-cs"/>
                        </a:rPr>
                        <a:t>ed</a:t>
                      </a:r>
                      <a:r>
                        <a:rPr kumimoji="0" lang="en-US" sz="800" b="0" u="none" strike="noStrike" kern="1200" cap="none" spc="0" normalizeH="0" baseline="0" noProof="0">
                          <a:ln>
                            <a:noFill/>
                          </a:ln>
                          <a:solidFill>
                            <a:schemeClr val="tx1"/>
                          </a:solidFill>
                          <a:effectLst/>
                          <a:uLnTx/>
                          <a:uFillTx/>
                          <a:latin typeface="+mn-lt"/>
                          <a:ea typeface="+mn-ea"/>
                          <a:cs typeface="+mn-cs"/>
                        </a:rPr>
                        <a:t> to extend study period from 30Sep 2025 to 30Sep 2026 </a:t>
                      </a:r>
                      <a:r>
                        <a:rPr kumimoji="0" lang="en-US" altLang="zh-CN" sz="800" b="0" u="none" strike="noStrike" kern="1200" cap="none" spc="0" normalizeH="0" baseline="0" noProof="0">
                          <a:ln>
                            <a:noFill/>
                          </a:ln>
                          <a:solidFill>
                            <a:schemeClr val="tx1"/>
                          </a:solidFill>
                          <a:effectLst/>
                          <a:uLnTx/>
                          <a:uFillTx/>
                          <a:latin typeface="+mn-lt"/>
                          <a:ea typeface="+mn-ea"/>
                          <a:cs typeface="+mn-cs"/>
                        </a:rPr>
                        <a:t>and got CEC endorsement.</a:t>
                      </a:r>
                    </a:p>
                    <a:p>
                      <a:pPr marL="171450" marR="0" lvl="0" indent="-171450" algn="l">
                        <a:lnSpc>
                          <a:spcPct val="100000"/>
                        </a:lnSpc>
                        <a:spcBef>
                          <a:spcPts val="0"/>
                        </a:spcBef>
                        <a:spcAft>
                          <a:spcPts val="0"/>
                        </a:spcAft>
                        <a:buClrTx/>
                        <a:buSzTx/>
                        <a:buFont typeface="Wingdings" panose="05000000000000000000" pitchFamily="2" charset="2"/>
                        <a:buChar char="Ø"/>
                      </a:pPr>
                      <a:r>
                        <a:rPr lang="en-US" altLang="zh-CN" sz="800" kern="1200" baseline="0" noProof="0">
                          <a:solidFill>
                            <a:schemeClr val="accent2">
                              <a:lumMod val="75000"/>
                            </a:schemeClr>
                          </a:solidFill>
                          <a:latin typeface="+mn-lt"/>
                          <a:ea typeface="+mn-ea"/>
                          <a:cs typeface="+mn-cs"/>
                        </a:rPr>
                        <a:t>Stage 2 follow-up is on track. </a:t>
                      </a:r>
                      <a:endParaRPr lang="en-US" sz="800" kern="1200" baseline="0" noProof="0">
                        <a:solidFill>
                          <a:schemeClr val="accent2">
                            <a:lumMod val="75000"/>
                          </a:schemeClr>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chemeClr val="tx2">
                            <a:lumMod val="75000"/>
                          </a:schemeClr>
                        </a:solidFill>
                        <a:effectLst/>
                        <a:highlight>
                          <a:srgbClr val="C0C0C0"/>
                        </a:highlight>
                        <a:uLnTx/>
                        <a:uFillTx/>
                        <a:latin typeface="Calibri" panose="020F0502020204030204" pitchFamily="34" charset="0"/>
                        <a:ea typeface="+mn-ea"/>
                        <a:cs typeface="Calibri" panose="020F0502020204030204" pitchFamily="34" charset="0"/>
                      </a:endParaRPr>
                    </a:p>
                  </a:txBody>
                  <a:tcPr marL="92810" marR="92810" marT="38100" marB="38100" anchor="ctr">
                    <a:solidFill>
                      <a:srgbClr val="D9D9D9"/>
                    </a:solidFill>
                  </a:tcPr>
                </a:tc>
                <a:extLst>
                  <a:ext uri="{0D108BD9-81ED-4DB2-BD59-A6C34878D82A}">
                    <a16:rowId xmlns:a16="http://schemas.microsoft.com/office/drawing/2014/main" val="2819003307"/>
                  </a:ext>
                </a:extLst>
              </a:tr>
              <a:tr h="5936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chemeClr val="tx1"/>
                          </a:solidFill>
                          <a:latin typeface="+mn-lt"/>
                          <a:ea typeface="+mn-ea"/>
                          <a:cs typeface="+mn-cs"/>
                        </a:rPr>
                        <a:t>Afatinib</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 (Neoadjuvant afatinib therapy for resectable stage IIIA, IIIB-N2 EGFR mutation-positive lung adenocarcinoma)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kern="1200">
                          <a:solidFill>
                            <a:schemeClr val="tx1"/>
                          </a:solidFill>
                          <a:latin typeface="+mn-lt"/>
                          <a:ea typeface="+mn-ea"/>
                          <a:cs typeface="+mn-cs"/>
                        </a:rPr>
                        <a:t>Huashan hospital, Prof. Zhao Yao</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Chordoma</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IIS (1200-0329):</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Oct.2022 – Jan.2026,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July2026</a:t>
                      </a:r>
                      <a:endParaRPr lang="zh-CN" altLang="en-US" sz="8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LPO</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(30Jan 2026)</a:t>
                      </a:r>
                      <a:endParaRPr lang="zh-CN" altLang="en-US" sz="8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DBL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tx1"/>
                          </a:solidFill>
                          <a:latin typeface="+mn-lt"/>
                          <a:ea typeface="+mn-ea"/>
                          <a:cs typeface="+mn-cs"/>
                        </a:rPr>
                        <a:t>(Apr 2026)</a:t>
                      </a:r>
                      <a:endParaRPr lang="zh-CN" altLang="en-US" sz="8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Ø"/>
                      </a:pPr>
                      <a:r>
                        <a:rPr lang="en-US" sz="800" b="0" u="none" strike="noStrike" kern="1200" cap="none" spc="0" normalizeH="0" baseline="0" noProof="0">
                          <a:ln>
                            <a:noFill/>
                          </a:ln>
                          <a:solidFill>
                            <a:schemeClr val="dk1"/>
                          </a:solidFill>
                          <a:effectLst/>
                          <a:uLnTx/>
                          <a:uFillTx/>
                          <a:latin typeface="+mn-lt"/>
                          <a:ea typeface="+mn-ea"/>
                          <a:cs typeface="+mn-cs"/>
                        </a:rPr>
                        <a:t>Clinical trail agreement</a:t>
                      </a:r>
                      <a:r>
                        <a:rPr lang="en-US" altLang="zh-CN" sz="800" b="0" u="none" strike="noStrike" kern="1200" cap="none" spc="0" normalizeH="0" baseline="0">
                          <a:ln>
                            <a:noFill/>
                          </a:ln>
                          <a:solidFill>
                            <a:schemeClr val="dk1"/>
                          </a:solidFill>
                          <a:effectLst/>
                          <a:uLnTx/>
                          <a:uFillTx/>
                          <a:latin typeface="+mn-lt"/>
                          <a:ea typeface="+mn-ea"/>
                          <a:cs typeface="+mn-cs"/>
                        </a:rPr>
                        <a:t> fully signed, SIV:30Sep2022</a:t>
                      </a:r>
                      <a:r>
                        <a:rPr lang="zh-CN" altLang="en-US" sz="800" b="0" u="none" strike="noStrike" kern="1200" cap="none" spc="0" normalizeH="0" baseline="0">
                          <a:ln>
                            <a:noFill/>
                          </a:ln>
                          <a:solidFill>
                            <a:schemeClr val="dk1"/>
                          </a:solidFill>
                          <a:effectLst/>
                          <a:uLnTx/>
                          <a:uFillTx/>
                          <a:latin typeface="+mn-lt"/>
                          <a:ea typeface="+mn-ea"/>
                          <a:cs typeface="+mn-cs"/>
                        </a:rPr>
                        <a:t>（</a:t>
                      </a:r>
                      <a:r>
                        <a:rPr lang="en-US" altLang="zh-CN" sz="800" b="0" u="none" strike="noStrike" kern="1200" cap="none" spc="0" normalizeH="0" baseline="0">
                          <a:ln>
                            <a:noFill/>
                          </a:ln>
                          <a:solidFill>
                            <a:schemeClr val="dk1"/>
                          </a:solidFill>
                          <a:effectLst/>
                          <a:uLnTx/>
                          <a:uFillTx/>
                          <a:latin typeface="+mn-lt"/>
                          <a:ea typeface="+mn-ea"/>
                          <a:cs typeface="+mn-cs"/>
                        </a:rPr>
                        <a:t>sample size: 20)</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800" b="0" u="none" strike="noStrike" kern="1200" cap="none" spc="0" normalizeH="0" baseline="0">
                          <a:ln>
                            <a:noFill/>
                          </a:ln>
                          <a:solidFill>
                            <a:schemeClr val="dk1"/>
                          </a:solidFill>
                          <a:effectLst/>
                          <a:uLnTx/>
                          <a:uFillTx/>
                          <a:latin typeface="+mn-lt"/>
                          <a:ea typeface="+mn-ea"/>
                          <a:cs typeface="+mn-cs"/>
                        </a:rPr>
                        <a:t>Actual recruit/ Planned recruit: 15/15 (by 31Jan 2025)​</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pPr>
                      <a:r>
                        <a:rPr lang="en-US" altLang="zh-CN" sz="800" b="0" u="none" strike="noStrike" kern="1200" cap="none" spc="0" normalizeH="0" baseline="0">
                          <a:ln>
                            <a:noFill/>
                          </a:ln>
                          <a:solidFill>
                            <a:schemeClr val="dk1"/>
                          </a:solidFill>
                          <a:effectLst/>
                          <a:uLnTx/>
                          <a:uFillTx/>
                          <a:latin typeface="+mn-lt"/>
                          <a:ea typeface="+mn-ea"/>
                          <a:cs typeface="+mn-cs"/>
                        </a:rPr>
                        <a:t>FPI:</a:t>
                      </a:r>
                      <a:r>
                        <a:rPr lang="zh-CN" altLang="en-US" sz="800" b="0" u="none" strike="noStrike" kern="1200" cap="none" spc="0" normalizeH="0" baseline="0">
                          <a:ln>
                            <a:noFill/>
                          </a:ln>
                          <a:solidFill>
                            <a:schemeClr val="dk1"/>
                          </a:solidFill>
                          <a:effectLst/>
                          <a:uLnTx/>
                          <a:uFillTx/>
                          <a:latin typeface="+mn-lt"/>
                          <a:ea typeface="+mn-ea"/>
                          <a:cs typeface="+mn-cs"/>
                        </a:rPr>
                        <a:t> </a:t>
                      </a:r>
                      <a:r>
                        <a:rPr lang="en-US" altLang="zh-CN" sz="800" b="0" u="none" strike="noStrike" kern="1200" cap="none" spc="0" normalizeH="0" baseline="0">
                          <a:ln>
                            <a:noFill/>
                          </a:ln>
                          <a:solidFill>
                            <a:schemeClr val="dk1"/>
                          </a:solidFill>
                          <a:effectLst/>
                          <a:uLnTx/>
                          <a:uFillTx/>
                          <a:latin typeface="+mn-lt"/>
                          <a:ea typeface="+mn-ea"/>
                          <a:cs typeface="+mn-cs"/>
                        </a:rPr>
                        <a:t>26Oct2022, LPI: 31Jan 2025</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pPr>
                      <a:r>
                        <a:rPr lang="en-US" altLang="zh-CN" sz="800" kern="1200" baseline="0">
                          <a:solidFill>
                            <a:schemeClr val="accent2">
                              <a:lumMod val="75000"/>
                            </a:schemeClr>
                          </a:solidFill>
                          <a:latin typeface="+mn-lt"/>
                          <a:ea typeface="+mn-ea"/>
                          <a:cs typeface="+mn-cs"/>
                        </a:rPr>
                        <a:t>Follow-up was completed on 30Jan 2026</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chemeClr val="tx2">
                            <a:lumMod val="75000"/>
                          </a:schemeClr>
                        </a:solidFill>
                        <a:effectLst/>
                        <a:highlight>
                          <a:srgbClr val="C0C0C0"/>
                        </a:highlight>
                        <a:uLnTx/>
                        <a:uFillTx/>
                        <a:latin typeface="Calibri" panose="020F0502020204030204" pitchFamily="34" charset="0"/>
                        <a:ea typeface="+mn-ea"/>
                        <a:cs typeface="Calibri" panose="020F0502020204030204" pitchFamily="34" charset="0"/>
                      </a:endParaRPr>
                    </a:p>
                  </a:txBody>
                  <a:tcPr marL="92810" marR="92810" marT="38100" marB="38100" anchor="ctr">
                    <a:solidFill>
                      <a:srgbClr val="D9D9D9"/>
                    </a:solidFill>
                  </a:tcPr>
                </a:tc>
                <a:extLst>
                  <a:ext uri="{0D108BD9-81ED-4DB2-BD59-A6C34878D82A}">
                    <a16:rowId xmlns:a16="http://schemas.microsoft.com/office/drawing/2014/main" val="626515510"/>
                  </a:ext>
                </a:extLst>
              </a:tr>
            </a:tbl>
          </a:graphicData>
        </a:graphic>
      </p:graphicFrame>
      <p:sp>
        <p:nvSpPr>
          <p:cNvPr id="8" name="标题 4"/>
          <p:cNvSpPr>
            <a:spLocks noGrp="1"/>
          </p:cNvSpPr>
          <p:nvPr>
            <p:ph type="title"/>
          </p:nvPr>
        </p:nvSpPr>
        <p:spPr>
          <a:xfrm>
            <a:off x="119422" y="244793"/>
            <a:ext cx="11233151" cy="482788"/>
          </a:xfrm>
        </p:spPr>
        <p:txBody>
          <a:bodyPr/>
          <a:lstStyle/>
          <a:p>
            <a:r>
              <a:rPr lang="en-US" altLang="zh-CN"/>
              <a:t>Mature Product/PMS Overview - ONCO</a:t>
            </a:r>
            <a:endParaRPr lang="zh-CN" altLang="en-US"/>
          </a:p>
        </p:txBody>
      </p:sp>
      <p:sp>
        <p:nvSpPr>
          <p:cNvPr id="4" name="灯片编号占位符 3"/>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333" b="0" i="0" u="none" strike="noStrike" kern="1200" cap="none" spc="0" normalizeH="0" baseline="0" noProof="0" smtClean="0">
                <a:ln>
                  <a:noFill/>
                </a:ln>
                <a:solidFill>
                  <a:srgbClr val="FFFFFF">
                    <a:lumMod val="50000"/>
                  </a:srgbClr>
                </a:solidFill>
                <a:effectLst/>
                <a:uLnTx/>
                <a:uFillTx/>
                <a:latin typeface="BISansOptiCond"/>
                <a:ea typeface="+mn-ea"/>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sz="1333" b="0" i="0" u="none" strike="noStrike" kern="1200" cap="none" spc="0" normalizeH="0" baseline="0" noProof="0">
              <a:ln>
                <a:noFill/>
              </a:ln>
              <a:solidFill>
                <a:srgbClr val="FFFFFF">
                  <a:lumMod val="50000"/>
                </a:srgbClr>
              </a:solidFill>
              <a:effectLst/>
              <a:uLnTx/>
              <a:uFillTx/>
              <a:latin typeface="BISansOptiCond"/>
              <a:ea typeface="+mn-ea"/>
            </a:endParaRPr>
          </a:p>
        </p:txBody>
      </p:sp>
      <p:pic>
        <p:nvPicPr>
          <p:cNvPr id="2" name="图片 1">
            <a:extLst>
              <a:ext uri="{FF2B5EF4-FFF2-40B4-BE49-F238E27FC236}">
                <a16:creationId xmlns:a16="http://schemas.microsoft.com/office/drawing/2014/main" id="{32997402-D236-8347-9284-AFD7A4D208DD}"/>
              </a:ext>
            </a:extLst>
          </p:cNvPr>
          <p:cNvPicPr>
            <a:picLocks noChangeAspect="1"/>
          </p:cNvPicPr>
          <p:nvPr/>
        </p:nvPicPr>
        <p:blipFill>
          <a:blip r:embed="rId3"/>
          <a:stretch>
            <a:fillRect/>
          </a:stretch>
        </p:blipFill>
        <p:spPr>
          <a:xfrm>
            <a:off x="11848571" y="1599252"/>
            <a:ext cx="115834" cy="109738"/>
          </a:xfrm>
          <a:prstGeom prst="rect">
            <a:avLst/>
          </a:prstGeom>
        </p:spPr>
      </p:pic>
      <p:pic>
        <p:nvPicPr>
          <p:cNvPr id="3" name="图片 2">
            <a:extLst>
              <a:ext uri="{FF2B5EF4-FFF2-40B4-BE49-F238E27FC236}">
                <a16:creationId xmlns:a16="http://schemas.microsoft.com/office/drawing/2014/main" id="{5062E37B-6B64-5ACE-CE86-65F8B415308F}"/>
              </a:ext>
            </a:extLst>
          </p:cNvPr>
          <p:cNvPicPr>
            <a:picLocks noChangeAspect="1"/>
          </p:cNvPicPr>
          <p:nvPr/>
        </p:nvPicPr>
        <p:blipFill>
          <a:blip r:embed="rId3"/>
          <a:stretch>
            <a:fillRect/>
          </a:stretch>
        </p:blipFill>
        <p:spPr>
          <a:xfrm>
            <a:off x="11848571" y="5236236"/>
            <a:ext cx="115834" cy="109738"/>
          </a:xfrm>
          <a:prstGeom prst="rect">
            <a:avLst/>
          </a:prstGeom>
        </p:spPr>
      </p:pic>
      <p:pic>
        <p:nvPicPr>
          <p:cNvPr id="5" name="图片 4">
            <a:extLst>
              <a:ext uri="{FF2B5EF4-FFF2-40B4-BE49-F238E27FC236}">
                <a16:creationId xmlns:a16="http://schemas.microsoft.com/office/drawing/2014/main" id="{5AFA3A35-39A4-2F9C-B63B-C3B160AEE992}"/>
              </a:ext>
            </a:extLst>
          </p:cNvPr>
          <p:cNvPicPr>
            <a:picLocks noChangeAspect="1"/>
          </p:cNvPicPr>
          <p:nvPr/>
        </p:nvPicPr>
        <p:blipFill>
          <a:blip r:embed="rId3"/>
          <a:stretch>
            <a:fillRect/>
          </a:stretch>
        </p:blipFill>
        <p:spPr>
          <a:xfrm>
            <a:off x="11852234" y="3342492"/>
            <a:ext cx="115834" cy="109738"/>
          </a:xfrm>
          <a:prstGeom prst="rect">
            <a:avLst/>
          </a:prstGeom>
        </p:spPr>
      </p:pic>
      <p:pic>
        <p:nvPicPr>
          <p:cNvPr id="7" name="图片 6">
            <a:extLst>
              <a:ext uri="{FF2B5EF4-FFF2-40B4-BE49-F238E27FC236}">
                <a16:creationId xmlns:a16="http://schemas.microsoft.com/office/drawing/2014/main" id="{738DDA60-E126-0400-DFDA-04A06A2E5220}"/>
              </a:ext>
            </a:extLst>
          </p:cNvPr>
          <p:cNvPicPr>
            <a:picLocks noChangeAspect="1"/>
          </p:cNvPicPr>
          <p:nvPr/>
        </p:nvPicPr>
        <p:blipFill>
          <a:blip r:embed="rId3"/>
          <a:stretch>
            <a:fillRect/>
          </a:stretch>
        </p:blipFill>
        <p:spPr>
          <a:xfrm>
            <a:off x="11848571" y="4289364"/>
            <a:ext cx="115834" cy="109738"/>
          </a:xfrm>
          <a:prstGeom prst="rect">
            <a:avLst/>
          </a:prstGeom>
        </p:spPr>
      </p:pic>
      <p:pic>
        <p:nvPicPr>
          <p:cNvPr id="6" name="图片 5">
            <a:extLst>
              <a:ext uri="{FF2B5EF4-FFF2-40B4-BE49-F238E27FC236}">
                <a16:creationId xmlns:a16="http://schemas.microsoft.com/office/drawing/2014/main" id="{39CC5A96-837A-C1E6-69B1-272F76416051}"/>
              </a:ext>
            </a:extLst>
          </p:cNvPr>
          <p:cNvPicPr>
            <a:picLocks noChangeAspect="1"/>
          </p:cNvPicPr>
          <p:nvPr/>
        </p:nvPicPr>
        <p:blipFill>
          <a:blip r:embed="rId3"/>
          <a:stretch>
            <a:fillRect/>
          </a:stretch>
        </p:blipFill>
        <p:spPr>
          <a:xfrm>
            <a:off x="11848571" y="2403947"/>
            <a:ext cx="115834" cy="109738"/>
          </a:xfrm>
          <a:prstGeom prst="rect">
            <a:avLst/>
          </a:prstGeom>
        </p:spPr>
      </p:pic>
    </p:spTree>
    <p:extLst>
      <p:ext uri="{BB962C8B-B14F-4D97-AF65-F5344CB8AC3E}">
        <p14:creationId xmlns:p14="http://schemas.microsoft.com/office/powerpoint/2010/main" val="11698682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32899E4-3943-520D-BF2D-4EDB0BA1DFF9}"/>
              </a:ext>
            </a:extLst>
          </p:cNvPr>
          <p:cNvSpPr>
            <a:spLocks noGrp="1"/>
          </p:cNvSpPr>
          <p:nvPr>
            <p:ph idx="1"/>
          </p:nvPr>
        </p:nvSpPr>
        <p:spPr>
          <a:xfrm>
            <a:off x="479424" y="1412876"/>
            <a:ext cx="11233151" cy="3024268"/>
          </a:xfrm>
        </p:spPr>
        <p:txBody>
          <a:bodyPr/>
          <a:lstStyle/>
          <a:p>
            <a:pPr marL="0" indent="0" algn="ctr">
              <a:buNone/>
            </a:pPr>
            <a:endParaRPr lang="en-US" sz="4800" noProof="0">
              <a:solidFill>
                <a:schemeClr val="tx2"/>
              </a:solidFill>
            </a:endParaRPr>
          </a:p>
          <a:p>
            <a:pPr marL="0" indent="0" algn="ctr">
              <a:buNone/>
            </a:pPr>
            <a:r>
              <a:rPr lang="en-US" sz="4800" noProof="0">
                <a:solidFill>
                  <a:schemeClr val="tx2"/>
                </a:solidFill>
              </a:rPr>
              <a:t>Thank You!</a:t>
            </a:r>
          </a:p>
        </p:txBody>
      </p:sp>
      <p:sp>
        <p:nvSpPr>
          <p:cNvPr id="5" name="页脚占位符 4">
            <a:extLst>
              <a:ext uri="{FF2B5EF4-FFF2-40B4-BE49-F238E27FC236}">
                <a16:creationId xmlns:a16="http://schemas.microsoft.com/office/drawing/2014/main" id="{313D1559-55E5-9EFB-7398-8077AB39A79A}"/>
              </a:ext>
            </a:extLst>
          </p:cNvPr>
          <p:cNvSpPr>
            <a:spLocks noGrp="1"/>
          </p:cNvSpPr>
          <p:nvPr>
            <p:ph type="ftr" sz="quarter" idx="4294967295"/>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1"/>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noProof="0"/>
              <a:t>Presentation title    |    ONLY FOR INTERNAL USE</a:t>
            </a:r>
          </a:p>
        </p:txBody>
      </p:sp>
      <p:sp>
        <p:nvSpPr>
          <p:cNvPr id="6" name="灯片编号占位符 5">
            <a:extLst>
              <a:ext uri="{FF2B5EF4-FFF2-40B4-BE49-F238E27FC236}">
                <a16:creationId xmlns:a16="http://schemas.microsoft.com/office/drawing/2014/main" id="{C70B76BF-C50C-A148-FD26-309DC870EFED}"/>
              </a:ext>
            </a:extLst>
          </p:cNvPr>
          <p:cNvSpPr>
            <a:spLocks noGrp="1"/>
          </p:cNvSpPr>
          <p:nvPr>
            <p:ph type="sldNum" sz="quarter" idx="15"/>
          </p:nvPr>
        </p:nvSpPr>
        <p:spPr/>
        <p:txBody>
          <a:bodyPr/>
          <a:lstStyle/>
          <a:p>
            <a:fld id="{8FF9B0DE-3FEB-4AA0-B465-B80EF7C1333D}" type="slidenum">
              <a:rPr lang="en-US" noProof="0" smtClean="0"/>
              <a:pPr/>
              <a:t>51</a:t>
            </a:fld>
            <a:endParaRPr lang="en-US" noProof="0"/>
          </a:p>
        </p:txBody>
      </p:sp>
    </p:spTree>
    <p:extLst>
      <p:ext uri="{BB962C8B-B14F-4D97-AF65-F5344CB8AC3E}">
        <p14:creationId xmlns:p14="http://schemas.microsoft.com/office/powerpoint/2010/main" val="14544011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TLMARKERSHAPE" val="OTL"/>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DATE" val="2023-07-06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aNrp1 - LSC Visit 6"/>
  <p:tag name="OTLPOSITIONONTASK" val="None"/>
  <p:tag name="OTLRELATEDTASKID" val="00000000-0000-0000-0000-000000000000"/>
  <p:tag name="OTLWEEKNUMBERINGFORMAT" val="WNFormat1"/>
  <p:tag name="OTLWEEKNUMBERINGISVISIBLE" val="False"/>
</p:tagLst>
</file>

<file path=ppt/tags/tag16.xml><?xml version="1.0" encoding="utf-8"?>
<p:tagLst xmlns:a="http://schemas.openxmlformats.org/drawingml/2006/main" xmlns:r="http://schemas.openxmlformats.org/officeDocument/2006/relationships" xmlns:p="http://schemas.openxmlformats.org/presentationml/2006/main">
  <p:tag name="OTLDATE" val="2023-07-06T23:59: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aNrp1 - LSC Visit 6"/>
  <p:tag name="OTLPOSITIONONTASK" val="None"/>
  <p:tag name="OTLRELATEDTASKID" val="00000000-0000-0000-0000-000000000000"/>
  <p:tag name="OTLWEEKNUMBERINGFORMAT" val="WNFormat1"/>
  <p:tag name="OTLWEEKNUMBERINGISVISIBLE" val="False"/>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MARKERSHAPE" val="OTL"/>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MARKERSHAPE" val="OTL"/>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MARKERSHAPE" val="OTL"/>
</p:tagLst>
</file>

<file path=ppt/tags/tag107.xml><?xml version="1.0" encoding="utf-8"?>
<p:tagLst xmlns:a="http://schemas.openxmlformats.org/drawingml/2006/main" xmlns:r="http://schemas.openxmlformats.org/officeDocument/2006/relationships" xmlns:p="http://schemas.openxmlformats.org/presentationml/2006/main">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1.xml><?xml version="1.0" encoding="utf-8"?>
<p:tagLst xmlns:a="http://schemas.openxmlformats.org/drawingml/2006/main" xmlns:r="http://schemas.openxmlformats.org/officeDocument/2006/relationships" xmlns:p="http://schemas.openxmlformats.org/presentationml/2006/main">
  <p:tag name="OTLMARKERSHAPE" val="OTL"/>
</p:tagLst>
</file>

<file path=ppt/tags/tag112.xml><?xml version="1.0" encoding="utf-8"?>
<p:tagLst xmlns:a="http://schemas.openxmlformats.org/drawingml/2006/main" xmlns:r="http://schemas.openxmlformats.org/officeDocument/2006/relationships" xmlns:p="http://schemas.openxmlformats.org/presentationml/2006/main">
  <p:tag name="OTLMARKERSHAPE" val="OTL"/>
</p:tagLst>
</file>

<file path=ppt/tags/tag113.xml><?xml version="1.0" encoding="utf-8"?>
<p:tagLst xmlns:a="http://schemas.openxmlformats.org/drawingml/2006/main" xmlns:r="http://schemas.openxmlformats.org/officeDocument/2006/relationships" xmlns:p="http://schemas.openxmlformats.org/presentationml/2006/main">
  <p:tag name="OTLMARKERSHAPE" val="OTL"/>
</p:tagLst>
</file>

<file path=ppt/tags/tag114.xml><?xml version="1.0" encoding="utf-8"?>
<p:tagLst xmlns:a="http://schemas.openxmlformats.org/drawingml/2006/main" xmlns:r="http://schemas.openxmlformats.org/officeDocument/2006/relationships" xmlns:p="http://schemas.openxmlformats.org/presentationml/2006/main">
  <p:tag name="OTLMARKERSHAPE" val="OTL"/>
</p:tagLst>
</file>

<file path=ppt/tags/tag115.xml><?xml version="1.0" encoding="utf-8"?>
<p:tagLst xmlns:a="http://schemas.openxmlformats.org/drawingml/2006/main" xmlns:r="http://schemas.openxmlformats.org/officeDocument/2006/relationships" xmlns:p="http://schemas.openxmlformats.org/presentationml/2006/main">
  <p:tag name="OTLMARKERSHAPE" val="OTL"/>
</p:tagLst>
</file>

<file path=ppt/tags/tag116.xml><?xml version="1.0" encoding="utf-8"?>
<p:tagLst xmlns:a="http://schemas.openxmlformats.org/drawingml/2006/main" xmlns:r="http://schemas.openxmlformats.org/officeDocument/2006/relationships" xmlns:p="http://schemas.openxmlformats.org/presentationml/2006/main">
  <p:tag name="OTLMARKERSHAPE" val="OTL"/>
</p:tagLst>
</file>

<file path=ppt/tags/tag117.xml><?xml version="1.0" encoding="utf-8"?>
<p:tagLst xmlns:a="http://schemas.openxmlformats.org/drawingml/2006/main" xmlns:r="http://schemas.openxmlformats.org/officeDocument/2006/relationships" xmlns:p="http://schemas.openxmlformats.org/presentationml/2006/main">
  <p:tag name="OTLMARKERSHAPE" val="OTL"/>
</p:tagLst>
</file>

<file path=ppt/tags/tag118.xml><?xml version="1.0" encoding="utf-8"?>
<p:tagLst xmlns:a="http://schemas.openxmlformats.org/drawingml/2006/main" xmlns:r="http://schemas.openxmlformats.org/officeDocument/2006/relationships" xmlns:p="http://schemas.openxmlformats.org/presentationml/2006/main">
  <p:tag name="OTLMARKERSHAPE" val="OTL"/>
</p:tagLst>
</file>

<file path=ppt/tags/tag119.xml><?xml version="1.0" encoding="utf-8"?>
<p:tagLst xmlns:a="http://schemas.openxmlformats.org/drawingml/2006/main" xmlns:r="http://schemas.openxmlformats.org/officeDocument/2006/relationships" xmlns:p="http://schemas.openxmlformats.org/presentationml/2006/main">
  <p:tag name="OTLMARKERSHAPE" val="OTL"/>
</p:tagLst>
</file>

<file path=ppt/tags/tag120.xml><?xml version="1.0" encoding="utf-8"?>
<p:tagLst xmlns:a="http://schemas.openxmlformats.org/drawingml/2006/main" xmlns:r="http://schemas.openxmlformats.org/officeDocument/2006/relationships" xmlns:p="http://schemas.openxmlformats.org/presentationml/2006/main">
  <p:tag name="OTLMARKERSHAPE" val="OTL"/>
</p:tagLst>
</file>

<file path=ppt/tags/tag121.xml><?xml version="1.0" encoding="utf-8"?>
<p:tagLst xmlns:a="http://schemas.openxmlformats.org/drawingml/2006/main" xmlns:r="http://schemas.openxmlformats.org/officeDocument/2006/relationships" xmlns:p="http://schemas.openxmlformats.org/presentationml/2006/main">
  <p:tag name="OTLMARKERSHAPE" val="OTL"/>
</p:tagLst>
</file>

<file path=ppt/tags/tag122.xml><?xml version="1.0" encoding="utf-8"?>
<p:tagLst xmlns:a="http://schemas.openxmlformats.org/drawingml/2006/main" xmlns:r="http://schemas.openxmlformats.org/officeDocument/2006/relationships" xmlns:p="http://schemas.openxmlformats.org/presentationml/2006/main">
  <p:tag name="OTLMARKERSHAPE" val="OTL"/>
</p:tagLst>
</file>

<file path=ppt/tags/tag123.xml><?xml version="1.0" encoding="utf-8"?>
<p:tagLst xmlns:a="http://schemas.openxmlformats.org/drawingml/2006/main" xmlns:r="http://schemas.openxmlformats.org/officeDocument/2006/relationships" xmlns:p="http://schemas.openxmlformats.org/presentationml/2006/main">
  <p:tag name="OTLMARKERSHAPE" val="OTL"/>
</p:tagLst>
</file>

<file path=ppt/tags/tag124.xml><?xml version="1.0" encoding="utf-8"?>
<p:tagLst xmlns:a="http://schemas.openxmlformats.org/drawingml/2006/main" xmlns:r="http://schemas.openxmlformats.org/officeDocument/2006/relationships" xmlns:p="http://schemas.openxmlformats.org/presentationml/2006/main">
  <p:tag name="OTLMARKERSHAPE" val="OTL"/>
</p:tagLst>
</file>

<file path=ppt/tags/tag125.xml><?xml version="1.0" encoding="utf-8"?>
<p:tagLst xmlns:a="http://schemas.openxmlformats.org/drawingml/2006/main" xmlns:r="http://schemas.openxmlformats.org/officeDocument/2006/relationships" xmlns:p="http://schemas.openxmlformats.org/presentationml/2006/main">
  <p:tag name="OTLMARKERSHAPE" val="OTL"/>
</p:tagLst>
</file>

<file path=ppt/tags/tag126.xml><?xml version="1.0" encoding="utf-8"?>
<p:tagLst xmlns:a="http://schemas.openxmlformats.org/drawingml/2006/main" xmlns:r="http://schemas.openxmlformats.org/officeDocument/2006/relationships" xmlns:p="http://schemas.openxmlformats.org/presentationml/2006/main">
  <p:tag name="OTLMARKERSHAPE" val="OTL"/>
</p:tagLst>
</file>

<file path=ppt/tags/tag127.xml><?xml version="1.0" encoding="utf-8"?>
<p:tagLst xmlns:a="http://schemas.openxmlformats.org/drawingml/2006/main" xmlns:r="http://schemas.openxmlformats.org/officeDocument/2006/relationships" xmlns:p="http://schemas.openxmlformats.org/presentationml/2006/main">
  <p:tag name="OTLMARKERSHAPE" val="OTL"/>
</p:tagLst>
</file>

<file path=ppt/tags/tag128.xml><?xml version="1.0" encoding="utf-8"?>
<p:tagLst xmlns:a="http://schemas.openxmlformats.org/drawingml/2006/main" xmlns:r="http://schemas.openxmlformats.org/officeDocument/2006/relationships" xmlns:p="http://schemas.openxmlformats.org/presentationml/2006/main">
  <p:tag name="OTLMARKERSHAPE" val="OTL"/>
</p:tagLst>
</file>

<file path=ppt/tags/tag129.xml><?xml version="1.0" encoding="utf-8"?>
<p:tagLst xmlns:a="http://schemas.openxmlformats.org/drawingml/2006/main" xmlns:r="http://schemas.openxmlformats.org/officeDocument/2006/relationships" xmlns:p="http://schemas.openxmlformats.org/presentationml/2006/main">
  <p:tag name="OTLMARKERSHAPE" val="OTL"/>
</p:tagLst>
</file>

<file path=ppt/tags/tag130.xml><?xml version="1.0" encoding="utf-8"?>
<p:tagLst xmlns:a="http://schemas.openxmlformats.org/drawingml/2006/main" xmlns:r="http://schemas.openxmlformats.org/officeDocument/2006/relationships" xmlns:p="http://schemas.openxmlformats.org/presentationml/2006/main">
  <p:tag name="OTLMARKERSHAPE" val="OTL"/>
</p:tagLst>
</file>

<file path=ppt/tags/tag131.xml><?xml version="1.0" encoding="utf-8"?>
<p:tagLst xmlns:a="http://schemas.openxmlformats.org/drawingml/2006/main" xmlns:r="http://schemas.openxmlformats.org/officeDocument/2006/relationships" xmlns:p="http://schemas.openxmlformats.org/presentationml/2006/main">
  <p:tag name="OTLMARKERSHAPE" val="OTL"/>
</p:tagLst>
</file>

<file path=ppt/tags/tag132.xml><?xml version="1.0" encoding="utf-8"?>
<p:tagLst xmlns:a="http://schemas.openxmlformats.org/drawingml/2006/main" xmlns:r="http://schemas.openxmlformats.org/officeDocument/2006/relationships" xmlns:p="http://schemas.openxmlformats.org/presentationml/2006/main">
  <p:tag name="OTLMARKERSHAPE" val="OTL"/>
</p:tagLst>
</file>

<file path=ppt/tags/tag133.xml><?xml version="1.0" encoding="utf-8"?>
<p:tagLst xmlns:a="http://schemas.openxmlformats.org/drawingml/2006/main" xmlns:r="http://schemas.openxmlformats.org/officeDocument/2006/relationships" xmlns:p="http://schemas.openxmlformats.org/presentationml/2006/main">
  <p:tag name="OTLMARKERSHAPE" val="OTL"/>
</p:tagLst>
</file>

<file path=ppt/tags/tag134.xml><?xml version="1.0" encoding="utf-8"?>
<p:tagLst xmlns:a="http://schemas.openxmlformats.org/drawingml/2006/main" xmlns:r="http://schemas.openxmlformats.org/officeDocument/2006/relationships" xmlns:p="http://schemas.openxmlformats.org/presentationml/2006/main">
  <p:tag name="OTLMARKERSHAPE" val="OTL"/>
</p:tagLst>
</file>

<file path=ppt/tags/tag135.xml><?xml version="1.0" encoding="utf-8"?>
<p:tagLst xmlns:a="http://schemas.openxmlformats.org/drawingml/2006/main" xmlns:r="http://schemas.openxmlformats.org/officeDocument/2006/relationships" xmlns:p="http://schemas.openxmlformats.org/presentationml/2006/main">
  <p:tag name="OTLMARKERSHAPE" val="OTL"/>
</p:tagLst>
</file>

<file path=ppt/tags/tag136.xml><?xml version="1.0" encoding="utf-8"?>
<p:tagLst xmlns:a="http://schemas.openxmlformats.org/drawingml/2006/main" xmlns:r="http://schemas.openxmlformats.org/officeDocument/2006/relationships" xmlns:p="http://schemas.openxmlformats.org/presentationml/2006/main">
  <p:tag name="OTLMARKERSHAPE" val="OTL"/>
</p:tagLst>
</file>

<file path=ppt/tags/tag137.xml><?xml version="1.0" encoding="utf-8"?>
<p:tagLst xmlns:a="http://schemas.openxmlformats.org/drawingml/2006/main" xmlns:r="http://schemas.openxmlformats.org/officeDocument/2006/relationships" xmlns:p="http://schemas.openxmlformats.org/presentationml/2006/main">
  <p:tag name="OTLMARKERSHAPE" val="OTL"/>
</p:tagLst>
</file>

<file path=ppt/tags/tag138.xml><?xml version="1.0" encoding="utf-8"?>
<p:tagLst xmlns:a="http://schemas.openxmlformats.org/drawingml/2006/main" xmlns:r="http://schemas.openxmlformats.org/officeDocument/2006/relationships" xmlns:p="http://schemas.openxmlformats.org/presentationml/2006/main">
  <p:tag name="OTLMARKERSHAPE" val="OTL"/>
</p:tagLst>
</file>

<file path=ppt/tags/tag139.xml><?xml version="1.0" encoding="utf-8"?>
<p:tagLst xmlns:a="http://schemas.openxmlformats.org/drawingml/2006/main" xmlns:r="http://schemas.openxmlformats.org/officeDocument/2006/relationships" xmlns:p="http://schemas.openxmlformats.org/presentationml/2006/main">
  <p:tag name="OTLMARKERSHAPE" val="OTL"/>
</p:tagLst>
</file>

<file path=ppt/tags/tag140.xml><?xml version="1.0" encoding="utf-8"?>
<p:tagLst xmlns:a="http://schemas.openxmlformats.org/drawingml/2006/main" xmlns:r="http://schemas.openxmlformats.org/officeDocument/2006/relationships" xmlns:p="http://schemas.openxmlformats.org/presentationml/2006/main">
  <p:tag name="OTLMARKERSHAPE" val="OTL"/>
</p:tagLst>
</file>

<file path=ppt/tags/tag141.xml><?xml version="1.0" encoding="utf-8"?>
<p:tagLst xmlns:a="http://schemas.openxmlformats.org/drawingml/2006/main" xmlns:r="http://schemas.openxmlformats.org/officeDocument/2006/relationships" xmlns:p="http://schemas.openxmlformats.org/presentationml/2006/main">
  <p:tag name="OTLMARKERSHAPE" val="OTL"/>
</p:tagLst>
</file>

<file path=ppt/tags/tag142.xml><?xml version="1.0" encoding="utf-8"?>
<p:tagLst xmlns:a="http://schemas.openxmlformats.org/drawingml/2006/main" xmlns:r="http://schemas.openxmlformats.org/officeDocument/2006/relationships" xmlns:p="http://schemas.openxmlformats.org/presentationml/2006/main">
  <p:tag name="OTLMARKERSHAPE" val="OTL"/>
</p:tagLst>
</file>

<file path=ppt/tags/tag143.xml><?xml version="1.0" encoding="utf-8"?>
<p:tagLst xmlns:a="http://schemas.openxmlformats.org/drawingml/2006/main" xmlns:r="http://schemas.openxmlformats.org/officeDocument/2006/relationships" xmlns:p="http://schemas.openxmlformats.org/presentationml/2006/main">
  <p:tag name="OTLMARKERSHAPE" val="OTL"/>
</p:tagLst>
</file>

<file path=ppt/tags/tag144.xml><?xml version="1.0" encoding="utf-8"?>
<p:tagLst xmlns:a="http://schemas.openxmlformats.org/drawingml/2006/main" xmlns:r="http://schemas.openxmlformats.org/officeDocument/2006/relationships" xmlns:p="http://schemas.openxmlformats.org/presentationml/2006/main">
  <p:tag name="OTLMARKERSHAPE" val="OTL"/>
</p:tagLst>
</file>

<file path=ppt/tags/tag145.xml><?xml version="1.0" encoding="utf-8"?>
<p:tagLst xmlns:a="http://schemas.openxmlformats.org/drawingml/2006/main" xmlns:r="http://schemas.openxmlformats.org/officeDocument/2006/relationships" xmlns:p="http://schemas.openxmlformats.org/presentationml/2006/main">
  <p:tag name="OTLMARKERSHAPE" val="OTL"/>
</p:tagLst>
</file>

<file path=ppt/tags/tag146.xml><?xml version="1.0" encoding="utf-8"?>
<p:tagLst xmlns:a="http://schemas.openxmlformats.org/drawingml/2006/main" xmlns:r="http://schemas.openxmlformats.org/officeDocument/2006/relationships" xmlns:p="http://schemas.openxmlformats.org/presentationml/2006/main">
  <p:tag name="OTLMARKERSHAPE" val="OTL"/>
</p:tagLst>
</file>

<file path=ppt/tags/tag147.xml><?xml version="1.0" encoding="utf-8"?>
<p:tagLst xmlns:a="http://schemas.openxmlformats.org/drawingml/2006/main" xmlns:r="http://schemas.openxmlformats.org/officeDocument/2006/relationships" xmlns:p="http://schemas.openxmlformats.org/presentationml/2006/main">
  <p:tag name="OTLMARKERSHAPE" val="OTL"/>
</p:tagLst>
</file>

<file path=ppt/tags/tag148.xml><?xml version="1.0" encoding="utf-8"?>
<p:tagLst xmlns:a="http://schemas.openxmlformats.org/drawingml/2006/main" xmlns:r="http://schemas.openxmlformats.org/officeDocument/2006/relationships" xmlns:p="http://schemas.openxmlformats.org/presentationml/2006/main">
  <p:tag name="OTLMARKERSHAPE" val="OTL"/>
</p:tagLst>
</file>

<file path=ppt/tags/tag149.xml><?xml version="1.0" encoding="utf-8"?>
<p:tagLst xmlns:a="http://schemas.openxmlformats.org/drawingml/2006/main" xmlns:r="http://schemas.openxmlformats.org/officeDocument/2006/relationships" xmlns:p="http://schemas.openxmlformats.org/presentationml/2006/main">
  <p:tag name="OTLMARKERSHAPE" val="OTL"/>
</p:tagLst>
</file>

<file path=ppt/tags/tag150.xml><?xml version="1.0" encoding="utf-8"?>
<p:tagLst xmlns:a="http://schemas.openxmlformats.org/drawingml/2006/main" xmlns:r="http://schemas.openxmlformats.org/officeDocument/2006/relationships" xmlns:p="http://schemas.openxmlformats.org/presentationml/2006/main">
  <p:tag name="OTLMARKERSHAPE" val="OTL"/>
</p:tagLst>
</file>

<file path=ppt/tags/tag151.xml><?xml version="1.0" encoding="utf-8"?>
<p:tagLst xmlns:a="http://schemas.openxmlformats.org/drawingml/2006/main" xmlns:r="http://schemas.openxmlformats.org/officeDocument/2006/relationships" xmlns:p="http://schemas.openxmlformats.org/presentationml/2006/main">
  <p:tag name="OTLMARKERSHAPE" val="OTL"/>
</p:tagLst>
</file>

<file path=ppt/tags/tag152.xml><?xml version="1.0" encoding="utf-8"?>
<p:tagLst xmlns:a="http://schemas.openxmlformats.org/drawingml/2006/main" xmlns:r="http://schemas.openxmlformats.org/officeDocument/2006/relationships" xmlns:p="http://schemas.openxmlformats.org/presentationml/2006/main">
  <p:tag name="OTLMARKERSHAPE" val="OTL"/>
</p:tagLst>
</file>

<file path=ppt/tags/tag153.xml><?xml version="1.0" encoding="utf-8"?>
<p:tagLst xmlns:a="http://schemas.openxmlformats.org/drawingml/2006/main" xmlns:r="http://schemas.openxmlformats.org/officeDocument/2006/relationships" xmlns:p="http://schemas.openxmlformats.org/presentationml/2006/main">
  <p:tag name="OTLMARKERSHAPE" val="OTL"/>
</p:tagLst>
</file>

<file path=ppt/tags/tag154.xml><?xml version="1.0" encoding="utf-8"?>
<p:tagLst xmlns:a="http://schemas.openxmlformats.org/drawingml/2006/main" xmlns:r="http://schemas.openxmlformats.org/officeDocument/2006/relationships" xmlns:p="http://schemas.openxmlformats.org/presentationml/2006/main">
  <p:tag name="OTLMARKERSHAPE" val="OTL"/>
</p:tagLst>
</file>

<file path=ppt/tags/tag155.xml><?xml version="1.0" encoding="utf-8"?>
<p:tagLst xmlns:a="http://schemas.openxmlformats.org/drawingml/2006/main" xmlns:r="http://schemas.openxmlformats.org/officeDocument/2006/relationships" xmlns:p="http://schemas.openxmlformats.org/presentationml/2006/main">
  <p:tag name="OTLMARKERSHAPE" val="OTL"/>
</p:tagLst>
</file>

<file path=ppt/tags/tag156.xml><?xml version="1.0" encoding="utf-8"?>
<p:tagLst xmlns:a="http://schemas.openxmlformats.org/drawingml/2006/main" xmlns:r="http://schemas.openxmlformats.org/officeDocument/2006/relationships" xmlns:p="http://schemas.openxmlformats.org/presentationml/2006/main">
  <p:tag name="OTLMARKERSHAPE" val="OTL"/>
</p:tagLst>
</file>

<file path=ppt/tags/tag157.xml><?xml version="1.0" encoding="utf-8"?>
<p:tagLst xmlns:a="http://schemas.openxmlformats.org/drawingml/2006/main" xmlns:r="http://schemas.openxmlformats.org/officeDocument/2006/relationships" xmlns:p="http://schemas.openxmlformats.org/presentationml/2006/main">
  <p:tag name="OTLMARKERSHAPE" val="OTL"/>
</p:tagLst>
</file>

<file path=ppt/tags/tag158.xml><?xml version="1.0" encoding="utf-8"?>
<p:tagLst xmlns:a="http://schemas.openxmlformats.org/drawingml/2006/main" xmlns:r="http://schemas.openxmlformats.org/officeDocument/2006/relationships" xmlns:p="http://schemas.openxmlformats.org/presentationml/2006/main">
  <p:tag name="OTLMARKERSHAPE" val="OTL"/>
</p:tagLst>
</file>

<file path=ppt/tags/tag159.xml><?xml version="1.0" encoding="utf-8"?>
<p:tagLst xmlns:a="http://schemas.openxmlformats.org/drawingml/2006/main" xmlns:r="http://schemas.openxmlformats.org/officeDocument/2006/relationships" xmlns:p="http://schemas.openxmlformats.org/presentationml/2006/main">
  <p:tag name="OTLMARKERSHAPE" val="OTL"/>
</p:tagLst>
</file>

<file path=ppt/tags/tag160.xml><?xml version="1.0" encoding="utf-8"?>
<p:tagLst xmlns:a="http://schemas.openxmlformats.org/drawingml/2006/main" xmlns:r="http://schemas.openxmlformats.org/officeDocument/2006/relationships" xmlns:p="http://schemas.openxmlformats.org/presentationml/2006/main">
  <p:tag name="OTLMARKERSHAPE" val="OTL"/>
</p:tagLst>
</file>

<file path=ppt/tags/tag161.xml><?xml version="1.0" encoding="utf-8"?>
<p:tagLst xmlns:a="http://schemas.openxmlformats.org/drawingml/2006/main" xmlns:r="http://schemas.openxmlformats.org/officeDocument/2006/relationships" xmlns:p="http://schemas.openxmlformats.org/presentationml/2006/main">
  <p:tag name="OTLMARKERSHAPE" val="OTL"/>
</p:tagLst>
</file>

<file path=ppt/tags/tag162.xml><?xml version="1.0" encoding="utf-8"?>
<p:tagLst xmlns:a="http://schemas.openxmlformats.org/drawingml/2006/main" xmlns:r="http://schemas.openxmlformats.org/officeDocument/2006/relationships" xmlns:p="http://schemas.openxmlformats.org/presentationml/2006/main">
  <p:tag name="OTLMARKERSHAPE" val="OTL"/>
</p:tagLst>
</file>

<file path=ppt/tags/tag163.xml><?xml version="1.0" encoding="utf-8"?>
<p:tagLst xmlns:a="http://schemas.openxmlformats.org/drawingml/2006/main" xmlns:r="http://schemas.openxmlformats.org/officeDocument/2006/relationships" xmlns:p="http://schemas.openxmlformats.org/presentationml/2006/main">
  <p:tag name="OTLMARKERSHAPE" val="OTL"/>
</p:tagLst>
</file>

<file path=ppt/tags/tag164.xml><?xml version="1.0" encoding="utf-8"?>
<p:tagLst xmlns:a="http://schemas.openxmlformats.org/drawingml/2006/main" xmlns:r="http://schemas.openxmlformats.org/officeDocument/2006/relationships" xmlns:p="http://schemas.openxmlformats.org/presentationml/2006/main">
  <p:tag name="OTLMARKERSHAPE" val="OTL"/>
</p:tagLst>
</file>

<file path=ppt/tags/tag165.xml><?xml version="1.0" encoding="utf-8"?>
<p:tagLst xmlns:a="http://schemas.openxmlformats.org/drawingml/2006/main" xmlns:r="http://schemas.openxmlformats.org/officeDocument/2006/relationships" xmlns:p="http://schemas.openxmlformats.org/presentationml/2006/main">
  <p:tag name="OTLMARKERSHAPE" val="OTL"/>
</p:tagLst>
</file>

<file path=ppt/tags/tag166.xml><?xml version="1.0" encoding="utf-8"?>
<p:tagLst xmlns:a="http://schemas.openxmlformats.org/drawingml/2006/main" xmlns:r="http://schemas.openxmlformats.org/officeDocument/2006/relationships" xmlns:p="http://schemas.openxmlformats.org/presentationml/2006/main">
  <p:tag name="OTLMARKERSHAPE" val="OTL"/>
</p:tagLst>
</file>

<file path=ppt/tags/tag167.xml><?xml version="1.0" encoding="utf-8"?>
<p:tagLst xmlns:a="http://schemas.openxmlformats.org/drawingml/2006/main" xmlns:r="http://schemas.openxmlformats.org/officeDocument/2006/relationships" xmlns:p="http://schemas.openxmlformats.org/presentationml/2006/main">
  <p:tag name="OTLMARKERSHAPE" val="OTL"/>
</p:tagLst>
</file>

<file path=ppt/tags/tag168.xml><?xml version="1.0" encoding="utf-8"?>
<p:tagLst xmlns:a="http://schemas.openxmlformats.org/drawingml/2006/main" xmlns:r="http://schemas.openxmlformats.org/officeDocument/2006/relationships" xmlns:p="http://schemas.openxmlformats.org/presentationml/2006/main">
  <p:tag name="OTLMARKERSHAPE" val="OTL"/>
</p:tagLst>
</file>

<file path=ppt/tags/tag169.xml><?xml version="1.0" encoding="utf-8"?>
<p:tagLst xmlns:a="http://schemas.openxmlformats.org/drawingml/2006/main" xmlns:r="http://schemas.openxmlformats.org/officeDocument/2006/relationships" xmlns:p="http://schemas.openxmlformats.org/presentationml/2006/main">
  <p:tag name="OTLMARKERSHAPE" val="OTL"/>
</p:tagLst>
</file>

<file path=ppt/tags/tag170.xml><?xml version="1.0" encoding="utf-8"?>
<p:tagLst xmlns:a="http://schemas.openxmlformats.org/drawingml/2006/main" xmlns:r="http://schemas.openxmlformats.org/officeDocument/2006/relationships" xmlns:p="http://schemas.openxmlformats.org/presentationml/2006/main">
  <p:tag name="OTLMARKERSHAPE" val="OTL"/>
</p:tagLst>
</file>

<file path=ppt/tags/tag171.xml><?xml version="1.0" encoding="utf-8"?>
<p:tagLst xmlns:a="http://schemas.openxmlformats.org/drawingml/2006/main" xmlns:r="http://schemas.openxmlformats.org/officeDocument/2006/relationships" xmlns:p="http://schemas.openxmlformats.org/presentationml/2006/main">
  <p:tag name="OTLMARKERSHAPE" val="OTL"/>
</p:tagLst>
</file>

<file path=ppt/tags/tag172.xml><?xml version="1.0" encoding="utf-8"?>
<p:tagLst xmlns:a="http://schemas.openxmlformats.org/drawingml/2006/main" xmlns:r="http://schemas.openxmlformats.org/officeDocument/2006/relationships" xmlns:p="http://schemas.openxmlformats.org/presentationml/2006/main">
  <p:tag name="OTLMARKERSHAPE" val="OTL"/>
</p:tagLst>
</file>

<file path=ppt/tags/tag173.xml><?xml version="1.0" encoding="utf-8"?>
<p:tagLst xmlns:a="http://schemas.openxmlformats.org/drawingml/2006/main" xmlns:r="http://schemas.openxmlformats.org/officeDocument/2006/relationships" xmlns:p="http://schemas.openxmlformats.org/presentationml/2006/main">
  <p:tag name="OTLMARKERSHAPE" val="OTL"/>
</p:tagLst>
</file>

<file path=ppt/tags/tag174.xml><?xml version="1.0" encoding="utf-8"?>
<p:tagLst xmlns:a="http://schemas.openxmlformats.org/drawingml/2006/main" xmlns:r="http://schemas.openxmlformats.org/officeDocument/2006/relationships" xmlns:p="http://schemas.openxmlformats.org/presentationml/2006/main">
  <p:tag name="OTLMARKERSHAPE" val="OTL"/>
</p:tagLst>
</file>

<file path=ppt/tags/tag175.xml><?xml version="1.0" encoding="utf-8"?>
<p:tagLst xmlns:a="http://schemas.openxmlformats.org/drawingml/2006/main" xmlns:r="http://schemas.openxmlformats.org/officeDocument/2006/relationships" xmlns:p="http://schemas.openxmlformats.org/presentationml/2006/main">
  <p:tag name="OTLMARKERSHAPE" val="OTL"/>
</p:tagLst>
</file>

<file path=ppt/tags/tag176.xml><?xml version="1.0" encoding="utf-8"?>
<p:tagLst xmlns:a="http://schemas.openxmlformats.org/drawingml/2006/main" xmlns:r="http://schemas.openxmlformats.org/officeDocument/2006/relationships" xmlns:p="http://schemas.openxmlformats.org/presentationml/2006/main">
  <p:tag name="OTLMARKERSHAPE" val="OTL"/>
</p:tagLst>
</file>

<file path=ppt/tags/tag177.xml><?xml version="1.0" encoding="utf-8"?>
<p:tagLst xmlns:a="http://schemas.openxmlformats.org/drawingml/2006/main" xmlns:r="http://schemas.openxmlformats.org/officeDocument/2006/relationships" xmlns:p="http://schemas.openxmlformats.org/presentationml/2006/main">
  <p:tag name="OTLMARKERSHAPE" val="OTL"/>
</p:tagLst>
</file>

<file path=ppt/tags/tag178.xml><?xml version="1.0" encoding="utf-8"?>
<p:tagLst xmlns:a="http://schemas.openxmlformats.org/drawingml/2006/main" xmlns:r="http://schemas.openxmlformats.org/officeDocument/2006/relationships" xmlns:p="http://schemas.openxmlformats.org/presentationml/2006/main">
  <p:tag name="OTLMARKERSHAPE" val="OTL"/>
</p:tagLst>
</file>

<file path=ppt/tags/tag179.xml><?xml version="1.0" encoding="utf-8"?>
<p:tagLst xmlns:a="http://schemas.openxmlformats.org/drawingml/2006/main" xmlns:r="http://schemas.openxmlformats.org/officeDocument/2006/relationships" xmlns:p="http://schemas.openxmlformats.org/presentationml/2006/main">
  <p:tag name="OTLMARKERSHAPE" val="OTL"/>
</p:tagLst>
</file>

<file path=ppt/tags/tag180.xml><?xml version="1.0" encoding="utf-8"?>
<p:tagLst xmlns:a="http://schemas.openxmlformats.org/drawingml/2006/main" xmlns:r="http://schemas.openxmlformats.org/officeDocument/2006/relationships" xmlns:p="http://schemas.openxmlformats.org/presentationml/2006/main">
  <p:tag name="OTLMARKERSHAPE" val="OTL"/>
</p:tagLst>
</file>

<file path=ppt/tags/tag181.xml><?xml version="1.0" encoding="utf-8"?>
<p:tagLst xmlns:a="http://schemas.openxmlformats.org/drawingml/2006/main" xmlns:r="http://schemas.openxmlformats.org/officeDocument/2006/relationships" xmlns:p="http://schemas.openxmlformats.org/presentationml/2006/main">
  <p:tag name="OTLMARKERSHAPE" val="OTL"/>
</p:tagLst>
</file>

<file path=ppt/tags/tag182.xml><?xml version="1.0" encoding="utf-8"?>
<p:tagLst xmlns:a="http://schemas.openxmlformats.org/drawingml/2006/main" xmlns:r="http://schemas.openxmlformats.org/officeDocument/2006/relationships" xmlns:p="http://schemas.openxmlformats.org/presentationml/2006/main">
  <p:tag name="OTLMARKERSHAPE" val="OTL"/>
</p:tagLst>
</file>

<file path=ppt/tags/tag183.xml><?xml version="1.0" encoding="utf-8"?>
<p:tagLst xmlns:a="http://schemas.openxmlformats.org/drawingml/2006/main" xmlns:r="http://schemas.openxmlformats.org/officeDocument/2006/relationships" xmlns:p="http://schemas.openxmlformats.org/presentationml/2006/main">
  <p:tag name="OTLMARKERSHAPE" val="OTL"/>
</p:tagLst>
</file>

<file path=ppt/tags/tag184.xml><?xml version="1.0" encoding="utf-8"?>
<p:tagLst xmlns:a="http://schemas.openxmlformats.org/drawingml/2006/main" xmlns:r="http://schemas.openxmlformats.org/officeDocument/2006/relationships" xmlns:p="http://schemas.openxmlformats.org/presentationml/2006/main">
  <p:tag name="OTLMARKERSHAPE" val="OTL"/>
</p:tagLst>
</file>

<file path=ppt/tags/tag185.xml><?xml version="1.0" encoding="utf-8"?>
<p:tagLst xmlns:a="http://schemas.openxmlformats.org/drawingml/2006/main" xmlns:r="http://schemas.openxmlformats.org/officeDocument/2006/relationships" xmlns:p="http://schemas.openxmlformats.org/presentationml/2006/main">
  <p:tag name="OTLMARKERSHAPE" val="OTL"/>
</p:tagLst>
</file>

<file path=ppt/tags/tag186.xml><?xml version="1.0" encoding="utf-8"?>
<p:tagLst xmlns:a="http://schemas.openxmlformats.org/drawingml/2006/main" xmlns:r="http://schemas.openxmlformats.org/officeDocument/2006/relationships" xmlns:p="http://schemas.openxmlformats.org/presentationml/2006/main">
  <p:tag name="OTLMARKERSHAPE" val="OTL"/>
</p:tagLst>
</file>

<file path=ppt/tags/tag187.xml><?xml version="1.0" encoding="utf-8"?>
<p:tagLst xmlns:a="http://schemas.openxmlformats.org/drawingml/2006/main" xmlns:r="http://schemas.openxmlformats.org/officeDocument/2006/relationships" xmlns:p="http://schemas.openxmlformats.org/presentationml/2006/main">
  <p:tag name="OTLMARKERSHAPE" val="OTL"/>
</p:tagLst>
</file>

<file path=ppt/tags/tag188.xml><?xml version="1.0" encoding="utf-8"?>
<p:tagLst xmlns:a="http://schemas.openxmlformats.org/drawingml/2006/main" xmlns:r="http://schemas.openxmlformats.org/officeDocument/2006/relationships" xmlns:p="http://schemas.openxmlformats.org/presentationml/2006/main">
  <p:tag name="OTLMARKERSHAPE" val="OTL"/>
</p:tagLst>
</file>

<file path=ppt/tags/tag189.xml><?xml version="1.0" encoding="utf-8"?>
<p:tagLst xmlns:a="http://schemas.openxmlformats.org/drawingml/2006/main" xmlns:r="http://schemas.openxmlformats.org/officeDocument/2006/relationships" xmlns:p="http://schemas.openxmlformats.org/presentationml/2006/main">
  <p:tag name="OTLMARKERSHAPE" val="OTL"/>
</p:tagLst>
</file>

<file path=ppt/tags/tag190.xml><?xml version="1.0" encoding="utf-8"?>
<p:tagLst xmlns:a="http://schemas.openxmlformats.org/drawingml/2006/main" xmlns:r="http://schemas.openxmlformats.org/officeDocument/2006/relationships" xmlns:p="http://schemas.openxmlformats.org/presentationml/2006/main">
  <p:tag name="OTLMARKERSHAPE" val="OTL"/>
</p:tagLst>
</file>

<file path=ppt/tags/tag191.xml><?xml version="1.0" encoding="utf-8"?>
<p:tagLst xmlns:a="http://schemas.openxmlformats.org/drawingml/2006/main" xmlns:r="http://schemas.openxmlformats.org/officeDocument/2006/relationships" xmlns:p="http://schemas.openxmlformats.org/presentationml/2006/main">
  <p:tag name="OTLMARKERSHAPE" val="OTL"/>
</p:tagLst>
</file>

<file path=ppt/tags/tag192.xml><?xml version="1.0" encoding="utf-8"?>
<p:tagLst xmlns:a="http://schemas.openxmlformats.org/drawingml/2006/main" xmlns:r="http://schemas.openxmlformats.org/officeDocument/2006/relationships" xmlns:p="http://schemas.openxmlformats.org/presentationml/2006/main">
  <p:tag name="OTLMARKERSHAPE" val="OTL"/>
</p:tagLst>
</file>

<file path=ppt/tags/tag193.xml><?xml version="1.0" encoding="utf-8"?>
<p:tagLst xmlns:a="http://schemas.openxmlformats.org/drawingml/2006/main" xmlns:r="http://schemas.openxmlformats.org/officeDocument/2006/relationships" xmlns:p="http://schemas.openxmlformats.org/presentationml/2006/main">
  <p:tag name="OTLMARKERSHAPE" val="OTL"/>
</p:tagLst>
</file>

<file path=ppt/tags/tag194.xml><?xml version="1.0" encoding="utf-8"?>
<p:tagLst xmlns:a="http://schemas.openxmlformats.org/drawingml/2006/main" xmlns:r="http://schemas.openxmlformats.org/officeDocument/2006/relationships" xmlns:p="http://schemas.openxmlformats.org/presentationml/2006/main">
  <p:tag name="OTLMARKERSHAPE" val="OTL"/>
</p:tagLst>
</file>

<file path=ppt/tags/tag195.xml><?xml version="1.0" encoding="utf-8"?>
<p:tagLst xmlns:a="http://schemas.openxmlformats.org/drawingml/2006/main" xmlns:r="http://schemas.openxmlformats.org/officeDocument/2006/relationships" xmlns:p="http://schemas.openxmlformats.org/presentationml/2006/main">
  <p:tag name="OTLMARKERSHAPE" val="OTL"/>
</p:tagLst>
</file>

<file path=ppt/tags/tag196.xml><?xml version="1.0" encoding="utf-8"?>
<p:tagLst xmlns:a="http://schemas.openxmlformats.org/drawingml/2006/main" xmlns:r="http://schemas.openxmlformats.org/officeDocument/2006/relationships" xmlns:p="http://schemas.openxmlformats.org/presentationml/2006/main">
  <p:tag name="OTLMARKERSHAPE" val="OTL"/>
</p:tagLst>
</file>

<file path=ppt/tags/tag197.xml><?xml version="1.0" encoding="utf-8"?>
<p:tagLst xmlns:a="http://schemas.openxmlformats.org/drawingml/2006/main" xmlns:r="http://schemas.openxmlformats.org/officeDocument/2006/relationships" xmlns:p="http://schemas.openxmlformats.org/presentationml/2006/main">
  <p:tag name="OTLMARKERSHAPE" val="OTL"/>
</p:tagLst>
</file>

<file path=ppt/tags/tag198.xml><?xml version="1.0" encoding="utf-8"?>
<p:tagLst xmlns:a="http://schemas.openxmlformats.org/drawingml/2006/main" xmlns:r="http://schemas.openxmlformats.org/officeDocument/2006/relationships" xmlns:p="http://schemas.openxmlformats.org/presentationml/2006/main">
  <p:tag name="OTLMARKERSHAPE" val="OTL"/>
</p:tagLst>
</file>

<file path=ppt/tags/tag199.xml><?xml version="1.0" encoding="utf-8"?>
<p:tagLst xmlns:a="http://schemas.openxmlformats.org/drawingml/2006/main" xmlns:r="http://schemas.openxmlformats.org/officeDocument/2006/relationships" xmlns:p="http://schemas.openxmlformats.org/presentationml/2006/main">
  <p:tag name="OTLMARKERSHAPE" val="OTL"/>
</p:tagLst>
</file>

<file path=ppt/tags/tag200.xml><?xml version="1.0" encoding="utf-8"?>
<p:tagLst xmlns:a="http://schemas.openxmlformats.org/drawingml/2006/main" xmlns:r="http://schemas.openxmlformats.org/officeDocument/2006/relationships" xmlns:p="http://schemas.openxmlformats.org/presentationml/2006/main">
  <p:tag name="OTLMARKERSHAPE" val="OTL"/>
</p:tagLst>
</file>

<file path=ppt/tags/tag201.xml><?xml version="1.0" encoding="utf-8"?>
<p:tagLst xmlns:a="http://schemas.openxmlformats.org/drawingml/2006/main" xmlns:r="http://schemas.openxmlformats.org/officeDocument/2006/relationships" xmlns:p="http://schemas.openxmlformats.org/presentationml/2006/main">
  <p:tag name="OTLMARKERSHAPE" val="OTL"/>
</p:tagLst>
</file>

<file path=ppt/tags/tag202.xml><?xml version="1.0" encoding="utf-8"?>
<p:tagLst xmlns:a="http://schemas.openxmlformats.org/drawingml/2006/main" xmlns:r="http://schemas.openxmlformats.org/officeDocument/2006/relationships" xmlns:p="http://schemas.openxmlformats.org/presentationml/2006/main">
  <p:tag name="OTLMARKERSHAPE" val="OTL"/>
</p:tagLst>
</file>

<file path=ppt/tags/tag203.xml><?xml version="1.0" encoding="utf-8"?>
<p:tagLst xmlns:a="http://schemas.openxmlformats.org/drawingml/2006/main" xmlns:r="http://schemas.openxmlformats.org/officeDocument/2006/relationships" xmlns:p="http://schemas.openxmlformats.org/presentationml/2006/main">
  <p:tag name="OTLMARKERSHAPE" val="OTL"/>
</p:tagLst>
</file>

<file path=ppt/tags/tag204.xml><?xml version="1.0" encoding="utf-8"?>
<p:tagLst xmlns:a="http://schemas.openxmlformats.org/drawingml/2006/main" xmlns:r="http://schemas.openxmlformats.org/officeDocument/2006/relationships" xmlns:p="http://schemas.openxmlformats.org/presentationml/2006/main">
  <p:tag name="OTLMARKERSHAPE" val="OTL"/>
</p:tagLst>
</file>

<file path=ppt/tags/tag205.xml><?xml version="1.0" encoding="utf-8"?>
<p:tagLst xmlns:a="http://schemas.openxmlformats.org/drawingml/2006/main" xmlns:r="http://schemas.openxmlformats.org/officeDocument/2006/relationships" xmlns:p="http://schemas.openxmlformats.org/presentationml/2006/main">
  <p:tag name="OTLMARKERSHAPE" val="OTL"/>
</p:tagLst>
</file>

<file path=ppt/tags/tag206.xml><?xml version="1.0" encoding="utf-8"?>
<p:tagLst xmlns:a="http://schemas.openxmlformats.org/drawingml/2006/main" xmlns:r="http://schemas.openxmlformats.org/officeDocument/2006/relationships" xmlns:p="http://schemas.openxmlformats.org/presentationml/2006/main">
  <p:tag name="OTLMARKERSHAPE" val="OTL"/>
</p:tagLst>
</file>

<file path=ppt/tags/tag207.xml><?xml version="1.0" encoding="utf-8"?>
<p:tagLst xmlns:a="http://schemas.openxmlformats.org/drawingml/2006/main" xmlns:r="http://schemas.openxmlformats.org/officeDocument/2006/relationships" xmlns:p="http://schemas.openxmlformats.org/presentationml/2006/main">
  <p:tag name="OTLMARKERSHAPE" val="OTL"/>
</p:tagLst>
</file>

<file path=ppt/tags/tag208.xml><?xml version="1.0" encoding="utf-8"?>
<p:tagLst xmlns:a="http://schemas.openxmlformats.org/drawingml/2006/main" xmlns:r="http://schemas.openxmlformats.org/officeDocument/2006/relationships" xmlns:p="http://schemas.openxmlformats.org/presentationml/2006/main">
  <p:tag name="OTLMARKERSHAPE" val="OTL"/>
</p:tagLst>
</file>

<file path=ppt/tags/tag209.xml><?xml version="1.0" encoding="utf-8"?>
<p:tagLst xmlns:a="http://schemas.openxmlformats.org/drawingml/2006/main" xmlns:r="http://schemas.openxmlformats.org/officeDocument/2006/relationships" xmlns:p="http://schemas.openxmlformats.org/presentationml/2006/main">
  <p:tag name="OTLMARKERSHAPE" val="OTL"/>
</p:tagLst>
</file>

<file path=ppt/tags/tag210.xml><?xml version="1.0" encoding="utf-8"?>
<p:tagLst xmlns:a="http://schemas.openxmlformats.org/drawingml/2006/main" xmlns:r="http://schemas.openxmlformats.org/officeDocument/2006/relationships" xmlns:p="http://schemas.openxmlformats.org/presentationml/2006/main">
  <p:tag name="OTLMARKERSHAPE" val="OTL"/>
</p:tagLst>
</file>

<file path=ppt/tags/tag211.xml><?xml version="1.0" encoding="utf-8"?>
<p:tagLst xmlns:a="http://schemas.openxmlformats.org/drawingml/2006/main" xmlns:r="http://schemas.openxmlformats.org/officeDocument/2006/relationships" xmlns:p="http://schemas.openxmlformats.org/presentationml/2006/main">
  <p:tag name="OTLMARKERSHAPE" val="OTL"/>
</p:tagLst>
</file>

<file path=ppt/tags/tag212.xml><?xml version="1.0" encoding="utf-8"?>
<p:tagLst xmlns:a="http://schemas.openxmlformats.org/drawingml/2006/main" xmlns:r="http://schemas.openxmlformats.org/officeDocument/2006/relationships" xmlns:p="http://schemas.openxmlformats.org/presentationml/2006/main">
  <p:tag name="OTLMARKERSHAPE" val="OTL"/>
</p:tagLst>
</file>

<file path=ppt/tags/tag213.xml><?xml version="1.0" encoding="utf-8"?>
<p:tagLst xmlns:a="http://schemas.openxmlformats.org/drawingml/2006/main" xmlns:r="http://schemas.openxmlformats.org/officeDocument/2006/relationships" xmlns:p="http://schemas.openxmlformats.org/presentationml/2006/main">
  <p:tag name="OTLMARKERSHAPE" val="OTL"/>
</p:tagLst>
</file>

<file path=ppt/tags/tag214.xml><?xml version="1.0" encoding="utf-8"?>
<p:tagLst xmlns:a="http://schemas.openxmlformats.org/drawingml/2006/main" xmlns:r="http://schemas.openxmlformats.org/officeDocument/2006/relationships" xmlns:p="http://schemas.openxmlformats.org/presentationml/2006/main">
  <p:tag name="OTLMARKERSHAPE" val="OTL"/>
</p:tagLst>
</file>

<file path=ppt/tags/tag215.xml><?xml version="1.0" encoding="utf-8"?>
<p:tagLst xmlns:a="http://schemas.openxmlformats.org/drawingml/2006/main" xmlns:r="http://schemas.openxmlformats.org/officeDocument/2006/relationships" xmlns:p="http://schemas.openxmlformats.org/presentationml/2006/main">
  <p:tag name="OTLMARKERSHAPE" val="OTL"/>
</p:tagLst>
</file>

<file path=ppt/tags/tag216.xml><?xml version="1.0" encoding="utf-8"?>
<p:tagLst xmlns:a="http://schemas.openxmlformats.org/drawingml/2006/main" xmlns:r="http://schemas.openxmlformats.org/officeDocument/2006/relationships" xmlns:p="http://schemas.openxmlformats.org/presentationml/2006/main">
  <p:tag name="OTLMARKERSHAPE" val="OTL"/>
</p:tagLst>
</file>

<file path=ppt/tags/tag217.xml><?xml version="1.0" encoding="utf-8"?>
<p:tagLst xmlns:a="http://schemas.openxmlformats.org/drawingml/2006/main" xmlns:r="http://schemas.openxmlformats.org/officeDocument/2006/relationships" xmlns:p="http://schemas.openxmlformats.org/presentationml/2006/main">
  <p:tag name="OTLMARKERSHAPE" val="OTL"/>
</p:tagLst>
</file>

<file path=ppt/tags/tag218.xml><?xml version="1.0" encoding="utf-8"?>
<p:tagLst xmlns:a="http://schemas.openxmlformats.org/drawingml/2006/main" xmlns:r="http://schemas.openxmlformats.org/officeDocument/2006/relationships" xmlns:p="http://schemas.openxmlformats.org/presentationml/2006/main">
  <p:tag name="OTLMARKERSHAPE" val="OTL"/>
</p:tagLst>
</file>

<file path=ppt/tags/tag219.xml><?xml version="1.0" encoding="utf-8"?>
<p:tagLst xmlns:a="http://schemas.openxmlformats.org/drawingml/2006/main" xmlns:r="http://schemas.openxmlformats.org/officeDocument/2006/relationships" xmlns:p="http://schemas.openxmlformats.org/presentationml/2006/main">
  <p:tag name="OTLMARKERSHAPE" val="OTL"/>
</p:tagLst>
</file>

<file path=ppt/tags/tag220.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3siJGlkIjoiNSIsIl9hdHRhY2hlZE1pbGVzdG9uZXMiOltdLCJUYXNrRGVmaW5pdGlvbiI6eyIkaWQiOiI2IiwiR3JvdXBOYW1lIjpudWxsLCJTdGFydERhdGUiOiIyMDI0LTAxLTEzVDEwOjAwOjAwIiwiRW5kRGF0ZSI6IjIwMjctMTAtMjNUMTA6MDA6MDAiLCJQZXJjZW50YWdlQ29tcGxldGUiOm51bGwsIlN0eWxlIjp7IiRpZCI6IjciLCJTaGFwZSI6MywiU2hhcGVUaGlja25lc3MiOjAsIkR1cmF0aW9uRm9ybWF0IjowLCJJbmNsdWRlTm9uV29ya2luZ0RheXNJbkR1cmF0aW9uIjpmYWxzZSwiUGVyY2VudGFnZUNvbXBsZXRlU3R5bGUiOnsiJGlkIjoiOCIsIkZvbnRTZXR0aW5ncyI6eyIkaWQiOiI5IiwiRm9udFNpemUiOjEwLCJGb250TmFtZSI6IkNhbGlicmkiLCJJc0JvbGQiOmZhbHNlLCJJc0l0YWxpYyI6ZmFsc2UsIklzVW5kZXJsaW5lZCI6ZmFsc2UsIlBhcmVudFN0eWxlIjpudWxsfSwiQXV0b1NpemUiOjAsIkZvcmVncm91bmQiOnsiJGlkIjoiMTAiLCJDb2xvciI6eyIkaWQiOiIxM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MTAsIkZvbnROYW1lIjoiQ2FsaWJyaSIsIklzQm9sZCI6ZmFsc2UsIklzSXRhbGljIjpmYWxzZSwiSXNVbmRlcmxpbmVkIjpmYWxzZSwiUGFyZW50U3R5bGUiOm51bGx9LCJBdXRvU2l6ZSI6MCwiRm9yZWdyb3VuZCI6eyIkaWQiOiIxOSIsIkNvbG9yIjp7IiRpZCI6IjI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EiLCJUb3AiOjAuMCwiTGVmdCI6MC4wLCJSaWdodCI6MC4wLCJCb3R0b20iOjAuMH0sIlBhZGRpbmciOnsiJGlkIjoiMjIiLCJUb3AiOjAuMCwiTGVmdCI6MC4wLCJSaWdodCI6MC4wLCJCb3R0b20iOjAuMH0sIkJhY2tncm91bmQiOnsiJGlkIjoiMjMiLCJDb2xvciI6eyIkaWQiOiIyNCIsIkEiOjAsIlIiOjAsIkciOjAsIkIiOjB9fSwiSXNWaXNpYmxlIjp0cnVlLCJXaWR0aCI6MC4wLCJIZWlnaHQiOjAuMCwiQm9yZGVyU3R5bGUiOnsiJGlkIjoiMjUiLCJMaW5lQ29sb3IiOm51bGwsIkxpbmVXZWlnaHQiOjAuMCwiTGluZVR5cGUiOjAsIlBhcmVudFN0eWxlIjpudWxsfSwiUGFyZW50U3R5bGUiOm51bGx9LCJIb3Jpem9udGFsQ29ubmVjdG9yU3R5bGUiOnsiJGlkIjoiMjYiLCJMaW5lQ29sb3IiOnsiJGlkIjoiMjciLCIkdHlwZSI6Ik5MUkUuQ29tbW9uLkRvbS5Tb2xpZENvbG9yQnJ1c2gsIE5MUkUuQ29tbW9uIiwiQ29sb3IiOnsiJGlkIjoiMjgiLCJBIjoyNTUsIlIiOjIwNCwiRyI6MjA0LCJCIjoyMDR9fSwiTGluZVdlaWdodCI6MS4wLCJMaW5lVHlwZSI6MCwiUGFyZW50U3R5bGUiOm51bGx9LCJWZXJ0aWNhbENvbm5lY3RvclN0eWxlIjp7IiRpZCI6IjI5IiwiTGluZUNvbG9yIjp7IiRpZCI6IjMwIiwiJHR5cGUiOiJOTFJFLkNvbW1vbi5Eb20uU29saWRDb2xvckJydXNoLCBOTFJFLkNvbW1vbiIsIkNvbG9yIjp7IiRpZCI6IjMx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kJhc2VsaW5lU3R5bGUiOnsiJGlkIjoiMzIiLCJTaGFwZVN0eWxlIjp7IiRpZCI6IjMzIiwiTWFyZ2luIjp7IiRpZCI6IjM0IiwiVG9wIjowLjAsIkxlZnQiOjAuMCwiUmlnaHQiOjAuMCwiQm90dG9tIjowLjB9LCJQYWRkaW5nIjp7IiRpZCI6IjM1IiwiVG9wIjowLjAsIkxlZnQiOjAuMCwiUmlnaHQiOjAuMCwiQm90dG9tIjowLjB9LCJCYWNrZ3JvdW5kIjp7IiRpZCI6IjM2IiwiQ29sb3IiOnsiJGlkIjoiMzciLCJBIjoxNTMsIlIiOjAsIkciOjAsIkIiOjB9fSwiSXNWaXNpYmxlIjp0cnVlLCJXaWR0aCI6MC4wLCJIZWlnaHQiOjAuMCwiQm9yZGVyU3R5bGUiOnsiJGlkIjoiMzgiLCJMaW5lQ29sb3IiOm51bGwsIkxpbmVXZWlnaHQiOjAuMCwiTGluZVR5cGUiOjAsIlBhcmVudFN0eWxlIjpudWxsfSwiUGFyZW50U3R5bGUiOm51bGx9LCJNYXJnaW4iOnsiJGlkIjoiMzkiLCJUb3AiOjAuMCwiTGVmdCI6MC4wLCJSaWdodCI6MC4wLCJCb3R0b20iOjAuMH0sIlBhZGRpbmciOnsiJGlkIjoiNDAiLCJUb3AiOjAuMCwiTGVmdCI6MC4wLCJSaWdodCI6MC4wLCJCb3R0b20iOjAuMH0sIkJhY2tncm91bmQiOm51bGwsIklzVmlzaWJsZSI6dHJ1ZSwiV2lkdGgiOjAuMCwiSGVpZ2h0IjowLjAsIkJvcmRlclN0eWxlIjpudWxsLCJQYXJlbnRTdHlsZSI6bnVsbH0sIlNoYXBlU3R5bGUiOnsiJGlkIjoiNDEiLCJNYXJnaW4iOnsiJGlkIjoiNDIiLCJUb3AiOjAuMCwiTGVmdCI6NC4wLCJSaWdodCI6NC4wLCJCb3R0b20iOjAuMH0sIlBhZGRpbmciOnsiJGlkIjoiNDMiLCJUb3AiOjAuMCwiTGVmdCI6MC4wLCJSaWdodCI6MC4wLCJCb3R0b20iOjAuMH0sIkJhY2tncm91bmQiOnsiJGlkIjoiNDQiLCJDb2xvciI6eyIkaWQiOiI0NSIsIkEiOjI1NSwiUiI6OCwiRyI6NDksIkIiOjQyfX0sIklzVmlzaWJsZSI6dHJ1ZSwiV2lkdGgiOjAuMCwiSGVpZ2h0IjoxMC4wLCJCb3JkZXJTdHlsZSI6eyIkaWQiOiI0NiIsIkxpbmVDb2xvciI6eyIkaWQiOiI0NyIsIiR0eXBlIjoiTkxSRS5Db21tb24uRG9tLlNvbGlkQ29sb3JCcnVzaCwgTkxSRS5Db21tb24iLCJDb2xvciI6eyIkaWQiOiI0OCIsIkEiOjI1NSwiUiI6MjU1LCJHIjowLCJCIjowfX0sIkxpbmVXZWlnaHQiOjAuMCwiTGluZVR5cGUiOjAsIlBhcmVudFN0eWxlIjpudWxsfSwiUGFyZW50U3R5bGUiOm51bGx9LCJUaXRsZVN0eWxlIjp7IiRpZCI6IjQ5IiwiRm9udFNldHRpbmdzIjp7IiRpZCI6IjUwIiwiRm9udFNpemUiOjExLCJGb250TmFtZSI6IkJvZWhyaW5nZXIgRm9yd2FyZCBUZXh0IiwiSXNCb2xkIjpmYWxzZSwiSXNJdGFsaWMiOmZhbHNlLCJJc1VuZGVybGluZWQiOmZhbHNlLCJQYXJlbnRTdHlsZSI6bnVsbH0sIkF1dG9TaXplIjoyLCJGb3JlZ3JvdW5kIjp7IiRpZCI6IjUxIiwiQ29sb3IiOnsiJGlkIjoiNTIiLCJBIjoyNTUsIlIiOjI1NSwiRyI6MjU1LCJCIjoyNTV9fSwiTWF4V2lkdGgiOjE5MC40MzI4MDQyMzI4MDQzLCJNYXhIZWlnaHQiOiJJbmZpbml0eSIsIlNtYXJ0Rm9yZWdyb3VuZElzQWN0aXZlIjpmYWxzZSwiSG9yaXpvbnRhbEFsaWdubWVudCI6MSwiVmVydGljYWxBbGlnbm1lbnQiOjAsIlNtYXJ0Rm9yZWdyb3VuZCI6bnVsbCwiQmFja2dyb3VuZEZpbGxUeXBlIjowLCJNYXJnaW4iOnsiJGlkIjoiNTMiLCJUb3AiOjAuMCwiTGVmdCI6MC4wLCJSaWdodCI6MC4wLCJCb3R0b20iOjAuMH0sIlBhZGRpbmciOnsiJGlkIjoiNTQiLCJUb3AiOjAuMCwiTGVmdCI6MC4wLCJSaWdodCI6MC4wLCJCb3R0b20iOjAuMH0sIkJhY2tncm91bmQiOnsiJGlkIjoiNTUiLCJDb2xvciI6eyIkaWQiOiI1NiIsIkEiOjAsIlIiOjI1NSwiRyI6MjU1LCJCIjoyNTV9fSwiSXNWaXNpYmxlIjp0cnVlLCJXaWR0aCI6MC4wLCJIZWlnaHQiOjAuMCwiQm9yZGVyU3R5bGUiOnsiJGlkIjoiNTciLCJMaW5lQ29sb3IiOm51bGwsIkxpbmVXZWlnaHQiOjAuMCwiTGluZVR5cGUiOjAsIlBhcmVudFN0eWxlIjpudWxsfSwiUGFyZW50U3R5bGUiOm51bGx9LCJEYXRlU3R5bGUiOnsiJGlkIjoiNTgiLCJGb250U2V0dGluZ3MiOnsiJGlkIjoiNTkiLCJGb250U2l6ZSI6MTAsIkZvbnROYW1lIjoiQ2FsaWJyaSIsIklzQm9sZCI6ZmFsc2UsIklzSXRhbGljIjpmYWxzZSwiSXNVbmRlcmxpbmVkIjpmYWxzZSwiUGFyZW50U3R5bGUiOm51bGx9LCJBdXRvU2l6ZSI6MCwiRm9yZWdyb3VuZCI6eyIkaWQiOiI2MCIsIkNvbG9yIjp7IiRpZCI6IjY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2MiIsIlRvcCI6MC4wLCJMZWZ0IjowLjAsIlJpZ2h0IjowLjAsIkJvdHRvbSI6MC4wfSwiUGFkZGluZyI6eyIkaWQiOiI2MyIsIlRvcCI6MC4wLCJMZWZ0IjowLjAsIlJpZ2h0IjowLjAsIkJvdHRvbSI6MC4wfSwiQmFja2dyb3VuZCI6eyIkaWQiOiI2NCIsIkNvbG9yIjp7IiRpZCI6IjY1IiwiQSI6MCwiUiI6MjU1LCJHIjoyNTUsIkIiOjI1NX19LCJJc1Zpc2libGUiOnRydWUsIldpZHRoIjowLjAsIkhlaWdodCI6MC4wLCJCb3JkZXJTdHlsZSI6eyIkaWQiOiI2NiIsIkxpbmVDb2xvciI6bnVsbCwiTGluZVdlaWdodCI6MC4wLCJMaW5lVHlwZSI6MCwiUGFyZW50U3R5bGUiOm51bGx9LCJQYXJlbnRTdHlsZSI6bnVsbH0sIkRhdGVGb3JtYXQiOnsiJGlkIjoiNj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giLCJGb3JtYXQiOjAsIklzVmlzaWJsZSI6ZmFsc2UsIkxhc3RLbm93blZpc2liaWxpdHlTdGF0ZSI6ZmFsc2V9LCJJc1Zpc2libGUiOnRydWUsIlBhcmVudFN0eWxlIjpudWxsfSwiSW5kZXgiOjAsIlNtYXJ0RHVyYXRpb25BY3RpdmF0ZWQiOmZhbHNlLCJEYXRlRm9ybWF0Ijp7IiRyZWYiOiI2NyJ9LCJXZWVrTnVtYmVyaW5nIjp7IiRpZCI6IjY5IiwiRm9ybWF0IjowLCJJc1Zpc2libGUiOmZhbHNlLCJMYXN0S25vd25WaXNpYmlsaXR5U3RhdGUiOmZhbHNlfSwiQmFzZWxpbmVEYXRhIjp7IiRpZCI6IjcwIiwiU3RhcnREYXRlIjoiMjAyNC0wMS0xM1QxMDowMDowMCIsIkVuZERhdGUiOiIyMDI3LTEwLTIzVDEwOjAwOjAwIn0sIklkIjoiZTc4NTcxOGItYWRmMi00NGEzLTk1YmItYWRhOTE1YWY2OTFhIiwiSW1wb3J0SWQiOm51bGwsIlRpdGxlIjoiQmVhbWlvbiBCQ0dDLTEgUGggSWIvSUkgZG9zZSBlc2NhbCAmIG9wdGkuIGZvciB2YXJpb3VzIHRyZWF0bWVudCByZWdpbWVuIiwiTm90ZSI6bnVsbCwiSHlwZXJsaW5rIjp7IiRpZCI6IjcxIiwiQWRkcmVzcyI6bnVsbCwiU3ViQWRkcmVzcyI6bnVsbH0sIklzQ2hhbmdlZCI6ZmFsc2UsIklzTmV3IjpmYWxzZX19LHsiJGlkIjoiNzIiLCJfYXR0YWNoZWRNaWxlc3RvbmVzIjpbeyIkaWQiOiI3MyIsIkRhdGUiOiIyMDI4LTA5LTAyVDA4OjAwOjAwIiwiU3R5bGUiOnsiJGlkIjoiNzQiLCJTaGFwZSI6MTQsIkNvbm5lY3Rvck1hcmdpbiI6eyIkaWQiOiI3NSIsIlRvcCI6MC4wLCJMZWZ0IjoyLjAsIlJpZ2h0IjoyLjAsIkJvdHRvbSI6MC4wfSwiQ29ubmVjdG9yU3R5bGUiOnsiJGlkIjoiNzYiLCJMaW5lQ29sb3IiOnsiJGlkIjoiNzciLCIkdHlwZSI6Ik5MUkUuQ29tbW9uLkRvbS5Tb2xpZENvbG9yQnJ1c2gsIE5MUkUuQ29tbW9uIiwiQ29sb3IiOnsiJGlkIjoiNzgiLCJBIjoxMjcsIlIiOjAsIkciOjIyOCwiQiI6MTI0fX0sIkxpbmVXZWlnaHQiOjEuMCwiTGluZVR5cGUiOjAsIlBhcmVudFN0eWxlIjpudWxsfSwiSXNCZWxvd1RpbWViYW5kIjp0cnVlLCJQb3NpdGlvbk9uVGFzayI6MiwiSGlkZURhdGUiOmZhbHNlLCJTaGFwZVNpemUiOjEsIlNwYWNpbmciOjAuMCwiUGFkZGluZyI6eyIkaWQiOiI3OSIsIlRvcCI6NS4wLCJMZWZ0IjozLjAsIlJpZ2h0IjowLjAsIkJvdHRvbSI6Mi4wfSwiU2hhcGVTdHlsZSI6eyIkaWQiOiI4MCIsIk1hcmdpbiI6eyIkaWQiOiI4MSIsIlRvcCI6MC4wLCJMZWZ0IjowLjAsIlJpZ2h0IjowLjAsIkJvdHRvbSI6MC4wfSwiUGFkZGluZyI6eyIkaWQiOiI4MiIsIlRvcCI6MC4wLCJMZWZ0IjowLjAsIlJpZ2h0IjowLjAsIkJvdHRvbSI6MC4wfSwiQmFja2dyb3VuZCI6eyIkaWQiOiI4MyIsIkNvbG9yIjp7IiRpZCI6Ijg0IiwiQSI6MjU1LCJSIjowLCJHIjoyMjgsIkIiOjEyNH19LCJJc1Zpc2libGUiOnRydWUsIldpZHRoIjoxOC4wLCJIZWlnaHQiOjIwLjAsIkJvcmRlclN0eWxlIjp7IiRpZCI6Ijg1IiwiTGluZUNvbG9yIjp7IiRpZCI6Ijg2IiwiJHR5cGUiOiJOTFJFLkNvbW1vbi5Eb20uU29saWRDb2xvckJydXNoLCBOTFJFLkNvbW1vbiIsIkNvbG9yIjp7IiRpZCI6Ijg3IiwiQSI6MjU1LCJSIjo4LCJHIjo0OSwiQiI6NDJ9fSwiTGluZVdlaWdodCI6MS4wLCJMaW5lVHlwZSI6MCwiUGFyZW50U3R5bGUiOm51bGx9LCJQYXJlbnRTdHlsZSI6bnVsbH0sIlRpdGxlU3R5bGUiOnsiJGlkIjoiODgiLCJGb250U2V0dGluZ3MiOnsiJGlkIjoiODkiLCJGb250U2l6ZSI6MTEsIkZvbnROYW1lIjoiQm9laHJpbmdlciBGb3J3YXJkIFRleHQiLCJJc0JvbGQiOnRydWUsIklzSXRhbGljIjpmYWxzZSwiSXNVbmRlcmxpbmVkIjpmYWxzZSwiUGFyZW50U3R5bGUiOm51bGx9LCJBdXRvU2l6ZSI6MCwiRm9yZWdyb3VuZCI6eyIkaWQiOiI5MCIsIkNvbG9yIjp7IiRpZCI6IjkxIiwiQSI6MjU1LCJSIjo4LCJHIjo0OSwiQiI6NDJ9fSwiTWF4V2lkdGgiOjIwMC4wLCJNYXhIZWlnaHQiOiJJbmZpbml0eSIsIlNtYXJ0Rm9yZWdyb3VuZElzQWN0aXZlIjpmYWxzZSwiSG9yaXpvbnRhbEFsaWdubWVudCI6MSwiVmVydGljYWxBbGlnbm1lbnQiOjAsIlNtYXJ0Rm9yZWdyb3VuZCI6bnVsbCwiQmFja2dyb3VuZEZpbGxUeXBlIjowLCJNYXJnaW4iOnsiJGlkIjoiOTIiLCJUb3AiOjAuMCwiTGVmdCI6MC4wLCJSaWdodCI6MC4wLCJCb3R0b20iOjAuMH0sIlBhZGRpbmciOnsiJGlkIjoiOTMiLCJUb3AiOjAuMCwiTGVmdCI6MC4wLCJSaWdodCI6MC4wLCJCb3R0b20iOjAuMH0sIkJhY2tncm91bmQiOnsiJGlkIjoiOTQiLCJDb2xvciI6eyIkaWQiOiI5NSIsIkEiOjAsIlIiOjI1NSwiRyI6MjU1LCJCIjoyNTV9fSwiSXNWaXNpYmxlIjp0cnVlLCJXaWR0aCI6MC4wLCJIZWlnaHQiOjAuMCwiQm9yZGVyU3R5bGUiOnsiJGlkIjoiOTYiLCJMaW5lQ29sb3IiOm51bGwsIkxpbmVXZWlnaHQiOjAuMCwiTGluZVR5cGUiOjAsIlBhcmVudFN0eWxlIjpudWxsfSwiUGFyZW50U3R5bGUiOm51bGx9LCJEYXRlU3R5bGUiOnsiJGlkIjoiOTciLCJGb250U2V0dGluZ3MiOnsiJGlkIjoiOTgiLCJGb250U2l6ZSI6MTAsIkZvbnROYW1lIjoiQm9laHJpbmdlciBGb3J3YXJkIFRleHQiLCJJc0JvbGQiOmZhbHNlLCJJc0l0YWxpYyI6ZmFsc2UsIklzVW5kZXJsaW5lZCI6ZmFsc2UsIlBhcmVudFN0eWxlIjpudWxsfSwiQXV0b1NpemUiOjAsIkZvcmVncm91bmQiOnsiJGlkIjoiOTkiLCJDb2xvciI6eyIkaWQiOiIxMDAiLCJBIjoyNTUsIlIiOjgsIkciOjQ5LCJCIjo0Mn19LCJNYXhXaWR0aCI6MjAwLjAsIk1heEhlaWdodCI6IkluZmluaXR5IiwiU21hcnRGb3JlZ3JvdW5kSXNBY3RpdmUiOmZhbHNlLCJIb3Jpem9udGFsQWxpZ25tZW50IjoyLCJWZXJ0aWNhbEFsaWdubWVudCI6MCwiU21hcnRGb3JlZ3JvdW5kIjpudWxsLCJCYWNrZ3JvdW5kRmlsbFR5cGUiOjAsIk1hcmdpbiI6eyIkaWQiOiIxMDEiLCJUb3AiOjAuMCwiTGVmdCI6MC4wLCJSaWdodCI6MC4wLCJCb3R0b20iOjAuMH0sIlBhZGRpbmciOnsiJGlkIjoiMTAyIiwiVG9wIjowLjAsIkxlZnQiOjAuMCwiUmlnaHQiOjAuMCwiQm90dG9tIjowLjB9LCJCYWNrZ3JvdW5kIjp7IiRpZCI6IjEwMyIsIkNvbG9yIjp7IiRpZCI6IjEwNCIsIkEiOjAsIlIiOjI1NSwiRyI6MjU1LCJCIjoyNTV9fSwiSXNWaXNpYmxlIjpmYWxzZSwiV2lkdGgiOjAuMCwiSGVpZ2h0IjowLjAsIkJvcmRlclN0eWxlIjp7IiRpZCI6IjEwNSIsIkxpbmVDb2xvciI6bnVsbCwiTGluZVdlaWdodCI6MC4wLCJMaW5lVHlwZSI6MCwiUGFyZW50U3R5bGUiOm51bGx9LCJQYXJlbnRTdHlsZSI6bnVsbH0sIkRhdGVGb3JtYXQiOnsiJGlkIjoiMT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NyIsIkZvcm1hdCI6MCwiSXNWaXNpYmxlIjpmYWxzZSwiTGFzdEtub3duVmlzaWJpbGl0eVN0YXRlIjpmYWxzZX0sIklzVmlzaWJsZSI6dHJ1ZSwiUGFyZW50U3R5bGUiOm51bGx9LCJJbmRleCI6MiwiUGVyY2VudGFnZUNvbXBsZXRlIjpudWxsLCJQb3NpdGlvbiI6eyJSYXRpbyI6MC4wLCJJc0N1c3RvbSI6ZmFsc2V9LCJEYXRlRm9ybWF0Ijp7IiRyZWYiOiIxMDYifSwiV2Vla051bWJlcmluZyI6eyIkaWQiOiIxMDgiLCJGb3JtYXQiOjAsIklzVmlzaWJsZSI6ZmFsc2UsIkxhc3RLbm93blZpc2liaWxpdHlTdGF0ZSI6ZmFsc2V9LCJCYXNlbGluZURhdGEiOnsiJGlkIjoiMTA5IiwiRGF0ZSI6IjIwMjgtMDktMDJUMDg6MDA6MDAifSwiUmVsYXRlZFRhc2tJZCI6IjEzYTM3ZmVmLWVmZTgtNDhiZi05ZGRmLWU0ZWQ5OGM0YzI4YSIsIklkIjoiZThmODIzMzYtYzgwNy00MjAxLWJmMTMtZmE4NTIyYTViNjdjIiwiSW1wb3J0SWQiOm51bGwsIlRpdGxlIjoiUEEiLCJOb3RlIjpudWxsLCJIeXBlcmxpbmsiOnsiJGlkIjoiMTEwIiwiQWRkcmVzcyI6IiIsIlN1YkFkZHJlc3MiOiIifSwiSXNDaGFuZ2VkIjpmYWxzZSwiSXNOZXciOmZhbHNlfV0sIlRhc2tEZWZpbml0aW9uIjp7IiRpZCI6IjExMSIsIkdyb3VwTmFtZSI6bnVsbCwiU3RhcnREYXRlIjoiMjAyNy0wNi0yMFQxMDowMDowMCIsIkVuZERhdGUiOiIyMDI5LTAxLTAxVDEwOjAwOjAwIiwiUGVyY2VudGFnZUNvbXBsZXRlIjpudWxsLCJTdHlsZSI6eyIkaWQiOiIxMTIiLCJTaGFwZSI6MywiU2hhcGVUaGlja25lc3MiOjAsIkR1cmF0aW9uRm9ybWF0IjowLCJJbmNsdWRlTm9uV29ya2luZ0RheXNJbkR1cmF0aW9uIjpmYWxzZSwiUGVyY2VudGFnZUNvbXBsZXRlU3R5bGUiOnsiJGlkIjoiMTEzIiwiRm9udFNldHRpbmdzIjp7IiRpZCI6IjExNCIsIkZvbnRTaXplIjoxMCwiRm9udE5hbWUiOiJDYWxpYnJpIiwiSXNCb2xkIjpmYWxzZSwiSXNJdGFsaWMiOmZhbHNlLCJJc1VuZGVybGluZWQiOmZhbHNlLCJQYXJlbnRTdHlsZSI6bnVsbH0sIkF1dG9TaXplIjowLCJGb3JlZ3JvdW5kIjp7IiRpZCI6IjExNSIsIkNvbG9yIjp7IiRpZCI6IjExNi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MTE3IiwiVG9wIjowLjAsIkxlZnQiOjAuMCwiUmlnaHQiOjAuMCwiQm90dG9tIjowLjB9LCJQYWRkaW5nIjp7IiRpZCI6IjExOCIsIlRvcCI6MC4wLCJMZWZ0IjowLjAsIlJpZ2h0IjowLjAsIkJvdHRvbSI6MC4wfSwiQmFja2dyb3VuZCI6eyIkaWQiOiIxMTkiLCJDb2xvciI6eyIkaWQiOiIxMjAiLCJBIjo4OSwiUiI6MCwiRyI6MCwiQiI6MH19LCJJc1Zpc2libGUiOnRydWUsIldpZHRoIjowLjAsIkhlaWdodCI6MC4wLCJCb3JkZXJTdHlsZSI6eyIkaWQiOiIxMjEiLCJMaW5lQ29sb3IiOm51bGwsIkxpbmVXZWlnaHQiOjAuMCwiTGluZVR5cGUiOjAsIlBhcmVudFN0eWxlIjpudWxsfSwiUGFyZW50U3R5bGUiOm51bGx9LCJEdXJhdGlvblN0eWxlIjp7IiRpZCI6IjEyMiIsIkZvbnRTZXR0aW5ncyI6eyIkaWQiOiIxMjMiLCJGb250U2l6ZSI6MTAsIkZvbnROYW1lIjoiQ2FsaWJyaSIsIklzQm9sZCI6ZmFsc2UsIklzSXRhbGljIjpmYWxzZSwiSXNVbmRlcmxpbmVkIjpmYWxzZSwiUGFyZW50U3R5bGUiOm51bGx9LCJBdXRvU2l6ZSI6MCwiRm9yZWdyb3VuZCI6eyIkaWQiOiIxMjQiLCJDb2xvciI6eyIkaWQiOiIxMj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jYiLCJUb3AiOjAuMCwiTGVmdCI6MC4wLCJSaWdodCI6MC4wLCJCb3R0b20iOjAuMH0sIlBhZGRpbmciOnsiJGlkIjoiMTI3IiwiVG9wIjowLjAsIkxlZnQiOjAuMCwiUmlnaHQiOjAuMCwiQm90dG9tIjowLjB9LCJCYWNrZ3JvdW5kIjp7IiRpZCI6IjEyOCIsIkNvbG9yIjp7IiRpZCI6IjEyOSIsIkEiOjAsIlIiOjAsIkciOjAsIkIiOjB9fSwiSXNWaXNpYmxlIjp0cnVlLCJXaWR0aCI6MC4wLCJIZWlnaHQiOjAuMCwiQm9yZGVyU3R5bGUiOnsiJGlkIjoiMTMwIiwiTGluZUNvbG9yIjpudWxsLCJMaW5lV2VpZ2h0IjowLjAsIkxpbmVUeXBlIjowLCJQYXJlbnRTdHlsZSI6bnVsbH0sIlBhcmVudFN0eWxlIjpudWxsfSwiSG9yaXpvbnRhbENvbm5lY3RvclN0eWxlIjp7IiRpZCI6IjEzMSIsIkxpbmVDb2xvciI6eyIkaWQiOiIxMzIiLCIkdHlwZSI6Ik5MUkUuQ29tbW9uLkRvbS5Tb2xpZENvbG9yQnJ1c2gsIE5MUkUuQ29tbW9uIiwiQ29sb3IiOnsiJGlkIjoiMTMzIiwiQSI6MjU1LCJSIjoyMDQsIkciOjIwNCwiQiI6MjA0fX0sIkxpbmVXZWlnaHQiOjEuMCwiTGluZVR5cGUiOjAsIlBhcmVudFN0eWxlIjpudWxsfSwiVmVydGljYWxDb25uZWN0b3JTdHlsZSI6eyIkaWQiOiIxMzQiLCJMaW5lQ29sb3IiOnsiJGlkIjoiMTM1IiwiJHR5cGUiOiJOTFJFLkNvbW1vbi5Eb20uU29saWRDb2xvckJydXNoLCBOTFJFLkNvbW1vbiIsIkNvbG9yIjp7IiRpZCI6IjEzNi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CYXNlbGluZVN0eWxlIjp7IiRpZCI6IjEzNyIsIlNoYXBlU3R5bGUiOnsiJGlkIjoiMTM4IiwiTWFyZ2luIjp7IiRpZCI6IjEzOSIsIlRvcCI6MC4wLCJMZWZ0IjowLjAsIlJpZ2h0IjowLjAsIkJvdHRvbSI6MC4wfSwiUGFkZGluZyI6eyIkaWQiOiIxNDAiLCJUb3AiOjAuMCwiTGVmdCI6MC4wLCJSaWdodCI6MC4wLCJCb3R0b20iOjAuMH0sIkJhY2tncm91bmQiOnsiJGlkIjoiMTQxIiwiQ29sb3IiOnsiJGlkIjoiMTQyIiwiQSI6MTUzLCJSIjowLCJHIjowLCJCIjowfX0sIklzVmlzaWJsZSI6dHJ1ZSwiV2lkdGgiOjAuMCwiSGVpZ2h0IjowLjAsIkJvcmRlclN0eWxlIjp7IiRpZCI6IjE0MyIsIkxpbmVDb2xvciI6bnVsbCwiTGluZVdlaWdodCI6MC4wLCJMaW5lVHlwZSI6MCwiUGFyZW50U3R5bGUiOm51bGx9LCJQYXJlbnRTdHlsZSI6bnVsbH0sIk1hcmdpbiI6eyIkaWQiOiIxNDQiLCJUb3AiOjAuMCwiTGVmdCI6MC4wLCJSaWdodCI6MC4wLCJCb3R0b20iOjAuMH0sIlBhZGRpbmciOnsiJGlkIjoiMTQ1IiwiVG9wIjowLjAsIkxlZnQiOjAuMCwiUmlnaHQiOjAuMCwiQm90dG9tIjowLjB9LCJCYWNrZ3JvdW5kIjpudWxsLCJJc1Zpc2libGUiOnRydWUsIldpZHRoIjowLjAsIkhlaWdodCI6MC4wLCJCb3JkZXJTdHlsZSI6bnVsbCwiUGFyZW50U3R5bGUiOm51bGx9LCJTaGFwZVN0eWxlIjp7IiRpZCI6IjE0NiIsIk1hcmdpbiI6eyIkaWQiOiIxNDciLCJUb3AiOjAuMCwiTGVmdCI6NC4wLCJSaWdodCI6NC4wLCJCb3R0b20iOjAuMH0sIlBhZGRpbmciOnsiJGlkIjoiMTQ4IiwiVG9wIjowLjAsIkxlZnQiOjAuMCwiUmlnaHQiOjAuMCwiQm90dG9tIjowLjB9LCJCYWNrZ3JvdW5kIjp7IiRpZCI6IjE0OSIsIkNvbG9yIjp7IiRpZCI6IjE1MCIsIkEiOjI1NSwiUiI6MjU1LCJHIjoyMzAsIkIiOjEwM319LCJJc1Zpc2libGUiOnRydWUsIldpZHRoIjowLjAsIkhlaWdodCI6MTAuMCwiQm9yZGVyU3R5bGUiOnsiJGlkIjoiMTUxIiwiTGluZUNvbG9yIjp7IiRpZCI6IjE1MiIsIiR0eXBlIjoiTkxSRS5Db21tb24uRG9tLlNvbGlkQ29sb3JCcnVzaCwgTkxSRS5Db21tb24iLCJDb2xvciI6eyIkaWQiOiIxNTMiLCJBIjoyNTUsIlIiOjgsIkciOjQ5LCJCIjo0Mn19LCJMaW5lV2VpZ2h0IjoxLjAsIkxpbmVUeXBlIjowLCJQYXJlbnRTdHlsZSI6bnVsbH0sIlBhcmVudFN0eWxlIjpudWxsfSwiVGl0bGVTdHlsZSI6eyIkaWQiOiIxNTQiLCJGb250U2V0dGluZ3MiOnsiJGlkIjoiMTU1IiwiRm9udFNpemUiOjExLCJGb250TmFtZSI6IkJvZWhyaW5nZXIgRm9yd2FyZCBUZXh0IiwiSXNCb2xkIjpmYWxzZSwiSXNJdGFsaWMiOmZhbHNlLCJJc1VuZGVybGluZWQiOmZhbHNlLCJQYXJlbnRTdHlsZSI6bnVsbH0sIkF1dG9TaXplIjoyLCJGb3JlZ3JvdW5kIjp7IiRpZCI6IjE1NiIsIkNvbG9yIjp7IiRpZCI6IjE1NyIsIkEiOjI1NSwiUiI6MCwiRyI6MCwiQiI6MH19LCJNYXhXaWR0aCI6NTkuOTYyODMzNDA0NTQxMDE2LCJNYXhIZWlnaHQiOiJJbmZpbml0eSIsIlNtYXJ0Rm9yZWdyb3VuZElzQWN0aXZlIjpmYWxzZSwiSG9yaXpvbnRhbEFsaWdubWVudCI6MSwiVmVydGljYWxBbGlnbm1lbnQiOjAsIlNtYXJ0Rm9yZWdyb3VuZCI6bnVsbCwiQmFja2dyb3VuZEZpbGxUeXBlIjowLCJNYXJnaW4iOnsiJGlkIjoiMTU4IiwiVG9wIjowLjAsIkxlZnQiOjAuMCwiUmlnaHQiOjAuMCwiQm90dG9tIjowLjB9LCJQYWRkaW5nIjp7IiRpZCI6IjE1OSIsIlRvcCI6MC4wLCJMZWZ0IjowLjAsIlJpZ2h0IjowLjAsIkJvdHRvbSI6MC4wfSwiQmFja2dyb3VuZCI6eyIkaWQiOiIxNjAiLCJDb2xvciI6eyIkaWQiOiIxNjEiLCJBIjowLCJSIjoyNTUsIkciOjI1NSwiQiI6MjU1fX0sIklzVmlzaWJsZSI6dHJ1ZSwiV2lkdGgiOjAuMCwiSGVpZ2h0IjowLjAsIkJvcmRlclN0eWxlIjp7IiRpZCI6IjE2MiIsIkxpbmVDb2xvciI6bnVsbCwiTGluZVdlaWdodCI6MC4wLCJMaW5lVHlwZSI6MCwiUGFyZW50U3R5bGUiOm51bGx9LCJQYXJlbnRTdHlsZSI6bnVsbH0sIkRhdGVTdHlsZSI6eyIkaWQiOiIxNjMiLCJGb250U2V0dGluZ3MiOnsiJGlkIjoiMTY0IiwiRm9udFNpemUiOjEwLCJGb250TmFtZSI6IkNhbGlicmkiLCJJc0JvbGQiOmZhbHNlLCJJc0l0YWxpYyI6ZmFsc2UsIklzVW5kZXJsaW5lZCI6ZmFsc2UsIlBhcmVudFN0eWxlIjpudWxsfSwiQXV0b1NpemUiOjAsIkZvcmVncm91bmQiOnsiJGlkIjoiMTY1IiwiQ29sb3IiOnsiJGlkIjoiMTY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NjciLCJUb3AiOjAuMCwiTGVmdCI6MC4wLCJSaWdodCI6MC4wLCJCb3R0b20iOjAuMH0sIlBhZGRpbmciOnsiJGlkIjoiMTY4IiwiVG9wIjowLjAsIkxlZnQiOjAuMCwiUmlnaHQiOjAuMCwiQm90dG9tIjowLjB9LCJCYWNrZ3JvdW5kIjp7IiRpZCI6IjE2OSIsIkNvbG9yIjp7IiRpZCI6IjE3MCIsIkEiOjAsIlIiOjAsIkciOjAsIkIiOjB9fSwiSXNWaXNpYmxlIjp0cnVlLCJXaWR0aCI6MC4wLCJIZWlnaHQiOjAuMCwiQm9yZGVyU3R5bGUiOnsiJGlkIjoiMTcxIiwiTGluZUNvbG9yIjpudWxsLCJMaW5lV2VpZ2h0IjowLjAsIkxpbmVUeXBlIjowLCJQYXJlbnRTdHlsZSI6bnVsbH0sIlBhcmVudFN0eWxlIjpudWxsfSwiRGF0ZUZvcm1hdCI6eyIkaWQiOiIxN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czIiwiRm9ybWF0IjowLCJJc1Zpc2libGUiOmZhbHNlLCJMYXN0S25vd25WaXNpYmlsaXR5U3RhdGUiOmZhbHNlfSwiSXNWaXNpYmxlIjp0cnVlLCJQYXJlbnRTdHlsZSI6bnVsbH0sIkluZGV4IjoxLCJTbWFydER1cmF0aW9uQWN0aXZhdGVkIjpmYWxzZSwiRGF0ZUZvcm1hdCI6eyIkcmVmIjoiMTcyIn0sIldlZWtOdW1iZXJpbmciOnsiJGlkIjoiMTc0IiwiRm9ybWF0IjowLCJJc1Zpc2libGUiOmZhbHNlLCJMYXN0S25vd25WaXNpYmlsaXR5U3RhdGUiOmZhbHNlfSwiQmFzZWxpbmVEYXRhIjp7IiRpZCI6IjE3NSIsIlN0YXJ0RGF0ZSI6IjIwMjctMDYtMjBUMTA6MDA6MDAiLCJFbmREYXRlIjoiMjAyOS0wMS0wMVQxMDowMDowMCJ9LCJJZCI6IjEzYTM3ZmVmLWVmZTgtNDhiZi05ZGRmLWU0ZWQ5OGM0YzI4YSIsIkltcG9ydElkIjpudWxsLCJUaXRsZSI6IkV4cGFuc2lvbiBCQyIsIk5vdGUiOm51bGwsIkh5cGVybGluayI6eyIkaWQiOiIxNzYiLCJBZGRyZXNzIjpudWxsLCJTdWJBZGRyZXNzIjpudWxsfSwiSXNDaGFuZ2VkIjpmYWxzZSwiSXNOZXciOmZhbHNlfX1dLCJfbWlsZXN0b25lcyI6W3siJGlkIjoiMTc3IiwiSWQiOiI1YTRhMTQ2NS1kMWExLTRlODUtYTZiMC0xMDQwMWNhOTcxOTUiLCJJbmRleCI6MiwiR3JvdXBJZCI6bnVsbCwiVGl0bGUiOiJBQSBVUyIsIkRhdGVUaW1lIjoiMjAyOS0wMy0xN1QwODowMDowMCIsIlBlcmNlbnRhZ2VDb21wbGV0ZSI6bnVsbCwiTm90ZSI6bnVsbCwiU3R5bGUiOnsiJGlkIjoiMTc4IiwiVGl0bGVQb3NpdGlvbiI6IlJpZ2h0IiwiRGF0ZVBvc2l0aW9uIjoiTGVmdCIsIlNoYXBlVHlwZSI6MTMsIlNoYXBlU2l6ZSI6MSwiU3BhY2luZyI6NSwiU2hhcGVTdHlsZSI6eyIkaWQiOiIxNzkiLCJNYXJnaW4iOnsiJGlkIjoiMTgwIiwiVG9wIjowLjAsIkxlZnQiOjAuMCwiUmlnaHQiOjAuMCwiQm90dG9tIjowLjB9LCJQYWRkaW5nIjp7IiRpZCI6IjE4MSIsIlRvcCI6MC4wLCJMZWZ0IjowLjAsIlJpZ2h0IjowLjAsIkJvdHRvbSI6MC4wfSwiQmFja2dyb3VuZCI6eyIkaWQiOiIxODIiLCJDb2xvciI6eyIkaWQiOiIxODMiLCJBIjoyNTUsIlIiOjI0NSwiRyI6MTM4LCJCIjoxMDR9fSwiSXNWaXNpYmxlIjp0cnVlLCJXaWR0aCI6MTguMCwiSGVpZ2h0IjoyMC4wLCJCb3JkZXJTdHlsZSI6eyIkaWQiOiIxODQiLCJMaW5lQ29sb3IiOnsiJGlkIjoiMTg1IiwiJHR5cGUiOiJOTFJFLkNvbW1vbi5Eb20uU29saWRDb2xvckJydXNoLCBOTFJFLkNvbW1vbiIsIkNvbG9yIjp7IiRpZCI6IjE4NiIsIkEiOjI1NSwiUiI6MjU1LCJHIjowLCJCIjowfX0sIkxpbmVXZWlnaHQiOjAuMCwiTGluZVR5cGUiOjAsIlBhcmVudFN0eWxlIjpudWxsfSwiUGFyZW50U3R5bGUiOm51bGx9LCJUaXRsZVN0eWxlIjp7IiRpZCI6IjE4NyIsIkZvbnRTZXR0aW5ncyI6eyIkaWQiOiIxODgiLCJGb250U2l6ZSI6MTEsIkZvbnROYW1lIjoiQm9laHJpbmdlciBGb3J3YXJkIFRleHQiLCJJc0JvbGQiOnRydWUsIklzSXRhbGljIjpmYWxzZSwiSXNVbmRlcmxpbmVkIjpmYWxzZSwiUGFyZW50U3R5bGUiOm51bGx9LCJBdXRvU2l6ZSI6MCwiRm9yZWdyb3VuZCI6eyIkaWQiOiIxODkiLCJDb2xvciI6eyIkaWQiOiIxOTAiLCJBIjoyNTUsIlIiOjgsIkciOjQ5LCJCIjo0Mn19LCJNYXhXaWR0aCI6MjAwLjAsIk1heEhlaWdodCI6IkluZmluaXR5IiwiU21hcnRGb3JlZ3JvdW5kSXNBY3RpdmUiOmZhbHNlLCJIb3Jpem9udGFsQWxpZ25tZW50IjowLCJWZXJ0aWNhbEFsaWdubWVudCI6MCwiU21hcnRGb3JlZ3JvdW5kIjpudWxsLCJCYWNrZ3JvdW5kRmlsbFR5cGUiOjAsIk1hcmdpbiI6eyIkaWQiOiIxOTEiLCJUb3AiOjAuMCwiTGVmdCI6MC4wLCJSaWdodCI6MC4wLCJCb3R0b20iOjAuMH0sIlBhZGRpbmciOnsiJGlkIjoiMTkyIiwiVG9wIjowLjAsIkxlZnQiOjAuMCwiUmlnaHQiOjAuMCwiQm90dG9tIjowLjB9LCJCYWNrZ3JvdW5kIjp7IiRpZCI6IjE5MyIsIkNvbG9yIjp7IiRpZCI6IjE5NCIsIkEiOjAsIlIiOjI1NSwiRyI6MjU1LCJCIjoyNTV9fSwiSXNWaXNpYmxlIjp0cnVlLCJXaWR0aCI6MC4wLCJIZWlnaHQiOjAuMCwiQm9yZGVyU3R5bGUiOm51bGwsIlBhcmVudFN0eWxlIjpudWxsfSwiRGF0ZVN0eWxlIjp7IiRpZCI6IjE5NSIsIkZvbnRTZXR0aW5ncyI6eyIkaWQiOiIxOTYiLCJGb250U2l6ZSI6MTAsIkZvbnROYW1lIjoiQm9laHJpbmdlciBGb3J3YXJkIFRleHQiLCJJc0JvbGQiOmZhbHNlLCJJc0l0YWxpYyI6ZmFsc2UsIklzVW5kZXJsaW5lZCI6ZmFsc2UsIlBhcmVudFN0eWxlIjpudWxsfSwiQXV0b1NpemUiOjAsIkZvcmVncm91bmQiOnsiJGlkIjoiMTk3IiwiQ29sb3IiOnsiJGlkIjoiMTk4IiwiQSI6MjU1LCJSIjo4LCJHIjo0OSwiQiI6NDJ9fSwiTWF4V2lkdGgiOjIwMC4wLCJNYXhIZWlnaHQiOiJJbmZpbml0eSIsIlNtYXJ0Rm9yZWdyb3VuZElzQWN0aXZlIjpmYWxzZSwiSG9yaXpvbnRhbEFsaWdubWVudCI6MiwiVmVydGljYWxBbGlnbm1lbnQiOjAsIlNtYXJ0Rm9yZWdyb3VuZCI6bnVsbCwiQmFja2dyb3VuZEZpbGxUeXBlIjowLCJNYXJnaW4iOnsiJGlkIjoiMTk5IiwiVG9wIjowLjAsIkxlZnQiOjAuMCwiUmlnaHQiOjAuMCwiQm90dG9tIjowLjB9LCJQYWRkaW5nIjp7IiRpZCI6IjIwMCIsIlRvcCI6MC4wLCJMZWZ0IjowLjAsIlJpZ2h0IjowLjAsIkJvdHRvbSI6MC4wfSwiQmFja2dyb3VuZCI6eyIkaWQiOiIyMDEiLCJDb2xvciI6eyIkaWQiOiIyMDIiLCJBIjowLCJSIjoyNTUsIkciOjI1NSwiQiI6MjU1fX0sIklzVmlzaWJsZSI6ZmFsc2UsIldpZHRoIjowLjAsIkhlaWdodCI6MC4wLCJCb3JkZXJTdHlsZSI6bnVsbCwiUGFyZW50U3R5bGUiOm51bGx9LCJEYXRlRm9ybWF0Ijp7IiRyZWYiOiIxMDYifSwiV2Vla051bWJlcmluZyI6eyIkaWQiOiIyMDMiLCJGb3JtYXQiOjAsIklzVmlzaWJsZSI6ZmFsc2UsIkxhc3RLbm93blZpc2liaWxpdHlTdGF0ZSI6ZmFsc2V9LCJJc1Zpc2libGUiOnRydWUsIlBhcmVudFN0eWxlIjpudWxsfSwiSHlwZXJsaW5rIjpudWxsLCJCYXNlbGluZURhdGEiOnsiJGlkIjoiMjA0IiwiRGF0ZSI6IjIwMjktMDMtMTdUMDg6MDA6MDAifSwiSW1wb3J0SWQiOm51bGx9XSwiSWQiOiI1YjA4ZTlkNS1mYmMxLTRjNmUtOTAwMy1iZDJjODQ2OGE5ZDQiLCJJc1NpbmdsZUl0ZW1Sb3ciOmZhbHNlfV0sIkluZGV4IjowLCJJZCI6IjYxMjRmZTIzLTczNTUtNDUyNS05MWI2LWFjZmQ3NGM4ZjU2NyIsIkhlYWRlclRleHQiOm51bGwsIklzRGVmYXVsdCI6dHJ1ZSwiU3R5bGUiOnsiJGlkIjoiMjA1IiwiSGVhZGVyU3R5bGUiOnsiJGlkIjoiMjA2IiwiVGV4dFN0eWxlIjp7IiRpZCI6IjIwNyIsIkZvbnRTZXR0aW5ncyI6eyIkaWQiOiIyMDgiLCJGb250U2l6ZSI6MTEsIkZvbnROYW1lIjoiQ2FsaWJyaSIsIklzQm9sZCI6ZmFsc2UsIklzSXRhbGljIjpmYWxzZSwiSXNVbmRlcmxpbmVkIjpmYWxzZSwiUGFyZW50U3R5bGUiOm51bGx9LCJBdXRvU2l6ZSI6MiwiRm9yZWdyb3VuZCI6eyIkaWQiOiIyMDkiLCJDb2xvciI6eyIkaWQiOiIyMTAiLCJBIjoyNTUsIlIiOjAsIkciOjAsIkIiOjB9fSwiTWF4V2lkdGgiOjAuMCwiTWF4SGVpZ2h0IjowLjAsIlNtYXJ0Rm9yZWdyb3VuZElzQWN0aXZlIjpmYWxzZSwiSG9yaXpvbnRhbEFsaWdubWVudCI6MCwiVmVydGljYWxBbGlnbm1lbnQiOjAsIlNtYXJ0Rm9yZWdyb3VuZCI6bnVsbCwiQmFja2dyb3VuZEZpbGxUeXBlIjowLCJNYXJnaW4iOnsiJGlkIjoiMjExIiwiVG9wIjowLjAsIkxlZnQiOjAuMCwiUmlnaHQiOjAuMCwiQm90dG9tIjowLjB9LCJQYWRkaW5nIjp7IiRpZCI6IjIxMiIsIlRvcCI6MC4wLCJMZWZ0IjowLjAsIlJpZ2h0IjowLjAsIkJvdHRvbSI6MC4wfSwiQmFja2dyb3VuZCI6bnVsbCwiSXNWaXNpYmxlIjp0cnVlLCJXaWR0aCI6MC4wLCJIZWlnaHQiOjAuMCwiQm9yZGVyU3R5bGUiOm51bGwsIlBhcmVudFN0eWxlIjpudWxsfSwiUmVjdGFuZ2xlU3R5bGUiOnsiJGlkIjoiMjEzIiwiTWFyZ2luIjp7IiRpZCI6IjIxNCIsIlRvcCI6MC4wLCJMZWZ0IjowLjAsIlJpZ2h0IjowLjAsIkJvdHRvbSI6MC4wfSwiUGFkZGluZyI6eyIkaWQiOiIyMTUiLCJUb3AiOjAuMCwiTGVmdCI6MC4wLCJSaWdodCI6MC4wLCJCb3R0b20iOjAuMH0sIkJhY2tncm91bmQiOnsiJGlkIjoiMjE2IiwiQ29sb3IiOnsiJGlkIjoiMjE3IiwiQSI6NjMsIlIiOjE5NywiRyI6MTk1LCJCIjoyMzh9fSwiSXNWaXNpYmxlIjp0cnVlLCJXaWR0aCI6MC4wLCJIZWlnaHQiOjAuMCwiQm9yZGVyU3R5bGUiOnsiJGlkIjoiMjE4IiwiTGluZUNvbG9yIjp7IiRpZCI6IjIxOSIsIiR0eXBlIjoiTkxSRS5Db21tb24uRG9tLlNvbGlkQ29sb3JCcnVzaCwgTkxSRS5Db21tb24iLCJDb2xvciI6eyIkaWQiOiIyMjAiLCJBIjoyNTUsIlIiOjI1NSwiRyI6MCwiQiI6MH19LCJMaW5lV2VpZ2h0IjowLjAsIkxpbmVUeXBlIjowLCJQYXJlbnRTdHlsZSI6bnVsbH0sIlBhcmVudFN0eWxlIjpudWxsfSwiTWFyZ2luIjp7IiRpZCI6IjIyMSIsIlRvcCI6MC4wLCJMZWZ0IjowLjAsIlJpZ2h0IjowLjAsIkJvdHRvbSI6MC4wfSwiUGFkZGluZyI6eyIkaWQiOiIyMjIiLCJUb3AiOjAuMCwiTGVmdCI6MC4wLCJSaWdodCI6MC4wLCJCb3R0b20iOjAuMH0sIkJhY2tncm91bmQiOm51bGwsIklzVmlzaWJsZSI6dHJ1ZSwiV2lkdGgiOjAuMCwiSGVpZ2h0IjowLjAsIkJvcmRlclN0eWxlIjpudWxsLCJQYXJlbnRTdHlsZSI6bnVsbH0sIkJhY2tncm91bmRTdHlsZSI6eyIkaWQiOiIyMjMiLCJNYXJnaW4iOnsiJGlkIjoiMjI0IiwiVG9wIjowLjAsIkxlZnQiOjAuMCwiUmlnaHQiOjAuMCwiQm90dG9tIjowLjB9LCJQYWRkaW5nIjp7IiRpZCI6IjIyNSIsIlRvcCI6MC4wLCJMZWZ0IjowLjAsIlJpZ2h0IjowLjAsIkJvdHRvbSI6MC4wfSwiQmFja2dyb3VuZCI6eyIkaWQiOiIyMjYiLCJDb2xvciI6eyIkaWQiOiIyMjciLCJBIjo1MSwiUiI6MTk3LCJHIjoxOTUsIkIiOjIzOH19LCJJc1Zpc2libGUiOnRydWUsIldpZHRoIjowLjAsIkhlaWdodCI6MC4wLCJCb3JkZXJTdHlsZSI6eyIkaWQiOiIyMjgiLCJMaW5lQ29sb3IiOnsiJGlkIjoiMjI5IiwiJHR5cGUiOiJOTFJFLkNvbW1vbi5Eb20uU29saWRDb2xvckJydXNoLCBOTFJFLkNvbW1vbiIsIkNvbG9yIjp7IiRpZCI6IjIzMCIsIkEiOjI1NSwiUiI6MjU1LCJHIjowLCJCIjowfX0sIkxpbmVXZWlnaHQiOjAuMCwiTGluZVR5cGUiOjAsIlBhcmVudFN0eWxlIjpudWxsfSwiUGFyZW50U3R5bGUiOm51bGx9LCJNYXJnaW4iOnsiJGlkIjoiMjMxIiwiVG9wIjowLjAsIkxlZnQiOjAuMCwiUmlnaHQiOjAuMCwiQm90dG9tIjowLjB9LCJQYWRkaW5nIjp7IiRpZCI6IjIzMiIsIlRvcCI6MC4wLCJMZWZ0IjowLjAsIlJpZ2h0IjowLjAsIkJvdHRvbSI6MC4wfSwiSXNWaXNpYmxlIjpmYWxzZSwiV2lkdGgiOjAuMCwiSGVpZ2h0IjowLjAsIkJvcmRlclN0eWxlIjpudWxsLCJQYXJlbnRTdHlsZSI6bnVsbH19XSwiSWQiOiJlNDY4YWUxOC1jYjdlLTRjOWMtYjE4Ni1hNjYzMjEyMDJjZWQiLCJJbmRleCI6MCwiSGVhZGVyVGV4dCI6Ik92ZXJhcmNoaW5nIEJDICYgR0MiLCJTdHlsZSI6eyIkaWQiOiIyMzMiLCJTdHlsZUlkIjoiMDAwMDAwMDAtMDAwMC0wMDAwLTAwMDAtMDAwMDAwMDAwMDAwIiwiSGVhZGVyU3R5bGUiOnsiJGlkIjoiMjM0IiwiVGV4dElzVmVydGljYWwiOmZhbHNlLCJUZXh0U3R5bGUiOnsiJGlkIjoiMjM1IiwiRm9udFNldHRpbmdzIjp7IiRpZCI6IjIzNiIsIkZvbnRTaXplIjoxMiwiRm9udE5hbWUiOiJCb2VocmluZ2VyIEZvcndhcmQgVGV4dCIsIklzQm9sZCI6ZmFsc2UsIklzSXRhbGljIjpmYWxzZSwiSXNVbmRlcmxpbmVkIjpmYWxzZSwiUGFyZW50U3R5bGUiOm51bGx9LCJBdXRvU2l6ZSI6MiwiRm9yZWdyb3VuZCI6eyIkaWQiOiIyMzciLCJDb2xvciI6eyIkaWQiOiIyMzgiLCJBIjoyNTUsIlIiOjI1NSwiRyI6MjU1LCJCIjoyNTV9fSwiTWF4V2lkdGgiOjcxLjAsIk1heEhlaWdodCI6IkluZmluaXR5IiwiU21hcnRGb3JlZ3JvdW5kSXNBY3RpdmUiOmZhbHNlLCJIb3Jpem9udGFsQWxpZ25tZW50IjowLCJWZXJ0aWNhbEFsaWdubWVudCI6MCwiU21hcnRGb3JlZ3JvdW5kIjpudWxsLCJCYWNrZ3JvdW5kRmlsbFR5cGUiOjAsIk1hcmdpbiI6eyIkaWQiOiIyMzkiLCJUb3AiOjAuMCwiTGVmdCI6MC4wLCJSaWdodCI6MC4wLCJCb3R0b20iOjAuMH0sIlBhZGRpbmciOnsiJGlkIjoiMjQwIiwiVG9wIjowLjAsIkxlZnQiOjAuMCwiUmlnaHQiOjAuMCwiQm90dG9tIjowLjB9LCJCYWNrZ3JvdW5kIjpudWxsLCJJc1Zpc2libGUiOnRydWUsIldpZHRoIjowLjAsIkhlaWdodCI6MC4wLCJCb3JkZXJTdHlsZSI6bnVsbCwiUGFyZW50U3R5bGUiOm51bGx9LCJSZWN0YW5nbGVTdHlsZSI6eyIkaWQiOiIyNDEiLCJNYXJnaW4iOnsiJGlkIjoiMjQyIiwiVG9wIjowLjAsIkxlZnQiOjAuMCwiUmlnaHQiOjAuMCwiQm90dG9tIjowLjB9LCJQYWRkaW5nIjp7IiRpZCI6IjI0MyIsIlRvcCI6MC4wLCJMZWZ0IjowLjAsIlJpZ2h0IjowLjAsIkJvdHRvbSI6MC4wfSwiQmFja2dyb3VuZCI6eyIkaWQiOiIyNDQiLCJDb2xvciI6eyIkaWQiOiIyNDUiLCJBIjoyNTUsIlIiOjgsIkciOjQ5LCJCIjo0Mn19LCJJc1Zpc2libGUiOnRydWUsIldpZHRoIjowLjAsIkhlaWdodCI6MC4wLCJCb3JkZXJTdHlsZSI6eyIkaWQiOiIyNDYiLCJMaW5lQ29sb3IiOnsiJGlkIjoiMjQ3IiwiJHR5cGUiOiJOTFJFLkNvbW1vbi5Eb20uU29saWRDb2xvckJydXNoLCBOTFJFLkNvbW1vbiIsIkNvbG9yIjp7IiRpZCI6IjI0OCIsIkEiOjI1NSwiUiI6MjU1LCJHIjowLCJCIjowfX0sIkxpbmVXZWlnaHQiOjAuMCwiTGluZVR5cGUiOjAsIlBhcmVudFN0eWxlIjpudWxsfSwiUGFyZW50U3R5bGUiOm51bGx9LCJNYXJnaW4iOnsiJGlkIjoiMjQ5IiwiVG9wIjowLjAsIkxlZnQiOjAuMCwiUmlnaHQiOjAuMCwiQm90dG9tIjowLjB9LCJQYWRkaW5nIjp7IiRpZCI6IjI1MCIsIlRvcCI6MC4wLCJMZWZ0IjowLjAsIlJpZ2h0IjowLjAsIkJvdHRvbSI6MC4wfSwiQmFja2dyb3VuZCI6bnVsbCwiSXNWaXNpYmxlIjp0cnVlLCJXaWR0aCI6MC4wLCJIZWlnaHQiOjAuMCwiQm9yZGVyU3R5bGUiOm51bGwsIlBhcmVudFN0eWxlIjpudWxsfSwiQmFja2dyb3VuZFN0eWxlIjp7IiRpZCI6IjI1MSIsIk1hcmdpbiI6eyIkaWQiOiIyNTIiLCJUb3AiOjAuMCwiTGVmdCI6MC4wLCJSaWdodCI6MC4wLCJCb3R0b20iOjAuMH0sIlBhZGRpbmciOnsiJGlkIjoiMjUzIiwiVG9wIjowLjAsIkxlZnQiOjAuMCwiUmlnaHQiOjAuMCwiQm90dG9tIjowLjB9LCJCYWNrZ3JvdW5kIjp7IiRpZCI6IjI1NCIsIkNvbG9yIjp7IiRpZCI6IjI1NSIsIkEiOjUxLCJSIjo4LCJHIjo0OSwiQiI6NDJ9fSwiSXNWaXNpYmxlIjp0cnVlLCJXaWR0aCI6MC4wLCJIZWlnaHQiOjAuMCwiQm9yZGVyU3R5bGUiOnsiJGlkIjoiMjU2IiwiTGluZUNvbG9yIjp7IiRpZCI6IjI1NyIsIiR0eXBlIjoiTkxSRS5Db21tb24uRG9tLlNvbGlkQ29sb3JCcnVzaCwgTkxSRS5Db21tb24iLCJDb2xvciI6eyIkaWQiOiIyNTgiLCJBIjoyNTUsIlIiOjgsIkciOjQ5LCJCIjo0Mn19LCJMaW5lV2VpZ2h0IjowLjAsIkxpbmVUeXBlIjowLCJQYXJlbnRTdHlsZSI6bnVsbH0sIlBhcmVudFN0eWxlIjpudWxsfSwiSXNBYm92ZVRpbWViYW5kIjpmYWxzZSwiU3BhY2luZyI6MTAsIkRlZmF1bHRTd2ltbGFuZVRhc2tTdHlsZSI6eyIkaWQiOiIyNTkiLCIkdHlwZSI6Ik5MUkUuQ29tbW9uLkRvbS5TdHlsZXMuRXhwbGljaXRTZXRhYmxlVGFza1N0eWxlLCBOTFJFLkNvbW1vbiIsIlNoYXBlIjozLCJTaGFwZVRoaWNrbmVzcyI6MCwiRHVyYXRpb25Gb3JtYXQiOjAsIkluY2x1ZGVOb25Xb3JraW5nRGF5c0luRHVyYXRpb24iOmZhbHNlLCJQZXJjZW50YWdlQ29tcGxldGVTdHlsZSI6eyIkaWQiOiIyNjAiLCJGb250U2V0dGluZ3MiOnsiJGlkIjoiMjYxIiwiRm9udFNpemUiOjEwLCJGb250TmFtZSI6IkNhbGlicmkiLCJJc0JvbGQiOmZhbHNlLCJJc0l0YWxpYyI6ZmFsc2UsIklzVW5kZXJsaW5lZCI6ZmFsc2UsIlBhcmVudFN0eWxlIjpudWxsfSwiQXV0b1NpemUiOjAsIkZvcmVncm91bmQiOnsiJGlkIjoiMjYyIiwiQ29sb3IiOnsiJGlkIjoiMjYz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Y0IiwiVG9wIjowLjAsIkxlZnQiOjAuMCwiUmlnaHQiOjAuMCwiQm90dG9tIjowLjB9LCJQYWRkaW5nIjp7IiRpZCI6IjI2NSIsIlRvcCI6MC4wLCJMZWZ0IjowLjAsIlJpZ2h0IjowLjAsIkJvdHRvbSI6MC4wfSwiQmFja2dyb3VuZCI6eyIkaWQiOiIyNjYiLCJDb2xvciI6eyIkaWQiOiIyNjciLCJBIjo4OSwiUiI6MCwiRyI6MCwiQiI6MH19LCJJc1Zpc2libGUiOnRydWUsIldpZHRoIjowLjAsIkhlaWdodCI6MC4wLCJCb3JkZXJTdHlsZSI6bnVsbCwiUGFyZW50U3R5bGUiOm51bGx9LCJEdXJhdGlvblN0eWxlIjp7IiRpZCI6IjI2OCIsIkZvbnRTZXR0aW5ncyI6eyIkaWQiOiIyNjkiLCJGb250U2l6ZSI6MTAsIkZvbnROYW1lIjoiQ2FsaWJyaSIsIklzQm9sZCI6ZmFsc2UsIklzSXRhbGljIjpmYWxzZSwiSXNVbmRlcmxpbmVkIjpmYWxzZSwiUGFyZW50U3R5bGUiOm51bGx9LCJBdXRvU2l6ZSI6MCwiRm9yZWdyb3VuZCI6eyIkaWQiOiIyNzAiLCJDb2xvciI6eyIkaWQiOiIyNz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NzIiLCJUb3AiOjAuMCwiTGVmdCI6MC4wLCJSaWdodCI6MC4wLCJCb3R0b20iOjAuMH0sIlBhZGRpbmciOnsiJGlkIjoiMjczIiwiVG9wIjowLjAsIkxlZnQiOjAuMCwiUmlnaHQiOjAuMCwiQm90dG9tIjowLjB9LCJCYWNrZ3JvdW5kIjp7IiRpZCI6IjI3NCIsIkNvbG9yIjp7IiRpZCI6IjI3NSIsIkEiOjAsIlIiOjAsIkciOjAsIkIiOjB9fSwiSXNWaXNpYmxlIjp0cnVlLCJXaWR0aCI6MC4wLCJIZWlnaHQiOjAuMCwiQm9yZGVyU3R5bGUiOm51bGwsIlBhcmVudFN0eWxlIjpudWxsfSwiSG9yaXpvbnRhbENvbm5lY3RvclN0eWxlIjp7IiRpZCI6IjI3NiIsIkxpbmVDb2xvciI6eyIkaWQiOiIyNzciLCIkdHlwZSI6Ik5MUkUuQ29tbW9uLkRvbS5Tb2xpZENvbG9yQnJ1c2gsIE5MUkUuQ29tbW9uIiwiQ29sb3IiOnsiJGlkIjoiMjc4IiwiQSI6MjU1LCJSIjoyMDQsIkciOjIwNCwiQiI6MjA0fX0sIkxpbmVXZWlnaHQiOjEuMCwiTGluZVR5cGUiOjAsIlBhcmVudFN0eWxlIjpudWxsfSwiVmVydGljYWxDb25uZWN0b3JTdHlsZSI6eyIkaWQiOiIyNzkiLCJMaW5lQ29sb3IiOnsiJGlkIjoiMjgwIiwiJHR5cGUiOiJOTFJFLkNvbW1vbi5Eb20uU29saWRDb2xvckJydXNoLCBOTFJFLkNvbW1vbiIsIkNvbG9yIjp7IiRpZCI6IjI4MS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CYXNlbGluZVN0eWxlIjp7IiRpZCI6IjI4MiIsIlNoYXBlU3R5bGUiOnsiJGlkIjoiMjgzIiwiTWFyZ2luIjp7IiRpZCI6IjI4NCIsIlRvcCI6MC4wLCJMZWZ0IjowLjAsIlJpZ2h0IjowLjAsIkJvdHRvbSI6MC4wfSwiUGFkZGluZyI6eyIkaWQiOiIyODUiLCJUb3AiOjAuMCwiTGVmdCI6MC4wLCJSaWdodCI6MC4wLCJCb3R0b20iOjAuMH0sIkJhY2tncm91bmQiOnsiJGlkIjoiMjg2IiwiQ29sb3IiOnsiJGlkIjoiMjg3IiwiQSI6MTUzLCJSIjowLCJHIjowLCJCIjowfX0sIklzVmlzaWJsZSI6dHJ1ZSwiV2lkdGgiOjAuMCwiSGVpZ2h0IjowLjAsIkJvcmRlclN0eWxlIjp7IiRpZCI6IjI4OCIsIkxpbmVDb2xvciI6bnVsbCwiTGluZVdlaWdodCI6MC4wLCJMaW5lVHlwZSI6MCwiUGFyZW50U3R5bGUiOm51bGx9LCJQYXJlbnRTdHlsZSI6bnVsbH0sIk1hcmdpbiI6eyIkaWQiOiIyODkiLCJUb3AiOjAuMCwiTGVmdCI6MC4wLCJSaWdodCI6MC4wLCJCb3R0b20iOjAuMH0sIlBhZGRpbmciOnsiJGlkIjoiMjkwIiwiVG9wIjowLjAsIkxlZnQiOjAuMCwiUmlnaHQiOjAuMCwiQm90dG9tIjowLjB9LCJCYWNrZ3JvdW5kIjpudWxsLCJJc1Zpc2libGUiOnRydWUsIldpZHRoIjowLjAsIkhlaWdodCI6MC4wLCJCb3JkZXJTdHlsZSI6bnVsbCwiUGFyZW50U3R5bGUiOm51bGx9LCJTaGFwZVN0eWxlIjp7IiRpZCI6IjI5MSIsIk1hcmdpbiI6eyIkaWQiOiIyOTIiLCJUb3AiOjAuMCwiTGVmdCI6NC4wLCJSaWdodCI6NC4wLCJCb3R0b20iOjAuMH0sIlBhZGRpbmciOnsiJGlkIjoiMjkzIiwiVG9wIjowLjAsIkxlZnQiOjAuMCwiUmlnaHQiOjAuMCwiQm90dG9tIjowLjB9LCJCYWNrZ3JvdW5kIjp7IiRpZCI6IjI5NCIsIkNvbG9yIjp7IiRpZCI6IjI5NSIsIkEiOjI1NSwiUiI6OCwiRyI6NDksIkIiOjQyfX0sIklzVmlzaWJsZSI6dHJ1ZSwiV2lkdGgiOjAuMCwiSGVpZ2h0IjoxMC4wLCJCb3JkZXJTdHlsZSI6eyIkaWQiOiIyOTYiLCJMaW5lQ29sb3IiOnsiJGlkIjoiMjk3IiwiJHR5cGUiOiJOTFJFLkNvbW1vbi5Eb20uU29saWRDb2xvckJydXNoLCBOTFJFLkNvbW1vbiIsIkNvbG9yIjp7IiRpZCI6IjI5OCIsIkEiOjI1NSwiUiI6MjM0LCJHIjoyMiwiQiI6MzB9fSwiTGluZVdlaWdodCI6MC4wLCJMaW5lVHlwZSI6MCwiUGFyZW50U3R5bGUiOm51bGx9LCJQYXJlbnRTdHlsZSI6bnVsbH0sIlRpdGxlU3R5bGUiOnsiJGlkIjoiMjk5IiwiRm9udFNldHRpbmdzIjp7IiRpZCI6IjMwMCIsIkZvbnRTaXplIjoxMSwiRm9udE5hbWUiOiJCb2VocmluZ2VyIEZvcndhcmQgVGV4dCIsIklzQm9sZCI6ZmFsc2UsIklzSXRhbGljIjpmYWxzZSwiSXNVbmRlcmxpbmVkIjpmYWxzZSwiUGFyZW50U3R5bGUiOm51bGx9LCJBdXRvU2l6ZSI6MCwiRm9yZWdyb3VuZCI6eyIkaWQiOiIzMDEiLCJDb2xvciI6eyIkaWQiOiIzMDI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zAzIiwiVG9wIjowLjAsIkxlZnQiOjAuMCwiUmlnaHQiOjAuMCwiQm90dG9tIjowLjB9LCJQYWRkaW5nIjp7IiRpZCI6IjMwNCIsIlRvcCI6MC4wLCJMZWZ0IjowLjAsIlJpZ2h0IjowLjAsIkJvdHRvbSI6MC4wfSwiQmFja2dyb3VuZCI6eyIkaWQiOiIzMDUiLCJDb2xvciI6eyIkaWQiOiIzMDYiLCJBIjowLCJSIjoyNTUsIkciOjI1NSwiQiI6MjU1fX0sIklzVmlzaWJsZSI6dHJ1ZSwiV2lkdGgiOjAuMCwiSGVpZ2h0IjowLjAsIkJvcmRlclN0eWxlIjpudWxsLCJQYXJlbnRTdHlsZSI6bnVsbH0sIkRhdGVTdHlsZSI6eyIkaWQiOiIzMDciLCJGb250U2V0dGluZ3MiOnsiJGlkIjoiMzA4IiwiRm9udFNpemUiOjEwLCJGb250TmFtZSI6IkNhbGlicmkiLCJJc0JvbGQiOmZhbHNlLCJJc0l0YWxpYyI6ZmFsc2UsIklzVW5kZXJsaW5lZCI6ZmFsc2UsIlBhcmVudFN0eWxlIjpudWxsfSwiQXV0b1NpemUiOjAsIkZvcmVncm91bmQiOnsiJGlkIjoiMzA5IiwiQ29sb3IiOnsiJGlkIjoiMzE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TEiLCJUb3AiOjAuMCwiTGVmdCI6MC4wLCJSaWdodCI6MC4wLCJCb3R0b20iOjAuMH0sIlBhZGRpbmciOnsiJGlkIjoiMzEyIiwiVG9wIjowLjAsIkxlZnQiOjAuMCwiUmlnaHQiOjAuMCwiQm90dG9tIjowLjB9LCJCYWNrZ3JvdW5kIjp7IiRpZCI6IjMxMyIsIkNvbG9yIjp7IiRpZCI6IjMxNCIsIkEiOjAsIlIiOjI1NSwiRyI6MjU1LCJCIjoyNTV9fSwiSXNWaXNpYmxlIjp0cnVlLCJXaWR0aCI6MC4wLCJIZWlnaHQiOjAuMCwiQm9yZGVyU3R5bGUiOm51bGwsIlBhcmVudFN0eWxlIjpudWxsfSwiRGF0ZUZvcm1hdCI6eyIkaWQiOiIzMT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E2IiwiRm9ybWF0IjowLCJJc1Zpc2libGUiOmZhbHNlLCJMYXN0S25vd25WaXNpYmlsaXR5U3RhdGUiOmZhbHNlfSwiSXNWaXNpYmxlIjp0cnVlLCJQYXJlbnRTdHlsZSI6bnVsbCwiX2V4cGxpY2l0bHlTZXQiOnsiJGlkIjoiMzE3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MxOCIsIlNoYXBlIjoxNCwiQ29ubmVjdG9yTWFyZ2luIjp7IiRpZCI6IjMxOSIsIlRvcCI6MC4wLCJMZWZ0IjoyLjAsIlJpZ2h0IjoyLjAsIkJvdHRvbSI6MC4wfSwiQ29ubmVjdG9yU3R5bGUiOnsiJGlkIjoiMzIwIiwiTGluZUNvbG9yIjp7IiRpZCI6IjMyMSIsIiR0eXBlIjoiTkxSRS5Db21tb24uRG9tLlNvbGlkQ29sb3JCcnVzaCwgTkxSRS5Db21tb24iLCJDb2xvciI6eyIkaWQiOiIzMjIiLCJBIjoxMjcsIlIiOjAsIkciOjIyOCwiQiI6MTI0fX0sIkxpbmVXZWlnaHQiOjEuMCwiTGluZVR5cGUiOjAsIlBhcmVudFN0eWxlIjpudWxsfSwiSXNCZWxvd1RpbWViYW5kIjp0cnVlLCJQb3NpdGlvbk9uVGFzayI6MiwiSGlkZURhdGUiOmZhbHNlLCJTaGFwZVNpemUiOjEsIlNwYWNpbmciOjAuMCwiUGFkZGluZyI6eyIkaWQiOiIzMjMiLCJUb3AiOjUuMCwiTGVmdCI6My4wLCJSaWdodCI6MC4wLCJCb3R0b20iOjIuMH0sIlNoYXBlU3R5bGUiOnsiJGlkIjoiMzI0IiwiTWFyZ2luIjp7IiRpZCI6IjMyNSIsIlRvcCI6MC4wLCJMZWZ0IjowLjAsIlJpZ2h0IjowLjAsIkJvdHRvbSI6MC4wfSwiUGFkZGluZyI6eyIkaWQiOiIzMjYiLCJUb3AiOjAuMCwiTGVmdCI6MC4wLCJSaWdodCI6MC4wLCJCb3R0b20iOjAuMH0sIkJhY2tncm91bmQiOnsiJGlkIjoiMzI3IiwiQ29sb3IiOnsiJGlkIjoiMzI4IiwiQSI6MjU1LCJSIjowLCJHIjoyMjgsIkIiOjEyNH19LCJJc1Zpc2libGUiOnRydWUsIldpZHRoIjoxOC4wLCJIZWlnaHQiOjIwLjAsIkJvcmRlclN0eWxlIjp7IiRpZCI6IjMyOSIsIkxpbmVDb2xvciI6eyIkaWQiOiIzMzAiLCIkdHlwZSI6Ik5MUkUuQ29tbW9uLkRvbS5Tb2xpZENvbG9yQnJ1c2gsIE5MUkUuQ29tbW9uIiwiQ29sb3IiOnsiJGlkIjoiMzMxIiwiQSI6MjU1LCJSIjoyMzQsIkciOjIyLCJCIjozMH19LCJMaW5lV2VpZ2h0IjowLjAsIkxpbmVUeXBlIjowLCJQYXJlbnRTdHlsZSI6bnVsbH0sIlBhcmVudFN0eWxlIjpudWxsfSwiVGl0bGVTdHlsZSI6eyIkaWQiOiIzMzIiLCJGb250U2V0dGluZ3MiOnsiJGlkIjoiMzMzIiwiRm9udFNpemUiOjExLCJGb250TmFtZSI6IkJvZWhyaW5nZXIgRm9yd2FyZCBUZXh0IiwiSXNCb2xkIjp0cnVlLCJJc0l0YWxpYyI6ZmFsc2UsIklzVW5kZXJsaW5lZCI6ZmFsc2UsIlBhcmVudFN0eWxlIjpudWxsfSwiQXV0b1NpemUiOjAsIkZvcmVncm91bmQiOnsiJGlkIjoiMzM0IiwiQ29sb3IiOnsiJGlkIjoiMzM1IiwiQSI6MjU1LCJSIjo4LCJHIjo0OSwiQiI6NDJ9fSwiTWF4V2lkdGgiOjIwMC4wLCJNYXhIZWlnaHQiOiJJbmZpbml0eSIsIlNtYXJ0Rm9yZWdyb3VuZElzQWN0aXZlIjpmYWxzZSwiSG9yaXpvbnRhbEFsaWdubWVudCI6MSwiVmVydGljYWxBbGlnbm1lbnQiOjAsIlNtYXJ0Rm9yZWdyb3VuZCI6bnVsbCwiQmFja2dyb3VuZEZpbGxUeXBlIjowLCJNYXJnaW4iOnsiJGlkIjoiMzM2IiwiVG9wIjowLjAsIkxlZnQiOjAuMCwiUmlnaHQiOjAuMCwiQm90dG9tIjowLjB9LCJQYWRkaW5nIjp7IiRpZCI6IjMzNyIsIlRvcCI6MC4wLCJMZWZ0IjowLjAsIlJpZ2h0IjowLjAsIkJvdHRvbSI6MC4wfSwiQmFja2dyb3VuZCI6eyIkaWQiOiIzMzgiLCJDb2xvciI6eyIkaWQiOiIzMzkiLCJBIjowLCJSIjoyNTUsIkciOjI1NSwiQiI6MjU1fX0sIklzVmlzaWJsZSI6dHJ1ZSwiV2lkdGgiOjAuMCwiSGVpZ2h0IjowLjAsIkJvcmRlclN0eWxlIjpudWxsLCJQYXJlbnRTdHlsZSI6bnVsbH0sIkRhdGVTdHlsZSI6eyIkaWQiOiIzNDAiLCJGb250U2V0dGluZ3MiOnsiJGlkIjoiMzQxIiwiRm9udFNpemUiOjEwLCJGb250TmFtZSI6IkJvZWhyaW5nZXIgRm9yd2FyZCBUZXh0IiwiSXNCb2xkIjpmYWxzZSwiSXNJdGFsaWMiOmZhbHNlLCJJc1VuZGVybGluZWQiOmZhbHNlLCJQYXJlbnRTdHlsZSI6bnVsbH0sIkF1dG9TaXplIjowLCJGb3JlZ3JvdW5kIjp7IiRpZCI6IjM0MiIsIkNvbG9yIjp7IiRpZCI6IjM0MyIsIkEiOjI1NSwiUiI6OCwiRyI6NDksIkIiOjQyfX0sIk1heFdpZHRoIjoyMDAuMCwiTWF4SGVpZ2h0IjoiSW5maW5pdHkiLCJTbWFydEZvcmVncm91bmRJc0FjdGl2ZSI6ZmFsc2UsIkhvcml6b250YWxBbGlnbm1lbnQiOjIsIlZlcnRpY2FsQWxpZ25tZW50IjowLCJTbWFydEZvcmVncm91bmQiOm51bGwsIkJhY2tncm91bmRGaWxsVHlwZSI6MCwiTWFyZ2luIjp7IiRpZCI6IjM0NCIsIlRvcCI6MC4wLCJMZWZ0IjowLjAsIlJpZ2h0IjowLjAsIkJvdHRvbSI6MC4wfSwiUGFkZGluZyI6eyIkaWQiOiIzNDUiLCJUb3AiOjAuMCwiTGVmdCI6MC4wLCJSaWdodCI6MC4wLCJCb3R0b20iOjAuMH0sIkJhY2tncm91bmQiOnsiJGlkIjoiMzQ2IiwiQ29sb3IiOnsiJGlkIjoiMzQ3IiwiQSI6MCwiUiI6MjU1LCJHIjoyNTUsIkIiOjI1NX19LCJJc1Zpc2libGUiOmZhbHNlLCJXaWR0aCI6MC4wLCJIZWlnaHQiOjAuMCwiQm9yZGVyU3R5bGUiOm51bGwsIlBhcmVudFN0eWxlIjpudWxsfSwiRGF0ZUZvcm1hdCI6eyIkaWQiOiIzN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Q5IiwiRm9ybWF0IjowLCJJc1Zpc2libGUiOmZhbHNlLCJMYXN0S25vd25WaXNpYmlsaXR5U3RhdGUiOmZhbHNlfSwiSXNWaXNpYmxlIjp0cnVlLCJQYXJlbnRTdHlsZSI6bnVsbH0sIkRlZmF1bHRTd2ltbGFuZU1pbGVzdG9uZVN0eWxlIjp7IiRpZCI6IjM1MCIsIlRpdGxlUG9zaXRpb24iOiJSaWdodCIsIkRhdGVQb3NpdGlvbiI6IkxlZnQiLCJTaGFwZVR5cGUiOjEzLCJTaGFwZVNpemUiOjEsIlNwYWNpbmciOjUsIlNoYXBlU3R5bGUiOnsiJGlkIjoiMzUxIiwiTWFyZ2luIjp7IiRpZCI6IjM1MiIsIlRvcCI6MC4wLCJMZWZ0IjowLjAsIlJpZ2h0IjowLjAsIkJvdHRvbSI6MC4wfSwiUGFkZGluZyI6eyIkaWQiOiIzNTMiLCJUb3AiOjAuMCwiTGVmdCI6MC4wLCJSaWdodCI6MC4wLCJCb3R0b20iOjAuMH0sIkJhY2tncm91bmQiOnsiJGlkIjoiMzU0IiwiQ29sb3IiOnsiJGlkIjoiMzU1IiwiQSI6MjU1LCJSIjoyNDUsIkciOjEzOCwiQiI6MTA0fX0sIklzVmlzaWJsZSI6dHJ1ZSwiV2lkdGgiOjE4LjAsIkhlaWdodCI6MjAuMCwiQm9yZGVyU3R5bGUiOnsiJGlkIjoiMzU2IiwiTGluZUNvbG9yIjp7IiRpZCI6IjM1NyIsIiR0eXBlIjoiTkxSRS5Db21tb24uRG9tLlNvbGlkQ29sb3JCcnVzaCwgTkxSRS5Db21tb24iLCJDb2xvciI6eyIkaWQiOiIzNTgiLCJBIjoyNTUsIlIiOjIzNCwiRyI6MjIsIkIiOjMwfX0sIkxpbmVXZWlnaHQiOjAuMCwiTGluZVR5cGUiOjAsIlBhcmVudFN0eWxlIjpudWxsfSwiUGFyZW50U3R5bGUiOm51bGx9LCJUaXRsZVN0eWxlIjp7IiRpZCI6IjM1OSIsIkZvbnRTZXR0aW5ncyI6eyIkaWQiOiIzNjAiLCJGb250U2l6ZSI6MTEsIkZvbnROYW1lIjoiQm9laHJpbmdlciBGb3J3YXJkIFRleHQiLCJJc0JvbGQiOnRydWUsIklzSXRhbGljIjpmYWxzZSwiSXNVbmRlcmxpbmVkIjpmYWxzZSwiUGFyZW50U3R5bGUiOm51bGx9LCJBdXRvU2l6ZSI6MCwiRm9yZWdyb3VuZCI6eyIkaWQiOiIzNjEiLCJDb2xvciI6eyIkaWQiOiIzNjIiLCJBIjoyNTUsIlIiOjgsIkciOjQ5LCJCIjo0Mn19LCJNYXhXaWR0aCI6MjAwLjAsIk1heEhlaWdodCI6IkluZmluaXR5IiwiU21hcnRGb3JlZ3JvdW5kSXNBY3RpdmUiOmZhbHNlLCJIb3Jpem9udGFsQWxpZ25tZW50IjowLCJWZXJ0aWNhbEFsaWdubWVudCI6MCwiU21hcnRGb3JlZ3JvdW5kIjpudWxsLCJCYWNrZ3JvdW5kRmlsbFR5cGUiOjAsIk1hcmdpbiI6eyIkaWQiOiIzNjMiLCJUb3AiOjAuMCwiTGVmdCI6MC4wLCJSaWdodCI6MC4wLCJCb3R0b20iOjAuMH0sIlBhZGRpbmciOnsiJGlkIjoiMzY0IiwiVG9wIjowLjAsIkxlZnQiOjAuMCwiUmlnaHQiOjAuMCwiQm90dG9tIjowLjB9LCJCYWNrZ3JvdW5kIjp7IiRpZCI6IjM2NSIsIkNvbG9yIjp7IiRpZCI6IjM2NiIsIkEiOjAsIlIiOjI1NSwiRyI6MjU1LCJCIjoyNTV9fSwiSXNWaXNpYmxlIjp0cnVlLCJXaWR0aCI6MC4wLCJIZWlnaHQiOjAuMCwiQm9yZGVyU3R5bGUiOm51bGwsIlBhcmVudFN0eWxlIjpudWxsfSwiRGF0ZVN0eWxlIjp7IiRpZCI6IjM2NyIsIkZvbnRTZXR0aW5ncyI6eyIkaWQiOiIzNjgiLCJGb250U2l6ZSI6MTAsIkZvbnROYW1lIjoiQm9laHJpbmdlciBGb3J3YXJkIFRleHQiLCJJc0JvbGQiOmZhbHNlLCJJc0l0YWxpYyI6ZmFsc2UsIklzVW5kZXJsaW5lZCI6ZmFsc2UsIlBhcmVudFN0eWxlIjpudWxsfSwiQXV0b1NpemUiOjAsIkZvcmVncm91bmQiOnsiJGlkIjoiMzY5IiwiQ29sb3IiOnsiJGlkIjoiMzcwIiwiQSI6MjU1LCJSIjo4LCJHIjo0OSwiQiI6NDJ9fSwiTWF4V2lkdGgiOjIwMC4wLCJNYXhIZWlnaHQiOiJJbmZpbml0eSIsIlNtYXJ0Rm9yZWdyb3VuZElzQWN0aXZlIjpmYWxzZSwiSG9yaXpvbnRhbEFsaWdubWVudCI6MiwiVmVydGljYWxBbGlnbm1lbnQiOjAsIlNtYXJ0Rm9yZWdyb3VuZCI6bnVsbCwiQmFja2dyb3VuZEZpbGxUeXBlIjowLCJNYXJnaW4iOnsiJGlkIjoiMzcxIiwiVG9wIjowLjAsIkxlZnQiOjAuMCwiUmlnaHQiOjAuMCwiQm90dG9tIjowLjB9LCJQYWRkaW5nIjp7IiRpZCI6IjM3MiIsIlRvcCI6MC4wLCJMZWZ0IjowLjAsIlJpZ2h0IjowLjAsIkJvdHRvbSI6MC4wfSwiQmFja2dyb3VuZCI6eyIkaWQiOiIzNzMiLCJDb2xvciI6eyIkaWQiOiIzNzQiLCJBIjowLCJSIjoyNTUsIkciOjI1NSwiQiI6MjU1fX0sIklzVmlzaWJsZSI6ZmFsc2UsIldpZHRoIjowLjAsIkhlaWdodCI6MC4wLCJCb3JkZXJTdHlsZSI6bnVsbCwiUGFyZW50U3R5bGUiOm51bGx9LCJEYXRlRm9ybWF0Ijp7IiRpZCI6IjM3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zYiLCJGb3JtYXQiOjAsIklzVmlzaWJsZSI6ZmFsc2UsIkxhc3RLbm93blZpc2liaWxpdHlTdGF0ZSI6ZmFsc2V9LCJJc1Zpc2libGUiOnRydWUsIlBhcmVudFN0eWxlIjpudWxsfSwiRGVmYXVsdFN3aW1sYW5lQWN0aXZpdHlTdHlsZSI6eyIkaWQiOiIzNzciLCJIZWFkZXJTdHlsZSI6eyIkaWQiOiIzNzgiLCJUZXh0U3R5bGUiOnsiJGlkIjoiMzc5IiwiRm9udFNldHRpbmdzIjp7IiRpZCI6IjM4MCIsIkZvbnRTaXplIjoxMSwiRm9udE5hbWUiOiJDYWxpYnJpIiwiSXNCb2xkIjpmYWxzZSwiSXNJdGFsaWMiOmZhbHNlLCJJc1VuZGVybGluZWQiOmZhbHNlLCJQYXJlbnRTdHlsZSI6bnVsbH0sIkF1dG9TaXplIjoyLCJGb3JlZ3JvdW5kIjp7IiRpZCI6IjM4MSIsIkNvbG9yIjp7IiRpZCI6IjM4MiIsIkEiOjI1NSwiUiI6MCwiRyI6MCwiQiI6MH19LCJNYXhXaWR0aCI6MC4wLCJNYXhIZWlnaHQiOjAuMCwiU21hcnRGb3JlZ3JvdW5kSXNBY3RpdmUiOmZhbHNlLCJIb3Jpem9udGFsQWxpZ25tZW50IjowLCJWZXJ0aWNhbEFsaWdubWVudCI6MCwiU21hcnRGb3JlZ3JvdW5kIjpudWxsLCJCYWNrZ3JvdW5kRmlsbFR5cGUiOjAsIk1hcmdpbiI6eyIkaWQiOiIzODMiLCJUb3AiOjAuMCwiTGVmdCI6MC4wLCJSaWdodCI6MC4wLCJCb3R0b20iOjAuMH0sIlBhZGRpbmciOnsiJGlkIjoiMzg0IiwiVG9wIjowLjAsIkxlZnQiOjAuMCwiUmlnaHQiOjAuMCwiQm90dG9tIjowLjB9LCJCYWNrZ3JvdW5kIjpudWxsLCJJc1Zpc2libGUiOnRydWUsIldpZHRoIjowLjAsIkhlaWdodCI6MC4wLCJCb3JkZXJTdHlsZSI6bnVsbCwiUGFyZW50U3R5bGUiOm51bGx9LCJSZWN0YW5nbGVTdHlsZSI6eyIkaWQiOiIzODUiLCJNYXJnaW4iOnsiJGlkIjoiMzg2IiwiVG9wIjowLjAsIkxlZnQiOjAuMCwiUmlnaHQiOjAuMCwiQm90dG9tIjowLjB9LCJQYWRkaW5nIjp7IiRpZCI6IjM4NyIsIlRvcCI6MC4wLCJMZWZ0IjowLjAsIlJpZ2h0IjowLjAsIkJvdHRvbSI6MC4wfSwiQmFja2dyb3VuZCI6eyIkaWQiOiIzODgiLCJDb2xvciI6eyIkaWQiOiIzODkiLCJBIjo2MywiUiI6OCwiRyI6NDksIkIiOjQyfX0sIklzVmlzaWJsZSI6dHJ1ZSwiV2lkdGgiOjAuMCwiSGVpZ2h0IjowLjAsIkJvcmRlclN0eWxlIjp7IiRpZCI6IjM5MCIsIkxpbmVDb2xvciI6eyIkaWQiOiIzOTEiLCIkdHlwZSI6Ik5MUkUuQ29tbW9uLkRvbS5Tb2xpZENvbG9yQnJ1c2gsIE5MUkUuQ29tbW9uIiwiQ29sb3IiOnsiJGlkIjoiMzkyIiwiQSI6MjU1LCJSIjoyNTUsIkciOjAsIkIiOjB9fSwiTGluZVdlaWdodCI6MC4wLCJMaW5lVHlwZSI6MCwiUGFyZW50U3R5bGUiOm51bGx9LCJQYXJlbnRTdHlsZSI6bnVsbH0sIk1hcmdpbiI6eyIkaWQiOiIzOTMiLCJUb3AiOjAuMCwiTGVmdCI6MC4wLCJSaWdodCI6MC4wLCJCb3R0b20iOjAuMH0sIlBhZGRpbmciOnsiJGlkIjoiMzk0IiwiVG9wIjowLjAsIkxlZnQiOjAuMCwiUmlnaHQiOjAuMCwiQm90dG9tIjowLjB9LCJCYWNrZ3JvdW5kIjpudWxsLCJJc1Zpc2libGUiOnRydWUsIldpZHRoIjowLjAsIkhlaWdodCI6MC4wLCJCb3JkZXJTdHlsZSI6bnVsbCwiUGFyZW50U3R5bGUiOm51bGx9LCJCYWNrZ3JvdW5kU3R5bGUiOnsiJGlkIjoiMzk1IiwiTWFyZ2luIjp7IiRpZCI6IjM5NiIsIlRvcCI6MC4wLCJMZWZ0IjowLjAsIlJpZ2h0IjowLjAsIkJvdHRvbSI6MC4wfSwiUGFkZGluZyI6eyIkaWQiOiIzOTciLCJUb3AiOjAuMCwiTGVmdCI6MC4wLCJSaWdodCI6MC4wLCJCb3R0b20iOjAuMH0sIkJhY2tncm91bmQiOnsiJHJlZiI6IjI1NCJ9LCJJc1Zpc2libGUiOnRydWUsIldpZHRoIjowLjAsIkhlaWdodCI6MC4wLCJCb3JkZXJTdHlsZSI6eyIkaWQiOiIzOTgiLCJMaW5lQ29sb3IiOnsiJGlkIjoiMzk5IiwiJHR5cGUiOiJOTFJFLkNvbW1vbi5Eb20uU29saWRDb2xvckJydXNoLCBOTFJFLkNvbW1vbiIsIkNvbG9yIjp7IiRpZCI6IjQwMCIsIkEiOjI1NSwiUiI6MjM0LCJHIjoyMiwiQiI6MzB9fSwiTGluZVdlaWdodCI6MC4wLCJMaW5lVHlwZSI6MCwiUGFyZW50U3R5bGUiOm51bGx9LCJQYXJlbnRTdHlsZSI6bnVsbH0sIk1hcmdpbiI6eyIkaWQiOiI0MDEiLCJUb3AiOjAuMCwiTGVmdCI6MC4wLCJSaWdodCI6MC4wLCJCb3R0b20iOjAuMH0sIlBhZGRpbmciOnsiJGlkIjoiNDAyIiwiVG9wIjowLjAsIkxlZnQiOjAuMCwiUmlnaHQiOjAuMCwiQm90dG9tIjowLjB9LCJJc1Zpc2libGUiOnRydWUsIldpZHRoIjowLjAsIkhlaWdodCI6MC4wLCJCb3JkZXJTdHlsZSI6bnVsbCwiUGFyZW50U3R5bGUiOm51bGx9LCJNYXJnaW4iOnsiJGlkIjoiNDAzIiwiVG9wIjowLjAsIkxlZnQiOjAuMCwiUmlnaHQiOjAuMCwiQm90dG9tIjowLjB9LCJQYWRkaW5nIjp7IiRpZCI6IjQwNCIsIlRvcCI6MC4wLCJMZWZ0IjowLjAsIlJpZ2h0IjowLjAsIkJvdHRvbSI6MC4wfSwiSXNWaXNpYmxlIjp0cnVlLCJXaWR0aCI6MC4wLCJIZWlnaHQiOjAuMCwiQm9yZGVyU3R5bGUiOnsiJGlkIjoiNDA1IiwiTGluZUNvbG9yIjpudWxsLCJMaW5lV2VpZ2h0IjowLjAsIkxpbmVUeXBlIjowLCJQYXJlbnRTdHlsZSI6bnVsbH0sIlBhcmVudFN0eWxlIjpudWxsfX0seyIkaWQiOiI0MDYiLCJfYWN0aXZpdGllcyI6W3siJGlkIjoiNDA3IiwiX3Jvd3MiOlt7IiRpZCI6IjQwOCIsIl90YXNrcyI6W3siJGlkIjoiNDA5IiwiX2F0dGFjaGVkTWlsZXN0b25lcyI6W3siJGlkIjoiNDEwIiwiRGF0ZSI6IjIwMzAtMDItMDNUMDg6MDA6MDAiLCJTdHlsZSI6eyIkaWQiOiI0MTEiLCJTaGFwZSI6MTQsIkNvbm5lY3Rvck1hcmdpbiI6eyIkcmVmIjoiNzUifSwiQ29ubmVjdG9yU3R5bGUiOnsiJGlkIjoiNDEyIiwiTGluZUNvbG9yIjp7IiRpZCI6IjQxMyIsIiR0eXBlIjoiTkxSRS5Db21tb24uRG9tLlNvbGlkQ29sb3JCcnVzaCwgTkxSRS5Db21tb24iLCJDb2xvciI6eyIkaWQiOiI0MTQiLCJBIjoxMjcsIlIiOjgsIkciOjQ5LCJCIjo0Mn19LCJMaW5lV2VpZ2h0IjoxLjAsIkxpbmVUeXBlIjowLCJQYXJlbnRTdHlsZSI6bnVsbH0sIklzQmVsb3dUaW1lYmFuZCI6dHJ1ZSwiUG9zaXRpb25PblRhc2siOjIsIkhpZGVEYXRlIjpmYWxzZSwiU2hhcGVTaXplIjoxLCJTcGFjaW5nIjowLjAsIlBhZGRpbmciOnsiJHJlZiI6Ijc5In0sIlNoYXBlU3R5bGUiOnsiJGlkIjoiNDE1IiwiTWFyZ2luIjp7IiRyZWYiOiI4MSJ9LCJQYWRkaW5nIjp7IiRyZWYiOiI4MiJ9LCJCYWNrZ3JvdW5kIjp7IiRpZCI6IjQxNiIsIkNvbG9yIjp7IiRpZCI6IjQxNyIsIkEiOjI1NSwiUiI6MCwiRyI6MjI4LCJCIjoxMjR9fSwiSXNWaXNpYmxlIjp0cnVlLCJXaWR0aCI6MTguMCwiSGVpZ2h0IjoyMC4wLCJCb3JkZXJTdHlsZSI6eyIkaWQiOiI0MTgiLCJMaW5lQ29sb3IiOnsiJHJlZiI6Ijg2In0sIkxpbmVXZWlnaHQiOjEuMCwiTGluZVR5cGUiOjAsIlBhcmVudFN0eWxlIjpudWxsfSwiUGFyZW50U3R5bGUiOm51bGx9LCJUaXRsZVN0eWxlIjp7IiRpZCI6IjQxOSIsIkZvbnRTZXR0aW5ncyI6eyIkaWQiOiI0MjAiLCJGb250U2l6ZSI6MTEsIkZvbnROYW1lIjoiQm9laHJpbmdlciBGb3J3YXJkIFRleHQiLCJJc0JvbGQiOnRydWUsIklzSXRhbGljIjpmYWxzZSwiSXNVbmRlcmxpbmVkIjpmYWxzZSwiUGFyZW50U3R5bGUiOm51bGx9LCJBdXRvU2l6ZSI6MCwiRm9yZWdyb3VuZCI6eyIkaWQiOiI0MjEiLCJDb2xvciI6eyIkaWQiOiI0MjIiLCJBIjoyNTUsIlIiOjgsIkciOjQ5LCJCIjo0Mn19LCJNYXhXaWR0aCI6MjAwLjAsIk1heEhlaWdodCI6IkluZmluaXR5IiwiU21hcnRGb3JlZ3JvdW5kSXNBY3RpdmUiOmZhbHNlLCJIb3Jpem9udGFsQWxpZ25tZW50IjoxLCJWZXJ0aWNhbEFsaWdubWVudCI6MCwiU21hcnRGb3JlZ3JvdW5kIjpudWxsLCJCYWNrZ3JvdW5kRmlsbFR5cGUiOjAsIk1hcmdpbiI6eyIkcmVmIjoiOTIifSwiUGFkZGluZyI6eyIkcmVmIjoiOTMifSwiQmFja2dyb3VuZCI6eyIkaWQiOiI0MjMiLCJDb2xvciI6eyIkaWQiOiI0MjQiLCJBIjowLCJSIjoyNTUsIkciOjI1NSwiQiI6MjU1fX0sIklzVmlzaWJsZSI6dHJ1ZSwiV2lkdGgiOjAuMCwiSGVpZ2h0IjowLjAsIkJvcmRlclN0eWxlIjp7IiRpZCI6IjQyNSIsIkxpbmVDb2xvciI6bnVsbCwiTGluZVdlaWdodCI6MC4wLCJMaW5lVHlwZSI6MCwiUGFyZW50U3R5bGUiOm51bGx9LCJQYXJlbnRTdHlsZSI6bnVsbH0sIkRhdGVTdHlsZSI6eyIkaWQiOiI0MjYiLCJGb250U2V0dGluZ3MiOnsiJGlkIjoiNDI3IiwiRm9udFNpemUiOjEwLCJGb250TmFtZSI6IkJvZWhyaW5nZXIgRm9yd2FyZCBUZXh0IiwiSXNCb2xkIjpmYWxzZSwiSXNJdGFsaWMiOmZhbHNlLCJJc1VuZGVybGluZWQiOmZhbHNlLCJQYXJlbnRTdHlsZSI6bnVsbH0sIkF1dG9TaXplIjowLCJGb3JlZ3JvdW5kIjp7IiRpZCI6IjQyOCIsIkNvbG9yIjp7IiRpZCI6IjQyOSIsIkEiOjI1NSwiUiI6OCwiRyI6NDksIkIiOjQyfX0sIk1heFdpZHRoIjoyMDAuMCwiTWF4SGVpZ2h0IjoiSW5maW5pdHkiLCJTbWFydEZvcmVncm91bmRJc0FjdGl2ZSI6ZmFsc2UsIkhvcml6b250YWxBbGlnbm1lbnQiOjIsIlZlcnRpY2FsQWxpZ25tZW50IjowLCJTbWFydEZvcmVncm91bmQiOm51bGwsIkJhY2tncm91bmRGaWxsVHlwZSI6MCwiTWFyZ2luIjp7IiRyZWYiOiIxMDEifSwiUGFkZGluZyI6eyIkcmVmIjoiMTAyIn0sIkJhY2tncm91bmQiOnsiJGlkIjoiNDMwIiwiQ29sb3IiOnsiJGlkIjoiNDMxIiwiQSI6MCwiUiI6MjU1LCJHIjoyNTUsIkIiOjI1NX19LCJJc1Zpc2libGUiOmZhbHNlLCJXaWR0aCI6MC4wLCJIZWlnaHQiOjAuMCwiQm9yZGVyU3R5bGUiOnsiJGlkIjoiNDMyIiwiTGluZUNvbG9yIjpudWxsLCJMaW5lV2VpZ2h0IjowLjAsIkxpbmVUeXBlIjowLCJQYXJlbnRTdHlsZSI6bnVsbH0sIlBhcmVudFN0eWxlIjpudWxsfSwiRGF0ZUZvcm1hdCI6eyIkcmVmIjoiMTA2In0sIldlZWtOdW1iZXJpbmciOnsiJGlkIjoiNDMzIiwiRm9ybWF0IjowLCJJc1Zpc2libGUiOmZhbHNlLCJMYXN0S25vd25WaXNpYmlsaXR5U3RhdGUiOmZhbHNlfSwiSXNWaXNpYmxlIjp0cnVlLCJQYXJlbnRTdHlsZSI6bnVsbH0sIkluZGV4Ijo3LCJQZXJjZW50YWdlQ29tcGxldGUiOm51bGwsIlBvc2l0aW9uIjp7IlJhdGlvIjowLjAsIklzQ3VzdG9tIjpmYWxzZX0sIkRhdGVGb3JtYXQiOnsiJHJlZiI6IjEwNiJ9LCJXZWVrTnVtYmVyaW5nIjp7IiRpZCI6IjQzNCIsIkZvcm1hdCI6MCwiSXNWaXNpYmxlIjpmYWxzZSwiTGFzdEtub3duVmlzaWJpbGl0eVN0YXRlIjpmYWxzZX0sIkJhc2VsaW5lRGF0YSI6eyIkaWQiOiI0MzUiLCJEYXRlIjoiMjAzMC0wMi0wM1QwODowMDowMCJ9LCJSZWxhdGVkVGFza0lkIjoiZTVjYjA0M2MtYmM3ZC00ZWM5LWJmYjktZTIwNTJhNjRlNmQ1IiwiSWQiOiJjZjJiMTY5ZS03MWViLTQ1MDUtYmZjNC04ZjNhNmZjODA0NjQiLCJJbXBvcnRJZCI6bnVsbCwiVGl0bGUiOiJQQSIsIk5vdGUiOm51bGwsIkh5cGVybGluayI6eyIkaWQiOiI0MzYiLCJBZGRyZXNzIjoiIiwiU3ViQWRkcmVzcyI6IiJ9LCJJc0NoYW5nZWQiOmZhbHNlLCJJc05ldyI6ZmFsc2V9XSwiVGFza0RlZmluaXRpb24iOnsiJGlkIjoiNDM3IiwiR3JvdXBOYW1lIjpudWxsLCJTdGFydERhdGUiOiIyMDI3LTA1LTExVDEwOjAwOjAwWiIsIkVuZERhdGUiOiIyMDMwLTA4LTA0VDEwOjAwOjAwIiwiUGVyY2VudGFnZUNvbXBsZXRlIjpudWxsLCJTdHlsZSI6eyIkaWQiOiI0MzgiLCJTaGFwZSI6MywiU2hhcGVUaGlja25lc3MiOjAsIkR1cmF0aW9uRm9ybWF0IjowLCJJbmNsdWRlTm9uV29ya2luZ0RheXNJbkR1cmF0aW9uIjpmYWxzZSwiUGVyY2VudGFnZUNvbXBsZXRlU3R5bGUiOnsiJGlkIjoiNDM5IiwiRm9udFNldHRpbmdzIjp7IiRpZCI6IjQ0M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aWQiOiI0NDEiLCJUb3AiOjAuMCwiTGVmdCI6MC4wLCJSaWdodCI6MC4wLCJCb3R0b20iOjAuMH0sIlBhZGRpbmciOnsiJGlkIjoiNDQyIiwiVG9wIjowLjAsIkxlZnQiOjAuMCwiUmlnaHQiOjAuMCwiQm90dG9tIjowLjB9LCJCYWNrZ3JvdW5kIjp7IiRpZCI6IjQ0MyIsIkNvbG9yIjp7IiRpZCI6IjQ0NCIsIkEiOjg5LCJSIjowLCJHIjowLCJCIjowfX0sIklzVmlzaWJsZSI6dHJ1ZSwiV2lkdGgiOjAuMCwiSGVpZ2h0IjowLjAsIkJvcmRlclN0eWxlIjp7IiRpZCI6IjQ0NSIsIkxpbmVDb2xvciI6bnVsbCwiTGluZVdlaWdodCI6MC4wLCJMaW5lVHlwZSI6MCwiUGFyZW50U3R5bGUiOm51bGx9LCJQYXJlbnRTdHlsZSI6bnVsbH0sIkR1cmF0aW9uU3R5bGUiOnsiJGlkIjoiNDQ2IiwiRm9udFNldHRpbmdzIjp7IiRpZCI6IjQ0NyIsIkZvbnRTaXplIjoxMCwiRm9udE5hbWUiOiJDYWxpYnJpIiwiSXNCb2xkIjpmYWxzZSwiSXNJdGFsaWMiOmZhbHNlLCJJc1VuZGVybGluZWQiOmZhbHNlLCJQYXJlbnRTdHlsZSI6bnVsbH0sIkF1dG9TaXplIjowLCJGb3JlZ3JvdW5kIjp7IiRpZCI6IjQ0OCIsIkNvbG9yIjp7IiRpZCI6IjQ0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Q1MCIsIlRvcCI6MC4wLCJMZWZ0IjowLjAsIlJpZ2h0IjowLjAsIkJvdHRvbSI6MC4wfSwiUGFkZGluZyI6eyIkaWQiOiI0NTEiLCJUb3AiOjAuMCwiTGVmdCI6MC4wLCJSaWdodCI6MC4wLCJCb3R0b20iOjAuMH0sIkJhY2tncm91bmQiOnsiJGlkIjoiNDUyIiwiQ29sb3IiOnsiJGlkIjoiNDUzIiwiQSI6MCwiUiI6MCwiRyI6MCwiQiI6MH19LCJJc1Zpc2libGUiOnRydWUsIldpZHRoIjowLjAsIkhlaWdodCI6MC4wLCJCb3JkZXJTdHlsZSI6eyIkaWQiOiI0NTQiLCJMaW5lQ29sb3IiOm51bGwsIkxpbmVXZWlnaHQiOjAuMCwiTGluZVR5cGUiOjAsIlBhcmVudFN0eWxlIjpudWxsfSwiUGFyZW50U3R5bGUiOm51bGx9LCJIb3Jpem9udGFsQ29ubmVjdG9yU3R5bGUiOnsiJGlkIjoiNDU1IiwiTGluZUNvbG9yIjp7IiRpZCI6IjQ1NiIsIiR0eXBlIjoiTkxSRS5Db21tb24uRG9tLlNvbGlkQ29sb3JCcnVzaCwgTkxSRS5Db21tb24iLCJDb2xvciI6eyIkaWQiOiI0NTciLCJBIjoyNTUsIlIiOjIwNCwiRyI6MjA0LCJCIjoyMDR9fSwiTGluZVdlaWdodCI6MS4wLCJMaW5lVHlwZSI6MCwiUGFyZW50U3R5bGUiOm51bGx9LCJWZXJ0aWNhbENvbm5lY3RvclN0eWxlIjp7IiRpZCI6IjQ1OCIsIkxpbmVDb2xvciI6eyIkaWQiOiI0NTkiLCIkdHlwZSI6Ik5MUkUuQ29tbW9uLkRvbS5Tb2xpZENvbG9yQnJ1c2gsIE5MUkUuQ29tbW9uIiwiQ29sb3IiOnsiJGlkIjoiNDYw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kJhc2VsaW5lU3R5bGUiOnsiJGlkIjoiNDYxIiwiU2hhcGVTdHlsZSI6eyIkaWQiOiI0NjIiLCJNYXJnaW4iOnsiJGlkIjoiNDYzIiwiVG9wIjowLjAsIkxlZnQiOjAuMCwiUmlnaHQiOjAuMCwiQm90dG9tIjowLjB9LCJQYWRkaW5nIjp7IiRpZCI6IjQ2NCIsIlRvcCI6MC4wLCJMZWZ0IjowLjAsIlJpZ2h0IjowLjAsIkJvdHRvbSI6MC4wfSwiQmFja2dyb3VuZCI6eyIkaWQiOiI0NjUiLCJDb2xvciI6eyIkaWQiOiI0NjYiLCJBIjoxNTMsIlIiOjAsIkciOjAsIkIiOjB9fSwiSXNWaXNpYmxlIjp0cnVlLCJXaWR0aCI6MC4wLCJIZWlnaHQiOjAuMCwiQm9yZGVyU3R5bGUiOnsiJGlkIjoiNDY3IiwiTGluZUNvbG9yIjpudWxsLCJMaW5lV2VpZ2h0IjowLjAsIkxpbmVUeXBlIjowLCJQYXJlbnRTdHlsZSI6bnVsbH0sIlBhcmVudFN0eWxlIjpudWxsfSwiTWFyZ2luIjp7IiRpZCI6IjQ2OCIsIlRvcCI6MC4wLCJMZWZ0IjowLjAsIlJpZ2h0IjowLjAsIkJvdHRvbSI6MC4wfSwiUGFkZGluZyI6eyIkaWQiOiI0NjkiLCJUb3AiOjAuMCwiTGVmdCI6MC4wLCJSaWdodCI6MC4wLCJCb3R0b20iOjAuMH0sIkJhY2tncm91bmQiOm51bGwsIklzVmlzaWJsZSI6dHJ1ZSwiV2lkdGgiOjAuMCwiSGVpZ2h0IjowLjAsIkJvcmRlclN0eWxlIjpudWxsLCJQYXJlbnRTdHlsZSI6bnVsbH0sIlNoYXBlU3R5bGUiOnsiJGlkIjoiNDcwIiwiTWFyZ2luIjp7IiRpZCI6IjQ3MSIsIlRvcCI6MC4wLCJMZWZ0Ijo0LjAsIlJpZ2h0Ijo0LjAsIkJvdHRvbSI6MC4wfSwiUGFkZGluZyI6eyIkaWQiOiI0NzIiLCJUb3AiOjAuMCwiTGVmdCI6MC4wLCJSaWdodCI6MC4wLCJCb3R0b20iOjAuMH0sIkJhY2tncm91bmQiOnsiJGlkIjoiNDczIiwiQ29sb3IiOnsiJGlkIjoiNDc0IiwiQSI6MjU1LCJSIjoyNTUsIkciOjIzMCwiQiI6MTAzfX0sIklzVmlzaWJsZSI6dHJ1ZSwiV2lkdGgiOjAuMCwiSGVpZ2h0IjoxMC4wLCJCb3JkZXJTdHlsZSI6eyIkaWQiOiI0NzUiLCJMaW5lQ29sb3IiOnsiJHJlZiI6IjE1MiJ9LCJMaW5lV2VpZ2h0IjoxLjAsIkxpbmVUeXBlIjowLCJQYXJlbnRTdHlsZSI6bnVsbH0sIlBhcmVudFN0eWxlIjpudWxsfSwiVGl0bGVTdHlsZSI6eyIkaWQiOiI0NzYiLCJGb250U2V0dGluZ3MiOnsiJGlkIjoiNDc3IiwiRm9udFNpemUiOjExLCJGb250TmFtZSI6IkJvZWhyaW5nZXIgRm9yd2FyZCBUZXh0IiwiSXNCb2xkIjpmYWxzZSwiSXNJdGFsaWMiOmZhbHNlLCJJc1VuZGVybGluZWQiOmZhbHNlLCJQYXJlbnRTdHlsZSI6bnVsbH0sIkF1dG9TaXplIjowLCJGb3JlZ3JvdW5kIjp7IiRpZCI6IjQ3OCIsIkNvbG9yIjp7IiRpZCI6IjQ3OSIsIkEiOjI1NSwiUiI6MCwiRyI6MCwiQiI6MH19LCJNYXhXaWR0aCI6OTYwLjAsIk1heEhlaWdodCI6IkluZmluaXR5IiwiU21hcnRGb3JlZ3JvdW5kSXNBY3RpdmUiOmZhbHNlLCJIb3Jpem9udGFsQWxpZ25tZW50IjoxLCJWZXJ0aWNhbEFsaWdubWVudCI6MCwiU21hcnRGb3JlZ3JvdW5kIjpudWxsLCJCYWNrZ3JvdW5kRmlsbFR5cGUiOjAsIk1hcmdpbiI6eyIkaWQiOiI0ODAiLCJUb3AiOjAuMCwiTGVmdCI6MC4wLCJSaWdodCI6MC4wLCJCb3R0b20iOjAuMH0sIlBhZGRpbmciOnsiJGlkIjoiNDgxIiwiVG9wIjowLjAsIkxlZnQiOjAuMCwiUmlnaHQiOjAuMCwiQm90dG9tIjowLjB9LCJCYWNrZ3JvdW5kIjp7IiRpZCI6IjQ4MiIsIkNvbG9yIjp7IiRpZCI6IjQ4MyIsIkEiOjAsIlIiOjI1NSwiRyI6MjU1LCJCIjoyNTV9fSwiSXNWaXNpYmxlIjp0cnVlLCJXaWR0aCI6MC4wLCJIZWlnaHQiOjAuMCwiQm9yZGVyU3R5bGUiOnsiJGlkIjoiNDg0IiwiTGluZUNvbG9yIjpudWxsLCJMaW5lV2VpZ2h0IjowLjAsIkxpbmVUeXBlIjowLCJQYXJlbnRTdHlsZSI6bnVsbH0sIlBhcmVudFN0eWxlIjpudWxsfSwiRGF0ZVN0eWxlIjp7IiRpZCI6IjQ4NSIsIkZvbnRTZXR0aW5ncyI6eyIkaWQiOiI0ODYiLCJGb250U2l6ZSI6MTAsIkZvbnROYW1lIjoiQ2FsaWJyaSIsIklzQm9sZCI6ZmFsc2UsIklzSXRhbGljIjpmYWxzZSwiSXNVbmRlcmxpbmVkIjpmYWxzZSwiUGFyZW50U3R5bGUiOm51bGx9LCJBdXRvU2l6ZSI6MCwiRm9yZWdyb3VuZCI6eyIkaWQiOiI0ODciLCJDb2xvciI6eyIkaWQiOiI0OD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4OSIsIlRvcCI6MC4wLCJMZWZ0IjowLjAsIlJpZ2h0IjowLjAsIkJvdHRvbSI6MC4wfSwiUGFkZGluZyI6eyIkaWQiOiI0OTAiLCJUb3AiOjAuMCwiTGVmdCI6MC4wLCJSaWdodCI6MC4wLCJCb3R0b20iOjAuMH0sIkJhY2tncm91bmQiOnsiJGlkIjoiNDkxIiwiQ29sb3IiOnsiJGlkIjoiNDkyIiwiQSI6MCwiUiI6MjU1LCJHIjoyNTUsIkIiOjI1NX19LCJJc1Zpc2libGUiOnRydWUsIldpZHRoIjowLjAsIkhlaWdodCI6MC4wLCJCb3JkZXJTdHlsZSI6eyIkaWQiOiI0OTMiLCJMaW5lQ29sb3IiOm51bGwsIkxpbmVXZWlnaHQiOjAuMCwiTGluZVR5cGUiOjAsIlBhcmVudFN0eWxlIjpudWxsfSwiUGFyZW50U3R5bGUiOm51bGx9LCJEYXRlRm9ybWF0Ijp7IiRyZWYiOiIxNzIifSwiV2Vla051bWJlcmluZyI6eyIkaWQiOiI0OTQiLCJGb3JtYXQiOjAsIklzVmlzaWJsZSI6ZmFsc2UsIkxhc3RLbm93blZpc2liaWxpdHlTdGF0ZSI6ZmFsc2V9LCJJc1Zpc2libGUiOnRydWUsIlBhcmVudFN0eWxlIjpudWxsfSwiSW5kZXgiOjIsIlNtYXJ0RHVyYXRpb25BY3RpdmF0ZWQiOmZhbHNlLCJEYXRlRm9ybWF0Ijp7IiRyZWYiOiIxNzIifSwiV2Vla051bWJlcmluZyI6eyIkaWQiOiI0OTUiLCJGb3JtYXQiOjAsIklzVmlzaWJsZSI6ZmFsc2UsIkxhc3RLbm93blZpc2liaWxpdHlTdGF0ZSI6ZmFsc2V9LCJCYXNlbGluZURhdGEiOnsiJGlkIjoiNDk2IiwiU3RhcnREYXRlIjoiMjAyNy0wNS0xMVQxMDowMDowMFoiLCJFbmREYXRlIjoiMjAzMC0wOC0wNFQxMDowMDowMCJ9LCJJZCI6ImU1Y2IwNDNjLWJjN2QtNGVjOS1iZmI5LWUyMDUyYTY0ZTZkNSIsIkltcG9ydElkIjpudWxsLCJUaXRsZSI6IjMvNEwrIG1CQyBIRVIyKyBQaCBJSUkiLCJOb3RlIjpudWxsLCJIeXBlcmxpbmsiOnsiJGlkIjoiNDk3IiwiQWRkcmVzcyI6bnVsbCwiU3ViQWRkcmVzcyI6bnVsbH0sIklzQ2hhbmdlZCI6ZmFsc2UsIklzTmV3IjpmYWxzZX19XSwiX21pbGVzdG9uZXMiOlt7IiRpZCI6IjQ5OCIsIklkIjoiZjBlMjQwYTctNmY5ZC00ZjI4LThlYWItYjA3MzAyODQ1MjJkIiwiSW5kZXgiOjAsIkdyb3VwSWQiOm51bGwsIlRpdGxlIjoiUm9GRCIsIkRhdGVUaW1lIjoiMjAyNi0wOS0xNlQwODowMDowMCIsIlBlcmNlbnRhZ2VDb21wbGV0ZSI6bnVsbCwiTm90ZSI6bnVsbCwiU3R5bGUiOnsiJGlkIjoiNDk5IiwiVGl0bGVQb3NpdGlvbiI6IkxlZnQiLCJEYXRlUG9zaXRpb24iOiJMZWZ0IiwiU2hhcGVUeXBlIjoxNCwiU2hhcGVTaXplIjoxLCJTcGFjaW5nIjo1LCJTaGFwZVN0eWxlIjp7IiRpZCI6IjUwMCIsIk1hcmdpbiI6eyIkcmVmIjoiMTgwIn0sIlBhZGRpbmciOnsiJHJlZiI6IjE4MSJ9LCJCYWNrZ3JvdW5kIjp7IiRpZCI6IjUwMSIsIkNvbG9yIjp7IiRpZCI6IjUwMiIsIkEiOjI1NSwiUiI6MCwiRyI6MjI4LCJCIjoxMjR9fSwiSXNWaXNpYmxlIjp0cnVlLCJXaWR0aCI6MTguMCwiSGVpZ2h0IjoyMC4wLCJCb3JkZXJTdHlsZSI6eyIkaWQiOiI1MDMiLCJMaW5lQ29sb3IiOnsiJHJlZiI6Ijg2In0sIkxpbmVXZWlnaHQiOjEuMCwiTGluZVR5cGUiOjAsIlBhcmVudFN0eWxlIjpudWxsfSwiUGFyZW50U3R5bGUiOm51bGx9LCJUaXRsZVN0eWxlIjp7IiRpZCI6IjUwNCIsIkZvbnRTZXR0aW5ncyI6eyIkaWQiOiI1MDUiLCJGb250U2l6ZSI6MTEsIkZvbnROYW1lIjoiQm9laHJpbmdlciBGb3J3YXJkIFRleHQiLCJJc0JvbGQiOnRydWUsIklzSXRhbGljIjpmYWxzZSwiSXNVbmRlcmxpbmVkIjpmYWxzZSwiUGFyZW50U3R5bGUiOm51bGx9LCJBdXRvU2l6ZSI6MCwiRm9yZWdyb3VuZCI6eyIkaWQiOiI1MDYiLCJDb2xvciI6eyIkaWQiOiI1MDciLCJBIjoyNTUsIlIiOjgsIkciOjQ5LCJCIjo0Mn19LCJNYXhXaWR0aCI6MjAwLjAsIk1heEhlaWdodCI6IkluZmluaXR5IiwiU21hcnRGb3JlZ3JvdW5kSXNBY3RpdmUiOmZhbHNlLCJIb3Jpem9udGFsQWxpZ25tZW50IjoyLCJWZXJ0aWNhbEFsaWdubWVudCI6MCwiU21hcnRGb3JlZ3JvdW5kIjpudWxsLCJCYWNrZ3JvdW5kRmlsbFR5cGUiOjAsIk1hcmdpbiI6eyIkcmVmIjoiMTkxIn0sIlBhZGRpbmciOnsiJHJlZiI6IjE5MiJ9LCJCYWNrZ3JvdW5kIjp7IiRpZCI6IjUwOCIsIkNvbG9yIjp7IiRpZCI6IjUwOSIsIkEiOjAsIlIiOjI1NSwiRyI6MjU1LCJCIjoyNTV9fSwiSXNWaXNpYmxlIjp0cnVlLCJXaWR0aCI6MC4wLCJIZWlnaHQiOjAuMCwiQm9yZGVyU3R5bGUiOm51bGwsIlBhcmVudFN0eWxlIjpudWxsfSwiRGF0ZVN0eWxlIjp7IiRpZCI6IjUxMCIsIkZvbnRTZXR0aW5ncyI6eyIkaWQiOiI1MTEiLCJGb250U2l6ZSI6MTAsIkZvbnROYW1lIjoiQm9laHJpbmdlciBGb3J3YXJkIFRleHQiLCJJc0JvbGQiOmZhbHNlLCJJc0l0YWxpYyI6ZmFsc2UsIklzVW5kZXJsaW5lZCI6ZmFsc2UsIlBhcmVudFN0eWxlIjpudWxsfSwiQXV0b1NpemUiOjAsIkZvcmVncm91bmQiOnsiJGlkIjoiNTEyIiwiQ29sb3IiOnsiJGlkIjoiNTEzIiwiQSI6MjU1LCJSIjo4LCJHIjo0OSwiQiI6NDJ9fSwiTWF4V2lkdGgiOjIwMC4wLCJNYXhIZWlnaHQiOiJJbmZpbml0eSIsIlNtYXJ0Rm9yZWdyb3VuZElzQWN0aXZlIjpmYWxzZSwiSG9yaXpvbnRhbEFsaWdubWVudCI6MiwiVmVydGljYWxBbGlnbm1lbnQiOjAsIlNtYXJ0Rm9yZWdyb3VuZCI6bnVsbCwiQmFja2dyb3VuZEZpbGxUeXBlIjowLCJNYXJnaW4iOnsiJHJlZiI6IjE5OSJ9LCJQYWRkaW5nIjp7IiRyZWYiOiIyMDAifSwiQmFja2dyb3VuZCI6eyIkaWQiOiI1MTQiLCJDb2xvciI6eyIkaWQiOiI1MTUiLCJBIjowLCJSIjoyNTUsIkciOjI1NSwiQiI6MjU1fX0sIklzVmlzaWJsZSI6ZmFsc2UsIldpZHRoIjowLjAsIkhlaWdodCI6MC4wLCJCb3JkZXJTdHlsZSI6bnVsbCwiUGFyZW50U3R5bGUiOm51bGx9LCJEYXRlRm9ybWF0Ijp7IiRyZWYiOiIxMDYifSwiV2Vla051bWJlcmluZyI6eyIkaWQiOiI1MTYiLCJGb3JtYXQiOjAsIklzVmlzaWJsZSI6ZmFsc2UsIkxhc3RLbm93blZpc2liaWxpdHlTdGF0ZSI6ZmFsc2V9LCJJc1Zpc2libGUiOnRydWUsIlBhcmVudFN0eWxlIjpudWxsfSwiSHlwZXJsaW5rIjpudWxsLCJCYXNlbGluZURhdGEiOnsiJGlkIjoiNTE3IiwiRGF0ZSI6IjIwMjYtMDktMTZUMDg6MDA6MDAifSwiSW1wb3J0SWQiOm51bGx9LHsiJGlkIjoiNTE4IiwiSWQiOiJiMTU0YTM4MC0zZWYxLTQyYWMtYmFiOS0zZjExMjkxMjM0ZGUiLCJJbmRleCI6MSwiR3JvdXBJZCI6bnVsbCwiVGl0bGUiOiJGQSBVUyIsIkRhdGVUaW1lIjoiMjAzMC0xMC0wNVQwODowMDowMCIsIlBlcmNlbnRhZ2VDb21wbGV0ZSI6bnVsbCwiTm90ZSI6bnVsbCwiU3R5bGUiOnsiJGlkIjoiNTE5IiwiVGl0bGVQb3NpdGlvbiI6IlJpZ2h0IiwiRGF0ZVBvc2l0aW9uIjoiTGVmdCIsIlNoYXBlVHlwZSI6MTMsIlNoYXBlU2l6ZSI6MSwiU3BhY2luZyI6NSwiU2hhcGVTdHlsZSI6eyIkaWQiOiI1MjAiLCJNYXJnaW4iOnsiJHJlZiI6IjE4MCJ9LCJQYWRkaW5nIjp7IiRyZWYiOiIxODEifSwiQmFja2dyb3VuZCI6eyIkaWQiOiI1MjEiLCJDb2xvciI6eyIkaWQiOiI1MjIiLCJBIjoyNTUsIlIiOjI0NSwiRyI6MTM4LCJCIjoxMDR9fSwiSXNWaXNpYmxlIjp0cnVlLCJXaWR0aCI6MTguMCwiSGVpZ2h0IjoyMC4wLCJCb3JkZXJTdHlsZSI6eyIkaWQiOiI1MjMiLCJMaW5lQ29sb3IiOnsiJHJlZiI6IjE4NSJ9LCJMaW5lV2VpZ2h0IjowLjAsIkxpbmVUeXBlIjowLCJQYXJlbnRTdHlsZSI6bnVsbH0sIlBhcmVudFN0eWxlIjpudWxsfSwiVGl0bGVTdHlsZSI6eyIkaWQiOiI1MjQiLCJGb250U2V0dGluZ3MiOnsiJGlkIjoiNTI1IiwiRm9udFNpemUiOjExLCJGb250TmFtZSI6IkJvZWhyaW5nZXIgRm9yd2FyZCBUZXh0IiwiSXNCb2xkIjp0cnVlLCJJc0l0YWxpYyI6ZmFsc2UsIklzVW5kZXJsaW5lZCI6ZmFsc2UsIlBhcmVudFN0eWxlIjpudWxsfSwiQXV0b1NpemUiOjAsIkZvcmVncm91bmQiOnsiJGlkIjoiNTI2IiwiQ29sb3IiOnsiJGlkIjoiNTI3IiwiQSI6MjU1LCJSIjo4LCJHIjo0OSwiQiI6NDJ9fSwiTWF4V2lkdGgiOjIwMC4wLCJNYXhIZWlnaHQiOiJJbmZpbml0eSIsIlNtYXJ0Rm9yZWdyb3VuZElzQWN0aXZlIjpmYWxzZSwiSG9yaXpvbnRhbEFsaWdubWVudCI6MCwiVmVydGljYWxBbGlnbm1lbnQiOjAsIlNtYXJ0Rm9yZWdyb3VuZCI6bnVsbCwiQmFja2dyb3VuZEZpbGxUeXBlIjowLCJNYXJnaW4iOnsiJHJlZiI6IjE5MSJ9LCJQYWRkaW5nIjp7IiRyZWYiOiIxOTIifSwiQmFja2dyb3VuZCI6eyIkaWQiOiI1MjgiLCJDb2xvciI6eyIkaWQiOiI1MjkiLCJBIjowLCJSIjoyNTUsIkciOjI1NSwiQiI6MjU1fX0sIklzVmlzaWJsZSI6dHJ1ZSwiV2lkdGgiOjAuMCwiSGVpZ2h0IjowLjAsIkJvcmRlclN0eWxlIjpudWxsLCJQYXJlbnRTdHlsZSI6bnVsbH0sIkRhdGVTdHlsZSI6eyIkaWQiOiI1MzAiLCJGb250U2V0dGluZ3MiOnsiJGlkIjoiNTMxIiwiRm9udFNpemUiOjEwLCJGb250TmFtZSI6IkJvZWhyaW5nZXIgRm9yd2FyZCBUZXh0IiwiSXNCb2xkIjpmYWxzZSwiSXNJdGFsaWMiOmZhbHNlLCJJc1VuZGVybGluZWQiOmZhbHNlLCJQYXJlbnRTdHlsZSI6bnVsbH0sIkF1dG9TaXplIjowLCJGb3JlZ3JvdW5kIjp7IiRpZCI6IjUzMiIsIkNvbG9yIjp7IiRpZCI6IjUzMyIsIkEiOjI1NSwiUiI6OCwiRyI6NDksIkIiOjQyfX0sIk1heFdpZHRoIjoyMDAuMCwiTWF4SGVpZ2h0IjoiSW5maW5pdHkiLCJTbWFydEZvcmVncm91bmRJc0FjdGl2ZSI6ZmFsc2UsIkhvcml6b250YWxBbGlnbm1lbnQiOjIsIlZlcnRpY2FsQWxpZ25tZW50IjowLCJTbWFydEZvcmVncm91bmQiOm51bGwsIkJhY2tncm91bmRGaWxsVHlwZSI6MCwiTWFyZ2luIjp7IiRyZWYiOiIxOTkifSwiUGFkZGluZyI6eyIkcmVmIjoiMjAwIn0sIkJhY2tncm91bmQiOnsiJGlkIjoiNTM0IiwiQ29sb3IiOnsiJGlkIjoiNTM1IiwiQSI6MCwiUiI6MjU1LCJHIjoyNTUsIkIiOjI1NX19LCJJc1Zpc2libGUiOmZhbHNlLCJXaWR0aCI6MC4wLCJIZWlnaHQiOjAuMCwiQm9yZGVyU3R5bGUiOm51bGwsIlBhcmVudFN0eWxlIjpudWxsfSwiRGF0ZUZvcm1hdCI6eyIkcmVmIjoiMTA2In0sIldlZWtOdW1iZXJpbmciOnsiJGlkIjoiNTM2IiwiRm9ybWF0IjowLCJJc1Zpc2libGUiOmZhbHNlLCJMYXN0S25vd25WaXNpYmlsaXR5U3RhdGUiOmZhbHNlfSwiSXNWaXNpYmxlIjp0cnVlLCJQYXJlbnRTdHlsZSI6bnVsbH0sIkh5cGVybGluayI6bnVsbCwiQmFzZWxpbmVEYXRhIjp7IiRpZCI6IjUzNyIsIkRhdGUiOiIyMDMwLTEwLTA1VDA4OjAwOjAwIn0sIkltcG9ydElkIjpudWxsfV0sIklkIjoiYjZiYmVhYjAtMjdkMy00M2EwLWFiMjctMjUwM2MyM2E0MTA1IiwiSXNTaW5nbGVJdGVtUm93IjpmYWxzZX0seyIkaWQiOiI1MzgiLCJfdGFza3MiOlt7IiRpZCI6IjUzOSIsIl9hdHRhY2hlZE1pbGVzdG9uZXMiOlt7IiRpZCI6IjU0MCIsIkRhdGUiOiIyMDMyLTAyLTA5VDA4OjAwOjAwIiwiU3R5bGUiOnsiJGlkIjoiNTQxIiwiU2hhcGUiOjE0LCJDb25uZWN0b3JNYXJnaW4iOnsiJHJlZiI6Ijc1In0sIkNvbm5lY3RvclN0eWxlIjp7IiRpZCI6IjU0MiIsIkxpbmVDb2xvciI6eyIkaWQiOiI1NDMiLCIkdHlwZSI6Ik5MUkUuQ29tbW9uLkRvbS5Tb2xpZENvbG9yQnJ1c2gsIE5MUkUuQ29tbW9uIiwiQ29sb3IiOnsiJGlkIjoiNTQ0IiwiQSI6MTI3LCJSIjo4LCJHIjo0OSwiQiI6NDJ9fSwiTGluZVdlaWdodCI6MS4wLCJMaW5lVHlwZSI6MCwiUGFyZW50U3R5bGUiOm51bGx9LCJJc0JlbG93VGltZWJhbmQiOnRydWUsIlBvc2l0aW9uT25UYXNrIjoyLCJIaWRlRGF0ZSI6ZmFsc2UsIlNoYXBlU2l6ZSI6MSwiU3BhY2luZyI6MC4wLCJQYWRkaW5nIjp7IiRyZWYiOiI3OSJ9LCJTaGFwZVN0eWxlIjp7IiRpZCI6IjU0NSIsIk1hcmdpbiI6eyIkcmVmIjoiODEifSwiUGFkZGluZyI6eyIkcmVmIjoiODIifSwiQmFja2dyb3VuZCI6eyIkaWQiOiI1NDYiLCJDb2xvciI6eyIkaWQiOiI1NDciLCJBIjoyNTUsIlIiOjAsIkciOjIyOCwiQiI6MTI0fX0sIklzVmlzaWJsZSI6dHJ1ZSwiV2lkdGgiOjE4LjAsIkhlaWdodCI6MjAuMCwiQm9yZGVyU3R5bGUiOnsiJGlkIjoiNTQ4IiwiTGluZUNvbG9yIjp7IiRpZCI6IjU0OSIsIiR0eXBlIjoiTkxSRS5Db21tb24uRG9tLlNvbGlkQ29sb3JCcnVzaCwgTkxSRS5Db21tb24iLCJDb2xvciI6eyIkaWQiOiI1NTAiLCJBIjoyNTUsIlIiOjgsIkciOjQ5LCJCIjo0Mn19LCJMaW5lV2VpZ2h0IjoxLjAsIkxpbmVUeXBlIjowLCJQYXJlbnRTdHlsZSI6bnVsbH0sIlBhcmVudFN0eWxlIjpudWxsfSwiVGl0bGVTdHlsZSI6eyIkaWQiOiI1NTEiLCJGb250U2V0dGluZ3MiOnsiJGlkIjoiNTUyIiwiRm9udFNpemUiOjExLCJGb250TmFtZSI6IkJvZWhyaW5nZXIgRm9yd2FyZCBUZXh0IiwiSXNCb2xkIjp0cnVlLCJJc0l0YWxpYyI6ZmFsc2UsIklzVW5kZXJsaW5lZCI6ZmFsc2UsIlBhcmVudFN0eWxlIjpudWxsfSwiQXV0b1NpemUiOjAsIkZvcmVncm91bmQiOnsiJGlkIjoiNTUzIiwiQ29sb3IiOnsiJGlkIjoiNTU0IiwiQSI6MjU1LCJSIjo4LCJHIjo0OSwiQiI6NDJ9fSwiTWF4V2lkdGgiOjIwMC4wLCJNYXhIZWlnaHQiOiJJbmZpbml0eSIsIlNtYXJ0Rm9yZWdyb3VuZElzQWN0aXZlIjpmYWxzZSwiSG9yaXpvbnRhbEFsaWdubWVudCI6MSwiVmVydGljYWxBbGlnbm1lbnQiOjAsIlNtYXJ0Rm9yZWdyb3VuZCI6bnVsbCwiQmFja2dyb3VuZEZpbGxUeXBlIjowLCJNYXJnaW4iOnsiJHJlZiI6IjkyIn0sIlBhZGRpbmciOnsiJHJlZiI6IjkzIn0sIkJhY2tncm91bmQiOnsiJGlkIjoiNTU1IiwiQ29sb3IiOnsiJGlkIjoiNTU2IiwiQSI6MCwiUiI6MjU1LCJHIjoyNTUsIkIiOjI1NX19LCJJc1Zpc2libGUiOnRydWUsIldpZHRoIjowLjAsIkhlaWdodCI6MC4wLCJCb3JkZXJTdHlsZSI6eyIkaWQiOiI1NTciLCJMaW5lQ29sb3IiOm51bGwsIkxpbmVXZWlnaHQiOjAuMCwiTGluZVR5cGUiOjAsIlBhcmVudFN0eWxlIjpudWxsfSwiUGFyZW50U3R5bGUiOm51bGx9LCJEYXRlU3R5bGUiOnsiJGlkIjoiNTU4IiwiRm9udFNldHRpbmdzIjp7IiRpZCI6IjU1OSIsIkZvbnRTaXplIjoxMCwiRm9udE5hbWUiOiJCb2VocmluZ2VyIEZvcndhcmQgVGV4dCIsIklzQm9sZCI6ZmFsc2UsIklzSXRhbGljIjpmYWxzZSwiSXNVbmRlcmxpbmVkIjpmYWxzZSwiUGFyZW50U3R5bGUiOm51bGx9LCJBdXRvU2l6ZSI6MCwiRm9yZWdyb3VuZCI6eyIkaWQiOiI1NjAiLCJDb2xvciI6eyIkaWQiOiI1NjEiLCJBIjoyNTUsIlIiOjgsIkciOjQ5LCJCIjo0Mn19LCJNYXhXaWR0aCI6MjAwLjAsIk1heEhlaWdodCI6IkluZmluaXR5IiwiU21hcnRGb3JlZ3JvdW5kSXNBY3RpdmUiOmZhbHNlLCJIb3Jpem9udGFsQWxpZ25tZW50IjoyLCJWZXJ0aWNhbEFsaWdubWVudCI6MCwiU21hcnRGb3JlZ3JvdW5kIjpudWxsLCJCYWNrZ3JvdW5kRmlsbFR5cGUiOjAsIk1hcmdpbiI6eyIkcmVmIjoiMTAxIn0sIlBhZGRpbmciOnsiJHJlZiI6IjEwMiJ9LCJCYWNrZ3JvdW5kIjp7IiRpZCI6IjU2MiIsIkNvbG9yIjp7IiRpZCI6IjU2MyIsIkEiOjAsIlIiOjI1NSwiRyI6MjU1LCJCIjoyNTV9fSwiSXNWaXNpYmxlIjpmYWxzZSwiV2lkdGgiOjAuMCwiSGVpZ2h0IjowLjAsIkJvcmRlclN0eWxlIjp7IiRpZCI6IjU2NCIsIkxpbmVDb2xvciI6bnVsbCwiTGluZVdlaWdodCI6MC4wLCJMaW5lVHlwZSI6MCwiUGFyZW50U3R5bGUiOm51bGx9LCJQYXJlbnRTdHlsZSI6bnVsbH0sIkRhdGVGb3JtYXQiOnsiJHJlZiI6IjEwNiJ9LCJXZWVrTnVtYmVyaW5nIjp7IiRpZCI6IjU2NSIsIkZvcm1hdCI6MCwiSXNWaXNpYmxlIjpmYWxzZSwiTGFzdEtub3duVmlzaWJpbGl0eVN0YXRlIjpmYWxzZX0sIklzVmlzaWJsZSI6dHJ1ZSwiUGFyZW50U3R5bGUiOm51bGx9LCJJbmRleCI6MTEsIlBlcmNlbnRhZ2VDb21wbGV0ZSI6bnVsbCwiUG9zaXRpb24iOnsiUmF0aW8iOjAuMCwiSXNDdXN0b20iOmZhbHNlfSwiRGF0ZUZvcm1hdCI6eyIkcmVmIjoiMTA2In0sIldlZWtOdW1iZXJpbmciOnsiJGlkIjoiNTY2IiwiRm9ybWF0IjowLCJJc1Zpc2libGUiOmZhbHNlLCJMYXN0S25vd25WaXNpYmlsaXR5U3RhdGUiOmZhbHNlfSwiQmFzZWxpbmVEYXRhIjp7IiRpZCI6IjU2NyIsIkRhdGUiOiIyMDMyLTAyLTA5VDA4OjAwOjAwIn0sIlJlbGF0ZWRUYXNrSWQiOiI0OTM1YzVmYy01ZGUyLTQyYmMtOWUzOC01OTc4MmU5NGE4ZTciLCJJZCI6IjdkYTY0MmE3LWY3ZjYtNGUxNC05NjQ3LWM2MmEwOTY2YzNjMCIsIkltcG9ydElkIjpudWxsLCJUaXRsZSI6IlBBIiwiTm90ZSI6bnVsbCwiSHlwZXJsaW5rIjp7IiRpZCI6IjU2OCIsIkFkZHJlc3MiOiIiLCJTdWJBZGRyZXNzIjoiIn0sIklzQ2hhbmdlZCI6ZmFsc2UsIklzTmV3IjpmYWxzZX1dLCJUYXNrRGVmaW5pdGlvbiI6eyIkaWQiOiI1NjkiLCJHcm91cE5hbWUiOm51bGwsIlN0YXJ0RGF0ZSI6IjIwMjgtMDYtMjRUMTA6MDA6MDAiLCJFbmREYXRlIjoiMjAzMi0wNy0yMVQxMDowMDowMCIsIlBlcmNlbnRhZ2VDb21wbGV0ZSI6bnVsbCwiU3R5bGUiOnsiJGlkIjoiNTcwIiwiU2hhcGUiOjMsIlNoYXBlVGhpY2tuZXNzIjowLCJEdXJhdGlvbkZvcm1hdCI6MCwiSW5jbHVkZU5vbldvcmtpbmdEYXlzSW5EdXJhdGlvbiI6ZmFsc2UsIlBlcmNlbnRhZ2VDb21wbGV0ZVN0eWxlIjp7IiRpZCI6IjU3MSIsIkZvbnRTZXR0aW5ncyI6eyIkaWQiOiI1NzI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GlkIjoiNTczIiwiVG9wIjowLjAsIkxlZnQiOjAuMCwiUmlnaHQiOjAuMCwiQm90dG9tIjowLjB9LCJQYWRkaW5nIjp7IiRpZCI6IjU3NCIsIlRvcCI6MC4wLCJMZWZ0IjowLjAsIlJpZ2h0IjowLjAsIkJvdHRvbSI6MC4wfSwiQmFja2dyb3VuZCI6eyIkaWQiOiI1NzUiLCJDb2xvciI6eyIkaWQiOiI1NzYiLCJBIjo4OSwiUiI6MCwiRyI6MCwiQiI6MH19LCJJc1Zpc2libGUiOnRydWUsIldpZHRoIjowLjAsIkhlaWdodCI6MC4wLCJCb3JkZXJTdHlsZSI6eyIkaWQiOiI1NzciLCJMaW5lQ29sb3IiOm51bGwsIkxpbmVXZWlnaHQiOjAuMCwiTGluZVR5cGUiOjAsIlBhcmVudFN0eWxlIjpudWxsfSwiUGFyZW50U3R5bGUiOm51bGx9LCJEdXJhdGlvblN0eWxlIjp7IiRpZCI6IjU3OCIsIkZvbnRTZXR0aW5ncyI6eyIkaWQiOiI1NzkiLCJGb250U2l6ZSI6MTAsIkZvbnROYW1lIjoiQ2FsaWJyaSIsIklzQm9sZCI6ZmFsc2UsIklzSXRhbGljIjpmYWxzZSwiSXNVbmRlcmxpbmVkIjpmYWxzZSwiUGFyZW50U3R5bGUiOm51bGx9LCJBdXRvU2l6ZSI6MCwiRm9yZWdyb3VuZCI6eyIkaWQiOiI1ODAiLCJDb2xvciI6eyIkaWQiOiI1OD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1ODIiLCJUb3AiOjAuMCwiTGVmdCI6MC4wLCJSaWdodCI6MC4wLCJCb3R0b20iOjAuMH0sIlBhZGRpbmciOnsiJGlkIjoiNTgzIiwiVG9wIjowLjAsIkxlZnQiOjAuMCwiUmlnaHQiOjAuMCwiQm90dG9tIjowLjB9LCJCYWNrZ3JvdW5kIjp7IiRpZCI6IjU4NCIsIkNvbG9yIjp7IiRpZCI6IjU4NSIsIkEiOjAsIlIiOjAsIkciOjAsIkIiOjB9fSwiSXNWaXNpYmxlIjp0cnVlLCJXaWR0aCI6MC4wLCJIZWlnaHQiOjAuMCwiQm9yZGVyU3R5bGUiOnsiJGlkIjoiNTg2IiwiTGluZUNvbG9yIjpudWxsLCJMaW5lV2VpZ2h0IjowLjAsIkxpbmVUeXBlIjowLCJQYXJlbnRTdHlsZSI6bnVsbH0sIlBhcmVudFN0eWxlIjpudWxsfSwiSG9yaXpvbnRhbENvbm5lY3RvclN0eWxlIjp7IiRpZCI6IjU4NyIsIkxpbmVDb2xvciI6eyIkaWQiOiI1ODgiLCIkdHlwZSI6Ik5MUkUuQ29tbW9uLkRvbS5Tb2xpZENvbG9yQnJ1c2gsIE5MUkUuQ29tbW9uIiwiQ29sb3IiOnsiJGlkIjoiNTg5IiwiQSI6MjU1LCJSIjoyMDQsIkciOjIwNCwiQiI6MjA0fX0sIkxpbmVXZWlnaHQiOjEuMCwiTGluZVR5cGUiOjAsIlBhcmVudFN0eWxlIjpudWxsfSwiVmVydGljYWxDb25uZWN0b3JTdHlsZSI6eyIkaWQiOiI1OTAiLCJMaW5lQ29sb3IiOnsiJGlkIjoiNTkxIiwiJHR5cGUiOiJOTFJFLkNvbW1vbi5Eb20uU29saWRDb2xvckJydXNoLCBOTFJFLkNvbW1vbiIsIkNvbG9yIjp7IiRpZCI6IjU5Mi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CYXNlbGluZVN0eWxlIjp7IiRpZCI6IjU5MyIsIlNoYXBlU3R5bGUiOnsiJGlkIjoiNTk0IiwiTWFyZ2luIjp7IiRpZCI6IjU5NSIsIlRvcCI6MC4wLCJMZWZ0IjowLjAsIlJpZ2h0IjowLjAsIkJvdHRvbSI6MC4wfSwiUGFkZGluZyI6eyIkaWQiOiI1OTYiLCJUb3AiOjAuMCwiTGVmdCI6MC4wLCJSaWdodCI6MC4wLCJCb3R0b20iOjAuMH0sIkJhY2tncm91bmQiOnsiJGlkIjoiNTk3IiwiQ29sb3IiOnsiJGlkIjoiNTk4IiwiQSI6MTUzLCJSIjowLCJHIjowLCJCIjowfX0sIklzVmlzaWJsZSI6dHJ1ZSwiV2lkdGgiOjAuMCwiSGVpZ2h0IjowLjAsIkJvcmRlclN0eWxlIjp7IiRpZCI6IjU5OSIsIkxpbmVDb2xvciI6bnVsbCwiTGluZVdlaWdodCI6MC4wLCJMaW5lVHlwZSI6MCwiUGFyZW50U3R5bGUiOm51bGx9LCJQYXJlbnRTdHlsZSI6bnVsbH0sIk1hcmdpbiI6eyIkaWQiOiI2MDAiLCJUb3AiOjAuMCwiTGVmdCI6MC4wLCJSaWdodCI6MC4wLCJCb3R0b20iOjAuMH0sIlBhZGRpbmciOnsiJGlkIjoiNjAxIiwiVG9wIjowLjAsIkxlZnQiOjAuMCwiUmlnaHQiOjAuMCwiQm90dG9tIjowLjB9LCJCYWNrZ3JvdW5kIjpudWxsLCJJc1Zpc2libGUiOnRydWUsIldpZHRoIjowLjAsIkhlaWdodCI6MC4wLCJCb3JkZXJTdHlsZSI6bnVsbCwiUGFyZW50U3R5bGUiOm51bGx9LCJTaGFwZVN0eWxlIjp7IiRpZCI6IjYwMiIsIk1hcmdpbiI6eyIkaWQiOiI2MDMiLCJUb3AiOjAuMCwiTGVmdCI6NC4wLCJSaWdodCI6NC4wLCJCb3R0b20iOjAuMH0sIlBhZGRpbmciOnsiJGlkIjoiNjA0IiwiVG9wIjowLjAsIkxlZnQiOjAuMCwiUmlnaHQiOjAuMCwiQm90dG9tIjowLjB9LCJCYWNrZ3JvdW5kIjp7IiRpZCI6IjYwNSIsIkNvbG9yIjp7IiRpZCI6IjYwNiIsIkEiOjI1NSwiUiI6MjU1LCJHIjoyMzAsIkIiOjEwM319LCJJc1Zpc2libGUiOnRydWUsIldpZHRoIjowLjAsIkhlaWdodCI6MTAuMCwiQm9yZGVyU3R5bGUiOnsiJGlkIjoiNjA3IiwiTGluZUNvbG9yIjp7IiRpZCI6IjYwOCIsIiR0eXBlIjoiTkxSRS5Db21tb24uRG9tLlNvbGlkQ29sb3JCcnVzaCwgTkxSRS5Db21tb24iLCJDb2xvciI6eyIkaWQiOiI2MDkiLCJBIjoyNTUsIlIiOjgsIkciOjQ5LCJCIjo0Mn19LCJMaW5lV2VpZ2h0IjoxLjAsIkxpbmVUeXBlIjowLCJQYXJlbnRTdHlsZSI6bnVsbH0sIlBhcmVudFN0eWxlIjpudWxsfSwiVGl0bGVTdHlsZSI6eyIkaWQiOiI2MTAiLCJGb250U2V0dGluZ3MiOnsiJGlkIjoiNjExIiwiRm9udFNpemUiOjExLCJGb250TmFtZSI6IkJvZWhyaW5nZXIgRm9yd2FyZCBUZXh0IiwiSXNCb2xkIjpmYWxzZSwiSXNJdGFsaWMiOmZhbHNlLCJJc1VuZGVybGluZWQiOmZhbHNlLCJQYXJlbnRTdHlsZSI6bnVsbH0sIkF1dG9TaXplIjowLCJGb3JlZ3JvdW5kIjp7IiRpZCI6IjYxMiIsIkNvbG9yIjp7IiRpZCI6IjYxMyIsIkEiOjI1NSwiUiI6MCwiRyI6MCwiQiI6MH19LCJNYXhXaWR0aCI6OTYwLjAsIk1heEhlaWdodCI6IkluZmluaXR5IiwiU21hcnRGb3JlZ3JvdW5kSXNBY3RpdmUiOmZhbHNlLCJIb3Jpem9udGFsQWxpZ25tZW50IjoxLCJWZXJ0aWNhbEFsaWdubWVudCI6MCwiU21hcnRGb3JlZ3JvdW5kIjpudWxsLCJCYWNrZ3JvdW5kRmlsbFR5cGUiOjAsIk1hcmdpbiI6eyIkaWQiOiI2MTQiLCJUb3AiOjAuMCwiTGVmdCI6MC4wLCJSaWdodCI6MC4wLCJCb3R0b20iOjAuMH0sIlBhZGRpbmciOnsiJGlkIjoiNjE1IiwiVG9wIjowLjAsIkxlZnQiOjAuMCwiUmlnaHQiOjAuMCwiQm90dG9tIjowLjB9LCJCYWNrZ3JvdW5kIjp7IiRpZCI6IjYxNiIsIkNvbG9yIjp7IiRpZCI6IjYxNyIsIkEiOjAsIlIiOjI1NSwiRyI6MjU1LCJCIjoyNTV9fSwiSXNWaXNpYmxlIjp0cnVlLCJXaWR0aCI6MC4wLCJIZWlnaHQiOjAuMCwiQm9yZGVyU3R5bGUiOnsiJGlkIjoiNjE4IiwiTGluZUNvbG9yIjpudWxsLCJMaW5lV2VpZ2h0IjowLjAsIkxpbmVUeXBlIjowLCJQYXJlbnRTdHlsZSI6bnVsbH0sIlBhcmVudFN0eWxlIjpudWxsfSwiRGF0ZVN0eWxlIjp7IiRpZCI6IjYxOSIsIkZvbnRTZXR0aW5ncyI6eyIkaWQiOiI2MjAiLCJGb250U2l6ZSI6MTAsIkZvbnROYW1lIjoiQ2FsaWJyaSIsIklzQm9sZCI6ZmFsc2UsIklzSXRhbGljIjpmYWxzZSwiSXNVbmRlcmxpbmVkIjpmYWxzZSwiUGFyZW50U3R5bGUiOm51bGx9LCJBdXRvU2l6ZSI6MCwiRm9yZWdyb3VuZCI6eyIkaWQiOiI2MjEiLCJDb2xvciI6eyIkaWQiOiI2Mj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YyMyIsIlRvcCI6MC4wLCJMZWZ0IjowLjAsIlJpZ2h0IjowLjAsIkJvdHRvbSI6MC4wfSwiUGFkZGluZyI6eyIkaWQiOiI2MjQiLCJUb3AiOjAuMCwiTGVmdCI6MC4wLCJSaWdodCI6MC4wLCJCb3R0b20iOjAuMH0sIkJhY2tncm91bmQiOnsiJGlkIjoiNjI1IiwiQ29sb3IiOnsiJGlkIjoiNjI2IiwiQSI6MCwiUiI6MjU1LCJHIjoyNTUsIkIiOjI1NX19LCJJc1Zpc2libGUiOnRydWUsIldpZHRoIjowLjAsIkhlaWdodCI6MC4wLCJCb3JkZXJTdHlsZSI6eyIkaWQiOiI2MjciLCJMaW5lQ29sb3IiOm51bGwsIkxpbmVXZWlnaHQiOjAuMCwiTGluZVR5cGUiOjAsIlBhcmVudFN0eWxlIjpudWxsfSwiUGFyZW50U3R5bGUiOm51bGx9LCJEYXRlRm9ybWF0Ijp7IiRpZCI6IjYy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MjkiLCJGb3JtYXQiOjAsIklzVmlzaWJsZSI6ZmFsc2UsIkxhc3RLbm93blZpc2liaWxpdHlTdGF0ZSI6ZmFsc2V9LCJJc1Zpc2libGUiOnRydWUsIlBhcmVudFN0eWxlIjpudWxsfSwiSW5kZXgiOjQsIlNtYXJ0RHVyYXRpb25BY3RpdmF0ZWQiOmZhbHNlLCJEYXRlRm9ybWF0Ijp7IiRyZWYiOiI2MjgifSwiV2Vla051bWJlcmluZyI6eyIkaWQiOiI2MzAiLCJGb3JtYXQiOjAsIklzVmlzaWJsZSI6ZmFsc2UsIkxhc3RLbm93blZpc2liaWxpdHlTdGF0ZSI6ZmFsc2V9LCJCYXNlbGluZURhdGEiOnsiJGlkIjoiNjMxIiwiU3RhcnREYXRlIjoiMjAyOC0wNi0yNFQxMDowMDowMCIsIkVuZERhdGUiOiIyMDMyLTA3LTIxVDEwOjAwOjAwIn0sIklkIjoiNDkzNWM1ZmMtNWRlMi00MmJjLTllMzgtNTk3ODJlOTRhOGU3IiwiSW1wb3J0SWQiOm51bGwsIlRpdGxlIjoiMkwgbUJDIEhFUjIrIHBvc3QtVC1EWGQgIFBoIElJSSIsIk5vdGUiOm51bGwsIkh5cGVybGluayI6eyIkaWQiOiI2MzIiLCJBZGRyZXNzIjpudWxsLCJTdWJBZGRyZXNzIjpudWxsfSwiSXNDaGFuZ2VkIjpmYWxzZSwiSXNOZXciOmZhbHNlfX1dLCJfbWlsZXN0b25lcyI6W3siJGlkIjoiNjMzIiwiSWQiOiJmNGFjNTNmOS01MTdmLTQzMmUtYmIxMS03YWFjMGMzYjE0ZDUiLCJJbmRleCI6MywiR3JvdXBJZCI6bnVsbCwiVGl0bGUiOiJGQSBVUyIsIkRhdGVUaW1lIjoiMjAzMi0xMS0yNFQwODowMDowMCIsIlBlcmNlbnRhZ2VDb21wbGV0ZSI6bnVsbCwiTm90ZSI6bnVsbCwiU3R5bGUiOnsiJGlkIjoiNjM0IiwiVGl0bGVQb3NpdGlvbiI6IlJpZ2h0IiwiRGF0ZVBvc2l0aW9uIjoiTGVmdCIsIlNoYXBlVHlwZSI6MTMsIlNoYXBlU2l6ZSI6MSwiU3BhY2luZyI6NSwiU2hhcGVTdHlsZSI6eyIkaWQiOiI2MzUiLCJNYXJnaW4iOnsiJHJlZiI6IjE4MCJ9LCJQYWRkaW5nIjp7IiRyZWYiOiIxODEifSwiQmFja2dyb3VuZCI6eyIkaWQiOiI2MzYiLCJDb2xvciI6eyIkaWQiOiI2MzciLCJBIjoyNTUsIlIiOjI0NSwiRyI6MTM4LCJCIjoxMDR9fSwiSXNWaXNpYmxlIjp0cnVlLCJXaWR0aCI6MTguMCwiSGVpZ2h0IjoyMC4wLCJCb3JkZXJTdHlsZSI6eyIkaWQiOiI2MzgiLCJMaW5lQ29sb3IiOnsiJHJlZiI6IjE4NSJ9LCJMaW5lV2VpZ2h0IjowLjAsIkxpbmVUeXBlIjowLCJQYXJlbnRTdHlsZSI6bnVsbH0sIlBhcmVudFN0eWxlIjpudWxsfSwiVGl0bGVTdHlsZSI6eyIkaWQiOiI2MzkiLCJGb250U2V0dGluZ3MiOnsiJGlkIjoiNjQwIiwiRm9udFNpemUiOjExLCJGb250TmFtZSI6IkJvZWhyaW5nZXIgRm9yd2FyZCBUZXh0IiwiSXNCb2xkIjp0cnVlLCJJc0l0YWxpYyI6ZmFsc2UsIklzVW5kZXJsaW5lZCI6ZmFsc2UsIlBhcmVudFN0eWxlIjpudWxsfSwiQXV0b1NpemUiOjAsIkZvcmVncm91bmQiOnsiJGlkIjoiNjQxIiwiQ29sb3IiOnsiJGlkIjoiNjQyIiwiQSI6MjU1LCJSIjo4LCJHIjo0OSwiQiI6NDJ9fSwiTWF4V2lkdGgiOjIwMC4wLCJNYXhIZWlnaHQiOiJJbmZpbml0eSIsIlNtYXJ0Rm9yZWdyb3VuZElzQWN0aXZlIjpmYWxzZSwiSG9yaXpvbnRhbEFsaWdubWVudCI6MCwiVmVydGljYWxBbGlnbm1lbnQiOjAsIlNtYXJ0Rm9yZWdyb3VuZCI6bnVsbCwiQmFja2dyb3VuZEZpbGxUeXBlIjowLCJNYXJnaW4iOnsiJHJlZiI6IjE5MSJ9LCJQYWRkaW5nIjp7IiRyZWYiOiIxOTIifSwiQmFja2dyb3VuZCI6eyIkaWQiOiI2NDMiLCJDb2xvciI6eyIkaWQiOiI2NDQiLCJBIjowLCJSIjoyNTUsIkciOjI1NSwiQiI6MjU1fX0sIklzVmlzaWJsZSI6dHJ1ZSwiV2lkdGgiOjAuMCwiSGVpZ2h0IjowLjAsIkJvcmRlclN0eWxlIjpudWxsLCJQYXJlbnRTdHlsZSI6bnVsbH0sIkRhdGVTdHlsZSI6eyIkaWQiOiI2NDUiLCJGb250U2V0dGluZ3MiOnsiJGlkIjoiNjQ2IiwiRm9udFNpemUiOjEwLCJGb250TmFtZSI6IkJvZWhyaW5nZXIgRm9yd2FyZCBUZXh0IiwiSXNCb2xkIjpmYWxzZSwiSXNJdGFsaWMiOmZhbHNlLCJJc1VuZGVybGluZWQiOmZhbHNlLCJQYXJlbnRTdHlsZSI6bnVsbH0sIkF1dG9TaXplIjowLCJGb3JlZ3JvdW5kIjp7IiRpZCI6IjY0NyIsIkNvbG9yIjp7IiRpZCI6IjY0OCIsIkEiOjI1NSwiUiI6OCwiRyI6NDksIkIiOjQyfX0sIk1heFdpZHRoIjoyMDAuMCwiTWF4SGVpZ2h0IjoiSW5maW5pdHkiLCJTbWFydEZvcmVncm91bmRJc0FjdGl2ZSI6ZmFsc2UsIkhvcml6b250YWxBbGlnbm1lbnQiOjIsIlZlcnRpY2FsQWxpZ25tZW50IjowLCJTbWFydEZvcmVncm91bmQiOm51bGwsIkJhY2tncm91bmRGaWxsVHlwZSI6MCwiTWFyZ2luIjp7IiRyZWYiOiIxOTkifSwiUGFkZGluZyI6eyIkcmVmIjoiMjAwIn0sIkJhY2tncm91bmQiOnsiJGlkIjoiNjQ5IiwiQ29sb3IiOnsiJGlkIjoiNjUwIiwiQSI6MCwiUiI6MjU1LCJHIjoyNTUsIkIiOjI1NX19LCJJc1Zpc2libGUiOmZhbHNlLCJXaWR0aCI6MC4wLCJIZWlnaHQiOjAuMCwiQm9yZGVyU3R5bGUiOm51bGwsIlBhcmVudFN0eWxlIjpudWxsfSwiRGF0ZUZvcm1hdCI6eyIkcmVmIjoiMTA2In0sIldlZWtOdW1iZXJpbmciOnsiJGlkIjoiNjUxIiwiRm9ybWF0IjowLCJJc1Zpc2libGUiOmZhbHNlLCJMYXN0S25vd25WaXNpYmlsaXR5U3RhdGUiOmZhbHNlfSwiSXNWaXNpYmxlIjp0cnVlLCJQYXJlbnRTdHlsZSI6bnVsbH0sIkh5cGVybGluayI6bnVsbCwiQmFzZWxpbmVEYXRhIjp7IiRpZCI6IjY1MiIsIkRhdGUiOiIyMDMyLTExLTI0VDA4OjAwOjAwIn0sIkltcG9ydElkIjpudWxsfSx7IiRpZCI6IjY1MyIsIklkIjoiN2FiMTFiNTItZWNjMS00YjY1LTgwZmEtOGViNTIxMzU1ZTA4IiwiSW5kZXgiOjMsIkdyb3VwSWQiOm51bGwsIlRpdGxlIjoiUm9GRCIsIkRhdGVUaW1lIjoiMjAyNy0wMS0yMFQwODowMDowMCIsIlBlcmNlbnRhZ2VDb21wbGV0ZSI6bnVsbCwiTm90ZSI6bnVsbCwiU3R5bGUiOnsiJGlkIjoiNjU0IiwiVGl0bGVQb3NpdGlvbiI6IkxlZnQiLCJEYXRlUG9zaXRpb24iOiJMZWZ0IiwiU2hhcGVUeXBlIjoxNCwiU2hhcGVTaXplIjoxLCJTcGFjaW5nIjo1LCJTaGFwZVN0eWxlIjp7IiRpZCI6IjY1NSIsIk1hcmdpbiI6eyIkcmVmIjoiMTgwIn0sIlBhZGRpbmciOnsiJHJlZiI6IjE4MSJ9LCJCYWNrZ3JvdW5kIjp7IiRpZCI6IjY1NiIsIkNvbG9yIjp7IiRpZCI6IjY1NyIsIkEiOjI1NSwiUiI6MCwiRyI6MjI4LCJCIjoxMjR9fSwiSXNWaXNpYmxlIjp0cnVlLCJXaWR0aCI6MTguMCwiSGVpZ2h0IjoyMC4wLCJCb3JkZXJTdHlsZSI6eyIkaWQiOiI2NTgiLCJMaW5lQ29sb3IiOnsiJHJlZiI6Ijg2In0sIkxpbmVXZWlnaHQiOjEuMCwiTGluZVR5cGUiOjAsIlBhcmVudFN0eWxlIjpudWxsfSwiUGFyZW50U3R5bGUiOm51bGx9LCJUaXRsZVN0eWxlIjp7IiRpZCI6IjY1OSIsIkZvbnRTZXR0aW5ncyI6eyIkaWQiOiI2NjAiLCJGb250U2l6ZSI6MTEsIkZvbnROYW1lIjoiQm9laHJpbmdlciBGb3J3YXJkIFRleHQiLCJJc0JvbGQiOnRydWUsIklzSXRhbGljIjpmYWxzZSwiSXNVbmRlcmxpbmVkIjpmYWxzZSwiUGFyZW50U3R5bGUiOm51bGx9LCJBdXRvU2l6ZSI6MCwiRm9yZWdyb3VuZCI6eyIkaWQiOiI2NjEiLCJDb2xvciI6eyIkaWQiOiI2NjIiLCJBIjoyNTUsIlIiOjgsIkciOjQ5LCJCIjo0Mn19LCJNYXhXaWR0aCI6MjAwLjAsIk1heEhlaWdodCI6IkluZmluaXR5IiwiU21hcnRGb3JlZ3JvdW5kSXNBY3RpdmUiOmZhbHNlLCJIb3Jpem9udGFsQWxpZ25tZW50IjoyLCJWZXJ0aWNhbEFsaWdubWVudCI6MCwiU21hcnRGb3JlZ3JvdW5kIjpudWxsLCJCYWNrZ3JvdW5kRmlsbFR5cGUiOjAsIk1hcmdpbiI6eyIkcmVmIjoiMTkxIn0sIlBhZGRpbmciOnsiJHJlZiI6IjE5MiJ9LCJCYWNrZ3JvdW5kIjp7IiRpZCI6IjY2MyIsIkNvbG9yIjp7IiRpZCI6IjY2NCIsIkEiOjAsIlIiOjI1NSwiRyI6MjU1LCJCIjoyNTV9fSwiSXNWaXNpYmxlIjp0cnVlLCJXaWR0aCI6MC4wLCJIZWlnaHQiOjAuMCwiQm9yZGVyU3R5bGUiOm51bGwsIlBhcmVudFN0eWxlIjpudWxsfSwiRGF0ZVN0eWxlIjp7IiRpZCI6IjY2NSIsIkZvbnRTZXR0aW5ncyI6eyIkaWQiOiI2NjYiLCJGb250U2l6ZSI6MTAsIkZvbnROYW1lIjoiQm9laHJpbmdlciBGb3J3YXJkIFRleHQiLCJJc0JvbGQiOmZhbHNlLCJJc0l0YWxpYyI6ZmFsc2UsIklzVW5kZXJsaW5lZCI6ZmFsc2UsIlBhcmVudFN0eWxlIjpudWxsfSwiQXV0b1NpemUiOjAsIkZvcmVncm91bmQiOnsiJGlkIjoiNjY3IiwiQ29sb3IiOnsiJGlkIjoiNjY4IiwiQSI6MjU1LCJSIjo4LCJHIjo0OSwiQiI6NDJ9fSwiTWF4V2lkdGgiOjIwMC4wLCJNYXhIZWlnaHQiOiJJbmZpbml0eSIsIlNtYXJ0Rm9yZWdyb3VuZElzQWN0aXZlIjpmYWxzZSwiSG9yaXpvbnRhbEFsaWdubWVudCI6MiwiVmVydGljYWxBbGlnbm1lbnQiOjAsIlNtYXJ0Rm9yZWdyb3VuZCI6bnVsbCwiQmFja2dyb3VuZEZpbGxUeXBlIjowLCJNYXJnaW4iOnsiJHJlZiI6IjE5OSJ9LCJQYWRkaW5nIjp7IiRyZWYiOiIyMDAifSwiQmFja2dyb3VuZCI6eyIkaWQiOiI2NjkiLCJDb2xvciI6eyIkaWQiOiI2NzAiLCJBIjowLCJSIjoyNTUsIkciOjI1NSwiQiI6MjU1fX0sIklzVmlzaWJsZSI6ZmFsc2UsIldpZHRoIjowLjAsIkhlaWdodCI6MC4wLCJCb3JkZXJTdHlsZSI6bnVsbCwiUGFyZW50U3R5bGUiOm51bGx9LCJEYXRlRm9ybWF0Ijp7IiRyZWYiOiIxMDYifSwiV2Vla051bWJlcmluZyI6eyIkaWQiOiI2NzEiLCJGb3JtYXQiOjAsIklzVmlzaWJsZSI6ZmFsc2UsIkxhc3RLbm93blZpc2liaWxpdHlTdGF0ZSI6ZmFsc2V9LCJJc1Zpc2libGUiOmZhbHNlLCJQYXJlbnRTdHlsZSI6bnVsbH0sIkh5cGVybGluayI6bnVsbCwiQmFzZWxpbmVEYXRhIjp7IiRpZCI6IjY3MiIsIkRhdGUiOiIyMDI3LTAxLTIwVDA4OjAwOjAwIn0sIkltcG9ydElkIjpudWxsfV0sIklkIjoiNTgxYTU2ZjAtZWIxOC00OGE4LWJjODctZjg5MzczMmFkMjRjIiwiSXNTaW5nbGVJdGVtUm93IjpmYWxzZX0seyIkaWQiOiI2NzMiLCJfdGFza3MiOlt7IiRpZCI6IjY3NCIsIl9hdHRhY2hlZE1pbGVzdG9uZXMiOlt7IiRpZCI6IjY3NSIsIkRhdGUiOiIyMDM1LTA3LTExVDA4OjAwOjAwIiwiU3R5bGUiOnsiJGlkIjoiNjc2IiwiU2hhcGUiOjE0LCJDb25uZWN0b3JNYXJnaW4iOnsiJHJlZiI6Ijc1In0sIkNvbm5lY3RvclN0eWxlIjp7IiRpZCI6IjY3NyIsIkxpbmVDb2xvciI6eyIkaWQiOiI2NzgiLCIkdHlwZSI6Ik5MUkUuQ29tbW9uLkRvbS5Tb2xpZENvbG9yQnJ1c2gsIE5MUkUuQ29tbW9uIiwiQ29sb3IiOnsiJGlkIjoiNjc5IiwiQSI6MTI3LCJSIjo4LCJHIjo0OSwiQiI6NDJ9fSwiTGluZVdlaWdodCI6MS4wLCJMaW5lVHlwZSI6MCwiUGFyZW50U3R5bGUiOm51bGx9LCJJc0JlbG93VGltZWJhbmQiOnRydWUsIlBvc2l0aW9uT25UYXNrIjoyLCJIaWRlRGF0ZSI6ZmFsc2UsIlNoYXBlU2l6ZSI6MSwiU3BhY2luZyI6MC4wLCJQYWRkaW5nIjp7IiRyZWYiOiI3OSJ9LCJTaGFwZVN0eWxlIjp7IiRpZCI6IjY4MCIsIk1hcmdpbiI6eyIkcmVmIjoiODEifSwiUGFkZGluZyI6eyIkcmVmIjoiODIifSwiQmFja2dyb3VuZCI6eyIkaWQiOiI2ODEiLCJDb2xvciI6eyIkaWQiOiI2ODIiLCJBIjoyNTUsIlIiOjAsIkciOjIyOCwiQiI6MTI0fX0sIklzVmlzaWJsZSI6dHJ1ZSwiV2lkdGgiOjE4LjAsIkhlaWdodCI6MjAuMCwiQm9yZGVyU3R5bGUiOnsiJGlkIjoiNjgzIiwiTGluZUNvbG9yIjp7IiRpZCI6IjY4NCIsIiR0eXBlIjoiTkxSRS5Db21tb24uRG9tLlNvbGlkQ29sb3JCcnVzaCwgTkxSRS5Db21tb24iLCJDb2xvciI6eyIkaWQiOiI2ODUiLCJBIjoyNTUsIlIiOjgsIkciOjQ5LCJCIjo0Mn19LCJMaW5lV2VpZ2h0IjoxLjAsIkxpbmVUeXBlIjowLCJQYXJlbnRTdHlsZSI6bnVsbH0sIlBhcmVudFN0eWxlIjpudWxsfSwiVGl0bGVTdHlsZSI6eyIkaWQiOiI2ODYiLCJGb250U2V0dGluZ3MiOnsiJGlkIjoiNjg3IiwiRm9udFNpemUiOjExLCJGb250TmFtZSI6IkJvZWhyaW5nZXIgRm9yd2FyZCBUZXh0IiwiSXNCb2xkIjp0cnVlLCJJc0l0YWxpYyI6ZmFsc2UsIklzVW5kZXJsaW5lZCI6ZmFsc2UsIlBhcmVudFN0eWxlIjpudWxsfSwiQXV0b1NpemUiOjAsIkZvcmVncm91bmQiOnsiJGlkIjoiNjg4IiwiQ29sb3IiOnsiJGlkIjoiNjg5IiwiQSI6MjU1LCJSIjo4LCJHIjo0OSwiQiI6NDJ9fSwiTWF4V2lkdGgiOjIwMC4wLCJNYXhIZWlnaHQiOiJJbmZpbml0eSIsIlNtYXJ0Rm9yZWdyb3VuZElzQWN0aXZlIjpmYWxzZSwiSG9yaXpvbnRhbEFsaWdubWVudCI6MSwiVmVydGljYWxBbGlnbm1lbnQiOjAsIlNtYXJ0Rm9yZWdyb3VuZCI6bnVsbCwiQmFja2dyb3VuZEZpbGxUeXBlIjowLCJNYXJnaW4iOnsiJHJlZiI6IjkyIn0sIlBhZGRpbmciOnsiJHJlZiI6IjkzIn0sIkJhY2tncm91bmQiOnsiJGlkIjoiNjkwIiwiQ29sb3IiOnsiJGlkIjoiNjkxIiwiQSI6MCwiUiI6MjU1LCJHIjoyNTUsIkIiOjI1NX19LCJJc1Zpc2libGUiOnRydWUsIldpZHRoIjowLjAsIkhlaWdodCI6MC4wLCJCb3JkZXJTdHlsZSI6eyIkaWQiOiI2OTIiLCJMaW5lQ29sb3IiOm51bGwsIkxpbmVXZWlnaHQiOjAuMCwiTGluZVR5cGUiOjAsIlBhcmVudFN0eWxlIjpudWxsfSwiUGFyZW50U3R5bGUiOm51bGx9LCJEYXRlU3R5bGUiOnsiJGlkIjoiNjkzIiwiRm9udFNldHRpbmdzIjp7IiRpZCI6IjY5NCIsIkZvbnRTaXplIjoxMCwiRm9udE5hbWUiOiJCb2VocmluZ2VyIEZvcndhcmQgVGV4dCIsIklzQm9sZCI6ZmFsc2UsIklzSXRhbGljIjpmYWxzZSwiSXNVbmRlcmxpbmVkIjpmYWxzZSwiUGFyZW50U3R5bGUiOm51bGx9LCJBdXRvU2l6ZSI6MCwiRm9yZWdyb3VuZCI6eyIkaWQiOiI2OTUiLCJDb2xvciI6eyIkaWQiOiI2OTYiLCJBIjoyNTUsIlIiOjgsIkciOjQ5LCJCIjo0Mn19LCJNYXhXaWR0aCI6MjAwLjAsIk1heEhlaWdodCI6IkluZmluaXR5IiwiU21hcnRGb3JlZ3JvdW5kSXNBY3RpdmUiOmZhbHNlLCJIb3Jpem9udGFsQWxpZ25tZW50IjoyLCJWZXJ0aWNhbEFsaWdubWVudCI6MCwiU21hcnRGb3JlZ3JvdW5kIjpudWxsLCJCYWNrZ3JvdW5kRmlsbFR5cGUiOjAsIk1hcmdpbiI6eyIkcmVmIjoiMTAxIn0sIlBhZGRpbmciOnsiJHJlZiI6IjEwMiJ9LCJCYWNrZ3JvdW5kIjp7IiRpZCI6IjY5NyIsIkNvbG9yIjp7IiRpZCI6IjY5OCIsIkEiOjAsIlIiOjI1NSwiRyI6MjU1LCJCIjoyNTV9fSwiSXNWaXNpYmxlIjpmYWxzZSwiV2lkdGgiOjAuMCwiSGVpZ2h0IjowLjAsIkJvcmRlclN0eWxlIjp7IiRpZCI6IjY5OSIsIkxpbmVDb2xvciI6bnVsbCwiTGluZVdlaWdodCI6MC4wLCJMaW5lVHlwZSI6MCwiUGFyZW50U3R5bGUiOm51bGx9LCJQYXJlbnRTdHlsZSI6bnVsbH0sIkRhdGVGb3JtYXQiOnsiJHJlZiI6IjEwNiJ9LCJXZWVrTnVtYmVyaW5nIjp7IiRpZCI6IjcwMCIsIkZvcm1hdCI6MCwiSXNWaXNpYmxlIjpmYWxzZSwiTGFzdEtub3duVmlzaWJpbGl0eVN0YXRlIjpmYWxzZX0sIklzVmlzaWJsZSI6dHJ1ZSwiUGFyZW50U3R5bGUiOm51bGx9LCJJbmRleCI6MTUsIlBlcmNlbnRhZ2VDb21wbGV0ZSI6bnVsbCwiUG9zaXRpb24iOnsiUmF0aW8iOjAuMCwiSXNDdXN0b20iOmZhbHNlfSwiRGF0ZUZvcm1hdCI6eyIkcmVmIjoiMTA2In0sIldlZWtOdW1iZXJpbmciOnsiJGlkIjoiNzAxIiwiRm9ybWF0IjowLCJJc1Zpc2libGUiOmZhbHNlLCJMYXN0S25vd25WaXNpYmlsaXR5U3RhdGUiOmZhbHNlfSwiQmFzZWxpbmVEYXRhIjp7IiRpZCI6IjcwMiIsIkRhdGUiOiIyMDM1LTA3LTExVDA4OjAwOjAwIn0sIlJlbGF0ZWRUYXNrSWQiOiJkNTZkZDA0YS00ODkyLTQ1MTctYTBhOS0yNzAyZTcwMmNmM2IiLCJJZCI6IjM4NmQ0NmUxLWE2ZWMtNDM4MC05NWRhLWViMDU1MzExNjc3MCIsIkltcG9ydElkIjpudWxsLCJUaXRsZSI6IlBBIiwiTm90ZSI6bnVsbCwiSHlwZXJsaW5rIjp7IiRpZCI6IjcwMyIsIkFkZHJlc3MiOiIiLCJTdWJBZGRyZXNzIjoiIn0sIklzQ2hhbmdlZCI6ZmFsc2UsIklzTmV3IjpmYWxzZX1dLCJUYXNrRGVmaW5pdGlvbiI6eyIkaWQiOiI3MDQiLCJHcm91cE5hbWUiOm51bGwsIlN0YXJ0RGF0ZSI6IjIwMjctMDUtMTJUMTA6MDA6MDBaIiwiRW5kRGF0ZSI6IjIwMzYtMDEtMDlUMTA6MDA6MDAiLCJQZXJjZW50YWdlQ29tcGxldGUiOm51bGwsIlN0eWxlIjp7IiRpZCI6IjcwNSIsIlNoYXBlIjozLCJTaGFwZVRoaWNrbmVzcyI6MCwiRHVyYXRpb25Gb3JtYXQiOjAsIkluY2x1ZGVOb25Xb3JraW5nRGF5c0luRHVyYXRpb24iOmZhbHNlLCJQZXJjZW50YWdlQ29tcGxldGVTdHlsZSI6eyIkaWQiOiI3MDYiLCJGb250U2V0dGluZ3MiOnsiJGlkIjoiNzA3IiwiRm9udFNpemUiOjEwLCJGb250TmFtZSI6IkNhbGlicmkiLCJJc0JvbGQiOmZhbHNlLCJJc0l0YWxpYyI6ZmFsc2UsIklzVW5kZXJsaW5lZCI6ZmFsc2UsIlBhcmVudFN0eWxlIjpudWxsfSwiQXV0b1NpemUiOjAsIkZvcmVncm91bmQiOnsiJHJlZiI6IjExNSJ9LCJNYXhXaWR0aCI6MjAwLjAsIk1heEhlaWdodCI6IkluZmluaXR5IiwiU21hcnRGb3JlZ3JvdW5kSXNBY3RpdmUiOmZhbHNlLCJIb3Jpem9udGFsQWxpZ25tZW50IjowLCJWZXJ0aWNhbEFsaWdubWVudCI6MCwiU21hcnRGb3JlZ3JvdW5kIjpudWxsLCJCYWNrZ3JvdW5kRmlsbFR5cGUiOjAsIk1hcmdpbiI6eyIkcmVmIjoiMTE3In0sIlBhZGRpbmciOnsiJHJlZiI6IjExOCJ9LCJCYWNrZ3JvdW5kIjp7IiRyZWYiOiIxMTkifSwiSXNWaXNpYmxlIjp0cnVlLCJXaWR0aCI6MC4wLCJIZWlnaHQiOjAuMCwiQm9yZGVyU3R5bGUiOnsiJGlkIjoiNzA4IiwiTGluZUNvbG9yIjpudWxsLCJMaW5lV2VpZ2h0IjowLjAsIkxpbmVUeXBlIjowLCJQYXJlbnRTdHlsZSI6bnVsbH0sIlBhcmVudFN0eWxlIjpudWxsfSwiRHVyYXRpb25TdHlsZSI6eyIkaWQiOiI3MDkiLCJGb250U2V0dGluZ3MiOnsiJGlkIjoiNzEwIiwiRm9udFNpemUiOjEwLCJGb250TmFtZSI6IkNhbGlicmkiLCJJc0JvbGQiOmZhbHNlLCJJc0l0YWxpYyI6ZmFsc2UsIklzVW5kZXJsaW5lZCI6ZmFsc2UsIlBhcmVudFN0eWxlIjpudWxsfSwiQXV0b1NpemUiOjAsIkZvcmVncm91bmQiOnsiJHJlZiI6IjEyNCJ9LCJNYXhXaWR0aCI6MjAwLjAsIk1heEhlaWdodCI6IkluZmluaXR5IiwiU21hcnRGb3JlZ3JvdW5kSXNBY3RpdmUiOmZhbHNlLCJIb3Jpem9udGFsQWxpZ25tZW50IjowLCJWZXJ0aWNhbEFsaWdubWVudCI6MCwiU21hcnRGb3JlZ3JvdW5kIjpudWxsLCJCYWNrZ3JvdW5kRmlsbFR5cGUiOjAsIk1hcmdpbiI6eyIkcmVmIjoiMTI2In0sIlBhZGRpbmciOnsiJHJlZiI6IjEyNyJ9LCJCYWNrZ3JvdW5kIjp7IiRyZWYiOiIxMjgifSwiSXNWaXNpYmxlIjp0cnVlLCJXaWR0aCI6MC4wLCJIZWlnaHQiOjAuMCwiQm9yZGVyU3R5bGUiOnsiJGlkIjoiNzExIiwiTGluZUNvbG9yIjpudWxsLCJMaW5lV2VpZ2h0IjowLjAsIkxpbmVUeXBlIjowLCJQYXJlbnRTdHlsZSI6bnVsbH0sIlBhcmVudFN0eWxlIjpudWxsfSwiSG9yaXpvbnRhbENvbm5lY3RvclN0eWxlIjp7IiRpZCI6IjcxMiIsIkxpbmVDb2xvciI6eyIkcmVmIjoiMTMyIn0sIkxpbmVXZWlnaHQiOjEuMCwiTGluZVR5cGUiOjAsIlBhcmVudFN0eWxlIjpudWxsfSwiVmVydGljYWxDb25uZWN0b3JTdHlsZSI6eyIkaWQiOiI3MTMiLCJMaW5lQ29sb3IiOnsiJHJlZiI6IjEzN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CYXNlbGluZVN0eWxlIjp7IiRpZCI6IjcxNCIsIlNoYXBlU3R5bGUiOnsiJGlkIjoiNzE1IiwiTWFyZ2luIjp7IiRpZCI6IjcxNiIsIlRvcCI6MC4wLCJMZWZ0IjowLjAsIlJpZ2h0IjowLjAsIkJvdHRvbSI6MC4wfSwiUGFkZGluZyI6eyIkaWQiOiI3MTciLCJUb3AiOjAuMCwiTGVmdCI6MC4wLCJSaWdodCI6MC4wLCJCb3R0b20iOjAuMH0sIkJhY2tncm91bmQiOnsiJGlkIjoiNzE4IiwiQ29sb3IiOnsiJGlkIjoiNzE5IiwiQSI6MTUzLCJSIjowLCJHIjowLCJCIjowfX0sIklzVmlzaWJsZSI6dHJ1ZSwiV2lkdGgiOjAuMCwiSGVpZ2h0IjowLjAsIkJvcmRlclN0eWxlIjp7IiRpZCI6IjcyMCIsIkxpbmVDb2xvciI6bnVsbCwiTGluZVdlaWdodCI6MC4wLCJMaW5lVHlwZSI6MCwiUGFyZW50U3R5bGUiOm51bGx9LCJQYXJlbnRTdHlsZSI6bnVsbH0sIk1hcmdpbiI6eyIkaWQiOiI3MjEiLCJUb3AiOjAuMCwiTGVmdCI6MC4wLCJSaWdodCI6MC4wLCJCb3R0b20iOjAuMH0sIlBhZGRpbmciOnsiJGlkIjoiNzIyIiwiVG9wIjowLjAsIkxlZnQiOjAuMCwiUmlnaHQiOjAuMCwiQm90dG9tIjowLjB9LCJCYWNrZ3JvdW5kIjpudWxsLCJJc1Zpc2libGUiOnRydWUsIldpZHRoIjowLjAsIkhlaWdodCI6MC4wLCJCb3JkZXJTdHlsZSI6bnVsbCwiUGFyZW50U3R5bGUiOm51bGx9LCJTaGFwZVN0eWxlIjp7IiRpZCI6IjcyMyIsIk1hcmdpbiI6eyIkcmVmIjoiMTQ3In0sIlBhZGRpbmciOnsiJHJlZiI6IjE0OCJ9LCJCYWNrZ3JvdW5kIjp7IiRpZCI6IjcyNCIsIkNvbG9yIjp7IiRpZCI6IjcyNSIsIkEiOjI1NSwiUiI6MjU1LCJHIjoyMzAsIkIiOjEwM319LCJJc1Zpc2libGUiOnRydWUsIldpZHRoIjowLjAsIkhlaWdodCI6MTAuMCwiQm9yZGVyU3R5bGUiOnsiJGlkIjoiNzI2IiwiTGluZUNvbG9yIjp7IiRpZCI6IjcyNyIsIiR0eXBlIjoiTkxSRS5Db21tb24uRG9tLlNvbGlkQ29sb3JCcnVzaCwgTkxSRS5Db21tb24iLCJDb2xvciI6eyIkaWQiOiI3MjgiLCJBIjoyNTUsIlIiOjgsIkciOjQ5LCJCIjo0Mn19LCJMaW5lV2VpZ2h0IjoxLjAsIkxpbmVUeXBlIjowLCJQYXJlbnRTdHlsZSI6bnVsbH0sIlBhcmVudFN0eWxlIjpudWxsfSwiVGl0bGVTdHlsZSI6eyIkaWQiOiI3MjkiLCJGb250U2V0dGluZ3MiOnsiJGlkIjoiNzMwIiwiRm9udFNpemUiOjExLCJGb250TmFtZSI6IkJvZWhyaW5nZXIgRm9yd2FyZCBUZXh0IiwiSXNCb2xkIjpmYWxzZSwiSXNJdGFsaWMiOmZhbHNlLCJJc1VuZGVybGluZWQiOmZhbHNlLCJQYXJlbnRTdHlsZSI6bnVsbH0sIkF1dG9TaXplIjowLCJGb3JlZ3JvdW5kIjp7IiRpZCI6IjczMSIsIkNvbG9yIjp7IiRpZCI6IjczMiIsIkEiOjI1NSwiUiI6MCwiRyI6MCwiQiI6MH19LCJNYXhXaWR0aCI6OTYwLjAsIk1heEhlaWdodCI6IkluZmluaXR5IiwiU21hcnRGb3JlZ3JvdW5kSXNBY3RpdmUiOmZhbHNlLCJIb3Jpem9udGFsQWxpZ25tZW50IjoxLCJWZXJ0aWNhbEFsaWdubWVudCI6MCwiU21hcnRGb3JlZ3JvdW5kIjpudWxsLCJCYWNrZ3JvdW5kRmlsbFR5cGUiOjAsIk1hcmdpbiI6eyIkcmVmIjoiMTU4In0sIlBhZGRpbmciOnsiJHJlZiI6IjE1OSJ9LCJCYWNrZ3JvdW5kIjp7IiRpZCI6IjczMyIsIkNvbG9yIjp7IiRpZCI6IjczNCIsIkEiOjAsIlIiOjI1NSwiRyI6MjU1LCJCIjoyNTV9fSwiSXNWaXNpYmxlIjp0cnVlLCJXaWR0aCI6MC4wLCJIZWlnaHQiOjAuMCwiQm9yZGVyU3R5bGUiOnsiJGlkIjoiNzM1IiwiTGluZUNvbG9yIjpudWxsLCJMaW5lV2VpZ2h0IjowLjAsIkxpbmVUeXBlIjowLCJQYXJlbnRTdHlsZSI6bnVsbH0sIlBhcmVudFN0eWxlIjpudWxsfSwiRGF0ZVN0eWxlIjp7IiRpZCI6IjczNiIsIkZvbnRTZXR0aW5ncyI6eyIkaWQiOiI3MzciLCJGb250U2l6ZSI6MTAsIkZvbnROYW1lIjoiQ2FsaWJyaSIsIklzQm9sZCI6ZmFsc2UsIklzSXRhbGljIjpmYWxzZSwiSXNVbmRlcmxpbmVkIjpmYWxzZSwiUGFyZW50U3R5bGUiOm51bGx9LCJBdXRvU2l6ZSI6MCwiRm9yZWdyb3VuZCI6eyIkcmVmIjoiMTY1In0sIk1heFdpZHRoIjoyMDAuMCwiTWF4SGVpZ2h0IjoiSW5maW5pdHkiLCJTbWFydEZvcmVncm91bmRJc0FjdGl2ZSI6ZmFsc2UsIkhvcml6b250YWxBbGlnbm1lbnQiOjIsIlZlcnRpY2FsQWxpZ25tZW50IjowLCJTbWFydEZvcmVncm91bmQiOm51bGwsIkJhY2tncm91bmRGaWxsVHlwZSI6MCwiTWFyZ2luIjp7IiRyZWYiOiIxNjcifSwiUGFkZGluZyI6eyIkcmVmIjoiMTY4In0sIkJhY2tncm91bmQiOnsiJHJlZiI6IjE2OSJ9LCJJc1Zpc2libGUiOnRydWUsIldpZHRoIjowLjAsIkhlaWdodCI6MC4wLCJCb3JkZXJTdHlsZSI6eyIkaWQiOiI3MzgiLCJMaW5lQ29sb3IiOm51bGwsIkxpbmVXZWlnaHQiOjAuMCwiTGluZVR5cGUiOjAsIlBhcmVudFN0eWxlIjpudWxsfSwiUGFyZW50U3R5bGUiOm51bGx9LCJEYXRlRm9ybWF0Ijp7IiRyZWYiOiI2MjgifSwiV2Vla051bWJlcmluZyI6eyIkaWQiOiI3MzkiLCJGb3JtYXQiOjAsIklzVmlzaWJsZSI6ZmFsc2UsIkxhc3RLbm93blZpc2liaWxpdHlTdGF0ZSI6ZmFsc2V9LCJJc1Zpc2libGUiOnRydWUsIlBhcmVudFN0eWxlIjpudWxsfSwiSW5kZXgiOjYsIlNtYXJ0RHVyYXRpb25BY3RpdmF0ZWQiOmZhbHNlLCJEYXRlRm9ybWF0Ijp7IiRyZWYiOiI2MjgifSwiV2Vla051bWJlcmluZyI6eyIkaWQiOiI3NDAiLCJGb3JtYXQiOjAsIklzVmlzaWJsZSI6ZmFsc2UsIkxhc3RLbm93blZpc2liaWxpdHlTdGF0ZSI6ZmFsc2V9LCJCYXNlbGluZURhdGEiOnsiJGlkIjoiNzQxIiwiU3RhcnREYXRlIjoiMjAyNy0wNS0xMlQxMDowMDowMFoiLCJFbmREYXRlIjoiMjAzNi0wMS0wOVQxMDowMDowMCJ9LCJJZCI6ImQ1NmRkMDRhLTQ4OTItNDUxNy1hMGE5LTI3MDJlNzAyY2YzYiIsIkltcG9ydElkIjpudWxsLCJUaXRsZSI6IiAxTCBtQkMgSEVSMisgIChjb21ibyBULURYZCkgIFBoIElJSSIsIk5vdGUiOm51bGwsIkh5cGVybGluayI6eyIkaWQiOiI3NDIiLCJBZGRyZXNzIjpudWxsLCJTdWJBZGRyZXNzIjpudWxsfSwiSXNDaGFuZ2VkIjpmYWxzZSwiSXNOZXciOmZhbHNlfX1dLCJfbWlsZXN0b25lcyI6W3siJGlkIjoiNzQzIiwiSWQiOiIxOWZlNzUwOS02OWJjLTQ2MjQtOTUxNi1lNWQ3M2I1ZmMxNGYiLCJJbmRleCI6NiwiR3JvdXBJZCI6bnVsbCwiVGl0bGUiOiJSb0ZEIiwiRGF0ZVRpbWUiOiIyMDI3LTAyLTExVDA4OjAwOjAwIiwiUGVyY2VudGFnZUNvbXBsZXRlIjpudWxsLCJOb3RlIjpudWxsLCJTdHlsZSI6eyIkaWQiOiI3NDQiLCJUaXRsZVBvc2l0aW9uIjoiTGVmdCIsIkRhdGVQb3NpdGlvbiI6IkxlZnQiLCJTaGFwZVR5cGUiOjE0LCJTaGFwZVNpemUiOjEsIlNwYWNpbmciOjUsIlNoYXBlU3R5bGUiOnsiJGlkIjoiNzQ1IiwiTWFyZ2luIjp7IiRyZWYiOiIxODAifSwiUGFkZGluZyI6eyIkcmVmIjoiMTgxIn0sIkJhY2tncm91bmQiOnsiJGlkIjoiNzQ2IiwiQ29sb3IiOnsiJGlkIjoiNzQ3IiwiQSI6MjU1LCJSIjowLCJHIjoyMjgsIkIiOjEyNH19LCJJc1Zpc2libGUiOnRydWUsIldpZHRoIjoxOC4wLCJIZWlnaHQiOjIwLjAsIkJvcmRlclN0eWxlIjp7IiRpZCI6Ijc0OCIsIkxpbmVDb2xvciI6eyIkcmVmIjoiODYifSwiTGluZVdlaWdodCI6MS4wLCJMaW5lVHlwZSI6MCwiUGFyZW50U3R5bGUiOm51bGx9LCJQYXJlbnRTdHlsZSI6bnVsbH0sIlRpdGxlU3R5bGUiOnsiJGlkIjoiNzQ5IiwiRm9udFNldHRpbmdzIjp7IiRpZCI6Ijc1MCIsIkZvbnRTaXplIjoxMSwiRm9udE5hbWUiOiJCb2VocmluZ2VyIEZvcndhcmQgVGV4dCIsIklzQm9sZCI6dHJ1ZSwiSXNJdGFsaWMiOmZhbHNlLCJJc1VuZGVybGluZWQiOmZhbHNlLCJQYXJlbnRTdHlsZSI6bnVsbH0sIkF1dG9TaXplIjowLCJGb3JlZ3JvdW5kIjp7IiRpZCI6Ijc1MSIsIkNvbG9yIjp7IiRpZCI6Ijc1MiIsIkEiOjI1NSwiUiI6OCwiRyI6NDksIkIiOjQyfX0sIk1heFdpZHRoIjoyMDAuMCwiTWF4SGVpZ2h0IjoiSW5maW5pdHkiLCJTbWFydEZvcmVncm91bmRJc0FjdGl2ZSI6ZmFsc2UsIkhvcml6b250YWxBbGlnbm1lbnQiOjIsIlZlcnRpY2FsQWxpZ25tZW50IjowLCJTbWFydEZvcmVncm91bmQiOm51bGwsIkJhY2tncm91bmRGaWxsVHlwZSI6MCwiTWFyZ2luIjp7IiRyZWYiOiIxOTEifSwiUGFkZGluZyI6eyIkcmVmIjoiMTkyIn0sIkJhY2tncm91bmQiOnsiJGlkIjoiNzUzIiwiQ29sb3IiOnsiJGlkIjoiNzU0IiwiQSI6MCwiUiI6MjU1LCJHIjoyNTUsIkIiOjI1NX19LCJJc1Zpc2libGUiOnRydWUsIldpZHRoIjowLjAsIkhlaWdodCI6MC4wLCJCb3JkZXJTdHlsZSI6bnVsbCwiUGFyZW50U3R5bGUiOm51bGx9LCJEYXRlU3R5bGUiOnsiJGlkIjoiNzU1IiwiRm9udFNldHRpbmdzIjp7IiRpZCI6Ijc1NiIsIkZvbnRTaXplIjoxMCwiRm9udE5hbWUiOiJCb2VocmluZ2VyIEZvcndhcmQgVGV4dCIsIklzQm9sZCI6ZmFsc2UsIklzSXRhbGljIjpmYWxzZSwiSXNVbmRlcmxpbmVkIjpmYWxzZSwiUGFyZW50U3R5bGUiOm51bGx9LCJBdXRvU2l6ZSI6MCwiRm9yZWdyb3VuZCI6eyIkaWQiOiI3NTciLCJDb2xvciI6eyIkaWQiOiI3NTgiLCJBIjoyNTUsIlIiOjgsIkciOjQ5LCJCIjo0Mn19LCJNYXhXaWR0aCI6MjAwLjAsIk1heEhlaWdodCI6IkluZmluaXR5IiwiU21hcnRGb3JlZ3JvdW5kSXNBY3RpdmUiOmZhbHNlLCJIb3Jpem9udGFsQWxpZ25tZW50IjoyLCJWZXJ0aWNhbEFsaWdubWVudCI6MCwiU21hcnRGb3JlZ3JvdW5kIjpudWxsLCJCYWNrZ3JvdW5kRmlsbFR5cGUiOjAsIk1hcmdpbiI6eyIkcmVmIjoiMTk5In0sIlBhZGRpbmciOnsiJHJlZiI6IjIwMCJ9LCJCYWNrZ3JvdW5kIjp7IiRpZCI6Ijc1OSIsIkNvbG9yIjp7IiRpZCI6Ijc2MCIsIkEiOjAsIlIiOjI1NSwiRyI6MjU1LCJCIjoyNTV9fSwiSXNWaXNpYmxlIjpmYWxzZSwiV2lkdGgiOjAuMCwiSGVpZ2h0IjowLjAsIkJvcmRlclN0eWxlIjpudWxsLCJQYXJlbnRTdHlsZSI6bnVsbH0sIkRhdGVGb3JtYXQiOnsiJHJlZiI6IjEwNiJ9LCJXZWVrTnVtYmVyaW5nIjp7IiRpZCI6Ijc2MSIsIkZvcm1hdCI6MCwiSXNWaXNpYmxlIjpmYWxzZSwiTGFzdEtub3duVmlzaWJpbGl0eVN0YXRlIjpmYWxzZX0sIklzVmlzaWJsZSI6ZmFsc2UsIlBhcmVudFN0eWxlIjpudWxsfSwiSHlwZXJsaW5rIjpudWxsLCJCYXNlbGluZURhdGEiOnsiJGlkIjoiNzYyIiwiRGF0ZSI6IjIwMjctMDItMTFUMDg6MDA6MDAifSwiSW1wb3J0SWQiOm51bGx9LHsiJGlkIjoiNzYzIiwiSWQiOiIxZjM0ZmM1Ny0wMGQwLTQwMzUtYjZlMy1lZWI0MzBhYjY3OWUiLCJJbmRleCI6NSwiR3JvdXBJZCI6bnVsbCwiVGl0bGUiOiJGQSBVUyIsIkRhdGVUaW1lIjoiMjAzNi0wNy0xN1QwODowMDowMCIsIlBlcmNlbnRhZ2VDb21wbGV0ZSI6bnVsbCwiTm90ZSI6bnVsbCwiU3R5bGUiOnsiJGlkIjoiNzY0IiwiVGl0bGVQb3NpdGlvbiI6IlJpZ2h0IiwiRGF0ZVBvc2l0aW9uIjoiTGVmdCIsIlNoYXBlVHlwZSI6MTMsIlNoYXBlU2l6ZSI6MSwiU3BhY2luZyI6NSwiU2hhcGVTdHlsZSI6eyIkaWQiOiI3NjUiLCJNYXJnaW4iOnsiJHJlZiI6IjE4MCJ9LCJQYWRkaW5nIjp7IiRyZWYiOiIxODEifSwiQmFja2dyb3VuZCI6eyIkaWQiOiI3NjYiLCJDb2xvciI6eyIkaWQiOiI3NjciLCJBIjoyNTUsIlIiOjI0NSwiRyI6MTM4LCJCIjoxMDR9fSwiSXNWaXNpYmxlIjp0cnVlLCJXaWR0aCI6MTguMCwiSGVpZ2h0IjoyMC4wLCJCb3JkZXJTdHlsZSI6eyIkaWQiOiI3NjgiLCJMaW5lQ29sb3IiOnsiJHJlZiI6IjE4NSJ9LCJMaW5lV2VpZ2h0IjowLjAsIkxpbmVUeXBlIjowLCJQYXJlbnRTdHlsZSI6bnVsbH0sIlBhcmVudFN0eWxlIjpudWxsfSwiVGl0bGVTdHlsZSI6eyIkaWQiOiI3NjkiLCJGb250U2V0dGluZ3MiOnsiJGlkIjoiNzcwIiwiRm9udFNpemUiOjExLCJGb250TmFtZSI6IkJvZWhyaW5nZXIgRm9yd2FyZCBUZXh0IiwiSXNCb2xkIjp0cnVlLCJJc0l0YWxpYyI6ZmFsc2UsIklzVW5kZXJsaW5lZCI6ZmFsc2UsIlBhcmVudFN0eWxlIjpudWxsfSwiQXV0b1NpemUiOjAsIkZvcmVncm91bmQiOnsiJGlkIjoiNzcxIiwiQ29sb3IiOnsiJGlkIjoiNzcyIiwiQSI6MjU1LCJSIjo4LCJHIjo0OSwiQiI6NDJ9fSwiTWF4V2lkdGgiOjIwMC4wLCJNYXhIZWlnaHQiOiJJbmZpbml0eSIsIlNtYXJ0Rm9yZWdyb3VuZElzQWN0aXZlIjpmYWxzZSwiSG9yaXpvbnRhbEFsaWdubWVudCI6MCwiVmVydGljYWxBbGlnbm1lbnQiOjAsIlNtYXJ0Rm9yZWdyb3VuZCI6bnVsbCwiQmFja2dyb3VuZEZpbGxUeXBlIjowLCJNYXJnaW4iOnsiJHJlZiI6IjE5MSJ9LCJQYWRkaW5nIjp7IiRyZWYiOiIxOTIifSwiQmFja2dyb3VuZCI6eyIkaWQiOiI3NzMiLCJDb2xvciI6eyIkaWQiOiI3NzQiLCJBIjowLCJSIjoyNTUsIkciOjI1NSwiQiI6MjU1fX0sIklzVmlzaWJsZSI6dHJ1ZSwiV2lkdGgiOjAuMCwiSGVpZ2h0IjowLjAsIkJvcmRlclN0eWxlIjpudWxsLCJQYXJlbnRTdHlsZSI6bnVsbH0sIkRhdGVTdHlsZSI6eyIkaWQiOiI3NzUiLCJGb250U2V0dGluZ3MiOnsiJGlkIjoiNzc2IiwiRm9udFNpemUiOjEwLCJGb250TmFtZSI6IkJvZWhyaW5nZXIgRm9yd2FyZCBUZXh0IiwiSXNCb2xkIjpmYWxzZSwiSXNJdGFsaWMiOmZhbHNlLCJJc1VuZGVybGluZWQiOmZhbHNlLCJQYXJlbnRTdHlsZSI6bnVsbH0sIkF1dG9TaXplIjowLCJGb3JlZ3JvdW5kIjp7IiRpZCI6Ijc3NyIsIkNvbG9yIjp7IiRpZCI6Ijc3OCIsIkEiOjI1NSwiUiI6OCwiRyI6NDksIkIiOjQyfX0sIk1heFdpZHRoIjoyMDAuMCwiTWF4SGVpZ2h0IjoiSW5maW5pdHkiLCJTbWFydEZvcmVncm91bmRJc0FjdGl2ZSI6ZmFsc2UsIkhvcml6b250YWxBbGlnbm1lbnQiOjIsIlZlcnRpY2FsQWxpZ25tZW50IjowLCJTbWFydEZvcmVncm91bmQiOm51bGwsIkJhY2tncm91bmRGaWxsVHlwZSI6MCwiTWFyZ2luIjp7IiRyZWYiOiIxOTkifSwiUGFkZGluZyI6eyIkcmVmIjoiMjAwIn0sIkJhY2tncm91bmQiOnsiJGlkIjoiNzc5IiwiQ29sb3IiOnsiJGlkIjoiNzgwIiwiQSI6MCwiUiI6MjU1LCJHIjoyNTUsIkIiOjI1NX19LCJJc1Zpc2libGUiOmZhbHNlLCJXaWR0aCI6MC4wLCJIZWlnaHQiOjAuMCwiQm9yZGVyU3R5bGUiOm51bGwsIlBhcmVudFN0eWxlIjpudWxsfSwiRGF0ZUZvcm1hdCI6eyIkcmVmIjoiMTA2In0sIldlZWtOdW1iZXJpbmciOnsiJGlkIjoiNzgxIiwiRm9ybWF0IjowLCJJc1Zpc2libGUiOmZhbHNlLCJMYXN0S25vd25WaXNpYmlsaXR5U3RhdGUiOmZhbHNlfSwiSXNWaXNpYmxlIjp0cnVlLCJQYXJlbnRTdHlsZSI6bnVsbH0sIkh5cGVybGluayI6bnVsbCwiQmFzZWxpbmVEYXRhIjp7IiRpZCI6Ijc4MiIsIkRhdGUiOiIyMDM2LTA3LTE3VDA4OjAwOjAwIn0sIkltcG9ydElkIjpudWxsfV0sIklkIjoiZThjZGQ3NDItZGZjOC00NDJjLWJjYTEtOTUzMWIyNzQ3ODY4IiwiSXNTaW5nbGVJdGVtUm93IjpmYWxzZX1dLCJJbmRleCI6MCwiSWQiOiI4ZjA4ZWU4Mi03ZWU5LTRhYWYtOTg5Ny1iNDgyMjQzZjRkNmEiLCJIZWFkZXJUZXh0IjpudWxsLCJJc0RlZmF1bHQiOnRydWUsIlN0eWxlIjp7IiRpZCI6Ijc4MyIsIkhlYWRlclN0eWxlIjp7IiRpZCI6Ijc4NCIsIlRleHRTdHlsZSI6eyIkaWQiOiI3ODUiLCJGb250U2V0dGluZ3MiOnsiJGlkIjoiNzg2IiwiRm9udFNpemUiOjExLCJGb250TmFtZSI6IkNhbGlicmkiLCJJc0JvbGQiOmZhbHNlLCJJc0l0YWxpYyI6ZmFsc2UsIklzVW5kZXJsaW5lZCI6ZmFsc2UsIlBhcmVudFN0eWxlIjpudWxsfSwiQXV0b1NpemUiOjIsIkZvcmVncm91bmQiOnsiJGlkIjoiNzg3IiwiQ29sb3IiOnsiJGlkIjoiNzg4IiwiQSI6MjU1LCJSIjowLCJHIjowLCJCIjowfX0sIk1heFdpZHRoIjowLjAsIk1heEhlaWdodCI6MC4wLCJTbWFydEZvcmVncm91bmRJc0FjdGl2ZSI6ZmFsc2UsIkhvcml6b250YWxBbGlnbm1lbnQiOjAsIlZlcnRpY2FsQWxpZ25tZW50IjowLCJTbWFydEZvcmVncm91bmQiOm51bGwsIkJhY2tncm91bmRGaWxsVHlwZSI6MCwiTWFyZ2luIjp7IiRpZCI6Ijc4OSIsIlRvcCI6MC4wLCJMZWZ0IjowLjAsIlJpZ2h0IjowLjAsIkJvdHRvbSI6MC4wfSwiUGFkZGluZyI6eyIkaWQiOiI3OTAiLCJUb3AiOjAuMCwiTGVmdCI6MC4wLCJSaWdodCI6MC4wLCJCb3R0b20iOjAuMH0sIkJhY2tncm91bmQiOm51bGwsIklzVmlzaWJsZSI6dHJ1ZSwiV2lkdGgiOjAuMCwiSGVpZ2h0IjowLjAsIkJvcmRlclN0eWxlIjpudWxsLCJQYXJlbnRTdHlsZSI6bnVsbH0sIlJlY3RhbmdsZVN0eWxlIjp7IiRpZCI6Ijc5MSIsIk1hcmdpbiI6eyIkaWQiOiI3OTIiLCJUb3AiOjAuMCwiTGVmdCI6MC4wLCJSaWdodCI6MC4wLCJCb3R0b20iOjAuMH0sIlBhZGRpbmciOnsiJGlkIjoiNzkzIiwiVG9wIjowLjAsIkxlZnQiOjAuMCwiUmlnaHQiOjAuMCwiQm90dG9tIjowLjB9LCJCYWNrZ3JvdW5kIjp7IiRpZCI6Ijc5NCIsIkNvbG9yIjp7IiRpZCI6Ijc5NSIsIkEiOjYzLCJSIjoxOTcsIkciOjE5NSwiQiI6MjM4fX0sIklzVmlzaWJsZSI6dHJ1ZSwiV2lkdGgiOjAuMCwiSGVpZ2h0IjowLjAsIkJvcmRlclN0eWxlIjp7IiRpZCI6Ijc5NiIsIkxpbmVDb2xvciI6eyIkaWQiOiI3OTciLCIkdHlwZSI6Ik5MUkUuQ29tbW9uLkRvbS5Tb2xpZENvbG9yQnJ1c2gsIE5MUkUuQ29tbW9uIiwiQ29sb3IiOnsiJGlkIjoiNzk4IiwiQSI6MjU1LCJSIjoyNTUsIkciOjAsIkIiOjB9fSwiTGluZVdlaWdodCI6MC4wLCJMaW5lVHlwZSI6MCwiUGFyZW50U3R5bGUiOm51bGx9LCJQYXJlbnRTdHlsZSI6bnVsbH0sIk1hcmdpbiI6eyIkaWQiOiI3OTkiLCJUb3AiOjAuMCwiTGVmdCI6MC4wLCJSaWdodCI6MC4wLCJCb3R0b20iOjAuMH0sIlBhZGRpbmciOnsiJGlkIjoiODAwIiwiVG9wIjowLjAsIkxlZnQiOjAuMCwiUmlnaHQiOjAuMCwiQm90dG9tIjowLjB9LCJCYWNrZ3JvdW5kIjpudWxsLCJJc1Zpc2libGUiOnRydWUsIldpZHRoIjowLjAsIkhlaWdodCI6MC4wLCJCb3JkZXJTdHlsZSI6bnVsbCwiUGFyZW50U3R5bGUiOm51bGx9LCJCYWNrZ3JvdW5kU3R5bGUiOnsiJGlkIjoiODAxIiwiTWFyZ2luIjp7IiRpZCI6IjgwMiIsIlRvcCI6MC4wLCJMZWZ0IjowLjAsIlJpZ2h0IjowLjAsIkJvdHRvbSI6MC4wfSwiUGFkZGluZyI6eyIkaWQiOiI4MDMiLCJUb3AiOjAuMCwiTGVmdCI6MC4wLCJSaWdodCI6MC4wLCJCb3R0b20iOjAuMH0sIkJhY2tncm91bmQiOnsiJGlkIjoiODA0IiwiQ29sb3IiOnsiJGlkIjoiODA1IiwiQSI6NTEsIlIiOjE5NywiRyI6MTk1LCJCIjoyMzh9fSwiSXNWaXNpYmxlIjp0cnVlLCJXaWR0aCI6MC4wLCJIZWlnaHQiOjAuMCwiQm9yZGVyU3R5bGUiOnsiJGlkIjoiODA2IiwiTGluZUNvbG9yIjp7IiRpZCI6IjgwNyIsIiR0eXBlIjoiTkxSRS5Db21tb24uRG9tLlNvbGlkQ29sb3JCcnVzaCwgTkxSRS5Db21tb24iLCJDb2xvciI6eyIkaWQiOiI4MDgiLCJBIjoyNTUsIlIiOjI1NSwiRyI6MCwiQiI6MH19LCJMaW5lV2VpZ2h0IjowLjAsIkxpbmVUeXBlIjowLCJQYXJlbnRTdHlsZSI6bnVsbH0sIlBhcmVudFN0eWxlIjpudWxsfSwiTWFyZ2luIjp7IiRpZCI6IjgwOSIsIlRvcCI6MC4wLCJMZWZ0IjowLjAsIlJpZ2h0IjowLjAsIkJvdHRvbSI6MC4wfSwiUGFkZGluZyI6eyIkaWQiOiI4MTAiLCJUb3AiOjAuMCwiTGVmdCI6MC4wLCJSaWdodCI6MC4wLCJCb3R0b20iOjAuMH0sIklzVmlzaWJsZSI6ZmFsc2UsIldpZHRoIjowLjAsIkhlaWdodCI6MC4wLCJCb3JkZXJTdHlsZSI6bnVsbCwiUGFyZW50U3R5bGUiOm51bGx9fV0sIklkIjoiMDRiMWU1N2EtNjE5NC00MTJlLTljNzgtM2ZmMGNhYWZiN2ZkIiwiSW5kZXgiOjEsIkhlYWRlclRleHQiOiJCcmVhc3QgY2FuY2VyIiwiU3R5bGUiOnsiJGlkIjoiODExIiwiU3R5bGVJZCI6IjAwMDAwMDAwLTAwMDAtMDAwMC0wMDAwLTAwMDAwMDAwMDAwMCIsIkhlYWRlclN0eWxlIjp7IiRpZCI6IjgxMiIsIlRleHRJc1ZlcnRpY2FsIjpmYWxzZSwiVGV4dFN0eWxlIjp7IiRpZCI6IjgxMyIsIkZvbnRTZXR0aW5ncyI6eyIkaWQiOiI4MTQiLCJGb250U2l6ZSI6MTIsIkZvbnROYW1lIjoiQm9laHJpbmdlciBGb3J3YXJkIFRleHQiLCJJc0JvbGQiOmZhbHNlLCJJc0l0YWxpYyI6ZmFsc2UsIklzVW5kZXJsaW5lZCI6ZmFsc2UsIlBhcmVudFN0eWxlIjpudWxsfSwiQXV0b1NpemUiOjIsIkZvcmVncm91bmQiOnsiJGlkIjoiODE1IiwiQ29sb3IiOnsiJGlkIjoiODE2IiwiQSI6MjU1LCJSIjo4LCJHIjo0OSwiQiI6NDJ9fSwiTWF4V2lkdGgiOjcxLjAsIk1heEhlaWdodCI6IkluZmluaXR5IiwiU21hcnRGb3JlZ3JvdW5kSXNBY3RpdmUiOmZhbHNlLCJIb3Jpem9udGFsQWxpZ25tZW50IjowLCJWZXJ0aWNhbEFsaWdubWVudCI6MCwiU21hcnRGb3JlZ3JvdW5kIjpudWxsLCJCYWNrZ3JvdW5kRmlsbFR5cGUiOjAsIk1hcmdpbiI6eyIkaWQiOiI4MTciLCJUb3AiOjAuMCwiTGVmdCI6MC4wLCJSaWdodCI6MC4wLCJCb3R0b20iOjAuMH0sIlBhZGRpbmciOnsiJGlkIjoiODE4IiwiVG9wIjowLjAsIkxlZnQiOjAuMCwiUmlnaHQiOjAuMCwiQm90dG9tIjowLjB9LCJCYWNrZ3JvdW5kIjpudWxsLCJJc1Zpc2libGUiOnRydWUsIldpZHRoIjowLjAsIkhlaWdodCI6MC4wLCJCb3JkZXJTdHlsZSI6bnVsbCwiUGFyZW50U3R5bGUiOm51bGx9LCJSZWN0YW5nbGVTdHlsZSI6eyIkaWQiOiI4MTkiLCJNYXJnaW4iOnsiJGlkIjoiODIwIiwiVG9wIjowLjAsIkxlZnQiOjAuMCwiUmlnaHQiOjAuMCwiQm90dG9tIjowLjB9LCJQYWRkaW5nIjp7IiRpZCI6IjgyMSIsIlRvcCI6MC4wLCJMZWZ0IjowLjAsIlJpZ2h0IjowLjAsIkJvdHRvbSI6MC4wfSwiQmFja2dyb3VuZCI6eyIkaWQiOiI4MjIiLCJDb2xvciI6eyIkaWQiOiI4MjMiLCJBIjoyNTUsIlIiOjI1NSwiRyI6MjMwLCJCIjoxMDN9fSwiSXNWaXNpYmxlIjp0cnVlLCJXaWR0aCI6MC4wLCJIZWlnaHQiOjAuMCwiQm9yZGVyU3R5bGUiOnsiJGlkIjoiODI0IiwiTGluZUNvbG9yIjp7IiRpZCI6IjgyNSIsIiR0eXBlIjoiTkxSRS5Db21tb24uRG9tLlNvbGlkQ29sb3JCcnVzaCwgTkxSRS5Db21tb24iLCJDb2xvciI6eyIkaWQiOiI4MjYiLCJBIjoyNTUsIlIiOjI1NSwiRyI6MCwiQiI6MH19LCJMaW5lV2VpZ2h0IjowLjAsIkxpbmVUeXBlIjowLCJQYXJlbnRTdHlsZSI6bnVsbH0sIlBhcmVudFN0eWxlIjpudWxsfSwiTWFyZ2luIjp7IiRpZCI6IjgyNyIsIlRvcCI6MC4wLCJMZWZ0IjowLjAsIlJpZ2h0IjowLjAsIkJvdHRvbSI6MC4wfSwiUGFkZGluZyI6eyIkaWQiOiI4MjgiLCJUb3AiOjAuMCwiTGVmdCI6MC4wLCJSaWdodCI6MC4wLCJCb3R0b20iOjAuMH0sIkJhY2tncm91bmQiOm51bGwsIklzVmlzaWJsZSI6dHJ1ZSwiV2lkdGgiOjAuMCwiSGVpZ2h0IjowLjAsIkJvcmRlclN0eWxlIjpudWxsLCJQYXJlbnRTdHlsZSI6bnVsbH0sIkJhY2tncm91bmRTdHlsZSI6eyIkaWQiOiI4MjkiLCJNYXJnaW4iOnsiJGlkIjoiODMwIiwiVG9wIjowLjAsIkxlZnQiOjAuMCwiUmlnaHQiOjAuMCwiQm90dG9tIjowLjB9LCJQYWRkaW5nIjp7IiRpZCI6IjgzMSIsIlRvcCI6MC4wLCJMZWZ0IjowLjAsIlJpZ2h0IjowLjAsIkJvdHRvbSI6MC4wfSwiQmFja2dyb3VuZCI6eyIkaWQiOiI4MzIiLCJDb2xvciI6eyIkaWQiOiI4MzMiLCJBIjo1MSwiUiI6MjU1LCJHIjoyMzAsIkIiOjEwM319LCJJc1Zpc2libGUiOnRydWUsIldpZHRoIjowLjAsIkhlaWdodCI6MC4wLCJCb3JkZXJTdHlsZSI6eyIkaWQiOiI4MzQiLCJMaW5lQ29sb3IiOnsiJGlkIjoiODM1IiwiJHR5cGUiOiJOTFJFLkNvbW1vbi5Eb20uU29saWRDb2xvckJydXNoLCBOTFJFLkNvbW1vbiIsIkNvbG9yIjp7IiRpZCI6IjgzNiIsIkEiOjI1NSwiUiI6OCwiRyI6NDksIkIiOjQyfX0sIkxpbmVXZWlnaHQiOjAuMCwiTGluZVR5cGUiOjAsIlBhcmVudFN0eWxlIjpudWxsfSwiUGFyZW50U3R5bGUiOm51bGx9LCJJc0Fib3ZlVGltZWJhbmQiOmZhbHNlLCJTcGFjaW5nIjoxMCwiRGVmYXVsdFN3aW1sYW5lVGFza1N0eWxlIjp7IiRpZCI6IjgzNyIsIiR0eXBlIjoiTkxSRS5Db21tb24uRG9tLlN0eWxlcy5FeHBsaWNpdFNldGFibGVUYXNrU3R5bGUsIE5MUkUuQ29tbW9uIiwiU2hhcGUiOjMsIlNoYXBlVGhpY2tuZXNzIjowLCJEdXJhdGlvbkZvcm1hdCI6MCwiSW5jbHVkZU5vbldvcmtpbmdEYXlzSW5EdXJhdGlvbiI6ZmFsc2UsIlBlcmNlbnRhZ2VDb21wbGV0ZVN0eWxlIjp7IiRpZCI6IjgzOCIsIkZvbnRTZXR0aW5ncyI6eyIkaWQiOiI4MzkiLCJGb250U2l6ZSI6MTAsIkZvbnROYW1lIjoiQ2FsaWJyaSIsIklzQm9sZCI6ZmFsc2UsIklzSXRhbGljIjpmYWxzZSwiSXNVbmRlcmxpbmVkIjpmYWxzZSwiUGFyZW50U3R5bGUiOm51bGx9LCJBdXRvU2l6ZSI6MCwiRm9yZWdyb3VuZCI6eyIkaWQiOiI4NDAiLCJDb2xvciI6eyIkaWQiOiI4ND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4NDIiLCJUb3AiOjAuMCwiTGVmdCI6MC4wLCJSaWdodCI6MC4wLCJCb3R0b20iOjAuMH0sIlBhZGRpbmciOnsiJGlkIjoiODQzIiwiVG9wIjowLjAsIkxlZnQiOjAuMCwiUmlnaHQiOjAuMCwiQm90dG9tIjowLjB9LCJCYWNrZ3JvdW5kIjp7IiRpZCI6Ijg0NCIsIkNvbG9yIjp7IiRpZCI6Ijg0NSIsIkEiOjg5LCJSIjowLCJHIjowLCJCIjowfX0sIklzVmlzaWJsZSI6dHJ1ZSwiV2lkdGgiOjAuMCwiSGVpZ2h0IjowLjAsIkJvcmRlclN0eWxlIjpudWxsLCJQYXJlbnRTdHlsZSI6bnVsbH0sIkR1cmF0aW9uU3R5bGUiOnsiJGlkIjoiODQ2IiwiRm9udFNldHRpbmdzIjp7IiRpZCI6Ijg0NyIsIkZvbnRTaXplIjoxMCwiRm9udE5hbWUiOiJDYWxpYnJpIiwiSXNCb2xkIjpmYWxzZSwiSXNJdGFsaWMiOmZhbHNlLCJJc1VuZGVybGluZWQiOmZhbHNlLCJQYXJlbnRTdHlsZSI6bnVsbH0sIkF1dG9TaXplIjowLCJGb3JlZ3JvdW5kIjp7IiRpZCI6Ijg0OCIsIkNvbG9yIjp7IiRpZCI6Ijg0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g1MCIsIlRvcCI6MC4wLCJMZWZ0IjowLjAsIlJpZ2h0IjowLjAsIkJvdHRvbSI6MC4wfSwiUGFkZGluZyI6eyIkaWQiOiI4NTEiLCJUb3AiOjAuMCwiTGVmdCI6MC4wLCJSaWdodCI6MC4wLCJCb3R0b20iOjAuMH0sIkJhY2tncm91bmQiOnsiJGlkIjoiODUyIiwiQ29sb3IiOnsiJGlkIjoiODUzIiwiQSI6MCwiUiI6MCwiRyI6MCwiQiI6MH19LCJJc1Zpc2libGUiOnRydWUsIldpZHRoIjowLjAsIkhlaWdodCI6MC4wLCJCb3JkZXJTdHlsZSI6bnVsbCwiUGFyZW50U3R5bGUiOm51bGx9LCJIb3Jpem9udGFsQ29ubmVjdG9yU3R5bGUiOnsiJGlkIjoiODU0IiwiTGluZUNvbG9yIjp7IiRpZCI6Ijg1NSIsIiR0eXBlIjoiTkxSRS5Db21tb24uRG9tLlNvbGlkQ29sb3JCcnVzaCwgTkxSRS5Db21tb24iLCJDb2xvciI6eyIkaWQiOiI4NTYiLCJBIjoyNTUsIlIiOjIwNCwiRyI6MjA0LCJCIjoyMDR9fSwiTGluZVdlaWdodCI6MS4wLCJMaW5lVHlwZSI6MCwiUGFyZW50U3R5bGUiOm51bGx9LCJWZXJ0aWNhbENvbm5lY3RvclN0eWxlIjp7IiRpZCI6Ijg1NyIsIkxpbmVDb2xvciI6eyIkaWQiOiI4NTgiLCIkdHlwZSI6Ik5MUkUuQ29tbW9uLkRvbS5Tb2xpZENvbG9yQnJ1c2gsIE5MUkUuQ29tbW9uIiwiQ29sb3IiOnsiJGlkIjoiODU5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kJhc2VsaW5lU3R5bGUiOnsiJGlkIjoiODYwIiwiU2hhcGVTdHlsZSI6eyIkaWQiOiI4NjEiLCJNYXJnaW4iOnsiJGlkIjoiODYyIiwiVG9wIjowLjAsIkxlZnQiOjAuMCwiUmlnaHQiOjAuMCwiQm90dG9tIjowLjB9LCJQYWRkaW5nIjp7IiRpZCI6Ijg2MyIsIlRvcCI6MC4wLCJMZWZ0IjowLjAsIlJpZ2h0IjowLjAsIkJvdHRvbSI6MC4wfSwiQmFja2dyb3VuZCI6eyIkaWQiOiI4NjQiLCJDb2xvciI6eyIkaWQiOiI4NjUiLCJBIjoxNTMsIlIiOjAsIkciOjAsIkIiOjB9fSwiSXNWaXNpYmxlIjp0cnVlLCJXaWR0aCI6MC4wLCJIZWlnaHQiOjAuMCwiQm9yZGVyU3R5bGUiOnsiJGlkIjoiODY2IiwiTGluZUNvbG9yIjpudWxsLCJMaW5lV2VpZ2h0IjowLjAsIkxpbmVUeXBlIjowLCJQYXJlbnRTdHlsZSI6bnVsbH0sIlBhcmVudFN0eWxlIjpudWxsfSwiTWFyZ2luIjp7IiRpZCI6Ijg2NyIsIlRvcCI6MC4wLCJMZWZ0IjowLjAsIlJpZ2h0IjowLjAsIkJvdHRvbSI6MC4wfSwiUGFkZGluZyI6eyIkaWQiOiI4NjgiLCJUb3AiOjAuMCwiTGVmdCI6MC4wLCJSaWdodCI6MC4wLCJCb3R0b20iOjAuMH0sIkJhY2tncm91bmQiOm51bGwsIklzVmlzaWJsZSI6dHJ1ZSwiV2lkdGgiOjAuMCwiSGVpZ2h0IjowLjAsIkJvcmRlclN0eWxlIjpudWxsLCJQYXJlbnRTdHlsZSI6bnVsbH0sIlNoYXBlU3R5bGUiOnsiJGlkIjoiODY5IiwiTWFyZ2luIjp7IiRpZCI6Ijg3MCIsIlRvcCI6MC4wLCJMZWZ0Ijo0LjAsIlJpZ2h0Ijo0LjAsIkJvdHRvbSI6MC4wfSwiUGFkZGluZyI6eyIkaWQiOiI4NzEiLCJUb3AiOjAuMCwiTGVmdCI6MC4wLCJSaWdodCI6MC4wLCJCb3R0b20iOjAuMH0sIkJhY2tncm91bmQiOnsiJGlkIjoiODcyIiwiQ29sb3IiOnsiJGlkIjoiODczIiwiQSI6MjU1LCJSIjoyNTUsIkciOjIzMCwiQiI6MTAzfX0sIklzVmlzaWJsZSI6dHJ1ZSwiV2lkdGgiOjAuMCwiSGVpZ2h0IjoxMC4wLCJCb3JkZXJTdHlsZSI6eyIkaWQiOiI4NzQiLCJMaW5lQ29sb3IiOnsiJGlkIjoiODc1IiwiJHR5cGUiOiJOTFJFLkNvbW1vbi5Eb20uU29saWRDb2xvckJydXNoLCBOTFJFLkNvbW1vbiIsIkNvbG9yIjp7IiRpZCI6Ijg3NiIsIkEiOjI1NSwiUiI6MjM0LCJHIjoyMiwiQiI6MzB9fSwiTGluZVdlaWdodCI6MC4wLCJMaW5lVHlwZSI6MCwiUGFyZW50U3R5bGUiOm51bGx9LCJQYXJlbnRTdHlsZSI6bnVsbH0sIlRpdGxlU3R5bGUiOnsiJGlkIjoiODc3IiwiRm9udFNldHRpbmdzIjp7IiRpZCI6Ijg3OCIsIkZvbnRTaXplIjoxMSwiRm9udE5hbWUiOiJCb2VocmluZ2VyIEZvcndhcmQgVGV4dCIsIklzQm9sZCI6ZmFsc2UsIklzSXRhbGljIjpmYWxzZSwiSXNVbmRlcmxpbmVkIjpmYWxzZSwiUGFyZW50U3R5bGUiOm51bGx9LCJBdXRvU2l6ZSI6MCwiRm9yZWdyb3VuZCI6eyIkaWQiOiI4NzkiLCJDb2xvciI6eyIkaWQiOiI4OD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ODgxIiwiVG9wIjowLjAsIkxlZnQiOjAuMCwiUmlnaHQiOjAuMCwiQm90dG9tIjowLjB9LCJQYWRkaW5nIjp7IiRpZCI6Ijg4MiIsIlRvcCI6MC4wLCJMZWZ0IjowLjAsIlJpZ2h0IjowLjAsIkJvdHRvbSI6MC4wfSwiQmFja2dyb3VuZCI6eyIkaWQiOiI4ODMiLCJDb2xvciI6eyIkaWQiOiI4ODQiLCJBIjowLCJSIjoyNTUsIkciOjI1NSwiQiI6MjU1fX0sIklzVmlzaWJsZSI6dHJ1ZSwiV2lkdGgiOjAuMCwiSGVpZ2h0IjowLjAsIkJvcmRlclN0eWxlIjpudWxsLCJQYXJlbnRTdHlsZSI6bnVsbH0sIkRhdGVTdHlsZSI6eyIkaWQiOiI4ODUiLCJGb250U2V0dGluZ3MiOnsiJGlkIjoiODg2IiwiRm9udFNpemUiOjEwLCJGb250TmFtZSI6IkNhbGlicmkiLCJJc0JvbGQiOmZhbHNlLCJJc0l0YWxpYyI6ZmFsc2UsIklzVW5kZXJsaW5lZCI6ZmFsc2UsIlBhcmVudFN0eWxlIjpudWxsfSwiQXV0b1NpemUiOjAsIkZvcmVncm91bmQiOnsiJGlkIjoiODg3IiwiQ29sb3IiOnsiJGlkIjoiODg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4ODkiLCJUb3AiOjAuMCwiTGVmdCI6MC4wLCJSaWdodCI6MC4wLCJCb3R0b20iOjAuMH0sIlBhZGRpbmciOnsiJGlkIjoiODkwIiwiVG9wIjowLjAsIkxlZnQiOjAuMCwiUmlnaHQiOjAuMCwiQm90dG9tIjowLjB9LCJCYWNrZ3JvdW5kIjp7IiRpZCI6Ijg5MSIsIkNvbG9yIjp7IiRpZCI6Ijg5MiIsIkEiOjAsIlIiOjI1NSwiRyI6MjU1LCJCIjoyNTV9fSwiSXNWaXNpYmxlIjp0cnVlLCJXaWR0aCI6MC4wLCJIZWlnaHQiOjAuMCwiQm9yZGVyU3R5bGUiOm51bGwsIlBhcmVudFN0eWxlIjpudWxsfSwiRGF0ZUZvcm1hdCI6eyIkaWQiOiI4OT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k0IiwiRm9ybWF0IjowLCJJc1Zpc2libGUiOmZhbHNlLCJMYXN0S25vd25WaXNpYmlsaXR5U3RhdGUiOmZhbHNlfSwiSXNWaXNpYmxlIjp0cnVlLCJQYXJlbnRTdHlsZSI6bnVsbCwiX2V4cGxpY2l0bHlTZXQiOnsiJGlkIjoiODk1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g5NiIsIlNoYXBlIjoxNCwiQ29ubmVjdG9yTWFyZ2luIjp7IiRpZCI6Ijg5NyIsIlRvcCI6MC4wLCJMZWZ0IjoyLjAsIlJpZ2h0IjoyLjAsIkJvdHRvbSI6MC4wfSwiQ29ubmVjdG9yU3R5bGUiOnsiJGlkIjoiODk4IiwiTGluZUNvbG9yIjp7IiRpZCI6Ijg5OSIsIiR0eXBlIjoiTkxSRS5Db21tb24uRG9tLlNvbGlkQ29sb3JCcnVzaCwgTkxSRS5Db21tb24iLCJDb2xvciI6eyIkaWQiOiI5MDAiLCJBIjoxMjcsIlIiOjgsIkciOjQ5LCJCIjo0Mn19LCJMaW5lV2VpZ2h0IjoxLjAsIkxpbmVUeXBlIjowLCJQYXJlbnRTdHlsZSI6bnVsbH0sIklzQmVsb3dUaW1lYmFuZCI6dHJ1ZSwiUG9zaXRpb25PblRhc2siOjIsIkhpZGVEYXRlIjpmYWxzZSwiU2hhcGVTaXplIjoxLCJTcGFjaW5nIjowLjAsIlBhZGRpbmciOnsiJGlkIjoiOTAxIiwiVG9wIjo1LjAsIkxlZnQiOjMuMCwiUmlnaHQiOjAuMCwiQm90dG9tIjoyLjB9LCJTaGFwZVN0eWxlIjp7IiRpZCI6IjkwMiIsIk1hcmdpbiI6eyIkaWQiOiI5MDMiLCJUb3AiOjAuMCwiTGVmdCI6MC4wLCJSaWdodCI6MC4wLCJCb3R0b20iOjAuMH0sIlBhZGRpbmciOnsiJGlkIjoiOTA0IiwiVG9wIjowLjAsIkxlZnQiOjAuMCwiUmlnaHQiOjAuMCwiQm90dG9tIjowLjB9LCJCYWNrZ3JvdW5kIjp7IiRpZCI6IjkwNSIsIkNvbG9yIjp7IiRpZCI6IjkwNiIsIkEiOjI1NSwiUiI6MCwiRyI6MjI4LCJCIjoxMjR9fSwiSXNWaXNpYmxlIjp0cnVlLCJXaWR0aCI6MTguMCwiSGVpZ2h0IjoyMC4wLCJCb3JkZXJTdHlsZSI6eyIkaWQiOiI5MDciLCJMaW5lQ29sb3IiOnsiJGlkIjoiOTA4IiwiJHR5cGUiOiJOTFJFLkNvbW1vbi5Eb20uU29saWRDb2xvckJydXNoLCBOTFJFLkNvbW1vbiIsIkNvbG9yIjp7IiRpZCI6IjkwOSIsIkEiOjI1NSwiUiI6MjM0LCJHIjoyMiwiQiI6MzB9fSwiTGluZVdlaWdodCI6MC4wLCJMaW5lVHlwZSI6MCwiUGFyZW50U3R5bGUiOm51bGx9LCJQYXJlbnRTdHlsZSI6bnVsbH0sIlRpdGxlU3R5bGUiOnsiJGlkIjoiOTEwIiwiRm9udFNldHRpbmdzIjp7IiRpZCI6IjkxMSIsIkZvbnRTaXplIjoxMSwiRm9udE5hbWUiOiJCb2VocmluZ2VyIEZvcndhcmQgVGV4dCIsIklzQm9sZCI6dHJ1ZSwiSXNJdGFsaWMiOmZhbHNlLCJJc1VuZGVybGluZWQiOmZhbHNlLCJQYXJlbnRTdHlsZSI6bnVsbH0sIkF1dG9TaXplIjowLCJGb3JlZ3JvdW5kIjp7IiRpZCI6IjkxMiIsIkNvbG9yIjp7IiRpZCI6IjkxMyIsIkEiOjI1NSwiUiI6OCwiRyI6NDksIkIiOjQyfX0sIk1heFdpZHRoIjoyMDAuMCwiTWF4SGVpZ2h0IjoiSW5maW5pdHkiLCJTbWFydEZvcmVncm91bmRJc0FjdGl2ZSI6ZmFsc2UsIkhvcml6b250YWxBbGlnbm1lbnQiOjEsIlZlcnRpY2FsQWxpZ25tZW50IjowLCJTbWFydEZvcmVncm91bmQiOm51bGwsIkJhY2tncm91bmRGaWxsVHlwZSI6MCwiTWFyZ2luIjp7IiRpZCI6IjkxNCIsIlRvcCI6MC4wLCJMZWZ0IjowLjAsIlJpZ2h0IjowLjAsIkJvdHRvbSI6MC4wfSwiUGFkZGluZyI6eyIkaWQiOiI5MTUiLCJUb3AiOjAuMCwiTGVmdCI6MC4wLCJSaWdodCI6MC4wLCJCb3R0b20iOjAuMH0sIkJhY2tncm91bmQiOnsiJGlkIjoiOTE2IiwiQ29sb3IiOnsiJGlkIjoiOTE3IiwiQSI6MCwiUiI6MjU1LCJHIjoyNTUsIkIiOjI1NX19LCJJc1Zpc2libGUiOnRydWUsIldpZHRoIjowLjAsIkhlaWdodCI6MC4wLCJCb3JkZXJTdHlsZSI6bnVsbCwiUGFyZW50U3R5bGUiOm51bGx9LCJEYXRlU3R5bGUiOnsiJGlkIjoiOTE4IiwiRm9udFNldHRpbmdzIjp7IiRpZCI6IjkxOSIsIkZvbnRTaXplIjoxMCwiRm9udE5hbWUiOiJCb2VocmluZ2VyIEZvcndhcmQgVGV4dCIsIklzQm9sZCI6ZmFsc2UsIklzSXRhbGljIjpmYWxzZSwiSXNVbmRlcmxpbmVkIjpmYWxzZSwiUGFyZW50U3R5bGUiOm51bGx9LCJBdXRvU2l6ZSI6MCwiRm9yZWdyb3VuZCI6eyIkaWQiOiI5MjAiLCJDb2xvciI6eyIkaWQiOiI5MjEiLCJBIjoyNTUsIlIiOjgsIkciOjQ5LCJCIjo0Mn19LCJNYXhXaWR0aCI6MjAwLjAsIk1heEhlaWdodCI6IkluZmluaXR5IiwiU21hcnRGb3JlZ3JvdW5kSXNBY3RpdmUiOmZhbHNlLCJIb3Jpem9udGFsQWxpZ25tZW50IjoyLCJWZXJ0aWNhbEFsaWdubWVudCI6MCwiU21hcnRGb3JlZ3JvdW5kIjpudWxsLCJCYWNrZ3JvdW5kRmlsbFR5cGUiOjAsIk1hcmdpbiI6eyIkaWQiOiI5MjIiLCJUb3AiOjAuMCwiTGVmdCI6MC4wLCJSaWdodCI6MC4wLCJCb3R0b20iOjAuMH0sIlBhZGRpbmciOnsiJGlkIjoiOTIzIiwiVG9wIjowLjAsIkxlZnQiOjAuMCwiUmlnaHQiOjAuMCwiQm90dG9tIjowLjB9LCJCYWNrZ3JvdW5kIjp7IiRpZCI6IjkyNCIsIkNvbG9yIjp7IiRpZCI6IjkyNSIsIkEiOjAsIlIiOjI1NSwiRyI6MjU1LCJCIjoyNTV9fSwiSXNWaXNpYmxlIjpmYWxzZSwiV2lkdGgiOjAuMCwiSGVpZ2h0IjowLjAsIkJvcmRlclN0eWxlIjpudWxsLCJQYXJlbnRTdHlsZSI6bnVsbH0sIkRhdGVGb3JtYXQiOnsiJGlkIjoiOTI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yNyIsIkZvcm1hdCI6MCwiSXNWaXNpYmxlIjpmYWxzZSwiTGFzdEtub3duVmlzaWJpbGl0eVN0YXRlIjpmYWxzZX0sIklzVmlzaWJsZSI6dHJ1ZSwiUGFyZW50U3R5bGUiOm51bGx9LCJEZWZhdWx0U3dpbWxhbmVNaWxlc3RvbmVTdHlsZSI6eyIkaWQiOiI5MjgiLCJUaXRsZVBvc2l0aW9uIjoiTGVmdCIsIkRhdGVQb3NpdGlvbiI6IkxlZnQiLCJTaGFwZVR5cGUiOjE0LCJTaGFwZVNpemUiOjEsIlNwYWNpbmciOjUsIlNoYXBlU3R5bGUiOnsiJGlkIjoiOTI5IiwiTWFyZ2luIjp7IiRpZCI6IjkzMCIsIlRvcCI6MC4wLCJMZWZ0IjowLjAsIlJpZ2h0IjowLjAsIkJvdHRvbSI6MC4wfSwiUGFkZGluZyI6eyIkaWQiOiI5MzEiLCJUb3AiOjAuMCwiTGVmdCI6MC4wLCJSaWdodCI6MC4wLCJCb3R0b20iOjAuMH0sIkJhY2tncm91bmQiOnsiJGlkIjoiOTMyIiwiQ29sb3IiOnsiJGlkIjoiOTMzIiwiQSI6MjU1LCJSIjowLCJHIjoyMjgsIkIiOjEyNH19LCJJc1Zpc2libGUiOnRydWUsIldpZHRoIjoxOC4wLCJIZWlnaHQiOjIwLjAsIkJvcmRlclN0eWxlIjp7IiRpZCI6IjkzNCIsIkxpbmVDb2xvciI6eyIkaWQiOiI5MzUiLCIkdHlwZSI6Ik5MUkUuQ29tbW9uLkRvbS5Tb2xpZENvbG9yQnJ1c2gsIE5MUkUuQ29tbW9uIiwiQ29sb3IiOnsiJGlkIjoiOTM2IiwiQSI6MjU1LCJSIjoyMzQsIkciOjIyLCJCIjozMH19LCJMaW5lV2VpZ2h0IjowLjAsIkxpbmVUeXBlIjowLCJQYXJlbnRTdHlsZSI6bnVsbH0sIlBhcmVudFN0eWxlIjpudWxsfSwiVGl0bGVTdHlsZSI6eyIkaWQiOiI5MzciLCJGb250U2V0dGluZ3MiOnsiJGlkIjoiOTM4IiwiRm9udFNpemUiOjExLCJGb250TmFtZSI6IkJvZWhyaW5nZXIgRm9yd2FyZCBUZXh0IiwiSXNCb2xkIjp0cnVlLCJJc0l0YWxpYyI6ZmFsc2UsIklzVW5kZXJsaW5lZCI6ZmFsc2UsIlBhcmVudFN0eWxlIjpudWxsfSwiQXV0b1NpemUiOjAsIkZvcmVncm91bmQiOnsiJGlkIjoiOTM5IiwiQ29sb3IiOnsiJGlkIjoiOTQwIiwiQSI6MjU1LCJSIjo4LCJHIjo0OSwiQiI6NDJ9fSwiTWF4V2lkdGgiOjIwMC4wLCJNYXhIZWlnaHQiOiJJbmZpbml0eSIsIlNtYXJ0Rm9yZWdyb3VuZElzQWN0aXZlIjpmYWxzZSwiSG9yaXpvbnRhbEFsaWdubWVudCI6MiwiVmVydGljYWxBbGlnbm1lbnQiOjAsIlNtYXJ0Rm9yZWdyb3VuZCI6bnVsbCwiQmFja2dyb3VuZEZpbGxUeXBlIjowLCJNYXJnaW4iOnsiJGlkIjoiOTQxIiwiVG9wIjowLjAsIkxlZnQiOjAuMCwiUmlnaHQiOjAuMCwiQm90dG9tIjowLjB9LCJQYWRkaW5nIjp7IiRpZCI6Ijk0MiIsIlRvcCI6MC4wLCJMZWZ0IjowLjAsIlJpZ2h0IjowLjAsIkJvdHRvbSI6MC4wfSwiQmFja2dyb3VuZCI6eyIkaWQiOiI5NDMiLCJDb2xvciI6eyIkaWQiOiI5NDQiLCJBIjowLCJSIjoyNTUsIkciOjI1NSwiQiI6MjU1fX0sIklzVmlzaWJsZSI6dHJ1ZSwiV2lkdGgiOjAuMCwiSGVpZ2h0IjowLjAsIkJvcmRlclN0eWxlIjpudWxsLCJQYXJlbnRTdHlsZSI6bnVsbH0sIkRhdGVTdHlsZSI6eyIkaWQiOiI5NDUiLCJGb250U2V0dGluZ3MiOnsiJGlkIjoiOTQ2IiwiRm9udFNpemUiOjEwLCJGb250TmFtZSI6IkJvZWhyaW5nZXIgRm9yd2FyZCBUZXh0IiwiSXNCb2xkIjpmYWxzZSwiSXNJdGFsaWMiOmZhbHNlLCJJc1VuZGVybGluZWQiOmZhbHNlLCJQYXJlbnRTdHlsZSI6bnVsbH0sIkF1dG9TaXplIjowLCJGb3JlZ3JvdW5kIjp7IiRpZCI6Ijk0NyIsIkNvbG9yIjp7IiRpZCI6Ijk0OCIsIkEiOjI1NSwiUiI6OCwiRyI6NDksIkIiOjQyfX0sIk1heFdpZHRoIjoyMDAuMCwiTWF4SGVpZ2h0IjoiSW5maW5pdHkiLCJTbWFydEZvcmVncm91bmRJc0FjdGl2ZSI6ZmFsc2UsIkhvcml6b250YWxBbGlnbm1lbnQiOjIsIlZlcnRpY2FsQWxpZ25tZW50IjowLCJTbWFydEZvcmVncm91bmQiOm51bGwsIkJhY2tncm91bmRGaWxsVHlwZSI6MCwiTWFyZ2luIjp7IiRpZCI6Ijk0OSIsIlRvcCI6MC4wLCJMZWZ0IjowLjAsIlJpZ2h0IjowLjAsIkJvdHRvbSI6MC4wfSwiUGFkZGluZyI6eyIkaWQiOiI5NTAiLCJUb3AiOjAuMCwiTGVmdCI6MC4wLCJSaWdodCI6MC4wLCJCb3R0b20iOjAuMH0sIkJhY2tncm91bmQiOnsiJGlkIjoiOTUxIiwiQ29sb3IiOnsiJGlkIjoiOTUyIiwiQSI6MCwiUiI6MjU1LCJHIjoyNTUsIkIiOjI1NX19LCJJc1Zpc2libGUiOmZhbHNlLCJXaWR0aCI6MC4wLCJIZWlnaHQiOjAuMCwiQm9yZGVyU3R5bGUiOm51bGwsIlBhcmVudFN0eWxlIjpudWxsfSwiRGF0ZUZvcm1hdCI6eyIkaWQiOiI5NT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U0IiwiRm9ybWF0IjowLCJJc1Zpc2libGUiOmZhbHNlLCJMYXN0S25vd25WaXNpYmlsaXR5U3RhdGUiOmZhbHNlfSwiSXNWaXNpYmxlIjp0cnVlLCJQYXJlbnRTdHlsZSI6bnVsbH0sIkRlZmF1bHRTd2ltbGFuZUFjdGl2aXR5U3R5bGUiOnsiJGlkIjoiOTU1IiwiSGVhZGVyU3R5bGUiOnsiJGlkIjoiOTU2IiwiVGV4dFN0eWxlIjp7IiRpZCI6Ijk1NyIsIkZvbnRTZXR0aW5ncyI6eyIkaWQiOiI5NTgiLCJGb250U2l6ZSI6MTEsIkZvbnROYW1lIjoiQ2FsaWJyaSIsIklzQm9sZCI6ZmFsc2UsIklzSXRhbGljIjpmYWxzZSwiSXNVbmRlcmxpbmVkIjpmYWxzZSwiUGFyZW50U3R5bGUiOm51bGx9LCJBdXRvU2l6ZSI6MiwiRm9yZWdyb3VuZCI6eyIkaWQiOiI5NTkiLCJDb2xvciI6eyIkaWQiOiI5NjAiLCJBIjoyNTUsIlIiOjAsIkciOjAsIkIiOjB9fSwiTWF4V2lkdGgiOjAuMCwiTWF4SGVpZ2h0IjowLjAsIlNtYXJ0Rm9yZWdyb3VuZElzQWN0aXZlIjpmYWxzZSwiSG9yaXpvbnRhbEFsaWdubWVudCI6MCwiVmVydGljYWxBbGlnbm1lbnQiOjAsIlNtYXJ0Rm9yZWdyb3VuZCI6bnVsbCwiQmFja2dyb3VuZEZpbGxUeXBlIjowLCJNYXJnaW4iOnsiJGlkIjoiOTYxIiwiVG9wIjowLjAsIkxlZnQiOjAuMCwiUmlnaHQiOjAuMCwiQm90dG9tIjowLjB9LCJQYWRkaW5nIjp7IiRpZCI6Ijk2MiIsIlRvcCI6MC4wLCJMZWZ0IjowLjAsIlJpZ2h0IjowLjAsIkJvdHRvbSI6MC4wfSwiQmFja2dyb3VuZCI6bnVsbCwiSXNWaXNpYmxlIjp0cnVlLCJXaWR0aCI6MC4wLCJIZWlnaHQiOjAuMCwiQm9yZGVyU3R5bGUiOm51bGwsIlBhcmVudFN0eWxlIjpudWxsfSwiUmVjdGFuZ2xlU3R5bGUiOnsiJGlkIjoiOTYzIiwiTWFyZ2luIjp7IiRpZCI6Ijk2NCIsIlRvcCI6MC4wLCJMZWZ0IjowLjAsIlJpZ2h0IjowLjAsIkJvdHRvbSI6MC4wfSwiUGFkZGluZyI6eyIkaWQiOiI5NjUiLCJUb3AiOjAuMCwiTGVmdCI6MC4wLCJSaWdodCI6MC4wLCJCb3R0b20iOjAuMH0sIkJhY2tncm91bmQiOnsiJGlkIjoiOTY2IiwiQ29sb3IiOnsiJGlkIjoiOTY3IiwiQSI6NjMsIlIiOjI1NSwiRyI6MjMwLCJCIjoxMDN9fSwiSXNWaXNpYmxlIjp0cnVlLCJXaWR0aCI6MC4wLCJIZWlnaHQiOjAuMCwiQm9yZGVyU3R5bGUiOnsiJGlkIjoiOTY4IiwiTGluZUNvbG9yIjp7IiRpZCI6Ijk2OSIsIiR0eXBlIjoiTkxSRS5Db21tb24uRG9tLlNvbGlkQ29sb3JCcnVzaCwgTkxSRS5Db21tb24iLCJDb2xvciI6eyIkaWQiOiI5NzAiLCJBIjoyNTUsIlIiOjI1NSwiRyI6MCwiQiI6MH19LCJMaW5lV2VpZ2h0IjowLjAsIkxpbmVUeXBlIjowLCJQYXJlbnRTdHlsZSI6bnVsbH0sIlBhcmVudFN0eWxlIjpudWxsfSwiTWFyZ2luIjp7IiRpZCI6Ijk3MSIsIlRvcCI6MC4wLCJMZWZ0IjowLjAsIlJpZ2h0IjowLjAsIkJvdHRvbSI6MC4wfSwiUGFkZGluZyI6eyIkaWQiOiI5NzIiLCJUb3AiOjAuMCwiTGVmdCI6MC4wLCJSaWdodCI6MC4wLCJCb3R0b20iOjAuMH0sIkJhY2tncm91bmQiOm51bGwsIklzVmlzaWJsZSI6dHJ1ZSwiV2lkdGgiOjAuMCwiSGVpZ2h0IjowLjAsIkJvcmRlclN0eWxlIjpudWxsLCJQYXJlbnRTdHlsZSI6bnVsbH0sIkJhY2tncm91bmRTdHlsZSI6eyIkaWQiOiI5NzMiLCJNYXJnaW4iOnsiJGlkIjoiOTc0IiwiVG9wIjowLjAsIkxlZnQiOjAuMCwiUmlnaHQiOjAuMCwiQm90dG9tIjowLjB9LCJQYWRkaW5nIjp7IiRpZCI6Ijk3NSIsIlRvcCI6MC4wLCJMZWZ0IjowLjAsIlJpZ2h0IjowLjAsIkJvdHRvbSI6MC4wfSwiQmFja2dyb3VuZCI6eyIkcmVmIjoiODMyIn0sIklzVmlzaWJsZSI6dHJ1ZSwiV2lkdGgiOjAuMCwiSGVpZ2h0IjowLjAsIkJvcmRlclN0eWxlIjp7IiRpZCI6Ijk3NiIsIkxpbmVDb2xvciI6eyIkaWQiOiI5NzciLCIkdHlwZSI6Ik5MUkUuQ29tbW9uLkRvbS5Tb2xpZENvbG9yQnJ1c2gsIE5MUkUuQ29tbW9uIiwiQ29sb3IiOnsiJGlkIjoiOTc4IiwiQSI6MjU1LCJSIjoyMzQsIkciOjIyLCJCIjozMH19LCJMaW5lV2VpZ2h0IjowLjAsIkxpbmVUeXBlIjowLCJQYXJlbnRTdHlsZSI6bnVsbH0sIlBhcmVudFN0eWxlIjpudWxsfSwiTWFyZ2luIjp7IiRpZCI6Ijk3OSIsIlRvcCI6MC4wLCJMZWZ0IjowLjAsIlJpZ2h0IjowLjAsIkJvdHRvbSI6MC4wfSwiUGFkZGluZyI6eyIkaWQiOiI5ODAiLCJUb3AiOjAuMCwiTGVmdCI6MC4wLCJSaWdodCI6MC4wLCJCb3R0b20iOjAuMH0sIklzVmlzaWJsZSI6dHJ1ZSwiV2lkdGgiOjAuMCwiSGVpZ2h0IjowLjAsIkJvcmRlclN0eWxlIjpudWxsLCJQYXJlbnRTdHlsZSI6bnVsbH0sIk1hcmdpbiI6eyIkaWQiOiI5ODEiLCJUb3AiOjAuMCwiTGVmdCI6MC4wLCJSaWdodCI6MC4wLCJCb3R0b20iOjAuMH0sIlBhZGRpbmciOnsiJGlkIjoiOTgyIiwiVG9wIjowLjAsIkxlZnQiOjAuMCwiUmlnaHQiOjAuMCwiQm90dG9tIjowLjB9LCJJc1Zpc2libGUiOnRydWUsIldpZHRoIjowLjAsIkhlaWdodCI6MC4wLCJCb3JkZXJTdHlsZSI6eyIkaWQiOiI5ODMiLCJMaW5lQ29sb3IiOm51bGwsIkxpbmVXZWlnaHQiOjAuMCwiTGluZVR5cGUiOjAsIlBhcmVudFN0eWxlIjpudWxsfSwiUGFyZW50U3R5bGUiOm51bGx9fSx7IiRpZCI6Ijk4NCIsIl9hY3Rpdml0aWVzIjpbeyIkaWQiOiI5ODUiLCJfcm93cyI6W3siJGlkIjoiOTg2IiwiX3Rhc2tzIjpbeyIkaWQiOiI5ODciLCJfYXR0YWNoZWRNaWxlc3RvbmVzIjpbeyIkaWQiOiI5ODgiLCJEYXRlIjoiMjAzMS0xMS0xNVQwODowMDowMCIsIlN0eWxlIjp7IiRpZCI6Ijk4OSIsIlNoYXBlIjoxNCwiQ29ubmVjdG9yTWFyZ2luIjp7IiRyZWYiOiI3NSJ9LCJDb25uZWN0b3JTdHlsZSI6eyIkaWQiOiI5OTAiLCJMaW5lQ29sb3IiOnsiJGlkIjoiOTkxIiwiJHR5cGUiOiJOTFJFLkNvbW1vbi5Eb20uU29saWRDb2xvckJydXNoLCBOTFJFLkNvbW1vbiIsIkNvbG9yIjp7IiRpZCI6Ijk5MiIsIkEiOjEyNywiUiI6OCwiRyI6NDksIkIiOjQyfX0sIkxpbmVXZWlnaHQiOjEuMCwiTGluZVR5cGUiOjAsIlBhcmVudFN0eWxlIjpudWxsfSwiSXNCZWxvd1RpbWViYW5kIjp0cnVlLCJQb3NpdGlvbk9uVGFzayI6MiwiSGlkZURhdGUiOmZhbHNlLCJTaGFwZVNpemUiOjEsIlNwYWNpbmciOjAuMCwiUGFkZGluZyI6eyIkcmVmIjoiNzkifSwiU2hhcGVTdHlsZSI6eyIkaWQiOiI5OTMiLCJNYXJnaW4iOnsiJHJlZiI6IjgxIn0sIlBhZGRpbmciOnsiJHJlZiI6IjgyIn0sIkJhY2tncm91bmQiOnsiJGlkIjoiOTk0IiwiQ29sb3IiOnsiJGlkIjoiOTk1IiwiQSI6MjU1LCJSIjowLCJHIjoyMjgsIkIiOjEyNH19LCJJc1Zpc2libGUiOnRydWUsIldpZHRoIjoxOC4wLCJIZWlnaHQiOjIwLjAsIkJvcmRlclN0eWxlIjp7IiRpZCI6Ijk5NiIsIkxpbmVDb2xvciI6eyIkaWQiOiI5OTciLCIkdHlwZSI6Ik5MUkUuQ29tbW9uLkRvbS5Tb2xpZENvbG9yQnJ1c2gsIE5MUkUuQ29tbW9uIiwiQ29sb3IiOnsiJGlkIjoiOTk4IiwiQSI6MjU1LCJSIjo4LCJHIjo0OSwiQiI6NDJ9fSwiTGluZVdlaWdodCI6MS4wLCJMaW5lVHlwZSI6MCwiUGFyZW50U3R5bGUiOm51bGx9LCJQYXJlbnRTdHlsZSI6bnVsbH0sIlRpdGxlU3R5bGUiOnsiJGlkIjoiOTk5IiwiRm9udFNldHRpbmdzIjp7IiRpZCI6IjEwMDAiLCJGb250U2l6ZSI6MTEsIkZvbnROYW1lIjoiQm9laHJpbmdlciBGb3J3YXJkIFRleHQiLCJJc0JvbGQiOnRydWUsIklzSXRhbGljIjpmYWxzZSwiSXNVbmRlcmxpbmVkIjpmYWxzZSwiUGFyZW50U3R5bGUiOm51bGx9LCJBdXRvU2l6ZSI6MCwiRm9yZWdyb3VuZCI6eyIkaWQiOiIxMDAxIiwiQ29sb3IiOnsiJGlkIjoiMTAwMiIsIkEiOjI1NSwiUiI6OCwiRyI6NDksIkIiOjQyfX0sIk1heFdpZHRoIjoyMDAuMCwiTWF4SGVpZ2h0IjoiSW5maW5pdHkiLCJTbWFydEZvcmVncm91bmRJc0FjdGl2ZSI6ZmFsc2UsIkhvcml6b250YWxBbGlnbm1lbnQiOjEsIlZlcnRpY2FsQWxpZ25tZW50IjowLCJTbWFydEZvcmVncm91bmQiOm51bGwsIkJhY2tncm91bmRGaWxsVHlwZSI6MCwiTWFyZ2luIjp7IiRyZWYiOiI5MiJ9LCJQYWRkaW5nIjp7IiRyZWYiOiI5MyJ9LCJCYWNrZ3JvdW5kIjp7IiRpZCI6IjEwMDMiLCJDb2xvciI6eyIkaWQiOiIxMDA0IiwiQSI6MCwiUiI6MjU1LCJHIjoyNTUsIkIiOjI1NX19LCJJc1Zpc2libGUiOnRydWUsIldpZHRoIjowLjAsIkhlaWdodCI6MC4wLCJCb3JkZXJTdHlsZSI6eyIkaWQiOiIxMDA1IiwiTGluZUNvbG9yIjpudWxsLCJMaW5lV2VpZ2h0IjowLjAsIkxpbmVUeXBlIjowLCJQYXJlbnRTdHlsZSI6bnVsbH0sIlBhcmVudFN0eWxlIjpudWxsfSwiRGF0ZVN0eWxlIjp7IiRpZCI6IjEwMDYiLCJGb250U2V0dGluZ3MiOnsiJGlkIjoiMTAwNyIsIkZvbnRTaXplIjoxMCwiRm9udE5hbWUiOiJCb2VocmluZ2VyIEZvcndhcmQgVGV4dCIsIklzQm9sZCI6ZmFsc2UsIklzSXRhbGljIjpmYWxzZSwiSXNVbmRlcmxpbmVkIjpmYWxzZSwiUGFyZW50U3R5bGUiOm51bGx9LCJBdXRvU2l6ZSI6MCwiRm9yZWdyb3VuZCI6eyIkaWQiOiIxMDA4IiwiQ29sb3IiOnsiJGlkIjoiMTAwOSIsIkEiOjI1NSwiUiI6OCwiRyI6NDksIkIiOjQyfX0sIk1heFdpZHRoIjoyMDAuMCwiTWF4SGVpZ2h0IjoiSW5maW5pdHkiLCJTbWFydEZvcmVncm91bmRJc0FjdGl2ZSI6ZmFsc2UsIkhvcml6b250YWxBbGlnbm1lbnQiOjIsIlZlcnRpY2FsQWxpZ25tZW50IjowLCJTbWFydEZvcmVncm91bmQiOm51bGwsIkJhY2tncm91bmRGaWxsVHlwZSI6MCwiTWFyZ2luIjp7IiRyZWYiOiIxMDEifSwiUGFkZGluZyI6eyIkcmVmIjoiMTAyIn0sIkJhY2tncm91bmQiOnsiJGlkIjoiMTAxMCIsIkNvbG9yIjp7IiRpZCI6IjEwMTEiLCJBIjowLCJSIjoyNTUsIkciOjI1NSwiQiI6MjU1fX0sIklzVmlzaWJsZSI6ZmFsc2UsIldpZHRoIjowLjAsIkhlaWdodCI6MC4wLCJCb3JkZXJTdHlsZSI6eyIkaWQiOiIxMDEyIiwiTGluZUNvbG9yIjpudWxsLCJMaW5lV2VpZ2h0IjowLjAsIkxpbmVUeXBlIjowLCJQYXJlbnRTdHlsZSI6bnVsbH0sIlBhcmVudFN0eWxlIjpudWxsfSwiRGF0ZUZvcm1hdCI6eyIkcmVmIjoiMTA2In0sIldlZWtOdW1iZXJpbmciOnsiJGlkIjoiMTAxMyIsIkZvcm1hdCI6MCwiSXNWaXNpYmxlIjpmYWxzZSwiTGFzdEtub3duVmlzaWJpbGl0eVN0YXRlIjpmYWxzZX0sIklzVmlzaWJsZSI6dHJ1ZSwiUGFyZW50U3R5bGUiOm51bGx9LCJJbmRleCI6MTksIlBlcmNlbnRhZ2VDb21wbGV0ZSI6bnVsbCwiUG9zaXRpb24iOnsiUmF0aW8iOjAuMCwiSXNDdXN0b20iOmZhbHNlfSwiRGF0ZUZvcm1hdCI6eyIkcmVmIjoiMTA2In0sIldlZWtOdW1iZXJpbmciOnsiJGlkIjoiMTAxNCIsIkZvcm1hdCI6MCwiSXNWaXNpYmxlIjpmYWxzZSwiTGFzdEtub3duVmlzaWJpbGl0eVN0YXRlIjpmYWxzZX0sIkJhc2VsaW5lRGF0YSI6eyIkaWQiOiIxMDE1IiwiRGF0ZSI6IjIwMzEtMTEtMTVUMDg6MDA6MDAifSwiUmVsYXRlZFRhc2tJZCI6IjgyYjViMjhhLThjNGQtNGJmZS1iNTNkLWJjMTgzYWY3ZDg0YSIsIklkIjoiOTAzMjdmMjgtZTIzZS00OGUxLTk0NTUtNzA0Y2JiNGYyNWYxIiwiSW1wb3J0SWQiOm51bGwsIlRpdGxlIjoiUEEiLCJOb3RlIjpudWxsLCJIeXBlcmxpbmsiOnsiJGlkIjoiMTAxNiIsIkFkZHJlc3MiOiIiLCJTdWJBZGRyZXNzIjoiIn0sIklzQ2hhbmdlZCI6ZmFsc2UsIklzTmV3IjpmYWxzZX1dLCJUYXNrRGVmaW5pdGlvbiI6eyIkaWQiOiIxMDE3IiwiR3JvdXBOYW1lIjpudWxsLCJTdGFydERhdGUiOiIyMDI3LTA3LTIxVDEwOjAwOjAwIiwiRW5kRGF0ZSI6IjIwMzItMDUtMzBUMTA6MDA6MDAiLCJQZXJjZW50YWdlQ29tcGxldGUiOm51bGwsIlN0eWxlIjp7IiRpZCI6IjEwMTgiLCJTaGFwZSI6MywiU2hhcGVUaGlja25lc3MiOjAsIkR1cmF0aW9uRm9ybWF0IjowLCJJbmNsdWRlTm9uV29ya2luZ0RheXNJbkR1cmF0aW9uIjpmYWxzZSwiUGVyY2VudGFnZUNvbXBsZXRlU3R5bGUiOnsiJGlkIjoiMTAxOSIsIkZvbnRTZXR0aW5ncyI6eyIkaWQiOiIxMDIwIiwiRm9udFNpemUiOjEwLCJGb250TmFtZSI6IkNhbGlicmkiLCJJc0JvbGQiOmZhbHNlLCJJc0l0YWxpYyI6ZmFsc2UsIklzVW5kZXJsaW5lZCI6ZmFsc2UsIlBhcmVudFN0eWxlIjpudWxsfSwiQXV0b1NpemUiOjAsIkZvcmVncm91bmQiOnsiJHJlZiI6IjExNSJ9LCJNYXhXaWR0aCI6MjAwLjAsIk1heEhlaWdodCI6IkluZmluaXR5IiwiU21hcnRGb3JlZ3JvdW5kSXNBY3RpdmUiOmZhbHNlLCJIb3Jpem9udGFsQWxpZ25tZW50IjowLCJWZXJ0aWNhbEFsaWdubWVudCI6MCwiU21hcnRGb3JlZ3JvdW5kIjpudWxsLCJCYWNrZ3JvdW5kRmlsbFR5cGUiOjAsIk1hcmdpbiI6eyIkcmVmIjoiMTE3In0sIlBhZGRpbmciOnsiJHJlZiI6IjExOCJ9LCJCYWNrZ3JvdW5kIjp7IiRyZWYiOiIxMTkifSwiSXNWaXNpYmxlIjp0cnVlLCJXaWR0aCI6MC4wLCJIZWlnaHQiOjAuMCwiQm9yZGVyU3R5bGUiOnsiJGlkIjoiMTAyMSIsIkxpbmVDb2xvciI6bnVsbCwiTGluZVdlaWdodCI6MC4wLCJMaW5lVHlwZSI6MCwiUGFyZW50U3R5bGUiOm51bGx9LCJQYXJlbnRTdHlsZSI6bnVsbH0sIkR1cmF0aW9uU3R5bGUiOnsiJGlkIjoiMTAyMiIsIkZvbnRTZXR0aW5ncyI6eyIkaWQiOiIxMDIzIiwiRm9udFNpemUiOjEwLCJGb250TmFtZSI6IkNhbGlicmkiLCJJc0JvbGQiOmZhbHNlLCJJc0l0YWxpYyI6ZmFsc2UsIklzVW5kZXJsaW5lZCI6ZmFsc2UsIlBhcmVudFN0eWxlIjpudWxsfSwiQXV0b1NpemUiOjAsIkZvcmVncm91bmQiOnsiJHJlZiI6IjEyNCJ9LCJNYXhXaWR0aCI6MjAwLjAsIk1heEhlaWdodCI6IkluZmluaXR5IiwiU21hcnRGb3JlZ3JvdW5kSXNBY3RpdmUiOmZhbHNlLCJIb3Jpem9udGFsQWxpZ25tZW50IjowLCJWZXJ0aWNhbEFsaWdubWVudCI6MCwiU21hcnRGb3JlZ3JvdW5kIjpudWxsLCJCYWNrZ3JvdW5kRmlsbFR5cGUiOjAsIk1hcmdpbiI6eyIkcmVmIjoiMTI2In0sIlBhZGRpbmciOnsiJHJlZiI6IjEyNyJ9LCJCYWNrZ3JvdW5kIjp7IiRyZWYiOiIxMjgifSwiSXNWaXNpYmxlIjp0cnVlLCJXaWR0aCI6MC4wLCJIZWlnaHQiOjAuMCwiQm9yZGVyU3R5bGUiOnsiJGlkIjoiMTAyNCIsIkxpbmVDb2xvciI6bnVsbCwiTGluZVdlaWdodCI6MC4wLCJMaW5lVHlwZSI6MCwiUGFyZW50U3R5bGUiOm51bGx9LCJQYXJlbnRTdHlsZSI6bnVsbH0sIkhvcml6b250YWxDb25uZWN0b3JTdHlsZSI6eyIkaWQiOiIxMDI1IiwiTGluZUNvbG9yIjp7IiRyZWYiOiIxMzIifSwiTGluZVdlaWdodCI6MS4wLCJMaW5lVHlwZSI6MCwiUGFyZW50U3R5bGUiOm51bGx9LCJWZXJ0aWNhbENvbm5lY3RvclN0eWxlIjp7IiRpZCI6IjEwMjYiLCJMaW5lQ29sb3IiOnsiJHJlZiI6IjEzN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CYXNlbGluZVN0eWxlIjp7IiRpZCI6IjEwMjciLCJTaGFwZVN0eWxlIjp7IiRpZCI6IjEwMjgiLCJNYXJnaW4iOnsiJGlkIjoiMTAyOSIsIlRvcCI6MC4wLCJMZWZ0IjowLjAsIlJpZ2h0IjowLjAsIkJvdHRvbSI6MC4wfSwiUGFkZGluZyI6eyIkaWQiOiIxMDMwIiwiVG9wIjowLjAsIkxlZnQiOjAuMCwiUmlnaHQiOjAuMCwiQm90dG9tIjowLjB9LCJCYWNrZ3JvdW5kIjp7IiRpZCI6IjEwMzEiLCJDb2xvciI6eyIkaWQiOiIxMDMyIiwiQSI6MTUzLCJSIjowLCJHIjowLCJCIjowfX0sIklzVmlzaWJsZSI6dHJ1ZSwiV2lkdGgiOjAuMCwiSGVpZ2h0IjowLjAsIkJvcmRlclN0eWxlIjp7IiRpZCI6IjEwMzMiLCJMaW5lQ29sb3IiOm51bGwsIkxpbmVXZWlnaHQiOjAuMCwiTGluZVR5cGUiOjAsIlBhcmVudFN0eWxlIjpudWxsfSwiUGFyZW50U3R5bGUiOm51bGx9LCJNYXJnaW4iOnsiJGlkIjoiMTAzNCIsIlRvcCI6MC4wLCJMZWZ0IjowLjAsIlJpZ2h0IjowLjAsIkJvdHRvbSI6MC4wfSwiUGFkZGluZyI6eyIkaWQiOiIxMDM1IiwiVG9wIjowLjAsIkxlZnQiOjAuMCwiUmlnaHQiOjAuMCwiQm90dG9tIjowLjB9LCJCYWNrZ3JvdW5kIjpudWxsLCJJc1Zpc2libGUiOnRydWUsIldpZHRoIjowLjAsIkhlaWdodCI6MC4wLCJCb3JkZXJTdHlsZSI6bnVsbCwiUGFyZW50U3R5bGUiOm51bGx9LCJTaGFwZVN0eWxlIjp7IiRpZCI6IjEwMzYiLCJNYXJnaW4iOnsiJHJlZiI6IjE0NyJ9LCJQYWRkaW5nIjp7IiRyZWYiOiIxNDgifSwiQmFja2dyb3VuZCI6eyIkaWQiOiIxMDM3IiwiQ29sb3IiOnsiJGlkIjoiMTAzOCIsIkEiOjI1NSwiUiI6MTYzLCJHIjoyMjksIkIiOjIzOH19LCJJc1Zpc2libGUiOnRydWUsIldpZHRoIjowLjAsIkhlaWdodCI6MTAuMCwiQm9yZGVyU3R5bGUiOnsiJGlkIjoiMTAzOSIsIkxpbmVDb2xvciI6eyIkaWQiOiIxMDQwIiwiJHR5cGUiOiJOTFJFLkNvbW1vbi5Eb20uU29saWRDb2xvckJydXNoLCBOTFJFLkNvbW1vbiIsIkNvbG9yIjp7IiRpZCI6IjEwNDEiLCJBIjoyNTUsIlIiOjgsIkciOjQ5LCJCIjo0Mn19LCJMaW5lV2VpZ2h0IjoxLjAsIkxpbmVUeXBlIjowLCJQYXJlbnRTdHlsZSI6bnVsbH0sIlBhcmVudFN0eWxlIjpudWxsfSwiVGl0bGVTdHlsZSI6eyIkaWQiOiIxMDQyIiwiRm9udFNldHRpbmdzIjp7IiRpZCI6IjEwNDMiLCJGb250U2l6ZSI6MTEsIkZvbnROYW1lIjoiQm9laHJpbmdlciBGb3J3YXJkIFRleHQiLCJJc0JvbGQiOmZhbHNlLCJJc0l0YWxpYyI6ZmFsc2UsIklzVW5kZXJsaW5lZCI6ZmFsc2UsIlBhcmVudFN0eWxlIjpudWxsfSwiQXV0b1NpemUiOjAsIkZvcmVncm91bmQiOnsiJGlkIjoiMTA0NCIsIkNvbG9yIjp7IiRpZCI6IjEwNDUiLCJBIjoyNTUsIlIiOjAsIkciOjAsIkIiOjB9fSwiTWF4V2lkdGgiOjk2MC4wLCJNYXhIZWlnaHQiOiJJbmZpbml0eSIsIlNtYXJ0Rm9yZWdyb3VuZElzQWN0aXZlIjpmYWxzZSwiSG9yaXpvbnRhbEFsaWdubWVudCI6MSwiVmVydGljYWxBbGlnbm1lbnQiOjAsIlNtYXJ0Rm9yZWdyb3VuZCI6bnVsbCwiQmFja2dyb3VuZEZpbGxUeXBlIjowLCJNYXJnaW4iOnsiJHJlZiI6IjE1OCJ9LCJQYWRkaW5nIjp7IiRyZWYiOiIxNTkifSwiQmFja2dyb3VuZCI6eyIkaWQiOiIxMDQ2IiwiQ29sb3IiOnsiJGlkIjoiMTA0NyIsIkEiOjAsIlIiOjI1NSwiRyI6MjU1LCJCIjoyNTV9fSwiSXNWaXNpYmxlIjp0cnVlLCJXaWR0aCI6MC4wLCJIZWlnaHQiOjAuMCwiQm9yZGVyU3R5bGUiOnsiJGlkIjoiMTA0OCIsIkxpbmVDb2xvciI6bnVsbCwiTGluZVdlaWdodCI6MC4wLCJMaW5lVHlwZSI6MCwiUGFyZW50U3R5bGUiOm51bGx9LCJQYXJlbnRTdHlsZSI6bnVsbH0sIkRhdGVTdHlsZSI6eyIkaWQiOiIxMDQ5IiwiRm9udFNldHRpbmdzIjp7IiRpZCI6IjEwNTAiLCJGb250U2l6ZSI6MTAsIkZvbnROYW1lIjoiQ2FsaWJyaSIsIklzQm9sZCI6ZmFsc2UsIklzSXRhbGljIjpmYWxzZSwiSXNVbmRlcmxpbmVkIjpmYWxzZSwiUGFyZW50U3R5bGUiOm51bGx9LCJBdXRvU2l6ZSI6MCwiRm9yZWdyb3VuZCI6eyIkcmVmIjoiMTY1In0sIk1heFdpZHRoIjoyMDAuMCwiTWF4SGVpZ2h0IjoiSW5maW5pdHkiLCJTbWFydEZvcmVncm91bmRJc0FjdGl2ZSI6ZmFsc2UsIkhvcml6b250YWxBbGlnbm1lbnQiOjIsIlZlcnRpY2FsQWxpZ25tZW50IjowLCJTbWFydEZvcmVncm91bmQiOm51bGwsIkJhY2tncm91bmRGaWxsVHlwZSI6MCwiTWFyZ2luIjp7IiRyZWYiOiIxNjcifSwiUGFkZGluZyI6eyIkcmVmIjoiMTY4In0sIkJhY2tncm91bmQiOnsiJHJlZiI6IjE2OSJ9LCJJc1Zpc2libGUiOnRydWUsIldpZHRoIjowLjAsIkhlaWdodCI6MC4wLCJCb3JkZXJTdHlsZSI6eyIkaWQiOiIxMDUxIiwiTGluZUNvbG9yIjpudWxsLCJMaW5lV2VpZ2h0IjowLjAsIkxpbmVUeXBlIjowLCJQYXJlbnRTdHlsZSI6bnVsbH0sIlBhcmVudFN0eWxlIjpudWxsfSwiRGF0ZUZvcm1hdCI6eyIkcmVmIjoiNjI4In0sIldlZWtOdW1iZXJpbmciOnsiJGlkIjoiMTA1MiIsIkZvcm1hdCI6MCwiSXNWaXNpYmxlIjpmYWxzZSwiTGFzdEtub3duVmlzaWJpbGl0eVN0YXRlIjpmYWxzZX0sIklzVmlzaWJsZSI6dHJ1ZSwiUGFyZW50U3R5bGUiOm51bGx9LCJJbmRleCI6MiwiU21hcnREdXJhdGlvbkFjdGl2YXRlZCI6ZmFsc2UsIkRhdGVGb3JtYXQiOnsiJHJlZiI6IjYyOCJ9LCJXZWVrTnVtYmVyaW5nIjp7IiRpZCI6IjEwNTMiLCJGb3JtYXQiOjAsIklzVmlzaWJsZSI6ZmFsc2UsIkxhc3RLbm93blZpc2liaWxpdHlTdGF0ZSI6ZmFsc2V9LCJCYXNlbGluZURhdGEiOnsiJGlkIjoiMTA1NCIsIlN0YXJ0RGF0ZSI6IjIwMjctMDctMjFUMTA6MDA6MDAiLCJFbmREYXRlIjoiMjAzMi0wNS0zMFQxMDowMDowMCJ9LCJJZCI6IjgyYjViMjhhLThjNGQtNGJmZS1iNTNkLWJjMTgzYWY3ZDg0YSIsIkltcG9ydElkIjpudWxsLCJUaXRsZSI6IjJMIG1HQyBIRVIyKyArIFQtRHhkICBQaCBJSUkiLCJOb3RlIjpudWxsLCJIeXBlcmxpbmsiOnsiJGlkIjoiMTA1NSIsIkFkZHJlc3MiOm51bGwsIlN1YkFkZHJlc3MiOm51bGx9LCJJc0NoYW5nZWQiOmZhbHNlLCJJc05ldyI6ZmFsc2V9fV0sIl9taWxlc3RvbmVzIjpbeyIkaWQiOiIxMDU2IiwiSWQiOiI1MTA4NDYwNy1iZjAxLTQyNmYtOWFiYy04NWIyODc4ZmM5YTYiLCJJbmRleCI6MSwiR3JvdXBJZCI6bnVsbCwiVGl0bGUiOiJGQSBVUyIsIkRhdGVUaW1lIjoiMjAzMi0wOC0xMlQwODowMDowMCIsIlBlcmNlbnRhZ2VDb21wbGV0ZSI6bnVsbCwiTm90ZSI6bnVsbCwiU3R5bGUiOnsiJGlkIjoiMTA1NyIsIlRpdGxlUG9zaXRpb24iOiJSaWdodCIsIkRhdGVQb3NpdGlvbiI6IkxlZnQiLCJTaGFwZVR5cGUiOjEzLCJTaGFwZVNpemUiOjEsIlNwYWNpbmciOjUsIlNoYXBlU3R5bGUiOnsiJGlkIjoiMTA1OCIsIk1hcmdpbiI6eyIkcmVmIjoiMTgwIn0sIlBhZGRpbmciOnsiJHJlZiI6IjE4MSJ9LCJCYWNrZ3JvdW5kIjp7IiRpZCI6IjEwNTkiLCJDb2xvciI6eyIkaWQiOiIxMDYwIiwiQSI6MjU1LCJSIjoyNDUsIkciOjEzOCwiQiI6MTA0fX0sIklzVmlzaWJsZSI6dHJ1ZSwiV2lkdGgiOjE4LjAsIkhlaWdodCI6MjAuMCwiQm9yZGVyU3R5bGUiOnsiJGlkIjoiMTA2MSIsIkxpbmVDb2xvciI6eyIkcmVmIjoiMTg1In0sIkxpbmVXZWlnaHQiOjAuMCwiTGluZVR5cGUiOjAsIlBhcmVudFN0eWxlIjpudWxsfSwiUGFyZW50U3R5bGUiOm51bGx9LCJUaXRsZVN0eWxlIjp7IiRpZCI6IjEwNjIiLCJGb250U2V0dGluZ3MiOnsiJGlkIjoiMTA2MyIsIkZvbnRTaXplIjoxMSwiRm9udE5hbWUiOiJCb2VocmluZ2VyIEZvcndhcmQgVGV4dCIsIklzQm9sZCI6dHJ1ZSwiSXNJdGFsaWMiOmZhbHNlLCJJc1VuZGVybGluZWQiOmZhbHNlLCJQYXJlbnRTdHlsZSI6bnVsbH0sIkF1dG9TaXplIjowLCJGb3JlZ3JvdW5kIjp7IiRpZCI6IjEwNjQiLCJDb2xvciI6eyIkaWQiOiIxMDY1IiwiQSI6MjU1LCJSIjo4LCJHIjo0OSwiQiI6NDJ9fSwiTWF4V2lkdGgiOjIwMC4wLCJNYXhIZWlnaHQiOiJJbmZpbml0eSIsIlNtYXJ0Rm9yZWdyb3VuZElzQWN0aXZlIjpmYWxzZSwiSG9yaXpvbnRhbEFsaWdubWVudCI6MCwiVmVydGljYWxBbGlnbm1lbnQiOjAsIlNtYXJ0Rm9yZWdyb3VuZCI6bnVsbCwiQmFja2dyb3VuZEZpbGxUeXBlIjowLCJNYXJnaW4iOnsiJHJlZiI6IjE5MSJ9LCJQYWRkaW5nIjp7IiRyZWYiOiIxOTIifSwiQmFja2dyb3VuZCI6eyIkaWQiOiIxMDY2IiwiQ29sb3IiOnsiJGlkIjoiMTA2NyIsIkEiOjAsIlIiOjI1NSwiRyI6MjU1LCJCIjoyNTV9fSwiSXNWaXNpYmxlIjp0cnVlLCJXaWR0aCI6MC4wLCJIZWlnaHQiOjAuMCwiQm9yZGVyU3R5bGUiOm51bGwsIlBhcmVudFN0eWxlIjpudWxsfSwiRGF0ZVN0eWxlIjp7IiRpZCI6IjEwNjgiLCJGb250U2V0dGluZ3MiOnsiJGlkIjoiMTA2OSIsIkZvbnRTaXplIjoxMCwiRm9udE5hbWUiOiJCb2VocmluZ2VyIEZvcndhcmQgVGV4dCIsIklzQm9sZCI6ZmFsc2UsIklzSXRhbGljIjpmYWxzZSwiSXNVbmRlcmxpbmVkIjpmYWxzZSwiUGFyZW50U3R5bGUiOm51bGx9LCJBdXRvU2l6ZSI6MCwiRm9yZWdyb3VuZCI6eyIkaWQiOiIxMDcwIiwiQ29sb3IiOnsiJGlkIjoiMTA3MSIsIkEiOjI1NSwiUiI6OCwiRyI6NDksIkIiOjQyfX0sIk1heFdpZHRoIjoyMDAuMCwiTWF4SGVpZ2h0IjoiSW5maW5pdHkiLCJTbWFydEZvcmVncm91bmRJc0FjdGl2ZSI6ZmFsc2UsIkhvcml6b250YWxBbGlnbm1lbnQiOjIsIlZlcnRpY2FsQWxpZ25tZW50IjowLCJTbWFydEZvcmVncm91bmQiOm51bGwsIkJhY2tncm91bmRGaWxsVHlwZSI6MCwiTWFyZ2luIjp7IiRyZWYiOiIxOTkifSwiUGFkZGluZyI6eyIkcmVmIjoiMjAwIn0sIkJhY2tncm91bmQiOnsiJGlkIjoiMTA3MiIsIkNvbG9yIjp7IiRpZCI6IjEwNzMiLCJBIjowLCJSIjoyNTUsIkciOjI1NSwiQiI6MjU1fX0sIklzVmlzaWJsZSI6ZmFsc2UsIldpZHRoIjowLjAsIkhlaWdodCI6MC4wLCJCb3JkZXJTdHlsZSI6bnVsbCwiUGFyZW50U3R5bGUiOm51bGx9LCJEYXRlRm9ybWF0Ijp7IiRyZWYiOiIxMDYifSwiV2Vla051bWJlcmluZyI6eyIkaWQiOiIxMDc0IiwiRm9ybWF0IjowLCJJc1Zpc2libGUiOmZhbHNlLCJMYXN0S25vd25WaXNpYmlsaXR5U3RhdGUiOmZhbHNlfSwiSXNWaXNpYmxlIjp0cnVlLCJQYXJlbnRTdHlsZSI6bnVsbH0sIkh5cGVybGluayI6bnVsbCwiQmFzZWxpbmVEYXRhIjp7IiRpZCI6IjEwNzUiLCJEYXRlIjoiMjAzMi0wOC0xMlQwODowMDowMCJ9LCJJbXBvcnRJZCI6bnVsbH0seyIkaWQiOiIxMDc2IiwiSWQiOiJiZGMxMTU4OC1kYWM5LTRlZDAtODJlNy03YTA3MGM0MTFiZDciLCJJbmRleCI6MCwiR3JvdXBJZCI6bnVsbCwiVGl0bGUiOiJSb0ZEIiwiRGF0ZVRpbWUiOiIyMDI2LTA4LTIwVDA4OjAwOjAwIiwiUGVyY2VudGFnZUNvbXBsZXRlIjpudWxsLCJOb3RlIjpudWxsLCJTdHlsZSI6eyIkaWQiOiIxMDc3IiwiVGl0bGVQb3NpdGlvbiI6IkxlZnQiLCJEYXRlUG9zaXRpb24iOiJMZWZ0IiwiU2hhcGVUeXBlIjoxNCwiU2hhcGVTaXplIjoxLCJTcGFjaW5nIjo1LCJTaGFwZVN0eWxlIjp7IiRpZCI6IjEwNzgiLCJNYXJnaW4iOnsiJHJlZiI6IjE4MCJ9LCJQYWRkaW5nIjp7IiRyZWYiOiIxODEifSwiQmFja2dyb3VuZCI6eyIkaWQiOiIxMDc5IiwiQ29sb3IiOnsiJGlkIjoiMTA4MCIsIkEiOjI1NSwiUiI6MCwiRyI6MjI4LCJCIjoxMjR9fSwiSXNWaXNpYmxlIjp0cnVlLCJXaWR0aCI6MTguMCwiSGVpZ2h0IjoyMC4wLCJCb3JkZXJTdHlsZSI6eyIkaWQiOiIxMDgxIiwiTGluZUNvbG9yIjp7IiRyZWYiOiI4NiJ9LCJMaW5lV2VpZ2h0IjoxLjAsIkxpbmVUeXBlIjowLCJQYXJlbnRTdHlsZSI6bnVsbH0sIlBhcmVudFN0eWxlIjpudWxsfSwiVGl0bGVTdHlsZSI6eyIkaWQiOiIxMDgyIiwiRm9udFNldHRpbmdzIjp7IiRpZCI6IjEwODMiLCJGb250U2l6ZSI6MTEsIkZvbnROYW1lIjoiQm9laHJpbmdlciBGb3J3YXJkIFRleHQiLCJJc0JvbGQiOnRydWUsIklzSXRhbGljIjpmYWxzZSwiSXNVbmRlcmxpbmVkIjpmYWxzZSwiUGFyZW50U3R5bGUiOm51bGx9LCJBdXRvU2l6ZSI6MCwiRm9yZWdyb3VuZCI6eyIkaWQiOiIxMDg0IiwiQ29sb3IiOnsiJGlkIjoiMTA4NSIsIkEiOjI1NSwiUiI6OCwiRyI6NDksIkIiOjQyfX0sIk1heFdpZHRoIjoyMDAuMCwiTWF4SGVpZ2h0IjoiSW5maW5pdHkiLCJTbWFydEZvcmVncm91bmRJc0FjdGl2ZSI6ZmFsc2UsIkhvcml6b250YWxBbGlnbm1lbnQiOjIsIlZlcnRpY2FsQWxpZ25tZW50IjowLCJTbWFydEZvcmVncm91bmQiOm51bGwsIkJhY2tncm91bmRGaWxsVHlwZSI6MCwiTWFyZ2luIjp7IiRyZWYiOiIxOTEifSwiUGFkZGluZyI6eyIkcmVmIjoiMTkyIn0sIkJhY2tncm91bmQiOnsiJGlkIjoiMTA4NiIsIkNvbG9yIjp7IiRpZCI6IjEwODciLCJBIjowLCJSIjoyNTUsIkciOjI1NSwiQiI6MjU1fX0sIklzVmlzaWJsZSI6dHJ1ZSwiV2lkdGgiOjAuMCwiSGVpZ2h0IjowLjAsIkJvcmRlclN0eWxlIjpudWxsLCJQYXJlbnRTdHlsZSI6bnVsbH0sIkRhdGVTdHlsZSI6eyIkaWQiOiIxMDg4IiwiRm9udFNldHRpbmdzIjp7IiRpZCI6IjEwODkiLCJGb250U2l6ZSI6MTAsIkZvbnROYW1lIjoiQm9laHJpbmdlciBGb3J3YXJkIFRleHQiLCJJc0JvbGQiOmZhbHNlLCJJc0l0YWxpYyI6ZmFsc2UsIklzVW5kZXJsaW5lZCI6ZmFsc2UsIlBhcmVudFN0eWxlIjpudWxsfSwiQXV0b1NpemUiOjAsIkZvcmVncm91bmQiOnsiJGlkIjoiMTA5MCIsIkNvbG9yIjp7IiRpZCI6IjEwOTEiLCJBIjoyNTUsIlIiOjgsIkciOjQ5LCJCIjo0Mn19LCJNYXhXaWR0aCI6MjAwLjAsIk1heEhlaWdodCI6IkluZmluaXR5IiwiU21hcnRGb3JlZ3JvdW5kSXNBY3RpdmUiOmZhbHNlLCJIb3Jpem9udGFsQWxpZ25tZW50IjoyLCJWZXJ0aWNhbEFsaWdubWVudCI6MCwiU21hcnRGb3JlZ3JvdW5kIjpudWxsLCJCYWNrZ3JvdW5kRmlsbFR5cGUiOjAsIk1hcmdpbiI6eyIkcmVmIjoiMTk5In0sIlBhZGRpbmciOnsiJHJlZiI6IjIwMCJ9LCJCYWNrZ3JvdW5kIjp7IiRpZCI6IjEwOTIiLCJDb2xvciI6eyIkaWQiOiIxMDkzIiwiQSI6MCwiUiI6MjU1LCJHIjoyNTUsIkIiOjI1NX19LCJJc1Zpc2libGUiOmZhbHNlLCJXaWR0aCI6MC4wLCJIZWlnaHQiOjAuMCwiQm9yZGVyU3R5bGUiOm51bGwsIlBhcmVudFN0eWxlIjpudWxsfSwiRGF0ZUZvcm1hdCI6eyIkcmVmIjoiMTA2In0sIldlZWtOdW1iZXJpbmciOnsiJGlkIjoiMTA5NCIsIkZvcm1hdCI6MCwiSXNWaXNpYmxlIjpmYWxzZSwiTGFzdEtub3duVmlzaWJpbGl0eVN0YXRlIjpmYWxzZX0sIklzVmlzaWJsZSI6dHJ1ZSwiUGFyZW50U3R5bGUiOm51bGx9LCJIeXBlcmxpbmsiOm51bGwsIkJhc2VsaW5lRGF0YSI6eyIkaWQiOiIxMDk1IiwiRGF0ZSI6IjIwMjYtMDgtMjBUMDg6MDA6MDAifSwiSW1wb3J0SWQiOm51bGx9XSwiSWQiOiJlMjM3MTA1YS04ODVmLTRmZDMtOWM2Ny00MzUxM2VmNGEyOWMiLCJJc1NpbmdsZUl0ZW1Sb3ciOmZhbHNlfV0sIkluZGV4IjowLCJJZCI6ImEwNDI4MWEwLTU0MjgtNDk5ZC04NGE2LWVlNTMyMDM1OTc2ZiIsIkhlYWRlclRleHQiOm51bGwsIklzRGVmYXVsdCI6dHJ1ZSwiU3R5bGUiOnsiJGlkIjoiMTA5NiIsIkhlYWRlclN0eWxlIjp7IiRpZCI6IjEwOTciLCJUZXh0U3R5bGUiOnsiJGlkIjoiMTA5OCIsIkZvbnRTZXR0aW5ncyI6eyIkaWQiOiIxMDk5IiwiRm9udFNpemUiOjExLCJGb250TmFtZSI6IkNhbGlicmkiLCJJc0JvbGQiOmZhbHNlLCJJc0l0YWxpYyI6ZmFsc2UsIklzVW5kZXJsaW5lZCI6ZmFsc2UsIlBhcmVudFN0eWxlIjpudWxsfSwiQXV0b1NpemUiOjIsIkZvcmVncm91bmQiOnsiJGlkIjoiMTEwMCIsIkNvbG9yIjp7IiRpZCI6IjExMDEiLCJBIjoyNTUsIlIiOjAsIkciOjAsIkIiOjB9fSwiTWF4V2lkdGgiOjAuMCwiTWF4SGVpZ2h0IjowLjAsIlNtYXJ0Rm9yZWdyb3VuZElzQWN0aXZlIjpmYWxzZSwiSG9yaXpvbnRhbEFsaWdubWVudCI6MCwiVmVydGljYWxBbGlnbm1lbnQiOjAsIlNtYXJ0Rm9yZWdyb3VuZCI6bnVsbCwiQmFja2dyb3VuZEZpbGxUeXBlIjowLCJNYXJnaW4iOnsiJGlkIjoiMTEwMiIsIlRvcCI6MC4wLCJMZWZ0IjowLjAsIlJpZ2h0IjowLjAsIkJvdHRvbSI6MC4wfSwiUGFkZGluZyI6eyIkaWQiOiIxMTAzIiwiVG9wIjowLjAsIkxlZnQiOjAuMCwiUmlnaHQiOjAuMCwiQm90dG9tIjowLjB9LCJCYWNrZ3JvdW5kIjpudWxsLCJJc1Zpc2libGUiOnRydWUsIldpZHRoIjowLjAsIkhlaWdodCI6MC4wLCJCb3JkZXJTdHlsZSI6bnVsbCwiUGFyZW50U3R5bGUiOm51bGx9LCJSZWN0YW5nbGVTdHlsZSI6eyIkaWQiOiIxMTA0IiwiTWFyZ2luIjp7IiRpZCI6IjExMDUiLCJUb3AiOjAuMCwiTGVmdCI6MC4wLCJSaWdodCI6MC4wLCJCb3R0b20iOjAuMH0sIlBhZGRpbmciOnsiJGlkIjoiMTEwNiIsIlRvcCI6MC4wLCJMZWZ0IjowLjAsIlJpZ2h0IjowLjAsIkJvdHRvbSI6MC4wfSwiQmFja2dyb3VuZCI6eyIkaWQiOiIxMTA3IiwiQ29sb3IiOnsiJGlkIjoiMTEwOCIsIkEiOjYzLCJSIjoxOTcsIkciOjE5NSwiQiI6MjM4fX0sIklzVmlzaWJsZSI6dHJ1ZSwiV2lkdGgiOjAuMCwiSGVpZ2h0IjowLjAsIkJvcmRlclN0eWxlIjp7IiRpZCI6IjExMDkiLCJMaW5lQ29sb3IiOnsiJGlkIjoiMTExMCIsIiR0eXBlIjoiTkxSRS5Db21tb24uRG9tLlNvbGlkQ29sb3JCcnVzaCwgTkxSRS5Db21tb24iLCJDb2xvciI6eyIkaWQiOiIxMTExIiwiQSI6MjU1LCJSIjoyNTUsIkciOjAsIkIiOjB9fSwiTGluZVdlaWdodCI6MC4wLCJMaW5lVHlwZSI6MCwiUGFyZW50U3R5bGUiOm51bGx9LCJQYXJlbnRTdHlsZSI6bnVsbH0sIk1hcmdpbiI6eyIkaWQiOiIxMTEyIiwiVG9wIjowLjAsIkxlZnQiOjAuMCwiUmlnaHQiOjAuMCwiQm90dG9tIjowLjB9LCJQYWRkaW5nIjp7IiRpZCI6IjExMTMiLCJUb3AiOjAuMCwiTGVmdCI6MC4wLCJSaWdodCI6MC4wLCJCb3R0b20iOjAuMH0sIkJhY2tncm91bmQiOm51bGwsIklzVmlzaWJsZSI6dHJ1ZSwiV2lkdGgiOjAuMCwiSGVpZ2h0IjowLjAsIkJvcmRlclN0eWxlIjpudWxsLCJQYXJlbnRTdHlsZSI6bnVsbH0sIkJhY2tncm91bmRTdHlsZSI6eyIkaWQiOiIxMTE0IiwiTWFyZ2luIjp7IiRpZCI6IjExMTUiLCJUb3AiOjAuMCwiTGVmdCI6MC4wLCJSaWdodCI6MC4wLCJCb3R0b20iOjAuMH0sIlBhZGRpbmciOnsiJGlkIjoiMTExNiIsIlRvcCI6MC4wLCJMZWZ0IjowLjAsIlJpZ2h0IjowLjAsIkJvdHRvbSI6MC4wfSwiQmFja2dyb3VuZCI6eyIkaWQiOiIxMTE3IiwiQ29sb3IiOnsiJGlkIjoiMTExOCIsIkEiOjUxLCJSIjoxOTcsIkciOjE5NSwiQiI6MjM4fX0sIklzVmlzaWJsZSI6dHJ1ZSwiV2lkdGgiOjAuMCwiSGVpZ2h0IjowLjAsIkJvcmRlclN0eWxlIjp7IiRpZCI6IjExMTkiLCJMaW5lQ29sb3IiOnsiJGlkIjoiMTEyMCIsIiR0eXBlIjoiTkxSRS5Db21tb24uRG9tLlNvbGlkQ29sb3JCcnVzaCwgTkxSRS5Db21tb24iLCJDb2xvciI6eyIkaWQiOiIxMTIxIiwiQSI6MjU1LCJSIjoyNTUsIkciOjAsIkIiOjB9fSwiTGluZVdlaWdodCI6MC4wLCJMaW5lVHlwZSI6MCwiUGFyZW50U3R5bGUiOm51bGx9LCJQYXJlbnRTdHlsZSI6bnVsbH0sIk1hcmdpbiI6eyIkaWQiOiIxMTIyIiwiVG9wIjowLjAsIkxlZnQiOjAuMCwiUmlnaHQiOjAuMCwiQm90dG9tIjowLjB9LCJQYWRkaW5nIjp7IiRpZCI6IjExMjMiLCJUb3AiOjAuMCwiTGVmdCI6MC4wLCJSaWdodCI6MC4wLCJCb3R0b20iOjAuMH0sIklzVmlzaWJsZSI6ZmFsc2UsIldpZHRoIjowLjAsIkhlaWdodCI6MC4wLCJCb3JkZXJTdHlsZSI6bnVsbCwiUGFyZW50U3R5bGUiOm51bGx9fV0sIklkIjoiOGMzYWUwZGUtOTVkZS00NDg2LWJjODktOGQ2ZjU3MzkyOTYzIiwiSW5kZXgiOjIsIkhlYWRlclRleHQiOiJHYXN0cmljIGNhbmNlciIsIlN0eWxlIjp7IiRpZCI6IjExMjQiLCJTdHlsZUlkIjoiMDAwMDAwMDAtMDAwMC0wMDAwLTAwMDAtMDAwMDAwMDAwMDAwIiwiSGVhZGVyU3R5bGUiOnsiJGlkIjoiMTEyNSIsIlRleHRJc1ZlcnRpY2FsIjpmYWxzZSwiVGV4dFN0eWxlIjp7IiRpZCI6IjExMjYiLCJGb250U2V0dGluZ3MiOnsiJGlkIjoiMTEyNyIsIkZvbnRTaXplIjoxMiwiRm9udE5hbWUiOiJCb2VocmluZ2VyIEZvcndhcmQgVGV4dCIsIklzQm9sZCI6ZmFsc2UsIklzSXRhbGljIjpmYWxzZSwiSXNVbmRlcmxpbmVkIjpmYWxzZSwiUGFyZW50U3R5bGUiOm51bGx9LCJBdXRvU2l6ZSI6MiwiRm9yZWdyb3VuZCI6eyIkaWQiOiIxMTI4IiwiQ29sb3IiOnsiJGlkIjoiMTEyOSIsIkEiOjI1NSwiUiI6OCwiRyI6NDksIkIiOjQyfX0sIk1heFdpZHRoIjo3MS4wLCJNYXhIZWlnaHQiOiJJbmZpbml0eSIsIlNtYXJ0Rm9yZWdyb3VuZElzQWN0aXZlIjpmYWxzZSwiSG9yaXpvbnRhbEFsaWdubWVudCI6MCwiVmVydGljYWxBbGlnbm1lbnQiOjAsIlNtYXJ0Rm9yZWdyb3VuZCI6bnVsbCwiQmFja2dyb3VuZEZpbGxUeXBlIjowLCJNYXJnaW4iOnsiJGlkIjoiMTEzMCIsIlRvcCI6MC4wLCJMZWZ0IjowLjAsIlJpZ2h0IjowLjAsIkJvdHRvbSI6MC4wfSwiUGFkZGluZyI6eyIkaWQiOiIxMTMxIiwiVG9wIjowLjAsIkxlZnQiOjAuMCwiUmlnaHQiOjAuMCwiQm90dG9tIjowLjB9LCJCYWNrZ3JvdW5kIjpudWxsLCJJc1Zpc2libGUiOnRydWUsIldpZHRoIjowLjAsIkhlaWdodCI6MC4wLCJCb3JkZXJTdHlsZSI6bnVsbCwiUGFyZW50U3R5bGUiOm51bGx9LCJSZWN0YW5nbGVTdHlsZSI6eyIkaWQiOiIxMTMyIiwiTWFyZ2luIjp7IiRpZCI6IjExMzMiLCJUb3AiOjAuMCwiTGVmdCI6MC4wLCJSaWdodCI6MC4wLCJCb3R0b20iOjAuMH0sIlBhZGRpbmciOnsiJGlkIjoiMTEzNCIsIlRvcCI6MC4wLCJMZWZ0IjowLjAsIlJpZ2h0IjowLjAsIkJvdHRvbSI6MC4wfSwiQmFja2dyb3VuZCI6eyIkaWQiOiIxMTM1IiwiQ29sb3IiOnsiJGlkIjoiMTEzNiIsIkEiOjI1NSwiUiI6MTYzLCJHIjoyMjksIkIiOjIzOH19LCJJc1Zpc2libGUiOnRydWUsIldpZHRoIjowLjAsIkhlaWdodCI6MC4wLCJCb3JkZXJTdHlsZSI6eyIkaWQiOiIxMTM3IiwiTGluZUNvbG9yIjp7IiRpZCI6IjExMzgiLCIkdHlwZSI6Ik5MUkUuQ29tbW9uLkRvbS5Tb2xpZENvbG9yQnJ1c2gsIE5MUkUuQ29tbW9uIiwiQ29sb3IiOnsiJGlkIjoiMTEzOSIsIkEiOjI1NSwiUiI6MjU1LCJHIjowLCJCIjowfX0sIkxpbmVXZWlnaHQiOjAuMCwiTGluZVR5cGUiOjAsIlBhcmVudFN0eWxlIjpudWxsfSwiUGFyZW50U3R5bGUiOm51bGx9LCJNYXJnaW4iOnsiJGlkIjoiMTE0MCIsIlRvcCI6MC4wLCJMZWZ0IjowLjAsIlJpZ2h0IjowLjAsIkJvdHRvbSI6MC4wfSwiUGFkZGluZyI6eyIkaWQiOiIxMTQxIiwiVG9wIjowLjAsIkxlZnQiOjAuMCwiUmlnaHQiOjAuMCwiQm90dG9tIjowLjB9LCJCYWNrZ3JvdW5kIjpudWxsLCJJc1Zpc2libGUiOnRydWUsIldpZHRoIjowLjAsIkhlaWdodCI6MC4wLCJCb3JkZXJTdHlsZSI6bnVsbCwiUGFyZW50U3R5bGUiOm51bGx9LCJCYWNrZ3JvdW5kU3R5bGUiOnsiJGlkIjoiMTE0MiIsIk1hcmdpbiI6eyIkaWQiOiIxMTQzIiwiVG9wIjowLjAsIkxlZnQiOjAuMCwiUmlnaHQiOjAuMCwiQm90dG9tIjowLjB9LCJQYWRkaW5nIjp7IiRpZCI6IjExNDQiLCJUb3AiOjAuMCwiTGVmdCI6MC4wLCJSaWdodCI6MC4wLCJCb3R0b20iOjAuMH0sIkJhY2tncm91bmQiOnsiJGlkIjoiMTE0NSIsIkNvbG9yIjp7IiRpZCI6IjExNDYiLCJBIjo1MSwiUiI6MTYzLCJHIjoyMjksIkIiOjIzOH19LCJJc1Zpc2libGUiOnRydWUsIldpZHRoIjowLjAsIkhlaWdodCI6MC4wLCJCb3JkZXJTdHlsZSI6eyIkaWQiOiIxMTQ3IiwiTGluZUNvbG9yIjp7IiRpZCI6IjExNDgiLCIkdHlwZSI6Ik5MUkUuQ29tbW9uLkRvbS5Tb2xpZENvbG9yQnJ1c2gsIE5MUkUuQ29tbW9uIiwiQ29sb3IiOnsiJGlkIjoiMTE0OSIsIkEiOjI1NSwiUiI6OCwiRyI6NDksIkIiOjQyfX0sIkxpbmVXZWlnaHQiOjAuMCwiTGluZVR5cGUiOjAsIlBhcmVudFN0eWxlIjpudWxsfSwiUGFyZW50U3R5bGUiOm51bGx9LCJJc0Fib3ZlVGltZWJhbmQiOmZhbHNlLCJTcGFjaW5nIjoyLCJEZWZhdWx0U3dpbWxhbmVUYXNrU3R5bGUiOnsiJGlkIjoiMTE1MCIsIiR0eXBlIjoiTkxSRS5Db21tb24uRG9tLlN0eWxlcy5FeHBsaWNpdFNldGFibGVUYXNrU3R5bGUsIE5MUkUuQ29tbW9uIiwiU2hhcGUiOjMsIlNoYXBlVGhpY2tuZXNzIjowLCJEdXJhdGlvbkZvcm1hdCI6MCwiSW5jbHVkZU5vbldvcmtpbmdEYXlzSW5EdXJhdGlvbiI6ZmFsc2UsIlBlcmNlbnRhZ2VDb21wbGV0ZVN0eWxlIjp7IiRpZCI6IjExNTEiLCJGb250U2V0dGluZ3MiOnsiJGlkIjoiMTE1MiIsIkZvbnRTaXplIjoxMCwiRm9udE5hbWUiOiJDYWxpYnJpIiwiSXNCb2xkIjpmYWxzZSwiSXNJdGFsaWMiOmZhbHNlLCJJc1VuZGVybGluZWQiOmZhbHNlLCJQYXJlbnRTdHlsZSI6bnVsbH0sIkF1dG9TaXplIjowLCJGb3JlZ3JvdW5kIjp7IiRpZCI6IjExNTMiLCJDb2xvciI6eyIkaWQiOiIxMTU0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MTU1IiwiVG9wIjowLjAsIkxlZnQiOjAuMCwiUmlnaHQiOjAuMCwiQm90dG9tIjowLjB9LCJQYWRkaW5nIjp7IiRpZCI6IjExNTYiLCJUb3AiOjAuMCwiTGVmdCI6MC4wLCJSaWdodCI6MC4wLCJCb3R0b20iOjAuMH0sIkJhY2tncm91bmQiOnsiJGlkIjoiMTE1NyIsIkNvbG9yIjp7IiRpZCI6IjExNTgiLCJBIjo4OSwiUiI6MCwiRyI6MCwiQiI6MH19LCJJc1Zpc2libGUiOnRydWUsIldpZHRoIjowLjAsIkhlaWdodCI6MC4wLCJCb3JkZXJTdHlsZSI6bnVsbCwiUGFyZW50U3R5bGUiOm51bGx9LCJEdXJhdGlvblN0eWxlIjp7IiRpZCI6IjExNTkiLCJGb250U2V0dGluZ3MiOnsiJGlkIjoiMTE2MCIsIkZvbnRTaXplIjoxMCwiRm9udE5hbWUiOiJDYWxpYnJpIiwiSXNCb2xkIjpmYWxzZSwiSXNJdGFsaWMiOmZhbHNlLCJJc1VuZGVybGluZWQiOmZhbHNlLCJQYXJlbnRTdHlsZSI6bnVsbH0sIkF1dG9TaXplIjowLCJGb3JlZ3JvdW5kIjp7IiRpZCI6IjExNjEiLCJDb2xvciI6eyIkaWQiOiIxMTYy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E2MyIsIlRvcCI6MC4wLCJMZWZ0IjowLjAsIlJpZ2h0IjowLjAsIkJvdHRvbSI6MC4wfSwiUGFkZGluZyI6eyIkaWQiOiIxMTY0IiwiVG9wIjowLjAsIkxlZnQiOjAuMCwiUmlnaHQiOjAuMCwiQm90dG9tIjowLjB9LCJCYWNrZ3JvdW5kIjp7IiRpZCI6IjExNjUiLCJDb2xvciI6eyIkaWQiOiIxMTY2IiwiQSI6MCwiUiI6MCwiRyI6MCwiQiI6MH19LCJJc1Zpc2libGUiOnRydWUsIldpZHRoIjowLjAsIkhlaWdodCI6MC4wLCJCb3JkZXJTdHlsZSI6bnVsbCwiUGFyZW50U3R5bGUiOm51bGx9LCJIb3Jpem9udGFsQ29ubmVjdG9yU3R5bGUiOnsiJGlkIjoiMTE2NyIsIkxpbmVDb2xvciI6eyIkaWQiOiIxMTY4IiwiJHR5cGUiOiJOTFJFLkNvbW1vbi5Eb20uU29saWRDb2xvckJydXNoLCBOTFJFLkNvbW1vbiIsIkNvbG9yIjp7IiRpZCI6IjExNjkiLCJBIjoyNTUsIlIiOjIwNCwiRyI6MjA0LCJCIjoyMDR9fSwiTGluZVdlaWdodCI6MS4wLCJMaW5lVHlwZSI6MCwiUGFyZW50U3R5bGUiOm51bGx9LCJWZXJ0aWNhbENvbm5lY3RvclN0eWxlIjp7IiRpZCI6IjExNzAiLCJMaW5lQ29sb3IiOnsiJGlkIjoiMTE3MSIsIiR0eXBlIjoiTkxSRS5Db21tb24uRG9tLlNvbGlkQ29sb3JCcnVzaCwgTkxSRS5Db21tb24iLCJDb2xvciI6eyIkaWQiOiIxMTcy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kJhc2VsaW5lU3R5bGUiOnsiJGlkIjoiMTE3MyIsIlNoYXBlU3R5bGUiOnsiJGlkIjoiMTE3NCIsIk1hcmdpbiI6eyIkaWQiOiIxMTc1IiwiVG9wIjowLjAsIkxlZnQiOjAuMCwiUmlnaHQiOjAuMCwiQm90dG9tIjowLjB9LCJQYWRkaW5nIjp7IiRpZCI6IjExNzYiLCJUb3AiOjAuMCwiTGVmdCI6MC4wLCJSaWdodCI6MC4wLCJCb3R0b20iOjAuMH0sIkJhY2tncm91bmQiOnsiJGlkIjoiMTE3NyIsIkNvbG9yIjp7IiRpZCI6IjExNzgiLCJBIjoxNTMsIlIiOjAsIkciOjAsIkIiOjB9fSwiSXNWaXNpYmxlIjp0cnVlLCJXaWR0aCI6MC4wLCJIZWlnaHQiOjAuMCwiQm9yZGVyU3R5bGUiOnsiJGlkIjoiMTE3OSIsIkxpbmVDb2xvciI6bnVsbCwiTGluZVdlaWdodCI6MC4wLCJMaW5lVHlwZSI6MCwiUGFyZW50U3R5bGUiOm51bGx9LCJQYXJlbnRTdHlsZSI6bnVsbH0sIk1hcmdpbiI6eyIkaWQiOiIxMTgwIiwiVG9wIjowLjAsIkxlZnQiOjAuMCwiUmlnaHQiOjAuMCwiQm90dG9tIjowLjB9LCJQYWRkaW5nIjp7IiRpZCI6IjExODEiLCJUb3AiOjAuMCwiTGVmdCI6MC4wLCJSaWdodCI6MC4wLCJCb3R0b20iOjAuMH0sIkJhY2tncm91bmQiOm51bGwsIklzVmlzaWJsZSI6dHJ1ZSwiV2lkdGgiOjAuMCwiSGVpZ2h0IjowLjAsIkJvcmRlclN0eWxlIjpudWxsLCJQYXJlbnRTdHlsZSI6bnVsbH0sIlNoYXBlU3R5bGUiOnsiJGlkIjoiMTE4MiIsIk1hcmdpbiI6eyIkaWQiOiIxMTgzIiwiVG9wIjowLjAsIkxlZnQiOjQuMCwiUmlnaHQiOjQuMCwiQm90dG9tIjowLjB9LCJQYWRkaW5nIjp7IiRpZCI6IjExODQiLCJUb3AiOjAuMCwiTGVmdCI6MC4wLCJSaWdodCI6MC4wLCJCb3R0b20iOjAuMH0sIkJhY2tncm91bmQiOnsiJGlkIjoiMTE4NSIsIkNvbG9yIjp7IiRpZCI6IjExODYiLCJBIjoyNTUsIlIiOjE2MywiRyI6MjI5LCJCIjoyMzh9fSwiSXNWaXNpYmxlIjp0cnVlLCJXaWR0aCI6MC4wLCJIZWlnaHQiOjEwLjAsIkJvcmRlclN0eWxlIjp7IiRpZCI6IjExODciLCJMaW5lQ29sb3IiOnsiJGlkIjoiMTE4OCIsIiR0eXBlIjoiTkxSRS5Db21tb24uRG9tLlNvbGlkQ29sb3JCcnVzaCwgTkxSRS5Db21tb24iLCJDb2xvciI6eyIkaWQiOiIxMTg5IiwiQSI6MjU1LCJSIjoyMzQsIkciOjIyLCJCIjozMH19LCJMaW5lV2VpZ2h0IjowLjAsIkxpbmVUeXBlIjowLCJQYXJlbnRTdHlsZSI6bnVsbH0sIlBhcmVudFN0eWxlIjpudWxsfSwiVGl0bGVTdHlsZSI6eyIkaWQiOiIxMTkwIiwiRm9udFNldHRpbmdzIjp7IiRpZCI6IjExOTEiLCJGb250U2l6ZSI6MTEsIkZvbnROYW1lIjoiQm9laHJpbmdlciBGb3J3YXJkIFRleHQiLCJJc0JvbGQiOmZhbHNlLCJJc0l0YWxpYyI6ZmFsc2UsIklzVW5kZXJsaW5lZCI6ZmFsc2UsIlBhcmVudFN0eWxlIjpudWxsfSwiQXV0b1NpemUiOjAsIkZvcmVncm91bmQiOnsiJGlkIjoiMTE5MiIsIkNvbG9yIjp7IiRpZCI6IjExOT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E5NCIsIlRvcCI6MC4wLCJMZWZ0IjowLjAsIlJpZ2h0IjowLjAsIkJvdHRvbSI6MC4wfSwiUGFkZGluZyI6eyIkaWQiOiIxMTk1IiwiVG9wIjowLjAsIkxlZnQiOjAuMCwiUmlnaHQiOjAuMCwiQm90dG9tIjowLjB9LCJCYWNrZ3JvdW5kIjp7IiRpZCI6IjExOTYiLCJDb2xvciI6eyIkaWQiOiIxMTk3IiwiQSI6MCwiUiI6MjU1LCJHIjoyNTUsIkIiOjI1NX19LCJJc1Zpc2libGUiOnRydWUsIldpZHRoIjowLjAsIkhlaWdodCI6MC4wLCJCb3JkZXJTdHlsZSI6bnVsbCwiUGFyZW50U3R5bGUiOm51bGx9LCJEYXRlU3R5bGUiOnsiJGlkIjoiMTE5OCIsIkZvbnRTZXR0aW5ncyI6eyIkaWQiOiIxMTk5IiwiRm9udFNpemUiOjEwLCJGb250TmFtZSI6IkNhbGlicmkiLCJJc0JvbGQiOmZhbHNlLCJJc0l0YWxpYyI6ZmFsc2UsIklzVW5kZXJsaW5lZCI6ZmFsc2UsIlBhcmVudFN0eWxlIjpudWxsfSwiQXV0b1NpemUiOjAsIkZvcmVncm91bmQiOnsiJGlkIjoiMTIwMCIsIkNvbG9yIjp7IiRpZCI6IjEyMDE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yMDIiLCJUb3AiOjAuMCwiTGVmdCI6MC4wLCJSaWdodCI6MC4wLCJCb3R0b20iOjAuMH0sIlBhZGRpbmciOnsiJGlkIjoiMTIwMyIsIlRvcCI6MC4wLCJMZWZ0IjowLjAsIlJpZ2h0IjowLjAsIkJvdHRvbSI6MC4wfSwiQmFja2dyb3VuZCI6eyIkaWQiOiIxMjA0IiwiQ29sb3IiOnsiJGlkIjoiMTIwNSIsIkEiOjAsIlIiOjAsIkciOjAsIkIiOjB9fSwiSXNWaXNpYmxlIjp0cnVlLCJXaWR0aCI6MC4wLCJIZWlnaHQiOjAuMCwiQm9yZGVyU3R5bGUiOm51bGwsIlBhcmVudFN0eWxlIjpudWxsfSwiRGF0ZUZvcm1hdCI6eyIkaWQiOiIxMj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DciLCJGb3JtYXQiOjAsIklzVmlzaWJsZSI6ZmFsc2UsIkxhc3RLbm93blZpc2liaWxpdHlTdGF0ZSI6ZmFsc2V9LCJJc1Zpc2libGUiOnRydWUsIlBhcmVudFN0eWxlIjpudWxsLCJfZXhwbGljaXRseVNldCI6eyIkaWQiOiIxMjA4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EyMDkiLCJTaGFwZSI6MTQsIkNvbm5lY3Rvck1hcmdpbiI6eyIkaWQiOiIxMjEwIiwiVG9wIjowLjAsIkxlZnQiOjIuMCwiUmlnaHQiOjIuMCwiQm90dG9tIjowLjB9LCJDb25uZWN0b3JTdHlsZSI6eyIkaWQiOiIxMjExIiwiTGluZUNvbG9yIjp7IiRpZCI6IjEyMTIiLCIkdHlwZSI6Ik5MUkUuQ29tbW9uLkRvbS5Tb2xpZENvbG9yQnJ1c2gsIE5MUkUuQ29tbW9uIiwiQ29sb3IiOnsiJGlkIjoiMTIxMyIsIkEiOjEyNywiUiI6OCwiRyI6NDksIkIiOjQyfX0sIkxpbmVXZWlnaHQiOjEuMCwiTGluZVR5cGUiOjAsIlBhcmVudFN0eWxlIjpudWxsfSwiSXNCZWxvd1RpbWViYW5kIjp0cnVlLCJQb3NpdGlvbk9uVGFzayI6MiwiSGlkZURhdGUiOmZhbHNlLCJTaGFwZVNpemUiOjEsIlNwYWNpbmciOjAuMCwiUGFkZGluZyI6eyIkaWQiOiIxMjE0IiwiVG9wIjo1LjAsIkxlZnQiOjMuMCwiUmlnaHQiOjAuMCwiQm90dG9tIjoyLjB9LCJTaGFwZVN0eWxlIjp7IiRpZCI6IjEyMTUiLCJNYXJnaW4iOnsiJGlkIjoiMTIxNiIsIlRvcCI6MC4wLCJMZWZ0IjowLjAsIlJpZ2h0IjowLjAsIkJvdHRvbSI6MC4wfSwiUGFkZGluZyI6eyIkaWQiOiIxMjE3IiwiVG9wIjowLjAsIkxlZnQiOjAuMCwiUmlnaHQiOjAuMCwiQm90dG9tIjowLjB9LCJCYWNrZ3JvdW5kIjp7IiRpZCI6IjEyMTgiLCJDb2xvciI6eyIkaWQiOiIxMjE5IiwiQSI6MjU1LCJSIjowLCJHIjoyMjgsIkIiOjEyNH19LCJJc1Zpc2libGUiOnRydWUsIldpZHRoIjoxOC4wLCJIZWlnaHQiOjIwLjAsIkJvcmRlclN0eWxlIjp7IiRpZCI6IjEyMjAiLCJMaW5lQ29sb3IiOnsiJGlkIjoiMTIyMSIsIiR0eXBlIjoiTkxSRS5Db21tb24uRG9tLlNvbGlkQ29sb3JCcnVzaCwgTkxSRS5Db21tb24iLCJDb2xvciI6eyIkaWQiOiIxMjIyIiwiQSI6MjU1LCJSIjoyMzQsIkciOjIyLCJCIjozMH19LCJMaW5lV2VpZ2h0IjowLjAsIkxpbmVUeXBlIjowLCJQYXJlbnRTdHlsZSI6bnVsbH0sIlBhcmVudFN0eWxlIjpudWxsfSwiVGl0bGVTdHlsZSI6eyIkaWQiOiIxMjIzIiwiRm9udFNldHRpbmdzIjp7IiRpZCI6IjEyMjQiLCJGb250U2l6ZSI6MTEsIkZvbnROYW1lIjoiQm9laHJpbmdlciBGb3J3YXJkIFRleHQiLCJJc0JvbGQiOnRydWUsIklzSXRhbGljIjpmYWxzZSwiSXNVbmRlcmxpbmVkIjpmYWxzZSwiUGFyZW50U3R5bGUiOm51bGx9LCJBdXRvU2l6ZSI6MCwiRm9yZWdyb3VuZCI6eyIkaWQiOiIxMjI1IiwiQ29sb3IiOnsiJGlkIjoiMTIyNiIsIkEiOjI1NSwiUiI6OCwiRyI6NDksIkIiOjQyfX0sIk1heFdpZHRoIjoyMDAuMCwiTWF4SGVpZ2h0IjoiSW5maW5pdHkiLCJTbWFydEZvcmVncm91bmRJc0FjdGl2ZSI6ZmFsc2UsIkhvcml6b250YWxBbGlnbm1lbnQiOjEsIlZlcnRpY2FsQWxpZ25tZW50IjowLCJTbWFydEZvcmVncm91bmQiOm51bGwsIkJhY2tncm91bmRGaWxsVHlwZSI6MCwiTWFyZ2luIjp7IiRpZCI6IjEyMjciLCJUb3AiOjAuMCwiTGVmdCI6MC4wLCJSaWdodCI6MC4wLCJCb3R0b20iOjAuMH0sIlBhZGRpbmciOnsiJGlkIjoiMTIyOCIsIlRvcCI6MC4wLCJMZWZ0IjowLjAsIlJpZ2h0IjowLjAsIkJvdHRvbSI6MC4wfSwiQmFja2dyb3VuZCI6eyIkaWQiOiIxMjI5IiwiQ29sb3IiOnsiJGlkIjoiMTIzMCIsIkEiOjAsIlIiOjI1NSwiRyI6MjU1LCJCIjoyNTV9fSwiSXNWaXNpYmxlIjp0cnVlLCJXaWR0aCI6MC4wLCJIZWlnaHQiOjAuMCwiQm9yZGVyU3R5bGUiOm51bGwsIlBhcmVudFN0eWxlIjpudWxsfSwiRGF0ZVN0eWxlIjp7IiRpZCI6IjEyMzEiLCJGb250U2V0dGluZ3MiOnsiJGlkIjoiMTIzMiIsIkZvbnRTaXplIjoxMCwiRm9udE5hbWUiOiJCb2VocmluZ2VyIEZvcndhcmQgVGV4dCIsIklzQm9sZCI6ZmFsc2UsIklzSXRhbGljIjpmYWxzZSwiSXNVbmRlcmxpbmVkIjpmYWxzZSwiUGFyZW50U3R5bGUiOm51bGx9LCJBdXRvU2l6ZSI6MCwiRm9yZWdyb3VuZCI6eyIkaWQiOiIxMjMzIiwiQ29sb3IiOnsiJGlkIjoiMTIzNCIsIkEiOjI1NSwiUiI6OCwiRyI6NDksIkIiOjQyfX0sIk1heFdpZHRoIjoyMDAuMCwiTWF4SGVpZ2h0IjoiSW5maW5pdHkiLCJTbWFydEZvcmVncm91bmRJc0FjdGl2ZSI6ZmFsc2UsIkhvcml6b250YWxBbGlnbm1lbnQiOjIsIlZlcnRpY2FsQWxpZ25tZW50IjowLCJTbWFydEZvcmVncm91bmQiOm51bGwsIkJhY2tncm91bmRGaWxsVHlwZSI6MCwiTWFyZ2luIjp7IiRpZCI6IjEyMzUiLCJUb3AiOjAuMCwiTGVmdCI6MC4wLCJSaWdodCI6MC4wLCJCb3R0b20iOjAuMH0sIlBhZGRpbmciOnsiJGlkIjoiMTIzNiIsIlRvcCI6MC4wLCJMZWZ0IjowLjAsIlJpZ2h0IjowLjAsIkJvdHRvbSI6MC4wfSwiQmFja2dyb3VuZCI6eyIkaWQiOiIxMjM3IiwiQ29sb3IiOnsiJGlkIjoiMTIzOCIsIkEiOjAsIlIiOjI1NSwiRyI6MjU1LCJCIjoyNTV9fSwiSXNWaXNpYmxlIjpmYWxzZSwiV2lkdGgiOjAuMCwiSGVpZ2h0IjowLjAsIkJvcmRlclN0eWxlIjpudWxsLCJQYXJlbnRTdHlsZSI6bnVsbH0sIkRhdGVGb3JtYXQiOnsiJGlkIjoiMTIz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jQwIiwiRm9ybWF0IjowLCJJc1Zpc2libGUiOmZhbHNlLCJMYXN0S25vd25WaXNpYmlsaXR5U3RhdGUiOmZhbHNlfSwiSXNWaXNpYmxlIjp0cnVlLCJQYXJlbnRTdHlsZSI6bnVsbH0sIkRlZmF1bHRTd2ltbGFuZU1pbGVzdG9uZVN0eWxlIjp7IiRpZCI6IjEyNDEiLCJUaXRsZVBvc2l0aW9uIjoiUmlnaHQiLCJEYXRlUG9zaXRpb24iOiJMZWZ0IiwiU2hhcGVUeXBlIjoxMywiU2hhcGVTaXplIjoxLCJTcGFjaW5nIjo1LCJTaGFwZVN0eWxlIjp7IiRpZCI6IjEyNDIiLCJNYXJnaW4iOnsiJGlkIjoiMTI0MyIsIlRvcCI6MC4wLCJMZWZ0IjowLjAsIlJpZ2h0IjowLjAsIkJvdHRvbSI6MC4wfSwiUGFkZGluZyI6eyIkaWQiOiIxMjQ0IiwiVG9wIjowLjAsIkxlZnQiOjAuMCwiUmlnaHQiOjAuMCwiQm90dG9tIjowLjB9LCJCYWNrZ3JvdW5kIjp7IiRpZCI6IjEyNDUiLCJDb2xvciI6eyIkaWQiOiIxMjQ2IiwiQSI6MjU1LCJSIjoyNDUsIkciOjEzOCwiQiI6MTA0fX0sIklzVmlzaWJsZSI6dHJ1ZSwiV2lkdGgiOjE4LjAsIkhlaWdodCI6MjAuMCwiQm9yZGVyU3R5bGUiOnsiJGlkIjoiMTI0NyIsIkxpbmVDb2xvciI6eyIkaWQiOiIxMjQ4IiwiJHR5cGUiOiJOTFJFLkNvbW1vbi5Eb20uU29saWRDb2xvckJydXNoLCBOTFJFLkNvbW1vbiIsIkNvbG9yIjp7IiRpZCI6IjEyNDkiLCJBIjoyNTUsIlIiOjIzNCwiRyI6MjIsIkIiOjMwfX0sIkxpbmVXZWlnaHQiOjAuMCwiTGluZVR5cGUiOjAsIlBhcmVudFN0eWxlIjpudWxsfSwiUGFyZW50U3R5bGUiOm51bGx9LCJUaXRsZVN0eWxlIjp7IiRpZCI6IjEyNTAiLCJGb250U2V0dGluZ3MiOnsiJGlkIjoiMTI1MSIsIkZvbnRTaXplIjoxMSwiRm9udE5hbWUiOiJCb2VocmluZ2VyIEZvcndhcmQgVGV4dCIsIklzQm9sZCI6dHJ1ZSwiSXNJdGFsaWMiOmZhbHNlLCJJc1VuZGVybGluZWQiOmZhbHNlLCJQYXJlbnRTdHlsZSI6bnVsbH0sIkF1dG9TaXplIjowLCJGb3JlZ3JvdW5kIjp7IiRpZCI6IjEyNTIiLCJDb2xvciI6eyIkaWQiOiIxMjUzIiwiQSI6MjU1LCJSIjo4LCJHIjo0OSwiQiI6NDJ9fSwiTWF4V2lkdGgiOjIwMC4wLCJNYXhIZWlnaHQiOiJJbmZpbml0eSIsIlNtYXJ0Rm9yZWdyb3VuZElzQWN0aXZlIjpmYWxzZSwiSG9yaXpvbnRhbEFsaWdubWVudCI6MCwiVmVydGljYWxBbGlnbm1lbnQiOjAsIlNtYXJ0Rm9yZWdyb3VuZCI6bnVsbCwiQmFja2dyb3VuZEZpbGxUeXBlIjowLCJNYXJnaW4iOnsiJGlkIjoiMTI1NCIsIlRvcCI6MC4wLCJMZWZ0IjowLjAsIlJpZ2h0IjowLjAsIkJvdHRvbSI6MC4wfSwiUGFkZGluZyI6eyIkaWQiOiIxMjU1IiwiVG9wIjowLjAsIkxlZnQiOjAuMCwiUmlnaHQiOjAuMCwiQm90dG9tIjowLjB9LCJCYWNrZ3JvdW5kIjp7IiRpZCI6IjEyNTYiLCJDb2xvciI6eyIkaWQiOiIxMjU3IiwiQSI6MCwiUiI6MjU1LCJHIjoyNTUsIkIiOjI1NX19LCJJc1Zpc2libGUiOnRydWUsIldpZHRoIjowLjAsIkhlaWdodCI6MC4wLCJCb3JkZXJTdHlsZSI6bnVsbCwiUGFyZW50U3R5bGUiOm51bGx9LCJEYXRlU3R5bGUiOnsiJGlkIjoiMTI1OCIsIkZvbnRTZXR0aW5ncyI6eyIkaWQiOiIxMjU5IiwiRm9udFNpemUiOjEwLCJGb250TmFtZSI6IkJvZWhyaW5nZXIgRm9yd2FyZCBUZXh0IiwiSXNCb2xkIjpmYWxzZSwiSXNJdGFsaWMiOmZhbHNlLCJJc1VuZGVybGluZWQiOmZhbHNlLCJQYXJlbnRTdHlsZSI6bnVsbH0sIkF1dG9TaXplIjowLCJGb3JlZ3JvdW5kIjp7IiRpZCI6IjEyNjAiLCJDb2xvciI6eyIkaWQiOiIxMjYxIiwiQSI6MjU1LCJSIjo4LCJHIjo0OSwiQiI6NDJ9fSwiTWF4V2lkdGgiOjIwMC4wLCJNYXhIZWlnaHQiOiJJbmZpbml0eSIsIlNtYXJ0Rm9yZWdyb3VuZElzQWN0aXZlIjpmYWxzZSwiSG9yaXpvbnRhbEFsaWdubWVudCI6MiwiVmVydGljYWxBbGlnbm1lbnQiOjAsIlNtYXJ0Rm9yZWdyb3VuZCI6bnVsbCwiQmFja2dyb3VuZEZpbGxUeXBlIjowLCJNYXJnaW4iOnsiJGlkIjoiMTI2MiIsIlRvcCI6MC4wLCJMZWZ0IjowLjAsIlJpZ2h0IjowLjAsIkJvdHRvbSI6MC4wfSwiUGFkZGluZyI6eyIkaWQiOiIxMjYzIiwiVG9wIjowLjAsIkxlZnQiOjAuMCwiUmlnaHQiOjAuMCwiQm90dG9tIjowLjB9LCJCYWNrZ3JvdW5kIjp7IiRpZCI6IjEyNjQiLCJDb2xvciI6eyIkaWQiOiIxMjY1IiwiQSI6MCwiUiI6MjU1LCJHIjoyNTUsIkIiOjI1NX19LCJJc1Zpc2libGUiOmZhbHNlLCJXaWR0aCI6MC4wLCJIZWlnaHQiOjAuMCwiQm9yZGVyU3R5bGUiOm51bGwsIlBhcmVudFN0eWxlIjpudWxsfSwiRGF0ZUZvcm1hdCI6eyIkaWQiOiIxMjY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jciLCJGb3JtYXQiOjAsIklzVmlzaWJsZSI6ZmFsc2UsIkxhc3RLbm93blZpc2liaWxpdHlTdGF0ZSI6ZmFsc2V9LCJJc1Zpc2libGUiOnRydWUsIlBhcmVudFN0eWxlIjpudWxsfSwiRGVmYXVsdFN3aW1sYW5lQWN0aXZpdHlTdHlsZSI6eyIkaWQiOiIxMjY4IiwiSGVhZGVyU3R5bGUiOnsiJGlkIjoiMTI2OSIsIlRleHRTdHlsZSI6eyIkaWQiOiIxMjcwIiwiRm9udFNldHRpbmdzIjp7IiRpZCI6IjEyNzEiLCJGb250U2l6ZSI6MTEsIkZvbnROYW1lIjoiQ2FsaWJyaSIsIklzQm9sZCI6ZmFsc2UsIklzSXRhbGljIjpmYWxzZSwiSXNVbmRlcmxpbmVkIjpmYWxzZSwiUGFyZW50U3R5bGUiOm51bGx9LCJBdXRvU2l6ZSI6MiwiRm9yZWdyb3VuZCI6eyIkaWQiOiIxMjcyIiwiQ29sb3IiOnsiJGlkIjoiMTI3MyIsIkEiOjI1NSwiUiI6MCwiRyI6MCwiQiI6MH19LCJNYXhXaWR0aCI6MC4wLCJNYXhIZWlnaHQiOjAuMCwiU21hcnRGb3JlZ3JvdW5kSXNBY3RpdmUiOmZhbHNlLCJIb3Jpem9udGFsQWxpZ25tZW50IjowLCJWZXJ0aWNhbEFsaWdubWVudCI6MCwiU21hcnRGb3JlZ3JvdW5kIjpudWxsLCJCYWNrZ3JvdW5kRmlsbFR5cGUiOjAsIk1hcmdpbiI6eyIkaWQiOiIxMjc0IiwiVG9wIjowLjAsIkxlZnQiOjAuMCwiUmlnaHQiOjAuMCwiQm90dG9tIjowLjB9LCJQYWRkaW5nIjp7IiRpZCI6IjEyNzUiLCJUb3AiOjAuMCwiTGVmdCI6MC4wLCJSaWdodCI6MC4wLCJCb3R0b20iOjAuMH0sIkJhY2tncm91bmQiOm51bGwsIklzVmlzaWJsZSI6dHJ1ZSwiV2lkdGgiOjAuMCwiSGVpZ2h0IjowLjAsIkJvcmRlclN0eWxlIjpudWxsLCJQYXJlbnRTdHlsZSI6bnVsbH0sIlJlY3RhbmdsZVN0eWxlIjp7IiRpZCI6IjEyNzYiLCJNYXJnaW4iOnsiJGlkIjoiMTI3NyIsIlRvcCI6MC4wLCJMZWZ0IjowLjAsIlJpZ2h0IjowLjAsIkJvdHRvbSI6MC4wfSwiUGFkZGluZyI6eyIkaWQiOiIxMjc4IiwiVG9wIjowLjAsIkxlZnQiOjAuMCwiUmlnaHQiOjAuMCwiQm90dG9tIjowLjB9LCJCYWNrZ3JvdW5kIjp7IiRpZCI6IjEyNzkiLCJDb2xvciI6eyIkaWQiOiIxMjgwIiwiQSI6NjMsIlIiOjE2MywiRyI6MjI5LCJCIjoyMzh9fSwiSXNWaXNpYmxlIjp0cnVlLCJXaWR0aCI6MC4wLCJIZWlnaHQiOjAuMCwiQm9yZGVyU3R5bGUiOnsiJGlkIjoiMTI4MSIsIkxpbmVDb2xvciI6eyIkaWQiOiIxMjgyIiwiJHR5cGUiOiJOTFJFLkNvbW1vbi5Eb20uU29saWRDb2xvckJydXNoLCBOTFJFLkNvbW1vbiIsIkNvbG9yIjp7IiRpZCI6IjEyODMiLCJBIjoyNTUsIlIiOjI1NSwiRyI6MCwiQiI6MH19LCJMaW5lV2VpZ2h0IjowLjAsIkxpbmVUeXBlIjowLCJQYXJlbnRTdHlsZSI6bnVsbH0sIlBhcmVudFN0eWxlIjpudWxsfSwiTWFyZ2luIjp7IiRpZCI6IjEyODQiLCJUb3AiOjAuMCwiTGVmdCI6MC4wLCJSaWdodCI6MC4wLCJCb3R0b20iOjAuMH0sIlBhZGRpbmciOnsiJGlkIjoiMTI4NSIsIlRvcCI6MC4wLCJMZWZ0IjowLjAsIlJpZ2h0IjowLjAsIkJvdHRvbSI6MC4wfSwiQmFja2dyb3VuZCI6bnVsbCwiSXNWaXNpYmxlIjp0cnVlLCJXaWR0aCI6MC4wLCJIZWlnaHQiOjAuMCwiQm9yZGVyU3R5bGUiOm51bGwsIlBhcmVudFN0eWxlIjpudWxsfSwiQmFja2dyb3VuZFN0eWxlIjp7IiRpZCI6IjEyODYiLCJNYXJnaW4iOnsiJGlkIjoiMTI4NyIsIlRvcCI6MC4wLCJMZWZ0IjowLjAsIlJpZ2h0IjowLjAsIkJvdHRvbSI6MC4wfSwiUGFkZGluZyI6eyIkaWQiOiIxMjg4IiwiVG9wIjowLjAsIkxlZnQiOjAuMCwiUmlnaHQiOjAuMCwiQm90dG9tIjowLjB9LCJCYWNrZ3JvdW5kIjp7IiRyZWYiOiIxMTQ1In0sIklzVmlzaWJsZSI6dHJ1ZSwiV2lkdGgiOjAuMCwiSGVpZ2h0IjowLjAsIkJvcmRlclN0eWxlIjp7IiRpZCI6IjEyODkiLCJMaW5lQ29sb3IiOnsiJGlkIjoiMTI5MCIsIiR0eXBlIjoiTkxSRS5Db21tb24uRG9tLlNvbGlkQ29sb3JCcnVzaCwgTkxSRS5Db21tb24iLCJDb2xvciI6eyIkaWQiOiIxMjkxIiwiQSI6MjU1LCJSIjoyMzQsIkciOjIyLCJCIjozMH19LCJMaW5lV2VpZ2h0IjowLjAsIkxpbmVUeXBlIjowLCJQYXJlbnRTdHlsZSI6bnVsbH0sIlBhcmVudFN0eWxlIjpudWxsfSwiTWFyZ2luIjp7IiRpZCI6IjEyOTIiLCJUb3AiOjAuMCwiTGVmdCI6MC4wLCJSaWdodCI6MC4wLCJCb3R0b20iOjAuMH0sIlBhZGRpbmciOnsiJGlkIjoiMTI5MyIsIlRvcCI6MC4wLCJMZWZ0IjowLjAsIlJpZ2h0IjowLjAsIkJvdHRvbSI6MC4wfSwiSXNWaXNpYmxlIjp0cnVlLCJXaWR0aCI6MC4wLCJIZWlnaHQiOjAuMCwiQm9yZGVyU3R5bGUiOm51bGwsIlBhcmVudFN0eWxlIjpudWxsfSwiTWFyZ2luIjp7IiRpZCI6IjEyOTQiLCJUb3AiOjAuMCwiTGVmdCI6MC4wLCJSaWdodCI6MC4wLCJCb3R0b20iOjAuMH0sIlBhZGRpbmciOnsiJGlkIjoiMTI5NSIsIlRvcCI6MC4wLCJMZWZ0IjowLjAsIlJpZ2h0IjowLjAsIkJvdHRvbSI6MC4wfSwiSXNWaXNpYmxlIjp0cnVlLCJXaWR0aCI6MC4wLCJIZWlnaHQiOjAuMCwiQm9yZGVyU3R5bGUiOnsiJGlkIjoiMTI5NiIsIkxpbmVDb2xvciI6bnVsbCwiTGluZVdlaWdodCI6MC4wLCJMaW5lVHlwZSI6MCwiUGFyZW50U3R5bGUiOm51bGx9LCJQYXJlbnRTdHlsZSI6bnVsbH19LHsiJGlkIjoiMTI5NyIsIl9hY3Rpdml0aWVzIjpbeyIkaWQiOiIxMjk4IiwiX3Jvd3MiOlt7IiRpZCI6IjEyOTkiLCJfdGFza3MiOlt7IiRpZCI6IjEzMDAiLCJfYXR0YWNoZWRNaWxlc3RvbmVzIjpbXSwiVGFza0RlZmluaXRpb24iOnsiJGlkIjoiMTMwMSIsIkdyb3VwTmFtZSI6bnVsbCwiU3RhcnREYXRlIjoiMjAyNC0wMS0xM1QxMDowMDowMCIsIkVuZERhdGUiOiIyMDI3LTEwLTIzVDEwOjAwOjAwIiwiUGVyY2VudGFnZUNvbXBsZXRlIjpudWxsLCJTdHlsZSI6eyIkaWQiOiIxMzAyIiwiU2hhcGUiOjMsIlNoYXBlVGhpY2tuZXNzIjowLCJEdXJhdGlvbkZvcm1hdCI6MCwiSW5jbHVkZU5vbldvcmtpbmdEYXlzSW5EdXJhdGlvbiI6ZmFsc2UsIlBlcmNlbnRhZ2VDb21wbGV0ZVN0eWxlIjp7IiRpZCI6IjEzMDMiLCJGb250U2V0dGluZ3MiOnsiJGlkIjoiMTMwNCIsIkZvbnRTaXplIjoxMCwiRm9udE5hbWUiOiJDYWxpYnJpIiwiSXNCb2xkIjpmYWxzZSwiSXNJdGFsaWMiOmZhbHNlLCJJc1VuZGVybGluZWQiOmZhbHNlLCJQYXJlbnRTdHlsZSI6bnVsbH0sIkF1dG9TaXplIjowLCJGb3JlZ3JvdW5kIjp7IiRyZWYiOiIxMTUifSwiTWF4V2lkdGgiOjIwMC4wLCJNYXhIZWlnaHQiOiJJbmZpbml0eSIsIlNtYXJ0Rm9yZWdyb3VuZElzQWN0aXZlIjpmYWxzZSwiSG9yaXpvbnRhbEFsaWdubWVudCI6MCwiVmVydGljYWxBbGlnbm1lbnQiOjAsIlNtYXJ0Rm9yZWdyb3VuZCI6bnVsbCwiQmFja2dyb3VuZEZpbGxUeXBlIjowLCJNYXJnaW4iOnsiJHJlZiI6IjExNyJ9LCJQYWRkaW5nIjp7IiRyZWYiOiIxMTgifSwiQmFja2dyb3VuZCI6eyIkcmVmIjoiMTE5In0sIklzVmlzaWJsZSI6dHJ1ZSwiV2lkdGgiOjAuMCwiSGVpZ2h0IjowLjAsIkJvcmRlclN0eWxlIjp7IiRpZCI6IjEzMDUiLCJMaW5lQ29sb3IiOm51bGwsIkxpbmVXZWlnaHQiOjAuMCwiTGluZVR5cGUiOjAsIlBhcmVudFN0eWxlIjpudWxsfSwiUGFyZW50U3R5bGUiOm51bGx9LCJEdXJhdGlvblN0eWxlIjp7IiRpZCI6IjEzMDYiLCJGb250U2V0dGluZ3MiOnsiJGlkIjoiMTMwNyIsIkZvbnRTaXplIjoxMCwiRm9udE5hbWUiOiJDYWxpYnJpIiwiSXNCb2xkIjpmYWxzZSwiSXNJdGFsaWMiOmZhbHNlLCJJc1VuZGVybGluZWQiOmZhbHNlLCJQYXJlbnRTdHlsZSI6bnVsbH0sIkF1dG9TaXplIjowLCJGb3JlZ3JvdW5kIjp7IiRyZWYiOiIxMjQifSwiTWF4V2lkdGgiOjIwMC4wLCJNYXhIZWlnaHQiOiJJbmZpbml0eSIsIlNtYXJ0Rm9yZWdyb3VuZElzQWN0aXZlIjpmYWxzZSwiSG9yaXpvbnRhbEFsaWdubWVudCI6MCwiVmVydGljYWxBbGlnbm1lbnQiOjAsIlNtYXJ0Rm9yZWdyb3VuZCI6bnVsbCwiQmFja2dyb3VuZEZpbGxUeXBlIjowLCJNYXJnaW4iOnsiJHJlZiI6IjEyNiJ9LCJQYWRkaW5nIjp7IiRyZWYiOiIxMjcifSwiQmFja2dyb3VuZCI6eyIkcmVmIjoiMTI4In0sIklzVmlzaWJsZSI6dHJ1ZSwiV2lkdGgiOjAuMCwiSGVpZ2h0IjowLjAsIkJvcmRlclN0eWxlIjp7IiRpZCI6IjEzMDgiLCJMaW5lQ29sb3IiOm51bGwsIkxpbmVXZWlnaHQiOjAuMCwiTGluZVR5cGUiOjAsIlBhcmVudFN0eWxlIjpudWxsfSwiUGFyZW50U3R5bGUiOm51bGx9LCJIb3Jpem9udGFsQ29ubmVjdG9yU3R5bGUiOnsiJGlkIjoiMTMwOSIsIkxpbmVDb2xvciI6eyIkcmVmIjoiMTMyIn0sIkxpbmVXZWlnaHQiOjEuMCwiTGluZVR5cGUiOjAsIlBhcmVudFN0eWxlIjpudWxsfSwiVmVydGljYWxDb25uZWN0b3JTdHlsZSI6eyIkaWQiOiIxMzEwIiwiTGluZUNvbG9yIjp7IiRyZWYiOiIxMzUifSwiTGluZVdlaWdodCI6MC4wLCJMaW5lVHlwZSI6MCwiUGFyZW50U3R5bGUiOm51bGx9LCJNYXJnaW4iOm51bGwsIlN0YXJ0RGF0ZVBvc2l0aW9uIjo2LCJFbmREYXRlUG9zaXRpb24iOjYsIkRhdGVJc1Zpc2libGUiOmZhbHNlLCJUaXRsZVBvc2l0aW9uIjowLCJEdXJhdGlvblBvc2l0aW9uIjo2LCJQZXJjZW50YWdlQ29tcGxldGVkUG9zaXRpb24iOjYsIlNwYWNpbmciOjUsIklzQmVsb3dUaW1lYmFuZCI6dHJ1ZSwiUGVyY2VudGFnZUNvbXBsZXRlU2hhcGVPcGFjaXR5IjozNSwiQmFzZWxpbmVTdHlsZSI6eyIkaWQiOiIxMzExIiwiU2hhcGVTdHlsZSI6eyIkaWQiOiIxMzEyIiwiTWFyZ2luIjp7IiRpZCI6IjEzMTMiLCJUb3AiOjAuMCwiTGVmdCI6MC4wLCJSaWdodCI6MC4wLCJCb3R0b20iOjAuMH0sIlBhZGRpbmciOnsiJGlkIjoiMTMxNCIsIlRvcCI6MC4wLCJMZWZ0IjowLjAsIlJpZ2h0IjowLjAsIkJvdHRvbSI6MC4wfSwiQmFja2dyb3VuZCI6eyIkaWQiOiIxMzE1IiwiQ29sb3IiOnsiJGlkIjoiMTMxNiIsIkEiOjE1MywiUiI6MCwiRyI6MCwiQiI6MH19LCJJc1Zpc2libGUiOnRydWUsIldpZHRoIjowLjAsIkhlaWdodCI6MC4wLCJCb3JkZXJTdHlsZSI6eyIkaWQiOiIxMzE3IiwiTGluZUNvbG9yIjpudWxsLCJMaW5lV2VpZ2h0IjowLjAsIkxpbmVUeXBlIjowLCJQYXJlbnRTdHlsZSI6bnVsbH0sIlBhcmVudFN0eWxlIjpudWxsfSwiTWFyZ2luIjp7IiRpZCI6IjEzMTgiLCJUb3AiOjAuMCwiTGVmdCI6MC4wLCJSaWdodCI6MC4wLCJCb3R0b20iOjAuMH0sIlBhZGRpbmciOnsiJGlkIjoiMTMxOSIsIlRvcCI6MC4wLCJMZWZ0IjowLjAsIlJpZ2h0IjowLjAsIkJvdHRvbSI6MC4wfSwiQmFja2dyb3VuZCI6bnVsbCwiSXNWaXNpYmxlIjp0cnVlLCJXaWR0aCI6MC4wLCJIZWlnaHQiOjAuMCwiQm9yZGVyU3R5bGUiOm51bGwsIlBhcmVudFN0eWxlIjpudWxsfSwiU2hhcGVTdHlsZSI6eyIkaWQiOiIxMzIwIiwiTWFyZ2luIjp7IiRyZWYiOiIxNDcifSwiUGFkZGluZyI6eyIkcmVmIjoiMTQ4In0sIkJhY2tncm91bmQiOnsiJGlkIjoiMTMyMSIsIkNvbG9yIjp7IiRpZCI6IjEzMjIiLCJBIjoyNTUsIlIiOjgsIkciOjQ5LCJCIjo0Mn19LCJJc1Zpc2libGUiOnRydWUsIldpZHRoIjo3NC43NTg3NDMyODYxMzI4MTIsIkhlaWdodCI6MTAuMCwiQm9yZGVyU3R5bGUiOnsiJGlkIjoiMTMyMyIsIkxpbmVDb2xvciI6eyIkcmVmIjoiNDcifSwiTGluZVdlaWdodCI6MC4wLCJMaW5lVHlwZSI6MCwiUGFyZW50U3R5bGUiOm51bGx9LCJQYXJlbnRTdHlsZSI6bnVsbH0sIlRpdGxlU3R5bGUiOnsiJGlkIjoiMTMyNCIsIkZvbnRTZXR0aW5ncyI6eyIkaWQiOiIxMzI1IiwiRm9udFNpemUiOjExLCJGb250TmFtZSI6IkJvZWhyaW5nZXIgRm9yd2FyZCBUZXh0IiwiSXNCb2xkIjpmYWxzZSwiSXNJdGFsaWMiOmZhbHNlLCJJc1VuZGVybGluZWQiOmZhbHNlLCJQYXJlbnRTdHlsZSI6bnVsbH0sIkF1dG9TaXplIjoyLCJGb3JlZ3JvdW5kIjp7IiRpZCI6IjEzMjYiLCJDb2xvciI6eyIkaWQiOiIxMzI3IiwiQSI6MjU1LCJSIjoyNTUsIkciOjI1NSwiQiI6MjU1fX0sIk1heFdpZHRoIjo3MS45NTQzMzA0NDQzMzU5MzgsIk1heEhlaWdodCI6IkluZmluaXR5IiwiU21hcnRGb3JlZ3JvdW5kSXNBY3RpdmUiOmZhbHNlLCJIb3Jpem9udGFsQWxpZ25tZW50IjoxLCJWZXJ0aWNhbEFsaWdubWVudCI6MCwiU21hcnRGb3JlZ3JvdW5kIjpudWxsLCJCYWNrZ3JvdW5kRmlsbFR5cGUiOjAsIk1hcmdpbiI6eyIkcmVmIjoiMTU4In0sIlBhZGRpbmciOnsiJHJlZiI6IjE1OSJ9LCJCYWNrZ3JvdW5kIjp7IiRpZCI6IjEzMjgiLCJDb2xvciI6eyIkaWQiOiIxMzI5IiwiQSI6MCwiUiI6MjU1LCJHIjoyNTUsIkIiOjI1NX19LCJJc1Zpc2libGUiOnRydWUsIldpZHRoIjowLjAsIkhlaWdodCI6MC4wLCJCb3JkZXJTdHlsZSI6eyIkaWQiOiIxMzMwIiwiTGluZUNvbG9yIjpudWxsLCJMaW5lV2VpZ2h0IjowLjAsIkxpbmVUeXBlIjowLCJQYXJlbnRTdHlsZSI6bnVsbH0sIlBhcmVudFN0eWxlIjpudWxsfSwiRGF0ZVN0eWxlIjp7IiRpZCI6IjEzMzEiLCJGb250U2V0dGluZ3MiOnsiJGlkIjoiMTMzMiIsIkZvbnRTaXplIjoxMCwiRm9udE5hbWUiOiJDYWxpYnJpIiwiSXNCb2xkIjpmYWxzZSwiSXNJdGFsaWMiOmZhbHNlLCJJc1VuZGVybGluZWQiOmZhbHNlLCJQYXJlbnRTdHlsZSI6bnVsbH0sIkF1dG9TaXplIjowLCJGb3JlZ3JvdW5kIjp7IiRyZWYiOiIxNjUifSwiTWF4V2lkdGgiOjIwMC4wLCJNYXhIZWlnaHQiOiJJbmZpbml0eSIsIlNtYXJ0Rm9yZWdyb3VuZElzQWN0aXZlIjpmYWxzZSwiSG9yaXpvbnRhbEFsaWdubWVudCI6MiwiVmVydGljYWxBbGlnbm1lbnQiOjAsIlNtYXJ0Rm9yZWdyb3VuZCI6bnVsbCwiQmFja2dyb3VuZEZpbGxUeXBlIjowLCJNYXJnaW4iOnsiJHJlZiI6IjE2NyJ9LCJQYWRkaW5nIjp7IiRyZWYiOiIxNjgifSwiQmFja2dyb3VuZCI6eyIkcmVmIjoiMTY5In0sIklzVmlzaWJsZSI6dHJ1ZSwiV2lkdGgiOjAuMCwiSGVpZ2h0IjowLjAsIkJvcmRlclN0eWxlIjp7IiRpZCI6IjEzMzMiLCJMaW5lQ29sb3IiOm51bGwsIkxpbmVXZWlnaHQiOjAuMCwiTGluZVR5cGUiOjAsIlBhcmVudFN0eWxlIjpudWxsfSwiUGFyZW50U3R5bGUiOm51bGx9LCJEYXRlRm9ybWF0Ijp7IiRyZWYiOiI2NyJ9LCJXZWVrTnVtYmVyaW5nIjp7IiRpZCI6IjEzMzQiLCJGb3JtYXQiOjAsIklzVmlzaWJsZSI6ZmFsc2UsIkxhc3RLbm93blZpc2liaWxpdHlTdGF0ZSI6ZmFsc2V9LCJJc1Zpc2libGUiOnRydWUsIlBhcmVudFN0eWxlIjpudWxsfSwiSW5kZXgiOjAsIlNtYXJ0RHVyYXRpb25BY3RpdmF0ZWQiOmZhbHNlLCJEYXRlRm9ybWF0Ijp7IiRyZWYiOiI2NyJ9LCJXZWVrTnVtYmVyaW5nIjp7IiRpZCI6IjEzMzUiLCJGb3JtYXQiOjAsIklzVmlzaWJsZSI6ZmFsc2UsIkxhc3RLbm93blZpc2liaWxpdHlTdGF0ZSI6ZmFsc2V9LCJCYXNlbGluZURhdGEiOnsiJGlkIjoiMTMzNiIsIlN0YXJ0RGF0ZSI6IjIwMjQtMDEtMTNUMTA6MDA6MDAiLCJFbmREYXRlIjoiMjAyNy0xMC0yM1QxMDowMDowMCJ9LCJJZCI6IjVhYzFkYmJjLWQxYjQtNGI1Zi1hMDc0LWJlZjcwZGRlNDhmMSIsIkltcG9ydElkIjpudWxsLCJUaXRsZSI6IkxVTkctMVBoSSIsIk5vdGUiOm51bGwsIkh5cGVybGluayI6eyIkaWQiOiIxMzM3IiwiQWRkcmVzcyI6bnVsbCwiU3ViQWRkcmVzcyI6bnVsbH0sIklzQ2hhbmdlZCI6ZmFsc2UsIklzTmV3IjpmYWxzZX19XSwiX21pbGVzdG9uZXMiOltdLCJJZCI6IjAwMDAwMDAwLTAwMDAtMDAwMC0wMDAwLTAwMDAwMDAwMDAwMCIsIklzU2luZ2xlSXRlbVJvdyI6dHJ1ZX0seyIkaWQiOiIxMzM4IiwiX3Rhc2tzIjpbeyIkaWQiOiIxMzM5IiwiX2F0dGFjaGVkTWlsZXN0b25lcyI6W10sIlRhc2tEZWZpbml0aW9uIjp7IiRpZCI6IjEzNDAiLCJHcm91cE5hbWUiOm51bGwsIlN0YXJ0RGF0ZSI6IjIwMjYtMDEtMjRUMTA6MDA6MDAiLCJFbmREYXRlIjoiMjAyOS0xMS0wM1QxMDowMDowMCIsIlBlcmNlbnRhZ2VDb21wbGV0ZSI6bnVsbCwiU3R5bGUiOnsiJGlkIjoiMTM0MSIsIlNoYXBlIjozLCJTaGFwZVRoaWNrbmVzcyI6MCwiRHVyYXRpb25Gb3JtYXQiOjAsIkluY2x1ZGVOb25Xb3JraW5nRGF5c0luRHVyYXRpb24iOmZhbHNlLCJQZXJjZW50YWdlQ29tcGxldGVTdHlsZSI6eyIkaWQiOiIxMzQyIiwiRm9udFNldHRpbmdzIjp7IiRpZCI6IjEzNDMiLCJGb250U2l6ZSI6MTAsIkZvbnROYW1lIjoiQ2FsaWJyaSIsIklzQm9sZCI6ZmFsc2UsIklzSXRhbGljIjpmYWxzZSwiSXNVbmRlcmxpbmVkIjpmYWxzZSwiUGFyZW50U3R5bGUiOm51bGx9LCJBdXRvU2l6ZSI6MCwiRm9yZWdyb3VuZCI6eyIkcmVmIjoiMTE1In0sIk1heFdpZHRoIjoyMDAuMCwiTWF4SGVpZ2h0IjoiSW5maW5pdHkiLCJTbWFydEZvcmVncm91bmRJc0FjdGl2ZSI6ZmFsc2UsIkhvcml6b250YWxBbGlnbm1lbnQiOjAsIlZlcnRpY2FsQWxpZ25tZW50IjowLCJTbWFydEZvcmVncm91bmQiOm51bGwsIkJhY2tncm91bmRGaWxsVHlwZSI6MCwiTWFyZ2luIjp7IiRyZWYiOiIxMTcifSwiUGFkZGluZyI6eyIkcmVmIjoiMTE4In0sIkJhY2tncm91bmQiOnsiJHJlZiI6IjExOSJ9LCJJc1Zpc2libGUiOnRydWUsIldpZHRoIjowLjAsIkhlaWdodCI6MC4wLCJCb3JkZXJTdHlsZSI6eyIkaWQiOiIxMzQ0IiwiTGluZUNvbG9yIjpudWxsLCJMaW5lV2VpZ2h0IjowLjAsIkxpbmVUeXBlIjowLCJQYXJlbnRTdHlsZSI6bnVsbH0sIlBhcmVudFN0eWxlIjpudWxsfSwiRHVyYXRpb25TdHlsZSI6eyIkaWQiOiIxMzQ1IiwiRm9udFNldHRpbmdzIjp7IiRpZCI6IjEzNDYiLCJGb250U2l6ZSI6MTAsIkZvbnROYW1lIjoiQ2FsaWJyaSIsIklzQm9sZCI6ZmFsc2UsIklzSXRhbGljIjpmYWxzZSwiSXNVbmRlcmxpbmVkIjpmYWxzZSwiUGFyZW50U3R5bGUiOm51bGx9LCJBdXRvU2l6ZSI6MCwiRm9yZWdyb3VuZCI6eyIkcmVmIjoiMTI0In0sIk1heFdpZHRoIjoyMDAuMCwiTWF4SGVpZ2h0IjoiSW5maW5pdHkiLCJTbWFydEZvcmVncm91bmRJc0FjdGl2ZSI6ZmFsc2UsIkhvcml6b250YWxBbGlnbm1lbnQiOjAsIlZlcnRpY2FsQWxpZ25tZW50IjowLCJTbWFydEZvcmVncm91bmQiOm51bGwsIkJhY2tncm91bmRGaWxsVHlwZSI6MCwiTWFyZ2luIjp7IiRyZWYiOiIxMjYifSwiUGFkZGluZyI6eyIkcmVmIjoiMTI3In0sIkJhY2tncm91bmQiOnsiJHJlZiI6IjEyOCJ9LCJJc1Zpc2libGUiOnRydWUsIldpZHRoIjowLjAsIkhlaWdodCI6MC4wLCJCb3JkZXJTdHlsZSI6eyIkaWQiOiIxMzQ3IiwiTGluZUNvbG9yIjpudWxsLCJMaW5lV2VpZ2h0IjowLjAsIkxpbmVUeXBlIjowLCJQYXJlbnRTdHlsZSI6bnVsbH0sIlBhcmVudFN0eWxlIjpudWxsfSwiSG9yaXpvbnRhbENvbm5lY3RvclN0eWxlIjp7IiRpZCI6IjEzNDgiLCJMaW5lQ29sb3IiOnsiJHJlZiI6IjEzMiJ9LCJMaW5lV2VpZ2h0IjoxLjAsIkxpbmVUeXBlIjowLCJQYXJlbnRTdHlsZSI6bnVsbH0sIlZlcnRpY2FsQ29ubmVjdG9yU3R5bGUiOnsiJGlkIjoiMTM0OSIsIkxpbmVDb2xvciI6eyIkcmVmIjoiMTM1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kJhc2VsaW5lU3R5bGUiOnsiJGlkIjoiMTM1MCIsIlNoYXBlU3R5bGUiOnsiJGlkIjoiMTM1MSIsIk1hcmdpbiI6eyIkaWQiOiIxMzUyIiwiVG9wIjowLjAsIkxlZnQiOjAuMCwiUmlnaHQiOjAuMCwiQm90dG9tIjowLjB9LCJQYWRkaW5nIjp7IiRpZCI6IjEzNTMiLCJUb3AiOjAuMCwiTGVmdCI6MC4wLCJSaWdodCI6MC4wLCJCb3R0b20iOjAuMH0sIkJhY2tncm91bmQiOnsiJGlkIjoiMTM1NCIsIkNvbG9yIjp7IiRpZCI6IjEzNTUiLCJBIjoxNTMsIlIiOjAsIkciOjAsIkIiOjB9fSwiSXNWaXNpYmxlIjp0cnVlLCJXaWR0aCI6MC4wLCJIZWlnaHQiOjAuMCwiQm9yZGVyU3R5bGUiOnsiJGlkIjoiMTM1NiIsIkxpbmVDb2xvciI6bnVsbCwiTGluZVdlaWdodCI6MC4wLCJMaW5lVHlwZSI6MCwiUGFyZW50U3R5bGUiOm51bGx9LCJQYXJlbnRTdHlsZSI6bnVsbH0sIk1hcmdpbiI6eyIkaWQiOiIxMzU3IiwiVG9wIjowLjAsIkxlZnQiOjAuMCwiUmlnaHQiOjAuMCwiQm90dG9tIjowLjB9LCJQYWRkaW5nIjp7IiRpZCI6IjEzNTgiLCJUb3AiOjAuMCwiTGVmdCI6MC4wLCJSaWdodCI6MC4wLCJCb3R0b20iOjAuMH0sIkJhY2tncm91bmQiOm51bGwsIklzVmlzaWJsZSI6dHJ1ZSwiV2lkdGgiOjAuMCwiSGVpZ2h0IjowLjAsIkJvcmRlclN0eWxlIjpudWxsLCJQYXJlbnRTdHlsZSI6bnVsbH0sIlNoYXBlU3R5bGUiOnsiJGlkIjoiMTM1OSIsIk1hcmdpbiI6eyIkcmVmIjoiMTQ3In0sIlBhZGRpbmciOnsiJHJlZiI6IjE0OCJ9LCJCYWNrZ3JvdW5kIjp7IiRpZCI6IjEzNjAiLCJDb2xvciI6eyIkaWQiOiIxMzYxIiwiQSI6MjU1LCJSIjo4LCJHIjo0OSwiQiI6NDJ9fSwiSXNWaXNpYmxlIjp0cnVlLCJXaWR0aCI6MC4wLCJIZWlnaHQiOjEwLjAsIkJvcmRlclN0eWxlIjp7IiRpZCI6IjEzNjIiLCJMaW5lQ29sb3IiOnsiJHJlZiI6IjQ3In0sIkxpbmVXZWlnaHQiOjAuMCwiTGluZVR5cGUiOjAsIlBhcmVudFN0eWxlIjpudWxsfSwiUGFyZW50U3R5bGUiOm51bGx9LCJUaXRsZVN0eWxlIjp7IiRpZCI6IjEzNjMiLCJGb250U2V0dGluZ3MiOnsiJGlkIjoiMTM2NCIsIkZvbnRTaXplIjoxMSwiRm9udE5hbWUiOiJCb2VocmluZ2VyIEZvcndhcmQgVGV4dCIsIklzQm9sZCI6ZmFsc2UsIklzSXRhbGljIjpmYWxzZSwiSXNVbmRlcmxpbmVkIjpmYWxzZSwiUGFyZW50U3R5bGUiOm51bGx9LCJBdXRvU2l6ZSI6MiwiRm9yZWdyb3VuZCI6eyIkaWQiOiIxMzY1IiwiQ29sb3IiOnsiJGlkIjoiMTM2NiIsIkEiOjI1NSwiUiI6MjU1LCJHIjoyNTUsIkIiOjI1NX19LCJNYXhXaWR0aCI6MTM4Ljk5OTUyNjk3NzUzOTA2LCJNYXhIZWlnaHQiOiJJbmZpbml0eSIsIlNtYXJ0Rm9yZWdyb3VuZElzQWN0aXZlIjpmYWxzZSwiSG9yaXpvbnRhbEFsaWdubWVudCI6MSwiVmVydGljYWxBbGlnbm1lbnQiOjAsIlNtYXJ0Rm9yZWdyb3VuZCI6bnVsbCwiQmFja2dyb3VuZEZpbGxUeXBlIjowLCJNYXJnaW4iOnsiJHJlZiI6IjE1OCJ9LCJQYWRkaW5nIjp7IiRyZWYiOiIxNTkifSwiQmFja2dyb3VuZCI6eyIkaWQiOiIxMzY3IiwiQ29sb3IiOnsiJGlkIjoiMTM2OCIsIkEiOjAsIlIiOjI1NSwiRyI6MjU1LCJCIjoyNTV9fSwiSXNWaXNpYmxlIjp0cnVlLCJXaWR0aCI6MC4wLCJIZWlnaHQiOjAuMCwiQm9yZGVyU3R5bGUiOnsiJGlkIjoiMTM2OSIsIkxpbmVDb2xvciI6bnVsbCwiTGluZVdlaWdodCI6MC4wLCJMaW5lVHlwZSI6MCwiUGFyZW50U3R5bGUiOm51bGx9LCJQYXJlbnRTdHlsZSI6bnVsbH0sIkRhdGVTdHlsZSI6eyIkaWQiOiIxMzcwIiwiRm9udFNldHRpbmdzIjp7IiRpZCI6IjEzNzEiLCJGb250U2l6ZSI6MTAsIkZvbnROYW1lIjoiQ2FsaWJyaSIsIklzQm9sZCI6ZmFsc2UsIklzSXRhbGljIjpmYWxzZSwiSXNVbmRlcmxpbmVkIjpmYWxzZSwiUGFyZW50U3R5bGUiOm51bGx9LCJBdXRvU2l6ZSI6MCwiRm9yZWdyb3VuZCI6eyIkcmVmIjoiMTY1In0sIk1heFdpZHRoIjoyMDAuMCwiTWF4SGVpZ2h0IjoiSW5maW5pdHkiLCJTbWFydEZvcmVncm91bmRJc0FjdGl2ZSI6ZmFsc2UsIkhvcml6b250YWxBbGlnbm1lbnQiOjIsIlZlcnRpY2FsQWxpZ25tZW50IjowLCJTbWFydEZvcmVncm91bmQiOm51bGwsIkJhY2tncm91bmRGaWxsVHlwZSI6MCwiTWFyZ2luIjp7IiRyZWYiOiIxNjcifSwiUGFkZGluZyI6eyIkcmVmIjoiMTY4In0sIkJhY2tncm91bmQiOnsiJHJlZiI6IjE2OSJ9LCJJc1Zpc2libGUiOnRydWUsIldpZHRoIjowLjAsIkhlaWdodCI6MC4wLCJCb3JkZXJTdHlsZSI6eyIkaWQiOiIxMzcyIiwiTGluZUNvbG9yIjpudWxsLCJMaW5lV2VpZ2h0IjowLjAsIkxpbmVUeXBlIjowLCJQYXJlbnRTdHlsZSI6bnVsbH0sIlBhcmVudFN0eWxlIjpudWxsfSwiRGF0ZUZvcm1hdCI6eyIkcmVmIjoiNjcifSwiV2Vla051bWJlcmluZyI6eyIkaWQiOiIxMzczIiwiRm9ybWF0IjowLCJJc1Zpc2libGUiOmZhbHNlLCJMYXN0S25vd25WaXNpYmlsaXR5U3RhdGUiOmZhbHNlfSwiSXNWaXNpYmxlIjp0cnVlLCJQYXJlbnRTdHlsZSI6bnVsbH0sIkluZGV4IjoxLCJTbWFydER1cmF0aW9uQWN0aXZhdGVkIjpmYWxzZSwiRGF0ZUZvcm1hdCI6eyIkcmVmIjoiNjcifSwiV2Vla051bWJlcmluZyI6eyIkaWQiOiIxMzc0IiwiRm9ybWF0IjowLCJJc1Zpc2libGUiOmZhbHNlLCJMYXN0S25vd25WaXNpYmlsaXR5U3RhdGUiOmZhbHNlfSwiQmFzZWxpbmVEYXRhIjp7IiRpZCI6IjEzNzUiLCJTdGFydERhdGUiOiIyMDI2LTAxLTI0VDEwOjAwOjAwIiwiRW5kRGF0ZSI6IjIwMjktMTEtMDNUMTA6MDA6MDAifSwiSWQiOiI2ZTFkNDhkMS1hZWI3LTQzOTctYmNhNi0yYzZjMzg0YjYyMDgiLCJJbXBvcnRJZCI6bnVsbCwiVGl0bGUiOiJCZWFtaW9uIExVTkctMiBQaElJSSIsIk5vdGUiOm51bGwsIkh5cGVybGluayI6eyIkaWQiOiIxMzc2IiwiQWRkcmVzcyI6bnVsbCwiU3ViQWRkcmVzcyI6bnVsbH0sIklzQ2hhbmdlZCI6ZmFsc2UsIklzTmV3IjpmYWxzZX19XSwiX21pbGVzdG9uZXMiOltdLCJJZCI6IjAwMDAwMDAwLTAwMDAtMDAwMC0wMDAwLTAwMDAwMDAwMDAwMCIsIklzU2luZ2xlSXRlbVJvdyI6dHJ1ZX1dLCJJbmRleCI6MCwiSWQiOiJkMDA4NGY3OC01ZWU1LTRjMmMtYjJiZC1hMGI5MDFkMTZlMTQiLCJIZWFkZXJUZXh0IjpudWxsLCJJc0RlZmF1bHQiOnRydWUsIlN0eWxlIjp7IiRpZCI6IjEzNzciLCJIZWFkZXJTdHlsZSI6eyIkaWQiOiIxMzc4IiwiVGV4dFN0eWxlIjp7IiRpZCI6IjEzNzkiLCJGb250U2V0dGluZ3MiOnsiJGlkIjoiMTM4MCIsIkZvbnRTaXplIjoxMSwiRm9udE5hbWUiOiJDYWxpYnJpIiwiSXNCb2xkIjpmYWxzZSwiSXNJdGFsaWMiOmZhbHNlLCJJc1VuZGVybGluZWQiOmZhbHNlLCJQYXJlbnRTdHlsZSI6bnVsbH0sIkF1dG9TaXplIjoyLCJGb3JlZ3JvdW5kIjp7IiRpZCI6IjEzODEiLCJDb2xvciI6eyIkaWQiOiIxMzgyIiwiQSI6MjU1LCJSIjowLCJHIjowLCJCIjowfX0sIk1heFdpZHRoIjowLjAsIk1heEhlaWdodCI6IkluZmluaXR5IiwiU21hcnRGb3JlZ3JvdW5kSXNBY3RpdmUiOmZhbHNlLCJIb3Jpem9udGFsQWxpZ25tZW50IjowLCJWZXJ0aWNhbEFsaWdubWVudCI6MCwiU21hcnRGb3JlZ3JvdW5kIjpudWxsLCJCYWNrZ3JvdW5kRmlsbFR5cGUiOjAsIk1hcmdpbiI6eyIkaWQiOiIxMzgzIiwiVG9wIjowLjAsIkxlZnQiOjAuMCwiUmlnaHQiOjAuMCwiQm90dG9tIjowLjB9LCJQYWRkaW5nIjp7IiRpZCI6IjEzODQiLCJUb3AiOjAuMCwiTGVmdCI6MC4wLCJSaWdodCI6MC4wLCJCb3R0b20iOjAuMH0sIkJhY2tncm91bmQiOnsiJGlkIjoiMTM4NSIsIkNvbG9yIjp7IiRpZCI6IjEzODYiLCJBIjowLCJSIjoyNTUsIkciOjI1NSwiQiI6MjU1fX0sIklzVmlzaWJsZSI6dHJ1ZSwiV2lkdGgiOjAuMCwiSGVpZ2h0IjowLjAsIkJvcmRlclN0eWxlIjpudWxsLCJQYXJlbnRTdHlsZSI6bnVsbH0sIlJlY3RhbmdsZVN0eWxlIjp7IiRpZCI6IjEzODciLCJNYXJnaW4iOnsiJGlkIjoiMTM4OCIsIlRvcCI6MC4wLCJMZWZ0IjowLjAsIlJpZ2h0IjowLjAsIkJvdHRvbSI6MC4wfSwiUGFkZGluZyI6eyIkaWQiOiIxMzg5IiwiVG9wIjowLjAsIkxlZnQiOjAuMCwiUmlnaHQiOjAuMCwiQm90dG9tIjowLjB9LCJCYWNrZ3JvdW5kIjp7IiRpZCI6IjEzOTAiLCJDb2xvciI6eyIkaWQiOiIxMzkxIiwiQSI6NjMsIlIiOjE5NywiRyI6MTk1LCJCIjoyMzh9fSwiSXNWaXNpYmxlIjp0cnVlLCJXaWR0aCI6MC4wLCJIZWlnaHQiOjAuMCwiQm9yZGVyU3R5bGUiOnsiJGlkIjoiMTM5MiIsIkxpbmVDb2xvciI6eyIkaWQiOiIxMzkzIiwiJHR5cGUiOiJOTFJFLkNvbW1vbi5Eb20uU29saWRDb2xvckJydXNoLCBOTFJFLkNvbW1vbiIsIkNvbG9yIjp7IiRpZCI6IjEzOTQiLCJBIjoyNTUsIlIiOjI1NSwiRyI6MCwiQiI6MH19LCJMaW5lV2VpZ2h0IjowLjAsIkxpbmVUeXBlIjowLCJQYXJlbnRTdHlsZSI6bnVsbH0sIlBhcmVudFN0eWxlIjpudWxsfSwiTWFyZ2luIjp7IiRpZCI6IjEzOTUiLCJUb3AiOjAuMCwiTGVmdCI6MC4wLCJSaWdodCI6MC4wLCJCb3R0b20iOjAuMH0sIlBhZGRpbmciOnsiJGlkIjoiMTM5NiIsIlRvcCI6MC4wLCJMZWZ0IjowLjAsIlJpZ2h0IjowLjAsIkJvdHRvbSI6MC4wfSwiQmFja2dyb3VuZCI6bnVsbCwiSXNWaXNpYmxlIjp0cnVlLCJXaWR0aCI6MC4wLCJIZWlnaHQiOjAuMCwiQm9yZGVyU3R5bGUiOm51bGwsIlBhcmVudFN0eWxlIjpudWxsfSwiQmFja2dyb3VuZFN0eWxlIjp7IiRpZCI6IjEzOTciLCJNYXJnaW4iOnsiJGlkIjoiMTM5OCIsIlRvcCI6MC4wLCJMZWZ0IjowLjAsIlJpZ2h0IjowLjAsIkJvdHRvbSI6MC4wfSwiUGFkZGluZyI6eyIkaWQiOiIxMzk5IiwiVG9wIjowLjAsIkxlZnQiOjAuMCwiUmlnaHQiOjAuMCwiQm90dG9tIjowLjB9LCJCYWNrZ3JvdW5kIjp7IiRpZCI6IjE0MDAiLCJDb2xvciI6eyIkaWQiOiIxNDAxIiwiQSI6NTEsIlIiOjgsIkciOjQ5LCJCIjo0Mn19LCJJc1Zpc2libGUiOnRydWUsIldpZHRoIjowLjAsIkhlaWdodCI6MC4wLCJCb3JkZXJTdHlsZSI6eyIkaWQiOiIxNDAyIiwiTGluZUNvbG9yIjp7IiRpZCI6IjE0MDMiLCIkdHlwZSI6Ik5MUkUuQ29tbW9uLkRvbS5Tb2xpZENvbG9yQnJ1c2gsIE5MUkUuQ29tbW9uIiwiQ29sb3IiOnsiJGlkIjoiMTQwNCIsIkEiOjI1NSwiUiI6MjU1LCJHIjowLCJCIjowfX0sIkxpbmVXZWlnaHQiOjAuMCwiTGluZVR5cGUiOjAsIlBhcmVudFN0eWxlIjpudWxsfSwiUGFyZW50U3R5bGUiOm51bGx9LCJNYXJnaW4iOnsiJGlkIjoiMTQwNSIsIlRvcCI6MC4wLCJMZWZ0IjowLjAsIlJpZ2h0IjowLjAsIkJvdHRvbSI6MC4wfSwiUGFkZGluZyI6eyIkaWQiOiIxNDA2IiwiVG9wIjowLjAsIkxlZnQiOjAuMCwiUmlnaHQiOjAuMCwiQm90dG9tIjowLjB9LCJJc1Zpc2libGUiOmZhbHNlLCJXaWR0aCI6MC4wLCJIZWlnaHQiOjAuMCwiQm9yZGVyU3R5bGUiOm51bGwsIlBhcmVudFN0eWxlIjpudWxsfX1dLCJJZCI6ImE3MWE4NjE1LTMzYTItNDQ5OC1iZDhhLTVmYzAwN2NkZjkzNiIsIkluZGV4IjozLCJIZWFkZXJUZXh0IjoiTlNDTEMiLCJTdHlsZSI6eyIkaWQiOiIxNDA3IiwiU3R5bGVJZCI6IjAwMDAwMDAwLTAwMDAtMDAwMC0wMDAwLTAwMDAwMDAwMDAwMCIsIkhlYWRlclN0eWxlIjp7IiRpZCI6IjE0MDgiLCJUZXh0SXNWZXJ0aWNhbCI6ZmFsc2UsIlRleHRTdHlsZSI6eyIkaWQiOiIxNDA5IiwiRm9udFNldHRpbmdzIjp7IiRpZCI6IjE0MTAiLCJGb250U2l6ZSI6MTIsIkZvbnROYW1lIjoiQm9laHJpbmdlciBGb3J3YXJkIFRleHQiLCJJc0JvbGQiOmZhbHNlLCJJc0l0YWxpYyI6ZmFsc2UsIklzVW5kZXJsaW5lZCI6ZmFsc2UsIlBhcmVudFN0eWxlIjpudWxsfSwiQXV0b1NpemUiOjIsIkZvcmVncm91bmQiOnsiJGlkIjoiMTQxMSIsIkNvbG9yIjp7IiRpZCI6IjE0MTIiLCJBIjoyNTUsIlIiOjI1NSwiRyI6MjU1LCJCIjoyNTV9fSwiTWF4V2lkdGgiOjcxLjAsIk1heEhlaWdodCI6IkluZmluaXR5IiwiU21hcnRGb3JlZ3JvdW5kSXNBY3RpdmUiOmZhbHNlLCJIb3Jpem9udGFsQWxpZ25tZW50IjoxLCJWZXJ0aWNhbEFsaWdubWVudCI6MCwiU21hcnRGb3JlZ3JvdW5kIjpudWxsLCJCYWNrZ3JvdW5kRmlsbFR5cGUiOjAsIk1hcmdpbiI6eyIkaWQiOiIxNDEzIiwiVG9wIjowLjAsIkxlZnQiOjAuMCwiUmlnaHQiOjAuMCwiQm90dG9tIjowLjB9LCJQYWRkaW5nIjp7IiRpZCI6IjE0MTQiLCJUb3AiOjAuMCwiTGVmdCI6MC4wLCJSaWdodCI6MC4wLCJCb3R0b20iOjAuMH0sIkJhY2tncm91bmQiOnsiJGlkIjoiMTQxNSIsIkNvbG9yIjp7IiRpZCI6IjE0MTYiLCJBIjowLCJSIjoyNTUsIkciOjI1NSwiQiI6MjU1fX0sIklzVmlzaWJsZSI6dHJ1ZSwiV2lkdGgiOjAuMCwiSGVpZ2h0IjowLjAsIkJvcmRlclN0eWxlIjpudWxsLCJQYXJlbnRTdHlsZSI6bnVsbH0sIlJlY3RhbmdsZVN0eWxlIjp7IiRpZCI6IjE0MTciLCJNYXJnaW4iOnsiJGlkIjoiMTQxOCIsIlRvcCI6MC4wLCJMZWZ0IjowLjAsIlJpZ2h0IjowLjAsIkJvdHRvbSI6MC4wfSwiUGFkZGluZyI6eyIkaWQiOiIxNDE5IiwiVG9wIjowLjAsIkxlZnQiOjAuMCwiUmlnaHQiOjAuMCwiQm90dG9tIjowLjB9LCJCYWNrZ3JvdW5kIjp7IiRpZCI6IjE0MjAiLCJDb2xvciI6eyIkaWQiOiIxNDIxIiwiQSI6MjU1LCJSIjo4LCJHIjo0OSwiQiI6NDJ9fSwiSXNWaXNpYmxlIjp0cnVlLCJXaWR0aCI6MC4wLCJIZWlnaHQiOjAuMCwiQm9yZGVyU3R5bGUiOnsiJGlkIjoiMTQyMiIsIkxpbmVDb2xvciI6eyIkaWQiOiIxNDIzIiwiJHR5cGUiOiJOTFJFLkNvbW1vbi5Eb20uU29saWRDb2xvckJydXNoLCBOTFJFLkNvbW1vbiIsIkNvbG9yIjp7IiRpZCI6IjE0MjQiLCJBIjoyNTUsIlIiOjI1NSwiRyI6MCwiQiI6MH19LCJMaW5lV2VpZ2h0IjowLjAsIkxpbmVUeXBlIjowLCJQYXJlbnRTdHlsZSI6bnVsbH0sIlBhcmVudFN0eWxlIjpudWxsfSwiTWFyZ2luIjp7IiRpZCI6IjE0MjUiLCJUb3AiOjAuMCwiTGVmdCI6MC4wLCJSaWdodCI6MC4wLCJCb3R0b20iOjAuMH0sIlBhZGRpbmciOnsiJGlkIjoiMTQyNiIsIlRvcCI6MC4wLCJMZWZ0IjowLjAsIlJpZ2h0IjowLjAsIkJvdHRvbSI6MC4wfSwiQmFja2dyb3VuZCI6bnVsbCwiSXNWaXNpYmxlIjp0cnVlLCJXaWR0aCI6MC4wLCJIZWlnaHQiOjAuMCwiQm9yZGVyU3R5bGUiOm51bGwsIlBhcmVudFN0eWxlIjpudWxsfSwiQmFja2dyb3VuZFN0eWxlIjp7IiRpZCI6IjE0MjciLCJNYXJnaW4iOnsiJGlkIjoiMTQyOCIsIlRvcCI6MC4wLCJMZWZ0IjowLjAsIlJpZ2h0IjowLjAsIkJvdHRvbSI6MC4wfSwiUGFkZGluZyI6eyIkaWQiOiIxNDI5IiwiVG9wIjowLjAsIkxlZnQiOjAuMCwiUmlnaHQiOjAuMCwiQm90dG9tIjowLjB9LCJCYWNrZ3JvdW5kIjp7IiRpZCI6IjE0MzAiLCJDb2xvciI6eyIkaWQiOiIxNDMxIiwiQSI6NTEsIlIiOjgsIkciOjQ5LCJCIjo0Mn19LCJJc1Zpc2libGUiOnRydWUsIldpZHRoIjowLjAsIkhlaWdodCI6MC4wLCJCb3JkZXJTdHlsZSI6eyIkaWQiOiIxNDMyIiwiTGluZUNvbG9yIjp7IiRpZCI6IjE0MzMiLCIkdHlwZSI6Ik5MUkUuQ29tbW9uLkRvbS5Tb2xpZENvbG9yQnJ1c2gsIE5MUkUuQ29tbW9uIiwiQ29sb3IiOnsiJGlkIjoiMTQzNCIsIkEiOjI1NSwiUiI6MjU1LCJHIjowLCJCIjowfX0sIkxpbmVXZWlnaHQiOjAuMCwiTGluZVR5cGUiOjAsIlBhcmVudFN0eWxlIjpudWxsfSwiUGFyZW50U3R5bGUiOm51bGx9LCJJc0Fib3ZlVGltZWJhbmQiOmZhbHNlLCJTcGFjaW5nIjoxMCwiRGVmYXVsdFN3aW1sYW5lVGFza1N0eWxlIjp7IiRpZCI6IjE0MzUiLCIkdHlwZSI6Ik5MUkUuQ29tbW9uLkRvbS5TdHlsZXMuRXhwbGljaXRTZXRhYmxlVGFza1N0eWxlLCBOTFJFLkNvbW1vbiIsIlNoYXBlIjozLCJTaGFwZVRoaWNrbmVzcyI6MCwiRHVyYXRpb25Gb3JtYXQiOjAsIkluY2x1ZGVOb25Xb3JraW5nRGF5c0luRHVyYXRpb24iOmZhbHNlLCJQZXJjZW50YWdlQ29tcGxldGVTdHlsZSI6eyIkaWQiOiIxNDM2IiwiRm9udFNldHRpbmdzIjp7IiRpZCI6IjE0MzciLCJGb250U2l6ZSI6MTAsIkZvbnROYW1lIjoiQ2FsaWJyaSIsIklzQm9sZCI6ZmFsc2UsIklzSXRhbGljIjpmYWxzZSwiSXNVbmRlcmxpbmVkIjpmYWxzZSwiUGFyZW50U3R5bGUiOm51bGx9LCJBdXRvU2l6ZSI6MCwiRm9yZWdyb3VuZCI6eyIkaWQiOiIxNDM4IiwiQ29sb3IiOnsiJGlkIjoiMTQzOS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MTQ0MCIsIlRvcCI6MC4wLCJMZWZ0IjowLjAsIlJpZ2h0IjowLjAsIkJvdHRvbSI6MC4wfSwiUGFkZGluZyI6eyIkaWQiOiIxNDQxIiwiVG9wIjowLjAsIkxlZnQiOjAuMCwiUmlnaHQiOjAuMCwiQm90dG9tIjowLjB9LCJCYWNrZ3JvdW5kIjp7IiRpZCI6IjE0NDIiLCJDb2xvciI6eyIkaWQiOiIxNDQzIiwiQSI6ODksIlIiOjAsIkciOjAsIkIiOjB9fSwiSXNWaXNpYmxlIjp0cnVlLCJXaWR0aCI6MC4wLCJIZWlnaHQiOjAuMCwiQm9yZGVyU3R5bGUiOm51bGwsIlBhcmVudFN0eWxlIjpudWxsfSwiRHVyYXRpb25TdHlsZSI6eyIkaWQiOiIxNDQ0IiwiRm9udFNldHRpbmdzIjp7IiRpZCI6IjE0NDUiLCJGb250U2l6ZSI6MTAsIkZvbnROYW1lIjoiQ2FsaWJyaSIsIklzQm9sZCI6ZmFsc2UsIklzSXRhbGljIjpmYWxzZSwiSXNVbmRlcmxpbmVkIjpmYWxzZSwiUGFyZW50U3R5bGUiOm51bGx9LCJBdXRvU2l6ZSI6MCwiRm9yZWdyb3VuZCI6eyIkaWQiOiIxNDQ2IiwiQ29sb3IiOnsiJGlkIjoiMTQ0N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0NDgiLCJUb3AiOjAuMCwiTGVmdCI6MC4wLCJSaWdodCI6MC4wLCJCb3R0b20iOjAuMH0sIlBhZGRpbmciOnsiJGlkIjoiMTQ0OSIsIlRvcCI6MC4wLCJMZWZ0IjowLjAsIlJpZ2h0IjowLjAsIkJvdHRvbSI6MC4wfSwiQmFja2dyb3VuZCI6eyIkaWQiOiIxNDUwIiwiQ29sb3IiOnsiJGlkIjoiMTQ1MSIsIkEiOjAsIlIiOjAsIkciOjAsIkIiOjB9fSwiSXNWaXNpYmxlIjp0cnVlLCJXaWR0aCI6MC4wLCJIZWlnaHQiOjAuMCwiQm9yZGVyU3R5bGUiOm51bGwsIlBhcmVudFN0eWxlIjpudWxsfSwiSG9yaXpvbnRhbENvbm5lY3RvclN0eWxlIjp7IiRpZCI6IjE0NTIiLCJMaW5lQ29sb3IiOnsiJGlkIjoiMTQ1MyIsIiR0eXBlIjoiTkxSRS5Db21tb24uRG9tLlNvbGlkQ29sb3JCcnVzaCwgTkxSRS5Db21tb24iLCJDb2xvciI6eyIkaWQiOiIxNDU0IiwiQSI6MjU1LCJSIjoyMDQsIkciOjIwNCwiQiI6MjA0fX0sIkxpbmVXZWlnaHQiOjEuMCwiTGluZVR5cGUiOjAsIlBhcmVudFN0eWxlIjpudWxsfSwiVmVydGljYWxDb25uZWN0b3JTdHlsZSI6eyIkaWQiOiIxNDU1IiwiTGluZUNvbG9yIjp7IiRpZCI6IjE0NTYiLCIkdHlwZSI6Ik5MUkUuQ29tbW9uLkRvbS5Tb2xpZENvbG9yQnJ1c2gsIE5MUkUuQ29tbW9uIiwiQ29sb3IiOnsiJGlkIjoiMTQ1NyIsIkEiOjI1NSwiUiI6MjA0LCJHIjoyMDQsIkIiOjIwNH19LCJMaW5lV2VpZ2h0IjowLjAsIkxpbmVUeXBlIjowLCJQYXJlbnRTdHlsZSI6bnVsbH0sIk1hcmdpbiI6bnVsbCwiU3RhcnREYXRlUG9zaXRpb24iOjYsIkVuZERhdGVQb3NpdGlvbiI6NiwiRGF0ZUlzVmlzaWJsZSI6ZmFsc2UsIlRpdGxlUG9zaXRpb24iOjAsIkR1cmF0aW9uUG9zaXRpb24iOjYsIlBlcmNlbnRhZ2VDb21wbGV0ZWRQb3NpdGlvbiI6NiwiU3BhY2luZyI6NSwiSXNCZWxvd1RpbWViYW5kIjp0cnVlLCJQZXJjZW50YWdlQ29tcGxldGVTaGFwZU9wYWNpdHkiOjM1LCJCYXNlbGluZVN0eWxlIjp7IiRpZCI6IjE0NTgiLCJTaGFwZVN0eWxlIjp7IiRpZCI6IjE0NTkiLCJNYXJnaW4iOnsiJGlkIjoiMTQ2MCIsIlRvcCI6MC4wLCJMZWZ0IjowLjAsIlJpZ2h0IjowLjAsIkJvdHRvbSI6MC4wfSwiUGFkZGluZyI6eyIkaWQiOiIxNDYxIiwiVG9wIjowLjAsIkxlZnQiOjAuMCwiUmlnaHQiOjAuMCwiQm90dG9tIjowLjB9LCJCYWNrZ3JvdW5kIjp7IiRpZCI6IjE0NjIiLCJDb2xvciI6eyIkaWQiOiIxNDYzIiwiQSI6MTUzLCJSIjowLCJHIjowLCJCIjowfX0sIklzVmlzaWJsZSI6dHJ1ZSwiV2lkdGgiOjAuMCwiSGVpZ2h0IjowLjAsIkJvcmRlclN0eWxlIjp7IiRpZCI6IjE0NjQiLCJMaW5lQ29sb3IiOm51bGwsIkxpbmVXZWlnaHQiOjAuMCwiTGluZVR5cGUiOjAsIlBhcmVudFN0eWxlIjpudWxsfSwiUGFyZW50U3R5bGUiOm51bGx9LCJNYXJnaW4iOnsiJGlkIjoiMTQ2NSIsIlRvcCI6MC4wLCJMZWZ0IjowLjAsIlJpZ2h0IjowLjAsIkJvdHRvbSI6MC4wfSwiUGFkZGluZyI6eyIkaWQiOiIxNDY2IiwiVG9wIjowLjAsIkxlZnQiOjAuMCwiUmlnaHQiOjAuMCwiQm90dG9tIjowLjB9LCJCYWNrZ3JvdW5kIjpudWxsLCJJc1Zpc2libGUiOnRydWUsIldpZHRoIjowLjAsIkhlaWdodCI6MC4wLCJCb3JkZXJTdHlsZSI6bnVsbCwiUGFyZW50U3R5bGUiOm51bGx9LCJTaGFwZVN0eWxlIjp7IiRpZCI6IjE0NjciLCJNYXJnaW4iOnsiJGlkIjoiMTQ2OCIsIlRvcCI6MC4wLCJMZWZ0Ijo0LjAsIlJpZ2h0Ijo0LjAsIkJvdHRvbSI6MC4wfSwiUGFkZGluZyI6eyIkaWQiOiIxNDY5IiwiVG9wIjowLjAsIkxlZnQiOjAuMCwiUmlnaHQiOjAuMCwiQm90dG9tIjowLjB9LCJCYWNrZ3JvdW5kIjp7IiRpZCI6IjE0NzAiLCJDb2xvciI6eyIkaWQiOiIxNDcxIiwiQSI6MjU1LCJSIjo4LCJHIjo0OSwiQiI6NDJ9fSwiSXNWaXNpYmxlIjp0cnVlLCJXaWR0aCI6NzQuNzU4NzQzMjg2MTMyODEyLCJIZWlnaHQiOjEwLjAsIkJvcmRlclN0eWxlIjp7IiRpZCI6IjE0NzIiLCJMaW5lQ29sb3IiOnsiJGlkIjoiMTQ3MyIsIiR0eXBlIjoiTkxSRS5Db21tb24uRG9tLlNvbGlkQ29sb3JCcnVzaCwgTkxSRS5Db21tb24iLCJDb2xvciI6eyIkaWQiOiIxNDc0IiwiQSI6MjU1LCJSIjoyMzQsIkciOjIyLCJCIjozMH19LCJMaW5lV2VpZ2h0IjowLjAsIkxpbmVUeXBlIjowLCJQYXJlbnRTdHlsZSI6bnVsbH0sIlBhcmVudFN0eWxlIjpudWxsfSwiVGl0bGVTdHlsZSI6eyIkaWQiOiIxNDc1IiwiRm9udFNldHRpbmdzIjp7IiRpZCI6IjE0NzYiLCJGb250U2l6ZSI6MTEsIkZvbnROYW1lIjoiQm9laHJpbmdlciBGb3J3YXJkIFRleHQiLCJJc0JvbGQiOmZhbHNlLCJJc0l0YWxpYyI6ZmFsc2UsIklzVW5kZXJsaW5lZCI6ZmFsc2UsIlBhcmVudFN0eWxlIjpudWxsfSwiQXV0b1NpemUiOjAsIkZvcmVncm91bmQiOnsiJGlkIjoiMTQ3NyIsIkNvbG9yIjp7IiRpZCI6IjE0Nzg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TQ3OSIsIlRvcCI6MC4wLCJMZWZ0IjowLjAsIlJpZ2h0IjowLjAsIkJvdHRvbSI6MC4wfSwiUGFkZGluZyI6eyIkaWQiOiIxNDgwIiwiVG9wIjowLjAsIkxlZnQiOjAuMCwiUmlnaHQiOjAuMCwiQm90dG9tIjowLjB9LCJCYWNrZ3JvdW5kIjp7IiRpZCI6IjE0ODEiLCJDb2xvciI6eyIkaWQiOiIxNDgyIiwiQSI6MCwiUiI6MjU1LCJHIjoyNTUsIkIiOjI1NX19LCJJc1Zpc2libGUiOnRydWUsIldpZHRoIjowLjAsIkhlaWdodCI6MC4wLCJCb3JkZXJTdHlsZSI6bnVsbCwiUGFyZW50U3R5bGUiOm51bGx9LCJEYXRlU3R5bGUiOnsiJGlkIjoiMTQ4MyIsIkZvbnRTZXR0aW5ncyI6eyIkaWQiOiIxNDg0IiwiRm9udFNpemUiOjEwLCJGb250TmFtZSI6IkNhbGlicmkiLCJJc0JvbGQiOmZhbHNlLCJJc0l0YWxpYyI6ZmFsc2UsIklzVW5kZXJsaW5lZCI6ZmFsc2UsIlBhcmVudFN0eWxlIjpudWxsfSwiQXV0b1NpemUiOjAsIkZvcmVncm91bmQiOnsiJGlkIjoiMTQ4NSIsIkNvbG9yIjp7IiRpZCI6IjE0ODY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0ODciLCJUb3AiOjAuMCwiTGVmdCI6MC4wLCJSaWdodCI6MC4wLCJCb3R0b20iOjAuMH0sIlBhZGRpbmciOnsiJGlkIjoiMTQ4OCIsIlRvcCI6MC4wLCJMZWZ0IjowLjAsIlJpZ2h0IjowLjAsIkJvdHRvbSI6MC4wfSwiQmFja2dyb3VuZCI6eyIkaWQiOiIxNDg5IiwiQ29sb3IiOnsiJGlkIjoiMTQ5MCIsIkEiOjAsIlIiOjAsIkciOjAsIkIiOjB9fSwiSXNWaXNpYmxlIjp0cnVlLCJXaWR0aCI6MC4wLCJIZWlnaHQiOjAuMCwiQm9yZGVyU3R5bGUiOm51bGwsIlBhcmVudFN0eWxlIjpudWxsfSwiRGF0ZUZvcm1hdCI6eyIkaWQiOiIxNDk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OTIiLCJGb3JtYXQiOjAsIklzVmlzaWJsZSI6ZmFsc2UsIkxhc3RLbm93blZpc2liaWxpdHlTdGF0ZSI6ZmFsc2V9LCJJc1Zpc2libGUiOnRydWUsIlBhcmVudFN0eWxlIjpudWxsLCJfZXhwbGljaXRseVNldCI6eyIkaWQiOiIxNDkz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E0OTQiLCJTaGFwZSI6MiwiQ29ubmVjdG9yTWFyZ2luIjp7IiRpZCI6IjE0OTUiLCJUb3AiOjAuMCwiTGVmdCI6Mi4wLCJSaWdodCI6Mi4wLCJCb3R0b20iOjAuMH0sIkNvbm5lY3RvclN0eWxlIjp7IiRpZCI6IjE0OTYiLCJMaW5lQ29sb3IiOnsiJGlkIjoiMTQ5NyIsIiR0eXBlIjoiTkxSRS5Db21tb24uRG9tLlNvbGlkQ29sb3JCcnVzaCwgTkxSRS5Db21tb24iLCJDb2xvciI6eyIkaWQiOiIxNDk4IiwiQSI6MTI3LCJSIjo3OSwiRyI6MTI5LCJCIjoxODl9fSwiTGluZVdlaWdodCI6MS4wLCJMaW5lVHlwZSI6MCwiUGFyZW50U3R5bGUiOm51bGx9LCJJc0JlbG93VGltZWJhbmQiOmZhbHNlLCJQb3NpdGlvbk9uVGFzayI6MSwiSGlkZURhdGUiOmZhbHNlLCJTaGFwZVNpemUiOjEsIlNwYWNpbmciOjAuMCwiUGFkZGluZyI6eyIkaWQiOiIxNDk5IiwiVG9wIjo1LjAsIkxlZnQiOjMuMCwiUmlnaHQiOjAuMCwiQm90dG9tIjoyLjB9LCJTaGFwZVN0eWxlIjp7IiRpZCI6IjE1MDAiLCJNYXJnaW4iOnsiJGlkIjoiMTUwMSIsIlRvcCI6MC4wLCJMZWZ0IjowLjAsIlJpZ2h0IjowLjAsIkJvdHRvbSI6MC4wfSwiUGFkZGluZyI6eyIkaWQiOiIxNTAyIiwiVG9wIjowLjAsIkxlZnQiOjAuMCwiUmlnaHQiOjAuMCwiQm90dG9tIjowLjB9LCJCYWNrZ3JvdW5kIjp7IiRpZCI6IjE1MDMiLCJDb2xvciI6eyIkaWQiOiIxNTA0IiwiQSI6MjU1LCJSIjo4LCJHIjo0OSwiQiI6NDJ9fSwiSXNWaXNpYmxlIjp0cnVlLCJXaWR0aCI6MTMuMCwiSGVpZ2h0IjoxMy4wLCJCb3JkZXJTdHlsZSI6eyIkaWQiOiIxNTA1IiwiTGluZUNvbG9yIjp7IiRpZCI6IjE1MDYiLCIkdHlwZSI6Ik5MUkUuQ29tbW9uLkRvbS5Tb2xpZENvbG9yQnJ1c2gsIE5MUkUuQ29tbW9uIiwiQ29sb3IiOnsiJGlkIjoiMTUwNyIsIkEiOjI1NSwiUiI6MjM0LCJHIjoyMiwiQiI6MzB9fSwiTGluZVdlaWdodCI6MC4wLCJMaW5lVHlwZSI6MCwiUGFyZW50U3R5bGUiOm51bGx9LCJQYXJlbnRTdHlsZSI6bnVsbH0sIlRpdGxlU3R5bGUiOnsiJGlkIjoiMTUwOCIsIkZvbnRTZXR0aW5ncyI6eyIkaWQiOiIxNTA5IiwiRm9udFNpemUiOjExLCJGb250TmFtZSI6IkJvZWhyaW5nZXIgRm9yd2FyZCBUZXh0IiwiSXNCb2xkIjp0cnVlLCJJc0l0YWxpYyI6ZmFsc2UsIklzVW5kZXJsaW5lZCI6ZmFsc2UsIlBhcmVudFN0eWxlIjpudWxsfSwiQXV0b1NpemUiOjAsIkZvcmVncm91bmQiOnsiJGlkIjoiMTUxMCIsIkNvbG9yIjp7IiRpZCI6IjE1MTEiLCJBIjoyNTUsIlIiOjI1NSwiRyI6MjU1LCJCIjoyNTV9fSwiTWF4V2lkdGgiOjIwMC4wLCJNYXhIZWlnaHQiOiJJbmZpbml0eSIsIlNtYXJ0Rm9yZWdyb3VuZElzQWN0aXZlIjpmYWxzZSwiSG9yaXpvbnRhbEFsaWdubWVudCI6MCwiVmVydGljYWxBbGlnbm1lbnQiOjAsIlNtYXJ0Rm9yZWdyb3VuZCI6bnVsbCwiQmFja2dyb3VuZEZpbGxUeXBlIjowLCJNYXJnaW4iOnsiJGlkIjoiMTUxMiIsIlRvcCI6MC4wLCJMZWZ0IjowLjAsIlJpZ2h0IjowLjAsIkJvdHRvbSI6MC4wfSwiUGFkZGluZyI6eyIkaWQiOiIxNTEzIiwiVG9wIjowLjAsIkxlZnQiOjAuMCwiUmlnaHQiOjAuMCwiQm90dG9tIjowLjB9LCJCYWNrZ3JvdW5kIjp7IiRpZCI6IjE1MTQiLCJDb2xvciI6eyIkaWQiOiIxNTE1IiwiQSI6MCwiUiI6MCwiRyI6MCwiQiI6MH19LCJJc1Zpc2libGUiOnRydWUsIldpZHRoIjowLjAsIkhlaWdodCI6MC4wLCJCb3JkZXJTdHlsZSI6bnVsbCwiUGFyZW50U3R5bGUiOm51bGx9LCJEYXRlU3R5bGUiOnsiJGlkIjoiMTUxNiIsIkZvbnRTZXR0aW5ncyI6eyIkaWQiOiIxNTE3IiwiRm9udFNpemUiOjEwLCJGb250TmFtZSI6IkJvZWhyaW5nZXIgRm9yd2FyZCBUZXh0IiwiSXNCb2xkIjpmYWxzZSwiSXNJdGFsaWMiOmZhbHNlLCJJc1VuZGVybGluZWQiOmZhbHNlLCJQYXJlbnRTdHlsZSI6bnVsbH0sIkF1dG9TaXplIjowLCJGb3JlZ3JvdW5kIjp7IiRpZCI6IjE1MTgiLCJDb2xvciI6eyIkaWQiOiIxNTE5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E1MjAiLCJUb3AiOjAuMCwiTGVmdCI6MC4wLCJSaWdodCI6MC4wLCJCb3R0b20iOjAuMH0sIlBhZGRpbmciOnsiJGlkIjoiMTUyMSIsIlRvcCI6MC4wLCJMZWZ0IjowLjAsIlJpZ2h0IjowLjAsIkJvdHRvbSI6MC4wfSwiQmFja2dyb3VuZCI6eyIkaWQiOiIxNTIyIiwiQ29sb3IiOnsiJGlkIjoiMTUyMyIsIkEiOjAsIlIiOjAsIkciOjAsIkIiOjB9fSwiSXNWaXNpYmxlIjpmYWxzZSwiV2lkdGgiOjAuMCwiSGVpZ2h0IjowLjAsIkJvcmRlclN0eWxlIjpudWxsLCJQYXJlbnRTdHlsZSI6bnVsbH0sIkRhdGVGb3JtYXQiOnsiJGlkIjoiMTUy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I1IiwiRm9ybWF0IjowLCJJc1Zpc2libGUiOmZhbHNlLCJMYXN0S25vd25WaXNpYmlsaXR5U3RhdGUiOmZhbHNlfSwiSXNWaXNpYmxlIjp0cnVlLCJQYXJlbnRTdHlsZSI6bnVsbH0sIkRlZmF1bHRTd2ltbGFuZU1pbGVzdG9uZVN0eWxlIjp7IiRpZCI6IjE1MjYiLCJUaXRsZVBvc2l0aW9uIjoiTGVmdCIsIkRhdGVQb3NpdGlvbiI6IkxlZnQiLCJTaGFwZVR5cGUiOjIsIlNoYXBlU2l6ZSI6MSwiU3BhY2luZyI6NSwiU2hhcGVTdHlsZSI6eyIkaWQiOiIxNTI3IiwiTWFyZ2luIjp7IiRpZCI6IjE1MjgiLCJUb3AiOjAuMCwiTGVmdCI6MC4wLCJSaWdodCI6MC4wLCJCb3R0b20iOjAuMH0sIlBhZGRpbmciOnsiJGlkIjoiMTUyOSIsIlRvcCI6MC4wLCJMZWZ0IjowLjAsIlJpZ2h0IjowLjAsIkJvdHRvbSI6MC4wfSwiQmFja2dyb3VuZCI6eyIkaWQiOiIxNTMwIiwiQ29sb3IiOnsiJGlkIjoiMTUzMSIsIkEiOjI1NSwiUiI6OCwiRyI6NDksIkIiOjQyfX0sIklzVmlzaWJsZSI6dHJ1ZSwiV2lkdGgiOjEzLjAsIkhlaWdodCI6MTMuMCwiQm9yZGVyU3R5bGUiOnsiJGlkIjoiMTUzMiIsIkxpbmVDb2xvciI6eyIkaWQiOiIxNTMzIiwiJHR5cGUiOiJOTFJFLkNvbW1vbi5Eb20uU29saWRDb2xvckJydXNoLCBOTFJFLkNvbW1vbiIsIkNvbG9yIjp7IiRpZCI6IjE1MzQiLCJBIjoyNTUsIlIiOjIzNCwiRyI6MjIsIkIiOjMwfX0sIkxpbmVXZWlnaHQiOjAuMCwiTGluZVR5cGUiOjAsIlBhcmVudFN0eWxlIjpudWxsfSwiUGFyZW50U3R5bGUiOm51bGx9LCJUaXRsZVN0eWxlIjp7IiRpZCI6IjE1MzUiLCJGb250U2V0dGluZ3MiOnsiJGlkIjoiMTUzNiIsIkZvbnRTaXplIjoxMSwiRm9udE5hbWUiOiJCb2VocmluZ2VyIEZvcndhcmQgVGV4dCIsIklzQm9sZCI6dHJ1ZSwiSXNJdGFsaWMiOmZhbHNlLCJJc1VuZGVybGluZWQiOmZhbHNlLCJQYXJlbnRTdHlsZSI6bnVsbH0sIkF1dG9TaXplIjowLCJGb3JlZ3JvdW5kIjp7IiRpZCI6IjE1MzciLCJDb2xvciI6eyIkaWQiOiIxNTM4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E1MzkiLCJUb3AiOjAuMCwiTGVmdCI6MC4wLCJSaWdodCI6MC4wLCJCb3R0b20iOjAuMH0sIlBhZGRpbmciOnsiJGlkIjoiMTU0MCIsIlRvcCI6MC4wLCJMZWZ0IjowLjAsIlJpZ2h0IjowLjAsIkJvdHRvbSI6MC4wfSwiQmFja2dyb3VuZCI6eyIkaWQiOiIxNTQxIiwiQ29sb3IiOnsiJGlkIjoiMTU0MiIsIkEiOjAsIlIiOjAsIkciOjAsIkIiOjB9fSwiSXNWaXNpYmxlIjp0cnVlLCJXaWR0aCI6MC4wLCJIZWlnaHQiOjAuMCwiQm9yZGVyU3R5bGUiOm51bGwsIlBhcmVudFN0eWxlIjpudWxsfSwiRGF0ZVN0eWxlIjp7IiRpZCI6IjE1NDMiLCJGb250U2V0dGluZ3MiOnsiJGlkIjoiMTU0NCIsIkZvbnRTaXplIjoxMCwiRm9udE5hbWUiOiJCb2VocmluZ2VyIEZvcndhcmQgVGV4dCIsIklzQm9sZCI6ZmFsc2UsIklzSXRhbGljIjpmYWxzZSwiSXNVbmRlcmxpbmVkIjpmYWxzZSwiUGFyZW50U3R5bGUiOm51bGx9LCJBdXRvU2l6ZSI6MCwiRm9yZWdyb3VuZCI6eyIkaWQiOiIxNTQ1IiwiQ29sb3IiOnsiJGlkIjoiMTU0Ni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xNTQ3IiwiVG9wIjowLjAsIkxlZnQiOjAuMCwiUmlnaHQiOjAuMCwiQm90dG9tIjowLjB9LCJQYWRkaW5nIjp7IiRpZCI6IjE1NDgiLCJUb3AiOjAuMCwiTGVmdCI6MC4wLCJSaWdodCI6MC4wLCJCb3R0b20iOjAuMH0sIkJhY2tncm91bmQiOnsiJGlkIjoiMTU0OSIsIkNvbG9yIjp7IiRpZCI6IjE1NTAiLCJBIjowLCJSIjowLCJHIjowLCJCIjowfX0sIklzVmlzaWJsZSI6ZmFsc2UsIldpZHRoIjowLjAsIkhlaWdodCI6MC4wLCJCb3JkZXJTdHlsZSI6bnVsbCwiUGFyZW50U3R5bGUiOm51bGx9LCJEYXRlRm9ybWF0Ijp7IiRpZCI6IjE1NT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U1MiIsIkZvcm1hdCI6MCwiSXNWaXNpYmxlIjpmYWxzZSwiTGFzdEtub3duVmlzaWJpbGl0eVN0YXRlIjpmYWxzZX0sIklzVmlzaWJsZSI6dHJ1ZSwiUGFyZW50U3R5bGUiOm51bGx9LCJEZWZhdWx0U3dpbWxhbmVBY3Rpdml0eVN0eWxlIjp7IiRpZCI6IjE1NTMiLCJIZWFkZXJTdHlsZSI6eyIkaWQiOiIxNTU0IiwiVGV4dFN0eWxlIjp7IiRpZCI6IjE1NTUiLCJGb250U2V0dGluZ3MiOnsiJGlkIjoiMTU1NiIsIkZvbnRTaXplIjoxMSwiRm9udE5hbWUiOiJDYWxpYnJpIiwiSXNCb2xkIjpmYWxzZSwiSXNJdGFsaWMiOmZhbHNlLCJJc1VuZGVybGluZWQiOmZhbHNlLCJQYXJlbnRTdHlsZSI6bnVsbH0sIkF1dG9TaXplIjoyLCJGb3JlZ3JvdW5kIjp7IiRpZCI6IjE1NTciLCJDb2xvciI6eyIkaWQiOiIxNTU4IiwiQSI6MjU1LCJSIjowLCJHIjowLCJCIjowfX0sIk1heFdpZHRoIjowLjAsIk1heEhlaWdodCI6IkluZmluaXR5IiwiU21hcnRGb3JlZ3JvdW5kSXNBY3RpdmUiOmZhbHNlLCJIb3Jpem9udGFsQWxpZ25tZW50IjowLCJWZXJ0aWNhbEFsaWdubWVudCI6MCwiU21hcnRGb3JlZ3JvdW5kIjpudWxsLCJCYWNrZ3JvdW5kRmlsbFR5cGUiOjAsIk1hcmdpbiI6eyIkaWQiOiIxNTU5IiwiVG9wIjowLjAsIkxlZnQiOjAuMCwiUmlnaHQiOjAuMCwiQm90dG9tIjowLjB9LCJQYWRkaW5nIjp7IiRpZCI6IjE1NjAiLCJUb3AiOjAuMCwiTGVmdCI6MC4wLCJSaWdodCI6MC4wLCJCb3R0b20iOjAuMH0sIkJhY2tncm91bmQiOnsiJGlkIjoiMTU2MSIsIkNvbG9yIjp7IiRpZCI6IjE1NjIiLCJBIjowLCJSIjoyNTUsIkciOjI1NSwiQiI6MjU1fX0sIklzVmlzaWJsZSI6dHJ1ZSwiV2lkdGgiOjAuMCwiSGVpZ2h0IjowLjAsIkJvcmRlclN0eWxlIjpudWxsLCJQYXJlbnRTdHlsZSI6bnVsbH0sIlJlY3RhbmdsZVN0eWxlIjp7IiRpZCI6IjE1NjMiLCJNYXJnaW4iOnsiJGlkIjoiMTU2NCIsIlRvcCI6MC4wLCJMZWZ0IjowLjAsIlJpZ2h0IjowLjAsIkJvdHRvbSI6MC4wfSwiUGFkZGluZyI6eyIkaWQiOiIxNTY1IiwiVG9wIjowLjAsIkxlZnQiOjAuMCwiUmlnaHQiOjAuMCwiQm90dG9tIjowLjB9LCJCYWNrZ3JvdW5kIjp7IiRpZCI6IjE1NjYiLCJDb2xvciI6eyIkaWQiOiIxNTY3IiwiQSI6NjMsIlIiOjgsIkciOjQ5LCJCIjo0Mn19LCJJc1Zpc2libGUiOnRydWUsIldpZHRoIjowLjAsIkhlaWdodCI6MC4wLCJCb3JkZXJTdHlsZSI6eyIkaWQiOiIxNTY4IiwiTGluZUNvbG9yIjp7IiRpZCI6IjE1NjkiLCIkdHlwZSI6Ik5MUkUuQ29tbW9uLkRvbS5Tb2xpZENvbG9yQnJ1c2gsIE5MUkUuQ29tbW9uIiwiQ29sb3IiOnsiJGlkIjoiMTU3MCIsIkEiOjI1NSwiUiI6MjU1LCJHIjowLCJCIjowfX0sIkxpbmVXZWlnaHQiOjAuMCwiTGluZVR5cGUiOjAsIlBhcmVudFN0eWxlIjpudWxsfSwiUGFyZW50U3R5bGUiOm51bGx9LCJNYXJnaW4iOnsiJGlkIjoiMTU3MSIsIlRvcCI6MC4wLCJMZWZ0IjowLjAsIlJpZ2h0IjowLjAsIkJvdHRvbSI6MC4wfSwiUGFkZGluZyI6eyIkaWQiOiIxNTcyIiwiVG9wIjowLjAsIkxlZnQiOjAuMCwiUmlnaHQiOjAuMCwiQm90dG9tIjowLjB9LCJCYWNrZ3JvdW5kIjpudWxsLCJJc1Zpc2libGUiOnRydWUsIldpZHRoIjowLjAsIkhlaWdodCI6MC4wLCJCb3JkZXJTdHlsZSI6bnVsbCwiUGFyZW50U3R5bGUiOm51bGx9LCJCYWNrZ3JvdW5kU3R5bGUiOnsiJGlkIjoiMTU3MyIsIk1hcmdpbiI6eyIkaWQiOiIxNTc0IiwiVG9wIjowLjAsIkxlZnQiOjAuMCwiUmlnaHQiOjAuMCwiQm90dG9tIjowLjB9LCJQYWRkaW5nIjp7IiRpZCI6IjE1NzUiLCJUb3AiOjAuMCwiTGVmdCI6MC4wLCJSaWdodCI6MC4wLCJCb3R0b20iOjAuMH0sIkJhY2tncm91bmQiOnsiJHJlZiI6IjE0MzAifSwiSXNWaXNpYmxlIjp0cnVlLCJXaWR0aCI6MC4wLCJIZWlnaHQiOjAuMCwiQm9yZGVyU3R5bGUiOnsiJGlkIjoiMTU3NiIsIkxpbmVDb2xvciI6eyIkaWQiOiIxNTc3IiwiJHR5cGUiOiJOTFJFLkNvbW1vbi5Eb20uU29saWRDb2xvckJydXNoLCBOTFJFLkNvbW1vbiIsIkNvbG9yIjp7IiRpZCI6IjE1NzgiLCJBIjoyNTUsIlIiOjIzNCwiRyI6MjIsIkIiOjMwfX0sIkxpbmVXZWlnaHQiOjAuMCwiTGluZVR5cGUiOjAsIlBhcmVudFN0eWxlIjpudWxsfSwiUGFyZW50U3R5bGUiOm51bGx9LCJNYXJnaW4iOnsiJGlkIjoiMTU3OSIsIlRvcCI6MC4wLCJMZWZ0IjowLjAsIlJpZ2h0IjowLjAsIkJvdHRvbSI6MC4wfSwiUGFkZGluZyI6eyIkaWQiOiIxNTgwIiwiVG9wIjowLjAsIkxlZnQiOjAuMCwiUmlnaHQiOjAuMCwiQm90dG9tIjowLjB9LCJJc1Zpc2libGUiOnRydWUsIldpZHRoIjowLjAsIkhlaWdodCI6MC4wLCJCb3JkZXJTdHlsZSI6bnVsbCwiUGFyZW50U3R5bGUiOm51bGx9LCJNYXJnaW4iOnsiJGlkIjoiMTU4MSIsIlRvcCI6MC4wLCJMZWZ0IjowLjAsIlJpZ2h0IjowLjAsIkJvdHRvbSI6MC4wfSwiUGFkZGluZyI6eyIkaWQiOiIxNTgyIiwiVG9wIjowLjAsIkxlZnQiOjAuMCwiUmlnaHQiOjAuMCwiQm90dG9tIjowLjB9LCJJc1Zpc2libGUiOnRydWUsIldpZHRoIjowLjAsIkhlaWdodCI6MC4wLCJCb3JkZXJTdHlsZSI6eyIkaWQiOiIxNTgzIiwiTGluZUNvbG9yIjpudWxsLCJMaW5lV2VpZ2h0IjowLjAsIkxpbmVUeXBlIjowLCJQYXJlbnRTdHlsZSI6bnVsbH0sIlBhcmVudFN0eWxlIjpudWxsfX0seyIkaWQiOiIxNTg0IiwiX2FjdGl2aXRpZXMiOlt7IiRpZCI6IjE1ODUiLCJfcm93cyI6W3siJGlkIjoiMTU4NiIsIl90YXNrcyI6W3siJGlkIjoiMTU4NyIsIl9hdHRhY2hlZE1pbGVzdG9uZXMiOlt7IiRpZCI6IjE1ODgiLCJEYXRlIjoiMjAzMC0xMi0xOVQwODowMDowMCIsIlN0eWxlIjp7IiRpZCI6IjE1ODkiLCJTaGFwZSI6MTQsIkNvbm5lY3Rvck1hcmdpbiI6eyIkcmVmIjoiNzUifSwiQ29ubmVjdG9yU3R5bGUiOnsiJGlkIjoiMTU5MCIsIkxpbmVDb2xvciI6eyIkaWQiOiIxNTkxIiwiJHR5cGUiOiJOTFJFLkNvbW1vbi5Eb20uU29saWRDb2xvckJydXNoLCBOTFJFLkNvbW1vbiIsIkNvbG9yIjp7IiRpZCI6IjE1OTIiLCJBIjoxMjcsIlIiOjgsIkciOjQ5LCJCIjo0Mn19LCJMaW5lV2VpZ2h0IjoxLjAsIkxpbmVUeXBlIjowLCJQYXJlbnRTdHlsZSI6bnVsbH0sIklzQmVsb3dUaW1lYmFuZCI6dHJ1ZSwiUG9zaXRpb25PblRhc2siOjIsIkhpZGVEYXRlIjpmYWxzZSwiU2hhcGVTaXplIjoxLCJTcGFjaW5nIjowLjAsIlBhZGRpbmciOnsiJHJlZiI6Ijc5In0sIlNoYXBlU3R5bGUiOnsiJGlkIjoiMTU5MyIsIk1hcmdpbiI6eyIkcmVmIjoiODEifSwiUGFkZGluZyI6eyIkcmVmIjoiODIifSwiQmFja2dyb3VuZCI6eyIkaWQiOiIxNTk0IiwiQ29sb3IiOnsiJGlkIjoiMTU5NSIsIkEiOjI1NSwiUiI6MCwiRyI6MjI4LCJCIjoxMjR9fSwiSXNWaXNpYmxlIjp0cnVlLCJXaWR0aCI6MTguMCwiSGVpZ2h0IjoyMC4wLCJCb3JkZXJTdHlsZSI6eyIkaWQiOiIxNTk2IiwiTGluZUNvbG9yIjp7IiRpZCI6IjE1OTciLCIkdHlwZSI6Ik5MUkUuQ29tbW9uLkRvbS5Tb2xpZENvbG9yQnJ1c2gsIE5MUkUuQ29tbW9uIiwiQ29sb3IiOnsiJGlkIjoiMTU5OCIsIkEiOjI1NSwiUiI6OCwiRyI6NDksIkIiOjQyfX0sIkxpbmVXZWlnaHQiOjEuMCwiTGluZVR5cGUiOjAsIlBhcmVudFN0eWxlIjpudWxsfSwiUGFyZW50U3R5bGUiOm51bGx9LCJUaXRsZVN0eWxlIjp7IiRpZCI6IjE1OTkiLCJGb250U2V0dGluZ3MiOnsiJGlkIjoiMTYwMCIsIkZvbnRTaXplIjoxMSwiRm9udE5hbWUiOiJCb2VocmluZ2VyIEZvcndhcmQgVGV4dCIsIklzQm9sZCI6dHJ1ZSwiSXNJdGFsaWMiOmZhbHNlLCJJc1VuZGVybGluZWQiOmZhbHNlLCJQYXJlbnRTdHlsZSI6bnVsbH0sIkF1dG9TaXplIjowLCJGb3JlZ3JvdW5kIjp7IiRpZCI6IjE2MDEiLCJDb2xvciI6eyIkaWQiOiIxNjAyIiwiQSI6MjU1LCJSIjo4LCJHIjo0OSwiQiI6NDJ9fSwiTWF4V2lkdGgiOjIwMC4wLCJNYXhIZWlnaHQiOiJJbmZpbml0eSIsIlNtYXJ0Rm9yZWdyb3VuZElzQWN0aXZlIjpmYWxzZSwiSG9yaXpvbnRhbEFsaWdubWVudCI6MSwiVmVydGljYWxBbGlnbm1lbnQiOjAsIlNtYXJ0Rm9yZWdyb3VuZCI6bnVsbCwiQmFja2dyb3VuZEZpbGxUeXBlIjowLCJNYXJnaW4iOnsiJHJlZiI6IjkyIn0sIlBhZGRpbmciOnsiJHJlZiI6IjkzIn0sIkJhY2tncm91bmQiOnsiJGlkIjoiMTYwMyIsIkNvbG9yIjp7IiRpZCI6IjE2MDQiLCJBIjowLCJSIjoyNTUsIkciOjI1NSwiQiI6MjU1fX0sIklzVmlzaWJsZSI6dHJ1ZSwiV2lkdGgiOjAuMCwiSGVpZ2h0IjowLjAsIkJvcmRlclN0eWxlIjp7IiRpZCI6IjE2MDUiLCJMaW5lQ29sb3IiOm51bGwsIkxpbmVXZWlnaHQiOjAuMCwiTGluZVR5cGUiOjAsIlBhcmVudFN0eWxlIjpudWxsfSwiUGFyZW50U3R5bGUiOm51bGx9LCJEYXRlU3R5bGUiOnsiJGlkIjoiMTYwNiIsIkZvbnRTZXR0aW5ncyI6eyIkaWQiOiIxNjA3IiwiRm9udFNpemUiOjEwLCJGb250TmFtZSI6IkJvZWhyaW5nZXIgRm9yd2FyZCBUZXh0IiwiSXNCb2xkIjpmYWxzZSwiSXNJdGFsaWMiOmZhbHNlLCJJc1VuZGVybGluZWQiOmZhbHNlLCJQYXJlbnRTdHlsZSI6bnVsbH0sIkF1dG9TaXplIjowLCJGb3JlZ3JvdW5kIjp7IiRpZCI6IjE2MDgiLCJDb2xvciI6eyIkaWQiOiIxNjA5IiwiQSI6MjU1LCJSIjo4LCJHIjo0OSwiQiI6NDJ9fSwiTWF4V2lkdGgiOjIwMC4wLCJNYXhIZWlnaHQiOiJJbmZpbml0eSIsIlNtYXJ0Rm9yZWdyb3VuZElzQWN0aXZlIjpmYWxzZSwiSG9yaXpvbnRhbEFsaWdubWVudCI6MiwiVmVydGljYWxBbGlnbm1lbnQiOjAsIlNtYXJ0Rm9yZWdyb3VuZCI6bnVsbCwiQmFja2dyb3VuZEZpbGxUeXBlIjowLCJNYXJnaW4iOnsiJHJlZiI6IjEwMSJ9LCJQYWRkaW5nIjp7IiRyZWYiOiIxMDIifSwiQmFja2dyb3VuZCI6eyIkaWQiOiIxNjEwIiwiQ29sb3IiOnsiJGlkIjoiMTYxMSIsIkEiOjAsIlIiOjI1NSwiRyI6MjU1LCJCIjoyNTV9fSwiSXNWaXNpYmxlIjpmYWxzZSwiV2lkdGgiOjAuMCwiSGVpZ2h0IjowLjAsIkJvcmRlclN0eWxlIjp7IiRpZCI6IjE2MTIiLCJMaW5lQ29sb3IiOm51bGwsIkxpbmVXZWlnaHQiOjAuMCwiTGluZVR5cGUiOjAsIlBhcmVudFN0eWxlIjpudWxsfSwiUGFyZW50U3R5bGUiOm51bGx9LCJEYXRlRm9ybWF0Ijp7IiRyZWYiOiIxMDYifSwiV2Vla051bWJlcmluZyI6eyIkaWQiOiIxNjEzIiwiRm9ybWF0IjowLCJJc1Zpc2libGUiOmZhbHNlLCJMYXN0S25vd25WaXNpYmlsaXR5U3RhdGUiOmZhbHNlfSwiSXNWaXNpYmxlIjp0cnVlLCJQYXJlbnRTdHlsZSI6bnVsbH0sIkluZGV4IjoyNSwiUGVyY2VudGFnZUNvbXBsZXRlIjpudWxsLCJQb3NpdGlvbiI6eyJSYXRpbyI6MC4wLCJJc0N1c3RvbSI6ZmFsc2V9LCJEYXRlRm9ybWF0Ijp7IiRyZWYiOiIxMDYifSwiV2Vla051bWJlcmluZyI6eyIkaWQiOiIxNjE0IiwiRm9ybWF0IjowLCJJc1Zpc2libGUiOmZhbHNlLCJMYXN0S25vd25WaXNpYmlsaXR5U3RhdGUiOmZhbHNlfSwiQmFzZWxpbmVEYXRhIjp7IiRpZCI6IjE2MTUiLCJEYXRlIjoiMjAzMC0xMi0xOVQwODowMDowMCJ9LCJSZWxhdGVkVGFza0lkIjoiNzI1N2ZmOWItNmNiNi00NmY5LWIyMTgtNjFmMWUxNGNjOTQ5IiwiSWQiOiI0ZGRiMzg0My1lNzM5LTRhZWEtYjJkZS1lNDllMTQ3YjZkMTgiLCJJbXBvcnRJZCI6bnVsbCwiVGl0bGUiOiJQQSIsIk5vdGUiOm51bGwsIkh5cGVybGluayI6eyIkaWQiOiIxNjE2IiwiQWRkcmVzcyI6IiIsIlN1YkFkZHJlc3MiOiIifSwiSXNDaGFuZ2VkIjpmYWxzZSwiSXNOZXciOmZhbHNlfV0sIlRhc2tEZWZpbml0aW9uIjp7IiRpZCI6IjE2MTciLCJHcm91cE5hbWUiOm51bGwsIlN0YXJ0RGF0ZSI6IjIwMjUtMDctMzFUMTA6MDA6MDAiLCJFbmREYXRlIjoiMjAzMS0wNi0xMlQxMDowMDowMCIsIlBlcmNlbnRhZ2VDb21wbGV0ZSI6bnVsbCwiU3R5bGUiOnsiJGlkIjoiMTYxOCIsIlNoYXBlIjozLCJTaGFwZVRoaWNrbmVzcyI6MCwiRHVyYXRpb25Gb3JtYXQiOjAsIkluY2x1ZGVOb25Xb3JraW5nRGF5c0luRHVyYXRpb24iOmZhbHNlLCJQZXJjZW50YWdlQ29tcGxldGVTdHlsZSI6eyIkaWQiOiIxNjE5IiwiRm9udFNldHRpbmdzIjp7IiRpZCI6IjE2MjAiLCJGb250U2l6ZSI6MTAsIkZvbnROYW1lIjoiQ2FsaWJyaSIsIklzQm9sZCI6ZmFsc2UsIklzSXRhbGljIjpmYWxzZSwiSXNVbmRlcmxpbmVkIjpmYWxzZSwiUGFyZW50U3R5bGUiOm51bGx9LCJBdXRvU2l6ZSI6MCwiRm9yZWdyb3VuZCI6eyIkcmVmIjoiMTE1In0sIk1heFdpZHRoIjoyMDAuMCwiTWF4SGVpZ2h0IjoiSW5maW5pdHkiLCJTbWFydEZvcmVncm91bmRJc0FjdGl2ZSI6ZmFsc2UsIkhvcml6b250YWxBbGlnbm1lbnQiOjAsIlZlcnRpY2FsQWxpZ25tZW50IjowLCJTbWFydEZvcmVncm91bmQiOm51bGwsIkJhY2tncm91bmRGaWxsVHlwZSI6MCwiTWFyZ2luIjp7IiRyZWYiOiIxMTcifSwiUGFkZGluZyI6eyIkcmVmIjoiMTE4In0sIkJhY2tncm91bmQiOnsiJHJlZiI6IjExOSJ9LCJJc1Zpc2libGUiOnRydWUsIldpZHRoIjowLjAsIkhlaWdodCI6MC4wLCJCb3JkZXJTdHlsZSI6eyIkaWQiOiIxNjIxIiwiTGluZUNvbG9yIjpudWxsLCJMaW5lV2VpZ2h0IjowLjAsIkxpbmVUeXBlIjowLCJQYXJlbnRTdHlsZSI6bnVsbH0sIlBhcmVudFN0eWxlIjpudWxsfSwiRHVyYXRpb25TdHlsZSI6eyIkaWQiOiIxNjIyIiwiRm9udFNldHRpbmdzIjp7IiRpZCI6IjE2MjMiLCJGb250U2l6ZSI6MTAsIkZvbnROYW1lIjoiQ2FsaWJyaSIsIklzQm9sZCI6ZmFsc2UsIklzSXRhbGljIjpmYWxzZSwiSXNVbmRlcmxpbmVkIjpmYWxzZSwiUGFyZW50U3R5bGUiOm51bGx9LCJBdXRvU2l6ZSI6MCwiRm9yZWdyb3VuZCI6eyIkcmVmIjoiMTI0In0sIk1heFdpZHRoIjoyMDAuMCwiTWF4SGVpZ2h0IjoiSW5maW5pdHkiLCJTbWFydEZvcmVncm91bmRJc0FjdGl2ZSI6ZmFsc2UsIkhvcml6b250YWxBbGlnbm1lbnQiOjAsIlZlcnRpY2FsQWxpZ25tZW50IjowLCJTbWFydEZvcmVncm91bmQiOm51bGwsIkJhY2tncm91bmRGaWxsVHlwZSI6MCwiTWFyZ2luIjp7IiRyZWYiOiIxMjYifSwiUGFkZGluZyI6eyIkcmVmIjoiMTI3In0sIkJhY2tncm91bmQiOnsiJHJlZiI6IjEyOCJ9LCJJc1Zpc2libGUiOnRydWUsIldpZHRoIjowLjAsIkhlaWdodCI6MC4wLCJCb3JkZXJTdHlsZSI6eyIkaWQiOiIxNjI0IiwiTGluZUNvbG9yIjpudWxsLCJMaW5lV2VpZ2h0IjowLjAsIkxpbmVUeXBlIjowLCJQYXJlbnRTdHlsZSI6bnVsbH0sIlBhcmVudFN0eWxlIjpudWxsfSwiSG9yaXpvbnRhbENvbm5lY3RvclN0eWxlIjp7IiRpZCI6IjE2MjUiLCJMaW5lQ29sb3IiOnsiJHJlZiI6IjEzMiJ9LCJMaW5lV2VpZ2h0IjoxLjAsIkxpbmVUeXBlIjowLCJQYXJlbnRTdHlsZSI6bnVsbH0sIlZlcnRpY2FsQ29ubmVjdG9yU3R5bGUiOnsiJGlkIjoiMTYyNiIsIkxpbmVDb2xvciI6eyIkcmVmIjoiMTM1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1LCJJc0JlbG93VGltZWJhbmQiOnRydWUsIlBlcmNlbnRhZ2VDb21wbGV0ZVNoYXBlT3BhY2l0eSI6MzUsIkJhc2VsaW5lU3R5bGUiOnsiJGlkIjoiMTYyNyIsIlNoYXBlU3R5bGUiOnsiJGlkIjoiMTYyOCIsIk1hcmdpbiI6eyIkaWQiOiIxNjI5IiwiVG9wIjowLjAsIkxlZnQiOjAuMCwiUmlnaHQiOjAuMCwiQm90dG9tIjowLjB9LCJQYWRkaW5nIjp7IiRpZCI6IjE2MzAiLCJUb3AiOjAuMCwiTGVmdCI6MC4wLCJSaWdodCI6MC4wLCJCb3R0b20iOjAuMH0sIkJhY2tncm91bmQiOnsiJGlkIjoiMTYzMSIsIkNvbG9yIjp7IiRpZCI6IjE2MzIiLCJBIjoxNTMsIlIiOjAsIkciOjAsIkIiOjB9fSwiSXNWaXNpYmxlIjp0cnVlLCJXaWR0aCI6MC4wLCJIZWlnaHQiOjAuMCwiQm9yZGVyU3R5bGUiOnsiJGlkIjoiMTYzMyIsIkxpbmVDb2xvciI6bnVsbCwiTGluZVdlaWdodCI6MC4wLCJMaW5lVHlwZSI6MCwiUGFyZW50U3R5bGUiOm51bGx9LCJQYXJlbnRTdHlsZSI6bnVsbH0sIk1hcmdpbiI6eyIkaWQiOiIxNjM0IiwiVG9wIjowLjAsIkxlZnQiOjAuMCwiUmlnaHQiOjAuMCwiQm90dG9tIjowLjB9LCJQYWRkaW5nIjp7IiRpZCI6IjE2MzUiLCJUb3AiOjAuMCwiTGVmdCI6MC4wLCJSaWdodCI6MC4wLCJCb3R0b20iOjAuMH0sIkJhY2tncm91bmQiOm51bGwsIklzVmlzaWJsZSI6dHJ1ZSwiV2lkdGgiOjAuMCwiSGVpZ2h0IjowLjAsIkJvcmRlclN0eWxlIjpudWxsLCJQYXJlbnRTdHlsZSI6bnVsbH0sIlNoYXBlU3R5bGUiOnsiJGlkIjoiMTYzNiIsIk1hcmdpbiI6eyIkcmVmIjoiMTQ3In0sIlBhZGRpbmciOnsiJHJlZiI6IjE0OCJ9LCJCYWNrZ3JvdW5kIjp7IiRpZCI6IjE2MzciLCJDb2xvciI6eyIkaWQiOiIxNjM4IiwiQSI6MjU1LCJSIjoxOTcsIkciOjE5NSwiQiI6MjM4fX0sIklzVmlzaWJsZSI6dHJ1ZSwiV2lkdGgiOjAuMCwiSGVpZ2h0IjoxMC4wLCJCb3JkZXJTdHlsZSI6eyIkaWQiOiIxNjM5IiwiTGluZUNvbG9yIjp7IiRpZCI6IjE2NDAiLCIkdHlwZSI6Ik5MUkUuQ29tbW9uLkRvbS5Tb2xpZENvbG9yQnJ1c2gsIE5MUkUuQ29tbW9uIiwiQ29sb3IiOnsiJGlkIjoiMTY0MSIsIkEiOjI1NSwiUiI6OCwiRyI6NDksIkIiOjQyfX0sIkxpbmVXZWlnaHQiOjEuMCwiTGluZVR5cGUiOjAsIlBhcmVudFN0eWxlIjpudWxsfSwiUGFyZW50U3R5bGUiOm51bGx9LCJUaXRsZVN0eWxlIjp7IiRpZCI6IjE2NDIiLCJGb250U2V0dGluZ3MiOnsiJGlkIjoiMTY0MyIsIkZvbnRTaXplIjoxMSwiRm9udE5hbWUiOiJCb2VocmluZ2VyIEZvcndhcmQgVGV4dCIsIklzQm9sZCI6ZmFsc2UsIklzSXRhbGljIjpmYWxzZSwiSXNVbmRlcmxpbmVkIjpmYWxzZSwiUGFyZW50U3R5bGUiOm51bGx9LCJBdXRvU2l6ZSI6MCwiRm9yZWdyb3VuZCI6eyIkaWQiOiIxNjQ0IiwiQ29sb3IiOnsiJGlkIjoiMTY0NSIsIkEiOjI1NSwiUiI6MCwiRyI6MCwiQiI6MH19LCJNYXhXaWR0aCI6OTYwLjAsIk1heEhlaWdodCI6IkluZmluaXR5IiwiU21hcnRGb3JlZ3JvdW5kSXNBY3RpdmUiOmZhbHNlLCJIb3Jpem9udGFsQWxpZ25tZW50IjoxLCJWZXJ0aWNhbEFsaWdubWVudCI6MCwiU21hcnRGb3JlZ3JvdW5kIjpudWxsLCJCYWNrZ3JvdW5kRmlsbFR5cGUiOjAsIk1hcmdpbiI6eyIkcmVmIjoiMTU4In0sIlBhZGRpbmciOnsiJHJlZiI6IjE1OSJ9LCJCYWNrZ3JvdW5kIjp7IiRpZCI6IjE2NDYiLCJDb2xvciI6eyIkaWQiOiIxNjQ3IiwiQSI6MCwiUiI6MjU1LCJHIjoyNTUsIkIiOjI1NX19LCJJc1Zpc2libGUiOnRydWUsIldpZHRoIjowLjAsIkhlaWdodCI6MC4wLCJCb3JkZXJTdHlsZSI6eyIkaWQiOiIxNjQ4IiwiTGluZUNvbG9yIjpudWxsLCJMaW5lV2VpZ2h0IjowLjAsIkxpbmVUeXBlIjowLCJQYXJlbnRTdHlsZSI6bnVsbH0sIlBhcmVudFN0eWxlIjpudWxsfSwiRGF0ZVN0eWxlIjp7IiRpZCI6IjE2NDkiLCJGb250U2V0dGluZ3MiOnsiJGlkIjoiMTY1MCIsIkZvbnRTaXplIjoxMCwiRm9udE5hbWUiOiJDYWxpYnJpIiwiSXNCb2xkIjpmYWxzZSwiSXNJdGFsaWMiOmZhbHNlLCJJc1VuZGVybGluZWQiOmZhbHNlLCJQYXJlbnRTdHlsZSI6bnVsbH0sIkF1dG9TaXplIjowLCJGb3JlZ3JvdW5kIjp7IiRyZWYiOiIxNjUifSwiTWF4V2lkdGgiOjIwMC4wLCJNYXhIZWlnaHQiOiJJbmZpbml0eSIsIlNtYXJ0Rm9yZWdyb3VuZElzQWN0aXZlIjpmYWxzZSwiSG9yaXpvbnRhbEFsaWdubWVudCI6MiwiVmVydGljYWxBbGlnbm1lbnQiOjAsIlNtYXJ0Rm9yZWdyb3VuZCI6bnVsbCwiQmFja2dyb3VuZEZpbGxUeXBlIjowLCJNYXJnaW4iOnsiJHJlZiI6IjE2NyJ9LCJQYWRkaW5nIjp7IiRyZWYiOiIxNjgifSwiQmFja2dyb3VuZCI6eyIkcmVmIjoiMTY5In0sIklzVmlzaWJsZSI6dHJ1ZSwiV2lkdGgiOjAuMCwiSGVpZ2h0IjowLjAsIkJvcmRlclN0eWxlIjp7IiRpZCI6IjE2NTEiLCJMaW5lQ29sb3IiOm51bGwsIkxpbmVXZWlnaHQiOjAuMCwiTGluZVR5cGUiOjAsIlBhcmVudFN0eWxlIjpudWxsfSwiUGFyZW50U3R5bGUiOm51bGx9LCJEYXRlRm9ybWF0Ijp7IiRyZWYiOiI2MjgifSwiV2Vla051bWJlcmluZyI6eyIkaWQiOiIxNjUyIiwiRm9ybWF0IjowLCJJc1Zpc2libGUiOmZhbHNlLCJMYXN0S25vd25WaXNpYmlsaXR5U3RhdGUiOmZhbHNlfSwiSXNWaXNpYmxlIjp0cnVlLCJQYXJlbnRTdHlsZSI6bnVsbH0sIkluZGV4IjoyLCJTbWFydER1cmF0aW9uQWN0aXZhdGVkIjpmYWxzZSwiRGF0ZUZvcm1hdCI6eyIkcmVmIjoiNjI4In0sIldlZWtOdW1iZXJpbmciOnsiJGlkIjoiMTY1MyIsIkZvcm1hdCI6MCwiSXNWaXNpYmxlIjpmYWxzZSwiTGFzdEtub3duVmlzaWJpbGl0eVN0YXRlIjpmYWxzZX0sIkJhc2VsaW5lRGF0YSI6eyIkaWQiOiIxNjU0IiwiU3RhcnREYXRlIjoiMjAyNS0wNy0zMVQxMDowMDowMCIsIkVuZERhdGUiOiIyMDMxLTA2LTEyVDEwOjAwOjAwIn0sIklkIjoiNzI1N2ZmOWItNmNiNi00NmY5LWIyMTgtNjFmMWUxNGNjOTQ5IiwiSW1wb3J0SWQiOm51bGwsIlRpdGxlIjoiem9uZ2VydGluaWIgbW9ubyAgUGggSUlJIiwiTm90ZSI6bnVsbCwiSHlwZXJsaW5rIjp7IiRpZCI6IjE2NTUiLCJBZGRyZXNzIjpudWxsLCJTdWJBZGRyZXNzIjpudWxsfSwiSXNDaGFuZ2VkIjpmYWxzZSwiSXNOZXciOmZhbHNlfX1dLCJfbWlsZXN0b25lcyI6W3siJGlkIjoiMTY1NiIsIklkIjoiYWNjYWU5MDQtYjE2YS00NDY4LTgzYjEtZGZhYzhlOGVlMzE1IiwiSW5kZXgiOjEsIkdyb3VwSWQiOm51bGwsIlRpdGxlIjoiRkEgVVMiLCJEYXRlVGltZSI6IjIwMzEtMTItMDRUMDg6MDA6MDAiLCJQZXJjZW50YWdlQ29tcGxldGUiOm51bGwsIk5vdGUiOm51bGwsIlN0eWxlIjp7IiRpZCI6IjE2NTciLCJUaXRsZVBvc2l0aW9uIjoiQmVsb3ciLCJEYXRlUG9zaXRpb24iOiJMZWZ0IiwiU2hhcGVUeXBlIjoxMywiU2hhcGVTaXplIjoxLCJTcGFjaW5nIjo1LCJTaGFwZVN0eWxlIjp7IiRpZCI6IjE2NTgiLCJNYXJnaW4iOnsiJHJlZiI6IjE4MCJ9LCJQYWRkaW5nIjp7IiRyZWYiOiIxODEifSwiQmFja2dyb3VuZCI6eyIkaWQiOiIxNjU5IiwiQ29sb3IiOnsiJGlkIjoiMTY2MCIsIkEiOjI1NSwiUiI6MjQ1LCJHIjoxMzgsIkIiOjEwNH19LCJJc1Zpc2libGUiOnRydWUsIldpZHRoIjoxOC4wLCJIZWlnaHQiOjIwLjAsIkJvcmRlclN0eWxlIjp7IiRpZCI6IjE2NjEiLCJMaW5lQ29sb3IiOnsiJHJlZiI6IjE4NSJ9LCJMaW5lV2VpZ2h0IjowLjAsIkxpbmVUeXBlIjowLCJQYXJlbnRTdHlsZSI6bnVsbH0sIlBhcmVudFN0eWxlIjpudWxsfSwiVGl0bGVTdHlsZSI6eyIkaWQiOiIxNjYyIiwiRm9udFNldHRpbmdzIjp7IiRpZCI6IjE2NjMiLCJGb250U2l6ZSI6MTEsIkZvbnROYW1lIjoiQm9laHJpbmdlciBGb3J3YXJkIFRleHQiLCJJc0JvbGQiOnRydWUsIklzSXRhbGljIjpmYWxzZSwiSXNVbmRlcmxpbmVkIjpmYWxzZSwiUGFyZW50U3R5bGUiOm51bGx9LCJBdXRvU2l6ZSI6MCwiRm9yZWdyb3VuZCI6eyIkaWQiOiIxNjY0IiwiQ29sb3IiOnsiJGlkIjoiMTY2NSIsIkEiOjI1NSwiUiI6OCwiRyI6NDksIkIiOjQyfX0sIk1heFdpZHRoIjoyMDAuMCwiTWF4SGVpZ2h0IjoiSW5maW5pdHkiLCJTbWFydEZvcmVncm91bmRJc0FjdGl2ZSI6ZmFsc2UsIkhvcml6b250YWxBbGlnbm1lbnQiOjEsIlZlcnRpY2FsQWxpZ25tZW50IjowLCJTbWFydEZvcmVncm91bmQiOm51bGwsIkJhY2tncm91bmRGaWxsVHlwZSI6MCwiTWFyZ2luIjp7IiRyZWYiOiIxOTEifSwiUGFkZGluZyI6eyIkcmVmIjoiMTkyIn0sIkJhY2tncm91bmQiOnsiJGlkIjoiMTY2NiIsIkNvbG9yIjp7IiRpZCI6IjE2NjciLCJBIjowLCJSIjoyNTUsIkciOjI1NSwiQiI6MjU1fX0sIklzVmlzaWJsZSI6dHJ1ZSwiV2lkdGgiOjAuMCwiSGVpZ2h0IjowLjAsIkJvcmRlclN0eWxlIjpudWxsLCJQYXJlbnRTdHlsZSI6bnVsbH0sIkRhdGVTdHlsZSI6eyIkaWQiOiIxNjY4IiwiRm9udFNldHRpbmdzIjp7IiRpZCI6IjE2NjkiLCJGb250U2l6ZSI6MTAsIkZvbnROYW1lIjoiQm9laHJpbmdlciBGb3J3YXJkIFRleHQiLCJJc0JvbGQiOmZhbHNlLCJJc0l0YWxpYyI6ZmFsc2UsIklzVW5kZXJsaW5lZCI6ZmFsc2UsIlBhcmVudFN0eWxlIjpudWxsfSwiQXV0b1NpemUiOjAsIkZvcmVncm91bmQiOnsiJGlkIjoiMTY3MCIsIkNvbG9yIjp7IiRpZCI6IjE2NzEiLCJBIjoyNTUsIlIiOjgsIkciOjQ5LCJCIjo0Mn19LCJNYXhXaWR0aCI6MjAwLjAsIk1heEhlaWdodCI6IkluZmluaXR5IiwiU21hcnRGb3JlZ3JvdW5kSXNBY3RpdmUiOmZhbHNlLCJIb3Jpem9udGFsQWxpZ25tZW50IjoyLCJWZXJ0aWNhbEFsaWdubWVudCI6MCwiU21hcnRGb3JlZ3JvdW5kIjpudWxsLCJCYWNrZ3JvdW5kRmlsbFR5cGUiOjAsIk1hcmdpbiI6eyIkcmVmIjoiMTk5In0sIlBhZGRpbmciOnsiJHJlZiI6IjIwMCJ9LCJCYWNrZ3JvdW5kIjp7IiRpZCI6IjE2NzIiLCJDb2xvciI6eyIkaWQiOiIxNjczIiwiQSI6MCwiUiI6MjU1LCJHIjoyNTUsIkIiOjI1NX19LCJJc1Zpc2libGUiOmZhbHNlLCJXaWR0aCI6MC4wLCJIZWlnaHQiOjAuMCwiQm9yZGVyU3R5bGUiOm51bGwsIlBhcmVudFN0eWxlIjpudWxsfSwiRGF0ZUZvcm1hdCI6eyIkcmVmIjoiMTA2In0sIldlZWtOdW1iZXJpbmciOnsiJGlkIjoiMTY3NCIsIkZvcm1hdCI6MCwiSXNWaXNpYmxlIjpmYWxzZSwiTGFzdEtub3duVmlzaWJpbGl0eVN0YXRlIjpmYWxzZX0sIklzVmlzaWJsZSI6dHJ1ZSwiUGFyZW50U3R5bGUiOm51bGx9LCJIeXBlcmxpbmsiOm51bGwsIkJhc2VsaW5lRGF0YSI6eyIkaWQiOiIxNjc1IiwiRGF0ZSI6IjIwMzEtMTItMDRUMDg6MDA6MDAifSwiSW1wb3J0SWQiOm51bGx9LHsiJGlkIjoiMTY3NiIsIklkIjoiYzdhZTc3NDEtNmI3Ni00MTI5LWFlNjEtZjFhNGVhNWUxYWRmIiwiSW5kZXgiOjAsIkdyb3VwSWQiOm51bGwsIlRpdGxlIjoiUm9GRCIsIkRhdGVUaW1lIjoiMjAyNS0wMi0xOVQwODowMDowMCIsIlBlcmNlbnRhZ2VDb21wbGV0ZSI6bnVsbCwiTm90ZSI6bnVsbCwiU3R5bGUiOnsiJGlkIjoiMTY3NyIsIlRpdGxlUG9zaXRpb24iOiJMZWZ0IiwiRGF0ZVBvc2l0aW9uIjoiTGVmdCIsIlNoYXBlVHlwZSI6MTQsIlNoYXBlU2l6ZSI6MSwiU3BhY2luZyI6NSwiU2hhcGVTdHlsZSI6eyIkaWQiOiIxNjc4IiwiTWFyZ2luIjp7IiRyZWYiOiIxODAifSwiUGFkZGluZyI6eyIkcmVmIjoiMTgxIn0sIkJhY2tncm91bmQiOnsiJGlkIjoiMTY3OSIsIkNvbG9yIjp7IiRpZCI6IjE2ODAiLCJBIjoyNTUsIlIiOjAsIkciOjIyOCwiQiI6MTI0fX0sIklzVmlzaWJsZSI6dHJ1ZSwiV2lkdGgiOjE4LjAsIkhlaWdodCI6MjAuMCwiQm9yZGVyU3R5bGUiOnsiJGlkIjoiMTY4MSIsIkxpbmVDb2xvciI6eyIkcmVmIjoiODYifSwiTGluZVdlaWdodCI6MS4wLCJMaW5lVHlwZSI6MCwiUGFyZW50U3R5bGUiOm51bGx9LCJQYXJlbnRTdHlsZSI6bnVsbH0sIlRpdGxlU3R5bGUiOnsiJGlkIjoiMTY4MiIsIkZvbnRTZXR0aW5ncyI6eyIkaWQiOiIxNjgzIiwiRm9udFNpemUiOjExLCJGb250TmFtZSI6IkJvZWhyaW5nZXIgRm9yd2FyZCBUZXh0IiwiSXNCb2xkIjp0cnVlLCJJc0l0YWxpYyI6ZmFsc2UsIklzVW5kZXJsaW5lZCI6ZmFsc2UsIlBhcmVudFN0eWxlIjpudWxsfSwiQXV0b1NpemUiOjAsIkZvcmVncm91bmQiOnsiJGlkIjoiMTY4NCIsIkNvbG9yIjp7IiRpZCI6IjE2ODUiLCJBIjoyNTUsIlIiOjgsIkciOjQ5LCJCIjo0Mn19LCJNYXhXaWR0aCI6MjAwLjAsIk1heEhlaWdodCI6IkluZmluaXR5IiwiU21hcnRGb3JlZ3JvdW5kSXNBY3RpdmUiOmZhbHNlLCJIb3Jpem9udGFsQWxpZ25tZW50IjoyLCJWZXJ0aWNhbEFsaWdubWVudCI6MCwiU21hcnRGb3JlZ3JvdW5kIjpudWxsLCJCYWNrZ3JvdW5kRmlsbFR5cGUiOjAsIk1hcmdpbiI6eyIkcmVmIjoiMTkxIn0sIlBhZGRpbmciOnsiJHJlZiI6IjE5MiJ9LCJCYWNrZ3JvdW5kIjp7IiRpZCI6IjE2ODYiLCJDb2xvciI6eyIkaWQiOiIxNjg3IiwiQSI6MCwiUiI6MjU1LCJHIjoyNTUsIkIiOjI1NX19LCJJc1Zpc2libGUiOnRydWUsIldpZHRoIjowLjAsIkhlaWdodCI6MC4wLCJCb3JkZXJTdHlsZSI6bnVsbCwiUGFyZW50U3R5bGUiOm51bGx9LCJEYXRlU3R5bGUiOnsiJGlkIjoiMTY4OCIsIkZvbnRTZXR0aW5ncyI6eyIkaWQiOiIxNjg5IiwiRm9udFNpemUiOjEwLCJGb250TmFtZSI6IkJvZWhyaW5nZXIgRm9yd2FyZCBUZXh0IiwiSXNCb2xkIjpmYWxzZSwiSXNJdGFsaWMiOmZhbHNlLCJJc1VuZGVybGluZWQiOmZhbHNlLCJQYXJlbnRTdHlsZSI6bnVsbH0sIkF1dG9TaXplIjowLCJGb3JlZ3JvdW5kIjp7IiRpZCI6IjE2OTAiLCJDb2xvciI6eyIkaWQiOiIxNjkxIiwiQSI6MjU1LCJSIjo4LCJHIjo0OSwiQiI6NDJ9fSwiTWF4V2lkdGgiOjIwMC4wLCJNYXhIZWlnaHQiOiJJbmZpbml0eSIsIlNtYXJ0Rm9yZWdyb3VuZElzQWN0aXZlIjpmYWxzZSwiSG9yaXpvbnRhbEFsaWdubWVudCI6MiwiVmVydGljYWxBbGlnbm1lbnQiOjAsIlNtYXJ0Rm9yZWdyb3VuZCI6bnVsbCwiQmFja2dyb3VuZEZpbGxUeXBlIjowLCJNYXJnaW4iOnsiJHJlZiI6IjE5OSJ9LCJQYWRkaW5nIjp7IiRyZWYiOiIyMDAifSwiQmFja2dyb3VuZCI6eyIkaWQiOiIxNjkyIiwiQ29sb3IiOnsiJGlkIjoiMTY5MyIsIkEiOjAsIlIiOjI1NSwiRyI6MjU1LCJCIjoyNTV9fSwiSXNWaXNpYmxlIjpmYWxzZSwiV2lkdGgiOjAuMCwiSGVpZ2h0IjowLjAsIkJvcmRlclN0eWxlIjpudWxsLCJQYXJlbnRTdHlsZSI6bnVsbH0sIkRhdGVGb3JtYXQiOnsiJHJlZiI6IjEwNiJ9LCJXZWVrTnVtYmVyaW5nIjp7IiRpZCI6IjE2OTQiLCJGb3JtYXQiOjAsIklzVmlzaWJsZSI6ZmFsc2UsIkxhc3RLbm93blZpc2liaWxpdHlTdGF0ZSI6ZmFsc2V9LCJJc1Zpc2libGUiOnRydWUsIlBhcmVudFN0eWxlIjpudWxsfSwiSHlwZXJsaW5rIjpudWxsLCJCYXNlbGluZURhdGEiOnsiJGlkIjoiMTY5NSIsIkRhdGUiOiIyMDI1LTAyLTE5VDA4OjAwOjAwIn0sIkltcG9ydElkIjpudWxsfV0sIklkIjoiODUxYWFhZDctNjI4MC00MzI4LWI0NzktNzBkZWRkNTZhNmZlIiwiSXNTaW5nbGVJdGVtUm93IjpmYWxzZX1dLCJJbmRleCI6MCwiSWQiOiI4N2I2MWU0NC0xMzMwLTRhM2QtODQ2NS01NDMyNDA4MmJmYjIiLCJIZWFkZXJUZXh0IjpudWxsLCJJc0RlZmF1bHQiOnRydWUsIlN0eWxlIjp7IiRpZCI6IjE2OTYiLCJIZWFkZXJTdHlsZSI6eyIkaWQiOiIxNjk3IiwiVGV4dFN0eWxlIjp7IiRpZCI6IjE2OTgiLCJGb250U2V0dGluZ3MiOnsiJGlkIjoiMTY5OSIsIkZvbnRTaXplIjoxMSwiRm9udE5hbWUiOiJDYWxpYnJpIiwiSXNCb2xkIjpmYWxzZSwiSXNJdGFsaWMiOmZhbHNlLCJJc1VuZGVybGluZWQiOmZhbHNlLCJQYXJlbnRTdHlsZSI6bnVsbH0sIkF1dG9TaXplIjoyLCJGb3JlZ3JvdW5kIjp7IiRpZCI6IjE3MDAiLCJDb2xvciI6eyIkaWQiOiIxNzAxIiwiQSI6MjU1LCJSIjowLCJHIjowLCJCIjowfX0sIk1heFdpZHRoIjowLjAsIk1heEhlaWdodCI6IkluZmluaXR5IiwiU21hcnRGb3JlZ3JvdW5kSXNBY3RpdmUiOmZhbHNlLCJIb3Jpem9udGFsQWxpZ25tZW50IjowLCJWZXJ0aWNhbEFsaWdubWVudCI6MCwiU21hcnRGb3JlZ3JvdW5kIjpudWxsLCJCYWNrZ3JvdW5kRmlsbFR5cGUiOjAsIk1hcmdpbiI6eyIkaWQiOiIxNzAyIiwiVG9wIjowLjAsIkxlZnQiOjAuMCwiUmlnaHQiOjAuMCwiQm90dG9tIjowLjB9LCJQYWRkaW5nIjp7IiRpZCI6IjE3MDMiLCJUb3AiOjAuMCwiTGVmdCI6MC4wLCJSaWdodCI6MC4wLCJCb3R0b20iOjAuMH0sIkJhY2tncm91bmQiOnsiJGlkIjoiMTcwNCIsIkNvbG9yIjp7IiRpZCI6IjE3MDUiLCJBIjowLCJSIjoyNTUsIkciOjI1NSwiQiI6MjU1fX0sIklzVmlzaWJsZSI6dHJ1ZSwiV2lkdGgiOjAuMCwiSGVpZ2h0IjowLjAsIkJvcmRlclN0eWxlIjpudWxsLCJQYXJlbnRTdHlsZSI6bnVsbH0sIlJlY3RhbmdsZVN0eWxlIjp7IiRpZCI6IjE3MDYiLCJNYXJnaW4iOnsiJGlkIjoiMTcwNyIsIlRvcCI6MC4wLCJMZWZ0IjowLjAsIlJpZ2h0IjowLjAsIkJvdHRvbSI6MC4wfSwiUGFkZGluZyI6eyIkaWQiOiIxNzA4IiwiVG9wIjowLjAsIkxlZnQiOjAuMCwiUmlnaHQiOjAuMCwiQm90dG9tIjowLjB9LCJCYWNrZ3JvdW5kIjp7IiRpZCI6IjE3MDkiLCJDb2xvciI6eyIkaWQiOiIxNzEwIiwiQSI6NjMsIlIiOjE5NywiRyI6MTk1LCJCIjoyMzh9fSwiSXNWaXNpYmxlIjp0cnVlLCJXaWR0aCI6MC4wLCJIZWlnaHQiOjAuMCwiQm9yZGVyU3R5bGUiOnsiJGlkIjoiMTcxMSIsIkxpbmVDb2xvciI6eyIkaWQiOiIxNzEyIiwiJHR5cGUiOiJOTFJFLkNvbW1vbi5Eb20uU29saWRDb2xvckJydXNoLCBOTFJFLkNvbW1vbiIsIkNvbG9yIjp7IiRpZCI6IjE3MTMiLCJBIjoyNTUsIlIiOjI1NSwiRyI6MCwiQiI6MH19LCJMaW5lV2VpZ2h0IjowLjAsIkxpbmVUeXBlIjowLCJQYXJlbnRTdHlsZSI6bnVsbH0sIlBhcmVudFN0eWxlIjpudWxsfSwiTWFyZ2luIjp7IiRpZCI6IjE3MTQiLCJUb3AiOjAuMCwiTGVmdCI6MC4wLCJSaWdodCI6MC4wLCJCb3R0b20iOjAuMH0sIlBhZGRpbmciOnsiJGlkIjoiMTcxNSIsIlRvcCI6MC4wLCJMZWZ0IjowLjAsIlJpZ2h0IjowLjAsIkJvdHRvbSI6MC4wfSwiQmFja2dyb3VuZCI6bnVsbCwiSXNWaXNpYmxlIjp0cnVlLCJXaWR0aCI6MC4wLCJIZWlnaHQiOjAuMCwiQm9yZGVyU3R5bGUiOm51bGwsIlBhcmVudFN0eWxlIjpudWxsfSwiQmFja2dyb3VuZFN0eWxlIjp7IiRpZCI6IjE3MTYiLCJNYXJnaW4iOnsiJGlkIjoiMTcxNyIsIlRvcCI6MC4wLCJMZWZ0IjowLjAsIlJpZ2h0IjowLjAsIkJvdHRvbSI6MC4wfSwiUGFkZGluZyI6eyIkaWQiOiIxNzE4IiwiVG9wIjowLjAsIkxlZnQiOjAuMCwiUmlnaHQiOjAuMCwiQm90dG9tIjowLjB9LCJCYWNrZ3JvdW5kIjp7IiRpZCI6IjE3MTkiLCJDb2xvciI6eyIkaWQiOiIxNzIwIiwiQSI6NTEsIlIiOjI1NSwiRyI6MjU1LCJCIjoyNTV9fSwiSXNWaXNpYmxlIjp0cnVlLCJXaWR0aCI6MC4wLCJIZWlnaHQiOjAuMCwiQm9yZGVyU3R5bGUiOnsiJGlkIjoiMTcyMSIsIkxpbmVDb2xvciI6eyIkaWQiOiIxNzIyIiwiJHR5cGUiOiJOTFJFLkNvbW1vbi5Eb20uU29saWRDb2xvckJydXNoLCBOTFJFLkNvbW1vbiIsIkNvbG9yIjp7IiRpZCI6IjE3MjMiLCJBIjoyNTUsIlIiOjI1NSwiRyI6MCwiQiI6MH19LCJMaW5lV2VpZ2h0IjowLjAsIkxpbmVUeXBlIjowLCJQYXJlbnRTdHlsZSI6bnVsbH0sIlBhcmVudFN0eWxlIjpudWxsfSwiTWFyZ2luIjp7IiRpZCI6IjE3MjQiLCJUb3AiOjAuMCwiTGVmdCI6MC4wLCJSaWdodCI6MC4wLCJCb3R0b20iOjAuMH0sIlBhZGRpbmciOnsiJGlkIjoiMTcyNSIsIlRvcCI6MC4wLCJMZWZ0IjowLjAsIlJpZ2h0IjowLjAsIkJvdHRvbSI6MC4wfSwiSXNWaXNpYmxlIjpmYWxzZSwiV2lkdGgiOjAuMCwiSGVpZ2h0IjowLjAsIkJvcmRlclN0eWxlIjpudWxsLCJQYXJlbnRTdHlsZSI6bnVsbH19XSwiSWQiOiI0MGM3ZDc2Yy00MTU4LTRjYTEtYjllNy00OGM5YzE3N2ExNjUiLCJJbmRleCI6NCwiSGVhZGVyVGV4dCI6IkFkanV2YW50IE5TQ0xDIiwiU3R5bGUiOnsiJGlkIjoiMTcyNiIsIlN0eWxlSWQiOiIwMDAwMDAwMC0wMDAwLTAwMDAtMDAwMC0wMDAwMDAwMDAwMDAiLCJIZWFkZXJTdHlsZSI6eyIkaWQiOiIxNzI3IiwiVGV4dElzVmVydGljYWwiOmZhbHNlLCJUZXh0U3R5bGUiOnsiJGlkIjoiMTcyOCIsIkZvbnRTZXR0aW5ncyI6eyIkaWQiOiIxNzI5IiwiRm9udFNpemUiOjEyLCJGb250TmFtZSI6IkJvZWhyaW5nZXIgRm9yd2FyZCBUZXh0IiwiSXNCb2xkIjpmYWxzZSwiSXNJdGFsaWMiOmZhbHNlLCJJc1VuZGVybGluZWQiOmZhbHNlLCJQYXJlbnRTdHlsZSI6bnVsbH0sIkF1dG9TaXplIjoyLCJGb3JlZ3JvdW5kIjp7IiRpZCI6IjE3MzAiLCJDb2xvciI6eyIkaWQiOiIxNzMxIiwiQSI6MjU1LCJSIjo4LCJHIjo0OSwiQiI6NDJ9fSwiTWF4V2lkdGgiOjcxLjAsIk1heEhlaWdodCI6IkluZmluaXR5IiwiU21hcnRGb3JlZ3JvdW5kSXNBY3RpdmUiOmZhbHNlLCJIb3Jpem9udGFsQWxpZ25tZW50IjoxLCJWZXJ0aWNhbEFsaWdubWVudCI6MCwiU21hcnRGb3JlZ3JvdW5kIjpudWxsLCJCYWNrZ3JvdW5kRmlsbFR5cGUiOjAsIk1hcmdpbiI6eyIkaWQiOiIxNzMyIiwiVG9wIjowLjAsIkxlZnQiOjAuMCwiUmlnaHQiOjAuMCwiQm90dG9tIjowLjB9LCJQYWRkaW5nIjp7IiRpZCI6IjE3MzMiLCJUb3AiOjAuMCwiTGVmdCI6MC4wLCJSaWdodCI6MC4wLCJCb3R0b20iOjAuMH0sIkJhY2tncm91bmQiOnsiJGlkIjoiMTczNCIsIkNvbG9yIjp7IiRpZCI6IjE3MzUiLCJBIjowLCJSIjoyNTUsIkciOjI1NSwiQiI6MjU1fX0sIklzVmlzaWJsZSI6dHJ1ZSwiV2lkdGgiOjAuMCwiSGVpZ2h0IjowLjAsIkJvcmRlclN0eWxlIjpudWxsLCJQYXJlbnRTdHlsZSI6bnVsbH0sIlJlY3RhbmdsZVN0eWxlIjp7IiRpZCI6IjE3MzYiLCJNYXJnaW4iOnsiJGlkIjoiMTczNyIsIlRvcCI6MC4wLCJMZWZ0IjowLjAsIlJpZ2h0IjowLjAsIkJvdHRvbSI6MC4wfSwiUGFkZGluZyI6eyIkaWQiOiIxNzM4IiwiVG9wIjowLjAsIkxlZnQiOjAuMCwiUmlnaHQiOjAuMCwiQm90dG9tIjowLjB9LCJCYWNrZ3JvdW5kIjp7IiRpZCI6IjE3MzkiLCJDb2xvciI6eyIkaWQiOiIxNzQwIiwiQSI6MjU1LCJSIjoxOTcsIkciOjE5NSwiQiI6MjM4fX0sIklzVmlzaWJsZSI6dHJ1ZSwiV2lkdGgiOjAuMCwiSGVpZ2h0IjowLjAsIkJvcmRlclN0eWxlIjp7IiRpZCI6IjE3NDEiLCJMaW5lQ29sb3IiOnsiJGlkIjoiMTc0MiIsIiR0eXBlIjoiTkxSRS5Db21tb24uRG9tLlNvbGlkQ29sb3JCcnVzaCwgTkxSRS5Db21tb24iLCJDb2xvciI6eyIkaWQiOiIxNzQzIiwiQSI6MjU1LCJSIjoyNTUsIkciOjAsIkIiOjB9fSwiTGluZVdlaWdodCI6MC4wLCJMaW5lVHlwZSI6MCwiUGFyZW50U3R5bGUiOm51bGx9LCJQYXJlbnRTdHlsZSI6bnVsbH0sIk1hcmdpbiI6eyIkaWQiOiIxNzQ0IiwiVG9wIjowLjAsIkxlZnQiOjAuMCwiUmlnaHQiOjAuMCwiQm90dG9tIjowLjB9LCJQYWRkaW5nIjp7IiRpZCI6IjE3NDUiLCJUb3AiOjAuMCwiTGVmdCI6MC4wLCJSaWdodCI6MC4wLCJCb3R0b20iOjAuMH0sIkJhY2tncm91bmQiOm51bGwsIklzVmlzaWJsZSI6dHJ1ZSwiV2lkdGgiOjAuMCwiSGVpZ2h0IjowLjAsIkJvcmRlclN0eWxlIjpudWxsLCJQYXJlbnRTdHlsZSI6bnVsbH0sIkJhY2tncm91bmRTdHlsZSI6eyIkaWQiOiIxNzQ2IiwiTWFyZ2luIjp7IiRpZCI6IjE3NDciLCJUb3AiOjAuMCwiTGVmdCI6MC4wLCJSaWdodCI6MC4wLCJCb3R0b20iOjAuMH0sIlBhZGRpbmciOnsiJGlkIjoiMTc0OCIsIlRvcCI6MC4wLCJMZWZ0IjowLjAsIlJpZ2h0IjowLjAsIkJvdHRvbSI6MC4wfSwiQmFja2dyb3VuZCI6eyIkaWQiOiIxNzQ5IiwiQ29sb3IiOnsiJGlkIjoiMTc1MCIsIkEiOjUxLCJSIjoxOTcsIkciOjE5NSwiQiI6MjM4fX0sIklzVmlzaWJsZSI6dHJ1ZSwiV2lkdGgiOjAuMCwiSGVpZ2h0IjowLjAsIkJvcmRlclN0eWxlIjp7IiRpZCI6IjE3NTEiLCJMaW5lQ29sb3IiOnsiJGlkIjoiMTc1MiIsIiR0eXBlIjoiTkxSRS5Db21tb24uRG9tLlNvbGlkQ29sb3JCcnVzaCwgTkxSRS5Db21tb24iLCJDb2xvciI6eyIkaWQiOiIxNzUzIiwiQSI6MjU1LCJSIjoyNTUsIkciOjAsIkIiOjB9fSwiTGluZVdlaWdodCI6MC4wLCJMaW5lVHlwZSI6MCwiUGFyZW50U3R5bGUiOm51bGx9LCJQYXJlbnRTdHlsZSI6bnVsbH0sIklzQWJvdmVUaW1lYmFuZCI6ZmFsc2UsIlNwYWNpbmciOjIsIkRlZmF1bHRTd2ltbGFuZVRhc2tTdHlsZSI6eyIkaWQiOiIxNzU0IiwiJHR5cGUiOiJOTFJFLkNvbW1vbi5Eb20uU3R5bGVzLkV4cGxpY2l0U2V0YWJsZVRhc2tTdHlsZSwgTkxSRS5Db21tb24iLCJTaGFwZSI6MywiU2hhcGVUaGlja25lc3MiOjAsIkR1cmF0aW9uRm9ybWF0IjowLCJJbmNsdWRlTm9uV29ya2luZ0RheXNJbkR1cmF0aW9uIjpmYWxzZSwiUGVyY2VudGFnZUNvbXBsZXRlU3R5bGUiOnsiJGlkIjoiMTc1NSIsIkZvbnRTZXR0aW5ncyI6eyIkaWQiOiIxNzU2IiwiRm9udFNpemUiOjEwLCJGb250TmFtZSI6IkNhbGlicmkiLCJJc0JvbGQiOmZhbHNlLCJJc0l0YWxpYyI6ZmFsc2UsIklzVW5kZXJsaW5lZCI6ZmFsc2UsIlBhcmVudFN0eWxlIjpudWxsfSwiQXV0b1NpemUiOjAsIkZvcmVncm91bmQiOnsiJGlkIjoiMTc1NyIsIkNvbG9yIjp7IiRpZCI6IjE3NTg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E3NTkiLCJUb3AiOjAuMCwiTGVmdCI6MC4wLCJSaWdodCI6MC4wLCJCb3R0b20iOjAuMH0sIlBhZGRpbmciOnsiJGlkIjoiMTc2MCIsIlRvcCI6MC4wLCJMZWZ0IjowLjAsIlJpZ2h0IjowLjAsIkJvdHRvbSI6MC4wfSwiQmFja2dyb3VuZCI6eyIkaWQiOiIxNzYxIiwiQ29sb3IiOnsiJGlkIjoiMTc2MiIsIkEiOjg5LCJSIjowLCJHIjowLCJCIjowfX0sIklzVmlzaWJsZSI6dHJ1ZSwiV2lkdGgiOjAuMCwiSGVpZ2h0IjowLjAsIkJvcmRlclN0eWxlIjpudWxsLCJQYXJlbnRTdHlsZSI6bnVsbH0sIkR1cmF0aW9uU3R5bGUiOnsiJGlkIjoiMTc2MyIsIkZvbnRTZXR0aW5ncyI6eyIkaWQiOiIxNzY0IiwiRm9udFNpemUiOjEwLCJGb250TmFtZSI6IkNhbGlicmkiLCJJc0JvbGQiOmZhbHNlLCJJc0l0YWxpYyI6ZmFsc2UsIklzVW5kZXJsaW5lZCI6ZmFsc2UsIlBhcmVudFN0eWxlIjpudWxsfSwiQXV0b1NpemUiOjAsIkZvcmVncm91bmQiOnsiJGlkIjoiMTc2NSIsIkNvbG9yIjp7IiRpZCI6IjE3Nj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NzY3IiwiVG9wIjowLjAsIkxlZnQiOjAuMCwiUmlnaHQiOjAuMCwiQm90dG9tIjowLjB9LCJQYWRkaW5nIjp7IiRpZCI6IjE3NjgiLCJUb3AiOjAuMCwiTGVmdCI6MC4wLCJSaWdodCI6MC4wLCJCb3R0b20iOjAuMH0sIkJhY2tncm91bmQiOnsiJGlkIjoiMTc2OSIsIkNvbG9yIjp7IiRpZCI6IjE3NzAiLCJBIjowLCJSIjowLCJHIjowLCJCIjowfX0sIklzVmlzaWJsZSI6dHJ1ZSwiV2lkdGgiOjAuMCwiSGVpZ2h0IjowLjAsIkJvcmRlclN0eWxlIjpudWxsLCJQYXJlbnRTdHlsZSI6bnVsbH0sIkhvcml6b250YWxDb25uZWN0b3JTdHlsZSI6eyIkaWQiOiIxNzcxIiwiTGluZUNvbG9yIjp7IiRpZCI6IjE3NzIiLCIkdHlwZSI6Ik5MUkUuQ29tbW9uLkRvbS5Tb2xpZENvbG9yQnJ1c2gsIE5MUkUuQ29tbW9uIiwiQ29sb3IiOnsiJGlkIjoiMTc3MyIsIkEiOjI1NSwiUiI6MjA0LCJHIjoyMDQsIkIiOjIwNH19LCJMaW5lV2VpZ2h0IjoxLjAsIkxpbmVUeXBlIjowLCJQYXJlbnRTdHlsZSI6bnVsbH0sIlZlcnRpY2FsQ29ubmVjdG9yU3R5bGUiOnsiJGlkIjoiMTc3NCIsIkxpbmVDb2xvciI6eyIkaWQiOiIxNzc1IiwiJHR5cGUiOiJOTFJFLkNvbW1vbi5Eb20uU29saWRDb2xvckJydXNoLCBOTFJFLkNvbW1vbiIsIkNvbG9yIjp7IiRpZCI6IjE3NzY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UsIklzQmVsb3dUaW1lYmFuZCI6dHJ1ZSwiUGVyY2VudGFnZUNvbXBsZXRlU2hhcGVPcGFjaXR5IjozNSwiQmFzZWxpbmVTdHlsZSI6eyIkaWQiOiIxNzc3IiwiU2hhcGVTdHlsZSI6eyIkaWQiOiIxNzc4IiwiTWFyZ2luIjp7IiRpZCI6IjE3NzkiLCJUb3AiOjAuMCwiTGVmdCI6MC4wLCJSaWdodCI6MC4wLCJCb3R0b20iOjAuMH0sIlBhZGRpbmciOnsiJGlkIjoiMTc4MCIsIlRvcCI6MC4wLCJMZWZ0IjowLjAsIlJpZ2h0IjowLjAsIkJvdHRvbSI6MC4wfSwiQmFja2dyb3VuZCI6eyIkaWQiOiIxNzgxIiwiQ29sb3IiOnsiJGlkIjoiMTc4MiIsIkEiOjE1MywiUiI6MCwiRyI6MCwiQiI6MH19LCJJc1Zpc2libGUiOnRydWUsIldpZHRoIjowLjAsIkhlaWdodCI6MC4wLCJCb3JkZXJTdHlsZSI6eyIkaWQiOiIxNzgzIiwiTGluZUNvbG9yIjpudWxsLCJMaW5lV2VpZ2h0IjowLjAsIkxpbmVUeXBlIjowLCJQYXJlbnRTdHlsZSI6bnVsbH0sIlBhcmVudFN0eWxlIjpudWxsfSwiTWFyZ2luIjp7IiRpZCI6IjE3ODQiLCJUb3AiOjAuMCwiTGVmdCI6MC4wLCJSaWdodCI6MC4wLCJCb3R0b20iOjAuMH0sIlBhZGRpbmciOnsiJGlkIjoiMTc4NSIsIlRvcCI6MC4wLCJMZWZ0IjowLjAsIlJpZ2h0IjowLjAsIkJvdHRvbSI6MC4wfSwiQmFja2dyb3VuZCI6bnVsbCwiSXNWaXNpYmxlIjp0cnVlLCJXaWR0aCI6MC4wLCJIZWlnaHQiOjAuMCwiQm9yZGVyU3R5bGUiOm51bGwsIlBhcmVudFN0eWxlIjpudWxsfSwiU2hhcGVTdHlsZSI6eyIkaWQiOiIxNzg2IiwiTWFyZ2luIjp7IiRpZCI6IjE3ODciLCJUb3AiOjAuMCwiTGVmdCI6NC4wLCJSaWdodCI6NC4wLCJCb3R0b20iOjAuMH0sIlBhZGRpbmciOnsiJGlkIjoiMTc4OCIsIlRvcCI6MC4wLCJMZWZ0IjowLjAsIlJpZ2h0IjowLjAsIkJvdHRvbSI6MC4wfSwiQmFja2dyb3VuZCI6eyIkaWQiOiIxNzg5IiwiQ29sb3IiOnsiJGlkIjoiMTc5MCIsIkEiOjI1NSwiUiI6MTk3LCJHIjoxOTUsIkIiOjIzOH19LCJJc1Zpc2libGUiOnRydWUsIldpZHRoIjowLjAsIkhlaWdodCI6MTAuMCwiQm9yZGVyU3R5bGUiOnsiJGlkIjoiMTc5MSIsIkxpbmVDb2xvciI6eyIkaWQiOiIxNzkyIiwiJHR5cGUiOiJOTFJFLkNvbW1vbi5Eb20uU29saWRDb2xvckJydXNoLCBOTFJFLkNvbW1vbiIsIkNvbG9yIjp7IiRpZCI6IjE3OTMiLCJBIjoyNTUsIlIiOjIzNCwiRyI6MjIsIkIiOjMwfX0sIkxpbmVXZWlnaHQiOjAuMCwiTGluZVR5cGUiOjAsIlBhcmVudFN0eWxlIjpudWxsfSwiUGFyZW50U3R5bGUiOm51bGx9LCJUaXRsZVN0eWxlIjp7IiRpZCI6IjE3OTQiLCJGb250U2V0dGluZ3MiOnsiJGlkIjoiMTc5NSIsIkZvbnRTaXplIjoxMSwiRm9udE5hbWUiOiJCb2VocmluZ2VyIEZvcndhcmQgVGV4dCIsIklzQm9sZCI6ZmFsc2UsIklzSXRhbGljIjpmYWxzZSwiSXNVbmRlcmxpbmVkIjpmYWxzZSwiUGFyZW50U3R5bGUiOm51bGx9LCJBdXRvU2l6ZSI6MCwiRm9yZWdyb3VuZCI6eyIkaWQiOiIxNzk2IiwiQ29sb3IiOnsiJGlkIjoiMTc5Ny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Nzk4IiwiVG9wIjowLjAsIkxlZnQiOjAuMCwiUmlnaHQiOjAuMCwiQm90dG9tIjowLjB9LCJQYWRkaW5nIjp7IiRpZCI6IjE3OTkiLCJUb3AiOjAuMCwiTGVmdCI6MC4wLCJSaWdodCI6MC4wLCJCb3R0b20iOjAuMH0sIkJhY2tncm91bmQiOnsiJGlkIjoiMTgwMCIsIkNvbG9yIjp7IiRpZCI6IjE4MDEiLCJBIjowLCJSIjoyNTUsIkciOjI1NSwiQiI6MjU1fX0sIklzVmlzaWJsZSI6dHJ1ZSwiV2lkdGgiOjAuMCwiSGVpZ2h0IjowLjAsIkJvcmRlclN0eWxlIjpudWxsLCJQYXJlbnRTdHlsZSI6bnVsbH0sIkRhdGVTdHlsZSI6eyIkaWQiOiIxODAyIiwiRm9udFNldHRpbmdzIjp7IiRpZCI6IjE4MDMiLCJGb250U2l6ZSI6MTAsIkZvbnROYW1lIjoiQ2FsaWJyaSIsIklzQm9sZCI6ZmFsc2UsIklzSXRhbGljIjpmYWxzZSwiSXNVbmRlcmxpbmVkIjpmYWxzZSwiUGFyZW50U3R5bGUiOm51bGx9LCJBdXRvU2l6ZSI6MCwiRm9yZWdyb3VuZCI6eyIkaWQiOiIxODA0IiwiQ29sb3IiOnsiJGlkIjoiMTgw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gwNiIsIlRvcCI6MC4wLCJMZWZ0IjowLjAsIlJpZ2h0IjowLjAsIkJvdHRvbSI6MC4wfSwiUGFkZGluZyI6eyIkaWQiOiIxODA3IiwiVG9wIjowLjAsIkxlZnQiOjAuMCwiUmlnaHQiOjAuMCwiQm90dG9tIjowLjB9LCJCYWNrZ3JvdW5kIjp7IiRpZCI6IjE4MDgiLCJDb2xvciI6eyIkaWQiOiIxODA5IiwiQSI6MCwiUiI6MCwiRyI6MCwiQiI6MH19LCJJc1Zpc2libGUiOnRydWUsIldpZHRoIjowLjAsIkhlaWdodCI6MC4wLCJCb3JkZXJTdHlsZSI6bnVsbCwiUGFyZW50U3R5bGUiOm51bGx9LCJEYXRlRm9ybWF0Ijp7IiRpZCI6IjE4MT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xMSIsIkZvcm1hdCI6MCwiSXNWaXNpYmxlIjpmYWxzZSwiTGFzdEtub3duVmlzaWJpbGl0eVN0YXRlIjpmYWxzZX0sIklzVmlzaWJsZSI6dHJ1ZSwiUGFyZW50U3R5bGUiOm51bGwsIl9leHBsaWNpdGx5U2V0Ijp7IiRpZCI6IjE4MTI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TgxMyIsIlNoYXBlIjoxNCwiQ29ubmVjdG9yTWFyZ2luIjp7IiRpZCI6IjE4MTQiLCJUb3AiOjAuMCwiTGVmdCI6Mi4wLCJSaWdodCI6Mi4wLCJCb3R0b20iOjAuMH0sIkNvbm5lY3RvclN0eWxlIjp7IiRpZCI6IjE4MTUiLCJMaW5lQ29sb3IiOnsiJGlkIjoiMTgxNiIsIiR0eXBlIjoiTkxSRS5Db21tb24uRG9tLlNvbGlkQ29sb3JCcnVzaCwgTkxSRS5Db21tb24iLCJDb2xvciI6eyIkaWQiOiIxODE3IiwiQSI6MTI3LCJSIjo4LCJHIjo0OSwiQiI6NDJ9fSwiTGluZVdlaWdodCI6MS4wLCJMaW5lVHlwZSI6MCwiUGFyZW50U3R5bGUiOm51bGx9LCJJc0JlbG93VGltZWJhbmQiOnRydWUsIlBvc2l0aW9uT25UYXNrIjoyLCJIaWRlRGF0ZSI6ZmFsc2UsIlNoYXBlU2l6ZSI6MSwiU3BhY2luZyI6MC4wLCJQYWRkaW5nIjp7IiRpZCI6IjE4MTgiLCJUb3AiOjUuMCwiTGVmdCI6My4wLCJSaWdodCI6MC4wLCJCb3R0b20iOjIuMH0sIlNoYXBlU3R5bGUiOnsiJGlkIjoiMTgxOSIsIk1hcmdpbiI6eyIkaWQiOiIxODIwIiwiVG9wIjowLjAsIkxlZnQiOjAuMCwiUmlnaHQiOjAuMCwiQm90dG9tIjowLjB9LCJQYWRkaW5nIjp7IiRpZCI6IjE4MjEiLCJUb3AiOjAuMCwiTGVmdCI6MC4wLCJSaWdodCI6MC4wLCJCb3R0b20iOjAuMH0sIkJhY2tncm91bmQiOnsiJGlkIjoiMTgyMiIsIkNvbG9yIjp7IiRpZCI6IjE4MjMiLCJBIjoyNTUsIlIiOjAsIkciOjIyOCwiQiI6MTI0fX0sIklzVmlzaWJsZSI6dHJ1ZSwiV2lkdGgiOjE4LjAsIkhlaWdodCI6MjAuMCwiQm9yZGVyU3R5bGUiOnsiJGlkIjoiMTgyNCIsIkxpbmVDb2xvciI6eyIkaWQiOiIxODI1IiwiJHR5cGUiOiJOTFJFLkNvbW1vbi5Eb20uU29saWRDb2xvckJydXNoLCBOTFJFLkNvbW1vbiIsIkNvbG9yIjp7IiRpZCI6IjE4MjYiLCJBIjoyNTUsIlIiOjIzNCwiRyI6MjIsIkIiOjMwfX0sIkxpbmVXZWlnaHQiOjAuMCwiTGluZVR5cGUiOjAsIlBhcmVudFN0eWxlIjpudWxsfSwiUGFyZW50U3R5bGUiOm51bGx9LCJUaXRsZVN0eWxlIjp7IiRpZCI6IjE4MjciLCJGb250U2V0dGluZ3MiOnsiJGlkIjoiMTgyOCIsIkZvbnRTaXplIjoxMSwiRm9udE5hbWUiOiJCb2VocmluZ2VyIEZvcndhcmQgVGV4dCIsIklzQm9sZCI6dHJ1ZSwiSXNJdGFsaWMiOmZhbHNlLCJJc1VuZGVybGluZWQiOmZhbHNlLCJQYXJlbnRTdHlsZSI6bnVsbH0sIkF1dG9TaXplIjowLCJGb3JlZ3JvdW5kIjp7IiRpZCI6IjE4MjkiLCJDb2xvciI6eyIkaWQiOiIxODMwIiwiQSI6MjU1LCJSIjo4LCJHIjo0OSwiQiI6NDJ9fSwiTWF4V2lkdGgiOjIwMC4wLCJNYXhIZWlnaHQiOiJJbmZpbml0eSIsIlNtYXJ0Rm9yZWdyb3VuZElzQWN0aXZlIjpmYWxzZSwiSG9yaXpvbnRhbEFsaWdubWVudCI6MSwiVmVydGljYWxBbGlnbm1lbnQiOjAsIlNtYXJ0Rm9yZWdyb3VuZCI6bnVsbCwiQmFja2dyb3VuZEZpbGxUeXBlIjowLCJNYXJnaW4iOnsiJGlkIjoiMTgzMSIsIlRvcCI6MC4wLCJMZWZ0IjowLjAsIlJpZ2h0IjowLjAsIkJvdHRvbSI6MC4wfSwiUGFkZGluZyI6eyIkaWQiOiIxODMyIiwiVG9wIjowLjAsIkxlZnQiOjAuMCwiUmlnaHQiOjAuMCwiQm90dG9tIjowLjB9LCJCYWNrZ3JvdW5kIjp7IiRpZCI6IjE4MzMiLCJDb2xvciI6eyIkaWQiOiIxODM0IiwiQSI6MCwiUiI6MjU1LCJHIjoyNTUsIkIiOjI1NX19LCJJc1Zpc2libGUiOnRydWUsIldpZHRoIjowLjAsIkhlaWdodCI6MC4wLCJCb3JkZXJTdHlsZSI6bnVsbCwiUGFyZW50U3R5bGUiOm51bGx9LCJEYXRlU3R5bGUiOnsiJGlkIjoiMTgzNSIsIkZvbnRTZXR0aW5ncyI6eyIkaWQiOiIxODM2IiwiRm9udFNpemUiOjEwLCJGb250TmFtZSI6IkJvZWhyaW5nZXIgRm9yd2FyZCBUZXh0IiwiSXNCb2xkIjpmYWxzZSwiSXNJdGFsaWMiOmZhbHNlLCJJc1VuZGVybGluZWQiOmZhbHNlLCJQYXJlbnRTdHlsZSI6bnVsbH0sIkF1dG9TaXplIjowLCJGb3JlZ3JvdW5kIjp7IiRpZCI6IjE4MzciLCJDb2xvciI6eyIkaWQiOiIxODM4IiwiQSI6MjU1LCJSIjo4LCJHIjo0OSwiQiI6NDJ9fSwiTWF4V2lkdGgiOjIwMC4wLCJNYXhIZWlnaHQiOiJJbmZpbml0eSIsIlNtYXJ0Rm9yZWdyb3VuZElzQWN0aXZlIjpmYWxzZSwiSG9yaXpvbnRhbEFsaWdubWVudCI6MiwiVmVydGljYWxBbGlnbm1lbnQiOjAsIlNtYXJ0Rm9yZWdyb3VuZCI6bnVsbCwiQmFja2dyb3VuZEZpbGxUeXBlIjowLCJNYXJnaW4iOnsiJGlkIjoiMTgzOSIsIlRvcCI6MC4wLCJMZWZ0IjowLjAsIlJpZ2h0IjowLjAsIkJvdHRvbSI6MC4wfSwiUGFkZGluZyI6eyIkaWQiOiIxODQwIiwiVG9wIjowLjAsIkxlZnQiOjAuMCwiUmlnaHQiOjAuMCwiQm90dG9tIjowLjB9LCJCYWNrZ3JvdW5kIjp7IiRpZCI6IjE4NDEiLCJDb2xvciI6eyIkaWQiOiIxODQyIiwiQSI6MCwiUiI6MjU1LCJHIjoyNTUsIkIiOjI1NX19LCJJc1Zpc2libGUiOmZhbHNlLCJXaWR0aCI6MC4wLCJIZWlnaHQiOjAuMCwiQm9yZGVyU3R5bGUiOm51bGwsIlBhcmVudFN0eWxlIjpudWxsfSwiRGF0ZUZvcm1hdCI6eyIkaWQiOiIxODQ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NDQiLCJGb3JtYXQiOjAsIklzVmlzaWJsZSI6ZmFsc2UsIkxhc3RLbm93blZpc2liaWxpdHlTdGF0ZSI6ZmFsc2V9LCJJc1Zpc2libGUiOnRydWUsIlBhcmVudFN0eWxlIjpudWxsfSwiRGVmYXVsdFN3aW1sYW5lTWlsZXN0b25lU3R5bGUiOnsiJGlkIjoiMTg0NSIsIlRpdGxlUG9zaXRpb24iOiJCZWxvdyIsIkRhdGVQb3NpdGlvbiI6IkxlZnQiLCJTaGFwZVR5cGUiOjEzLCJTaGFwZVNpemUiOjEsIlNwYWNpbmciOjUsIlNoYXBlU3R5bGUiOnsiJGlkIjoiMTg0NiIsIk1hcmdpbiI6eyIkaWQiOiIxODQ3IiwiVG9wIjowLjAsIkxlZnQiOjAuMCwiUmlnaHQiOjAuMCwiQm90dG9tIjowLjB9LCJQYWRkaW5nIjp7IiRpZCI6IjE4NDgiLCJUb3AiOjAuMCwiTGVmdCI6MC4wLCJSaWdodCI6MC4wLCJCb3R0b20iOjAuMH0sIkJhY2tncm91bmQiOnsiJGlkIjoiMTg0OSIsIkNvbG9yIjp7IiRpZCI6IjE4NTAiLCJBIjoyNTUsIlIiOjI0NSwiRyI6MTM4LCJCIjoxMDR9fSwiSXNWaXNpYmxlIjp0cnVlLCJXaWR0aCI6MTguMCwiSGVpZ2h0IjoyMC4wLCJCb3JkZXJTdHlsZSI6eyIkaWQiOiIxODUxIiwiTGluZUNvbG9yIjp7IiRpZCI6IjE4NTIiLCIkdHlwZSI6Ik5MUkUuQ29tbW9uLkRvbS5Tb2xpZENvbG9yQnJ1c2gsIE5MUkUuQ29tbW9uIiwiQ29sb3IiOnsiJGlkIjoiMTg1MyIsIkEiOjI1NSwiUiI6MjM0LCJHIjoyMiwiQiI6MzB9fSwiTGluZVdlaWdodCI6MC4wLCJMaW5lVHlwZSI6MCwiUGFyZW50U3R5bGUiOm51bGx9LCJQYXJlbnRTdHlsZSI6bnVsbH0sIlRpdGxlU3R5bGUiOnsiJGlkIjoiMTg1NCIsIkZvbnRTZXR0aW5ncyI6eyIkaWQiOiIxODU1IiwiRm9udFNpemUiOjExLCJGb250TmFtZSI6IkJvZWhyaW5nZXIgRm9yd2FyZCBUZXh0IiwiSXNCb2xkIjp0cnVlLCJJc0l0YWxpYyI6ZmFsc2UsIklzVW5kZXJsaW5lZCI6ZmFsc2UsIlBhcmVudFN0eWxlIjpudWxsfSwiQXV0b1NpemUiOjAsIkZvcmVncm91bmQiOnsiJGlkIjoiMTg1NiIsIkNvbG9yIjp7IiRpZCI6IjE4NTciLCJBIjoyNTUsIlIiOjgsIkciOjQ5LCJCIjo0Mn19LCJNYXhXaWR0aCI6MjAwLjAsIk1heEhlaWdodCI6IkluZmluaXR5IiwiU21hcnRGb3JlZ3JvdW5kSXNBY3RpdmUiOmZhbHNlLCJIb3Jpem9udGFsQWxpZ25tZW50IjoxLCJWZXJ0aWNhbEFsaWdubWVudCI6MCwiU21hcnRGb3JlZ3JvdW5kIjpudWxsLCJCYWNrZ3JvdW5kRmlsbFR5cGUiOjAsIk1hcmdpbiI6eyIkaWQiOiIxODU4IiwiVG9wIjowLjAsIkxlZnQiOjAuMCwiUmlnaHQiOjAuMCwiQm90dG9tIjowLjB9LCJQYWRkaW5nIjp7IiRpZCI6IjE4NTkiLCJUb3AiOjAuMCwiTGVmdCI6MC4wLCJSaWdodCI6MC4wLCJCb3R0b20iOjAuMH0sIkJhY2tncm91bmQiOnsiJGlkIjoiMTg2MCIsIkNvbG9yIjp7IiRpZCI6IjE4NjEiLCJBIjowLCJSIjoyNTUsIkciOjI1NSwiQiI6MjU1fX0sIklzVmlzaWJsZSI6dHJ1ZSwiV2lkdGgiOjAuMCwiSGVpZ2h0IjowLjAsIkJvcmRlclN0eWxlIjpudWxsLCJQYXJlbnRTdHlsZSI6bnVsbH0sIkRhdGVTdHlsZSI6eyIkaWQiOiIxODYyIiwiRm9udFNldHRpbmdzIjp7IiRpZCI6IjE4NjMiLCJGb250U2l6ZSI6MTAsIkZvbnROYW1lIjoiQm9laHJpbmdlciBGb3J3YXJkIFRleHQiLCJJc0JvbGQiOmZhbHNlLCJJc0l0YWxpYyI6ZmFsc2UsIklzVW5kZXJsaW5lZCI6ZmFsc2UsIlBhcmVudFN0eWxlIjpudWxsfSwiQXV0b1NpemUiOjAsIkZvcmVncm91bmQiOnsiJGlkIjoiMTg2NCIsIkNvbG9yIjp7IiRpZCI6IjE4NjUiLCJBIjoyNTUsIlIiOjgsIkciOjQ5LCJCIjo0Mn19LCJNYXhXaWR0aCI6MjAwLjAsIk1heEhlaWdodCI6IkluZmluaXR5IiwiU21hcnRGb3JlZ3JvdW5kSXNBY3RpdmUiOmZhbHNlLCJIb3Jpem9udGFsQWxpZ25tZW50IjoyLCJWZXJ0aWNhbEFsaWdubWVudCI6MCwiU21hcnRGb3JlZ3JvdW5kIjpudWxsLCJCYWNrZ3JvdW5kRmlsbFR5cGUiOjAsIk1hcmdpbiI6eyIkaWQiOiIxODY2IiwiVG9wIjowLjAsIkxlZnQiOjAuMCwiUmlnaHQiOjAuMCwiQm90dG9tIjowLjB9LCJQYWRkaW5nIjp7IiRpZCI6IjE4NjciLCJUb3AiOjAuMCwiTGVmdCI6MC4wLCJSaWdodCI6MC4wLCJCb3R0b20iOjAuMH0sIkJhY2tncm91bmQiOnsiJGlkIjoiMTg2OCIsIkNvbG9yIjp7IiRpZCI6IjE4NjkiLCJBIjowLCJSIjoyNTUsIkciOjI1NSwiQiI6MjU1fX0sIklzVmlzaWJsZSI6ZmFsc2UsIldpZHRoIjowLjAsIkhlaWdodCI6MC4wLCJCb3JkZXJTdHlsZSI6bnVsbCwiUGFyZW50U3R5bGUiOm51bGx9LCJEYXRlRm9ybWF0Ijp7IiRpZCI6IjE4Nz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3MSIsIkZvcm1hdCI6MCwiSXNWaXNpYmxlIjpmYWxzZSwiTGFzdEtub3duVmlzaWJpbGl0eVN0YXRlIjpmYWxzZX0sIklzVmlzaWJsZSI6dHJ1ZSwiUGFyZW50U3R5bGUiOm51bGx9LCJEZWZhdWx0U3dpbWxhbmVBY3Rpdml0eVN0eWxlIjp7IiRpZCI6IjE4NzIiLCJIZWFkZXJTdHlsZSI6eyIkaWQiOiIxODczIiwiVGV4dFN0eWxlIjp7IiRpZCI6IjE4NzQiLCJGb250U2V0dGluZ3MiOnsiJGlkIjoiMTg3NSIsIkZvbnRTaXplIjoxMSwiRm9udE5hbWUiOiJDYWxpYnJpIiwiSXNCb2xkIjpmYWxzZSwiSXNJdGFsaWMiOmZhbHNlLCJJc1VuZGVybGluZWQiOmZhbHNlLCJQYXJlbnRTdHlsZSI6bnVsbH0sIkF1dG9TaXplIjoyLCJGb3JlZ3JvdW5kIjp7IiRpZCI6IjE4NzYiLCJDb2xvciI6eyIkaWQiOiIxODc3IiwiQSI6MjU1LCJSIjowLCJHIjowLCJCIjowfX0sIk1heFdpZHRoIjowLjAsIk1heEhlaWdodCI6IkluZmluaXR5IiwiU21hcnRGb3JlZ3JvdW5kSXNBY3RpdmUiOmZhbHNlLCJIb3Jpem9udGFsQWxpZ25tZW50IjowLCJWZXJ0aWNhbEFsaWdubWVudCI6MCwiU21hcnRGb3JlZ3JvdW5kIjpudWxsLCJCYWNrZ3JvdW5kRmlsbFR5cGUiOjAsIk1hcmdpbiI6eyIkaWQiOiIxODc4IiwiVG9wIjowLjAsIkxlZnQiOjAuMCwiUmlnaHQiOjAuMCwiQm90dG9tIjowLjB9LCJQYWRkaW5nIjp7IiRpZCI6IjE4NzkiLCJUb3AiOjAuMCwiTGVmdCI6MC4wLCJSaWdodCI6MC4wLCJCb3R0b20iOjAuMH0sIkJhY2tncm91bmQiOnsiJGlkIjoiMTg4MCIsIkNvbG9yIjp7IiRpZCI6IjE4ODEiLCJBIjowLCJSIjoyNTUsIkciOjI1NSwiQiI6MjU1fX0sIklzVmlzaWJsZSI6dHJ1ZSwiV2lkdGgiOjAuMCwiSGVpZ2h0IjowLjAsIkJvcmRlclN0eWxlIjpudWxsLCJQYXJlbnRTdHlsZSI6bnVsbH0sIlJlY3RhbmdsZVN0eWxlIjp7IiRpZCI6IjE4ODIiLCJNYXJnaW4iOnsiJGlkIjoiMTg4MyIsIlRvcCI6MC4wLCJMZWZ0IjowLjAsIlJpZ2h0IjowLjAsIkJvdHRvbSI6MC4wfSwiUGFkZGluZyI6eyIkaWQiOiIxODg0IiwiVG9wIjowLjAsIkxlZnQiOjAuMCwiUmlnaHQiOjAuMCwiQm90dG9tIjowLjB9LCJCYWNrZ3JvdW5kIjp7IiRpZCI6IjE4ODUiLCJDb2xvciI6eyIkaWQiOiIxODg2IiwiQSI6NjMsIlIiOjE5NywiRyI6MTk1LCJCIjoyMzh9fSwiSXNWaXNpYmxlIjp0cnVlLCJXaWR0aCI6MC4wLCJIZWlnaHQiOjAuMCwiQm9yZGVyU3R5bGUiOnsiJGlkIjoiMTg4NyIsIkxpbmVDb2xvciI6eyIkaWQiOiIxODg4IiwiJHR5cGUiOiJOTFJFLkNvbW1vbi5Eb20uU29saWRDb2xvckJydXNoLCBOTFJFLkNvbW1vbiIsIkNvbG9yIjp7IiRpZCI6IjE4ODkiLCJBIjoyNTUsIlIiOjI1NSwiRyI6MCwiQiI6MH19LCJMaW5lV2VpZ2h0IjowLjAsIkxpbmVUeXBlIjowLCJQYXJlbnRTdHlsZSI6bnVsbH0sIlBhcmVudFN0eWxlIjpudWxsfSwiTWFyZ2luIjp7IiRpZCI6IjE4OTAiLCJUb3AiOjAuMCwiTGVmdCI6MC4wLCJSaWdodCI6MC4wLCJCb3R0b20iOjAuMH0sIlBhZGRpbmciOnsiJGlkIjoiMTg5MSIsIlRvcCI6MC4wLCJMZWZ0IjowLjAsIlJpZ2h0IjowLjAsIkJvdHRvbSI6MC4wfSwiQmFja2dyb3VuZCI6bnVsbCwiSXNWaXNpYmxlIjp0cnVlLCJXaWR0aCI6MC4wLCJIZWlnaHQiOjAuMCwiQm9yZGVyU3R5bGUiOm51bGwsIlBhcmVudFN0eWxlIjpudWxsfSwiQmFja2dyb3VuZFN0eWxlIjp7IiRpZCI6IjE4OTIiLCJNYXJnaW4iOnsiJGlkIjoiMTg5MyIsIlRvcCI6MC4wLCJMZWZ0IjowLjAsIlJpZ2h0IjowLjAsIkJvdHRvbSI6MC4wfSwiUGFkZGluZyI6eyIkaWQiOiIxODk0IiwiVG9wIjowLjAsIkxlZnQiOjAuMCwiUmlnaHQiOjAuMCwiQm90dG9tIjowLjB9LCJCYWNrZ3JvdW5kIjp7IiRyZWYiOiIxNzQ5In0sIklzVmlzaWJsZSI6dHJ1ZSwiV2lkdGgiOjAuMCwiSGVpZ2h0IjowLjAsIkJvcmRlclN0eWxlIjp7IiRpZCI6IjE4OTUiLCJMaW5lQ29sb3IiOnsiJGlkIjoiMTg5NiIsIiR0eXBlIjoiTkxSRS5Db21tb24uRG9tLlNvbGlkQ29sb3JCcnVzaCwgTkxSRS5Db21tb24iLCJDb2xvciI6eyIkaWQiOiIxODk3IiwiQSI6MjU1LCJSIjoyMzQsIkciOjIyLCJCIjozMH19LCJMaW5lV2VpZ2h0IjowLjAsIkxpbmVUeXBlIjowLCJQYXJlbnRTdHlsZSI6bnVsbH0sIlBhcmVudFN0eWxlIjpudWxsfSwiTWFyZ2luIjp7IiRpZCI6IjE4OTgiLCJUb3AiOjAuMCwiTGVmdCI6MC4wLCJSaWdodCI6MC4wLCJCb3R0b20iOjAuMH0sIlBhZGRpbmciOnsiJGlkIjoiMTg5OSIsIlRvcCI6MC4wLCJMZWZ0IjowLjAsIlJpZ2h0IjowLjAsIkJvdHRvbSI6MC4wfSwiSXNWaXNpYmxlIjp0cnVlLCJXaWR0aCI6MC4wLCJIZWlnaHQiOjAuMCwiQm9yZGVyU3R5bGUiOm51bGwsIlBhcmVudFN0eWxlIjpudWxsfSwiTWFyZ2luIjp7IiRpZCI6IjE5MDAiLCJUb3AiOjAuMCwiTGVmdCI6MC4wLCJSaWdodCI6MC4wLCJCb3R0b20iOjAuMH0sIlBhZGRpbmciOnsiJGlkIjoiMTkwMSIsIlRvcCI6MC4wLCJMZWZ0IjowLjAsIlJpZ2h0IjowLjAsIkJvdHRvbSI6MC4wfSwiSXNWaXNpYmxlIjp0cnVlLCJXaWR0aCI6MC4wLCJIZWlnaHQiOjAuMCwiQm9yZGVyU3R5bGUiOnsiJGlkIjoiMTkwMiIsIkxpbmVDb2xvciI6bnVsbCwiTGluZVdlaWdodCI6MC4wLCJMaW5lVHlwZSI6MCwiUGFyZW50U3R5bGUiOm51bGx9LCJQYXJlbnRTdHlsZSI6bnVsbH19XSwiSGFzQmFzZWxpbmVzIjpmYWxzZSwiQ3VsdHVyZUluZm9OYW1lIjoiZW4tVVMiLCJTdHlsZU5hbWUiOm51bGwsIlZlcnNpb24iOnsiJGlkIjoiMTkwMyIsIlZlcnNpb24iOiI1LjQuMCIsIk9yaWdpbmFsQXNzZW1ibHlWZXJzaW9uIjoiNy4wNC4wNy4wMCIsIkVkaXRpb24iOm51bGwsIkxhc3RTYXZlZEVkaXRpb24iOjMsIklzUGx1c0VkaXRpb24iOmZhbHNlLCJJc1Byb0VkaXRpb24iOmZhbHNlfSwiRWZmZWN0IjowLCJTdHlsZSI6eyIkaWQiOiIxOTA0IiwiRGVmYXVsdERlcGVuZGVuY3lTdHlsZSI6eyIkaWQiOiIxOTA1IiwiTGluZVN0eWxlIjp7IiRpZCI6IjE5MDYiLCJMaW5lQ29sb3IiOnsiJGlkIjoiMTkwNyIsIiR0eXBlIjoiTkxSRS5Db21tb24uRG9tLlNvbGlkQ29sb3JCcnVzaCwgTkxSRS5Db21tb24iLCJDb2xvciI6eyIkaWQiOiIxOTA4IiwiQSI6MjU1LCJSIjowLCJHIjowLCJCIjowfX0sIkxpbmVXZWlnaHQiOjEuMCwiTGluZVR5cGUiOjAsIlBhcmVudFN0eWxlIjpudWxsfSwiRW5kQXJyb3doZWFkTGluZVN0eWxlIjp7IiRpZCI6IjE5MDkiLCJLaW5kIjoxLCJXaWR0aCI6MSwiTGVuZ3RoIjowLCJQYXJlbnRTdHlsZSI6bnVsbH0sIkJyaW5nVG9Gcm9udCI6dHJ1ZSwiRWxib3dSYWRpdXMiOjAuMCwiTWFyZ2luIjp7IiRpZCI6IjE5MTAiLCJUb3AiOjAuMCwiTGVmdCI6MC4wLCJSaWdodCI6MC4wLCJCb3R0b20iOjAuMH0sIlBhZGRpbmciOnsiJGlkIjoiMTkxMSIsIlRvcCI6MC4wLCJMZWZ0IjowLjAsIlJpZ2h0IjowLjAsIkJvdHRvbSI6MC4wfSwiQmFja2dyb3VuZCI6bnVsbCwiSXNWaXNpYmxlIjp0cnVlLCJXaWR0aCI6MC4wLCJIZWlnaHQiOjAuMCwiQm9yZGVyU3R5bGUiOm51bGwsIlBhcmVudFN0eWxlIjpudWxsfSwiQ3JpdGljYWxQYXRoU3R5bGUiOnsiJGlkIjoiMTkxMiIsIkNyaXRpY2FsUGF0aFN0eWxlT3B0aW9ucyI6MTUsIkxpbmVTdHlsZSI6eyIkaWQiOiIxOTEzIiwiTGluZUNvbG9yIjp7IiRpZCI6IjE5MTQiLCIkdHlwZSI6Ik5MUkUuQ29tbW9uLkRvbS5Tb2xpZENvbG9yQnJ1c2gsIE5MUkUuQ29tbW9uIiwiQ29sb3IiOnsiJGlkIjoiMTkxNSIsIkEiOjI1NSwiUiI6MjIyLCJHIjo1MCwiQiI6NTB9fSwiTGluZVdlaWdodCI6MS4wLCJMaW5lVHlwZSI6MCwiUGFyZW50U3R5bGUiOm51bGx9LCJUaXRsZUZvcmVncm91bmQiOnsiJGlkIjoiMTkxNiIsIkNvbG9yIjp7IiRpZCI6IjE5MTciLCJBIjoyNTUsIlIiOjE3NiwiRyI6MTksIkIiOjI1fX0sIlNoYXBlc0JhY2tncm91bmQiOnsiJGlkIjoiMTkxOCIsIkNvbG9yIjp7IiRpZCI6IjE5MTkiLCJBIjoyNTUsIlIiOjI1MywiRyI6MjAzLCJCIjoyMDh9fSwiU2hhcGVzQm9yZGVyU3R5bGUiOnsiJGlkIjoiMTkyMCIsIkxpbmVDb2xvciI6eyIkaWQiOiIxOTIxIiwiJHR5cGUiOiJOTFJFLkNvbW1vbi5Eb20uU29saWRDb2xvckJydXNoLCBOTFJFLkNvbW1vbiIsIkNvbG9yIjp7IiRpZCI6IjE5MjIiLCJBIjoyNTUsIlIiOjIyMiwiRyI6NTAsIkIiOjUwfX0sIkxpbmVXZWlnaHQiOjEuNSwiTGluZVR5cGUiOjAsIlBhcmVudFN0eWxlIjpudWxsfSwiTWFyZ2luIjp7IiRpZCI6IjE5MjMiLCJUb3AiOjAuMCwiTGVmdCI6MC4wLCJSaWdodCI6MC4wLCJCb3R0b20iOjAuMH0sIlBhZGRpbmciOnsiJGlkIjoiMTkyNCIsIlRvcCI6MC4wLCJMZWZ0IjowLjAsIlJpZ2h0IjowLjAsIkJvdHRvbSI6MC4wfSwiQmFja2dyb3VuZCI6bnVsbCwiSXNWaXNpYmxlIjpmYWxzZSwiV2lkdGgiOjAuMCwiSGVpZ2h0IjowLjAsIkJvcmRlclN0eWxlIjpudWxsLCJQYXJlbnRTdHlsZSI6bnVsbH0sIlBhbmVsc1NwYWNpbmdEZWZpbml0aW9uIjp7IiRpZCI6IjE5MjUiLCJTcGFjaW5nQWJvdmVUaW1lYmFuZCI6NSwiU3BhY2luZ0JlbG93VGltZWJhbmQiOjUsIlNwYWNpbmdBYm92ZUJldHdlZW5Td2ltbGFuZXNBbmRUYXNrcyI6NSwiU3BhY2luZ0JlbG93QmV0d2VlblN3aW1sYW5lc0FuZFRhc2tzIjo1fSwiVGltZWJhbmRTdHlsZSI6eyIkaWQiOiIxOTI2IiwiU2NhbGVNYXJraW5nIjowLCJTaGFwZSI6MCwiU2hhcGVTdHlsZSI6eyIkaWQiOiIxOTI3IiwiTWFyZ2luIjp7IiRpZCI6IjE5MjgiLCJUb3AiOjAuMCwiTGVmdCI6MTAuMCwiUmlnaHQiOjEwLjAsIkJvdHRvbSI6MC4wfSwiUGFkZGluZyI6eyIkaWQiOiIxOTI5IiwiVG9wIjowLjAsIkxlZnQiOjAuMCwiUmlnaHQiOjAuMCwiQm90dG9tIjowLjB9LCJCYWNrZ3JvdW5kIjp7IiRpZCI6IjE5MzAiLCJDb2xvciI6eyIkaWQiOiIxOTMxIiwiQSI6MjU1LCJSIjo4LCJHIjo0OSwiQiI6NDJ9fSwiSXNWaXNpYmxlIjp0cnVlLCJXaWR0aCI6ODU4LjAsIkhlaWdodCI6MjAuMCwiQm9yZGVyU3R5bGUiOnsiJGlkIjoiMTkzMiIsIkxpbmVDb2xvciI6eyIkaWQiOiIxOTMzIiwiJHR5cGUiOiJOTFJFLkNvbW1vbi5Eb20uU29saWRDb2xvckJydXNoLCBOTFJFLkNvbW1vbiIsIkNvbG9yIjp7IiRpZCI6IjE5MzQiLCJBIjoyNTUsIlIiOjI1NSwiRyI6MCwiQiI6MH19LCJMaW5lV2VpZ2h0IjowLjAsIkxpbmVUeXBlIjowLCJQYXJlbnRTdHlsZSI6bnVsbH0sIlBhcmVudFN0eWxlIjpudWxsfSwiTWlkZGxlVGllclNoYXBlU3R5bGUiOnsiJGlkIjoiMTkzNSIsIk1hcmdpbiI6eyIkaWQiOiIxOTM2IiwiVG9wIjowLjAsIkxlZnQiOjEwLjAsIlJpZ2h0IjoxMC4wLCJCb3R0b20iOjAuMH0sIlBhZGRpbmciOnsiJGlkIjoiMTkzNyIsIlRvcCI6MC4wLCJMZWZ0IjowLjAsIlJpZ2h0IjowLjAsIkJvdHRvbSI6MC4wfSwiQmFja2dyb3VuZCI6eyIkaWQiOiIxOTM4IiwiQ29sb3IiOnsiJGlkIjoiMTkzOSIsIkEiOjI1NSwiUiI6MCwiRyI6MjI4LCJCIjoxMjR9fSwiSXNWaXNpYmxlIjp0cnVlLCJXaWR0aCI6ODU4LjAsIkhlaWdodCI6MjAuMCwiQm9yZGVyU3R5bGUiOnsiJGlkIjoiMTk0MCIsIkxpbmVDb2xvciI6eyIkaWQiOiIxOTQxIiwiJHR5cGUiOiJOTFJFLkNvbW1vbi5Eb20uU29saWRDb2xvckJydXNoLCBOTFJFLkNvbW1vbiIsIkNvbG9yIjp7IiRpZCI6IjE5NDIiLCJBIjoyNTUsIlIiOjI1NSwiRyI6MCwiQiI6MH19LCJMaW5lV2VpZ2h0IjowLjAsIkxpbmVUeXBlIjowLCJQYXJlbnRTdHlsZSI6bnVsbH0sIlBhcmVudFN0eWxlIjpudWxsfSwiQm90dG9tVGllclNoYXBlU3R5bGUiOnsiJGlkIjoiMTk0MyIsIk1hcmdpbiI6eyIkaWQiOiIxOTQ0IiwiVG9wIjowLjAsIkxlZnQiOjEwLjAsIlJpZ2h0IjoxMC4wLCJCb3R0b20iOjAuMH0sIlBhZGRpbmciOnsiJGlkIjoiMTk0NSIsIlRvcCI6MC4wLCJMZWZ0IjowLjAsIlJpZ2h0IjowLjAsIkJvdHRvbSI6MC4wfSwiQmFja2dyb3VuZCI6eyIkaWQiOiIxOTQ2IiwiQ29sb3IiOnsiJGlkIjoiMTk0NyIsIkEiOjI1NSwiUiI6NjgsIkciOjg0LCJCIjoxMDZ9fSwiSXNWaXNpYmxlIjp0cnVlLCJXaWR0aCI6ODU4LjAsIkhlaWdodCI6MjAuMCwiQm9yZGVyU3R5bGUiOnsiJGlkIjoiMTk0OCIsIkxpbmVDb2xvciI6eyIkaWQiOiIxOTQ5IiwiJHR5cGUiOiJOTFJFLkNvbW1vbi5Eb20uU29saWRDb2xvckJydXNoLCBOTFJFLkNvbW1vbiIsIkNvbG9yIjp7IiRpZCI6IjE5NTAiLCJBIjoyNTUsIlIiOjI1NSwiRyI6MCwiQiI6MH19LCJMaW5lV2VpZ2h0IjowLjAsIkxpbmVUeXBlIjowLCJQYXJlbnRTdHlsZSI6bnVsbH0sIlBhcmVudFN0eWxlIjpudWxsfSwiUmlnaHRFbmRDYXBzU3R5bGUiOnsiJGlkIjoiMTk1MSIsIkZvbnRTZXR0aW5ncyI6eyIkaWQiOiIxOTUyIiwiRm9udFNpemUiOjE4LCJGb250TmFtZSI6IkNhbGlicmkiLCJJc0JvbGQiOnRydWUsIklzSXRhbGljIjpmYWxzZSwiSXNVbmRlcmxpbmVkIjpmYWxzZSwiUGFyZW50U3R5bGUiOm51bGx9LCJBdXRvU2l6ZSI6MCwiRm9yZWdyb3VuZCI6eyIkaWQiOiIxOTUzIiwiQ29sb3IiOnsiJGlkIjoiMTk1NCIsIkEiOjI1NSwiUiI6OCwiRyI6NDksIkIiOjQyfX0sIk1heFdpZHRoIjoiSW5maW5pdHkiLCJNYXhIZWlnaHQiOiJJbmZpbml0eSIsIlNtYXJ0Rm9yZWdyb3VuZElzQWN0aXZlIjpmYWxzZSwiSG9yaXpvbnRhbEFsaWdubWVudCI6MCwiVmVydGljYWxBbGlnbm1lbnQiOjAsIlNtYXJ0Rm9yZWdyb3VuZCI6bnVsbCwiQmFja2dyb3VuZEZpbGxUeXBlIjowLCJNYXJnaW4iOnsiJGlkIjoiMTk1NSIsIlRvcCI6MC4wLCJMZWZ0IjowLjAsIlJpZ2h0IjoyMC4wLCJCb3R0b20iOjAuMH0sIlBhZGRpbmciOnsiJGlkIjoiMTk1NiIsIlRvcCI6MC4wLCJMZWZ0IjowLjAsIlJpZ2h0IjowLjAsIkJvdHRvbSI6MC4wfSwiQmFja2dyb3VuZCI6eyIkaWQiOiIxOTU3IiwiQ29sb3IiOnsiJGlkIjoiMTk1OCIsIkEiOjAsIlIiOjAsIkciOjAsIkIiOjB9fSwiSXNWaXNpYmxlIjp0cnVlLCJXaWR0aCI6MC4wLCJIZWlnaHQiOjAuMCwiQm9yZGVyU3R5bGUiOm51bGwsIlBhcmVudFN0eWxlIjpudWxsfSwiTGVmdEVuZENhcHNTdHlsZSI6eyIkaWQiOiIxOTU5IiwiRm9udFNldHRpbmdzIjp7IiRpZCI6IjE5NjAiLCJGb250U2l6ZSI6MTgsIkZvbnROYW1lIjoiQ2FsaWJyaSIsIklzQm9sZCI6dHJ1ZSwiSXNJdGFsaWMiOmZhbHNlLCJJc1VuZGVybGluZWQiOmZhbHNlLCJQYXJlbnRTdHlsZSI6bnVsbH0sIkF1dG9TaXplIjowLCJGb3JlZ3JvdW5kIjp7IiRpZCI6IjE5NjEiLCJDb2xvciI6eyIkaWQiOiIxOTYy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xOTYzIiwiVG9wIjowLjAsIkxlZnQiOjM5LjUwNjY2NjY2NjY2NjY2MSwiUmlnaHQiOjAuMCwiQm90dG9tIjowLjB9LCJQYWRkaW5nIjp7IiRpZCI6IjE5NjQiLCJUb3AiOjAuMCwiTGVmdCI6MC4wLCJSaWdodCI6MC4wLCJCb3R0b20iOjAuMH0sIkJhY2tncm91bmQiOnsiJGlkIjoiMTk2NSIsIkNvbG9yIjp7IiRpZCI6IjE5NjYiLCJBIjowLCJSIjowLCJHIjowLCJCIjowfX0sIklzVmlzaWJsZSI6ZmFsc2UsIldpZHRoIjowLjAsIkhlaWdodCI6MC4wLCJCb3JkZXJTdHlsZSI6bnVsbCwiUGFyZW50U3R5bGUiOm51bGx9LCJUb2RheVRleHRTdHlsZSI6eyIkaWQiOiIxOTY3IiwiRm9udFNldHRpbmdzIjp7IiRpZCI6IjE5NjgiLCJGb250U2l6ZSI6MTIsIkZvbnROYW1lIjoiQ2FsaWJyaSIsIklzQm9sZCI6ZmFsc2UsIklzSXRhbGljIjpmYWxzZSwiSXNVbmRlcmxpbmVkIjpmYWxzZSwiUGFyZW50U3R5bGUiOm51bGx9LCJBdXRvU2l6ZSI6MCwiRm9yZWdyb3VuZCI6eyIkaWQiOiIxOTY5IiwiQ29sb3IiOnsiJGlkIjoiMTk3MCIsIkEiOjI1NSwiUiI6OCwiRyI6NDksIkIiOjQyfX0sIk1heFdpZHRoIjoyMDAuMCwiTWF4SGVpZ2h0IjoiSW5maW5pdHkiLCJTbWFydEZvcmVncm91bmRJc0FjdGl2ZSI6ZmFsc2UsIkhvcml6b250YWxBbGlnbm1lbnQiOjAsIlZlcnRpY2FsQWxpZ25tZW50IjowLCJTbWFydEZvcmVncm91bmQiOm51bGwsIkJhY2tncm91bmRGaWxsVHlwZSI6MCwiTWFyZ2luIjp7IiRpZCI6IjE5NzEiLCJUb3AiOjAuMCwiTGVmdCI6MC4wLCJSaWdodCI6MC4wLCJCb3R0b20iOjAuMH0sIlBhZGRpbmciOnsiJGlkIjoiMTk3MiIsIlRvcCI6MC4wLCJMZWZ0IjowLjAsIlJpZ2h0IjowLjAsIkJvdHRvbSI6MC4wfSwiQmFja2dyb3VuZCI6eyIkaWQiOiIxOTczIiwiQ29sb3IiOnsiJGlkIjoiMTk3NCIsIkEiOjAsIlIiOjAsIkciOjAsIkIiOjB9fSwiSXNWaXNpYmxlIjp0cnVlLCJXaWR0aCI6MC4wLCJIZWlnaHQiOjAuMCwiQm9yZGVyU3R5bGUiOm51bGwsIlBhcmVudFN0eWxlIjpudWxsfSwiVG9kYXlNYXJrZXJTdHlsZSI6eyIkaWQiOiIxOTc1IiwiTWFyZ2luIjp7IiRpZCI6IjE5NzYiLCJUb3AiOjAuMCwiTGVmdCI6MC4wLCJSaWdodCI6MC4wLCJCb3R0b20iOjAuMH0sIlBhZGRpbmciOnsiJGlkIjoiMTk3NyIsIlRvcCI6MC4wLCJMZWZ0IjowLjAsIlJpZ2h0IjowLjAsIkJvdHRvbSI6MC4wfSwiQmFja2dyb3VuZCI6eyIkaWQiOiIxOTc4IiwiQ29sb3IiOnsiJGlkIjoiMTk3OSIsIkEiOjI1NSwiUiI6MjU1LCJHIjowLCJCIjowfX0sIklzVmlzaWJsZSI6dHJ1ZSwiV2lkdGgiOjAuMCwiSGVpZ2h0IjowLjAsIkJvcmRlclN0eWxlIjpudWxsLCJQYXJlbnRTdHlsZSI6bnVsbH0sIlNjYWxlU3R5bGUiOnsiJGlkIjoiMTk4MCIsIlNoYXBlIjozLCJTaG93U2VnbWVudFNlcGFyYXRvcnMiOnRydWUsIlNlZ21lbnRTZXBhcmF0b3JPcGFjaXR5IjozMCwiSGFzQmVlblZpc2libGVCZWZvcmUiOnRydWUsIkZvbnRTZXR0aW5ncyI6eyIkaWQiOiIxOTgxIiwiRm9udFNpemUiOjEyLCJGb250TmFtZSI6IkJvZWhyaW5nZXIgRm9yd2FyZCBUZXh0IiwiSXNCb2xkIjpmYWxzZSwiSXNJdGFsaWMiOmZhbHNlLCJJc1VuZGVybGluZWQiOmZhbHNlLCJQYXJlbnRTdHlsZSI6bnVsbH0sIkF1dG9TaXplIjowLCJGb3JlZ3JvdW5kIjp7IiRpZCI6IjE5ODIiLCJDb2xvciI6eyIkaWQiOiIxOTgz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E5ODQiLCJUb3AiOjAuMCwiTGVmdCI6NC4wLCJSaWdodCI6NC4wLCJCb3R0b20iOjAuMH0sIlBhZGRpbmciOnsiJGlkIjoiMTk4NSIsIlRvcCI6MC4wLCJMZWZ0IjowLjAsIlJpZ2h0IjowLjAsIkJvdHRvbSI6MC4wfSwiQmFja2dyb3VuZCI6eyIkaWQiOiIxOTg2IiwiQ29sb3IiOnsiJGlkIjoiMTk4NyIsIkEiOjAsIlIiOjAsIkciOjAsIkIiOjB9fSwiSXNWaXNpYmxlIjp0cnVlLCJXaWR0aCI6MC4wLCJIZWlnaHQiOjAuMCwiQm9yZGVyU3R5bGUiOm51bGwsIlBhcmVudFN0eWxlIjpudWxsfSwiU2luZ2xlU2NhbGVTaGFwZVN0eWxlIjp7IiRpZCI6IjE5ODgiLCJTaGFwZSI6MCwiSGVpZ2h0IjowLjB9LCJNaWRkbGVUaWVyU2NhbGVTdHlsZSI6eyIkaWQiOiIxOTg5IiwiU2hhcGUiOjMsIlNob3dTZWdtZW50U2VwYXJhdG9ycyI6dHJ1ZSwiU2VnbWVudFNlcGFyYXRvck9wYWNpdHkiOjMwLCJIYXNCZWVuVmlzaWJsZUJlZm9yZSI6dHJ1ZSwiRm9udFNldHRpbmdzIjp7IiRpZCI6IjE5OTAiLCJGb250U2l6ZSI6MTIsIkZvbnROYW1lIjoiQm9laHJpbmdlciBGb3J3YXJkIFRleHQiLCJJc0JvbGQiOmZhbHNlLCJJc0l0YWxpYyI6ZmFsc2UsIklzVW5kZXJsaW5lZCI6ZmFsc2UsIlBhcmVudFN0eWxlIjpudWxsfSwiQXV0b1NpemUiOjAsIkZvcmVncm91bmQiOnsiJGlkIjoiMTk5MSIsIkNvbG9yIjp7IiRpZCI6IjE5OTIiLCJBIjoyNTUsIlIiOjgsIkciOjQ5LCJCIjo0Mn19LCJNYXhXaWR0aCI6MjAwLjAsIk1heEhlaWdodCI6IkluZmluaXR5IiwiU21hcnRGb3JlZ3JvdW5kSXNBY3RpdmUiOmZhbHNlLCJIb3Jpem9udGFsQWxpZ25tZW50IjowLCJWZXJ0aWNhbEFsaWdubWVudCI6MSwiU21hcnRGb3JlZ3JvdW5kIjpudWxsLCJCYWNrZ3JvdW5kRmlsbFR5cGUiOjAsIk1hcmdpbiI6eyIkaWQiOiIxOTkzIiwiVG9wIjowLjAsIkxlZnQiOjQuMCwiUmlnaHQiOjQuMCwiQm90dG9tIjowLjB9LCJQYWRkaW5nIjp7IiRpZCI6IjE5OTQiLCJUb3AiOjAuMCwiTGVmdCI6MC4wLCJSaWdodCI6MC4wLCJCb3R0b20iOjAuMH0sIkJhY2tncm91bmQiOnsiJGlkIjoiMTk5NSIsIkNvbG9yIjp7IiRpZCI6IjE5OTYiLCJBIjowLCJSIjowLCJHIjowLCJCIjowfX0sIklzVmlzaWJsZSI6ZmFsc2UsIldpZHRoIjowLjAsIkhlaWdodCI6MC4wLCJCb3JkZXJTdHlsZSI6bnVsbCwiUGFyZW50U3R5bGUiOm51bGx9LCJCb3R0b21UaWVyU2NhbGVTdHlsZSI6eyIkaWQiOiIxOTk3IiwiU2hhcGUiOjMsIlNob3dTZWdtZW50U2VwYXJhdG9ycyI6dHJ1ZSwiU2VnbWVudFNlcGFyYXRvck9wYWNpdHkiOjMwLCJIYXNCZWVuVmlzaWJsZUJlZm9yZSI6ZmFsc2UsIkZvbnRTZXR0aW5ncyI6eyIkaWQiOiIxOTk4IiwiRm9udFNpemUiOjEyLCJGb250TmFtZSI6IkNhbGlicmkiLCJJc0JvbGQiOmZhbHNlLCJJc0l0YWxpYyI6ZmFsc2UsIklzVW5kZXJsaW5lZCI6ZmFsc2UsIlBhcmVudFN0eWxlIjpudWxsfSwiQXV0b1NpemUiOjAsIkZvcmVncm91bmQiOnsiJGlkIjoiMTk5OSIsIkNvbG9yIjp7IiRpZCI6IjIwMDA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MjAwMSIsIlRvcCI6MC4wLCJMZWZ0Ijo0LjAsIlJpZ2h0Ijo0LjAsIkJvdHRvbSI6MC4wfSwiUGFkZGluZyI6eyIkaWQiOiIyMDAyIiwiVG9wIjowLjAsIkxlZnQiOjAuMCwiUmlnaHQiOjAuMCwiQm90dG9tIjowLjB9LCJCYWNrZ3JvdW5kIjp7IiRpZCI6IjIwMDMiLCJDb2xvciI6eyIkaWQiOiIyMDA0IiwiQSI6MCwiUiI6MCwiRyI6MCwiQiI6MH19LCJJc1Zpc2libGUiOmZhbHNlLCJXaWR0aCI6MC4wLCJIZWlnaHQiOjAuMCwiQm9yZGVyU3R5bGUiOm51bGwsIlBhcmVudFN0eWxlIjpudWxsfSwiRWxhcHNlZFRpbWVCYWNrZ3JvdW5kIjp7IiRpZCI6IjIwMDUiLCJDb2xvciI6eyIkaWQiOiIyMDA2IiwiQSI6MTkxLCJSIjoyNTUsIkciOjAsIkIiOjB9fSwiQXBwZW5kWWVhck9uWWVhckNoYW5nZSI6ZmFsc2UsIkVsYXBzZWRUaW1lRm9ybWF0IjowLCJUb2RheU1hcmtlclBvc2l0aW9uIjowLCJRdWlja1Bvc2l0aW9uIjozLCJBYnNvbHV0ZVBvc2l0aW9uIjo2Mi4xMjUsIk1hcmdpbiI6eyIkaWQiOiIyMDA3IiwiVG9wIjowLjAsIkxlZnQiOjEwLjAsIlJpZ2h0IjoxMC4wLCJCb3R0b20iOjAuMH0sIlBhZGRpbmciOnsiJGlkIjoiMjAwOCIsIlRvcCI6MC4wLCJMZWZ0IjowLjAsIlJpZ2h0IjowLjAsIkJvdHRvbSI6MC4wfSwiQmFja2dyb3VuZCI6eyIkaWQiOiIyMDA5IiwiQ29sb3IiOnsiJGlkIjoiMjAxMCIsIkEiOjI1NSwiUiI6NDcsIkciOjU0LCJCIjoxNTN9fSwiSXNWaXNpYmxlIjp0cnVlLCJXaWR0aCI6MC4wLCJIZWlnaHQiOjAuMCwiQm9yZGVyU3R5bGUiOm51bGwsIlBhcmVudFN0eWxlIjpudWxsfSwiRGVmYXVsdE1pbGVzdG9uZVN0eWxlIjp7IiRpZCI6IjIwMTEiLCJTaGFwZSI6MiwiQ29ubmVjdG9yTWFyZ2luIjp7IiRyZWYiOiI3NSJ9LCJDb25uZWN0b3JTdHlsZSI6eyIkaWQiOiIyMDEyIiwiTGluZUNvbG9yIjp7IiRpZCI6IjIwMTMiLCIkdHlwZSI6Ik5MUkUuQ29tbW9uLkRvbS5Tb2xpZENvbG9yQnJ1c2gsIE5MUkUuQ29tbW9uIiwiQ29sb3IiOnsiJGlkIjoiMjAxNCIsIkEiOjEyNywiUiI6NzksIkciOjEyOSwiQiI6MTg5fX0sIkxpbmVXZWlnaHQiOjEuMCwiTGluZVR5cGUiOjAsIlBhcmVudFN0eWxlIjpudWxsfSwiSXNCZWxvd1RpbWViYW5kIjpmYWxzZSwiUG9zaXRpb25PblRhc2siOjAsIkhpZGVEYXRlIjpmYWxzZSwiU2hhcGVTaXplIjoxLCJTcGFjaW5nIjowLjAsIlBhZGRpbmciOnsiJHJlZiI6Ijc5In0sIlNoYXBlU3R5bGUiOnsiJGlkIjoiMjAxNSIsIk1hcmdpbiI6eyIkcmVmIjoiODEifSwiUGFkZGluZyI6eyIkcmVmIjoiODIifSwiQmFja2dyb3VuZCI6eyIkaWQiOiIyMDE2IiwiQ29sb3IiOnsiJGlkIjoiMjAxNyIsIkEiOjI1NSwiUiI6OCwiRyI6NDksIkIiOjQyfX0sIklzVmlzaWJsZSI6dHJ1ZSwiV2lkdGgiOjEzLjAsIkhlaWdodCI6MTMuMCwiQm9yZGVyU3R5bGUiOnsiJGlkIjoiMjAxOCIsIkxpbmVDb2xvciI6eyIkaWQiOiIyMDE5IiwiJHR5cGUiOiJOTFJFLkNvbW1vbi5Eb20uU29saWRDb2xvckJydXNoLCBOTFJFLkNvbW1vbiIsIkNvbG9yIjp7IiRpZCI6IjIwMjAiLCJBIjoyNTUsIlIiOjIzNCwiRyI6MjIsIkIiOjMwfX0sIkxpbmVXZWlnaHQiOjAuMCwiTGluZVR5cGUiOjAsIlBhcmVudFN0eWxlIjpudWxsfSwiUGFyZW50U3R5bGUiOm51bGx9LCJUaXRsZVN0eWxlIjp7IiRpZCI6IjIwMjEiLCJGb250U2V0dGluZ3MiOnsiJGlkIjoiMjAyMiIsIkZvbnRTaXplIjoxMSwiRm9udE5hbWUiOiJCb2VocmluZ2VyIEZvcndhcmQgVGV4dCIsIklzQm9sZCI6dHJ1ZSwiSXNJdGFsaWMiOmZhbHNlLCJJc1VuZGVybGluZWQiOmZhbHNlLCJQYXJlbnRTdHlsZSI6bnVsbH0sIkF1dG9TaXplIjowLCJGb3JlZ3JvdW5kIjp7IiRpZCI6IjIwMjMiLCJDb2xvciI6eyIkaWQiOiIyMDI0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yZWYiOiI5MiJ9LCJQYWRkaW5nIjp7IiRyZWYiOiI5MyJ9LCJCYWNrZ3JvdW5kIjp7IiRpZCI6IjIwMjUiLCJDb2xvciI6eyIkaWQiOiIyMDI2IiwiQSI6MCwiUiI6MCwiRyI6MCwiQiI6MH19LCJJc1Zpc2libGUiOnRydWUsIldpZHRoIjowLjAsIkhlaWdodCI6MC4wLCJCb3JkZXJTdHlsZSI6bnVsbCwiUGFyZW50U3R5bGUiOm51bGx9LCJEYXRlU3R5bGUiOnsiJGlkIjoiMjAyNyIsIkZvbnRTZXR0aW5ncyI6eyIkaWQiOiIyMDI4IiwiRm9udFNpemUiOjEwLCJGb250TmFtZSI6IkJvZWhyaW5nZXIgRm9yd2FyZCBUZXh0IiwiSXNCb2xkIjpmYWxzZSwiSXNJdGFsaWMiOmZhbHNlLCJJc1VuZGVybGluZWQiOmZhbHNlLCJQYXJlbnRTdHlsZSI6bnVsbH0sIkF1dG9TaXplIjowLCJGb3JlZ3JvdW5kIjp7IiRpZCI6IjIwMjkiLCJDb2xvciI6eyIkaWQiOiIyMDMw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yZWYiOiIxMDEifSwiUGFkZGluZyI6eyIkcmVmIjoiMTAyIn0sIkJhY2tncm91bmQiOnsiJGlkIjoiMjAzMSIsIkNvbG9yIjp7IiRpZCI6IjIwMzIiLCJBIjowLCJSIjowLCJHIjowLCJCIjowfX0sIklzVmlzaWJsZSI6ZmFsc2UsIldpZHRoIjowLjAsIkhlaWdodCI6MC4wLCJCb3JkZXJTdHlsZSI6bnVsbCwiUGFyZW50U3R5bGUiOm51bGx9LCJEYXRlRm9ybWF0Ijp7IiRpZCI6IjIwMz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zNCIsIkZvcm1hdCI6MCwiSXNWaXNpYmxlIjpmYWxzZSwiTGFzdEtub3duVmlzaWJpbGl0eVN0YXRlIjpmYWxzZX0sIklzVmlzaWJsZSI6dHJ1ZSwiUGFyZW50U3R5bGUiOm51bGx9LCJEZWZhdWx0TW90U3R5bGUiOnsiJGlkIjoiMjAzNSIsIlNoYXBlIjoyLCJDb25uZWN0b3JNYXJnaW4iOnsiJGlkIjoiMjAzNiIsIlRvcCI6MC4wLCJMZWZ0IjoyLjAsIlJpZ2h0IjoyLjAsIkJvdHRvbSI6MC4wfSwiQ29ubmVjdG9yU3R5bGUiOnsiJGlkIjoiMjAzNyIsIkxpbmVDb2xvciI6eyIkaWQiOiIyMDM4IiwiJHR5cGUiOiJOTFJFLkNvbW1vbi5Eb20uU29saWRDb2xvckJydXNoLCBOTFJFLkNvbW1vbiIsIkNvbG9yIjp7IiRpZCI6IjIwMzkiLCJBIjoxMjcsIlIiOjc5LCJHIjoxMjksIkIiOjE4OX19LCJMaW5lV2VpZ2h0IjoxLjAsIkxpbmVUeXBlIjowLCJQYXJlbnRTdHlsZSI6bnVsbH0sIklzQmVsb3dUaW1lYmFuZCI6ZmFsc2UsIlBvc2l0aW9uT25UYXNrIjoxLCJIaWRlRGF0ZSI6ZmFsc2UsIlNoYXBlU2l6ZSI6MSwiU3BhY2luZyI6MC4wLCJQYWRkaW5nIjp7IiRpZCI6IjIwNDAiLCJUb3AiOjUuMCwiTGVmdCI6My4wLCJSaWdodCI6MC4wLCJCb3R0b20iOjIuMH0sIlNoYXBlU3R5bGUiOnsiJGlkIjoiMjA0MSIsIk1hcmdpbiI6eyIkaWQiOiIyMDQyIiwiVG9wIjowLjAsIkxlZnQiOjAuMCwiUmlnaHQiOjAuMCwiQm90dG9tIjowLjB9LCJQYWRkaW5nIjp7IiRpZCI6IjIwNDMiLCJUb3AiOjAuMCwiTGVmdCI6MC4wLCJSaWdodCI6MC4wLCJCb3R0b20iOjAuMH0sIkJhY2tncm91bmQiOnsiJGlkIjoiMjA0NCIsIkNvbG9yIjp7IiRpZCI6IjIwNDUiLCJBIjoyNTUsIlIiOjgsIkciOjQ5LCJCIjo0Mn19LCJJc1Zpc2libGUiOnRydWUsIldpZHRoIjoxMy4wLCJIZWlnaHQiOjEzLjAsIkJvcmRlclN0eWxlIjp7IiRpZCI6IjIwNDYiLCJMaW5lQ29sb3IiOnsiJGlkIjoiMjA0NyIsIiR0eXBlIjoiTkxSRS5Db21tb24uRG9tLlNvbGlkQ29sb3JCcnVzaCwgTkxSRS5Db21tb24iLCJDb2xvciI6eyIkaWQiOiIyMDQ4IiwiQSI6MjU1LCJSIjoyMzQsIkciOjIyLCJCIjozMH19LCJMaW5lV2VpZ2h0IjowLjAsIkxpbmVUeXBlIjowLCJQYXJlbnRTdHlsZSI6bnVsbH0sIlBhcmVudFN0eWxlIjpudWxsfSwiVGl0bGVTdHlsZSI6eyIkaWQiOiIyMDQ5IiwiRm9udFNldHRpbmdzIjp7IiRpZCI6IjIwNTAiLCJGb250U2l6ZSI6MTEsIkZvbnROYW1lIjoiQm9laHJpbmdlciBGb3J3YXJkIFRleHQiLCJJc0JvbGQiOnRydWUsIklzSXRhbGljIjpmYWxzZSwiSXNVbmRlcmxpbmVkIjpmYWxzZSwiUGFyZW50U3R5bGUiOm51bGx9LCJBdXRvU2l6ZSI6MCwiRm9yZWdyb3VuZCI6eyIkaWQiOiIyMDUxIiwiQ29sb3IiOnsiJGlkIjoiMjA1Mi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yMDUzIiwiVG9wIjowLjAsIkxlZnQiOjAuMCwiUmlnaHQiOjAuMCwiQm90dG9tIjowLjB9LCJQYWRkaW5nIjp7IiRpZCI6IjIwNTQiLCJUb3AiOjAuMCwiTGVmdCI6MC4wLCJSaWdodCI6MC4wLCJCb3R0b20iOjAuMH0sIkJhY2tncm91bmQiOnsiJGlkIjoiMjA1NSIsIkNvbG9yIjp7IiRpZCI6IjIwNTYiLCJBIjowLCJSIjowLCJHIjowLCJCIjowfX0sIklzVmlzaWJsZSI6dHJ1ZSwiV2lkdGgiOjAuMCwiSGVpZ2h0IjowLjAsIkJvcmRlclN0eWxlIjpudWxsLCJQYXJlbnRTdHlsZSI6bnVsbH0sIkRhdGVTdHlsZSI6eyIkaWQiOiIyMDU3IiwiRm9udFNldHRpbmdzIjp7IiRpZCI6IjIwNTgiLCJGb250U2l6ZSI6MTAsIkZvbnROYW1lIjoiQm9laHJpbmdlciBGb3J3YXJkIFRleHQiLCJJc0JvbGQiOmZhbHNlLCJJc0l0YWxpYyI6ZmFsc2UsIklzVW5kZXJsaW5lZCI6ZmFsc2UsIlBhcmVudFN0eWxlIjpudWxsfSwiQXV0b1NpemUiOjAsIkZvcmVncm91bmQiOnsiJGlkIjoiMjA1OSIsIkNvbG9yIjp7IiRpZCI6IjIwNjAiLCJBIjoyNTUsIlIiOjI1NSwiRyI6MjU1LCJCIjoyNTV9fSwiTWF4V2lkdGgiOjIwMC4wLCJNYXhIZWlnaHQiOiJJbmZpbml0eSIsIlNtYXJ0Rm9yZWdyb3VuZElzQWN0aXZlIjpmYWxzZSwiSG9yaXpvbnRhbEFsaWdubWVudCI6MCwiVmVydGljYWxBbGlnbm1lbnQiOjAsIlNtYXJ0Rm9yZWdyb3VuZCI6bnVsbCwiQmFja2dyb3VuZEZpbGxUeXBlIjowLCJNYXJnaW4iOnsiJGlkIjoiMjA2MSIsIlRvcCI6MC4wLCJMZWZ0IjowLjAsIlJpZ2h0IjowLjAsIkJvdHRvbSI6MC4wfSwiUGFkZGluZyI6eyIkaWQiOiIyMDYyIiwiVG9wIjowLjAsIkxlZnQiOjAuMCwiUmlnaHQiOjAuMCwiQm90dG9tIjowLjB9LCJCYWNrZ3JvdW5kIjp7IiRpZCI6IjIwNjMiLCJDb2xvciI6eyIkaWQiOiIyMDY0IiwiQSI6MCwiUiI6MCwiRyI6MCwiQiI6MH19LCJJc1Zpc2libGUiOmZhbHNlLCJXaWR0aCI6MC4wLCJIZWlnaHQiOjAuMCwiQm9yZGVyU3R5bGUiOm51bGwsIlBhcmVudFN0eWxlIjpudWxsfSwiRGF0ZUZvcm1hdCI6eyIkaWQiOiIyMDY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wNjYiLCJGb3JtYXQiOjAsIklzVmlzaWJsZSI6ZmFsc2UsIkxhc3RLbm93blZpc2liaWxpdHlTdGF0ZSI6ZmFsc2V9LCJJc1Zpc2libGUiOnRydWUsIlBhcmVudFN0eWxlIjpudWxsfSwiRGVmYXVsdFRhc2tTdHlsZSI6eyIkaWQiOiIyMDY3IiwiU2hhcGUiOjEsIlNoYXBlVGhpY2tuZXNzIjowLCJEdXJhdGlvbkZvcm1hdCI6MCwiSW5jbHVkZU5vbldvcmtpbmdEYXlzSW5EdXJhdGlvbiI6ZmFsc2UsIlBlcmNlbnRhZ2VDb21wbGV0ZVN0eWxlIjp7IiRpZCI6IjIwNjgiLCJGb250U2V0dGluZ3MiOnsiJGlkIjoiMjA2OSIsIkZvbnRTaXplIjoxMCwiRm9udE5hbWUiOiJDYWxpYnJpIiwiSXNCb2xkIjpmYWxzZSwiSXNJdGFsaWMiOmZhbHNlLCJJc1VuZGVybGluZWQiOmZhbHNlLCJQYXJlbnRTdHlsZSI6bnVsbH0sIkF1dG9TaXplIjowLCJGb3JlZ3JvdW5kIjp7IiRyZWYiOiIxMTUifSwiTWF4V2lkdGgiOjIwMC4wLCJNYXhIZWlnaHQiOiJJbmZpbml0eSIsIlNtYXJ0Rm9yZWdyb3VuZElzQWN0aXZlIjpmYWxzZSwiSG9yaXpvbnRhbEFsaWdubWVudCI6MCwiVmVydGljYWxBbGlnbm1lbnQiOjAsIlNtYXJ0Rm9yZWdyb3VuZCI6bnVsbCwiQmFja2dyb3VuZEZpbGxUeXBlIjowLCJNYXJnaW4iOnsiJHJlZiI6IjExNyJ9LCJQYWRkaW5nIjp7IiRyZWYiOiIxMTgifSwiQmFja2dyb3VuZCI6eyIkcmVmIjoiMTE5In0sIklzVmlzaWJsZSI6dHJ1ZSwiV2lkdGgiOjAuMCwiSGVpZ2h0IjowLjAsIkJvcmRlclN0eWxlIjpudWxsLCJQYXJlbnRTdHlsZSI6bnVsbH0sIkR1cmF0aW9uU3R5bGUiOnsiJGlkIjoiMjA3MCIsIkZvbnRTZXR0aW5ncyI6eyIkaWQiOiIyMDcxIiwiRm9udFNpemUiOjEwLCJGb250TmFtZSI6IkNhbGlicmkiLCJJc0JvbGQiOmZhbHNlLCJJc0l0YWxpYyI6ZmFsc2UsIklzVW5kZXJsaW5lZCI6ZmFsc2UsIlBhcmVudFN0eWxlIjpudWxsfSwiQXV0b1NpemUiOjAsIkZvcmVncm91bmQiOnsiJHJlZiI6IjEyNCJ9LCJNYXhXaWR0aCI6MjAwLjAsIk1heEhlaWdodCI6IkluZmluaXR5IiwiU21hcnRGb3JlZ3JvdW5kSXNBY3RpdmUiOmZhbHNlLCJIb3Jpem9udGFsQWxpZ25tZW50IjowLCJWZXJ0aWNhbEFsaWdubWVudCI6MCwiU21hcnRGb3JlZ3JvdW5kIjpudWxsLCJCYWNrZ3JvdW5kRmlsbFR5cGUiOjAsIk1hcmdpbiI6eyIkcmVmIjoiMTI2In0sIlBhZGRpbmciOnsiJHJlZiI6IjEyNyJ9LCJCYWNrZ3JvdW5kIjp7IiRyZWYiOiIxMjgifSwiSXNWaXNpYmxlIjp0cnVlLCJXaWR0aCI6MC4wLCJIZWlnaHQiOjAuMCwiQm9yZGVyU3R5bGUiOm51bGwsIlBhcmVudFN0eWxlIjpudWxsfSwiSG9yaXpvbnRhbENvbm5lY3RvclN0eWxlIjp7IiRpZCI6IjIwNzIiLCJMaW5lQ29sb3IiOnsiJHJlZiI6IjEzMiJ9LCJMaW5lV2VpZ2h0IjoxLjAsIkxpbmVUeXBlIjowLCJQYXJlbnRTdHlsZSI6bnVsbH0sIlZlcnRpY2FsQ29ubmVjdG9yU3R5bGUiOnsiJGlkIjoiMjA3MyIsIkxpbmVDb2xvciI6eyIkcmVmIjoiMTM1In0sIkxpbmVXZWlnaHQiOjAuMCwiTGluZVR5cGUiOjAsIlBhcmVudFN0eWxlIjpudWxsfSwiTWFyZ2luIjpudWxsLCJTdGFydERhdGVQb3NpdGlvbiI6MywiRW5kRGF0ZVBvc2l0aW9uIjozLCJEYXRlSXNWaXNpYmxlIjp0cnVlLCJUaXRsZVBvc2l0aW9uIjoyLCJEdXJhdGlvblBvc2l0aW9uIjo2LCJQZXJjZW50YWdlQ29tcGxldGVkUG9zaXRpb24iOjYsIlNwYWNpbmciOjUsIklzQmVsb3dUaW1lYmFuZCI6ZmFsc2UsIlBlcmNlbnRhZ2VDb21wbGV0ZVNoYXBlT3BhY2l0eSI6MzUsIkJhc2VsaW5lU3R5bGUiOnsiJGlkIjoiMjA3NCIsIlNoYXBlU3R5bGUiOnsiJGlkIjoiMjA3NSIsIk1hcmdpbiI6eyIkaWQiOiIyMDc2IiwiVG9wIjowLjAsIkxlZnQiOjAuMCwiUmlnaHQiOjAuMCwiQm90dG9tIjowLjB9LCJQYWRkaW5nIjp7IiRpZCI6IjIwNzciLCJUb3AiOjAuMCwiTGVmdCI6MC4wLCJSaWdodCI6MC4wLCJCb3R0b20iOjAuMH0sIkJhY2tncm91bmQiOnsiJGlkIjoiMjA3OCIsIkNvbG9yIjp7IiRpZCI6IjIwNzkiLCJBIjoxNTMsIlIiOjAsIkciOjAsIkIiOjB9fSwiSXNWaXNpYmxlIjp0cnVlLCJXaWR0aCI6MC4wLCJIZWlnaHQiOjAuMCwiQm9yZGVyU3R5bGUiOnsiJGlkIjoiMjA4MCIsIkxpbmVDb2xvciI6bnVsbCwiTGluZVdlaWdodCI6MC4wLCJMaW5lVHlwZSI6MCwiUGFyZW50U3R5bGUiOm51bGx9LCJQYXJlbnRTdHlsZSI6bnVsbH0sIk1hcmdpbiI6eyIkaWQiOiIyMDgxIiwiVG9wIjowLjAsIkxlZnQiOjAuMCwiUmlnaHQiOjAuMCwiQm90dG9tIjowLjB9LCJQYWRkaW5nIjp7IiRpZCI6IjIwODIiLCJUb3AiOjAuMCwiTGVmdCI6MC4wLCJSaWdodCI6MC4wLCJCb3R0b20iOjAuMH0sIkJhY2tncm91bmQiOm51bGwsIklzVmlzaWJsZSI6dHJ1ZSwiV2lkdGgiOjAuMCwiSGVpZ2h0IjowLjAsIkJvcmRlclN0eWxlIjpudWxsLCJQYXJlbnRTdHlsZSI6bnVsbH0sIlNoYXBlU3R5bGUiOnsiJGlkIjoiMjA4MyIsIk1hcmdpbiI6eyIkcmVmIjoiMTQ3In0sIlBhZGRpbmciOnsiJHJlZiI6IjE0OCJ9LCJCYWNrZ3JvdW5kIjp7IiRpZCI6IjIwODQiLCJDb2xvciI6eyIkaWQiOiIyMDg1IiwiQSI6MjU1LCJSIjo4LCJHIjo0OSwiQiI6NDJ9fSwiSXNWaXNpYmxlIjp0cnVlLCJXaWR0aCI6MC4wLCJIZWlnaHQiOjEwLjAsIkJvcmRlclN0eWxlIjp7IiRpZCI6IjIwODYiLCJMaW5lQ29sb3IiOnsiJGlkIjoiMjA4NyIsIiR0eXBlIjoiTkxSRS5Db21tb24uRG9tLlNvbGlkQ29sb3JCcnVzaCwgTkxSRS5Db21tb24iLCJDb2xvciI6eyIkaWQiOiIyMDg4IiwiQSI6MjU1LCJSIjoyMzQsIkciOjIyLCJCIjozMH19LCJMaW5lV2VpZ2h0IjowLjAsIkxpbmVUeXBlIjowLCJQYXJlbnRTdHlsZSI6bnVsbH0sIlBhcmVudFN0eWxlIjpudWxsfSwiVGl0bGVTdHlsZSI6eyIkaWQiOiIyMDg5IiwiRm9udFNldHRpbmdzIjp7IiRpZCI6IjIwOTAiLCJGb250U2l6ZSI6MTEsIkZvbnROYW1lIjoiQm9laHJpbmdlciBGb3J3YXJkIFRleHQiLCJJc0JvbGQiOmZhbHNlLCJJc0l0YWxpYyI6ZmFsc2UsIklzVW5kZXJsaW5lZCI6ZmFsc2UsIlBhcmVudFN0eWxlIjpudWxsfSwiQXV0b1NpemUiOjAsIkZvcmVncm91bmQiOnsiJGlkIjoiMjA5MSIsIkNvbG9yIjp7IiRpZCI6IjIwOTIiLCJBIjoyNTUsIlIiOjAsIkciOjAsIkIiOjB9fSwiTWF4V2lkdGgiOjIwMC4wLCJNYXhIZWlnaHQiOiJJbmZpbml0eSIsIlNtYXJ0Rm9yZWdyb3VuZElzQWN0aXZlIjpmYWxzZSwiSG9yaXpvbnRhbEFsaWdubWVudCI6MSwiVmVydGljYWxBbGlnbm1lbnQiOjAsIlNtYXJ0Rm9yZWdyb3VuZCI6bnVsbCwiQmFja2dyb3VuZEZpbGxUeXBlIjowLCJNYXJnaW4iOnsiJHJlZiI6IjE1OCJ9LCJQYWRkaW5nIjp7IiRyZWYiOiIxNTkifSwiQmFja2dyb3VuZCI6eyIkaWQiOiIyMDkzIiwiQ29sb3IiOnsiJGlkIjoiMjA5NCIsIkEiOjAsIlIiOjAsIkciOjAsIkIiOjB9fSwiSXNWaXNpYmxlIjp0cnVlLCJXaWR0aCI6MC4wLCJIZWlnaHQiOjAuMCwiQm9yZGVyU3R5bGUiOm51bGwsIlBhcmVudFN0eWxlIjpudWxsfSwiRGF0ZVN0eWxlIjp7IiRpZCI6IjIwOTUiLCJGb250U2V0dGluZ3MiOnsiJGlkIjoiMjA5NiIsIkZvbnRTaXplIjoxMCwiRm9udE5hbWUiOiJDYWxpYnJpIiwiSXNCb2xkIjpmYWxzZSwiSXNJdGFsaWMiOmZhbHNlLCJJc1VuZGVybGluZWQiOmZhbHNlLCJQYXJlbnRTdHlsZSI6bnVsbH0sIkF1dG9TaXplIjowLCJGb3JlZ3JvdW5kIjp7IiRyZWYiOiIxNjUifSwiTWF4V2lkdGgiOjIwMC4wLCJNYXhIZWlnaHQiOiJJbmZpbml0eSIsIlNtYXJ0Rm9yZWdyb3VuZElzQWN0aXZlIjpmYWxzZSwiSG9yaXpvbnRhbEFsaWdubWVudCI6MiwiVmVydGljYWxBbGlnbm1lbnQiOjAsIlNtYXJ0Rm9yZWdyb3VuZCI6bnVsbCwiQmFja2dyb3VuZEZpbGxUeXBlIjowLCJNYXJnaW4iOnsiJHJlZiI6IjE2NyJ9LCJQYWRkaW5nIjp7IiRyZWYiOiIxNjgifSwiQmFja2dyb3VuZCI6eyIkcmVmIjoiMTY5In0sIklzVmlzaWJsZSI6dHJ1ZSwiV2lkdGgiOjAuMCwiSGVpZ2h0IjowLjAsIkJvcmRlclN0eWxlIjpudWxsLCJQYXJlbnRTdHlsZSI6bnVsbH0sIkRhdGVGb3JtYXQiOnsiJGlkIjoiMjA5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Dk4IiwiRm9ybWF0IjowLCJJc1Zpc2libGUiOmZhbHNlLCJMYXN0S25vd25WaXNpYmlsaXR5U3RhdGUiOmZhbHNlfSwiSXNWaXNpYmxlIjp0cnVlLCJQYXJlbnRTdHlsZSI6bnVsbCwiX2V4cGxpY2l0bHlTZXQiOnsiJGlkIjoiMjA5OS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aWxlc3RvbmVTdHlsZSI6eyIkaWQiOiIyMTAwIiwiVGl0bGVQb3NpdGlvbiI6IkxlZnQiLCJEYXRlUG9zaXRpb24iOiJMZWZ0IiwiU2hhcGVUeXBlIjoyLCJTaGFwZVNpemUiOjEsIlNwYWNpbmciOjUsIlNoYXBlU3R5bGUiOnsiJGlkIjoiMjEwMSIsIk1hcmdpbiI6eyIkcmVmIjoiMTgwIn0sIlBhZGRpbmciOnsiJHJlZiI6IjE4MSJ9LCJCYWNrZ3JvdW5kIjp7IiRpZCI6IjIxMDIiLCJDb2xvciI6eyIkaWQiOiIyMTAzIiwiQSI6MjU1LCJSIjowLCJHIjoxMTQsIkIiOjE4OH19LCJJc1Zpc2libGUiOnRydWUsIldpZHRoIjoxMy4wLCJIZWlnaHQiOjEzLjAsIkJvcmRlclN0eWxlIjp7IiRpZCI6IjIxMDQiLCJMaW5lQ29sb3IiOnsiJGlkIjoiMjEwNSIsIiR0eXBlIjoiTkxSRS5Db21tb24uRG9tLlNvbGlkQ29sb3JCcnVzaCwgTkxSRS5Db21tb24iLCJDb2xvciI6eyIkaWQiOiIyMTA2IiwiQSI6MjU1LCJSIjoyNTUsIkciOjAsIkIiOjB9fSwiTGluZVdlaWdodCI6MC4wLCJMaW5lVHlwZSI6MCwiUGFyZW50U3R5bGUiOm51bGx9LCJQYXJlbnRTdHlsZSI6bnVsbH0sIlRpdGxlU3R5bGUiOnsiJGlkIjoiMjEwNyIsIkZvbnRTZXR0aW5ncyI6eyIkaWQiOiIyMTA4IiwiRm9udFNpemUiOjExLCJGb250TmFtZSI6IkJvZWhyaW5nZXIgRm9yd2FyZCBUZXh0IiwiSXNCb2xkIjp0cnVlLCJJc0l0YWxpYyI6ZmFsc2UsIklzVW5kZXJsaW5lZCI6ZmFsc2UsIlBhcmVudFN0eWxlIjpudWxsfSwiQXV0b1NpemUiOjAsIkZvcmVncm91bmQiOnsiJGlkIjoiMjEwOSIsIkNvbG9yIjp7IiRpZCI6IjIxMTAiLCJBIjoyNTUsIlIiOjI1NSwiRyI6MjU1LCJCIjoyNTV9fSwiTWF4V2lkdGgiOjIwMC4wLCJNYXhIZWlnaHQiOiJJbmZpbml0eSIsIlNtYXJ0Rm9yZWdyb3VuZElzQWN0aXZlIjpmYWxzZSwiSG9yaXpvbnRhbEFsaWdubWVudCI6MCwiVmVydGljYWxBbGlnbm1lbnQiOjAsIlNtYXJ0Rm9yZWdyb3VuZCI6bnVsbCwiQmFja2dyb3VuZEZpbGxUeXBlIjowLCJNYXJnaW4iOnsiJHJlZiI6IjE5MSJ9LCJQYWRkaW5nIjp7IiRyZWYiOiIxOTIifSwiQmFja2dyb3VuZCI6eyIkaWQiOiIyMTExIiwiQ29sb3IiOnsiJGlkIjoiMjExMiIsIkEiOjAsIlIiOjAsIkciOjAsIkIiOjB9fSwiSXNWaXNpYmxlIjp0cnVlLCJXaWR0aCI6MC4wLCJIZWlnaHQiOjAuMCwiQm9yZGVyU3R5bGUiOm51bGwsIlBhcmVudFN0eWxlIjpudWxsfSwiRGF0ZVN0eWxlIjp7IiRpZCI6IjIxMTMiLCJGb250U2V0dGluZ3MiOnsiJGlkIjoiMjExNCIsIkZvbnRTaXplIjoxMCwiRm9udE5hbWUiOiJCb2VocmluZ2VyIEZvcndhcmQgVGV4dCIsIklzQm9sZCI6ZmFsc2UsIklzSXRhbGljIjpmYWxzZSwiSXNVbmRlcmxpbmVkIjpmYWxzZSwiUGFyZW50U3R5bGUiOm51bGx9LCJBdXRvU2l6ZSI6MCwiRm9yZWdyb3VuZCI6eyIkaWQiOiIyMTE1IiwiQ29sb3IiOnsiJGlkIjoiMjExNi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cmVmIjoiMTk5In0sIlBhZGRpbmciOnsiJHJlZiI6IjIwMCJ9LCJCYWNrZ3JvdW5kIjp7IiRpZCI6IjIxMTciLCJDb2xvciI6eyIkaWQiOiIyMTE4IiwiQSI6MCwiUiI6MCwiRyI6MCwiQiI6MH19LCJJc1Zpc2libGUiOmZhbHNlLCJXaWR0aCI6MC4wLCJIZWlnaHQiOjAuMCwiQm9yZGVyU3R5bGUiOm51bGwsIlBhcmVudFN0eWxlIjpudWxsfSwiRGF0ZUZvcm1hdCI6eyIkaWQiOiIyMTE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xMjAiLCJGb3JtYXQiOjAsIklzVmlzaWJsZSI6ZmFsc2UsIkxhc3RLbm93blZpc2liaWxpdHlTdGF0ZSI6ZmFsc2V9LCJJc1Zpc2libGUiOnRydWUsIlBhcmVudFN0eWxlIjpudWxsfSwiR3JpZGxpbmVQYW5lbFN0eWxlIjp7IiRpZCI6IjIxMjEiLCJHcmlkbGluZVN0eWxlIjp7IiRpZCI6IjIxMjIiLCJMaW5lQ29sb3IiOnsiJGlkIjoiMjEyMyIsIiR0eXBlIjoiTkxSRS5Db21tb24uRG9tLlNvbGlkQ29sb3JCcnVzaCwgTkxSRS5Db21tb24iLCJDb2xvciI6eyIkaWQiOiIyMTI0IiwiQSI6MzgsIlIiOjkxLCJHIjoxNTUsIkIiOjIxM319LCJMaW5lV2VpZ2h0IjoxLjAsIkxpbmVUeXBlIjowLCJQYXJlbnRTdHlsZSI6bnVsbH0sIk1hcmdpbiI6eyIkaWQiOiIyMTI1IiwiVG9wIjowLjAsIkxlZnQiOjAuMCwiUmlnaHQiOjAuMCwiQm90dG9tIjowLjB9LCJQYWRkaW5nIjp7IiRpZCI6IjIxMjYiLCJUb3AiOjAuMCwiTGVmdCI6MC4wLCJSaWdodCI6MC4wLCJCb3R0b20iOjAuMH0sIkJhY2tncm91bmQiOm51bGwsIklzVmlzaWJsZSI6dHJ1ZSwiV2lkdGgiOjAuMCwiSGVpZ2h0IjowLjAsIkJvcmRlclN0eWxlIjp7IiRpZCI6IjIxMjciLCJMaW5lQ29sb3IiOm51bGwsIkxpbmVXZWlnaHQiOjAuMCwiTGluZVR5cGUiOjAsIlBhcmVudFN0eWxlIjpudWxsfSwiUGFyZW50U3R5bGUiOm51bGx9LCJBY3Rpdml0eUxpbmVQYW5lbFN0eWxlIjp7IiRpZCI6IjIxMjgiLCJBY3Rpdml0eUxpbmVTdHlsZSI6eyIkaWQiOiIyMTI5IiwiTGluZUNvbG9yIjp7IiRpZCI6IjIxMzAiLCIkdHlwZSI6Ik5MUkUuQ29tbW9uLkRvbS5Tb2xpZENvbG9yQnJ1c2gsIE5MUkUuQ29tbW9uIiwiQ29sb3IiOnsiJGlkIjoiMjEzMSIsIkEiOjM4LCJSIjo2OCwiRyI6MTE0LCJCIjoxOTZ9fSwiTGluZVdlaWdodCI6MS4wLCJMaW5lVHlwZSI6MCwiUGFyZW50U3R5bGUiOm51bGx9LCJNYXJnaW4iOnsiJGlkIjoiMjEzMiIsIlRvcCI6MC4wLCJMZWZ0IjowLjAsIlJpZ2h0IjowLjAsIkJvdHRvbSI6MC4wfSwiUGFkZGluZyI6eyIkaWQiOiIyMTMzIiwiVG9wIjowLjAsIkxlZnQiOjAuMCwiUmlnaHQiOjAuMCwiQm90dG9tIjowLjB9LCJCYWNrZ3JvdW5kIjpudWxsLCJJc1Zpc2libGUiOnRydWUsIldpZHRoIjowLjAsIkhlaWdodCI6MC4wLCJCb3JkZXJTdHlsZSI6eyIkaWQiOiIyMTM0IiwiTGluZUNvbG9yIjpudWxsLCJMaW5lV2VpZ2h0IjowLjAsIkxpbmVUeXBlIjowLCJQYXJlbnRTdHlsZSI6bnVsbH0sIlBhcmVudFN0eWxlIjpudWxsfSwiX3NlbGVjdGVkVGhlbWVQcmVzZXRDb2xvcnMiOnsiJGlkIjoiMjEzNSIsIlRleHRMaWdodCI6eyIkaWQiOiIyMTM2IiwiQSI6MjU1LCJSIjoyNTUsIkciOjI1NSwiQiI6MjU1fSwiVGV4dERhcmsiOnsiJGlkIjoiMjEzNyIsIkEiOjI1NSwiUiI6MCwiRyI6MCwiQiI6MH0sIkFjY2VudDEiOnsiJHJlZiI6IjE5ODMifSwiQWNjZW50MiI6eyIkcmVmIjoiMTkzMSJ9LCJBY2NlbnQzIjp7IiRyZWYiOiIyNDUifSwiQWNjZW50NCI6eyIkcmVmIjoiODIzIn0sIkFjY2VudDUiOnsiJHJlZiI6IjExMzYifSwiQWNjZW50NiI6eyIkcmVmIjoiMTQyMSJ9LCJBY2NlbnQ3Ijp7IiRyZWYiOiIxNzQwIn0sIkFjY2VudDgiOnsiJGlkIjoiMjEzOCIsIkEiOjI1NSwiUiI6NzgsIkciOjE2NywiQiI6NDZ9fSwiU2hvd0VsYXBzZWRUaW1lR3JhZGllbnRTdHlsZSI6ZmFsc2UsIlRpbWViYW5kUmVzZXJ2ZWRMZWZ0QXJlYVN0eWxlIjp7IiRpZCI6IjIxMzkiLCJBY3Rpdml0eUhlYWRlcldpZHRoIjowLjAsIklzU2V0IjpmYWxzZX0sIkRlZmF1bHRTd2ltbGFuZVN0eWxlIjpudWxsLCJEZWZhdWx0U3dpbWxhbmVWMlN0eWxlIjp7IiRpZCI6IjIxNDAiLCJTdHlsZUlkIjoiMDAwMDAwMDAtMDAwMC0wMDAwLTAwMDAtMDAwMDAwMDAwMDAwIiwiSGVhZGVyU3R5bGUiOnsiJGlkIjoiMjE0MSIsIlRleHRJc1ZlcnRpY2FsIjpmYWxzZSwiVGV4dFN0eWxlIjp7IiRpZCI6IjIxNDIiLCJGb250U2V0dGluZ3MiOnsiJGlkIjoiMjE0MyIsIkZvbnRTaXplIjoxMiwiRm9udE5hbWUiOiJCb2VocmluZ2VyIEZvcndhcmQgVGV4dCIsIklzQm9sZCI6ZmFsc2UsIklzSXRhbGljIjpmYWxzZSwiSXNVbmRlcmxpbmVkIjpmYWxzZSwiUGFyZW50U3R5bGUiOm51bGx9LCJBdXRvU2l6ZSI6MiwiRm9yZWdyb3VuZCI6eyIkaWQiOiIyMTQ0IiwiQ29sb3IiOnsiJGlkIjoiMjE0NSIsIkEiOjI1NSwiUiI6MjU1LCJHIjoyNTUsIkIiOjI1NX19LCJNYXhXaWR0aCI6IkluZmluaXR5IiwiTWF4SGVpZ2h0IjowLjAsIlNtYXJ0Rm9yZWdyb3VuZElzQWN0aXZlIjpmYWxzZSwiSG9yaXpvbnRhbEFsaWdubWVudCI6MCwiVmVydGljYWxBbGlnbm1lbnQiOjAsIlNtYXJ0Rm9yZWdyb3VuZCI6bnVsbCwiQmFja2dyb3VuZEZpbGxUeXBlIjowLCJNYXJnaW4iOnsiJGlkIjoiMjE0NiIsIlRvcCI6MC4wLCJMZWZ0IjowLjAsIlJpZ2h0IjowLjAsIkJvdHRvbSI6MC4wfSwiUGFkZGluZyI6eyIkaWQiOiIyMTQ3IiwiVG9wIjowLjAsIkxlZnQiOjAuMCwiUmlnaHQiOjAuMCwiQm90dG9tIjowLjB9LCJCYWNrZ3JvdW5kIjpudWxsLCJJc1Zpc2libGUiOnRydWUsIldpZHRoIjowLjAsIkhlaWdodCI6MC4wLCJCb3JkZXJTdHlsZSI6bnVsbCwiUGFyZW50U3R5bGUiOm51bGx9LCJSZWN0YW5nbGVTdHlsZSI6eyIkaWQiOiIyMTQ4IiwiTWFyZ2luIjp7IiRpZCI6IjIxNDkiLCJUb3AiOjAuMCwiTGVmdCI6MC4wLCJSaWdodCI6MC4wLCJCb3R0b20iOjAuMH0sIlBhZGRpbmciOnsiJGlkIjoiMjE1MCIsIlRvcCI6MC4wLCJMZWZ0IjowLjAsIlJpZ2h0IjowLjAsIkJvdHRvbSI6MC4wfSwiQmFja2dyb3VuZCI6eyIkaWQiOiIyMTUxIiwiQ29sb3IiOnsiJGlkIjoiMjE1MiIsIkEiOjI1NSwiUiI6OCwiRyI6NDksIkIiOjQyfX0sIklzVmlzaWJsZSI6dHJ1ZSwiV2lkdGgiOjAuMCwiSGVpZ2h0IjowLjAsIkJvcmRlclN0eWxlIjp7IiRpZCI6IjIxNTMiLCJMaW5lQ29sb3IiOnsiJGlkIjoiMjE1NCIsIiR0eXBlIjoiTkxSRS5Db21tb24uRG9tLlNvbGlkQ29sb3JCcnVzaCwgTkxSRS5Db21tb24iLCJDb2xvciI6eyIkaWQiOiIyMTU1IiwiQSI6MjU1LCJSIjoyNTUsIkciOjAsIkIiOjB9fSwiTGluZVdlaWdodCI6MC4wLCJMaW5lVHlwZSI6MCwiUGFyZW50U3R5bGUiOm51bGx9LCJQYXJlbnRTdHlsZSI6bnVsbH0sIk1hcmdpbiI6eyIkaWQiOiIyMTU2IiwiVG9wIjowLjAsIkxlZnQiOjAuMCwiUmlnaHQiOjAuMCwiQm90dG9tIjowLjB9LCJQYWRkaW5nIjp7IiRpZCI6IjIxNTciLCJUb3AiOjAuMCwiTGVmdCI6MC4wLCJSaWdodCI6MC4wLCJCb3R0b20iOjAuMH0sIkJhY2tncm91bmQiOm51bGwsIklzVmlzaWJsZSI6dHJ1ZSwiV2lkdGgiOjAuMCwiSGVpZ2h0IjowLjAsIkJvcmRlclN0eWxlIjpudWxsLCJQYXJlbnRTdHlsZSI6bnVsbH0sIkJhY2tncm91bmRTdHlsZSI6eyIkaWQiOiIyMTU4IiwiTWFyZ2luIjp7IiRpZCI6IjIxNTkiLCJUb3AiOjAuMCwiTGVmdCI6MC4wLCJSaWdodCI6MC4wLCJCb3R0b20iOjAuMH0sIlBhZGRpbmciOnsiJGlkIjoiMjE2MCIsIlRvcCI6MC4wLCJMZWZ0IjowLjAsIlJpZ2h0IjowLjAsIkJvdHRvbSI6MC4wfSwiQmFja2dyb3VuZCI6eyIkaWQiOiIyMTYxIiwiQ29sb3IiOnsiJGlkIjoiMjE2MiIsIkEiOjUxLCJSIjo4LCJHIjo0OSwiQiI6NDJ9fSwiSXNWaXNpYmxlIjp0cnVlLCJXaWR0aCI6MC4wLCJIZWlnaHQiOjAuMCwiQm9yZGVyU3R5bGUiOnsiJGlkIjoiMjE2MyIsIkxpbmVDb2xvciI6eyIkaWQiOiIyMTY0IiwiJHR5cGUiOiJOTFJFLkNvbW1vbi5Eb20uU29saWRDb2xvckJydXNoLCBOTFJFLkNvbW1vbiIsIkNvbG9yIjp7IiRpZCI6IjIxNjUiLCJBIjoyNTUsIlIiOjIzNCwiRyI6MjIsIkIiOjMwfX0sIkxpbmVXZWlnaHQiOjAuMCwiTGluZVR5cGUiOjAsIlBhcmVudFN0eWxlIjpudWxsfSwiUGFyZW50U3R5bGUiOm51bGx9LCJJc0Fib3ZlVGltZWJhbmQiOmZhbHNlLCJTcGFjaW5nIjoxMCwiRGVmYXVsdFN3aW1sYW5lVGFza1N0eWxlIjp7IiRpZCI6IjIxNjYiLCIkdHlwZSI6Ik5MUkUuQ29tbW9uLkRvbS5TdHlsZXMuRXhwbGljaXRTZXRhYmxlVGFza1N0eWxlLCBOTFJFLkNvbW1vbiIsIlNoYXBlIjozLCJTaGFwZVRoaWNrbmVzcyI6MCwiRHVyYXRpb25Gb3JtYXQiOjAsIkluY2x1ZGVOb25Xb3JraW5nRGF5c0luRHVyYXRpb24iOmZhbHNlLCJQZXJjZW50YWdlQ29tcGxldGVTdHlsZSI6eyIkaWQiOiIyMTY3IiwiRm9udFNldHRpbmdzIjp7IiRpZCI6IjIxNjgiLCJGb250U2l6ZSI6MTAsIkZvbnROYW1lIjoiQ2FsaWJyaSIsIklzQm9sZCI6ZmFsc2UsIklzSXRhbGljIjpmYWxzZSwiSXNVbmRlcmxpbmVkIjpmYWxzZSwiUGFyZW50U3R5bGUiOm51bGx9LCJBdXRvU2l6ZSI6MCwiRm9yZWdyb3VuZCI6eyIkcmVmIjoiMjYyIn0sIk1heFdpZHRoIjoyMDAuMCwiTWF4SGVpZ2h0IjoiSW5maW5pdHkiLCJTbWFydEZvcmVncm91bmRJc0FjdGl2ZSI6ZmFsc2UsIkhvcml6b250YWxBbGlnbm1lbnQiOjAsIlZlcnRpY2FsQWxpZ25tZW50IjowLCJTbWFydEZvcmVncm91bmQiOm51bGwsIkJhY2tncm91bmRGaWxsVHlwZSI6MCwiTWFyZ2luIjp7IiRyZWYiOiIyNjQifSwiUGFkZGluZyI6eyIkcmVmIjoiMjY1In0sIkJhY2tncm91bmQiOnsiJHJlZiI6IjI2NiJ9LCJJc1Zpc2libGUiOnRydWUsIldpZHRoIjowLjAsIkhlaWdodCI6MC4wLCJCb3JkZXJTdHlsZSI6bnVsbCwiUGFyZW50U3R5bGUiOm51bGx9LCJEdXJhdGlvblN0eWxlIjp7IiRpZCI6IjIxNjkiLCJGb250U2V0dGluZ3MiOnsiJGlkIjoiMjE3MCIsIkZvbnRTaXplIjoxMCwiRm9udE5hbWUiOiJDYWxpYnJpIiwiSXNCb2xkIjpmYWxzZSwiSXNJdGFsaWMiOmZhbHNlLCJJc1VuZGVybGluZWQiOmZhbHNlLCJQYXJlbnRTdHlsZSI6bnVsbH0sIkF1dG9TaXplIjowLCJGb3JlZ3JvdW5kIjp7IiRyZWYiOiIyNzAifSwiTWF4V2lkdGgiOjIwMC4wLCJNYXhIZWlnaHQiOiJJbmZpbml0eSIsIlNtYXJ0Rm9yZWdyb3VuZElzQWN0aXZlIjpmYWxzZSwiSG9yaXpvbnRhbEFsaWdubWVudCI6MCwiVmVydGljYWxBbGlnbm1lbnQiOjAsIlNtYXJ0Rm9yZWdyb3VuZCI6bnVsbCwiQmFja2dyb3VuZEZpbGxUeXBlIjowLCJNYXJnaW4iOnsiJHJlZiI6IjI3MiJ9LCJQYWRkaW5nIjp7IiRyZWYiOiIyNzMifSwiQmFja2dyb3VuZCI6eyIkcmVmIjoiMjc0In0sIklzVmlzaWJsZSI6dHJ1ZSwiV2lkdGgiOjAuMCwiSGVpZ2h0IjowLjAsIkJvcmRlclN0eWxlIjpudWxsLCJQYXJlbnRTdHlsZSI6bnVsbH0sIkhvcml6b250YWxDb25uZWN0b3JTdHlsZSI6eyIkaWQiOiIyMTcxIiwiTGluZUNvbG9yIjp7IiRyZWYiOiIyNzcifSwiTGluZVdlaWdodCI6MS4wLCJMaW5lVHlwZSI6MCwiUGFyZW50U3R5bGUiOm51bGx9LCJWZXJ0aWNhbENvbm5lY3RvclN0eWxlIjp7IiRpZCI6IjIxNzIiLCJMaW5lQ29sb3IiOnsiJHJlZiI6IjI4M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CYXNlbGluZVN0eWxlIjp7IiRpZCI6IjIxNzMiLCJTaGFwZVN0eWxlIjp7IiRpZCI6IjIxNzQiLCJNYXJnaW4iOnsiJGlkIjoiMjE3NSIsIlRvcCI6MC4wLCJMZWZ0IjowLjAsIlJpZ2h0IjowLjAsIkJvdHRvbSI6MC4wfSwiUGFkZGluZyI6eyIkaWQiOiIyMTc2IiwiVG9wIjowLjAsIkxlZnQiOjAuMCwiUmlnaHQiOjAuMCwiQm90dG9tIjowLjB9LCJCYWNrZ3JvdW5kIjp7IiRpZCI6IjIxNzciLCJDb2xvciI6eyIkaWQiOiIyMTc4IiwiQSI6MTUzLCJSIjowLCJHIjowLCJCIjowfX0sIklzVmlzaWJsZSI6dHJ1ZSwiV2lkdGgiOjAuMCwiSGVpZ2h0IjowLjAsIkJvcmRlclN0eWxlIjp7IiRpZCI6IjIxNzkiLCJMaW5lQ29sb3IiOm51bGwsIkxpbmVXZWlnaHQiOjAuMCwiTGluZVR5cGUiOjAsIlBhcmVudFN0eWxlIjpudWxsfSwiUGFyZW50U3R5bGUiOm51bGx9LCJNYXJnaW4iOnsiJGlkIjoiMjE4MCIsIlRvcCI6MC4wLCJMZWZ0IjowLjAsIlJpZ2h0IjowLjAsIkJvdHRvbSI6MC4wfSwiUGFkZGluZyI6eyIkaWQiOiIyMTgxIiwiVG9wIjowLjAsIkxlZnQiOjAuMCwiUmlnaHQiOjAuMCwiQm90dG9tIjowLjB9LCJCYWNrZ3JvdW5kIjpudWxsLCJJc1Zpc2libGUiOnRydWUsIldpZHRoIjowLjAsIkhlaWdodCI6MC4wLCJCb3JkZXJTdHlsZSI6bnVsbCwiUGFyZW50U3R5bGUiOm51bGx9LCJTaGFwZVN0eWxlIjp7IiRpZCI6IjIxODIiLCJNYXJnaW4iOnsiJHJlZiI6IjI5MiJ9LCJQYWRkaW5nIjp7IiRyZWYiOiIyOTMifSwiQmFja2dyb3VuZCI6eyIkcmVmIjoiMjk0In0sIklzVmlzaWJsZSI6dHJ1ZSwiV2lkdGgiOjAuMCwiSGVpZ2h0IjoxMC4wLCJCb3JkZXJTdHlsZSI6eyIkaWQiOiIyMTgzIiwiTGluZUNvbG9yIjp7IiRyZWYiOiIyOTcifSwiTGluZVdlaWdodCI6MC4wLCJMaW5lVHlwZSI6MCwiUGFyZW50U3R5bGUiOm51bGx9LCJQYXJlbnRTdHlsZSI6bnVsbH0sIlRpdGxlU3R5bGUiOnsiJGlkIjoiMjE4NCIsIkZvbnRTZXR0aW5ncyI6eyIkaWQiOiIyMTg1IiwiRm9udFNpemUiOjExLCJGb250TmFtZSI6IkJvZWhyaW5nZXIgRm9yd2FyZCBUZXh0IiwiSXNCb2xkIjpmYWxzZSwiSXNJdGFsaWMiOmZhbHNlLCJJc1VuZGVybGluZWQiOmZhbHNlLCJQYXJlbnRTdHlsZSI6bnVsbH0sIkF1dG9TaXplIjowLCJGb3JlZ3JvdW5kIjp7IiRyZWYiOiIzMDEifSwiTWF4V2lkdGgiOjIwMC4wLCJNYXhIZWlnaHQiOiJJbmZpbml0eSIsIlNtYXJ0Rm9yZWdyb3VuZElzQWN0aXZlIjpmYWxzZSwiSG9yaXpvbnRhbEFsaWdubWVudCI6MSwiVmVydGljYWxBbGlnbm1lbnQiOjAsIlNtYXJ0Rm9yZWdyb3VuZCI6bnVsbCwiQmFja2dyb3VuZEZpbGxUeXBlIjowLCJNYXJnaW4iOnsiJHJlZiI6IjMwMyJ9LCJQYWRkaW5nIjp7IiRyZWYiOiIzMDQifSwiQmFja2dyb3VuZCI6eyIkcmVmIjoiMzA1In0sIklzVmlzaWJsZSI6dHJ1ZSwiV2lkdGgiOjAuMCwiSGVpZ2h0IjowLjAsIkJvcmRlclN0eWxlIjpudWxsLCJQYXJlbnRTdHlsZSI6bnVsbH0sIkRhdGVTdHlsZSI6eyIkaWQiOiIyMTg2IiwiRm9udFNldHRpbmdzIjp7IiRpZCI6IjIxODciLCJGb250U2l6ZSI6MTAsIkZvbnROYW1lIjoiQ2FsaWJyaSIsIklzQm9sZCI6ZmFsc2UsIklzSXRhbGljIjpmYWxzZSwiSXNVbmRlcmxpbmVkIjpmYWxzZSwiUGFyZW50U3R5bGUiOm51bGx9LCJBdXRvU2l6ZSI6MCwiRm9yZWdyb3VuZCI6eyIkcmVmIjoiMzA5In0sIk1heFdpZHRoIjoyMDAuMCwiTWF4SGVpZ2h0IjoiSW5maW5pdHkiLCJTbWFydEZvcmVncm91bmRJc0FjdGl2ZSI6ZmFsc2UsIkhvcml6b250YWxBbGlnbm1lbnQiOjAsIlZlcnRpY2FsQWxpZ25tZW50IjowLCJTbWFydEZvcmVncm91bmQiOm51bGwsIkJhY2tncm91bmRGaWxsVHlwZSI6MCwiTWFyZ2luIjp7IiRyZWYiOiIzMTEifSwiUGFkZGluZyI6eyIkcmVmIjoiMzEyIn0sIkJhY2tncm91bmQiOnsiJHJlZiI6IjMxMyJ9LCJJc1Zpc2libGUiOnRydWUsIldpZHRoIjowLjAsIkhlaWdodCI6MC4wLCJCb3JkZXJTdHlsZSI6bnVsbCwiUGFyZW50U3R5bGUiOm51bGx9LCJEYXRlRm9ybWF0Ijp7IiRyZWYiOiIzMTUifSwiV2Vla051bWJlcmluZyI6eyIkaWQiOiIyMTg4IiwiRm9ybWF0IjowLCJJc1Zpc2libGUiOmZhbHNlLCJMYXN0S25vd25WaXNpYmlsaXR5U3RhdGUiOmZhbHNlfSwiSXNWaXNpYmxlIjp0cnVlLCJQYXJlbnRTdHlsZSI6bnVsbCwiX2V4cGxpY2l0bHlTZXQiOnsiJGlkIjoiMjE4OS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yMTkwIiwiU2hhcGUiOjE0LCJDb25uZWN0b3JNYXJnaW4iOnsiJHJlZiI6IjMxOSJ9LCJDb25uZWN0b3JTdHlsZSI6eyIkaWQiOiIyMTkxIiwiTGluZUNvbG9yIjp7IiRyZWYiOiIzMjEifSwiTGluZVdlaWdodCI6MS4wLCJMaW5lVHlwZSI6MCwiUGFyZW50U3R5bGUiOm51bGx9LCJJc0JlbG93VGltZWJhbmQiOnRydWUsIlBvc2l0aW9uT25UYXNrIjoyLCJIaWRlRGF0ZSI6ZmFsc2UsIlNoYXBlU2l6ZSI6MSwiU3BhY2luZyI6MC4wLCJQYWRkaW5nIjp7IiRyZWYiOiIzMjMifSwiU2hhcGVTdHlsZSI6eyIkaWQiOiIyMTkyIiwiTWFyZ2luIjp7IiRyZWYiOiIzMjUifSwiUGFkZGluZyI6eyIkcmVmIjoiMzI2In0sIkJhY2tncm91bmQiOnsiJHJlZiI6IjMyNyJ9LCJJc1Zpc2libGUiOnRydWUsIldpZHRoIjoxOC4wLCJIZWlnaHQiOjIwLjAsIkJvcmRlclN0eWxlIjp7IiRpZCI6IjIxOTMiLCJMaW5lQ29sb3IiOnsiJHJlZiI6IjMzMCJ9LCJMaW5lV2VpZ2h0IjowLjAsIkxpbmVUeXBlIjowLCJQYXJlbnRTdHlsZSI6bnVsbH0sIlBhcmVudFN0eWxlIjpudWxsfSwiVGl0bGVTdHlsZSI6eyIkaWQiOiIyMTk0IiwiRm9udFNldHRpbmdzIjp7IiRpZCI6IjIxOTUiLCJGb250U2l6ZSI6MTEsIkZvbnROYW1lIjoiQm9laHJpbmdlciBGb3J3YXJkIFRleHQiLCJJc0JvbGQiOnRydWUsIklzSXRhbGljIjpmYWxzZSwiSXNVbmRlcmxpbmVkIjpmYWxzZSwiUGFyZW50U3R5bGUiOm51bGx9LCJBdXRvU2l6ZSI6MCwiRm9yZWdyb3VuZCI6eyIkcmVmIjoiMzM0In0sIk1heFdpZHRoIjoyMDAuMCwiTWF4SGVpZ2h0IjoiSW5maW5pdHkiLCJTbWFydEZvcmVncm91bmRJc0FjdGl2ZSI6ZmFsc2UsIkhvcml6b250YWxBbGlnbm1lbnQiOjEsIlZlcnRpY2FsQWxpZ25tZW50IjowLCJTbWFydEZvcmVncm91bmQiOm51bGwsIkJhY2tncm91bmRGaWxsVHlwZSI6MCwiTWFyZ2luIjp7IiRyZWYiOiIzMzYifSwiUGFkZGluZyI6eyIkcmVmIjoiMzM3In0sIkJhY2tncm91bmQiOnsiJHJlZiI6IjMzOCJ9LCJJc1Zpc2libGUiOnRydWUsIldpZHRoIjowLjAsIkhlaWdodCI6MC4wLCJCb3JkZXJTdHlsZSI6bnVsbCwiUGFyZW50U3R5bGUiOm51bGx9LCJEYXRlU3R5bGUiOnsiJGlkIjoiMjE5NiIsIkZvbnRTZXR0aW5ncyI6eyIkaWQiOiIyMTk3IiwiRm9udFNpemUiOjEwLCJGb250TmFtZSI6IkJvZWhyaW5nZXIgRm9yd2FyZCBUZXh0IiwiSXNCb2xkIjpmYWxzZSwiSXNJdGFsaWMiOmZhbHNlLCJJc1VuZGVybGluZWQiOmZhbHNlLCJQYXJlbnRTdHlsZSI6bnVsbH0sIkF1dG9TaXplIjowLCJGb3JlZ3JvdW5kIjp7IiRyZWYiOiIzNDIifSwiTWF4V2lkdGgiOjIwMC4wLCJNYXhIZWlnaHQiOiJJbmZpbml0eSIsIlNtYXJ0Rm9yZWdyb3VuZElzQWN0aXZlIjpmYWxzZSwiSG9yaXpvbnRhbEFsaWdubWVudCI6MiwiVmVydGljYWxBbGlnbm1lbnQiOjAsIlNtYXJ0Rm9yZWdyb3VuZCI6bnVsbCwiQmFja2dyb3VuZEZpbGxUeXBlIjowLCJNYXJnaW4iOnsiJHJlZiI6IjM0NCJ9LCJQYWRkaW5nIjp7IiRyZWYiOiIzNDUifSwiQmFja2dyb3VuZCI6eyIkcmVmIjoiMzQ2In0sIklzVmlzaWJsZSI6ZmFsc2UsIldpZHRoIjowLjAsIkhlaWdodCI6MC4wLCJCb3JkZXJTdHlsZSI6bnVsbCwiUGFyZW50U3R5bGUiOm51bGx9LCJEYXRlRm9ybWF0Ijp7IiRyZWYiOiIzNDgifSwiV2Vla051bWJlcmluZyI6eyIkaWQiOiIyMTk4IiwiRm9ybWF0IjowLCJJc1Zpc2libGUiOmZhbHNlLCJMYXN0S25vd25WaXNpYmlsaXR5U3RhdGUiOmZhbHNlfSwiSXNWaXNpYmxlIjp0cnVlLCJQYXJlbnRTdHlsZSI6bnVsbH0sIkRlZmF1bHRTd2ltbGFuZU1pbGVzdG9uZVN0eWxlIjp7IiRpZCI6IjIxOTkiLCJUaXRsZVBvc2l0aW9uIjoiUmlnaHQiLCJEYXRlUG9zaXRpb24iOiJMZWZ0IiwiU2hhcGVUeXBlIjoxMywiU2hhcGVTaXplIjoxLCJTcGFjaW5nIjo1LCJTaGFwZVN0eWxlIjp7IiRpZCI6IjIyMDAiLCJNYXJnaW4iOnsiJHJlZiI6IjM1MiJ9LCJQYWRkaW5nIjp7IiRyZWYiOiIzNTMifSwiQmFja2dyb3VuZCI6eyIkcmVmIjoiMzU0In0sIklzVmlzaWJsZSI6dHJ1ZSwiV2lkdGgiOjE4LjAsIkhlaWdodCI6MjAuMCwiQm9yZGVyU3R5bGUiOnsiJGlkIjoiMjIwMSIsIkxpbmVDb2xvciI6eyIkcmVmIjoiMzU3In0sIkxpbmVXZWlnaHQiOjAuMCwiTGluZVR5cGUiOjAsIlBhcmVudFN0eWxlIjpudWxsfSwiUGFyZW50U3R5bGUiOm51bGx9LCJUaXRsZVN0eWxlIjp7IiRpZCI6IjIyMDIiLCJGb250U2V0dGluZ3MiOnsiJGlkIjoiMjIwMyIsIkZvbnRTaXplIjoxMSwiRm9udE5hbWUiOiJCb2VocmluZ2VyIEZvcndhcmQgVGV4dCIsIklzQm9sZCI6dHJ1ZSwiSXNJdGFsaWMiOmZhbHNlLCJJc1VuZGVybGluZWQiOmZhbHNlLCJQYXJlbnRTdHlsZSI6bnVsbH0sIkF1dG9TaXplIjowLCJGb3JlZ3JvdW5kIjp7IiRyZWYiOiIzNjEifSwiTWF4V2lkdGgiOjIwMC4wLCJNYXhIZWlnaHQiOiJJbmZpbml0eSIsIlNtYXJ0Rm9yZWdyb3VuZElzQWN0aXZlIjpmYWxzZSwiSG9yaXpvbnRhbEFsaWdubWVudCI6MCwiVmVydGljYWxBbGlnbm1lbnQiOjAsIlNtYXJ0Rm9yZWdyb3VuZCI6bnVsbCwiQmFja2dyb3VuZEZpbGxUeXBlIjowLCJNYXJnaW4iOnsiJHJlZiI6IjM2MyJ9LCJQYWRkaW5nIjp7IiRyZWYiOiIzNjQifSwiQmFja2dyb3VuZCI6eyIkcmVmIjoiMzY1In0sIklzVmlzaWJsZSI6dHJ1ZSwiV2lkdGgiOjAuMCwiSGVpZ2h0IjowLjAsIkJvcmRlclN0eWxlIjpudWxsLCJQYXJlbnRTdHlsZSI6bnVsbH0sIkRhdGVTdHlsZSI6eyIkaWQiOiIyMjA0IiwiRm9udFNldHRpbmdzIjp7IiRpZCI6IjIyMDUiLCJGb250U2l6ZSI6MTAsIkZvbnROYW1lIjoiQm9laHJpbmdlciBGb3J3YXJkIFRleHQiLCJJc0JvbGQiOmZhbHNlLCJJc0l0YWxpYyI6ZmFsc2UsIklzVW5kZXJsaW5lZCI6ZmFsc2UsIlBhcmVudFN0eWxlIjpudWxsfSwiQXV0b1NpemUiOjAsIkZvcmVncm91bmQiOnsiJHJlZiI6IjM2OSJ9LCJNYXhXaWR0aCI6MjAwLjAsIk1heEhlaWdodCI6IkluZmluaXR5IiwiU21hcnRGb3JlZ3JvdW5kSXNBY3RpdmUiOmZhbHNlLCJIb3Jpem9udGFsQWxpZ25tZW50IjoyLCJWZXJ0aWNhbEFsaWdubWVudCI6MCwiU21hcnRGb3JlZ3JvdW5kIjpudWxsLCJCYWNrZ3JvdW5kRmlsbFR5cGUiOjAsIk1hcmdpbiI6eyIkcmVmIjoiMzcxIn0sIlBhZGRpbmciOnsiJHJlZiI6IjM3MiJ9LCJCYWNrZ3JvdW5kIjp7IiRyZWYiOiIzNzMifSwiSXNWaXNpYmxlIjpmYWxzZSwiV2lkdGgiOjAuMCwiSGVpZ2h0IjowLjAsIkJvcmRlclN0eWxlIjpudWxsLCJQYXJlbnRTdHlsZSI6bnVsbH0sIkRhdGVGb3JtYXQiOnsiJHJlZiI6IjM3NSJ9LCJXZWVrTnVtYmVyaW5nIjp7IiRpZCI6IjIyMDYiLCJGb3JtYXQiOjAsIklzVmlzaWJsZSI6ZmFsc2UsIkxhc3RLbm93blZpc2liaWxpdHlTdGF0ZSI6ZmFsc2V9LCJJc1Zpc2libGUiOnRydWUsIlBhcmVudFN0eWxlIjpudWxsfSwiRGVmYXVsdFN3aW1sYW5lQWN0aXZpdHlTdHlsZSI6eyIkaWQiOiIyMjA3IiwiSGVhZGVyU3R5bGUiOnsiJGlkIjoiMjIwOCIsIlRleHRTdHlsZSI6eyIkaWQiOiIyMjA5IiwiRm9udFNldHRpbmdzIjp7IiRpZCI6IjIyMTAiLCJGb250U2l6ZSI6MTEsIkZvbnROYW1lIjoiQ2FsaWJyaSIsIklzQm9sZCI6ZmFsc2UsIklzSXRhbGljIjpmYWxzZSwiSXNVbmRlcmxpbmVkIjpmYWxzZSwiUGFyZW50U3R5bGUiOm51bGx9LCJBdXRvU2l6ZSI6MiwiRm9yZWdyb3VuZCI6eyIkcmVmIjoiMzgxIn0sIk1heFdpZHRoIjowLjAsIk1heEhlaWdodCI6MC4wLCJTbWFydEZvcmVncm91bmRJc0FjdGl2ZSI6ZmFsc2UsIkhvcml6b250YWxBbGlnbm1lbnQiOjAsIlZlcnRpY2FsQWxpZ25tZW50IjowLCJTbWFydEZvcmVncm91bmQiOm51bGwsIkJhY2tncm91bmRGaWxsVHlwZSI6MCwiTWFyZ2luIjp7IiRyZWYiOiIzODMifSwiUGFkZGluZyI6eyIkcmVmIjoiMzg0In0sIkJhY2tncm91bmQiOm51bGwsIklzVmlzaWJsZSI6dHJ1ZSwiV2lkdGgiOjAuMCwiSGVpZ2h0IjowLjAsIkJvcmRlclN0eWxlIjpudWxsLCJQYXJlbnRTdHlsZSI6bnVsbH0sIlJlY3RhbmdsZVN0eWxlIjp7IiRpZCI6IjIyMTEiLCJNYXJnaW4iOnsiJHJlZiI6IjM4NiJ9LCJQYWRkaW5nIjp7IiRyZWYiOiIzODcifSwiQmFja2dyb3VuZCI6eyIkcmVmIjoiMzg4In0sIklzVmlzaWJsZSI6dHJ1ZSwiV2lkdGgiOjAuMCwiSGVpZ2h0IjowLjAsIkJvcmRlclN0eWxlIjp7IiRpZCI6IjIyMTIiLCJMaW5lQ29sb3IiOnsiJHJlZiI6IjM5MSJ9LCJMaW5lV2VpZ2h0IjowLjAsIkxpbmVUeXBlIjowLCJQYXJlbnRTdHlsZSI6bnVsbH0sIlBhcmVudFN0eWxlIjpudWxsfSwiTWFyZ2luIjp7IiRyZWYiOiIzOTMifSwiUGFkZGluZyI6eyIkcmVmIjoiMzk0In0sIkJhY2tncm91bmQiOm51bGwsIklzVmlzaWJsZSI6dHJ1ZSwiV2lkdGgiOjAuMCwiSGVpZ2h0IjowLjAsIkJvcmRlclN0eWxlIjpudWxsLCJQYXJlbnRTdHlsZSI6bnVsbH0sIkJhY2tncm91bmRTdHlsZSI6eyIkaWQiOiIyMjEzIiwiTWFyZ2luIjp7IiRyZWYiOiIzOTYifSwiUGFkZGluZyI6eyIkcmVmIjoiMzk3In0sIkJhY2tncm91bmQiOnsiJHJlZiI6IjI1NCJ9LCJJc1Zpc2libGUiOnRydWUsIldpZHRoIjowLjAsIkhlaWdodCI6MC4wLCJCb3JkZXJTdHlsZSI6eyIkaWQiOiIyMjE0IiwiTGluZUNvbG9yIjp7IiRyZWYiOiIzOTkifSwiTGluZVdlaWdodCI6MC4wLCJMaW5lVHlwZSI6MCwiUGFyZW50U3R5bGUiOm51bGx9LCJQYXJlbnRTdHlsZSI6bnVsbH0sIk1hcmdpbiI6eyIkcmVmIjoiNDAxIn0sIlBhZGRpbmciOnsiJHJlZiI6IjQwMiJ9LCJJc1Zpc2libGUiOnRydWUsIldpZHRoIjowLjAsIkhlaWdodCI6MC4wLCJCb3JkZXJTdHlsZSI6bnVsbCwiUGFyZW50U3R5bGUiOm51bGx9LCJNYXJnaW4iOnsiJGlkIjoiMjIxNSIsIlRvcCI6MC4wLCJMZWZ0IjowLjAsIlJpZ2h0IjowLjAsIkJvdHRvbSI6MC4wfSwiUGFkZGluZyI6eyIkaWQiOiIyMjE2IiwiVG9wIjowLjAsIkxlZnQiOjAuMCwiUmlnaHQiOjAuMCwiQm90dG9tIjowLjB9LCJJc1Zpc2libGUiOnRydWUsIldpZHRoIjowLjAsIkhlaWdodCI6MC4wLCJCb3JkZXJTdHlsZSI6eyIkaWQiOiIyMjE3IiwiTGluZUNvbG9yIjpudWxsLCJMaW5lV2VpZ2h0IjowLjAsIkxpbmVUeXBlIjowLCJQYXJlbnRTdHlsZSI6bnVsbH0sIlBhcmVudFN0eWxlIjpudWxsfSwiX2FkZGl0aW9uYWxTd2ltbGFuZVYyU3R5bGVzIjpbeyIkaWQiOiIyMjE4IiwiU3R5bGVJZCI6IjAwMDAwMDAwLTAwMDAtMDAwMC0wMDAwLTAwMDAwMDAwMDAwMCIsIkhlYWRlclN0eWxlIjp7IiRpZCI6IjIyMTkiLCJUZXh0SXNWZXJ0aWNhbCI6ZmFsc2UsIlRleHRTdHlsZSI6eyIkaWQiOiIyMjIwIiwiRm9udFNldHRpbmdzIjp7IiRpZCI6IjIyMjEiLCJGb250U2l6ZSI6MTIsIkZvbnROYW1lIjoiQm9laHJpbmdlciBGb3J3YXJkIFRleHQiLCJJc0JvbGQiOmZhbHNlLCJJc0l0YWxpYyI6ZmFsc2UsIklzVW5kZXJsaW5lZCI6ZmFsc2UsIlBhcmVudFN0eWxlIjpudWxsfSwiQXV0b1NpemUiOjIsIkZvcmVncm91bmQiOnsiJGlkIjoiMjIyMiIsIkNvbG9yIjp7IiRpZCI6IjIyMjMiLCJBIjoyNTUsIlIiOjgsIkciOjQ5LCJCIjo0Mn19LCJNYXhXaWR0aCI6NzEuMCwiTWF4SGVpZ2h0IjoiSW5maW5pdHkiLCJTbWFydEZvcmVncm91bmRJc0FjdGl2ZSI6ZmFsc2UsIkhvcml6b250YWxBbGlnbm1lbnQiOjAsIlZlcnRpY2FsQWxpZ25tZW50IjowLCJTbWFydEZvcmVncm91bmQiOm51bGwsIkJhY2tncm91bmRGaWxsVHlwZSI6MCwiTWFyZ2luIjp7IiRpZCI6IjIyMjQiLCJUb3AiOjAuMCwiTGVmdCI6MC4wLCJSaWdodCI6MC4wLCJCb3R0b20iOjAuMH0sIlBhZGRpbmciOnsiJGlkIjoiMjIyNSIsIlRvcCI6MC4wLCJMZWZ0IjowLjAsIlJpZ2h0IjowLjAsIkJvdHRvbSI6MC4wfSwiQmFja2dyb3VuZCI6bnVsbCwiSXNWaXNpYmxlIjp0cnVlLCJXaWR0aCI6MC4wLCJIZWlnaHQiOjAuMCwiQm9yZGVyU3R5bGUiOm51bGwsIlBhcmVudFN0eWxlIjpudWxsfSwiUmVjdGFuZ2xlU3R5bGUiOnsiJGlkIjoiMjIyNiIsIk1hcmdpbiI6eyIkaWQiOiIyMjI3IiwiVG9wIjowLjAsIkxlZnQiOjAuMCwiUmlnaHQiOjAuMCwiQm90dG9tIjowLjB9LCJQYWRkaW5nIjp7IiRpZCI6IjIyMjgiLCJUb3AiOjAuMCwiTGVmdCI6MC4wLCJSaWdodCI6MC4wLCJCb3R0b20iOjAuMH0sIkJhY2tncm91bmQiOnsiJGlkIjoiMjIyOSIsIkNvbG9yIjp7IiRpZCI6IjIyMzAiLCJBIjoyNTUsIlIiOjI1NSwiRyI6MjMwLCJCIjoxMDN9fSwiSXNWaXNpYmxlIjp0cnVlLCJXaWR0aCI6MC4wLCJIZWlnaHQiOjAuMCwiQm9yZGVyU3R5bGUiOnsiJGlkIjoiMjIzMSIsIkxpbmVDb2xvciI6eyIkaWQiOiIyMjMyIiwiJHR5cGUiOiJOTFJFLkNvbW1vbi5Eb20uU29saWRDb2xvckJydXNoLCBOTFJFLkNvbW1vbiIsIkNvbG9yIjp7IiRpZCI6IjIyMzMiLCJBIjoyNTUsIlIiOjI1NSwiRyI6MCwiQiI6MH19LCJMaW5lV2VpZ2h0IjowLjAsIkxpbmVUeXBlIjowLCJQYXJlbnRTdHlsZSI6bnVsbH0sIlBhcmVudFN0eWxlIjpudWxsfSwiTWFyZ2luIjp7IiRpZCI6IjIyMzQiLCJUb3AiOjAuMCwiTGVmdCI6MC4wLCJSaWdodCI6MC4wLCJCb3R0b20iOjAuMH0sIlBhZGRpbmciOnsiJGlkIjoiMjIzNSIsIlRvcCI6MC4wLCJMZWZ0IjowLjAsIlJpZ2h0IjowLjAsIkJvdHRvbSI6MC4wfSwiQmFja2dyb3VuZCI6bnVsbCwiSXNWaXNpYmxlIjp0cnVlLCJXaWR0aCI6MC4wLCJIZWlnaHQiOjAuMCwiQm9yZGVyU3R5bGUiOm51bGwsIlBhcmVudFN0eWxlIjpudWxsfSwiQmFja2dyb3VuZFN0eWxlIjp7IiRpZCI6IjIyMzYiLCJNYXJnaW4iOnsiJGlkIjoiMjIzNyIsIlRvcCI6MC4wLCJMZWZ0IjowLjAsIlJpZ2h0IjowLjAsIkJvdHRvbSI6MC4wfSwiUGFkZGluZyI6eyIkaWQiOiIyMjM4IiwiVG9wIjowLjAsIkxlZnQiOjAuMCwiUmlnaHQiOjAuMCwiQm90dG9tIjowLjB9LCJCYWNrZ3JvdW5kIjp7IiRpZCI6IjIyMzkiLCJDb2xvciI6eyIkaWQiOiIyMjQwIiwiQSI6NTEsIlIiOjI1NSwiRyI6MjMwLCJCIjoxMDN9fSwiSXNWaXNpYmxlIjp0cnVlLCJXaWR0aCI6MC4wLCJIZWlnaHQiOjAuMCwiQm9yZGVyU3R5bGUiOnsiJGlkIjoiMjI0MSIsIkxpbmVDb2xvciI6eyIkaWQiOiIyMjQyIiwiJHR5cGUiOiJOTFJFLkNvbW1vbi5Eb20uU29saWRDb2xvckJydXNoLCBOTFJFLkNvbW1vbiIsIkNvbG9yIjp7IiRpZCI6IjIyNDMiLCJBIjoyNTUsIlIiOjIzNCwiRyI6MjIsIkIiOjMwfX0sIkxpbmVXZWlnaHQiOjAuMCwiTGluZVR5cGUiOjAsIlBhcmVudFN0eWxlIjpudWxsfSwiUGFyZW50U3R5bGUiOm51bGx9LCJJc0Fib3ZlVGltZWJhbmQiOmZhbHNlLCJTcGFjaW5nIjoxMCwiRGVmYXVsdFN3aW1sYW5lVGFza1N0eWxlIjp7IiRpZCI6IjIyNDQiLCIkdHlwZSI6Ik5MUkUuQ29tbW9uLkRvbS5TdHlsZXMuRXhwbGljaXRTZXRhYmxlVGFza1N0eWxlLCBOTFJFLkNvbW1vbiIsIlNoYXBlIjozLCJTaGFwZVRoaWNrbmVzcyI6MCwiRHVyYXRpb25Gb3JtYXQiOjAsIkluY2x1ZGVOb25Xb3JraW5nRGF5c0luRHVyYXRpb24iOmZhbHNlLCJQZXJjZW50YWdlQ29tcGxldGVTdHlsZSI6eyIkaWQiOiIyMjQ1IiwiRm9udFNldHRpbmdzIjp7IiRpZCI6IjIyNDYiLCJGb250U2l6ZSI6MTAsIkZvbnROYW1lIjoiQ2FsaWJyaSIsIklzQm9sZCI6ZmFsc2UsIklzSXRhbGljIjpmYWxzZSwiSXNVbmRlcmxpbmVkIjpmYWxzZSwiUGFyZW50U3R5bGUiOm51bGx9LCJBdXRvU2l6ZSI6MCwiRm9yZWdyb3VuZCI6eyIkcmVmIjoiODQwIn0sIk1heFdpZHRoIjoyMDAuMCwiTWF4SGVpZ2h0IjoiSW5maW5pdHkiLCJTbWFydEZvcmVncm91bmRJc0FjdGl2ZSI6ZmFsc2UsIkhvcml6b250YWxBbGlnbm1lbnQiOjAsIlZlcnRpY2FsQWxpZ25tZW50IjowLCJTbWFydEZvcmVncm91bmQiOm51bGwsIkJhY2tncm91bmRGaWxsVHlwZSI6MCwiTWFyZ2luIjp7IiRyZWYiOiI4NDIifSwiUGFkZGluZyI6eyIkcmVmIjoiODQzIn0sIkJhY2tncm91bmQiOnsiJHJlZiI6Ijg0NCJ9LCJJc1Zpc2libGUiOnRydWUsIldpZHRoIjowLjAsIkhlaWdodCI6MC4wLCJCb3JkZXJTdHlsZSI6bnVsbCwiUGFyZW50U3R5bGUiOm51bGx9LCJEdXJhdGlvblN0eWxlIjp7IiRpZCI6IjIyNDciLCJGb250U2V0dGluZ3MiOnsiJGlkIjoiMjI0OCIsIkZvbnRTaXplIjoxMCwiRm9udE5hbWUiOiJDYWxpYnJpIiwiSXNCb2xkIjpmYWxzZSwiSXNJdGFsaWMiOmZhbHNlLCJJc1VuZGVybGluZWQiOmZhbHNlLCJQYXJlbnRTdHlsZSI6bnVsbH0sIkF1dG9TaXplIjowLCJGb3JlZ3JvdW5kIjp7IiRyZWYiOiI4NDgifSwiTWF4V2lkdGgiOjIwMC4wLCJNYXhIZWlnaHQiOiJJbmZpbml0eSIsIlNtYXJ0Rm9yZWdyb3VuZElzQWN0aXZlIjpmYWxzZSwiSG9yaXpvbnRhbEFsaWdubWVudCI6MCwiVmVydGljYWxBbGlnbm1lbnQiOjAsIlNtYXJ0Rm9yZWdyb3VuZCI6bnVsbCwiQmFja2dyb3VuZEZpbGxUeXBlIjowLCJNYXJnaW4iOnsiJHJlZiI6Ijg1MCJ9LCJQYWRkaW5nIjp7IiRyZWYiOiI4NTEifSwiQmFja2dyb3VuZCI6eyIkcmVmIjoiODUyIn0sIklzVmlzaWJsZSI6dHJ1ZSwiV2lkdGgiOjAuMCwiSGVpZ2h0IjowLjAsIkJvcmRlclN0eWxlIjpudWxsLCJQYXJlbnRTdHlsZSI6bnVsbH0sIkhvcml6b250YWxDb25uZWN0b3JTdHlsZSI6eyIkaWQiOiIyMjQ5IiwiTGluZUNvbG9yIjp7IiRyZWYiOiI4NTUifSwiTGluZVdlaWdodCI6MS4wLCJMaW5lVHlwZSI6MCwiUGFyZW50U3R5bGUiOm51bGx9LCJWZXJ0aWNhbENvbm5lY3RvclN0eWxlIjp7IiRpZCI6IjIyNTAiLCJMaW5lQ29sb3IiOnsiJHJlZiI6Ijg1O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CYXNlbGluZVN0eWxlIjp7IiRpZCI6IjIyNTEiLCJTaGFwZVN0eWxlIjp7IiRpZCI6IjIyNTIiLCJNYXJnaW4iOnsiJGlkIjoiMjI1MyIsIlRvcCI6MC4wLCJMZWZ0IjowLjAsIlJpZ2h0IjowLjAsIkJvdHRvbSI6MC4wfSwiUGFkZGluZyI6eyIkaWQiOiIyMjU0IiwiVG9wIjowLjAsIkxlZnQiOjAuMCwiUmlnaHQiOjAuMCwiQm90dG9tIjowLjB9LCJCYWNrZ3JvdW5kIjp7IiRpZCI6IjIyNTUiLCJDb2xvciI6eyIkaWQiOiIyMjU2IiwiQSI6MTUzLCJSIjowLCJHIjowLCJCIjowfX0sIklzVmlzaWJsZSI6dHJ1ZSwiV2lkdGgiOjAuMCwiSGVpZ2h0IjowLjAsIkJvcmRlclN0eWxlIjp7IiRpZCI6IjIyNTciLCJMaW5lQ29sb3IiOm51bGwsIkxpbmVXZWlnaHQiOjAuMCwiTGluZVR5cGUiOjAsIlBhcmVudFN0eWxlIjpudWxsfSwiUGFyZW50U3R5bGUiOm51bGx9LCJNYXJnaW4iOnsiJGlkIjoiMjI1OCIsIlRvcCI6MC4wLCJMZWZ0IjowLjAsIlJpZ2h0IjowLjAsIkJvdHRvbSI6MC4wfSwiUGFkZGluZyI6eyIkaWQiOiIyMjU5IiwiVG9wIjowLjAsIkxlZnQiOjAuMCwiUmlnaHQiOjAuMCwiQm90dG9tIjowLjB9LCJCYWNrZ3JvdW5kIjpudWxsLCJJc1Zpc2libGUiOnRydWUsIldpZHRoIjowLjAsIkhlaWdodCI6MC4wLCJCb3JkZXJTdHlsZSI6bnVsbCwiUGFyZW50U3R5bGUiOm51bGx9LCJTaGFwZVN0eWxlIjp7IiRpZCI6IjIyNjAiLCJNYXJnaW4iOnsiJHJlZiI6Ijg3MCJ9LCJQYWRkaW5nIjp7IiRyZWYiOiI4NzEifSwiQmFja2dyb3VuZCI6eyIkcmVmIjoiODcyIn0sIklzVmlzaWJsZSI6dHJ1ZSwiV2lkdGgiOjAuMCwiSGVpZ2h0IjoxMC4wLCJCb3JkZXJTdHlsZSI6eyIkaWQiOiIyMjYxIiwiTGluZUNvbG9yIjp7IiRyZWYiOiI4NzUifSwiTGluZVdlaWdodCI6MC4wLCJMaW5lVHlwZSI6MCwiUGFyZW50U3R5bGUiOm51bGx9LCJQYXJlbnRTdHlsZSI6bnVsbH0sIlRpdGxlU3R5bGUiOnsiJGlkIjoiMjI2MiIsIkZvbnRTZXR0aW5ncyI6eyIkaWQiOiIyMjYzIiwiRm9udFNpemUiOjExLCJGb250TmFtZSI6IkJvZWhyaW5nZXIgRm9yd2FyZCBUZXh0IiwiSXNCb2xkIjpmYWxzZSwiSXNJdGFsaWMiOmZhbHNlLCJJc1VuZGVybGluZWQiOmZhbHNlLCJQYXJlbnRTdHlsZSI6bnVsbH0sIkF1dG9TaXplIjowLCJGb3JlZ3JvdW5kIjp7IiRyZWYiOiI4NzkifSwiTWF4V2lkdGgiOjIwMC4wLCJNYXhIZWlnaHQiOiJJbmZpbml0eSIsIlNtYXJ0Rm9yZWdyb3VuZElzQWN0aXZlIjpmYWxzZSwiSG9yaXpvbnRhbEFsaWdubWVudCI6MSwiVmVydGljYWxBbGlnbm1lbnQiOjAsIlNtYXJ0Rm9yZWdyb3VuZCI6bnVsbCwiQmFja2dyb3VuZEZpbGxUeXBlIjowLCJNYXJnaW4iOnsiJHJlZiI6Ijg4MSJ9LCJQYWRkaW5nIjp7IiRyZWYiOiI4ODIifSwiQmFja2dyb3VuZCI6eyIkcmVmIjoiODgzIn0sIklzVmlzaWJsZSI6dHJ1ZSwiV2lkdGgiOjAuMCwiSGVpZ2h0IjowLjAsIkJvcmRlclN0eWxlIjpudWxsLCJQYXJlbnRTdHlsZSI6bnVsbH0sIkRhdGVTdHlsZSI6eyIkaWQiOiIyMjY0IiwiRm9udFNldHRpbmdzIjp7IiRpZCI6IjIyNjUiLCJGb250U2l6ZSI6MTAsIkZvbnROYW1lIjoiQ2FsaWJyaSIsIklzQm9sZCI6ZmFsc2UsIklzSXRhbGljIjpmYWxzZSwiSXNVbmRlcmxpbmVkIjpmYWxzZSwiUGFyZW50U3R5bGUiOm51bGx9LCJBdXRvU2l6ZSI6MCwiRm9yZWdyb3VuZCI6eyIkcmVmIjoiODg3In0sIk1heFdpZHRoIjoyMDAuMCwiTWF4SGVpZ2h0IjoiSW5maW5pdHkiLCJTbWFydEZvcmVncm91bmRJc0FjdGl2ZSI6ZmFsc2UsIkhvcml6b250YWxBbGlnbm1lbnQiOjAsIlZlcnRpY2FsQWxpZ25tZW50IjowLCJTbWFydEZvcmVncm91bmQiOm51bGwsIkJhY2tncm91bmRGaWxsVHlwZSI6MCwiTWFyZ2luIjp7IiRyZWYiOiI4ODkifSwiUGFkZGluZyI6eyIkcmVmIjoiODkwIn0sIkJhY2tncm91bmQiOnsiJHJlZiI6Ijg5MSJ9LCJJc1Zpc2libGUiOnRydWUsIldpZHRoIjowLjAsIkhlaWdodCI6MC4wLCJCb3JkZXJTdHlsZSI6bnVsbCwiUGFyZW50U3R5bGUiOm51bGx9LCJEYXRlRm9ybWF0Ijp7IiRyZWYiOiI4OTMifSwiV2Vla051bWJlcmluZyI6eyIkaWQiOiIyMjY2IiwiRm9ybWF0IjowLCJJc1Zpc2libGUiOmZhbHNlLCJMYXN0S25vd25WaXNpYmlsaXR5U3RhdGUiOmZhbHNlfSwiSXNWaXNpYmxlIjp0cnVlLCJQYXJlbnRTdHlsZSI6bnVsbCwiX2V4cGxpY2l0bHlTZXQiOnsiJGlkIjoiMjI2Ny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yMjY4IiwiU2hhcGUiOjE0LCJDb25uZWN0b3JNYXJnaW4iOnsiJHJlZiI6Ijg5NyJ9LCJDb25uZWN0b3JTdHlsZSI6eyIkaWQiOiIyMjY5IiwiTGluZUNvbG9yIjp7IiRyZWYiOiI4OTkifSwiTGluZVdlaWdodCI6MS4wLCJMaW5lVHlwZSI6MCwiUGFyZW50U3R5bGUiOm51bGx9LCJJc0JlbG93VGltZWJhbmQiOnRydWUsIlBvc2l0aW9uT25UYXNrIjoyLCJIaWRlRGF0ZSI6ZmFsc2UsIlNoYXBlU2l6ZSI6MSwiU3BhY2luZyI6MC4wLCJQYWRkaW5nIjp7IiRyZWYiOiI5MDEifSwiU2hhcGVTdHlsZSI6eyIkaWQiOiIyMjcwIiwiTWFyZ2luIjp7IiRyZWYiOiI5MDMifSwiUGFkZGluZyI6eyIkcmVmIjoiOTA0In0sIkJhY2tncm91bmQiOnsiJHJlZiI6IjkwNSJ9LCJJc1Zpc2libGUiOnRydWUsIldpZHRoIjoxOC4wLCJIZWlnaHQiOjIwLjAsIkJvcmRlclN0eWxlIjp7IiRpZCI6IjIyNzEiLCJMaW5lQ29sb3IiOnsiJHJlZiI6IjkwOCJ9LCJMaW5lV2VpZ2h0IjowLjAsIkxpbmVUeXBlIjowLCJQYXJlbnRTdHlsZSI6bnVsbH0sIlBhcmVudFN0eWxlIjpudWxsfSwiVGl0bGVTdHlsZSI6eyIkaWQiOiIyMjcyIiwiRm9udFNldHRpbmdzIjp7IiRpZCI6IjIyNzMiLCJGb250U2l6ZSI6MTEsIkZvbnROYW1lIjoiQm9laHJpbmdlciBGb3J3YXJkIFRleHQiLCJJc0JvbGQiOnRydWUsIklzSXRhbGljIjpmYWxzZSwiSXNVbmRlcmxpbmVkIjpmYWxzZSwiUGFyZW50U3R5bGUiOm51bGx9LCJBdXRvU2l6ZSI6MCwiRm9yZWdyb3VuZCI6eyIkcmVmIjoiOTEyIn0sIk1heFdpZHRoIjoyMDAuMCwiTWF4SGVpZ2h0IjoiSW5maW5pdHkiLCJTbWFydEZvcmVncm91bmRJc0FjdGl2ZSI6ZmFsc2UsIkhvcml6b250YWxBbGlnbm1lbnQiOjEsIlZlcnRpY2FsQWxpZ25tZW50IjowLCJTbWFydEZvcmVncm91bmQiOm51bGwsIkJhY2tncm91bmRGaWxsVHlwZSI6MCwiTWFyZ2luIjp7IiRyZWYiOiI5MTQifSwiUGFkZGluZyI6eyIkcmVmIjoiOTE1In0sIkJhY2tncm91bmQiOnsiJHJlZiI6IjkxNiJ9LCJJc1Zpc2libGUiOnRydWUsIldpZHRoIjowLjAsIkhlaWdodCI6MC4wLCJCb3JkZXJTdHlsZSI6bnVsbCwiUGFyZW50U3R5bGUiOm51bGx9LCJEYXRlU3R5bGUiOnsiJGlkIjoiMjI3NCIsIkZvbnRTZXR0aW5ncyI6eyIkaWQiOiIyMjc1IiwiRm9udFNpemUiOjEwLCJGb250TmFtZSI6IkJvZWhyaW5nZXIgRm9yd2FyZCBUZXh0IiwiSXNCb2xkIjpmYWxzZSwiSXNJdGFsaWMiOmZhbHNlLCJJc1VuZGVybGluZWQiOmZhbHNlLCJQYXJlbnRTdHlsZSI6bnVsbH0sIkF1dG9TaXplIjowLCJGb3JlZ3JvdW5kIjp7IiRyZWYiOiI5MjAifSwiTWF4V2lkdGgiOjIwMC4wLCJNYXhIZWlnaHQiOiJJbmZpbml0eSIsIlNtYXJ0Rm9yZWdyb3VuZElzQWN0aXZlIjpmYWxzZSwiSG9yaXpvbnRhbEFsaWdubWVudCI6MiwiVmVydGljYWxBbGlnbm1lbnQiOjAsIlNtYXJ0Rm9yZWdyb3VuZCI6bnVsbCwiQmFja2dyb3VuZEZpbGxUeXBlIjowLCJNYXJnaW4iOnsiJHJlZiI6IjkyMiJ9LCJQYWRkaW5nIjp7IiRyZWYiOiI5MjMifSwiQmFja2dyb3VuZCI6eyIkcmVmIjoiOTI0In0sIklzVmlzaWJsZSI6ZmFsc2UsIldpZHRoIjowLjAsIkhlaWdodCI6MC4wLCJCb3JkZXJTdHlsZSI6bnVsbCwiUGFyZW50U3R5bGUiOm51bGx9LCJEYXRlRm9ybWF0Ijp7IiRyZWYiOiI5MjYifSwiV2Vla051bWJlcmluZyI6eyIkaWQiOiIyMjc2IiwiRm9ybWF0IjowLCJJc1Zpc2libGUiOmZhbHNlLCJMYXN0S25vd25WaXNpYmlsaXR5U3RhdGUiOmZhbHNlfSwiSXNWaXNpYmxlIjp0cnVlLCJQYXJlbnRTdHlsZSI6bnVsbH0sIkRlZmF1bHRTd2ltbGFuZU1pbGVzdG9uZVN0eWxlIjp7IiRpZCI6IjIyNzciLCJUaXRsZVBvc2l0aW9uIjoiTGVmdCIsIkRhdGVQb3NpdGlvbiI6IkxlZnQiLCJTaGFwZVR5cGUiOjE0LCJTaGFwZVNpemUiOjEsIlNwYWNpbmciOjUsIlNoYXBlU3R5bGUiOnsiJGlkIjoiMjI3OCIsIk1hcmdpbiI6eyIkcmVmIjoiOTMwIn0sIlBhZGRpbmciOnsiJHJlZiI6IjkzMSJ9LCJCYWNrZ3JvdW5kIjp7IiRyZWYiOiI5MzIifSwiSXNWaXNpYmxlIjp0cnVlLCJXaWR0aCI6MTguMCwiSGVpZ2h0IjoyMC4wLCJCb3JkZXJTdHlsZSI6eyIkaWQiOiIyMjc5IiwiTGluZUNvbG9yIjp7IiRyZWYiOiI5MzUifSwiTGluZVdlaWdodCI6MC4wLCJMaW5lVHlwZSI6MCwiUGFyZW50U3R5bGUiOm51bGx9LCJQYXJlbnRTdHlsZSI6bnVsbH0sIlRpdGxlU3R5bGUiOnsiJGlkIjoiMjI4MCIsIkZvbnRTZXR0aW5ncyI6eyIkaWQiOiIyMjgxIiwiRm9udFNpemUiOjExLCJGb250TmFtZSI6IkJvZWhyaW5nZXIgRm9yd2FyZCBUZXh0IiwiSXNCb2xkIjp0cnVlLCJJc0l0YWxpYyI6ZmFsc2UsIklzVW5kZXJsaW5lZCI6ZmFsc2UsIlBhcmVudFN0eWxlIjpudWxsfSwiQXV0b1NpemUiOjAsIkZvcmVncm91bmQiOnsiJHJlZiI6IjkzOSJ9LCJNYXhXaWR0aCI6MjAwLjAsIk1heEhlaWdodCI6IkluZmluaXR5IiwiU21hcnRGb3JlZ3JvdW5kSXNBY3RpdmUiOmZhbHNlLCJIb3Jpem9udGFsQWxpZ25tZW50IjoyLCJWZXJ0aWNhbEFsaWdubWVudCI6MCwiU21hcnRGb3JlZ3JvdW5kIjpudWxsLCJCYWNrZ3JvdW5kRmlsbFR5cGUiOjAsIk1hcmdpbiI6eyIkcmVmIjoiOTQxIn0sIlBhZGRpbmciOnsiJHJlZiI6Ijk0MiJ9LCJCYWNrZ3JvdW5kIjp7IiRyZWYiOiI5NDMifSwiSXNWaXNpYmxlIjp0cnVlLCJXaWR0aCI6MC4wLCJIZWlnaHQiOjAuMCwiQm9yZGVyU3R5bGUiOm51bGwsIlBhcmVudFN0eWxlIjpudWxsfSwiRGF0ZVN0eWxlIjp7IiRpZCI6IjIyODIiLCJGb250U2V0dGluZ3MiOnsiJGlkIjoiMjI4MyIsIkZvbnRTaXplIjoxMCwiRm9udE5hbWUiOiJCb2VocmluZ2VyIEZvcndhcmQgVGV4dCIsIklzQm9sZCI6ZmFsc2UsIklzSXRhbGljIjpmYWxzZSwiSXNVbmRlcmxpbmVkIjpmYWxzZSwiUGFyZW50U3R5bGUiOm51bGx9LCJBdXRvU2l6ZSI6MCwiRm9yZWdyb3VuZCI6eyIkcmVmIjoiOTQ3In0sIk1heFdpZHRoIjoyMDAuMCwiTWF4SGVpZ2h0IjoiSW5maW5pdHkiLCJTbWFydEZvcmVncm91bmRJc0FjdGl2ZSI6ZmFsc2UsIkhvcml6b250YWxBbGlnbm1lbnQiOjIsIlZlcnRpY2FsQWxpZ25tZW50IjowLCJTbWFydEZvcmVncm91bmQiOm51bGwsIkJhY2tncm91bmRGaWxsVHlwZSI6MCwiTWFyZ2luIjp7IiRyZWYiOiI5NDkifSwiUGFkZGluZyI6eyIkcmVmIjoiOTUwIn0sIkJhY2tncm91bmQiOnsiJHJlZiI6Ijk1MSJ9LCJJc1Zpc2libGUiOmZhbHNlLCJXaWR0aCI6MC4wLCJIZWlnaHQiOjAuMCwiQm9yZGVyU3R5bGUiOm51bGwsIlBhcmVudFN0eWxlIjpudWxsfSwiRGF0ZUZvcm1hdCI6eyIkcmVmIjoiOTUzIn0sIldlZWtOdW1iZXJpbmciOnsiJGlkIjoiMjI4NCIsIkZvcm1hdCI6MCwiSXNWaXNpYmxlIjpmYWxzZSwiTGFzdEtub3duVmlzaWJpbGl0eVN0YXRlIjpmYWxzZX0sIklzVmlzaWJsZSI6dHJ1ZSwiUGFyZW50U3R5bGUiOm51bGx9LCJEZWZhdWx0U3dpbWxhbmVBY3Rpdml0eVN0eWxlIjp7IiRpZCI6IjIyODUiLCJIZWFkZXJTdHlsZSI6eyIkaWQiOiIyMjg2IiwiVGV4dFN0eWxlIjp7IiRpZCI6IjIyODciLCJGb250U2V0dGluZ3MiOnsiJGlkIjoiMjI4OCIsIkZvbnRTaXplIjoxMSwiRm9udE5hbWUiOiJDYWxpYnJpIiwiSXNCb2xkIjpmYWxzZSwiSXNJdGFsaWMiOmZhbHNlLCJJc1VuZGVybGluZWQiOmZhbHNlLCJQYXJlbnRTdHlsZSI6bnVsbH0sIkF1dG9TaXplIjoyLCJGb3JlZ3JvdW5kIjp7IiRyZWYiOiI5NTkifSwiTWF4V2lkdGgiOjAuMCwiTWF4SGVpZ2h0IjowLjAsIlNtYXJ0Rm9yZWdyb3VuZElzQWN0aXZlIjpmYWxzZSwiSG9yaXpvbnRhbEFsaWdubWVudCI6MCwiVmVydGljYWxBbGlnbm1lbnQiOjAsIlNtYXJ0Rm9yZWdyb3VuZCI6bnVsbCwiQmFja2dyb3VuZEZpbGxUeXBlIjowLCJNYXJnaW4iOnsiJHJlZiI6Ijk2MSJ9LCJQYWRkaW5nIjp7IiRyZWYiOiI5NjIifSwiQmFja2dyb3VuZCI6bnVsbCwiSXNWaXNpYmxlIjp0cnVlLCJXaWR0aCI6MC4wLCJIZWlnaHQiOjAuMCwiQm9yZGVyU3R5bGUiOm51bGwsIlBhcmVudFN0eWxlIjpudWxsfSwiUmVjdGFuZ2xlU3R5bGUiOnsiJGlkIjoiMjI4OSIsIk1hcmdpbiI6eyIkcmVmIjoiOTY0In0sIlBhZGRpbmciOnsiJHJlZiI6Ijk2NSJ9LCJCYWNrZ3JvdW5kIjp7IiRyZWYiOiI5NjYifSwiSXNWaXNpYmxlIjp0cnVlLCJXaWR0aCI6MC4wLCJIZWlnaHQiOjAuMCwiQm9yZGVyU3R5bGUiOnsiJGlkIjoiMjI5MCIsIkxpbmVDb2xvciI6eyIkcmVmIjoiOTY5In0sIkxpbmVXZWlnaHQiOjAuMCwiTGluZVR5cGUiOjAsIlBhcmVudFN0eWxlIjpudWxsfSwiUGFyZW50U3R5bGUiOm51bGx9LCJNYXJnaW4iOnsiJHJlZiI6Ijk3MSJ9LCJQYWRkaW5nIjp7IiRyZWYiOiI5NzIifSwiQmFja2dyb3VuZCI6bnVsbCwiSXNWaXNpYmxlIjp0cnVlLCJXaWR0aCI6MC4wLCJIZWlnaHQiOjAuMCwiQm9yZGVyU3R5bGUiOm51bGwsIlBhcmVudFN0eWxlIjpudWxsfSwiQmFja2dyb3VuZFN0eWxlIjp7IiRpZCI6IjIyOTEiLCJNYXJnaW4iOnsiJHJlZiI6Ijk3NCJ9LCJQYWRkaW5nIjp7IiRyZWYiOiI5NzUifSwiQmFja2dyb3VuZCI6eyIkcmVmIjoiODMyIn0sIklzVmlzaWJsZSI6dHJ1ZSwiV2lkdGgiOjAuMCwiSGVpZ2h0IjowLjAsIkJvcmRlclN0eWxlIjp7IiRpZCI6IjIyOTIiLCJMaW5lQ29sb3IiOnsiJHJlZiI6Ijk3NyJ9LCJMaW5lV2VpZ2h0IjowLjAsIkxpbmVUeXBlIjowLCJQYXJlbnRTdHlsZSI6bnVsbH0sIlBhcmVudFN0eWxlIjpudWxsfSwiTWFyZ2luIjp7IiRyZWYiOiI5NzkifSwiUGFkZGluZyI6eyIkcmVmIjoiOTgwIn0sIklzVmlzaWJsZSI6dHJ1ZSwiV2lkdGgiOjAuMCwiSGVpZ2h0IjowLjAsIkJvcmRlclN0eWxlIjpudWxsLCJQYXJlbnRTdHlsZSI6bnVsbH0sIk1hcmdpbiI6eyIkaWQiOiIyMjkzIiwiVG9wIjowLjAsIkxlZnQiOjAuMCwiUmlnaHQiOjAuMCwiQm90dG9tIjowLjB9LCJQYWRkaW5nIjp7IiRpZCI6IjIyOTQiLCJUb3AiOjAuMCwiTGVmdCI6MC4wLCJSaWdodCI6MC4wLCJCb3R0b20iOjAuMH0sIklzVmlzaWJsZSI6dHJ1ZSwiV2lkdGgiOjAuMCwiSGVpZ2h0IjowLjAsIkJvcmRlclN0eWxlIjp7IiRpZCI6IjIyOTUiLCJMaW5lQ29sb3IiOm51bGwsIkxpbmVXZWlnaHQiOjAuMCwiTGluZVR5cGUiOjAsIlBhcmVudFN0eWxlIjpudWxsfSwiUGFyZW50U3R5bGUiOm51bGx9LHsiJGlkIjoiMjI5NiIsIlN0eWxlSWQiOiIwMDAwMDAwMC0wMDAwLTAwMDAtMDAwMC0wMDAwMDAwMDAwMDAiLCJIZWFkZXJTdHlsZSI6eyIkaWQiOiIyMjk3IiwiVGV4dElzVmVydGljYWwiOmZhbHNlLCJUZXh0U3R5bGUiOnsiJGlkIjoiMjI5OCIsIkZvbnRTZXR0aW5ncyI6eyIkaWQiOiIyMjk5IiwiRm9udFNpemUiOjEyLCJGb250TmFtZSI6IkJvZWhyaW5nZXIgRm9yd2FyZCBUZXh0IiwiSXNCb2xkIjpmYWxzZSwiSXNJdGFsaWMiOmZhbHNlLCJJc1VuZGVybGluZWQiOmZhbHNlLCJQYXJlbnRTdHlsZSI6bnVsbH0sIkF1dG9TaXplIjoyLCJGb3JlZ3JvdW5kIjp7IiRpZCI6IjIzMDAiLCJDb2xvciI6eyIkaWQiOiIyMzAxIiwiQSI6MjU1LCJSIjo4LCJHIjo0OSwiQiI6NDJ9fSwiTWF4V2lkdGgiOjcxLjAsIk1heEhlaWdodCI6IkluZmluaXR5IiwiU21hcnRGb3JlZ3JvdW5kSXNBY3RpdmUiOmZhbHNlLCJIb3Jpem9udGFsQWxpZ25tZW50IjowLCJWZXJ0aWNhbEFsaWdubWVudCI6MCwiU21hcnRGb3JlZ3JvdW5kIjpudWxsLCJCYWNrZ3JvdW5kRmlsbFR5cGUiOjAsIk1hcmdpbiI6eyIkaWQiOiIyMzAyIiwiVG9wIjowLjAsIkxlZnQiOjAuMCwiUmlnaHQiOjAuMCwiQm90dG9tIjowLjB9LCJQYWRkaW5nIjp7IiRpZCI6IjIzMDMiLCJUb3AiOjAuMCwiTGVmdCI6MC4wLCJSaWdodCI6MC4wLCJCb3R0b20iOjAuMH0sIkJhY2tncm91bmQiOm51bGwsIklzVmlzaWJsZSI6dHJ1ZSwiV2lkdGgiOjAuMCwiSGVpZ2h0IjowLjAsIkJvcmRlclN0eWxlIjpudWxsLCJQYXJlbnRTdHlsZSI6bnVsbH0sIlJlY3RhbmdsZVN0eWxlIjp7IiRpZCI6IjIzMDQiLCJNYXJnaW4iOnsiJGlkIjoiMjMwNSIsIlRvcCI6MC4wLCJMZWZ0IjowLjAsIlJpZ2h0IjowLjAsIkJvdHRvbSI6MC4wfSwiUGFkZGluZyI6eyIkaWQiOiIyMzA2IiwiVG9wIjowLjAsIkxlZnQiOjAuMCwiUmlnaHQiOjAuMCwiQm90dG9tIjowLjB9LCJCYWNrZ3JvdW5kIjp7IiRpZCI6IjIzMDciLCJDb2xvciI6eyIkaWQiOiIyMzA4IiwiQSI6MjU1LCJSIjoxNjMsIkciOjIyOSwiQiI6MjM4fX0sIklzVmlzaWJsZSI6dHJ1ZSwiV2lkdGgiOjAuMCwiSGVpZ2h0IjowLjAsIkJvcmRlclN0eWxlIjp7IiRpZCI6IjIzMDkiLCJMaW5lQ29sb3IiOnsiJGlkIjoiMjMxMCIsIiR0eXBlIjoiTkxSRS5Db21tb24uRG9tLlNvbGlkQ29sb3JCcnVzaCwgTkxSRS5Db21tb24iLCJDb2xvciI6eyIkaWQiOiIyMzExIiwiQSI6MjU1LCJSIjoyNTUsIkciOjAsIkIiOjB9fSwiTGluZVdlaWdodCI6MC4wLCJMaW5lVHlwZSI6MCwiUGFyZW50U3R5bGUiOm51bGx9LCJQYXJlbnRTdHlsZSI6bnVsbH0sIk1hcmdpbiI6eyIkaWQiOiIyMzEyIiwiVG9wIjowLjAsIkxlZnQiOjAuMCwiUmlnaHQiOjAuMCwiQm90dG9tIjowLjB9LCJQYWRkaW5nIjp7IiRpZCI6IjIzMTMiLCJUb3AiOjAuMCwiTGVmdCI6MC4wLCJSaWdodCI6MC4wLCJCb3R0b20iOjAuMH0sIkJhY2tncm91bmQiOm51bGwsIklzVmlzaWJsZSI6dHJ1ZSwiV2lkdGgiOjAuMCwiSGVpZ2h0IjowLjAsIkJvcmRlclN0eWxlIjpudWxsLCJQYXJlbnRTdHlsZSI6bnVsbH0sIkJhY2tncm91bmRTdHlsZSI6eyIkaWQiOiIyMzE0IiwiTWFyZ2luIjp7IiRpZCI6IjIzMTUiLCJUb3AiOjAuMCwiTGVmdCI6MC4wLCJSaWdodCI6MC4wLCJCb3R0b20iOjAuMH0sIlBhZGRpbmciOnsiJGlkIjoiMjMxNiIsIlRvcCI6MC4wLCJMZWZ0IjowLjAsIlJpZ2h0IjowLjAsIkJvdHRvbSI6MC4wfSwiQmFja2dyb3VuZCI6eyIkaWQiOiIyMzE3IiwiQ29sb3IiOnsiJGlkIjoiMjMxOCIsIkEiOjUxLCJSIjoxNjMsIkciOjIyOSwiQiI6MjM4fX0sIklzVmlzaWJsZSI6dHJ1ZSwiV2lkdGgiOjAuMCwiSGVpZ2h0IjowLjAsIkJvcmRlclN0eWxlIjp7IiRpZCI6IjIzMTkiLCJMaW5lQ29sb3IiOnsiJGlkIjoiMjMyMCIsIiR0eXBlIjoiTkxSRS5Db21tb24uRG9tLlNvbGlkQ29sb3JCcnVzaCwgTkxSRS5Db21tb24iLCJDb2xvciI6eyIkaWQiOiIyMzIxIiwiQSI6MjU1LCJSIjoyMzQsIkciOjIyLCJCIjozMH19LCJMaW5lV2VpZ2h0IjowLjAsIkxpbmVUeXBlIjowLCJQYXJlbnRTdHlsZSI6bnVsbH0sIlBhcmVudFN0eWxlIjpudWxsfSwiSXNBYm92ZVRpbWViYW5kIjpmYWxzZSwiU3BhY2luZyI6MiwiRGVmYXVsdFN3aW1sYW5lVGFza1N0eWxlIjp7IiRpZCI6IjIzMjIiLCIkdHlwZSI6Ik5MUkUuQ29tbW9uLkRvbS5TdHlsZXMuRXhwbGljaXRTZXRhYmxlVGFza1N0eWxlLCBOTFJFLkNvbW1vbiIsIlNoYXBlIjozLCJTaGFwZVRoaWNrbmVzcyI6MCwiRHVyYXRpb25Gb3JtYXQiOjAsIkluY2x1ZGVOb25Xb3JraW5nRGF5c0luRHVyYXRpb24iOmZhbHNlLCJQZXJjZW50YWdlQ29tcGxldGVTdHlsZSI6eyIkaWQiOiIyMzIzIiwiRm9udFNldHRpbmdzIjp7IiRpZCI6IjIzMjQiLCJGb250U2l6ZSI6MTAsIkZvbnROYW1lIjoiQ2FsaWJyaSIsIklzQm9sZCI6ZmFsc2UsIklzSXRhbGljIjpmYWxzZSwiSXNVbmRlcmxpbmVkIjpmYWxzZSwiUGFyZW50U3R5bGUiOm51bGx9LCJBdXRvU2l6ZSI6MCwiRm9yZWdyb3VuZCI6eyIkcmVmIjoiMTE1MyJ9LCJNYXhXaWR0aCI6MjAwLjAsIk1heEhlaWdodCI6IkluZmluaXR5IiwiU21hcnRGb3JlZ3JvdW5kSXNBY3RpdmUiOmZhbHNlLCJIb3Jpem9udGFsQWxpZ25tZW50IjowLCJWZXJ0aWNhbEFsaWdubWVudCI6MCwiU21hcnRGb3JlZ3JvdW5kIjpudWxsLCJCYWNrZ3JvdW5kRmlsbFR5cGUiOjAsIk1hcmdpbiI6eyIkcmVmIjoiMTE1NSJ9LCJQYWRkaW5nIjp7IiRyZWYiOiIxMTU2In0sIkJhY2tncm91bmQiOnsiJHJlZiI6IjExNTcifSwiSXNWaXNpYmxlIjp0cnVlLCJXaWR0aCI6MC4wLCJIZWlnaHQiOjAuMCwiQm9yZGVyU3R5bGUiOm51bGwsIlBhcmVudFN0eWxlIjpudWxsfSwiRHVyYXRpb25TdHlsZSI6eyIkaWQiOiIyMzI1IiwiRm9udFNldHRpbmdzIjp7IiRpZCI6IjIzMjYiLCJGb250U2l6ZSI6MTAsIkZvbnROYW1lIjoiQ2FsaWJyaSIsIklzQm9sZCI6ZmFsc2UsIklzSXRhbGljIjpmYWxzZSwiSXNVbmRlcmxpbmVkIjpmYWxzZSwiUGFyZW50U3R5bGUiOm51bGx9LCJBdXRvU2l6ZSI6MCwiRm9yZWdyb3VuZCI6eyIkcmVmIjoiMTE2MSJ9LCJNYXhXaWR0aCI6MjAwLjAsIk1heEhlaWdodCI6IkluZmluaXR5IiwiU21hcnRGb3JlZ3JvdW5kSXNBY3RpdmUiOmZhbHNlLCJIb3Jpem9udGFsQWxpZ25tZW50IjowLCJWZXJ0aWNhbEFsaWdubWVudCI6MCwiU21hcnRGb3JlZ3JvdW5kIjpudWxsLCJCYWNrZ3JvdW5kRmlsbFR5cGUiOjAsIk1hcmdpbiI6eyIkcmVmIjoiMTE2MyJ9LCJQYWRkaW5nIjp7IiRyZWYiOiIxMTY0In0sIkJhY2tncm91bmQiOnsiJHJlZiI6IjExNjUifSwiSXNWaXNpYmxlIjp0cnVlLCJXaWR0aCI6MC4wLCJIZWlnaHQiOjAuMCwiQm9yZGVyU3R5bGUiOm51bGwsIlBhcmVudFN0eWxlIjpudWxsfSwiSG9yaXpvbnRhbENvbm5lY3RvclN0eWxlIjp7IiRpZCI6IjIzMjciLCJMaW5lQ29sb3IiOnsiJHJlZiI6IjExNjgifSwiTGluZVdlaWdodCI6MS4wLCJMaW5lVHlwZSI6MCwiUGFyZW50U3R5bGUiOm51bGx9LCJWZXJ0aWNhbENvbm5lY3RvclN0eWxlIjp7IiRpZCI6IjIzMjgiLCJMaW5lQ29sb3IiOnsiJHJlZiI6IjExNzEi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UsIklzQmVsb3dUaW1lYmFuZCI6dHJ1ZSwiUGVyY2VudGFnZUNvbXBsZXRlU2hhcGVPcGFjaXR5IjozNSwiQmFzZWxpbmVTdHlsZSI6eyIkaWQiOiIyMzI5IiwiU2hhcGVTdHlsZSI6eyIkaWQiOiIyMzMwIiwiTWFyZ2luIjp7IiRpZCI6IjIzMzEiLCJUb3AiOjAuMCwiTGVmdCI6MC4wLCJSaWdodCI6MC4wLCJCb3R0b20iOjAuMH0sIlBhZGRpbmciOnsiJGlkIjoiMjMzMiIsIlRvcCI6MC4wLCJMZWZ0IjowLjAsIlJpZ2h0IjowLjAsIkJvdHRvbSI6MC4wfSwiQmFja2dyb3VuZCI6eyIkaWQiOiIyMzMzIiwiQ29sb3IiOnsiJGlkIjoiMjMzNCIsIkEiOjE1MywiUiI6MCwiRyI6MCwiQiI6MH19LCJJc1Zpc2libGUiOnRydWUsIldpZHRoIjowLjAsIkhlaWdodCI6MC4wLCJCb3JkZXJTdHlsZSI6eyIkaWQiOiIyMzM1IiwiTGluZUNvbG9yIjpudWxsLCJMaW5lV2VpZ2h0IjowLjAsIkxpbmVUeXBlIjowLCJQYXJlbnRTdHlsZSI6bnVsbH0sIlBhcmVudFN0eWxlIjpudWxsfSwiTWFyZ2luIjp7IiRpZCI6IjIzMzYiLCJUb3AiOjAuMCwiTGVmdCI6MC4wLCJSaWdodCI6MC4wLCJCb3R0b20iOjAuMH0sIlBhZGRpbmciOnsiJGlkIjoiMjMzNyIsIlRvcCI6MC4wLCJMZWZ0IjowLjAsIlJpZ2h0IjowLjAsIkJvdHRvbSI6MC4wfSwiQmFja2dyb3VuZCI6bnVsbCwiSXNWaXNpYmxlIjp0cnVlLCJXaWR0aCI6MC4wLCJIZWlnaHQiOjAuMCwiQm9yZGVyU3R5bGUiOm51bGwsIlBhcmVudFN0eWxlIjpudWxsfSwiU2hhcGVTdHlsZSI6eyIkaWQiOiIyMzM4IiwiTWFyZ2luIjp7IiRyZWYiOiIxMTgzIn0sIlBhZGRpbmciOnsiJHJlZiI6IjExODQifSwiQmFja2dyb3VuZCI6eyIkcmVmIjoiMTE4NSJ9LCJJc1Zpc2libGUiOnRydWUsIldpZHRoIjowLjAsIkhlaWdodCI6MTAuMCwiQm9yZGVyU3R5bGUiOnsiJGlkIjoiMjMzOSIsIkxpbmVDb2xvciI6eyIkcmVmIjoiMTE4OCJ9LCJMaW5lV2VpZ2h0IjowLjAsIkxpbmVUeXBlIjowLCJQYXJlbnRTdHlsZSI6bnVsbH0sIlBhcmVudFN0eWxlIjpudWxsfSwiVGl0bGVTdHlsZSI6eyIkaWQiOiIyMzQwIiwiRm9udFNldHRpbmdzIjp7IiRpZCI6IjIzNDEiLCJGb250U2l6ZSI6MTEsIkZvbnROYW1lIjoiQm9laHJpbmdlciBGb3J3YXJkIFRleHQiLCJJc0JvbGQiOmZhbHNlLCJJc0l0YWxpYyI6ZmFsc2UsIklzVW5kZXJsaW5lZCI6ZmFsc2UsIlBhcmVudFN0eWxlIjpudWxsfSwiQXV0b1NpemUiOjAsIkZvcmVncm91bmQiOnsiJHJlZiI6IjExOTIifSwiTWF4V2lkdGgiOjIwMC4wLCJNYXhIZWlnaHQiOiJJbmZpbml0eSIsIlNtYXJ0Rm9yZWdyb3VuZElzQWN0aXZlIjpmYWxzZSwiSG9yaXpvbnRhbEFsaWdubWVudCI6MSwiVmVydGljYWxBbGlnbm1lbnQiOjAsIlNtYXJ0Rm9yZWdyb3VuZCI6bnVsbCwiQmFja2dyb3VuZEZpbGxUeXBlIjowLCJNYXJnaW4iOnsiJHJlZiI6IjExOTQifSwiUGFkZGluZyI6eyIkcmVmIjoiMTE5NSJ9LCJCYWNrZ3JvdW5kIjp7IiRyZWYiOiIxMTk2In0sIklzVmlzaWJsZSI6dHJ1ZSwiV2lkdGgiOjAuMCwiSGVpZ2h0IjowLjAsIkJvcmRlclN0eWxlIjpudWxsLCJQYXJlbnRTdHlsZSI6bnVsbH0sIkRhdGVTdHlsZSI6eyIkaWQiOiIyMzQyIiwiRm9udFNldHRpbmdzIjp7IiRpZCI6IjIzNDMiLCJGb250U2l6ZSI6MTAsIkZvbnROYW1lIjoiQ2FsaWJyaSIsIklzQm9sZCI6ZmFsc2UsIklzSXRhbGljIjpmYWxzZSwiSXNVbmRlcmxpbmVkIjpmYWxzZSwiUGFyZW50U3R5bGUiOm51bGx9LCJBdXRvU2l6ZSI6MCwiRm9yZWdyb3VuZCI6eyIkcmVmIjoiMTIwMCJ9LCJNYXhXaWR0aCI6MjAwLjAsIk1heEhlaWdodCI6IkluZmluaXR5IiwiU21hcnRGb3JlZ3JvdW5kSXNBY3RpdmUiOmZhbHNlLCJIb3Jpem9udGFsQWxpZ25tZW50IjoyLCJWZXJ0aWNhbEFsaWdubWVudCI6MCwiU21hcnRGb3JlZ3JvdW5kIjpudWxsLCJCYWNrZ3JvdW5kRmlsbFR5cGUiOjAsIk1hcmdpbiI6eyIkcmVmIjoiMTIwMiJ9LCJQYWRkaW5nIjp7IiRyZWYiOiIxMjAzIn0sIkJhY2tncm91bmQiOnsiJHJlZiI6IjEyMDQifSwiSXNWaXNpYmxlIjp0cnVlLCJXaWR0aCI6MC4wLCJIZWlnaHQiOjAuMCwiQm9yZGVyU3R5bGUiOm51bGwsIlBhcmVudFN0eWxlIjpudWxsfSwiRGF0ZUZvcm1hdCI6eyIkcmVmIjoiMTIwNiJ9LCJXZWVrTnVtYmVyaW5nIjp7IiRpZCI6IjIzNDQiLCJGb3JtYXQiOjAsIklzVmlzaWJsZSI6ZmFsc2UsIkxhc3RLbm93blZpc2liaWxpdHlTdGF0ZSI6ZmFsc2V9LCJJc1Zpc2libGUiOnRydWUsIlBhcmVudFN0eWxlIjpudWxsLCJfZXhwbGljaXRseVNldCI6eyIkaWQiOiIyMzQ1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IzNDYiLCJTaGFwZSI6MTQsIkNvbm5lY3Rvck1hcmdpbiI6eyIkcmVmIjoiMTIxMCJ9LCJDb25uZWN0b3JTdHlsZSI6eyIkaWQiOiIyMzQ3IiwiTGluZUNvbG9yIjp7IiRyZWYiOiIxMjEyIn0sIkxpbmVXZWlnaHQiOjEuMCwiTGluZVR5cGUiOjAsIlBhcmVudFN0eWxlIjpudWxsfSwiSXNCZWxvd1RpbWViYW5kIjp0cnVlLCJQb3NpdGlvbk9uVGFzayI6MiwiSGlkZURhdGUiOmZhbHNlLCJTaGFwZVNpemUiOjEsIlNwYWNpbmciOjAuMCwiUGFkZGluZyI6eyIkcmVmIjoiMTIxNCJ9LCJTaGFwZVN0eWxlIjp7IiRpZCI6IjIzNDgiLCJNYXJnaW4iOnsiJHJlZiI6IjEyMTYifSwiUGFkZGluZyI6eyIkcmVmIjoiMTIxNyJ9LCJCYWNrZ3JvdW5kIjp7IiRyZWYiOiIxMjE4In0sIklzVmlzaWJsZSI6dHJ1ZSwiV2lkdGgiOjE4LjAsIkhlaWdodCI6MjAuMCwiQm9yZGVyU3R5bGUiOnsiJGlkIjoiMjM0OSIsIkxpbmVDb2xvciI6eyIkcmVmIjoiMTIyMSJ9LCJMaW5lV2VpZ2h0IjowLjAsIkxpbmVUeXBlIjowLCJQYXJlbnRTdHlsZSI6bnVsbH0sIlBhcmVudFN0eWxlIjpudWxsfSwiVGl0bGVTdHlsZSI6eyIkaWQiOiIyMzUwIiwiRm9udFNldHRpbmdzIjp7IiRpZCI6IjIzNTEiLCJGb250U2l6ZSI6MTEsIkZvbnROYW1lIjoiQm9laHJpbmdlciBGb3J3YXJkIFRleHQiLCJJc0JvbGQiOnRydWUsIklzSXRhbGljIjpmYWxzZSwiSXNVbmRlcmxpbmVkIjpmYWxzZSwiUGFyZW50U3R5bGUiOm51bGx9LCJBdXRvU2l6ZSI6MCwiRm9yZWdyb3VuZCI6eyIkcmVmIjoiMTIyNSJ9LCJNYXhXaWR0aCI6MjAwLjAsIk1heEhlaWdodCI6IkluZmluaXR5IiwiU21hcnRGb3JlZ3JvdW5kSXNBY3RpdmUiOmZhbHNlLCJIb3Jpem9udGFsQWxpZ25tZW50IjoxLCJWZXJ0aWNhbEFsaWdubWVudCI6MCwiU21hcnRGb3JlZ3JvdW5kIjpudWxsLCJCYWNrZ3JvdW5kRmlsbFR5cGUiOjAsIk1hcmdpbiI6eyIkcmVmIjoiMTIyNyJ9LCJQYWRkaW5nIjp7IiRyZWYiOiIxMjI4In0sIkJhY2tncm91bmQiOnsiJHJlZiI6IjEyMjkifSwiSXNWaXNpYmxlIjp0cnVlLCJXaWR0aCI6MC4wLCJIZWlnaHQiOjAuMCwiQm9yZGVyU3R5bGUiOm51bGwsIlBhcmVudFN0eWxlIjpudWxsfSwiRGF0ZVN0eWxlIjp7IiRpZCI6IjIzNTIiLCJGb250U2V0dGluZ3MiOnsiJGlkIjoiMjM1MyIsIkZvbnRTaXplIjoxMCwiRm9udE5hbWUiOiJCb2VocmluZ2VyIEZvcndhcmQgVGV4dCIsIklzQm9sZCI6ZmFsc2UsIklzSXRhbGljIjpmYWxzZSwiSXNVbmRlcmxpbmVkIjpmYWxzZSwiUGFyZW50U3R5bGUiOm51bGx9LCJBdXRvU2l6ZSI6MCwiRm9yZWdyb3VuZCI6eyIkcmVmIjoiMTIzMyJ9LCJNYXhXaWR0aCI6MjAwLjAsIk1heEhlaWdodCI6IkluZmluaXR5IiwiU21hcnRGb3JlZ3JvdW5kSXNBY3RpdmUiOmZhbHNlLCJIb3Jpem9udGFsQWxpZ25tZW50IjoyLCJWZXJ0aWNhbEFsaWdubWVudCI6MCwiU21hcnRGb3JlZ3JvdW5kIjpudWxsLCJCYWNrZ3JvdW5kRmlsbFR5cGUiOjAsIk1hcmdpbiI6eyIkcmVmIjoiMTIzNSJ9LCJQYWRkaW5nIjp7IiRyZWYiOiIxMjM2In0sIkJhY2tncm91bmQiOnsiJHJlZiI6IjEyMzcifSwiSXNWaXNpYmxlIjpmYWxzZSwiV2lkdGgiOjAuMCwiSGVpZ2h0IjowLjAsIkJvcmRlclN0eWxlIjpudWxsLCJQYXJlbnRTdHlsZSI6bnVsbH0sIkRhdGVGb3JtYXQiOnsiJHJlZiI6IjEyMzkifSwiV2Vla051bWJlcmluZyI6eyIkaWQiOiIyMzU0IiwiRm9ybWF0IjowLCJJc1Zpc2libGUiOmZhbHNlLCJMYXN0S25vd25WaXNpYmlsaXR5U3RhdGUiOmZhbHNlfSwiSXNWaXNpYmxlIjp0cnVlLCJQYXJlbnRTdHlsZSI6bnVsbH0sIkRlZmF1bHRTd2ltbGFuZU1pbGVzdG9uZVN0eWxlIjp7IiRpZCI6IjIzNTUiLCJUaXRsZVBvc2l0aW9uIjoiUmlnaHQiLCJEYXRlUG9zaXRpb24iOiJMZWZ0IiwiU2hhcGVUeXBlIjoxMywiU2hhcGVTaXplIjoxLCJTcGFjaW5nIjo1LCJTaGFwZVN0eWxlIjp7IiRpZCI6IjIzNTYiLCJNYXJnaW4iOnsiJHJlZiI6IjEyNDMifSwiUGFkZGluZyI6eyIkcmVmIjoiMTI0NCJ9LCJCYWNrZ3JvdW5kIjp7IiRyZWYiOiIxMjQ1In0sIklzVmlzaWJsZSI6dHJ1ZSwiV2lkdGgiOjE4LjAsIkhlaWdodCI6MjAuMCwiQm9yZGVyU3R5bGUiOnsiJGlkIjoiMjM1NyIsIkxpbmVDb2xvciI6eyIkcmVmIjoiMTI0OCJ9LCJMaW5lV2VpZ2h0IjowLjAsIkxpbmVUeXBlIjowLCJQYXJlbnRTdHlsZSI6bnVsbH0sIlBhcmVudFN0eWxlIjpudWxsfSwiVGl0bGVTdHlsZSI6eyIkaWQiOiIyMzU4IiwiRm9udFNldHRpbmdzIjp7IiRpZCI6IjIzNTkiLCJGb250U2l6ZSI6MTEsIkZvbnROYW1lIjoiQm9laHJpbmdlciBGb3J3YXJkIFRleHQiLCJJc0JvbGQiOnRydWUsIklzSXRhbGljIjpmYWxzZSwiSXNVbmRlcmxpbmVkIjpmYWxzZSwiUGFyZW50U3R5bGUiOm51bGx9LCJBdXRvU2l6ZSI6MCwiRm9yZWdyb3VuZCI6eyIkcmVmIjoiMTI1MiJ9LCJNYXhXaWR0aCI6MjAwLjAsIk1heEhlaWdodCI6IkluZmluaXR5IiwiU21hcnRGb3JlZ3JvdW5kSXNBY3RpdmUiOmZhbHNlLCJIb3Jpem9udGFsQWxpZ25tZW50IjowLCJWZXJ0aWNhbEFsaWdubWVudCI6MCwiU21hcnRGb3JlZ3JvdW5kIjpudWxsLCJCYWNrZ3JvdW5kRmlsbFR5cGUiOjAsIk1hcmdpbiI6eyIkcmVmIjoiMTI1NCJ9LCJQYWRkaW5nIjp7IiRyZWYiOiIxMjU1In0sIkJhY2tncm91bmQiOnsiJHJlZiI6IjEyNTYifSwiSXNWaXNpYmxlIjp0cnVlLCJXaWR0aCI6MC4wLCJIZWlnaHQiOjAuMCwiQm9yZGVyU3R5bGUiOm51bGwsIlBhcmVudFN0eWxlIjpudWxsfSwiRGF0ZVN0eWxlIjp7IiRpZCI6IjIzNjAiLCJGb250U2V0dGluZ3MiOnsiJGlkIjoiMjM2MSIsIkZvbnRTaXplIjoxMCwiRm9udE5hbWUiOiJCb2VocmluZ2VyIEZvcndhcmQgVGV4dCIsIklzQm9sZCI6ZmFsc2UsIklzSXRhbGljIjpmYWxzZSwiSXNVbmRlcmxpbmVkIjpmYWxzZSwiUGFyZW50U3R5bGUiOm51bGx9LCJBdXRvU2l6ZSI6MCwiRm9yZWdyb3VuZCI6eyIkcmVmIjoiMTI2MCJ9LCJNYXhXaWR0aCI6MjAwLjAsIk1heEhlaWdodCI6IkluZmluaXR5IiwiU21hcnRGb3JlZ3JvdW5kSXNBY3RpdmUiOmZhbHNlLCJIb3Jpem9udGFsQWxpZ25tZW50IjoyLCJWZXJ0aWNhbEFsaWdubWVudCI6MCwiU21hcnRGb3JlZ3JvdW5kIjpudWxsLCJCYWNrZ3JvdW5kRmlsbFR5cGUiOjAsIk1hcmdpbiI6eyIkcmVmIjoiMTI2MiJ9LCJQYWRkaW5nIjp7IiRyZWYiOiIxMjYzIn0sIkJhY2tncm91bmQiOnsiJHJlZiI6IjEyNjQifSwiSXNWaXNpYmxlIjpmYWxzZSwiV2lkdGgiOjAuMCwiSGVpZ2h0IjowLjAsIkJvcmRlclN0eWxlIjpudWxsLCJQYXJlbnRTdHlsZSI6bnVsbH0sIkRhdGVGb3JtYXQiOnsiJHJlZiI6IjEyNjYifSwiV2Vla051bWJlcmluZyI6eyIkaWQiOiIyMzYyIiwiRm9ybWF0IjowLCJJc1Zpc2libGUiOmZhbHNlLCJMYXN0S25vd25WaXNpYmlsaXR5U3RhdGUiOmZhbHNlfSwiSXNWaXNpYmxlIjp0cnVlLCJQYXJlbnRTdHlsZSI6bnVsbH0sIkRlZmF1bHRTd2ltbGFuZUFjdGl2aXR5U3R5bGUiOnsiJGlkIjoiMjM2MyIsIkhlYWRlclN0eWxlIjp7IiRpZCI6IjIzNjQiLCJUZXh0U3R5bGUiOnsiJGlkIjoiMjM2NSIsIkZvbnRTZXR0aW5ncyI6eyIkaWQiOiIyMzY2IiwiRm9udFNpemUiOjExLCJGb250TmFtZSI6IkNhbGlicmkiLCJJc0JvbGQiOmZhbHNlLCJJc0l0YWxpYyI6ZmFsc2UsIklzVW5kZXJsaW5lZCI6ZmFsc2UsIlBhcmVudFN0eWxlIjpudWxsfSwiQXV0b1NpemUiOjIsIkZvcmVncm91bmQiOnsiJHJlZiI6IjEyNzIifSwiTWF4V2lkdGgiOjAuMCwiTWF4SGVpZ2h0IjowLjAsIlNtYXJ0Rm9yZWdyb3VuZElzQWN0aXZlIjpmYWxzZSwiSG9yaXpvbnRhbEFsaWdubWVudCI6MCwiVmVydGljYWxBbGlnbm1lbnQiOjAsIlNtYXJ0Rm9yZWdyb3VuZCI6bnVsbCwiQmFja2dyb3VuZEZpbGxUeXBlIjowLCJNYXJnaW4iOnsiJHJlZiI6IjEyNzQifSwiUGFkZGluZyI6eyIkcmVmIjoiMTI3NSJ9LCJCYWNrZ3JvdW5kIjpudWxsLCJJc1Zpc2libGUiOnRydWUsIldpZHRoIjowLjAsIkhlaWdodCI6MC4wLCJCb3JkZXJTdHlsZSI6bnVsbCwiUGFyZW50U3R5bGUiOm51bGx9LCJSZWN0YW5nbGVTdHlsZSI6eyIkaWQiOiIyMzY3IiwiTWFyZ2luIjp7IiRyZWYiOiIxMjc3In0sIlBhZGRpbmciOnsiJHJlZiI6IjEyNzgifSwiQmFja2dyb3VuZCI6eyIkcmVmIjoiMTI3OSJ9LCJJc1Zpc2libGUiOnRydWUsIldpZHRoIjowLjAsIkhlaWdodCI6MC4wLCJCb3JkZXJTdHlsZSI6eyIkaWQiOiIyMzY4IiwiTGluZUNvbG9yIjp7IiRyZWYiOiIxMjgyIn0sIkxpbmVXZWlnaHQiOjAuMCwiTGluZVR5cGUiOjAsIlBhcmVudFN0eWxlIjpudWxsfSwiUGFyZW50U3R5bGUiOm51bGx9LCJNYXJnaW4iOnsiJHJlZiI6IjEyODQifSwiUGFkZGluZyI6eyIkcmVmIjoiMTI4NSJ9LCJCYWNrZ3JvdW5kIjpudWxsLCJJc1Zpc2libGUiOnRydWUsIldpZHRoIjowLjAsIkhlaWdodCI6MC4wLCJCb3JkZXJTdHlsZSI6bnVsbCwiUGFyZW50U3R5bGUiOm51bGx9LCJCYWNrZ3JvdW5kU3R5bGUiOnsiJGlkIjoiMjM2OSIsIk1hcmdpbiI6eyIkcmVmIjoiMTI4NyJ9LCJQYWRkaW5nIjp7IiRyZWYiOiIxMjg4In0sIkJhY2tncm91bmQiOnsiJHJlZiI6IjExNDUifSwiSXNWaXNpYmxlIjp0cnVlLCJXaWR0aCI6MC4wLCJIZWlnaHQiOjAuMCwiQm9yZGVyU3R5bGUiOnsiJGlkIjoiMjM3MCIsIkxpbmVDb2xvciI6eyIkcmVmIjoiMTI5MCJ9LCJMaW5lV2VpZ2h0IjowLjAsIkxpbmVUeXBlIjowLCJQYXJlbnRTdHlsZSI6bnVsbH0sIlBhcmVudFN0eWxlIjpudWxsfSwiTWFyZ2luIjp7IiRyZWYiOiIxMjkyIn0sIlBhZGRpbmciOnsiJHJlZiI6IjEyOTMifSwiSXNWaXNpYmxlIjp0cnVlLCJXaWR0aCI6MC4wLCJIZWlnaHQiOjAuMCwiQm9yZGVyU3R5bGUiOm51bGwsIlBhcmVudFN0eWxlIjpudWxsfSwiTWFyZ2luIjp7IiRpZCI6IjIzNzEiLCJUb3AiOjAuMCwiTGVmdCI6MC4wLCJSaWdodCI6MC4wLCJCb3R0b20iOjAuMH0sIlBhZGRpbmciOnsiJGlkIjoiMjM3MiIsIlRvcCI6MC4wLCJMZWZ0IjowLjAsIlJpZ2h0IjowLjAsIkJvdHRvbSI6MC4wfSwiSXNWaXNpYmxlIjp0cnVlLCJXaWR0aCI6MC4wLCJIZWlnaHQiOjAuMCwiQm9yZGVyU3R5bGUiOnsiJGlkIjoiMjM3MyIsIkxpbmVDb2xvciI6bnVsbCwiTGluZVdlaWdodCI6MC4wLCJMaW5lVHlwZSI6MCwiUGFyZW50U3R5bGUiOm51bGx9LCJQYXJlbnRTdHlsZSI6bnVsbH0seyIkaWQiOiIyMzc0IiwiU3R5bGVJZCI6IjAwMDAwMDAwLTAwMDAtMDAwMC0wMDAwLTAwMDAwMDAwMDAwMCIsIkhlYWRlclN0eWxlIjp7IiRpZCI6IjIzNzUiLCJUZXh0SXNWZXJ0aWNhbCI6ZmFsc2UsIlRleHRTdHlsZSI6eyIkaWQiOiIyMzc2IiwiRm9udFNldHRpbmdzIjp7IiRpZCI6IjIzNzciLCJGb250U2l6ZSI6MTIsIkZvbnROYW1lIjoiQm9laHJpbmdlciBGb3J3YXJkIFRleHQiLCJJc0JvbGQiOmZhbHNlLCJJc0l0YWxpYyI6ZmFsc2UsIklzVW5kZXJsaW5lZCI6ZmFsc2UsIlBhcmVudFN0eWxlIjpudWxsfSwiQXV0b1NpemUiOjIsIkZvcmVncm91bmQiOnsiJGlkIjoiMjM3OCIsIkNvbG9yIjp7IiRpZCI6IjIzNzkiLCJBIjoyNTUsIlIiOjI1NSwiRyI6MjU1LCJCIjoyNTV9fSwiTWF4V2lkdGgiOjcxLjAsIk1heEhlaWdodCI6IkluZmluaXR5IiwiU21hcnRGb3JlZ3JvdW5kSXNBY3RpdmUiOmZhbHNlLCJIb3Jpem9udGFsQWxpZ25tZW50IjoxLCJWZXJ0aWNhbEFsaWdubWVudCI6MCwiU21hcnRGb3JlZ3JvdW5kIjpudWxsLCJCYWNrZ3JvdW5kRmlsbFR5cGUiOjAsIk1hcmdpbiI6eyIkaWQiOiIyMzgwIiwiVG9wIjowLjAsIkxlZnQiOjAuMCwiUmlnaHQiOjAuMCwiQm90dG9tIjowLjB9LCJQYWRkaW5nIjp7IiRpZCI6IjIzODEiLCJUb3AiOjAuMCwiTGVmdCI6MC4wLCJSaWdodCI6MC4wLCJCb3R0b20iOjAuMH0sIkJhY2tncm91bmQiOnsiJGlkIjoiMjM4MiIsIkNvbG9yIjp7IiRpZCI6IjIzODMiLCJBIjowLCJSIjoyNTUsIkciOjI1NSwiQiI6MjU1fX0sIklzVmlzaWJsZSI6dHJ1ZSwiV2lkdGgiOjAuMCwiSGVpZ2h0IjowLjAsIkJvcmRlclN0eWxlIjpudWxsLCJQYXJlbnRTdHlsZSI6bnVsbH0sIlJlY3RhbmdsZVN0eWxlIjp7IiRpZCI6IjIzODQiLCJNYXJnaW4iOnsiJGlkIjoiMjM4NSIsIlRvcCI6MC4wLCJMZWZ0IjowLjAsIlJpZ2h0IjowLjAsIkJvdHRvbSI6MC4wfSwiUGFkZGluZyI6eyIkaWQiOiIyMzg2IiwiVG9wIjowLjAsIkxlZnQiOjAuMCwiUmlnaHQiOjAuMCwiQm90dG9tIjowLjB9LCJCYWNrZ3JvdW5kIjp7IiRpZCI6IjIzODciLCJDb2xvciI6eyIkaWQiOiIyMzg4IiwiQSI6MjU1LCJSIjo4LCJHIjo0OSwiQiI6NDJ9fSwiSXNWaXNpYmxlIjp0cnVlLCJXaWR0aCI6MC4wLCJIZWlnaHQiOjAuMCwiQm9yZGVyU3R5bGUiOnsiJGlkIjoiMjM4OSIsIkxpbmVDb2xvciI6eyIkaWQiOiIyMzkwIiwiJHR5cGUiOiJOTFJFLkNvbW1vbi5Eb20uU29saWRDb2xvckJydXNoLCBOTFJFLkNvbW1vbiIsIkNvbG9yIjp7IiRpZCI6IjIzOTEiLCJBIjoyNTUsIlIiOjI1NSwiRyI6MCwiQiI6MH19LCJMaW5lV2VpZ2h0IjowLjAsIkxpbmVUeXBlIjowLCJQYXJlbnRTdHlsZSI6bnVsbH0sIlBhcmVudFN0eWxlIjpudWxsfSwiTWFyZ2luIjp7IiRpZCI6IjIzOTIiLCJUb3AiOjAuMCwiTGVmdCI6MC4wLCJSaWdodCI6MC4wLCJCb3R0b20iOjAuMH0sIlBhZGRpbmciOnsiJGlkIjoiMjM5MyIsIlRvcCI6MC4wLCJMZWZ0IjowLjAsIlJpZ2h0IjowLjAsIkJvdHRvbSI6MC4wfSwiQmFja2dyb3VuZCI6bnVsbCwiSXNWaXNpYmxlIjp0cnVlLCJXaWR0aCI6MC4wLCJIZWlnaHQiOjAuMCwiQm9yZGVyU3R5bGUiOm51bGwsIlBhcmVudFN0eWxlIjpudWxsfSwiQmFja2dyb3VuZFN0eWxlIjp7IiRpZCI6IjIzOTQiLCJNYXJnaW4iOnsiJGlkIjoiMjM5NSIsIlRvcCI6MC4wLCJMZWZ0IjowLjAsIlJpZ2h0IjowLjAsIkJvdHRvbSI6MC4wfSwiUGFkZGluZyI6eyIkaWQiOiIyMzk2IiwiVG9wIjowLjAsIkxlZnQiOjAuMCwiUmlnaHQiOjAuMCwiQm90dG9tIjowLjB9LCJCYWNrZ3JvdW5kIjp7IiRpZCI6IjIzOTciLCJDb2xvciI6eyIkaWQiOiIyMzk4IiwiQSI6NTEsIlIiOjgsIkciOjQ5LCJCIjo0Mn19LCJJc1Zpc2libGUiOnRydWUsIldpZHRoIjowLjAsIkhlaWdodCI6MC4wLCJCb3JkZXJTdHlsZSI6eyIkaWQiOiIyMzk5IiwiTGluZUNvbG9yIjp7IiRpZCI6IjI0MDAiLCIkdHlwZSI6Ik5MUkUuQ29tbW9uLkRvbS5Tb2xpZENvbG9yQnJ1c2gsIE5MUkUuQ29tbW9uIiwiQ29sb3IiOnsiJGlkIjoiMjQwMSIsIkEiOjI1NSwiUiI6MjM0LCJHIjoyMiwiQiI6MzB9fSwiTGluZVdlaWdodCI6MC4wLCJMaW5lVHlwZSI6MCwiUGFyZW50U3R5bGUiOm51bGx9LCJQYXJlbnRTdHlsZSI6bnVsbH0sIklzQWJvdmVUaW1lYmFuZCI6ZmFsc2UsIlNwYWNpbmciOjEwLCJEZWZhdWx0U3dpbWxhbmVUYXNrU3R5bGUiOnsiJGlkIjoiMjQwMiIsIiR0eXBlIjoiTkxSRS5Db21tb24uRG9tLlN0eWxlcy5FeHBsaWNpdFNldGFibGVUYXNrU3R5bGUsIE5MUkUuQ29tbW9uIiwiU2hhcGUiOjMsIlNoYXBlVGhpY2tuZXNzIjowLCJEdXJhdGlvbkZvcm1hdCI6MCwiSW5jbHVkZU5vbldvcmtpbmdEYXlzSW5EdXJhdGlvbiI6ZmFsc2UsIlBlcmNlbnRhZ2VDb21wbGV0ZVN0eWxlIjp7IiRpZCI6IjI0MDMiLCJGb250U2V0dGluZ3MiOnsiJGlkIjoiMjQwNCIsIkZvbnRTaXplIjoxMCwiRm9udE5hbWUiOiJDYWxpYnJpIiwiSXNCb2xkIjpmYWxzZSwiSXNJdGFsaWMiOmZhbHNlLCJJc1VuZGVybGluZWQiOmZhbHNlLCJQYXJlbnRTdHlsZSI6bnVsbH0sIkF1dG9TaXplIjowLCJGb3JlZ3JvdW5kIjp7IiRyZWYiOiIxNDM4In0sIk1heFdpZHRoIjoyMDAuMCwiTWF4SGVpZ2h0IjoiSW5maW5pdHkiLCJTbWFydEZvcmVncm91bmRJc0FjdGl2ZSI6ZmFsc2UsIkhvcml6b250YWxBbGlnbm1lbnQiOjAsIlZlcnRpY2FsQWxpZ25tZW50IjowLCJTbWFydEZvcmVncm91bmQiOm51bGwsIkJhY2tncm91bmRGaWxsVHlwZSI6MCwiTWFyZ2luIjp7IiRyZWYiOiIxNDQwIn0sIlBhZGRpbmciOnsiJHJlZiI6IjE0NDEifSwiQmFja2dyb3VuZCI6eyIkcmVmIjoiMTQ0MiJ9LCJJc1Zpc2libGUiOnRydWUsIldpZHRoIjowLjAsIkhlaWdodCI6MC4wLCJCb3JkZXJTdHlsZSI6bnVsbCwiUGFyZW50U3R5bGUiOm51bGx9LCJEdXJhdGlvblN0eWxlIjp7IiRpZCI6IjI0MDUiLCJGb250U2V0dGluZ3MiOnsiJGlkIjoiMjQwNiIsIkZvbnRTaXplIjoxMCwiRm9udE5hbWUiOiJDYWxpYnJpIiwiSXNCb2xkIjpmYWxzZSwiSXNJdGFsaWMiOmZhbHNlLCJJc1VuZGVybGluZWQiOmZhbHNlLCJQYXJlbnRTdHlsZSI6bnVsbH0sIkF1dG9TaXplIjowLCJGb3JlZ3JvdW5kIjp7IiRyZWYiOiIxNDQ2In0sIk1heFdpZHRoIjoyMDAuMCwiTWF4SGVpZ2h0IjoiSW5maW5pdHkiLCJTbWFydEZvcmVncm91bmRJc0FjdGl2ZSI6ZmFsc2UsIkhvcml6b250YWxBbGlnbm1lbnQiOjAsIlZlcnRpY2FsQWxpZ25tZW50IjowLCJTbWFydEZvcmVncm91bmQiOm51bGwsIkJhY2tncm91bmRGaWxsVHlwZSI6MCwiTWFyZ2luIjp7IiRyZWYiOiIxNDQ4In0sIlBhZGRpbmciOnsiJHJlZiI6IjE0NDkifSwiQmFja2dyb3VuZCI6eyIkcmVmIjoiMTQ1MCJ9LCJJc1Zpc2libGUiOnRydWUsIldpZHRoIjowLjAsIkhlaWdodCI6MC4wLCJCb3JkZXJTdHlsZSI6bnVsbCwiUGFyZW50U3R5bGUiOm51bGx9LCJIb3Jpem9udGFsQ29ubmVjdG9yU3R5bGUiOnsiJGlkIjoiMjQwNyIsIkxpbmVDb2xvciI6eyIkcmVmIjoiMTQ1MyJ9LCJMaW5lV2VpZ2h0IjoxLjAsIkxpbmVUeXBlIjowLCJQYXJlbnRTdHlsZSI6bnVsbH0sIlZlcnRpY2FsQ29ubmVjdG9yU3R5bGUiOnsiJGlkIjoiMjQwOCIsIkxpbmVDb2xvciI6eyIkcmVmIjoiMTQ1NiJ9LCJMaW5lV2VpZ2h0IjowLjAsIkxpbmVUeXBlIjowLCJQYXJlbnRTdHlsZSI6bnVsbH0sIk1hcmdpbiI6bnVsbCwiU3RhcnREYXRlUG9zaXRpb24iOjYsIkVuZERhdGVQb3NpdGlvbiI6NiwiRGF0ZUlzVmlzaWJsZSI6ZmFsc2UsIlRpdGxlUG9zaXRpb24iOjAsIkR1cmF0aW9uUG9zaXRpb24iOjYsIlBlcmNlbnRhZ2VDb21wbGV0ZWRQb3NpdGlvbiI6NiwiU3BhY2luZyI6NSwiSXNCZWxvd1RpbWViYW5kIjp0cnVlLCJQZXJjZW50YWdlQ29tcGxldGVTaGFwZU9wYWNpdHkiOjM1LCJCYXNlbGluZVN0eWxlIjp7IiRpZCI6IjI0MDkiLCJTaGFwZVN0eWxlIjp7IiRpZCI6IjI0MTAiLCJNYXJnaW4iOnsiJGlkIjoiMjQxMSIsIlRvcCI6MC4wLCJMZWZ0IjowLjAsIlJpZ2h0IjowLjAsIkJvdHRvbSI6MC4wfSwiUGFkZGluZyI6eyIkaWQiOiIyNDEyIiwiVG9wIjowLjAsIkxlZnQiOjAuMCwiUmlnaHQiOjAuMCwiQm90dG9tIjowLjB9LCJCYWNrZ3JvdW5kIjp7IiRpZCI6IjI0MTMiLCJDb2xvciI6eyIkaWQiOiIyNDE0IiwiQSI6MTUzLCJSIjowLCJHIjowLCJCIjowfX0sIklzVmlzaWJsZSI6dHJ1ZSwiV2lkdGgiOjAuMCwiSGVpZ2h0IjowLjAsIkJvcmRlclN0eWxlIjp7IiRpZCI6IjI0MTUiLCJMaW5lQ29sb3IiOm51bGwsIkxpbmVXZWlnaHQiOjAuMCwiTGluZVR5cGUiOjAsIlBhcmVudFN0eWxlIjpudWxsfSwiUGFyZW50U3R5bGUiOm51bGx9LCJNYXJnaW4iOnsiJGlkIjoiMjQxNiIsIlRvcCI6MC4wLCJMZWZ0IjowLjAsIlJpZ2h0IjowLjAsIkJvdHRvbSI6MC4wfSwiUGFkZGluZyI6eyIkaWQiOiIyNDE3IiwiVG9wIjowLjAsIkxlZnQiOjAuMCwiUmlnaHQiOjAuMCwiQm90dG9tIjowLjB9LCJCYWNrZ3JvdW5kIjpudWxsLCJJc1Zpc2libGUiOnRydWUsIldpZHRoIjowLjAsIkhlaWdodCI6MC4wLCJCb3JkZXJTdHlsZSI6bnVsbCwiUGFyZW50U3R5bGUiOm51bGx9LCJTaGFwZVN0eWxlIjp7IiRpZCI6IjI0MTgiLCJNYXJnaW4iOnsiJHJlZiI6IjE0NjgifSwiUGFkZGluZyI6eyIkcmVmIjoiMTQ2OSJ9LCJCYWNrZ3JvdW5kIjp7IiRyZWYiOiIxNDcwIn0sIklzVmlzaWJsZSI6dHJ1ZSwiV2lkdGgiOjc0Ljc1ODc0MzI4NjEzMjgxMiwiSGVpZ2h0IjoxMC4wLCJCb3JkZXJTdHlsZSI6eyIkaWQiOiIyNDE5IiwiTGluZUNvbG9yIjp7IiRyZWYiOiIxNDczIn0sIkxpbmVXZWlnaHQiOjAuMCwiTGluZVR5cGUiOjAsIlBhcmVudFN0eWxlIjpudWxsfSwiUGFyZW50U3R5bGUiOm51bGx9LCJUaXRsZVN0eWxlIjp7IiRpZCI6IjI0MjAiLCJGb250U2V0dGluZ3MiOnsiJGlkIjoiMjQyMSIsIkZvbnRTaXplIjoxMSwiRm9udE5hbWUiOiJCb2VocmluZ2VyIEZvcndhcmQgVGV4dCIsIklzQm9sZCI6ZmFsc2UsIklzSXRhbGljIjpmYWxzZSwiSXNVbmRlcmxpbmVkIjpmYWxzZSwiUGFyZW50U3R5bGUiOm51bGx9LCJBdXRvU2l6ZSI6MCwiRm9yZWdyb3VuZCI6eyIkcmVmIjoiMTQ3NyJ9LCJNYXhXaWR0aCI6MjAwLjAsIk1heEhlaWdodCI6IkluZmluaXR5IiwiU21hcnRGb3JlZ3JvdW5kSXNBY3RpdmUiOmZhbHNlLCJIb3Jpem9udGFsQWxpZ25tZW50IjoxLCJWZXJ0aWNhbEFsaWdubWVudCI6MCwiU21hcnRGb3JlZ3JvdW5kIjpudWxsLCJCYWNrZ3JvdW5kRmlsbFR5cGUiOjAsIk1hcmdpbiI6eyIkcmVmIjoiMTQ3OSJ9LCJQYWRkaW5nIjp7IiRyZWYiOiIxNDgwIn0sIkJhY2tncm91bmQiOnsiJHJlZiI6IjE0ODEifSwiSXNWaXNpYmxlIjp0cnVlLCJXaWR0aCI6MC4wLCJIZWlnaHQiOjAuMCwiQm9yZGVyU3R5bGUiOm51bGwsIlBhcmVudFN0eWxlIjpudWxsfSwiRGF0ZVN0eWxlIjp7IiRpZCI6IjI0MjIiLCJGb250U2V0dGluZ3MiOnsiJGlkIjoiMjQyMyIsIkZvbnRTaXplIjoxMCwiRm9udE5hbWUiOiJDYWxpYnJpIiwiSXNCb2xkIjpmYWxzZSwiSXNJdGFsaWMiOmZhbHNlLCJJc1VuZGVybGluZWQiOmZhbHNlLCJQYXJlbnRTdHlsZSI6bnVsbH0sIkF1dG9TaXplIjowLCJGb3JlZ3JvdW5kIjp7IiRyZWYiOiIxNDg1In0sIk1heFdpZHRoIjoyMDAuMCwiTWF4SGVpZ2h0IjoiSW5maW5pdHkiLCJTbWFydEZvcmVncm91bmRJc0FjdGl2ZSI6ZmFsc2UsIkhvcml6b250YWxBbGlnbm1lbnQiOjIsIlZlcnRpY2FsQWxpZ25tZW50IjowLCJTbWFydEZvcmVncm91bmQiOm51bGwsIkJhY2tncm91bmRGaWxsVHlwZSI6MCwiTWFyZ2luIjp7IiRyZWYiOiIxNDg3In0sIlBhZGRpbmciOnsiJHJlZiI6IjE0ODgifSwiQmFja2dyb3VuZCI6eyIkcmVmIjoiMTQ4OSJ9LCJJc1Zpc2libGUiOnRydWUsIldpZHRoIjowLjAsIkhlaWdodCI6MC4wLCJCb3JkZXJTdHlsZSI6bnVsbCwiUGFyZW50U3R5bGUiOm51bGx9LCJEYXRlRm9ybWF0Ijp7IiRyZWYiOiIxNDkxIn0sIldlZWtOdW1iZXJpbmciOnsiJGlkIjoiMjQyNCIsIkZvcm1hdCI6MCwiSXNWaXNpYmxlIjpmYWxzZSwiTGFzdEtub3duVmlzaWJpbGl0eVN0YXRlIjpmYWxzZX0sIklzVmlzaWJsZSI6dHJ1ZSwiUGFyZW50U3R5bGUiOm51bGwsIl9leHBsaWNpdGx5U2V0Ijp7IiRpZCI6IjI0MjU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jQyNiIsIlNoYXBlIjoyLCJDb25uZWN0b3JNYXJnaW4iOnsiJHJlZiI6IjE0OTUifSwiQ29ubmVjdG9yU3R5bGUiOnsiJGlkIjoiMjQyNyIsIkxpbmVDb2xvciI6eyIkcmVmIjoiMTQ5NyJ9LCJMaW5lV2VpZ2h0IjoxLjAsIkxpbmVUeXBlIjowLCJQYXJlbnRTdHlsZSI6bnVsbH0sIklzQmVsb3dUaW1lYmFuZCI6ZmFsc2UsIlBvc2l0aW9uT25UYXNrIjoxLCJIaWRlRGF0ZSI6ZmFsc2UsIlNoYXBlU2l6ZSI6MSwiU3BhY2luZyI6MC4wLCJQYWRkaW5nIjp7IiRyZWYiOiIxNDk5In0sIlNoYXBlU3R5bGUiOnsiJGlkIjoiMjQyOCIsIk1hcmdpbiI6eyIkcmVmIjoiMTUwMSJ9LCJQYWRkaW5nIjp7IiRyZWYiOiIxNTAyIn0sIkJhY2tncm91bmQiOnsiJHJlZiI6IjE1MDMifSwiSXNWaXNpYmxlIjp0cnVlLCJXaWR0aCI6MTMuMCwiSGVpZ2h0IjoxMy4wLCJCb3JkZXJTdHlsZSI6eyIkaWQiOiIyNDI5IiwiTGluZUNvbG9yIjp7IiRyZWYiOiIxNTA2In0sIkxpbmVXZWlnaHQiOjAuMCwiTGluZVR5cGUiOjAsIlBhcmVudFN0eWxlIjpudWxsfSwiUGFyZW50U3R5bGUiOm51bGx9LCJUaXRsZVN0eWxlIjp7IiRpZCI6IjI0MzAiLCJGb250U2V0dGluZ3MiOnsiJGlkIjoiMjQzMSIsIkZvbnRTaXplIjoxMSwiRm9udE5hbWUiOiJCb2VocmluZ2VyIEZvcndhcmQgVGV4dCIsIklzQm9sZCI6dHJ1ZSwiSXNJdGFsaWMiOmZhbHNlLCJJc1VuZGVybGluZWQiOmZhbHNlLCJQYXJlbnRTdHlsZSI6bnVsbH0sIkF1dG9TaXplIjowLCJGb3JlZ3JvdW5kIjp7IiRyZWYiOiIxNTEwIn0sIk1heFdpZHRoIjoyMDAuMCwiTWF4SGVpZ2h0IjoiSW5maW5pdHkiLCJTbWFydEZvcmVncm91bmRJc0FjdGl2ZSI6ZmFsc2UsIkhvcml6b250YWxBbGlnbm1lbnQiOjAsIlZlcnRpY2FsQWxpZ25tZW50IjowLCJTbWFydEZvcmVncm91bmQiOm51bGwsIkJhY2tncm91bmRGaWxsVHlwZSI6MCwiTWFyZ2luIjp7IiRyZWYiOiIxNTEyIn0sIlBhZGRpbmciOnsiJHJlZiI6IjE1MTMifSwiQmFja2dyb3VuZCI6eyIkcmVmIjoiMTUxNCJ9LCJJc1Zpc2libGUiOnRydWUsIldpZHRoIjowLjAsIkhlaWdodCI6MC4wLCJCb3JkZXJTdHlsZSI6bnVsbCwiUGFyZW50U3R5bGUiOm51bGx9LCJEYXRlU3R5bGUiOnsiJGlkIjoiMjQzMiIsIkZvbnRTZXR0aW5ncyI6eyIkaWQiOiIyNDMzIiwiRm9udFNpemUiOjEwLCJGb250TmFtZSI6IkJvZWhyaW5nZXIgRm9yd2FyZCBUZXh0IiwiSXNCb2xkIjpmYWxzZSwiSXNJdGFsaWMiOmZhbHNlLCJJc1VuZGVybGluZWQiOmZhbHNlLCJQYXJlbnRTdHlsZSI6bnVsbH0sIkF1dG9TaXplIjowLCJGb3JlZ3JvdW5kIjp7IiRyZWYiOiIxNTE4In0sIk1heFdpZHRoIjoyMDAuMCwiTWF4SGVpZ2h0IjoiSW5maW5pdHkiLCJTbWFydEZvcmVncm91bmRJc0FjdGl2ZSI6ZmFsc2UsIkhvcml6b250YWxBbGlnbm1lbnQiOjAsIlZlcnRpY2FsQWxpZ25tZW50IjowLCJTbWFydEZvcmVncm91bmQiOm51bGwsIkJhY2tncm91bmRGaWxsVHlwZSI6MCwiTWFyZ2luIjp7IiRyZWYiOiIxNTIwIn0sIlBhZGRpbmciOnsiJHJlZiI6IjE1MjEifSwiQmFja2dyb3VuZCI6eyIkcmVmIjoiMTUyMiJ9LCJJc1Zpc2libGUiOmZhbHNlLCJXaWR0aCI6MC4wLCJIZWlnaHQiOjAuMCwiQm9yZGVyU3R5bGUiOm51bGwsIlBhcmVudFN0eWxlIjpudWxsfSwiRGF0ZUZvcm1hdCI6eyIkcmVmIjoiMTUyNCJ9LCJXZWVrTnVtYmVyaW5nIjp7IiRpZCI6IjI0MzQiLCJGb3JtYXQiOjAsIklzVmlzaWJsZSI6ZmFsc2UsIkxhc3RLbm93blZpc2liaWxpdHlTdGF0ZSI6ZmFsc2V9LCJJc1Zpc2libGUiOnRydWUsIlBhcmVudFN0eWxlIjpudWxsfSwiRGVmYXVsdFN3aW1sYW5lTWlsZXN0b25lU3R5bGUiOnsiJGlkIjoiMjQzNSIsIlRpdGxlUG9zaXRpb24iOiJMZWZ0IiwiRGF0ZVBvc2l0aW9uIjoiTGVmdCIsIlNoYXBlVHlwZSI6MiwiU2hhcGVTaXplIjoxLCJTcGFjaW5nIjo1LCJTaGFwZVN0eWxlIjp7IiRpZCI6IjI0MzYiLCJNYXJnaW4iOnsiJHJlZiI6IjE1MjgifSwiUGFkZGluZyI6eyIkcmVmIjoiMTUyOSJ9LCJCYWNrZ3JvdW5kIjp7IiRyZWYiOiIxNTMwIn0sIklzVmlzaWJsZSI6dHJ1ZSwiV2lkdGgiOjEzLjAsIkhlaWdodCI6MTMuMCwiQm9yZGVyU3R5bGUiOnsiJGlkIjoiMjQzNyIsIkxpbmVDb2xvciI6eyIkcmVmIjoiMTUzMyJ9LCJMaW5lV2VpZ2h0IjowLjAsIkxpbmVUeXBlIjowLCJQYXJlbnRTdHlsZSI6bnVsbH0sIlBhcmVudFN0eWxlIjpudWxsfSwiVGl0bGVTdHlsZSI6eyIkaWQiOiIyNDM4IiwiRm9udFNldHRpbmdzIjp7IiRpZCI6IjI0MzkiLCJGb250U2l6ZSI6MTEsIkZvbnROYW1lIjoiQm9laHJpbmdlciBGb3J3YXJkIFRleHQiLCJJc0JvbGQiOnRydWUsIklzSXRhbGljIjpmYWxzZSwiSXNVbmRlcmxpbmVkIjpmYWxzZSwiUGFyZW50U3R5bGUiOm51bGx9LCJBdXRvU2l6ZSI6MCwiRm9yZWdyb3VuZCI6eyIkcmVmIjoiMTUzNyJ9LCJNYXhXaWR0aCI6MjAwLjAsIk1heEhlaWdodCI6IkluZmluaXR5IiwiU21hcnRGb3JlZ3JvdW5kSXNBY3RpdmUiOmZhbHNlLCJIb3Jpem9udGFsQWxpZ25tZW50IjowLCJWZXJ0aWNhbEFsaWdubWVudCI6MCwiU21hcnRGb3JlZ3JvdW5kIjpudWxsLCJCYWNrZ3JvdW5kRmlsbFR5cGUiOjAsIk1hcmdpbiI6eyIkcmVmIjoiMTUzOSJ9LCJQYWRkaW5nIjp7IiRyZWYiOiIxNTQwIn0sIkJhY2tncm91bmQiOnsiJHJlZiI6IjE1NDEifSwiSXNWaXNpYmxlIjp0cnVlLCJXaWR0aCI6MC4wLCJIZWlnaHQiOjAuMCwiQm9yZGVyU3R5bGUiOm51bGwsIlBhcmVudFN0eWxlIjpudWxsfSwiRGF0ZVN0eWxlIjp7IiRpZCI6IjI0NDAiLCJGb250U2V0dGluZ3MiOnsiJGlkIjoiMjQ0MSIsIkZvbnRTaXplIjoxMCwiRm9udE5hbWUiOiJCb2VocmluZ2VyIEZvcndhcmQgVGV4dCIsIklzQm9sZCI6ZmFsc2UsIklzSXRhbGljIjpmYWxzZSwiSXNVbmRlcmxpbmVkIjpmYWxzZSwiUGFyZW50U3R5bGUiOm51bGx9LCJBdXRvU2l6ZSI6MCwiRm9yZWdyb3VuZCI6eyIkcmVmIjoiMTU0NSJ9LCJNYXhXaWR0aCI6MjAwLjAsIk1heEhlaWdodCI6IkluZmluaXR5IiwiU21hcnRGb3JlZ3JvdW5kSXNBY3RpdmUiOmZhbHNlLCJIb3Jpem9udGFsQWxpZ25tZW50IjowLCJWZXJ0aWNhbEFsaWdubWVudCI6MCwiU21hcnRGb3JlZ3JvdW5kIjpudWxsLCJCYWNrZ3JvdW5kRmlsbFR5cGUiOjAsIk1hcmdpbiI6eyIkcmVmIjoiMTU0NyJ9LCJQYWRkaW5nIjp7IiRyZWYiOiIxNTQ4In0sIkJhY2tncm91bmQiOnsiJHJlZiI6IjE1NDkifSwiSXNWaXNpYmxlIjpmYWxzZSwiV2lkdGgiOjAuMCwiSGVpZ2h0IjowLjAsIkJvcmRlclN0eWxlIjpudWxsLCJQYXJlbnRTdHlsZSI6bnVsbH0sIkRhdGVGb3JtYXQiOnsiJHJlZiI6IjE1NTEifSwiV2Vla051bWJlcmluZyI6eyIkaWQiOiIyNDQyIiwiRm9ybWF0IjowLCJJc1Zpc2libGUiOmZhbHNlLCJMYXN0S25vd25WaXNpYmlsaXR5U3RhdGUiOmZhbHNlfSwiSXNWaXNpYmxlIjp0cnVlLCJQYXJlbnRTdHlsZSI6bnVsbH0sIkRlZmF1bHRTd2ltbGFuZUFjdGl2aXR5U3R5bGUiOnsiJGlkIjoiMjQ0MyIsIkhlYWRlclN0eWxlIjp7IiRpZCI6IjI0NDQiLCJUZXh0U3R5bGUiOnsiJGlkIjoiMjQ0NSIsIkZvbnRTZXR0aW5ncyI6eyIkaWQiOiIyNDQ2IiwiRm9udFNpemUiOjExLCJGb250TmFtZSI6IkNhbGlicmkiLCJJc0JvbGQiOmZhbHNlLCJJc0l0YWxpYyI6ZmFsc2UsIklzVW5kZXJsaW5lZCI6ZmFsc2UsIlBhcmVudFN0eWxlIjpudWxsfSwiQXV0b1NpemUiOjIsIkZvcmVncm91bmQiOnsiJHJlZiI6IjE1NTcifSwiTWF4V2lkdGgiOjAuMCwiTWF4SGVpZ2h0IjoiSW5maW5pdHkiLCJTbWFydEZvcmVncm91bmRJc0FjdGl2ZSI6ZmFsc2UsIkhvcml6b250YWxBbGlnbm1lbnQiOjAsIlZlcnRpY2FsQWxpZ25tZW50IjowLCJTbWFydEZvcmVncm91bmQiOm51bGwsIkJhY2tncm91bmRGaWxsVHlwZSI6MCwiTWFyZ2luIjp7IiRyZWYiOiIxNTU5In0sIlBhZGRpbmciOnsiJHJlZiI6IjE1NjAifSwiQmFja2dyb3VuZCI6eyIkcmVmIjoiMTU2MSJ9LCJJc1Zpc2libGUiOnRydWUsIldpZHRoIjowLjAsIkhlaWdodCI6MC4wLCJCb3JkZXJTdHlsZSI6bnVsbCwiUGFyZW50U3R5bGUiOm51bGx9LCJSZWN0YW5nbGVTdHlsZSI6eyIkaWQiOiIyNDQ3IiwiTWFyZ2luIjp7IiRyZWYiOiIxNTY0In0sIlBhZGRpbmciOnsiJHJlZiI6IjE1NjUifSwiQmFja2dyb3VuZCI6eyIkcmVmIjoiMTU2NiJ9LCJJc1Zpc2libGUiOnRydWUsIldpZHRoIjowLjAsIkhlaWdodCI6MC4wLCJCb3JkZXJTdHlsZSI6eyIkaWQiOiIyNDQ4IiwiTGluZUNvbG9yIjp7IiRyZWYiOiIxNTY5In0sIkxpbmVXZWlnaHQiOjAuMCwiTGluZVR5cGUiOjAsIlBhcmVudFN0eWxlIjpudWxsfSwiUGFyZW50U3R5bGUiOm51bGx9LCJNYXJnaW4iOnsiJHJlZiI6IjE1NzEifSwiUGFkZGluZyI6eyIkcmVmIjoiMTU3MiJ9LCJCYWNrZ3JvdW5kIjpudWxsLCJJc1Zpc2libGUiOnRydWUsIldpZHRoIjowLjAsIkhlaWdodCI6MC4wLCJCb3JkZXJTdHlsZSI6bnVsbCwiUGFyZW50U3R5bGUiOm51bGx9LCJCYWNrZ3JvdW5kU3R5bGUiOnsiJGlkIjoiMjQ0OSIsIk1hcmdpbiI6eyIkcmVmIjoiMTU3NCJ9LCJQYWRkaW5nIjp7IiRyZWYiOiIxNTc1In0sIkJhY2tncm91bmQiOnsiJHJlZiI6IjE0MzAifSwiSXNWaXNpYmxlIjp0cnVlLCJXaWR0aCI6MC4wLCJIZWlnaHQiOjAuMCwiQm9yZGVyU3R5bGUiOnsiJGlkIjoiMjQ1MCIsIkxpbmVDb2xvciI6eyIkcmVmIjoiMTU3NyJ9LCJMaW5lV2VpZ2h0IjowLjAsIkxpbmVUeXBlIjowLCJQYXJlbnRTdHlsZSI6bnVsbH0sIlBhcmVudFN0eWxlIjpudWxsfSwiTWFyZ2luIjp7IiRyZWYiOiIxNTc5In0sIlBhZGRpbmciOnsiJHJlZiI6IjE1ODAifSwiSXNWaXNpYmxlIjp0cnVlLCJXaWR0aCI6MC4wLCJIZWlnaHQiOjAuMCwiQm9yZGVyU3R5bGUiOm51bGwsIlBhcmVudFN0eWxlIjpudWxsfSwiTWFyZ2luIjp7IiRpZCI6IjI0NTEiLCJUb3AiOjAuMCwiTGVmdCI6MC4wLCJSaWdodCI6MC4wLCJCb3R0b20iOjAuMH0sIlBhZGRpbmciOnsiJGlkIjoiMjQ1MiIsIlRvcCI6MC4wLCJMZWZ0IjowLjAsIlJpZ2h0IjowLjAsIkJvdHRvbSI6MC4wfSwiSXNWaXNpYmxlIjp0cnVlLCJXaWR0aCI6MC4wLCJIZWlnaHQiOjAuMCwiQm9yZGVyU3R5bGUiOnsiJGlkIjoiMjQ1MyIsIkxpbmVDb2xvciI6bnVsbCwiTGluZVdlaWdodCI6MC4wLCJMaW5lVHlwZSI6MCwiUGFyZW50U3R5bGUiOm51bGx9LCJQYXJlbnRTdHlsZSI6bnVsbH0seyIkaWQiOiIyNDU0IiwiU3R5bGVJZCI6IjAwMDAwMDAwLTAwMDAtMDAwMC0wMDAwLTAwMDAwMDAwMDAwMCIsIkhlYWRlclN0eWxlIjp7IiRpZCI6IjI0NTUiLCJUZXh0SXNWZXJ0aWNhbCI6ZmFsc2UsIlRleHRTdHlsZSI6eyIkaWQiOiIyNDU2IiwiRm9udFNldHRpbmdzIjp7IiRpZCI6IjI0NTciLCJGb250U2l6ZSI6MTIsIkZvbnROYW1lIjoiQm9laHJpbmdlciBGb3J3YXJkIFRleHQiLCJJc0JvbGQiOmZhbHNlLCJJc0l0YWxpYyI6ZmFsc2UsIklzVW5kZXJsaW5lZCI6ZmFsc2UsIlBhcmVudFN0eWxlIjpudWxsfSwiQXV0b1NpemUiOjIsIkZvcmVncm91bmQiOnsiJGlkIjoiMjQ1OCIsIkNvbG9yIjp7IiRpZCI6IjI0NTkiLCJBIjoyNTUsIlIiOjgsIkciOjQ5LCJCIjo0Mn19LCJNYXhXaWR0aCI6NzEuMCwiTWF4SGVpZ2h0IjoiSW5maW5pdHkiLCJTbWFydEZvcmVncm91bmRJc0FjdGl2ZSI6ZmFsc2UsIkhvcml6b250YWxBbGlnbm1lbnQiOjEsIlZlcnRpY2FsQWxpZ25tZW50IjowLCJTbWFydEZvcmVncm91bmQiOm51bGwsIkJhY2tncm91bmRGaWxsVHlwZSI6MCwiTWFyZ2luIjp7IiRpZCI6IjI0NjAiLCJUb3AiOjAuMCwiTGVmdCI6MC4wLCJSaWdodCI6MC4wLCJCb3R0b20iOjAuMH0sIlBhZGRpbmciOnsiJGlkIjoiMjQ2MSIsIlRvcCI6MC4wLCJMZWZ0IjowLjAsIlJpZ2h0IjowLjAsIkJvdHRvbSI6MC4wfSwiQmFja2dyb3VuZCI6eyIkaWQiOiIyNDYyIiwiQ29sb3IiOnsiJGlkIjoiMjQ2MyIsIkEiOjAsIlIiOjI1NSwiRyI6MjU1LCJCIjoyNTV9fSwiSXNWaXNpYmxlIjp0cnVlLCJXaWR0aCI6MC4wLCJIZWlnaHQiOjAuMCwiQm9yZGVyU3R5bGUiOm51bGwsIlBhcmVudFN0eWxlIjpudWxsfSwiUmVjdGFuZ2xlU3R5bGUiOnsiJGlkIjoiMjQ2NCIsIk1hcmdpbiI6eyIkaWQiOiIyNDY1IiwiVG9wIjowLjAsIkxlZnQiOjAuMCwiUmlnaHQiOjAuMCwiQm90dG9tIjowLjB9LCJQYWRkaW5nIjp7IiRpZCI6IjI0NjYiLCJUb3AiOjAuMCwiTGVmdCI6MC4wLCJSaWdodCI6MC4wLCJCb3R0b20iOjAuMH0sIkJhY2tncm91bmQiOnsiJGlkIjoiMjQ2NyIsIkNvbG9yIjp7IiRpZCI6IjI0NjgiLCJBIjoyNTUsIlIiOjE5NywiRyI6MTk1LCJCIjoyMzh9fSwiSXNWaXNpYmxlIjp0cnVlLCJXaWR0aCI6MC4wLCJIZWlnaHQiOjAuMCwiQm9yZGVyU3R5bGUiOnsiJGlkIjoiMjQ2OSIsIkxpbmVDb2xvciI6eyIkaWQiOiIyNDcwIiwiJHR5cGUiOiJOTFJFLkNvbW1vbi5Eb20uU29saWRDb2xvckJydXNoLCBOTFJFLkNvbW1vbiIsIkNvbG9yIjp7IiRpZCI6IjI0NzEiLCJBIjoyNTUsIlIiOjI1NSwiRyI6MCwiQiI6MH19LCJMaW5lV2VpZ2h0IjowLjAsIkxpbmVUeXBlIjowLCJQYXJlbnRTdHlsZSI6bnVsbH0sIlBhcmVudFN0eWxlIjpudWxsfSwiTWFyZ2luIjp7IiRpZCI6IjI0NzIiLCJUb3AiOjAuMCwiTGVmdCI6MC4wLCJSaWdodCI6MC4wLCJCb3R0b20iOjAuMH0sIlBhZGRpbmciOnsiJGlkIjoiMjQ3MyIsIlRvcCI6MC4wLCJMZWZ0IjowLjAsIlJpZ2h0IjowLjAsIkJvdHRvbSI6MC4wfSwiQmFja2dyb3VuZCI6bnVsbCwiSXNWaXNpYmxlIjp0cnVlLCJXaWR0aCI6MC4wLCJIZWlnaHQiOjAuMCwiQm9yZGVyU3R5bGUiOm51bGwsIlBhcmVudFN0eWxlIjpudWxsfSwiQmFja2dyb3VuZFN0eWxlIjp7IiRpZCI6IjI0NzQiLCJNYXJnaW4iOnsiJGlkIjoiMjQ3NSIsIlRvcCI6MC4wLCJMZWZ0IjowLjAsIlJpZ2h0IjowLjAsIkJvdHRvbSI6MC4wfSwiUGFkZGluZyI6eyIkaWQiOiIyNDc2IiwiVG9wIjowLjAsIkxlZnQiOjAuMCwiUmlnaHQiOjAuMCwiQm90dG9tIjowLjB9LCJCYWNrZ3JvdW5kIjp7IiRpZCI6IjI0NzciLCJDb2xvciI6eyIkaWQiOiIyNDc4IiwiQSI6NTEsIlIiOjE5NywiRyI6MTk1LCJCIjoyMzh9fSwiSXNWaXNpYmxlIjp0cnVlLCJXaWR0aCI6MC4wLCJIZWlnaHQiOjAuMCwiQm9yZGVyU3R5bGUiOnsiJGlkIjoiMjQ3OSIsIkxpbmVDb2xvciI6eyIkaWQiOiIyNDgwIiwiJHR5cGUiOiJOTFJFLkNvbW1vbi5Eb20uU29saWRDb2xvckJydXNoLCBOTFJFLkNvbW1vbiIsIkNvbG9yIjp7IiRpZCI6IjI0ODEiLCJBIjoyNTUsIlIiOjIzNCwiRyI6MjIsIkIiOjMwfX0sIkxpbmVXZWlnaHQiOjAuMCwiTGluZVR5cGUiOjAsIlBhcmVudFN0eWxlIjpudWxsfSwiUGFyZW50U3R5bGUiOm51bGx9LCJJc0Fib3ZlVGltZWJhbmQiOmZhbHNlLCJTcGFjaW5nIjoyLCJEZWZhdWx0U3dpbWxhbmVUYXNrU3R5bGUiOnsiJGlkIjoiMjQ4MiIsIiR0eXBlIjoiTkxSRS5Db21tb24uRG9tLlN0eWxlcy5FeHBsaWNpdFNldGFibGVUYXNrU3R5bGUsIE5MUkUuQ29tbW9uIiwiU2hhcGUiOjMsIlNoYXBlVGhpY2tuZXNzIjowLCJEdXJhdGlvbkZvcm1hdCI6MCwiSW5jbHVkZU5vbldvcmtpbmdEYXlzSW5EdXJhdGlvbiI6ZmFsc2UsIlBlcmNlbnRhZ2VDb21wbGV0ZVN0eWxlIjp7IiRpZCI6IjI0ODMiLCJGb250U2V0dGluZ3MiOnsiJGlkIjoiMjQ4NCIsIkZvbnRTaXplIjoxMCwiRm9udE5hbWUiOiJDYWxpYnJpIiwiSXNCb2xkIjpmYWxzZSwiSXNJdGFsaWMiOmZhbHNlLCJJc1VuZGVybGluZWQiOmZhbHNlLCJQYXJlbnRTdHlsZSI6bnVsbH0sIkF1dG9TaXplIjowLCJGb3JlZ3JvdW5kIjp7IiRyZWYiOiIxNzU3In0sIk1heFdpZHRoIjoyMDAuMCwiTWF4SGVpZ2h0IjoiSW5maW5pdHkiLCJTbWFydEZvcmVncm91bmRJc0FjdGl2ZSI6ZmFsc2UsIkhvcml6b250YWxBbGlnbm1lbnQiOjAsIlZlcnRpY2FsQWxpZ25tZW50IjowLCJTbWFydEZvcmVncm91bmQiOm51bGwsIkJhY2tncm91bmRGaWxsVHlwZSI6MCwiTWFyZ2luIjp7IiRyZWYiOiIxNzU5In0sIlBhZGRpbmciOnsiJHJlZiI6IjE3NjAifSwiQmFja2dyb3VuZCI6eyIkcmVmIjoiMTc2MSJ9LCJJc1Zpc2libGUiOnRydWUsIldpZHRoIjowLjAsIkhlaWdodCI6MC4wLCJCb3JkZXJTdHlsZSI6bnVsbCwiUGFyZW50U3R5bGUiOm51bGx9LCJEdXJhdGlvblN0eWxlIjp7IiRpZCI6IjI0ODUiLCJGb250U2V0dGluZ3MiOnsiJGlkIjoiMjQ4NiIsIkZvbnRTaXplIjoxMCwiRm9udE5hbWUiOiJDYWxpYnJpIiwiSXNCb2xkIjpmYWxzZSwiSXNJdGFsaWMiOmZhbHNlLCJJc1VuZGVybGluZWQiOmZhbHNlLCJQYXJlbnRTdHlsZSI6bnVsbH0sIkF1dG9TaXplIjowLCJGb3JlZ3JvdW5kIjp7IiRyZWYiOiIxNzY1In0sIk1heFdpZHRoIjoyMDAuMCwiTWF4SGVpZ2h0IjoiSW5maW5pdHkiLCJTbWFydEZvcmVncm91bmRJc0FjdGl2ZSI6ZmFsc2UsIkhvcml6b250YWxBbGlnbm1lbnQiOjAsIlZlcnRpY2FsQWxpZ25tZW50IjowLCJTbWFydEZvcmVncm91bmQiOm51bGwsIkJhY2tncm91bmRGaWxsVHlwZSI6MCwiTWFyZ2luIjp7IiRyZWYiOiIxNzY3In0sIlBhZGRpbmciOnsiJHJlZiI6IjE3NjgifSwiQmFja2dyb3VuZCI6eyIkcmVmIjoiMTc2OSJ9LCJJc1Zpc2libGUiOnRydWUsIldpZHRoIjowLjAsIkhlaWdodCI6MC4wLCJCb3JkZXJTdHlsZSI6bnVsbCwiUGFyZW50U3R5bGUiOm51bGx9LCJIb3Jpem9udGFsQ29ubmVjdG9yU3R5bGUiOnsiJGlkIjoiMjQ4NyIsIkxpbmVDb2xvciI6eyIkcmVmIjoiMTc3MiJ9LCJMaW5lV2VpZ2h0IjoxLjAsIkxpbmVUeXBlIjowLCJQYXJlbnRTdHlsZSI6bnVsbH0sIlZlcnRpY2FsQ29ubmVjdG9yU3R5bGUiOnsiJGlkIjoiMjQ4OCIsIkxpbmVDb2xvciI6eyIkcmVmIjoiMTc3NS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NSwiSXNCZWxvd1RpbWViYW5kIjp0cnVlLCJQZXJjZW50YWdlQ29tcGxldGVTaGFwZU9wYWNpdHkiOjM1LCJCYXNlbGluZVN0eWxlIjp7IiRpZCI6IjI0ODkiLCJTaGFwZVN0eWxlIjp7IiRpZCI6IjI0OTAiLCJNYXJnaW4iOnsiJGlkIjoiMjQ5MSIsIlRvcCI6MC4wLCJMZWZ0IjowLjAsIlJpZ2h0IjowLjAsIkJvdHRvbSI6MC4wfSwiUGFkZGluZyI6eyIkaWQiOiIyNDkyIiwiVG9wIjowLjAsIkxlZnQiOjAuMCwiUmlnaHQiOjAuMCwiQm90dG9tIjowLjB9LCJCYWNrZ3JvdW5kIjp7IiRpZCI6IjI0OTMiLCJDb2xvciI6eyIkaWQiOiIyNDk0IiwiQSI6MTUzLCJSIjowLCJHIjowLCJCIjowfX0sIklzVmlzaWJsZSI6dHJ1ZSwiV2lkdGgiOjAuMCwiSGVpZ2h0IjowLjAsIkJvcmRlclN0eWxlIjp7IiRpZCI6IjI0OTUiLCJMaW5lQ29sb3IiOm51bGwsIkxpbmVXZWlnaHQiOjAuMCwiTGluZVR5cGUiOjAsIlBhcmVudFN0eWxlIjpudWxsfSwiUGFyZW50U3R5bGUiOm51bGx9LCJNYXJnaW4iOnsiJGlkIjoiMjQ5NiIsIlRvcCI6MC4wLCJMZWZ0IjowLjAsIlJpZ2h0IjowLjAsIkJvdHRvbSI6MC4wfSwiUGFkZGluZyI6eyIkaWQiOiIyNDk3IiwiVG9wIjowLjAsIkxlZnQiOjAuMCwiUmlnaHQiOjAuMCwiQm90dG9tIjowLjB9LCJCYWNrZ3JvdW5kIjpudWxsLCJJc1Zpc2libGUiOnRydWUsIldpZHRoIjowLjAsIkhlaWdodCI6MC4wLCJCb3JkZXJTdHlsZSI6bnVsbCwiUGFyZW50U3R5bGUiOm51bGx9LCJTaGFwZVN0eWxlIjp7IiRpZCI6IjI0OTgiLCJNYXJnaW4iOnsiJHJlZiI6IjE3ODcifSwiUGFkZGluZyI6eyIkcmVmIjoiMTc4OCJ9LCJCYWNrZ3JvdW5kIjp7IiRyZWYiOiIxNzg5In0sIklzVmlzaWJsZSI6dHJ1ZSwiV2lkdGgiOjAuMCwiSGVpZ2h0IjoxMC4wLCJCb3JkZXJTdHlsZSI6eyIkaWQiOiIyNDk5IiwiTGluZUNvbG9yIjp7IiRyZWYiOiIxNzkyIn0sIkxpbmVXZWlnaHQiOjAuMCwiTGluZVR5cGUiOjAsIlBhcmVudFN0eWxlIjpudWxsfSwiUGFyZW50U3R5bGUiOm51bGx9LCJUaXRsZVN0eWxlIjp7IiRpZCI6IjI1MDAiLCJGb250U2V0dGluZ3MiOnsiJGlkIjoiMjUwMSIsIkZvbnRTaXplIjoxMSwiRm9udE5hbWUiOiJCb2VocmluZ2VyIEZvcndhcmQgVGV4dCIsIklzQm9sZCI6ZmFsc2UsIklzSXRhbGljIjpmYWxzZSwiSXNVbmRlcmxpbmVkIjpmYWxzZSwiUGFyZW50U3R5bGUiOm51bGx9LCJBdXRvU2l6ZSI6MCwiRm9yZWdyb3VuZCI6eyIkcmVmIjoiMTc5NiJ9LCJNYXhXaWR0aCI6MjAwLjAsIk1heEhlaWdodCI6IkluZmluaXR5IiwiU21hcnRGb3JlZ3JvdW5kSXNBY3RpdmUiOmZhbHNlLCJIb3Jpem9udGFsQWxpZ25tZW50IjoxLCJWZXJ0aWNhbEFsaWdubWVudCI6MCwiU21hcnRGb3JlZ3JvdW5kIjpudWxsLCJCYWNrZ3JvdW5kRmlsbFR5cGUiOjAsIk1hcmdpbiI6eyIkcmVmIjoiMTc5OCJ9LCJQYWRkaW5nIjp7IiRyZWYiOiIxNzk5In0sIkJhY2tncm91bmQiOnsiJHJlZiI6IjE4MDAifSwiSXNWaXNpYmxlIjp0cnVlLCJXaWR0aCI6MC4wLCJIZWlnaHQiOjAuMCwiQm9yZGVyU3R5bGUiOm51bGwsIlBhcmVudFN0eWxlIjpudWxsfSwiRGF0ZVN0eWxlIjp7IiRpZCI6IjI1MDIiLCJGb250U2V0dGluZ3MiOnsiJGlkIjoiMjUwMyIsIkZvbnRTaXplIjoxMCwiRm9udE5hbWUiOiJDYWxpYnJpIiwiSXNCb2xkIjpmYWxzZSwiSXNJdGFsaWMiOmZhbHNlLCJJc1VuZGVybGluZWQiOmZhbHNlLCJQYXJlbnRTdHlsZSI6bnVsbH0sIkF1dG9TaXplIjowLCJGb3JlZ3JvdW5kIjp7IiRyZWYiOiIxODA0In0sIk1heFdpZHRoIjoyMDAuMCwiTWF4SGVpZ2h0IjoiSW5maW5pdHkiLCJTbWFydEZvcmVncm91bmRJc0FjdGl2ZSI6ZmFsc2UsIkhvcml6b250YWxBbGlnbm1lbnQiOjIsIlZlcnRpY2FsQWxpZ25tZW50IjowLCJTbWFydEZvcmVncm91bmQiOm51bGwsIkJhY2tncm91bmRGaWxsVHlwZSI6MCwiTWFyZ2luIjp7IiRyZWYiOiIxODA2In0sIlBhZGRpbmciOnsiJHJlZiI6IjE4MDcifSwiQmFja2dyb3VuZCI6eyIkcmVmIjoiMTgwOCJ9LCJJc1Zpc2libGUiOnRydWUsIldpZHRoIjowLjAsIkhlaWdodCI6MC4wLCJCb3JkZXJTdHlsZSI6bnVsbCwiUGFyZW50U3R5bGUiOm51bGx9LCJEYXRlRm9ybWF0Ijp7IiRyZWYiOiIxODEwIn0sIldlZWtOdW1iZXJpbmciOnsiJGlkIjoiMjUwNCIsIkZvcm1hdCI6MCwiSXNWaXNpYmxlIjpmYWxzZSwiTGFzdEtub3duVmlzaWJpbGl0eVN0YXRlIjpmYWxzZX0sIklzVmlzaWJsZSI6dHJ1ZSwiUGFyZW50U3R5bGUiOm51bGwsIl9leHBsaWNpdGx5U2V0Ijp7IiRpZCI6IjI1MDU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jUwNiIsIlNoYXBlIjoxNCwiQ29ubmVjdG9yTWFyZ2luIjp7IiRyZWYiOiIxODE0In0sIkNvbm5lY3RvclN0eWxlIjp7IiRpZCI6IjI1MDciLCJMaW5lQ29sb3IiOnsiJHJlZiI6IjE4MTYifSwiTGluZVdlaWdodCI6MS4wLCJMaW5lVHlwZSI6MCwiUGFyZW50U3R5bGUiOm51bGx9LCJJc0JlbG93VGltZWJhbmQiOnRydWUsIlBvc2l0aW9uT25UYXNrIjoyLCJIaWRlRGF0ZSI6ZmFsc2UsIlNoYXBlU2l6ZSI6MSwiU3BhY2luZyI6MC4wLCJQYWRkaW5nIjp7IiRyZWYiOiIxODE4In0sIlNoYXBlU3R5bGUiOnsiJGlkIjoiMjUwOCIsIk1hcmdpbiI6eyIkcmVmIjoiMTgyMCJ9LCJQYWRkaW5nIjp7IiRyZWYiOiIxODIxIn0sIkJhY2tncm91bmQiOnsiJHJlZiI6IjE4MjIifSwiSXNWaXNpYmxlIjp0cnVlLCJXaWR0aCI6MTguMCwiSGVpZ2h0IjoyMC4wLCJCb3JkZXJTdHlsZSI6eyIkaWQiOiIyNTA5IiwiTGluZUNvbG9yIjp7IiRyZWYiOiIxODI1In0sIkxpbmVXZWlnaHQiOjAuMCwiTGluZVR5cGUiOjAsIlBhcmVudFN0eWxlIjpudWxsfSwiUGFyZW50U3R5bGUiOm51bGx9LCJUaXRsZVN0eWxlIjp7IiRpZCI6IjI1MTAiLCJGb250U2V0dGluZ3MiOnsiJGlkIjoiMjUxMSIsIkZvbnRTaXplIjoxMSwiRm9udE5hbWUiOiJCb2VocmluZ2VyIEZvcndhcmQgVGV4dCIsIklzQm9sZCI6dHJ1ZSwiSXNJdGFsaWMiOmZhbHNlLCJJc1VuZGVybGluZWQiOmZhbHNlLCJQYXJlbnRTdHlsZSI6bnVsbH0sIkF1dG9TaXplIjowLCJGb3JlZ3JvdW5kIjp7IiRyZWYiOiIxODI5In0sIk1heFdpZHRoIjoyMDAuMCwiTWF4SGVpZ2h0IjoiSW5maW5pdHkiLCJTbWFydEZvcmVncm91bmRJc0FjdGl2ZSI6ZmFsc2UsIkhvcml6b250YWxBbGlnbm1lbnQiOjEsIlZlcnRpY2FsQWxpZ25tZW50IjowLCJTbWFydEZvcmVncm91bmQiOm51bGwsIkJhY2tncm91bmRGaWxsVHlwZSI6MCwiTWFyZ2luIjp7IiRyZWYiOiIxODMxIn0sIlBhZGRpbmciOnsiJHJlZiI6IjE4MzIifSwiQmFja2dyb3VuZCI6eyIkcmVmIjoiMTgzMyJ9LCJJc1Zpc2libGUiOnRydWUsIldpZHRoIjowLjAsIkhlaWdodCI6MC4wLCJCb3JkZXJTdHlsZSI6bnVsbCwiUGFyZW50U3R5bGUiOm51bGx9LCJEYXRlU3R5bGUiOnsiJGlkIjoiMjUxMiIsIkZvbnRTZXR0aW5ncyI6eyIkaWQiOiIyNTEzIiwiRm9udFNpemUiOjEwLCJGb250TmFtZSI6IkJvZWhyaW5nZXIgRm9yd2FyZCBUZXh0IiwiSXNCb2xkIjpmYWxzZSwiSXNJdGFsaWMiOmZhbHNlLCJJc1VuZGVybGluZWQiOmZhbHNlLCJQYXJlbnRTdHlsZSI6bnVsbH0sIkF1dG9TaXplIjowLCJGb3JlZ3JvdW5kIjp7IiRyZWYiOiIxODM3In0sIk1heFdpZHRoIjoyMDAuMCwiTWF4SGVpZ2h0IjoiSW5maW5pdHkiLCJTbWFydEZvcmVncm91bmRJc0FjdGl2ZSI6ZmFsc2UsIkhvcml6b250YWxBbGlnbm1lbnQiOjIsIlZlcnRpY2FsQWxpZ25tZW50IjowLCJTbWFydEZvcmVncm91bmQiOm51bGwsIkJhY2tncm91bmRGaWxsVHlwZSI6MCwiTWFyZ2luIjp7IiRyZWYiOiIxODM5In0sIlBhZGRpbmciOnsiJHJlZiI6IjE4NDAifSwiQmFja2dyb3VuZCI6eyIkcmVmIjoiMTg0MSJ9LCJJc1Zpc2libGUiOmZhbHNlLCJXaWR0aCI6MC4wLCJIZWlnaHQiOjAuMCwiQm9yZGVyU3R5bGUiOm51bGwsIlBhcmVudFN0eWxlIjpudWxsfSwiRGF0ZUZvcm1hdCI6eyIkcmVmIjoiMTg0MyJ9LCJXZWVrTnVtYmVyaW5nIjp7IiRpZCI6IjI1MTQiLCJGb3JtYXQiOjAsIklzVmlzaWJsZSI6ZmFsc2UsIkxhc3RLbm93blZpc2liaWxpdHlTdGF0ZSI6ZmFsc2V9LCJJc1Zpc2libGUiOnRydWUsIlBhcmVudFN0eWxlIjpudWxsfSwiRGVmYXVsdFN3aW1sYW5lTWlsZXN0b25lU3R5bGUiOnsiJGlkIjoiMjUxNSIsIlRpdGxlUG9zaXRpb24iOiJCZWxvdyIsIkRhdGVQb3NpdGlvbiI6IkxlZnQiLCJTaGFwZVR5cGUiOjEzLCJTaGFwZVNpemUiOjEsIlNwYWNpbmciOjUsIlNoYXBlU3R5bGUiOnsiJGlkIjoiMjUxNiIsIk1hcmdpbiI6eyIkcmVmIjoiMTg0NyJ9LCJQYWRkaW5nIjp7IiRyZWYiOiIxODQ4In0sIkJhY2tncm91bmQiOnsiJHJlZiI6IjE4NDkifSwiSXNWaXNpYmxlIjp0cnVlLCJXaWR0aCI6MTguMCwiSGVpZ2h0IjoyMC4wLCJCb3JkZXJTdHlsZSI6eyIkaWQiOiIyNTE3IiwiTGluZUNvbG9yIjp7IiRyZWYiOiIxODUyIn0sIkxpbmVXZWlnaHQiOjAuMCwiTGluZVR5cGUiOjAsIlBhcmVudFN0eWxlIjpudWxsfSwiUGFyZW50U3R5bGUiOm51bGx9LCJUaXRsZVN0eWxlIjp7IiRpZCI6IjI1MTgiLCJGb250U2V0dGluZ3MiOnsiJGlkIjoiMjUxOSIsIkZvbnRTaXplIjoxMSwiRm9udE5hbWUiOiJCb2VocmluZ2VyIEZvcndhcmQgVGV4dCIsIklzQm9sZCI6dHJ1ZSwiSXNJdGFsaWMiOmZhbHNlLCJJc1VuZGVybGluZWQiOmZhbHNlLCJQYXJlbnRTdHlsZSI6bnVsbH0sIkF1dG9TaXplIjowLCJGb3JlZ3JvdW5kIjp7IiRyZWYiOiIxODU2In0sIk1heFdpZHRoIjoyMDAuMCwiTWF4SGVpZ2h0IjoiSW5maW5pdHkiLCJTbWFydEZvcmVncm91bmRJc0FjdGl2ZSI6ZmFsc2UsIkhvcml6b250YWxBbGlnbm1lbnQiOjEsIlZlcnRpY2FsQWxpZ25tZW50IjowLCJTbWFydEZvcmVncm91bmQiOm51bGwsIkJhY2tncm91bmRGaWxsVHlwZSI6MCwiTWFyZ2luIjp7IiRyZWYiOiIxODU4In0sIlBhZGRpbmciOnsiJHJlZiI6IjE4NTkifSwiQmFja2dyb3VuZCI6eyIkcmVmIjoiMTg2MCJ9LCJJc1Zpc2libGUiOnRydWUsIldpZHRoIjowLjAsIkhlaWdodCI6MC4wLCJCb3JkZXJTdHlsZSI6bnVsbCwiUGFyZW50U3R5bGUiOm51bGx9LCJEYXRlU3R5bGUiOnsiJGlkIjoiMjUyMCIsIkZvbnRTZXR0aW5ncyI6eyIkaWQiOiIyNTIxIiwiRm9udFNpemUiOjEwLCJGb250TmFtZSI6IkJvZWhyaW5nZXIgRm9yd2FyZCBUZXh0IiwiSXNCb2xkIjpmYWxzZSwiSXNJdGFsaWMiOmZhbHNlLCJJc1VuZGVybGluZWQiOmZhbHNlLCJQYXJlbnRTdHlsZSI6bnVsbH0sIkF1dG9TaXplIjowLCJGb3JlZ3JvdW5kIjp7IiRyZWYiOiIxODY0In0sIk1heFdpZHRoIjoyMDAuMCwiTWF4SGVpZ2h0IjoiSW5maW5pdHkiLCJTbWFydEZvcmVncm91bmRJc0FjdGl2ZSI6ZmFsc2UsIkhvcml6b250YWxBbGlnbm1lbnQiOjIsIlZlcnRpY2FsQWxpZ25tZW50IjowLCJTbWFydEZvcmVncm91bmQiOm51bGwsIkJhY2tncm91bmRGaWxsVHlwZSI6MCwiTWFyZ2luIjp7IiRyZWYiOiIxODY2In0sIlBhZGRpbmciOnsiJHJlZiI6IjE4NjcifSwiQmFja2dyb3VuZCI6eyIkcmVmIjoiMTg2OCJ9LCJJc1Zpc2libGUiOmZhbHNlLCJXaWR0aCI6MC4wLCJIZWlnaHQiOjAuMCwiQm9yZGVyU3R5bGUiOm51bGwsIlBhcmVudFN0eWxlIjpudWxsfSwiRGF0ZUZvcm1hdCI6eyIkcmVmIjoiMTg3MCJ9LCJXZWVrTnVtYmVyaW5nIjp7IiRpZCI6IjI1MjIiLCJGb3JtYXQiOjAsIklzVmlzaWJsZSI6ZmFsc2UsIkxhc3RLbm93blZpc2liaWxpdHlTdGF0ZSI6ZmFsc2V9LCJJc1Zpc2libGUiOnRydWUsIlBhcmVudFN0eWxlIjpudWxsfSwiRGVmYXVsdFN3aW1sYW5lQWN0aXZpdHlTdHlsZSI6eyIkaWQiOiIyNTIzIiwiSGVhZGVyU3R5bGUiOnsiJGlkIjoiMjUyNCIsIlRleHRTdHlsZSI6eyIkaWQiOiIyNTI1IiwiRm9udFNldHRpbmdzIjp7IiRpZCI6IjI1MjYiLCJGb250U2l6ZSI6MTEsIkZvbnROYW1lIjoiQ2FsaWJyaSIsIklzQm9sZCI6ZmFsc2UsIklzSXRhbGljIjpmYWxzZSwiSXNVbmRlcmxpbmVkIjpmYWxzZSwiUGFyZW50U3R5bGUiOm51bGx9LCJBdXRvU2l6ZSI6MiwiRm9yZWdyb3VuZCI6eyIkcmVmIjoiMTg3NiJ9LCJNYXhXaWR0aCI6MC4wLCJNYXhIZWlnaHQiOiJJbmZpbml0eSIsIlNtYXJ0Rm9yZWdyb3VuZElzQWN0aXZlIjpmYWxzZSwiSG9yaXpvbnRhbEFsaWdubWVudCI6MCwiVmVydGljYWxBbGlnbm1lbnQiOjAsIlNtYXJ0Rm9yZWdyb3VuZCI6bnVsbCwiQmFja2dyb3VuZEZpbGxUeXBlIjowLCJNYXJnaW4iOnsiJHJlZiI6IjE4NzgifSwiUGFkZGluZyI6eyIkcmVmIjoiMTg3OSJ9LCJCYWNrZ3JvdW5kIjp7IiRyZWYiOiIxODgwIn0sIklzVmlzaWJsZSI6dHJ1ZSwiV2lkdGgiOjAuMCwiSGVpZ2h0IjowLjAsIkJvcmRlclN0eWxlIjpudWxsLCJQYXJlbnRTdHlsZSI6bnVsbH0sIlJlY3RhbmdsZVN0eWxlIjp7IiRpZCI6IjI1MjciLCJNYXJnaW4iOnsiJHJlZiI6IjE4ODMifSwiUGFkZGluZyI6eyIkcmVmIjoiMTg4NCJ9LCJCYWNrZ3JvdW5kIjp7IiRyZWYiOiIxODg1In0sIklzVmlzaWJsZSI6dHJ1ZSwiV2lkdGgiOjAuMCwiSGVpZ2h0IjowLjAsIkJvcmRlclN0eWxlIjp7IiRpZCI6IjI1MjgiLCJMaW5lQ29sb3IiOnsiJHJlZiI6IjE4ODgifSwiTGluZVdlaWdodCI6MC4wLCJMaW5lVHlwZSI6MCwiUGFyZW50U3R5bGUiOm51bGx9LCJQYXJlbnRTdHlsZSI6bnVsbH0sIk1hcmdpbiI6eyIkcmVmIjoiMTg5MCJ9LCJQYWRkaW5nIjp7IiRyZWYiOiIxODkxIn0sIkJhY2tncm91bmQiOm51bGwsIklzVmlzaWJsZSI6dHJ1ZSwiV2lkdGgiOjAuMCwiSGVpZ2h0IjowLjAsIkJvcmRlclN0eWxlIjpudWxsLCJQYXJlbnRTdHlsZSI6bnVsbH0sIkJhY2tncm91bmRTdHlsZSI6eyIkaWQiOiIyNTI5IiwiTWFyZ2luIjp7IiRyZWYiOiIxODkzIn0sIlBhZGRpbmciOnsiJHJlZiI6IjE4OTQifSwiQmFja2dyb3VuZCI6eyIkcmVmIjoiMTc0OSJ9LCJJc1Zpc2libGUiOnRydWUsIldpZHRoIjowLjAsIkhlaWdodCI6MC4wLCJCb3JkZXJTdHlsZSI6eyIkaWQiOiIyNTMwIiwiTGluZUNvbG9yIjp7IiRyZWYiOiIxODk2In0sIkxpbmVXZWlnaHQiOjAuMCwiTGluZVR5cGUiOjAsIlBhcmVudFN0eWxlIjpudWxsfSwiUGFyZW50U3R5bGUiOm51bGx9LCJNYXJnaW4iOnsiJHJlZiI6IjE4OTgifSwiUGFkZGluZyI6eyIkcmVmIjoiMTg5OSJ9LCJJc1Zpc2libGUiOnRydWUsIldpZHRoIjowLjAsIkhlaWdodCI6MC4wLCJCb3JkZXJTdHlsZSI6bnVsbCwiUGFyZW50U3R5bGUiOm51bGx9LCJNYXJnaW4iOnsiJGlkIjoiMjUzMSIsIlRvcCI6MC4wLCJMZWZ0IjowLjAsIlJpZ2h0IjowLjAsIkJvdHRvbSI6MC4wfSwiUGFkZGluZyI6eyIkaWQiOiIyNTMyIiwiVG9wIjowLjAsIkxlZnQiOjAuMCwiUmlnaHQiOjAuMCwiQm90dG9tIjowLjB9LCJJc1Zpc2libGUiOnRydWUsIldpZHRoIjowLjAsIkhlaWdodCI6MC4wLCJCb3JkZXJTdHlsZSI6eyIkaWQiOiIyNTMzIiwiTGluZUNvbG9yIjpudWxsLCJMaW5lV2VpZ2h0IjowLjAsIkxpbmVUeXBlIjowLCJQYXJlbnRTdHlsZSI6bnVsbH0sIlBhcmVudFN0eWxlIjpudWxsfV0sIkNvbmRpdGlvbmFsRm9ybWF0dGluZyI6eyIkaWQiOiIyNTM0IiwiUHZBRm9ybWF0dGluZyI6eyIkaWQiOiIyNTM1IiwiRGVsYXlUYXNrU3R5bGUiOnsiJGlkIjoiMjUzNiIsIlN0eWxlT3B0aW9ucyI6OCwiVGl0bGVGb3JlZ3JvdW5kIjp7IiRpZCI6IjI1MzciLCJDb2xvciI6eyIkaWQiOiIyNTM4IiwiQSI6MjU1LCJSIjoxNzUsIkciOjAsIkIiOjB9fSwiQWN0dWFsU2hhcGVzQmFja2dyb3VuZCI6eyIkaWQiOiIyNTM5IiwiQ29sb3IiOnsiJGlkIjoiMjU0MCIsIkEiOjYyLCJSIjoyNTUsIkciOjAsIkIiOjB9fSwiQWN0dWFsU2hhcGVzQm9yZGVyU3R5bGUiOnsiJGlkIjoiMjU0MSIsIkxpbmVDb2xvciI6eyIkaWQiOiIyNTQyIiwiJHR5cGUiOiJOTFJFLkNvbW1vbi5Eb20uU29saWRDb2xvckJydXNoLCBOTFJFLkNvbW1vbiIsIkNvbG9yIjp7IiRpZCI6IjI1NDMiLCJBIjoxNjMsIlIiOjI1NSwiRyI6MCwiQiI6MH19LCJMaW5lV2VpZ2h0IjozLjAsIkxpbmVUeXBlIjowLCJQYXJlbnRTdHlsZSI6bnVsbH0sIkJhc2VsaW5lU2hhcGVzQmFja2dyb3VuZCI6eyIkaWQiOiIyNTQ0IiwiQ29sb3IiOnsiJGlkIjoiMjU0NSIsIkEiOjE4NCwiUiI6MjU1LCJHIjowLCJCIjowfX0sIklzVmlzaWJsZSI6dHJ1ZX0sIkRlbGF5TWlsZXN0b25lU3R5bGUiOnsiJGlkIjoiMjU0NiIsIlN0eWxlT3B0aW9ucyI6MiwiVGl0bGVGb3JlZ3JvdW5kIjp7IiRpZCI6IjI1NDciLCJDb2xvciI6eyIkaWQiOiIyNTQ4IiwiQSI6MjU1LCJSIjoxNzUsIkciOjAsIkIiOjB9fSwiQWN0dWFsU2hhcGVzQmFja2dyb3VuZCI6eyIkaWQiOiIyNTQ5IiwiQ29sb3IiOnsiJGlkIjoiMjU1MCIsIkEiOjI1NSwiUiI6MjIyLCJHIjo4MCwiQiI6NTB9fSwiQWN0dWFsU2hhcGVzQm9yZGVyU3R5bGUiOnsiJGlkIjoiMjU1MSIsIkxpbmVDb2xvciI6eyIkaWQiOiIyNTUyIiwiJHR5cGUiOiJOTFJFLkNvbW1vbi5Eb20uU29saWRDb2xvckJydXNoLCBOTFJFLkNvbW1vbiIsIkNvbG9yIjp7IiRpZCI6IjI1NTMiLCJBIjoxNjMsIlIiOjI1NSwiRyI6MCwiQiI6MH19LCJMaW5lV2VpZ2h0IjozLjAsIkxpbmVUeXBlIjowLCJQYXJlbnRTdHlsZSI6bnVsbH0sIkJhc2VsaW5lU2hhcGVzQmFja2dyb3VuZCI6eyIkaWQiOiIyNTU0IiwiQ29sb3IiOnsiJGlkIjoiMjU1NSIsIkEiOjE4NCwiUiI6MjU1LCJHIjowLCJCIjowfX0sIklzVmlzaWJsZSI6dHJ1ZX0sIkFkdmFuY2VUYXNrU3R5bGUiOnsiJGlkIjoiMjU1NiIsIlN0eWxlT3B0aW9ucyI6OCwiVGl0bGVGb3JlZ3JvdW5kIjp7IiRpZCI6IjI1NTciLCJDb2xvciI6eyIkaWQiOiIyNTU4IiwiQSI6MjU1LCJSIjowLCJHIjoxMTAsIkIiOjB9fSwiQWN0dWFsU2hhcGVzQmFja2dyb3VuZCI6eyIkaWQiOiIyNTU5IiwiQ29sb3IiOnsiJGlkIjoiMjU2MCIsIkEiOjYxLCJSIjowLCJHIjoxMjgsIkIiOjB9fSwiQWN0dWFsU2hhcGVzQm9yZGVyU3R5bGUiOnsiJGlkIjoiMjU2MSIsIkxpbmVDb2xvciI6eyIkaWQiOiIyNTYyIiwiJHR5cGUiOiJOTFJFLkNvbW1vbi5Eb20uU29saWRDb2xvckJydXNoLCBOTFJFLkNvbW1vbiIsIkNvbG9yIjp7IiRpZCI6IjI1NjMiLCJBIjoxNjMsIlIiOjAsIkciOjEyOCwiQiI6MH19LCJMaW5lV2VpZ2h0IjozLjAsIkxpbmVUeXBlIjowLCJQYXJlbnRTdHlsZSI6bnVsbH0sIkJhc2VsaW5lU2hhcGVzQmFja2dyb3VuZCI6eyIkaWQiOiIyNTY0IiwiQ29sb3IiOnsiJGlkIjoiMjU2NSIsIkEiOjE4NCwiUiI6MCwiRyI6MTI4LCJCIjowfX0sIklzVmlzaWJsZSI6dHJ1ZX0sIkFkdmFuY2VNaWxlc3RvbmVTdHlsZSI6eyIkaWQiOiIyNTY2IiwiU3R5bGVPcHRpb25zIjoyLCJUaXRsZUZvcmVncm91bmQiOnsiJGlkIjoiMjU2NyIsIkNvbG9yIjp7IiRpZCI6IjI1NjgiLCJBIjoyNTUsIlIiOjAsIkciOjExMCwiQiI6MH19LCJBY3R1YWxTaGFwZXNCYWNrZ3JvdW5kIjp7IiRpZCI6IjI1NjkiLCJDb2xvciI6eyIkaWQiOiIyNTcwIiwiQSI6MjU1LCJSIjoyMCwiRyI6MTAwLCJCIjowfX0sIkFjdHVhbFNoYXBlc0JvcmRlclN0eWxlIjp7IiRpZCI6IjI1NzEiLCJMaW5lQ29sb3IiOnsiJGlkIjoiMjU3MiIsIiR0eXBlIjoiTkxSRS5Db21tb24uRG9tLlNvbGlkQ29sb3JCcnVzaCwgTkxSRS5Db21tb24iLCJDb2xvciI6eyIkaWQiOiIyNTczIiwiQSI6MTYzLCJSIjowLCJHIjoxMjgsIkIiOjB9fSwiTGluZVdlaWdodCI6My4wLCJMaW5lVHlwZSI6MCwiUGFyZW50U3R5bGUiOm51bGx9LCJCYXNlbGluZVNoYXBlc0JhY2tncm91bmQiOnsiJGlkIjoiMjU3NCIsIkNvbG9yIjp7IiRpZCI6IjI1NzUiLCJBIjoxODQsIlIiOjAsIkciOjEyOCwiQiI6MH19LCJJc1Zpc2libGUiOnRydWV9fX19LCJTY2FsZSI6bnVsbCwiU2NhbGVWMiI6eyIkaWQiOiIyNTc2IiwiU3RhcnREYXRlIjoiMjAyNC0wMS0xM1QxMDowMDowMCIsIkVuZERhdGUiOiIyMDM2LTEyLTI5VDA4OjAwOjAwIiwiQXV0b0RhdGVSYW5nZSI6dHJ1ZSwiV29ya2luZ0RheXMiOjMxLCJGaXNjYWxZZWFyIjp7IiRpZCI6IjI1NzciLCJTdGFydE1vbnRoIjoxLCJVc2VTdGFydGluZ1llYXJGb3JOdW1iZXJpbmciOnRydWUsIlNob3dGaXNjYWxZZWFyTGFiZWwiOnRydWV9LCJUb2RheU1hcmtlclRleHQiOiJUb2RheSIsIkF1dG9TY2FsZVR5cGUiOmZhbHNlLCJUaW1lYmFuZFNjYWxlcyI6eyIkaWQiOiIyNTc4IiwiVG9wU2NhbGVMYXllciI6eyIkaWQiOiIyNTc5IiwiRm9ybWF0IjoiTU1NIiwiVHlwZSI6NCwiR3JvdXBpbmdJbnRlcnZhbHMiOnsiJGlkIjoiMjU4MCIsIklzU2V0IjpmYWxzZSwiR3JvdXBpbmdTdGVwQ291bnQiOjF9fSwiTWlkZGxlU2NhbGVMYXllciI6eyIkaWQiOiIyNTgxIiwiRm9ybWF0IjoiTU1NIiwiVHlwZSI6MywiR3JvdXBpbmdJbnRlcnZhbHMiOnsiJGlkIjoiMjU4MiIsIklzU2V0IjpmYWxzZSwiR3JvdXBpbmdTdGVwQ291bnQiOjF9fSwiQm90dG9tU2NhbGVMYXllciI6eyIkaWQiOiIyNTgzIiwiRm9ybWF0IjpudWxsLCJUeXBlIjowLCJHcm91cGluZ0ludGVydmFscyI6eyIkaWQiOiIyNTg0IiwiSXNTZXQiOmZhbHNlLCJHcm91cGluZ1N0ZXBDb3VudCI6MX19fX0sIk1pbGVzdG9uZXMiOlt7IiRpZCI6IjI1ODUiLCJEYXRlIjoiMjAyNC0wNy0xN1QwODowMDowMCIsIlN0eWxlIjp7IiRpZCI6IjI1ODYiLCJTaGFwZSI6MTQsIkNvbm5lY3Rvck1hcmdpbiI6eyIkaWQiOiIyNTg3IiwiVG9wIjowLjAsIkxlZnQiOjIuMCwiUmlnaHQiOjIuMCwiQm90dG9tIjowLjB9LCJDb25uZWN0b3JTdHlsZSI6eyIkaWQiOiIyNTg4IiwiTGluZUNvbG9yIjp7IiRpZCI6IjI1ODkiLCIkdHlwZSI6Ik5MUkUuQ29tbW9uLkRvbS5Tb2xpZENvbG9yQnJ1c2gsIE5MUkUuQ29tbW9uIiwiQ29sb3IiOnsiJGlkIjoiMjU5MCIsIkEiOjEyNywiUiI6NzksIkciOjEyOSwiQiI6MTg5fX0sIkxpbmVXZWlnaHQiOjEuMCwiTGluZVR5cGUiOjAsIlBhcmVudFN0eWxlIjpudWxsfSwiSXNCZWxvd1RpbWViYW5kIjpmYWxzZSwiUG9zaXRpb25PblRhc2siOjAsIkhpZGVEYXRlIjpmYWxzZSwiU2hhcGVTaXplIjoxLCJTcGFjaW5nIjowLjAsIlBhZGRpbmciOnsiJGlkIjoiMjU5MSIsIlRvcCI6NS4wLCJMZWZ0IjozLjAsIlJpZ2h0IjowLjAsIkJvdHRvbSI6Mi4wfSwiU2hhcGVTdHlsZSI6eyIkaWQiOiIyNTkyIiwiTWFyZ2luIjp7IiRpZCI6IjI1OTMiLCJUb3AiOjAuMCwiTGVmdCI6MC4wLCJSaWdodCI6MC4wLCJCb3R0b20iOjAuMH0sIlBhZGRpbmciOnsiJGlkIjoiMjU5NCIsIlRvcCI6MC4wLCJMZWZ0IjowLjAsIlJpZ2h0IjowLjAsIkJvdHRvbSI6MC4wfSwiQmFja2dyb3VuZCI6eyIkaWQiOiIyNTk1IiwiQ29sb3IiOnsiJGlkIjoiMjU5NiIsIkEiOjI1NSwiUiI6OCwiRyI6NDksIkIiOjQyfX0sIklzVmlzaWJsZSI6dHJ1ZSwiV2lkdGgiOjEzLjAsIkhlaWdodCI6MTMuMCwiQm9yZGVyU3R5bGUiOnsiJGlkIjoiMjU5NyIsIkxpbmVDb2xvciI6eyIkaWQiOiIyNTk4IiwiJHR5cGUiOiJOTFJFLkNvbW1vbi5Eb20uU29saWRDb2xvckJydXNoLCBOTFJFLkNvbW1vbiIsIkNvbG9yIjp7IiRpZCI6IjI1OTkiLCJBIjoyNTUsIlIiOjI1NSwiRyI6MCwiQiI6MH19LCJMaW5lV2VpZ2h0IjowLjAsIkxpbmVUeXBlIjowLCJQYXJlbnRTdHlsZSI6bnVsbH0sIlBhcmVudFN0eWxlIjpudWxsfSwiVGl0bGVTdHlsZSI6eyIkaWQiOiIyNjAwIiwiRm9udFNldHRpbmdzIjp7IiRpZCI6IjI2MDEiLCJGb250U2l6ZSI6MTEsIkZvbnROYW1lIjoiQm9laHJpbmdlciBGb3J3YXJkIFRleHQiLCJJc0JvbGQiOnRydWUsIklzSXRhbGljIjpmYWxzZSwiSXNVbmRlcmxpbmVkIjpmYWxzZSwiUGFyZW50U3R5bGUiOm51bGx9LCJBdXRvU2l6ZSI6MCwiRm9yZWdyb3VuZCI6eyIkaWQiOiIyNjAyIiwiQ29sb3IiOnsiJGlkIjoiMjYwMy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aWQiOiIyNjA0IiwiVG9wIjowLjAsIkxlZnQiOjAuMCwiUmlnaHQiOjAuMCwiQm90dG9tIjowLjB9LCJQYWRkaW5nIjp7IiRpZCI6IjI2MDUiLCJUb3AiOjAuMCwiTGVmdCI6MC4wLCJSaWdodCI6MC4wLCJCb3R0b20iOjAuMH0sIkJhY2tncm91bmQiOnsiJGlkIjoiMjYwNiIsIkNvbG9yIjp7IiRpZCI6IjI2MDciLCJBIjowLCJSIjowLCJHIjowLCJCIjowfX0sIklzVmlzaWJsZSI6dHJ1ZSwiV2lkdGgiOjAuMCwiSGVpZ2h0IjowLjAsIkJvcmRlclN0eWxlIjp7IiRpZCI6IjI2MDgiLCJMaW5lQ29sb3IiOm51bGwsIkxpbmVXZWlnaHQiOjAuMCwiTGluZVR5cGUiOjAsIlBhcmVudFN0eWxlIjpudWxsfSwiUGFyZW50U3R5bGUiOm51bGx9LCJEYXRlU3R5bGUiOnsiJGlkIjoiMjYwOSIsIkZvbnRTZXR0aW5ncyI6eyIkaWQiOiIyNjEwIiwiRm9udFNpemUiOjEwLCJGb250TmFtZSI6IkJvZWhyaW5nZXIgRm9yd2FyZCBUZXh0IiwiSXNCb2xkIjpmYWxzZSwiSXNJdGFsaWMiOmZhbHNlLCJJc1VuZGVybGluZWQiOmZhbHNlLCJQYXJlbnRTdHlsZSI6bnVsbH0sIkF1dG9TaXplIjowLCJGb3JlZ3JvdW5kIjp7IiRpZCI6IjI2MTEiLCJDb2xvciI6eyIkaWQiOiIyNjEyIiwiQSI6MjU1LCJSIjoyNTUsIkciOjI1NSwiQiI6MjU1fX0sIk1heFdpZHRoIjoyMDAuMCwiTWF4SGVpZ2h0IjoiSW5maW5pdHkiLCJTbWFydEZvcmVncm91bmRJc0FjdGl2ZSI6ZmFsc2UsIkhvcml6b250YWxBbGlnbm1lbnQiOjEsIlZlcnRpY2FsQWxpZ25tZW50IjowLCJTbWFydEZvcmVncm91bmQiOm51bGwsIkJhY2tncm91bmRGaWxsVHlwZSI6MCwiTWFyZ2luIjp7IiRpZCI6IjI2MTMiLCJUb3AiOjAuMCwiTGVmdCI6MC4wLCJSaWdodCI6MC4wLCJCb3R0b20iOjAuMH0sIlBhZGRpbmciOnsiJGlkIjoiMjYxNCIsIlRvcCI6MC4wLCJMZWZ0IjowLjAsIlJpZ2h0IjowLjAsIkJvdHRvbSI6MC4wfSwiQmFja2dyb3VuZCI6eyIkaWQiOiIyNjE1IiwiQ29sb3IiOnsiJGlkIjoiMjYxNiIsIkEiOjAsIlIiOjAsIkciOjAsIkIiOjB9fSwiSXNWaXNpYmxlIjpmYWxzZSwiV2lkdGgiOjAuMCwiSGVpZ2h0IjowLjAsIkJvcmRlclN0eWxlIjp7IiRpZCI6IjI2MTciLCJMaW5lQ29sb3IiOm51bGwsIkxpbmVXZWlnaHQiOjAuMCwiTGluZVR5cGUiOjAsIlBhcmVudFN0eWxlIjpudWxsfSwiUGFyZW50U3R5bGUiOm51bGx9LCJEYXRlRm9ybWF0Ijp7IiRpZCI6IjI2M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xOSIsIkZvcm1hdCI6MCwiSXNWaXNpYmxlIjpmYWxzZSwiTGFzdEtub3duVmlzaWJpbGl0eVN0YXRlIjpmYWxzZX0sIklzVmlzaWJsZSI6ZmFsc2UsIlBhcmVudFN0eWxlIjpudWxsfSwiSW5kZXgiOjAsIlBlcmNlbnRhZ2VDb21wbGV0ZSI6bnVsbCwiUG9zaXRpb24iOnsiUmF0aW8iOjAuMCwiSXNDdXN0b20iOmZhbHNlfSwiRGF0ZUZvcm1hdCI6eyIkcmVmIjoiMjYxOCJ9LCJXZWVrTnVtYmVyaW5nIjp7IiRpZCI6IjI2MjAiLCJGb3JtYXQiOjAsIklzVmlzaWJsZSI6ZmFsc2UsIkxhc3RLbm93blZpc2liaWxpdHlTdGF0ZSI6ZmFsc2V9LCJCYXNlbGluZURhdGEiOnsiJGlkIjoiMjYyMSIsIkRhdGUiOiIyMDI0LTA3LTE3VDA4OjAwOjAwIn0sIlJlbGF0ZWRUYXNrSWQiOiIwMDAwMDAwMC0wMDAwLTAwMDAtMDAwMC0wMDAwMDAwMDAwMDAiLCJJZCI6Ijc1MTFlNTgxLTY4ZmItNGVmNC1iMTc1LTY1MDcwYjMzZGFlNiIsIkltcG9ydElkIjpudWxsLCJUaXRsZSI6IlRMUiBhdmFpbGFibGUiLCJOb3RlIjpudWxsLCJIeXBlcmxpbmsiOnsiJGlkIjoiMjYyMiIsIkFkZHJlc3MiOiIiLCJTdWJBZGRyZXNzIjoiIn0sIklzQ2hhbmdlZCI6ZmFsc2UsIklzTmV3IjpmYWxzZX0seyIkaWQiOiIyNjIzIiwiRGF0ZSI6IjIwMzAtMDYtMDdUMTA6MDA6MDAiLCJTdHlsZSI6eyIkaWQiOiIyNjI0IiwiU2hhcGUiOjEzLCJDb25uZWN0b3JNYXJnaW4iOnsiJGlkIjoiMjYyNSIsIlRvcCI6MC4wLCJMZWZ0IjoyLjAsIlJpZ2h0IjoyLjAsIkJvdHRvbSI6MC4wfSwiQ29ubmVjdG9yU3R5bGUiOnsiJGlkIjoiMjYyNiIsIkxpbmVDb2xvciI6eyIkcmVmIjoiMjAxMyJ9LCJMaW5lV2VpZ2h0IjoxLjAsIkxpbmVUeXBlIjowLCJQYXJlbnRTdHlsZSI6bnVsbH0sIklzQmVsb3dUaW1lYmFuZCI6ZmFsc2UsIlBvc2l0aW9uT25UYXNrIjowLCJIaWRlRGF0ZSI6ZmFsc2UsIlNoYXBlU2l6ZSI6MSwiU3BhY2luZyI6MC4wLCJQYWRkaW5nIjp7IiRyZWYiOiI3OSJ9LCJTaGFwZVN0eWxlIjp7IiRpZCI6IjI2MjciLCJNYXJnaW4iOnsiJHJlZiI6IjE4MCJ9LCJQYWRkaW5nIjp7IiRyZWYiOiIxODEifSwiQmFja2dyb3VuZCI6eyIkaWQiOiIyNjI4IiwiQ29sb3IiOnsiJGlkIjoiMjYyOSIsIkEiOjI1NSwiUiI6MjQ1LCJHIjoxMzgsIkIiOjEwNH19LCJJc1Zpc2libGUiOnRydWUsIldpZHRoIjoxOC4wLCJIZWlnaHQiOjIwLjAsIkJvcmRlclN0eWxlIjp7IiRpZCI6IjI2MzAiLCJMaW5lQ29sb3IiOnsiJHJlZiI6IjIxMDUifSwiTGluZVdlaWdodCI6MC4wLCJMaW5lVHlwZSI6MCwiUGFyZW50U3R5bGUiOm51bGx9LCJQYXJlbnRTdHlsZSI6bnVsbH0sIlRpdGxlU3R5bGUiOnsiJGlkIjoiMjYzMSIsIkZvbnRTZXR0aW5ncyI6eyIkaWQiOiIyNjMyIiwiRm9udFNpemUiOjExLCJGb250TmFtZSI6IkJvZWhyaW5nZXIgRm9yd2FyZCBUZXh0IiwiSXNCb2xkIjp0cnVlLCJJc0l0YWxpYyI6ZmFsc2UsIklzVW5kZXJsaW5lZCI6ZmFsc2UsIlBhcmVudFN0eWxlIjpudWxsfSwiQXV0b1NpemUiOjAsIkZvcmVncm91bmQiOnsiJHJlZiI6IjIxMDkifSwiTWF4V2lkdGgiOjIwMC4wLCJNYXhIZWlnaHQiOiJJbmZpbml0eSIsIlNtYXJ0Rm9yZWdyb3VuZElzQWN0aXZlIjpmYWxzZSwiSG9yaXpvbnRhbEFsaWdubWVudCI6MSwiVmVydGljYWxBbGlnbm1lbnQiOjAsIlNtYXJ0Rm9yZWdyb3VuZCI6bnVsbCwiQmFja2dyb3VuZEZpbGxUeXBlIjowLCJNYXJnaW4iOnsiJHJlZiI6IjE5MSJ9LCJQYWRkaW5nIjp7IiRyZWYiOiIxOTIifSwiQmFja2dyb3VuZCI6eyIkcmVmIjoiMjExMSJ9LCJJc1Zpc2libGUiOnRydWUsIldpZHRoIjowLjAsIkhlaWdodCI6MC4wLCJCb3JkZXJTdHlsZSI6eyIkaWQiOiIyNjMzIiwiTGluZUNvbG9yIjpudWxsLCJMaW5lV2VpZ2h0IjowLjAsIkxpbmVUeXBlIjowLCJQYXJlbnRTdHlsZSI6bnVsbH0sIlBhcmVudFN0eWxlIjpudWxsfSwiRGF0ZVN0eWxlIjp7IiRpZCI6IjI2MzQiLCJGb250U2V0dGluZ3MiOnsiJGlkIjoiMjYzNSIsIkZvbnRTaXplIjoxMCwiRm9udE5hbWUiOiJCb2VocmluZ2VyIEZvcndhcmQgVGV4dCIsIklzQm9sZCI6ZmFsc2UsIklzSXRhbGljIjpmYWxzZSwiSXNVbmRlcmxpbmVkIjpmYWxzZSwiUGFyZW50U3R5bGUiOm51bGx9LCJBdXRvU2l6ZSI6MCwiRm9yZWdyb3VuZCI6eyIkcmVmIjoiMjExNSJ9LCJNYXhXaWR0aCI6MjAwLjAsIk1heEhlaWdodCI6IkluZmluaXR5IiwiU21hcnRGb3JlZ3JvdW5kSXNBY3RpdmUiOmZhbHNlLCJIb3Jpem9udGFsQWxpZ25tZW50IjoxLCJWZXJ0aWNhbEFsaWdubWVudCI6MCwiU21hcnRGb3JlZ3JvdW5kIjpudWxsLCJCYWNrZ3JvdW5kRmlsbFR5cGUiOjAsIk1hcmdpbiI6eyIkcmVmIjoiMTk5In0sIlBhZGRpbmciOnsiJHJlZiI6IjIwMCJ9LCJCYWNrZ3JvdW5kIjp7IiRyZWYiOiIyMTE3In0sIklzVmlzaWJsZSI6ZmFsc2UsIldpZHRoIjowLjAsIkhlaWdodCI6MC4wLCJCb3JkZXJTdHlsZSI6eyIkaWQiOiIyNjM2IiwiTGluZUNvbG9yIjpudWxsLCJMaW5lV2VpZ2h0IjowLjAsIkxpbmVUeXBlIjowLCJQYXJlbnRTdHlsZSI6bnVsbH0sIlBhcmVudFN0eWxlIjpudWxsfSwiRGF0ZUZvcm1hdCI6eyIkcmVmIjoiMjExOSJ9LCJXZWVrTnVtYmVyaW5nIjp7IiRpZCI6IjI2MzciLCJGb3JtYXQiOjAsIklzVmlzaWJsZSI6ZmFsc2UsIkxhc3RLbm93blZpc2liaWxpdHlTdGF0ZSI6ZmFsc2V9LCJJc1Zpc2libGUiOmZhbHNlLCJQYXJlbnRTdHlsZSI6bnVsbH0sIkluZGV4IjoxLCJQZXJjZW50YWdlQ29tcGxldGUiOm51bGwsIlBvc2l0aW9uIjp7IlJhdGlvIjowLjAsIklzQ3VzdG9tIjpmYWxzZX0sIkRhdGVGb3JtYXQiOnsiJHJlZiI6IjIxMTkifSwiV2Vla051bWJlcmluZyI6eyIkaWQiOiIyNjM4IiwiRm9ybWF0IjowLCJJc1Zpc2libGUiOmZhbHNlLCJMYXN0S25vd25WaXNpYmlsaXR5U3RhdGUiOmZhbHNlfSwiQmFzZWxpbmVEYXRhIjp7IiRpZCI6IjI2MzkiLCJEYXRlIjoiMjAzMC0wNi0wN1QxMDowMDowMCJ9LCJSZWxhdGVkVGFza0lkIjoiMDAwMDAwMDAtMDAwMC0wMDAwLTAwMDAtMDAwMDAwMDAwMDAwIiwiSWQiOiIwYTAyZGE4Mi01M2ZhLTQzNmMtOWFjMC1kY2E0OGI5YzhlYTciLCJJbXBvcnRJZCI6bnVsbCwiVGl0bGUiOiJGQSBVUyIsIk5vdGUiOm51bGwsIkh5cGVybGluayI6eyIkaWQiOiIyNjQwIiwiQWRkcmVzcyI6IiIsIlN1YkFkZHJlc3MiOiIifSwiSXNDaGFuZ2VkIjpmYWxzZSwiSXNOZXciOmZhbHNlfSx7IiRpZCI6IjI2NDEiLCJEYXRlIjoiMjAyNS0wMi0yMFQxMDowMDowMCIsIlN0eWxlIjp7IiRpZCI6IjI2NDIiLCJTaGFwZSI6MTQsIkNvbm5lY3Rvck1hcmdpbiI6eyIkaWQiOiIyNjQzIiwiVG9wIjowLjAsIkxlZnQiOjIuMCwiUmlnaHQiOjIuMCwiQm90dG9tIjowLjB9LCJDb25uZWN0b3JTdHlsZSI6eyIkaWQiOiIyNjQ0IiwiTGluZUNvbG9yIjp7IiRyZWYiOiIyMDEzIn0sIkxpbmVXZWlnaHQiOjEuMCwiTGluZVR5cGUiOjAsIlBhcmVudFN0eWxlIjpudWxsfSwiSXNCZWxvd1RpbWViYW5kIjpmYWxzZSwiUG9zaXRpb25PblRhc2siOjAsIkhpZGVEYXRlIjpmYWxzZSwiU2hhcGVTaXplIjoxLCJTcGFjaW5nIjowLjAsIlBhZGRpbmciOnsiJHJlZiI6Ijc5In0sIlNoYXBlU3R5bGUiOnsiJGlkIjoiMjY0NSIsIk1hcmdpbiI6eyIkcmVmIjoiMTgwIn0sIlBhZGRpbmciOnsiJHJlZiI6IjE4MSJ9LCJCYWNrZ3JvdW5kIjp7IiRpZCI6IjI2NDYiLCJDb2xvciI6eyIkaWQiOiIyNjQ3IiwiQSI6MjU1LCJSIjo4LCJHIjo0OSwiQiI6NDJ9fSwiSXNWaXNpYmxlIjp0cnVlLCJXaWR0aCI6MTguMCwiSGVpZ2h0IjoyMC4wLCJCb3JkZXJTdHlsZSI6eyIkaWQiOiIyNjQ4IiwiTGluZUNvbG9yIjp7IiRyZWYiOiIyMTA1In0sIkxpbmVXZWlnaHQiOjAuMCwiTGluZVR5cGUiOjAsIlBhcmVudFN0eWxlIjpudWxsfSwiUGFyZW50U3R5bGUiOm51bGx9LCJUaXRsZVN0eWxlIjp7IiRpZCI6IjI2NDkiLCJGb250U2V0dGluZ3MiOnsiJGlkIjoiMjY1MCIsIkZvbnRTaXplIjoxMSwiRm9udE5hbWUiOiJCb2VocmluZ2VyIEZvcndhcmQgVGV4dCIsIklzQm9sZCI6dHJ1ZSwiSXNJdGFsaWMiOmZhbHNlLCJJc1VuZGVybGluZWQiOmZhbHNlLCJQYXJlbnRTdHlsZSI6bnVsbH0sIkF1dG9TaXplIjowLCJGb3JlZ3JvdW5kIjp7IiRyZWYiOiIyMTA5In0sIk1heFdpZHRoIjoyMDAuMCwiTWF4SGVpZ2h0IjoiSW5maW5pdHkiLCJTbWFydEZvcmVncm91bmRJc0FjdGl2ZSI6ZmFsc2UsIkhvcml6b250YWxBbGlnbm1lbnQiOjEsIlZlcnRpY2FsQWxpZ25tZW50IjowLCJTbWFydEZvcmVncm91bmQiOm51bGwsIkJhY2tncm91bmRGaWxsVHlwZSI6MCwiTWFyZ2luIjp7IiRyZWYiOiIxOTEifSwiUGFkZGluZyI6eyIkcmVmIjoiMTkyIn0sIkJhY2tncm91bmQiOnsiJHJlZiI6IjIxMTEifSwiSXNWaXNpYmxlIjp0cnVlLCJXaWR0aCI6MC4wLCJIZWlnaHQiOjAuMCwiQm9yZGVyU3R5bGUiOnsiJGlkIjoiMjY1MSIsIkxpbmVDb2xvciI6bnVsbCwiTGluZVdlaWdodCI6MC4wLCJMaW5lVHlwZSI6MCwiUGFyZW50U3R5bGUiOm51bGx9LCJQYXJlbnRTdHlsZSI6bnVsbH0sIkRhdGVTdHlsZSI6eyIkaWQiOiIyNjUyIiwiRm9udFNldHRpbmdzIjp7IiRpZCI6IjI2NTMiLCJGb250U2l6ZSI6MTAsIkZvbnROYW1lIjoiQm9laHJpbmdlciBGb3J3YXJkIFRleHQiLCJJc0JvbGQiOmZhbHNlLCJJc0l0YWxpYyI6ZmFsc2UsIklzVW5kZXJsaW5lZCI6ZmFsc2UsIlBhcmVudFN0eWxlIjpudWxsfSwiQXV0b1NpemUiOjAsIkZvcmVncm91bmQiOnsiJHJlZiI6IjIxMTUifSwiTWF4V2lkdGgiOjIwMC4wLCJNYXhIZWlnaHQiOiJJbmZpbml0eSIsIlNtYXJ0Rm9yZWdyb3VuZElzQWN0aXZlIjpmYWxzZSwiSG9yaXpvbnRhbEFsaWdubWVudCI6MSwiVmVydGljYWxBbGlnbm1lbnQiOjAsIlNtYXJ0Rm9yZWdyb3VuZCI6bnVsbCwiQmFja2dyb3VuZEZpbGxUeXBlIjowLCJNYXJnaW4iOnsiJHJlZiI6IjE5OSJ9LCJQYWRkaW5nIjp7IiRyZWYiOiIyMDAifSwiQmFja2dyb3VuZCI6eyIkcmVmIjoiMjExNyJ9LCJJc1Zpc2libGUiOmZhbHNlLCJXaWR0aCI6MC4wLCJIZWlnaHQiOjAuMCwiQm9yZGVyU3R5bGUiOnsiJGlkIjoiMjY1NCIsIkxpbmVDb2xvciI6bnVsbCwiTGluZVdlaWdodCI6MC4wLCJMaW5lVHlwZSI6MCwiUGFyZW50U3R5bGUiOm51bGx9LCJQYXJlbnRTdHlsZSI6bnVsbH0sIkRhdGVGb3JtYXQiOnsiJHJlZiI6IjIxMTkifSwiV2Vla051bWJlcmluZyI6eyIkaWQiOiIyNjU1IiwiRm9ybWF0IjowLCJJc1Zpc2libGUiOmZhbHNlLCJMYXN0S25vd25WaXNpYmlsaXR5U3RhdGUiOmZhbHNlfSwiSXNWaXNpYmxlIjpmYWxzZSwiUGFyZW50U3R5bGUiOm51bGx9LCJJbmRleCI6MiwiUGVyY2VudGFnZUNvbXBsZXRlIjpudWxsLCJQb3NpdGlvbiI6eyJSYXRpbyI6MC4wLCJJc0N1c3RvbSI6ZmFsc2V9LCJEYXRlRm9ybWF0Ijp7IiRyZWYiOiIyMTE5In0sIldlZWtOdW1iZXJpbmciOnsiJGlkIjoiMjY1NiIsIkZvcm1hdCI6MCwiSXNWaXNpYmxlIjpmYWxzZSwiTGFzdEtub3duVmlzaWJpbGl0eVN0YXRlIjpmYWxzZX0sIkJhc2VsaW5lRGF0YSI6eyIkaWQiOiIyNjU3IiwiRGF0ZSI6IjIwMjUtMDItMjBUMTA6MDA6MDAifSwiUmVsYXRlZFRhc2tJZCI6IjAwMDAwMDAwLTAwMDAtMDAwMC0wMDAwLTAwMDAwMDAwMDAwMCIsIklkIjoiNGIzOTIzYzItOTZiYi00MTZmLWIwZmItMWMxNTdkNWVlYTk3IiwiSW1wb3J0SWQiOm51bGwsIlRpdGxlIjoiUm9GRCIsIk5vdGUiOm51bGwsIkh5cGVybGluayI6eyIkaWQiOiIyNjU4IiwiQWRkcmVzcyI6IiIsIlN1YkFkZHJlc3MiOiIifSwiSXNDaGFuZ2VkIjpmYWxzZSwiSXNOZXciOmZhbHNlfSx7IiRpZCI6IjI2NTkiLCJEYXRlIjoiMjAyNi0xMC0xMlQxMDowMDowMCIsIlN0eWxlIjp7IiRpZCI6IjI2NjAiLCJTaGFwZSI6MTQsIkNvbm5lY3Rvck1hcmdpbiI6eyIkaWQiOiIyNjYxIiwiVG9wIjowLjAsIkxlZnQiOjIuMCwiUmlnaHQiOjIuMCwiQm90dG9tIjowLjB9LCJDb25uZWN0b3JTdHlsZSI6eyIkaWQiOiIyNjYyIiwiTGluZUNvbG9yIjp7IiRyZWYiOiIyMDEzIn0sIkxpbmVXZWlnaHQiOjEuMCwiTGluZVR5cGUiOjAsIlBhcmVudFN0eWxlIjpudWxsfSwiSXNCZWxvd1RpbWViYW5kIjpmYWxzZSwiUG9zaXRpb25PblRhc2siOjAsIkhpZGVEYXRlIjpmYWxzZSwiU2hhcGVTaXplIjoxLCJTcGFjaW5nIjowLjAsIlBhZGRpbmciOnsiJHJlZiI6Ijc5In0sIlNoYXBlU3R5bGUiOnsiJGlkIjoiMjY2MyIsIk1hcmdpbiI6eyIkcmVmIjoiMTgwIn0sIlBhZGRpbmciOnsiJHJlZiI6IjE4MSJ9LCJCYWNrZ3JvdW5kIjp7IiRpZCI6IjI2NjQiLCJDb2xvciI6eyIkaWQiOiIyNjY1IiwiQSI6MjU1LCJSIjowLCJHIjoyMjgsIkIiOjEyNH19LCJJc1Zpc2libGUiOnRydWUsIldpZHRoIjoxOC4wLCJIZWlnaHQiOjIwLjAsIkJvcmRlclN0eWxlIjp7IiRpZCI6IjI2NjYiLCJMaW5lQ29sb3IiOnsiJGlkIjoiMjY2NyIsIiR0eXBlIjoiTkxSRS5Db21tb24uRG9tLlNvbGlkQ29sb3JCcnVzaCwgTkxSRS5Db21tb24iLCJDb2xvciI6eyIkaWQiOiIyNjY4IiwiQSI6MjU1LCJSIjo4LCJHIjo0OSwiQiI6NDJ9fSwiTGluZVdlaWdodCI6MS4wLCJMaW5lVHlwZSI6MCwiUGFyZW50U3R5bGUiOm51bGx9LCJQYXJlbnRTdHlsZSI6bnVsbH0sIlRpdGxlU3R5bGUiOnsiJGlkIjoiMjY2OSIsIkZvbnRTZXR0aW5ncyI6eyIkaWQiOiIyNjcwIiwiRm9udFNpemUiOjExLCJGb250TmFtZSI6IkJvZWhyaW5nZXIgRm9yd2FyZCBUZXh0IiwiSXNCb2xkIjp0cnVlLCJJc0l0YWxpYyI6ZmFsc2UsIklzVW5kZXJsaW5lZCI6ZmFsc2UsIlBhcmVudFN0eWxlIjpudWxsfSwiQXV0b1NpemUiOjAsIkZvcmVncm91bmQiOnsiJHJlZiI6IjIxMDkifSwiTWF4V2lkdGgiOjIwMC4wLCJNYXhIZWlnaHQiOiJJbmZpbml0eSIsIlNtYXJ0Rm9yZWdyb3VuZElzQWN0aXZlIjpmYWxzZSwiSG9yaXpvbnRhbEFsaWdubWVudCI6MSwiVmVydGljYWxBbGlnbm1lbnQiOjAsIlNtYXJ0Rm9yZWdyb3VuZCI6bnVsbCwiQmFja2dyb3VuZEZpbGxUeXBlIjowLCJNYXJnaW4iOnsiJHJlZiI6IjE5MSJ9LCJQYWRkaW5nIjp7IiRyZWYiOiIxOTIifSwiQmFja2dyb3VuZCI6eyIkcmVmIjoiMjExMSJ9LCJJc1Zpc2libGUiOnRydWUsIldpZHRoIjowLjAsIkhlaWdodCI6MC4wLCJCb3JkZXJTdHlsZSI6eyIkaWQiOiIyNjcxIiwiTGluZUNvbG9yIjpudWxsLCJMaW5lV2VpZ2h0IjowLjAsIkxpbmVUeXBlIjowLCJQYXJlbnRTdHlsZSI6bnVsbH0sIlBhcmVudFN0eWxlIjpudWxsfSwiRGF0ZVN0eWxlIjp7IiRpZCI6IjI2NzIiLCJGb250U2V0dGluZ3MiOnsiJGlkIjoiMjY3MyIsIkZvbnRTaXplIjoxMCwiRm9udE5hbWUiOiJCb2VocmluZ2VyIEZvcndhcmQgVGV4dCIsIklzQm9sZCI6ZmFsc2UsIklzSXRhbGljIjpmYWxzZSwiSXNVbmRlcmxpbmVkIjpmYWxzZSwiUGFyZW50U3R5bGUiOm51bGx9LCJBdXRvU2l6ZSI6MCwiRm9yZWdyb3VuZCI6eyIkcmVmIjoiMjExNSJ9LCJNYXhXaWR0aCI6MjAwLjAsIk1heEhlaWdodCI6IkluZmluaXR5IiwiU21hcnRGb3JlZ3JvdW5kSXNBY3RpdmUiOmZhbHNlLCJIb3Jpem9udGFsQWxpZ25tZW50IjoxLCJWZXJ0aWNhbEFsaWdubWVudCI6MCwiU21hcnRGb3JlZ3JvdW5kIjpudWxsLCJCYWNrZ3JvdW5kRmlsbFR5cGUiOjAsIk1hcmdpbiI6eyIkcmVmIjoiMTk5In0sIlBhZGRpbmciOnsiJHJlZiI6IjIwMCJ9LCJCYWNrZ3JvdW5kIjp7IiRyZWYiOiIyMTE3In0sIklzVmlzaWJsZSI6ZmFsc2UsIldpZHRoIjowLjAsIkhlaWdodCI6MC4wLCJCb3JkZXJTdHlsZSI6eyIkaWQiOiIyNjc0IiwiTGluZUNvbG9yIjpudWxsLCJMaW5lV2VpZ2h0IjowLjAsIkxpbmVUeXBlIjowLCJQYXJlbnRTdHlsZSI6bnVsbH0sIlBhcmVudFN0eWxlIjpudWxsfSwiRGF0ZUZvcm1hdCI6eyIkcmVmIjoiMjExOSJ9LCJXZWVrTnVtYmVyaW5nIjp7IiRpZCI6IjI2NzUiLCJGb3JtYXQiOjAsIklzVmlzaWJsZSI6ZmFsc2UsIkxhc3RLbm93blZpc2liaWxpdHlTdGF0ZSI6ZmFsc2V9LCJJc1Zpc2libGUiOmZhbHNlLCJQYXJlbnRTdHlsZSI6bnVsbH0sIkluZGV4IjozLCJQZXJjZW50YWdlQ29tcGxldGUiOm51bGwsIlBvc2l0aW9uIjp7IlJhdGlvIjowLjAsIklzQ3VzdG9tIjpmYWxzZX0sIkRhdGVGb3JtYXQiOnsiJHJlZiI6IjIxMTkifSwiV2Vla051bWJlcmluZyI6eyIkaWQiOiIyNjc2IiwiRm9ybWF0IjowLCJJc1Zpc2libGUiOmZhbHNlLCJMYXN0S25vd25WaXNpYmlsaXR5U3RhdGUiOmZhbHNlfSwiQmFzZWxpbmVEYXRhIjp7IiRpZCI6IjI2NzciLCJEYXRlIjoiMjAyNi0xMC0xMlQxMDowMDowMCJ9LCJSZWxhdGVkVGFza0lkIjoiMDAwMDAwMDAtMDAwMC0wMDAwLTAwMDAtMDAwMDAwMDAwMDAwIiwiSWQiOiI0Y2EwYjgxMy00YmI1LTRjN2MtYTNlNC05ZTIxODNiZTNlNTkiLCJJbXBvcnRJZCI6bnVsbCwiVGl0bGUiOiJSb0ZEICBsYXRlcmxpbmVzIiwiTm90ZSI6bnVsbCwiSHlwZXJsaW5rIjp7IiRpZCI6IjI2NzgiLCJBZGRyZXNzIjoiIiwiU3ViQWRkcmVzcyI6IiJ9LCJJc0NoYW5nZWQiOmZhbHNlLCJJc05ldyI6ZmFsc2V9LHsiJGlkIjoiMjY3OSIsIkRhdGUiOiIyMDI0LTA3LTE5VDIzOjU5OjAwIiwiU3R5bGUiOnsiJGlkIjoiMjY4MCIsIlNoYXBlIjoxNCwiQ29ubmVjdG9yTWFyZ2luIjp7IiRpZCI6IjI2ODEiLCJUb3AiOjAuMCwiTGVmdCI6Mi4wLCJSaWdodCI6Mi4wLCJCb3R0b20iOjAuMH0sIkNvbm5lY3RvclN0eWxlIjp7IiRpZCI6IjI2ODIiLCJMaW5lQ29sb3IiOnsiJGlkIjoiMjY4MyIsIiR0eXBlIjoiTkxSRS5Db21tb24uRG9tLlNvbGlkQ29sb3JCcnVzaCwgTkxSRS5Db21tb24iLCJDb2xvciI6eyIkaWQiOiIyNjg0IiwiQSI6MTI3LCJSIjo3OSwiRyI6MTI5LCJCIjoxODl9fSwiTGluZVdlaWdodCI6MS4wLCJMaW5lVHlwZSI6MCwiUGFyZW50U3R5bGUiOm51bGx9LCJJc0JlbG93VGltZWJhbmQiOmZhbHNlLCJQb3NpdGlvbk9uVGFzayI6MCwiSGlkZURhdGUiOmZhbHNlLCJTaGFwZVNpemUiOjEsIlNwYWNpbmciOjAuMCwiUGFkZGluZyI6eyIkaWQiOiIyNjg1IiwiVG9wIjo1LjAsIkxlZnQiOjMuMCwiUmlnaHQiOjAuMCwiQm90dG9tIjoyLjB9LCJTaGFwZVN0eWxlIjp7IiRpZCI6IjI2ODYiLCJNYXJnaW4iOnsiJGlkIjoiMjY4NyIsIlRvcCI6MC4wLCJMZWZ0IjowLjAsIlJpZ2h0IjowLjAsIkJvdHRvbSI6MC4wfSwiUGFkZGluZyI6eyIkaWQiOiIyNjg4IiwiVG9wIjowLjAsIkxlZnQiOjAuMCwiUmlnaHQiOjAuMCwiQm90dG9tIjowLjB9LCJCYWNrZ3JvdW5kIjp7IiRpZCI6IjI2ODkiLCJDb2xvciI6eyIkaWQiOiIyNjkwIiwiQSI6MjU1LCJSIjo4LCJHIjo0OSwiQiI6NDJ9fSwiSXNWaXNpYmxlIjp0cnVlLCJXaWR0aCI6MTMuMCwiSGVpZ2h0IjoxMy4wLCJCb3JkZXJTdHlsZSI6eyIkaWQiOiIyNjkxIiwiTGluZUNvbG9yIjp7IiRpZCI6IjI2OTIiLCIkdHlwZSI6Ik5MUkUuQ29tbW9uLkRvbS5Tb2xpZENvbG9yQnJ1c2gsIE5MUkUuQ29tbW9uIiwiQ29sb3IiOnsiJGlkIjoiMjY5MyIsIkEiOjI1NSwiUiI6MjU1LCJHIjowLCJCIjowfX0sIkxpbmVXZWlnaHQiOjAuMCwiTGluZVR5cGUiOjAsIlBhcmVudFN0eWxlIjpudWxsfSwiUGFyZW50U3R5bGUiOm51bGx9LCJUaXRsZVN0eWxlIjp7IiRpZCI6IjI2OTQiLCJGb250U2V0dGluZ3MiOnsiJGlkIjoiMjY5NSIsIkZvbnRTaXplIjoxMSwiRm9udE5hbWUiOiJCb2VocmluZ2VyIEZvcndhcmQgVGV4dCIsIklzQm9sZCI6dHJ1ZSwiSXNJdGFsaWMiOmZhbHNlLCJJc1VuZGVybGluZWQiOmZhbHNlLCJQYXJlbnRTdHlsZSI6bnVsbH0sIkF1dG9TaXplIjowLCJGb3JlZ3JvdW5kIjp7IiRpZCI6IjI2OTYiLCJDb2xvciI6eyIkaWQiOiIyNjk3IiwiQSI6MjU1LCJSIjoyNTUsIkciOjI1NSwiQiI6MjU1fX0sIk1heFdpZHRoIjoyMDAuMCwiTWF4SGVpZ2h0IjoiSW5maW5pdHkiLCJTbWFydEZvcmVncm91bmRJc0FjdGl2ZSI6ZmFsc2UsIkhvcml6b250YWxBbGlnbm1lbnQiOjEsIlZlcnRpY2FsQWxpZ25tZW50IjowLCJTbWFydEZvcmVncm91bmQiOm51bGwsIkJhY2tncm91bmRGaWxsVHlwZSI6MCwiTWFyZ2luIjp7IiRpZCI6IjI2OTgiLCJUb3AiOjAuMCwiTGVmdCI6MC4wLCJSaWdodCI6MC4wLCJCb3R0b20iOjAuMH0sIlBhZGRpbmciOnsiJGlkIjoiMjY5OSIsIlRvcCI6MC4wLCJMZWZ0IjowLjAsIlJpZ2h0IjowLjAsIkJvdHRvbSI6MC4wfSwiQmFja2dyb3VuZCI6eyIkaWQiOiIyNzAwIiwiQ29sb3IiOnsiJGlkIjoiMjcwMSIsIkEiOjAsIlIiOjAsIkciOjAsIkIiOjB9fSwiSXNWaXNpYmxlIjp0cnVlLCJXaWR0aCI6MC4wLCJIZWlnaHQiOjAuMCwiQm9yZGVyU3R5bGUiOnsiJGlkIjoiMjcwMiIsIkxpbmVDb2xvciI6bnVsbCwiTGluZVdlaWdodCI6MC4wLCJMaW5lVHlwZSI6MCwiUGFyZW50U3R5bGUiOm51bGx9LCJQYXJlbnRTdHlsZSI6bnVsbH0sIkRhdGVTdHlsZSI6eyIkaWQiOiIyNzAzIiwiRm9udFNldHRpbmdzIjp7IiRpZCI6IjI3MDQiLCJGb250U2l6ZSI6MTAsIkZvbnROYW1lIjoiQm9laHJpbmdlciBGb3J3YXJkIFRleHQiLCJJc0JvbGQiOmZhbHNlLCJJc0l0YWxpYyI6ZmFsc2UsIklzVW5kZXJsaW5lZCI6ZmFsc2UsIlBhcmVudFN0eWxlIjpudWxsfSwiQXV0b1NpemUiOjAsIkZvcmVncm91bmQiOnsiJGlkIjoiMjcwNSIsIkNvbG9yIjp7IiRpZCI6IjI3MDY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jcwNyIsIlRvcCI6MC4wLCJMZWZ0IjowLjAsIlJpZ2h0IjowLjAsIkJvdHRvbSI6MC4wfSwiUGFkZGluZyI6eyIkaWQiOiIyNzA4IiwiVG9wIjowLjAsIkxlZnQiOjAuMCwiUmlnaHQiOjAuMCwiQm90dG9tIjowLjB9LCJCYWNrZ3JvdW5kIjp7IiRpZCI6IjI3MDkiLCJDb2xvciI6eyIkaWQiOiIyNzEwIiwiQSI6MCwiUiI6MCwiRyI6MCwiQiI6MH19LCJJc1Zpc2libGUiOmZhbHNlLCJXaWR0aCI6MC4wLCJIZWlnaHQiOjAuMCwiQm9yZGVyU3R5bGUiOnsiJGlkIjoiMjcxMSIsIkxpbmVDb2xvciI6bnVsbCwiTGluZVdlaWdodCI6MC4wLCJMaW5lVHlwZSI6MCwiUGFyZW50U3R5bGUiOm51bGx9LCJQYXJlbnRTdHlsZSI6bnVsbH0sIkRhdGVGb3JtYXQiOnsiJGlkIjoiMjcx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zEzIiwiRm9ybWF0IjowLCJJc1Zpc2libGUiOmZhbHNlLCJMYXN0S25vd25WaXNpYmlsaXR5U3RhdGUiOmZhbHNlfSwiSXNWaXNpYmxlIjpmYWxzZSwiUGFyZW50U3R5bGUiOm51bGx9LCJJbmRleCI6NCwiUGVyY2VudGFnZUNvbXBsZXRlIjpudWxsLCJQb3NpdGlvbiI6eyJSYXRpbyI6MC4wLCJJc0N1c3RvbSI6ZmFsc2V9LCJEYXRlRm9ybWF0Ijp7IiRyZWYiOiIyNzEyIn0sIldlZWtOdW1iZXJpbmciOnsiJGlkIjoiMjcxNCIsIkZvcm1hdCI6MCwiSXNWaXNpYmxlIjpmYWxzZSwiTGFzdEtub3duVmlzaWJpbGl0eVN0YXRlIjpmYWxzZX0sIkJhc2VsaW5lRGF0YSI6eyIkaWQiOiIyNzE1IiwiRGF0ZSI6IjIwMjQtMDctMTlUMjM6NTk6MDAifSwiUmVsYXRlZFRhc2tJZCI6IjAwMDAwMDAwLTAwMDAtMDAwMC0wMDAwLTAwMDAwMDAwMDAwMCIsIklkIjoiODcyZGYxNzEtNmM2Yi00YzAwLWE0YjctZTQxYjY4ZGJkNTRmIiwiSW1wb3J0SWQiOm51bGwsIlRpdGxlIjpudWxsLCJOb3RlIjpudWxsLCJIeXBlcmxpbmsiOnsiJGlkIjoiMjcxNiIsIkFkZHJlc3MiOiIiLCJTdWJBZGRyZXNzIjoiIn0sIklzQ2hhbmdlZCI6ZmFsc2UsIklzTmV3IjpmYWxzZX0seyIkaWQiOiIyNzE3IiwiRGF0ZSI6IjIwMjQtMTEtMTZUMDA6MDA6MDArMDE6MDAiLCJTdHlsZSI6eyIkaWQiOiIyNzE4IiwiU2hhcGUiOjEsIkNvbm5lY3Rvck1hcmdpbiI6eyIkcmVmIjoiNzUifSwiQ29ubmVjdG9yU3R5bGUiOnsiJGlkIjoiMjcxOSIsIkxpbmVDb2xvciI6eyIkcmVmIjoiMjAxMyJ9LCJMaW5lV2VpZ2h0IjoxLjAsIkxpbmVUeXBlIjowLCJQYXJlbnRTdHlsZSI6bnVsbH0sIklzQmVsb3dUaW1lYmFuZCI6ZmFsc2UsIlBvc2l0aW9uT25UYXNrIjowLCJIaWRlRGF0ZSI6ZmFsc2UsIlNoYXBlU2l6ZSI6MSwiU3BhY2luZyI6MC4wLCJQYWRkaW5nIjp7IiRyZWYiOiI3OSJ9LCJTaGFwZVN0eWxlIjp7IiRpZCI6IjI3MjAiLCJNYXJnaW4iOnsiJHJlZiI6IjgxIn0sIlBhZGRpbmciOnsiJHJlZiI6IjgyIn0sIkJhY2tncm91bmQiOnsiJGlkIjoiMjcyMSIsIkNvbG9yIjp7IiRpZCI6IjI3MjIiLCJBIjoyNTUsIlIiOjAsIkciOjExNCwiQiI6MTg4fX0sIklzVmlzaWJsZSI6dHJ1ZSwiV2lkdGgiOjEzLjAsIkhlaWdodCI6MTMuMCwiQm9yZGVyU3R5bGUiOnsiJGlkIjoiMjcyMyIsIkxpbmVDb2xvciI6eyIkaWQiOiIyNzI0IiwiJHR5cGUiOiJOTFJFLkNvbW1vbi5Eb20uU29saWRDb2xvckJydXNoLCBOTFJFLkNvbW1vbiIsIkNvbG9yIjp7IiRpZCI6IjI3MjUiLCJBIjoyNTUsIlIiOjI1NSwiRyI6MCwiQiI6MH19LCJMaW5lV2VpZ2h0IjowLjAsIkxpbmVUeXBlIjowLCJQYXJlbnRTdHlsZSI6bnVsbH0sIlBhcmVudFN0eWxlIjpudWxsfSwiVGl0bGVTdHlsZSI6eyIkaWQiOiIyNzI2IiwiRm9udFNldHRpbmdzIjp7IiRpZCI6IjI3MjciLCJGb250U2l6ZSI6MTEsIkZvbnROYW1lIjoiQm9laHJpbmdlciBGb3J3YXJkIFRleHQiLCJJc0JvbGQiOnRydWUsIklzSXRhbGljIjpmYWxzZSwiSXNVbmRlcmxpbmVkIjpmYWxzZSwiUGFyZW50U3R5bGUiOm51bGx9LCJBdXRvU2l6ZSI6MCwiRm9yZWdyb3VuZCI6eyIkaWQiOiIyNzI4IiwiQ29sb3IiOnsiJGlkIjoiMjcyOSIsIkEiOjI1NSwiUiI6OCwiRyI6NDksIkIiOjQyfX0sIk1heFdpZHRoIjoyMDAuMCwiTWF4SGVpZ2h0IjoiSW5maW5pdHkiLCJTbWFydEZvcmVncm91bmRJc0FjdGl2ZSI6ZmFsc2UsIkhvcml6b250YWxBbGlnbm1lbnQiOjEsIlZlcnRpY2FsQWxpZ25tZW50IjowLCJTbWFydEZvcmVncm91bmQiOm51bGwsIkJhY2tncm91bmRGaWxsVHlwZSI6MCwiTWFyZ2luIjp7IiRyZWYiOiI5MiJ9LCJQYWRkaW5nIjp7IiRyZWYiOiI5MyJ9LCJCYWNrZ3JvdW5kIjp7IiRyZWYiOiIyMDI1In0sIklzVmlzaWJsZSI6dHJ1ZSwiV2lkdGgiOjAuMCwiSGVpZ2h0IjowLjAsIkJvcmRlclN0eWxlIjp7IiRpZCI6IjI3MzAiLCJMaW5lQ29sb3IiOm51bGwsIkxpbmVXZWlnaHQiOjAuMCwiTGluZVR5cGUiOjAsIlBhcmVudFN0eWxlIjpudWxsfSwiUGFyZW50U3R5bGUiOm51bGx9LCJEYXRlU3R5bGUiOnsiJGlkIjoiMjczMSIsIkZvbnRTZXR0aW5ncyI6eyIkaWQiOiIyNzMyIiwiRm9udFNpemUiOjEwLCJGb250TmFtZSI6IkJvZWhyaW5nZXIgRm9yd2FyZCBUZXh0IiwiSXNCb2xkIjpmYWxzZSwiSXNJdGFsaWMiOmZhbHNlLCJJc1VuZGVybGluZWQiOmZhbHNlLCJQYXJlbnRTdHlsZSI6bnVsbH0sIkF1dG9TaXplIjowLCJGb3JlZ3JvdW5kIjp7IiRyZWYiOiIyMDI5In0sIk1heFdpZHRoIjoyMDAuMCwiTWF4SGVpZ2h0IjoiSW5maW5pdHkiLCJTbWFydEZvcmVncm91bmRJc0FjdGl2ZSI6ZmFsc2UsIkhvcml6b250YWxBbGlnbm1lbnQiOjEsIlZlcnRpY2FsQWxpZ25tZW50IjowLCJTbWFydEZvcmVncm91bmQiOm51bGwsIkJhY2tncm91bmRGaWxsVHlwZSI6MCwiTWFyZ2luIjp7IiRyZWYiOiIxMDEifSwiUGFkZGluZyI6eyIkcmVmIjoiMTAyIn0sIkJhY2tncm91bmQiOnsiJHJlZiI6IjIwMzEifSwiSXNWaXNpYmxlIjpmYWxzZSwiV2lkdGgiOjAuMCwiSGVpZ2h0IjowLjAsIkJvcmRlclN0eWxlIjp7IiRpZCI6IjI3MzMiLCJMaW5lQ29sb3IiOm51bGwsIkxpbmVXZWlnaHQiOjAuMCwiTGluZVR5cGUiOjAsIlBhcmVudFN0eWxlIjpudWxsfSwiUGFyZW50U3R5bGUiOm51bGx9LCJEYXRlRm9ybWF0Ijp7IiRyZWYiOiIyMDMzIn0sIldlZWtOdW1iZXJpbmciOnsiJGlkIjoiMjczNCIsIkZvcm1hdCI6MCwiSXNWaXNpYmxlIjpmYWxzZSwiTGFzdEtub3duVmlzaWJpbGl0eVN0YXRlIjpmYWxzZX0sIklzVmlzaWJsZSI6ZmFsc2UsIlBhcmVudFN0eWxlIjpudWxsfSwiSW5kZXgiOjUsIlBlcmNlbnRhZ2VDb21wbGV0ZSI6bnVsbCwiUG9zaXRpb24iOnsiUmF0aW8iOjAuMCwiSXNDdXN0b20iOmZhbHNlfSwiRGF0ZUZvcm1hdCI6eyIkcmVmIjoiMjAzMyJ9LCJXZWVrTnVtYmVyaW5nIjp7IiRpZCI6IjI3MzUiLCJGb3JtYXQiOjAsIklzVmlzaWJsZSI6ZmFsc2UsIkxhc3RLbm93blZpc2liaWxpdHlTdGF0ZSI6ZmFsc2V9LCJCYXNlbGluZURhdGEiOnsiJGlkIjoiMjczNiIsIkRhdGUiOiIyMDI0LTExLTE2VDAwOjAwOjAwKzAxOjAwIn0sIlJlbGF0ZWRUYXNrSWQiOiIwMDAwMDAwMC0wMDAwLTAwMDAtMDAwMC0wMDAwMDAwMDAwMDAiLCJJZCI6IjMxMDBlMDAyLThlNDctNGE2OC1hNDU1LWYxZGUxYmE0NTZjMyIsIkltcG9ydElkIjpudWxsLCJUaXRsZSI6IkRhdGEgcmVhZG91dCIsIk5vdGUiOm51bGwsIkh5cGVybGluayI6eyIkaWQiOiIyNzM3IiwiQWRkcmVzcyI6bnVsbCwiU3ViQWRkcmVzcyI6bnVsbH0sIklzQ2hhbmdlZCI6ZmFsc2UsIklzTmV3IjpmYWxzZX1dLCJUYXNrcyI6W10sIlN3aW1sYW5lcyI6W10sIk1zUHJvamVjdEl0ZW1zVHJlZSI6eyIkaWQiOiIyNzM4IiwiUm9vdCI6eyJJbXBvcnRJZCI6bnVsbCwiSXNJbXBvcnRlZCI6ZmFsc2UsIkNoaWxkcmVuIjpbXX19LCJNZXRhZGF0YSI6eyIkaWQiOiIyNzM5IiwiUmVjZW50Q29sb3JzQ29sbGVjdGlvbiI6IltcIiNGRjA4MzEyQVwiLFwiI0ZGMDBFNDdDXCJdIiwiU291cmNlVGVtcGxhdGUiOiJ7XCIkaWRcIjpcIjFcIixcIklkXCI6XCJkZjk0Y2RjNi03MmE0LTQxNGEtOTE5Yy0wYmEzZTEyYWY1NjJcIixcIkN1bHR1cmVJbmZvTmFtZVwiOlwiZW4tVVNcIixcIlZlcnNpb25cIjp7XCIkaWRcIjpcIjJcIixcIlRlbXBsYXRlRG9tVmVyc2lvblwiOlwiMS40LjBcIn0sXCJFZmZlY3RcIjowLFwiU3R5bGVcIjp7XCIkaWRcIjpcIjNcIixcIlRpbWViYW5kU3R5bGVcIjp7XCIkaWRcIjpcIjRcIixcIlNjYWxlTWFya2luZ1wiOjAsXCJTaGFwZVwiOjAsXCJTaGFwZVN0eWxlXCI6e1wiJGlkXCI6XCI1XCIsXCJNYXJnaW5cIjp7XCIkaWRcIjpcIjZcIixcIlRvcFwiOjAuMCxcIkxlZnRcIjoxMC4wLFwiUmlnaHRcIjoxMC4wLFwiQm90dG9tXCI6MC4wfSxcIlBhZGRpbmdcIjp7XCIkaWRcIjpcIjdcIixcIlRvcFwiOjMuMCxcIkxlZnRcIjowLjAsXCJSaWdodFwiOjAuMCxcIkJvdHRvbVwiOjMuMH0sXCJCYWNrZ3JvdW5kXCI6e1wiJGlkXCI6XCI4XCIsXCJDb2xvclwiOntcIiRpZFwiOlwiOVwiLFwiQVwiOjI1NSxcIlJcIjowLFwiR1wiOjIyOCxcIkJcIjoxMjR9fSxcIklzVmlzaWJsZVwiOnRydWUsXCJXaWR0aFwiOjg1OC4wLFwiSGVpZ2h0XCI6MjAuMCxcIkJvcmRlclN0eWxlXCI6e1wiJGlkXCI6XCIxMFwiLFwiTGluZUNvbG9yXCI6e1wiJGlkXCI6XCIxMVwiLFwiJHR5cGVcIjpcIk5MUkUuQ29tbW9uLkRvbS5Tb2xpZENvbG9yQnJ1c2gsIE5MUkUuQ29tbW9uXCIsXCJDb2xvclwiOntcIiRpZFwiOlwiMTJcIixcIkFcIjoyNTUsXCJSXCI6MjU1LFwiR1wiOjAsXCJCXCI6MH19LFwiTGluZVdlaWdodFwiOjAuMCxcIkxpbmVUeXBlXCI6MH19LFwiTWlkZGxlVGllclNoYXBlU3R5bGVcIjp7XCIkaWRcIjpcIjEzXCIsXCJNYXJnaW5cIjp7XCIkaWRcIjpcIjE0XCIsXCJUb3BcIjowLjAsXCJMZWZ0XCI6MTAuMCxcIlJpZ2h0XCI6MTAuMCxcIkJvdHRvbVwiOjAuMH0sXCJQYWRkaW5nXCI6e1wiJGlkXCI6XCIxNVwiLFwiVG9wXCI6My4wLFwiTGVmdFwiOjAuMCxcIlJpZ2h0XCI6MC4wLFwiQm90dG9tXCI6My4wfSxcIkJhY2tncm91bmRcIjp7XCIkaWRcIjpcIjE2XCIsXCJDb2xvclwiOntcIiRpZFwiOlwiMTdcIixcIkFcIjoyNTUsXCJSXCI6MCxcIkdcIjoyMjgsXCJCXCI6MTI0fX0sXCJJc1Zpc2libGVcIjp0cnVlLFwiV2lkdGhcIjo4NTguMCxcIkhlaWdodFwiOjIwLjAsXCJCb3JkZXJTdHlsZVwiOntcIiRpZFwiOlwiMThcIixcIkxpbmVDb2xvclwiOntcIiRpZFwiOlwiMTlcIixcIiR0eXBlXCI6XCJOTFJFLkNvbW1vbi5Eb20uU29saWRDb2xvckJydXNoLCBOTFJFLkNvbW1vblwiLFwiQ29sb3JcIjp7XCIkaWRcIjpcIjIwXCIsXCJBXCI6MjU1LFwiUlwiOjI1NSxcIkdcIjowLFwiQlwiOjB9fSxcIkxpbmVXZWlnaHRcIjowLjAsXCJMaW5lVHlwZVwiOjB9fSxcIkJvdHRvbVRpZXJTaGFwZVN0eWxlXCI6e1wiJGlkXCI6XCIyMVwiLFwiTWFyZ2luXCI6e1wiJGlkXCI6XCIyMlwiLFwiVG9wXCI6MC4wLFwiTGVmdFwiOjEwLjAsXCJSaWdodFwiOjEwLjAsXCJCb3R0b21cIjowLjB9LFwiUGFkZGluZ1wiOntcIiRpZFwiOlwiMjNcIixcIlRvcFwiOjMuMCxcIkxlZnRcIjowLjAsXCJSaWdodFwiOjAuMCxcIkJvdHRvbVwiOjMuMH0sXCJCYWNrZ3JvdW5kXCI6e1wiJGlkXCI6XCIyNFwiLFwiQ29sb3JcIjp7XCIkaWRcIjpcIjI1XCIsXCJBXCI6MjU1LFwiUlwiOjY4LFwiR1wiOjg0LFwiQlwiOjEwNn19LFwiSXNWaXNpYmxlXCI6dHJ1ZSxcIldpZHRoXCI6ODU4LjAsXCJIZWlnaHRcIjoyMC4wLFwiQm9yZGVyU3R5bGVcIjp7XCIkaWRcIjpcIjI2XCIsXCJMaW5lQ29sb3JcIjp7XCIkaWRcIjpcIjI3XCIsXCIkdHlwZVwiOlwiTkxSRS5Db21tb24uRG9tLlNvbGlkQ29sb3JCcnVzaCwgTkxSRS5Db21tb25cIixcIkNvbG9yXCI6e1wiJGlkXCI6XCIyOFwiLFwiQVwiOjI1NSxcIlJcIjoyNTUsXCJHXCI6MCxcIkJcIjowfX0sXCJMaW5lV2VpZ2h0XCI6MC4wLFwiTGluZVR5cGVcIjowfX0sXCJSaWdodEVuZENhcHNTdHlsZVwiOntcIiRpZFwiOlwiMjlcIixcIkZvbnRTZXR0aW5nc1wiOntcIiRpZFwiOlwiMzBcIixcIkZvbnRTaXplXCI6MTgsXCJGb250TmFtZVwiOlwiQ2FsaWJyaVwiLFwiSXNCb2xkXCI6dHJ1ZSxcIklzSXRhbGljXCI6ZmFsc2UsXCJJc1VuZGVybGluZWRcIjpmYWxzZX0sXCJBdXRvU2l6ZVwiOjAsXCJGb3JlZ3JvdW5kXCI6e1wiJGlkXCI6XCIzMVwiLFwiQ29sb3JcIjp7XCIkaWRcIjpcIjMyXCIsXCJBXCI6MjU1LFwiUlwiOjgsXCJHXCI6NDksXCJCXCI6NDJ9fSxcIkJhY2tncm91bmRGaWxsVHlwZVwiOjAsXCJNYXhXaWR0aFwiOlwiSW5maW5pdHlcIixcIk1heEhlaWdodFwiOlwiSW5maW5pdHlcIixcIlNtYXJ0Rm9yZWdyb3VuZElzQWN0aXZlXCI6ZmFsc2UsXCJIb3Jpem9udGFsQWxpZ25tZW50XCI6MCxcIlZlcnRpY2FsQWxpZ25tZW50XCI6MCxcIlNtYXJ0Rm9yZWdyb3VuZFwiOm51bGwsXCJNYXJnaW5cIjp7XCIkaWRcIjpcIjMzXCIsXCJUb3BcIjowLjAsXCJMZWZ0XCI6MC4wLFwiUmlnaHRcIjoyMC4wLFwiQm90dG9tXCI6MC4wfSxcIlBhZGRpbmdcIjp7XCIkaWRcIjpcIjM0XCIsXCJUb3BcIjowLjAsXCJMZWZ0XCI6MC4wLFwiUmlnaHRcIjowLjAsXCJCb3R0b21cIjowLjB9LFwiQmFja2dyb3VuZFwiOntcIiRpZFwiOlwiMzVcIixcIkNvbG9yXCI6e1wiJGlkXCI6XCIzNlwiLFwiQVwiOjAsXCJSXCI6MCxcIkdcIjowLFwiQlwiOjB9fSxcIklzVmlzaWJsZVwiOnRydWUsXCJXaWR0aFwiOjAuMCxcIkhlaWdodFwiOjAuMCxcIkJvcmRlclN0eWxlXCI6bnVsbH0sXCJMZWZ0RW5kQ2Fwc1N0eWxlXCI6e1wiJGlkXCI6XCIzN1wiLFwiRm9udFNldHRpbmdzXCI6e1wiJGlkXCI6XCIzOFwiLFwiRm9udFNpemVcIjoxOCxcIkZvbnROYW1lXCI6XCJDYWxpYnJpXCIsXCJJc0JvbGRcIjp0cnVlLFwiSXNJdGFsaWNcIjpmYWxzZSxcIklzVW5kZXJsaW5lZFwiOmZhbHNlfSxcIkF1dG9TaXplXCI6MCxcIkZvcmVncm91bmRcIjp7XCIkaWRcIjpcIjM5XCIsXCJDb2xvclwiOntcIiRpZFwiOlwiNDBcIixcIkFcIjoyNTUsXCJSXCI6MjM3LFwiR1wiOjEyNSxcIkJcIjo0OX19LFwiQmFja2dyb3VuZEZpbGxUeXBlXCI6MCxcIk1heFdpZHRoXCI6XCJJbmZpbml0eVwiLFwiTWF4SGVpZ2h0XCI6XCJJbmZpbml0eVwiLFwiU21hcnRGb3JlZ3JvdW5kSXNBY3RpdmVcIjpmYWxzZSxcIkhvcml6b250YWxBbGlnbm1lbnRcIjowLFwiVmVydGljYWxBbGlnbm1lbnRcIjowLFwiU21hcnRGb3JlZ3JvdW5kXCI6bnVsbCxcIk1hcmdpblwiOntcIiRpZFwiOlwiNDFcIixcIlRvcFwiOjAuMCxcIkxlZnRcIjozOS41MDY2NjY2NjY2NjY2NjEsXCJSaWdodFwiOjAuMCxcIkJvdHRvbVwiOjAuMH0sXCJQYWRkaW5nXCI6e1wiJGlkXCI6XCI0MlwiLFwiVG9wXCI6MC4wLFwiTGVmdFwiOjAuMCxcIlJpZ2h0XCI6MC4wLFwiQm90dG9tXCI6MC4wfSxcIkJhY2tncm91bmRcIjp7XCIkaWRcIjpcIjQzXCIsXCJDb2xvclwiOntcIiRpZFwiOlwiNDRcIixcIkFcIjowLFwiUlwiOjAsXCJHXCI6MCxcIkJcIjowfX0sXCJJc1Zpc2libGVcIjpmYWxzZSxcIldpZHRoXCI6MC4wLFwiSGVpZ2h0XCI6MC4wLFwiQm9yZGVyU3R5bGVcIjpudWxsfSxcIlRvZGF5VGV4dFN0eWxlXCI6e1wiJGlkXCI6XCI0NVwiLFwiRm9udFNldHRpbmdzXCI6e1wiJGlkXCI6XCI0NlwiLFwiRm9udFNpemVcIjoxMixcIkZvbnROYW1lXCI6XCJDYWxpYnJpXCIsXCJJc0JvbGRcIjpmYWxzZSxcIklzSXRhbGljXCI6ZmFsc2UsXCJJc1VuZGVybGluZWRcIjpmYWxzZX0sXCJBdXRvU2l6ZVwiOjAsXCJGb3JlZ3JvdW5kXCI6e1wiJGlkXCI6XCI0N1wiLFwiQ29sb3JcIjp7XCIkaWRcIjpcIjQ4XCIsXCJBXCI6MjU1LFwiUlwiOjgsXCJHXCI6NDksXCJCXCI6NDJ9fSxcIkJhY2tncm91bmRGaWxsVHlwZVwiOjAsXCJNYXhXaWR0aFwiOjIwMC4wLFwiTWF4SGVpZ2h0XCI6XCJJbmZpbml0eVwiLFwiU21hcnRGb3JlZ3JvdW5kSXNBY3RpdmVcIjpmYWxzZSxcIkhvcml6b250YWxBbGlnbm1lbnRcIjowLFwiVmVydGljYWxBbGlnbm1lbnRcIjowLFwiU21hcnRGb3JlZ3JvdW5kXCI6bnVsbCxcIk1hcmdpblwiOntcIiRpZFwiOlwiNDlcIixcIlRvcFwiOjAuMCxcIkxlZnRcIjowLjAsXCJSaWdodFwiOjAuMCxcIkJvdHRvbVwiOjAuMH0sXCJQYWRkaW5nXCI6e1wiJGlkXCI6XCI1MFwiLFwiVG9wXCI6MC4wLFwiTGVmdFwiOjAuMCxcIlJpZ2h0XCI6MC4wLFwiQm90dG9tXCI6MC4wfSxcIkJhY2tncm91bmRcIjp7XCIkaWRcIjpcIjUxXCIsXCJDb2xvclwiOntcIiRpZFwiOlwiNTJcIixcIkFcIjowLFwiUlwiOjAsXCJHXCI6MCxcIkJcIjowfX0sXCJJc1Zpc2libGVcIjp0cnVlLFwiV2lkdGhcIjowLjAsXCJIZWlnaHRcIjowLjAsXCJCb3JkZXJTdHlsZVwiOm51bGx9LFwiVG9kYXlNYXJrZXJTdHlsZVwiOntcIiRpZFwiOlwiNTNcIixcIk1hcmdpblwiOntcIiRpZFwiOlwiNTRcIixcIlRvcFwiOjAuMCxcIkxlZnRcIjowLjAsXCJSaWdodFwiOjAuMCxcIkJvdHRvbVwiOjAuMH0sXCJQYWRkaW5nXCI6e1wiJGlkXCI6XCI1NVwiLFwiVG9wXCI6MC4wLFwiTGVmdFwiOjAuMCxcIlJpZ2h0XCI6MC4wLFwiQm90dG9tXCI6MC4wfSxcIkJhY2tncm91bmRcIjp7XCIkaWRcIjpcIjU2XCIsXCJDb2xvclwiOntcIiRpZFwiOlwiNTdcIixcIkFcIjoyNTUsXCJSXCI6MjU1LFwiR1wiOjAsXCJCXCI6MH19LFwiSXNWaXNpYmxlXCI6dHJ1ZSxcIldpZHRoXCI6MC4wLFwiSGVpZ2h0XCI6MC4wLFwiQm9yZGVyU3R5bGVcIjpudWxsfSxcIlNjYWxlU3R5bGVcIjp7XCIkaWRcIjpcIjU4XCIsXCJTaG93U2VnbWVudFNlcGFyYXRvcnNcIjp0cnVlLFwiU2VnbWVudFNlcGFyYXRvck9wYWNpdHlcIjozMCxcIlNoYXBlXCI6MyxcIkhhc0JlZW5WaXNpYmxlQmVmb3JlXCI6dHJ1ZSxcIkZvbnRTZXR0aW5nc1wiOntcIiRpZFwiOlwiNTlcIixcIkZvbnRTaXplXCI6MTIsXCJGb250TmFtZVwiOlwiQm9laHJpbmdlciBGb3J3YXJkIFRleHRcIixcIklzQm9sZFwiOmZhbHNlLFwiSXNJdGFsaWNcIjpmYWxzZSxcIklzVW5kZXJsaW5lZFwiOmZhbHNlfSxcIkF1dG9TaXplXCI6MCxcIkZvcmVncm91bmRcIjp7XCIkaWRcIjpcIjYwXCIsXCJDb2xvclwiOntcIiRpZFwiOlwiNjFcIixcIkFcIjoyNTUsXCJSXCI6OCxcIkdcIjo0OSxcIkJcIjo0Mn19LFwiQmFja2dyb3VuZEZpbGxUeXBlXCI6MCxcIk1heFdpZHRoXCI6MjAwLjAsXCJNYXhIZWlnaHRcIjpcIkluZmluaXR5XCIsXCJTbWFydEZvcmVncm91bmRJc0FjdGl2ZVwiOmZhbHNlLFwiSG9yaXpvbnRhbEFsaWdubWVudFwiOjAsXCJWZXJ0aWNhbEFsaWdubWVudFwiOjEsXCJTbWFydEZvcmVncm91bmRcIjpudWxsLFwiTWFyZ2luXCI6e1wiJGlkXCI6XCI2MlwiLFwiVG9wXCI6MC4wLFwiTGVmdFwiOjUuMCxcIlJpZ2h0XCI6MC4wLFwiQm90dG9tXCI6MC4wfSxcIlBhZGRpbmdcIjp7XCIkaWRcIjpcIjYzXCIsXCJUb3BcIjowLjAsXCJMZWZ0XCI6MC4wLFwiUmlnaHRcIjowLjAsXCJCb3R0b21cIjowLjB9LFwiQmFja2dyb3VuZFwiOntcIiRpZFwiOlwiNjRcIixcIkNvbG9yXCI6e1wiJGlkXCI6XCI2NVwiLFwiQVwiOjAsXCJSXCI6MCxcIkdcIjowLFwiQlwiOjB9fSxcIklzVmlzaWJsZVwiOnRydWUsXCJXaWR0aFwiOjAuMCxcIkhlaWdodFwiOjAuMCxcIkJvcmRlclN0eWxlXCI6bnVsbH0sXCJNaWRkbGVUaWVyU2NhbGVTdHlsZVwiOntcIiRpZFwiOlwiNjZcIixcIlNob3dTZWdtZW50U2VwYXJhdG9yc1wiOnRydWUsXCJTZWdtZW50U2VwYXJhdG9yT3BhY2l0eVwiOjMwLFwiU2hhcGVcIjozLFwiSGFzQmVlblZpc2libGVCZWZvcmVcIjp0cnVlLFwiRm9udFNldHRpbmdzXCI6e1wiJGlkXCI6XCI2N1wiLFwiRm9udFNpemVcIjoxMixcIkZvbnROYW1lXCI6XCJCb2VocmluZ2VyIEZvcndhcmQgVGV4dFwiLFwiSXNCb2xkXCI6ZmFsc2UsXCJJc0l0YWxpY1wiOmZhbHNlLFwiSXNVbmRlcmxpbmVkXCI6ZmFsc2V9LFwiQXV0b1NpemVcIjowLFwiRm9yZWdyb3VuZFwiOntcIiRpZFwiOlwiNjhcIixcIkNvbG9yXCI6e1wiJHJlZlwiOlwiNjFcIn19LFwiQmFja2dyb3VuZEZpbGxUeXBlXCI6MCxcIk1heFdpZHRoXCI6MjAwLjAsXCJNYXhIZWlnaHRcIjpcIkluZmluaXR5XCIsXCJTbWFydEZvcmVncm91bmRJc0FjdGl2ZVwiOmZhbHNlLFwiSG9yaXpvbnRhbEFsaWdubWVudFwiOjAsXCJWZXJ0aWNhbEFsaWdubWVudFwiOjEsXCJTbWFydEZvcmVncm91bmRcIjpudWxsLFwiTWFyZ2luXCI6e1wiJGlkXCI6XCI2OVwiLFwiVG9wXCI6MC4wLFwiTGVmdFwiOjUuMCxcIlJpZ2h0XCI6MC4wLFwiQm90dG9tXCI6MC4wfSxcIlBhZGRpbmdcIjp7XCIkaWRcIjpcIjcwXCIsXCJUb3BcIjowLjAsXCJMZWZ0XCI6MC4wLFwiUmlnaHRcIjowLjAsXCJCb3R0b21cIjowLjB9LFwiQmFja2dyb3VuZFwiOntcIiRpZFwiOlwiNzFcIixcIkNvbG9yXCI6e1wiJGlkXCI6XCI3MlwiLFwiQVwiOjAsXCJSXCI6MCxcIkdcIjowLFwiQlwiOjB9fSxcIklzVmlzaWJsZVwiOmZhbHNlLFwiV2lkdGhcIjowLjAsXCJIZWlnaHRcIjowLjAsXCJCb3JkZXJTdHlsZVwiOm51bGx9LFwiQm90dG9tVGllclNjYWxlU3R5bGVcIjp7XCIkaWRcIjpcIjczXCIsXCJTaG93U2VnbWVudFNlcGFyYXRvcnNcIjp0cnVlLFwiU2VnbWVudFNlcGFyYXRvck9wYWNpdHlcIjozMCxcIlNoYXBlXCI6MyxcIkhhc0JlZW5WaXNpYmxlQmVmb3JlXCI6ZmFsc2UsXCJGb250U2V0dGluZ3NcIjp7XCIkaWRcIjpcIjc0XCIsXCJGb250U2l6ZVwiOjEyLFwiRm9udE5hbWVcIjpcIkNhbGlicmlcIixcIklzQm9sZFwiOmZhbHNlLFwiSXNJdGFsaWNcIjpmYWxzZSxcIklzVW5kZXJsaW5lZFwiOmZhbHNlfSxcIkF1dG9TaXplXCI6MCxcIkZvcmVncm91bmRcIjp7XCIkaWRcIjpcIjc1XCIsXCJDb2xvclwiOntcIiRpZFwiOlwiNzZcIixcIkFcIjoyNTUsXCJSXCI6MjU1LFwiR1wiOjI1NSxcIkJcIjoyNTV9fSxcIkJhY2tncm91bmRGaWxsVHlwZVwiOjAsXCJNYXhXaWR0aFwiOjIwMC4wLFwiTWF4SGVpZ2h0XCI6XCJJbmZpbml0eVwiLFwiU21hcnRGb3JlZ3JvdW5kSXNBY3RpdmVcIjpmYWxzZSxcIkhvcml6b250YWxBbGlnbm1lbnRcIjowLFwiVmVydGljYWxBbGlnbm1lbnRcIjoxLFwiU21hcnRGb3JlZ3JvdW5kXCI6bnVsbCxcIk1hcmdpblwiOntcIiRpZFwiOlwiNzdcIixcIlRvcFwiOjAuMCxcIkxlZnRcIjo1LjAsXCJSaWdodFwiOjAuMCxcIkJvdHRvbVwiOjAuMH0sXCJQYWRkaW5nXCI6e1wiJGlkXCI6XCI3OFwiLFwiVG9wXCI6MC4wLFwiTGVmdFwiOjAuMCxcIlJpZ2h0XCI6MC4wLFwiQm90dG9tXCI6MC4wfSxcIkJhY2tncm91bmRcIjp7XCIkaWRcIjpcIjc5XCIsXCJDb2xvclwiOntcIiRpZFwiOlwiODBcIixcIkFcIjowLFwiUlwiOjAsXCJHXCI6MCxcIkJcIjowfX0sXCJJc1Zpc2libGVcIjpmYWxzZSxcIldpZHRoXCI6MC4wLFwiSGVpZ2h0XCI6MC4wLFwiQm9yZGVyU3R5bGVcIjpudWxsfSxcIlNpbmdsZVNjYWxlU2hhcGVTdHlsZVwiOntcIiRpZFwiOlwiODFcIixcIlNoYXBlXCI6MCxcIkhlaWdodFwiOjAuMH0sXCJFbGFwc2VkVGltZUJhY2tncm91bmRcIjp7XCIkaWRcIjpcIjgyXCIsXCJDb2xvclwiOntcIiRpZFwiOlwiODNcIixcIkFcIjoxOTEsXCJSXCI6MjU1LFwiR1wiOjAsXCJCXCI6MH19LFwiQXBwZW5kWWVhck9uWWVhckNoYW5nZVwiOmZhbHNlLFwiRWxhcHNlZFRpbWVGb3JtYXRcIjowLFwiVG9kYXlNYXJrZXJQb3NpdGlvblwiOjAsXCJRdWlja1Bvc2l0aW9uXCI6MyxcIkFic29sdXRlUG9zaXRpb25cIjoyMzQuMTM5NTI2LFwiTWFyZ2luXCI6e1wiJGlkXCI6XCI4NFwiLFwiVG9wXCI6MC4wLFwiTGVmdFwiOjEwLjAsXCJSaWdodFwiOjEwLjAsXCJCb3R0b21cIjowLjB9LFwiUGFkZGluZ1wiOntcIiRpZFwiOlwiODVcIixcIlRvcFwiOjAuMCxcIkxlZnRcIjowLjAsXCJSaWdodFwiOjAuMCxcIkJvdHRvbVwiOjAuMH0sXCJCYWNrZ3JvdW5kXCI6e1wiJGlkXCI6XCI4NlwiLFwiQ29sb3JcIjp7XCIkaWRcIjpcIjg3XCIsXCJBXCI6MjU1LFwiUlwiOjQ3LFwiR1wiOjU0LFwiQlwiOjE1M319LFwiSXNWaXNpYmxlXCI6dHJ1ZSxcIldpZHRoXCI6MC4wLFwiSGVpZ2h0XCI6MC4wLFwiQm9yZGVyU3R5bGVcIjpudWxsfSxcIkRlZmF1bHRNaWxlc3RvbmVTdHlsZVwiOntcIiRpZFwiOlwiODhcIixcIlNoYXBlXCI6MixcIkNvbm5lY3Rvck1hcmdpblwiOntcIiRpZFwiOlwiODlcIixcIlRvcFwiOjAuMCxcIkxlZnRcIjoyLjAsXCJSaWdodFwiOjIuMCxcIkJvdHRvbVwiOjAuMH0sXCJDb25uZWN0b3JTdHlsZVwiOntcIiRpZFwiOlwiOTBcIixcIkxpbmVDb2xvclwiOntcIiRpZFwiOlwiOTFcIixcIiR0eXBlXCI6XCJOTFJFLkNvbW1vbi5Eb20uU29saWRDb2xvckJydXNoLCBOTFJFLkNvbW1vblwiLFwiQ29sb3JcIjp7XCIkaWRcIjpcIjkyXCIsXCJBXCI6MTI3LFwiUlwiOjc5LFwiR1wiOjEyOSxcIkJcIjoxODl9fSxcIkxpbmVXZWlnaHRcIjoxLjAsXCJMaW5lVHlwZVwiOjB9LFwiSXNCZWxvd1RpbWViYW5kXCI6ZmFsc2UsXCJIaWRlRGF0ZVwiOmZhbHNlLFwiU2hhcGVTaXplXCI6MSxcIlNwYWNpbmdcIjowLjAsXCJQYWRkaW5nXCI6e1wiJGlkXCI6XCI5M1wiLFwiVG9wXCI6NS4wLFwiTGVmdFwiOjMuMCxcIlJpZ2h0XCI6MC4wLFwiQm90dG9tXCI6Mi4wfSxcIlBvc2l0aW9uXCI6bnVsbCxcIlBvc2l0aW9uT25UYXNrXCI6MCxcIlNoYXBlU3R5bGVcIjp7XCIkaWRcIjpcIjk0XCIsXCJNYXJnaW5cIjp7XCIkaWRcIjpcIjk1XCIsXCJUb3BcIjowLjAsXCJMZWZ0XCI6MC4wLFwiUmlnaHRcIjowLjAsXCJCb3R0b21cIjowLjB9LFwiUGFkZGluZ1wiOntcIiRpZFwiOlwiOTZcIixcIlRvcFwiOjAuMCxcIkxlZnRcIjowLjAsXCJSaWdodFwiOjAuMCxcIkJvdHRvbVwiOjAuMH0sXCJCYWNrZ3JvdW5kXCI6e1wiJGlkXCI6XCI5N1wiLFwiQ29sb3JcIjp7XCIkaWRcIjpcIjk4XCIsXCJBXCI6MjU1LFwiUlwiOjAsXCJHXCI6MTE0LFwiQlwiOjE4OH19LFwiSXNWaXNpYmxlXCI6dHJ1ZSxcIldpZHRoXCI6MTMuMCxcIkhlaWdodFwiOjEzLjAsXCJCb3JkZXJTdHlsZVwiOntcIiRpZFwiOlwiOTlcIixcIkxpbmVDb2xvclwiOntcIiRpZFwiOlwiMTAwXCIsXCIkdHlwZVwiOlwiTkxSRS5Db21tb24uRG9tLlNvbGlkQ29sb3JCcnVzaCwgTkxSRS5Db21tb25cIixcIkNvbG9yXCI6e1wiJGlkXCI6XCIxMDFcIixcIkFcIjoyNTUsXCJSXCI6MjU1LFwiR1wiOjAsXCJCXCI6MH19LFwiTGluZVdlaWdodFwiOjAuMCxcIkxpbmVUeXBlXCI6MH19LFwiVGl0bGVTdHlsZVwiOntcIiRpZFwiOlwiMTAyXCIsXCJGb250U2V0dGluZ3NcIjp7XCIkaWRcIjpcIjEwM1wiLFwiRm9udFNpemVcIjoxMSxcIkZvbnROYW1lXCI6XCJCb2VocmluZ2VyIEZvcndhcmQgVGV4dFwiLFwiSXNCb2xkXCI6dHJ1ZSxcIklzSXRhbGljXCI6ZmFsc2UsXCJJc1VuZGVybGluZWRcIjpmYWxzZX0sXCJBdXRvU2l6ZVwiOjAsXCJGb3JlZ3JvdW5kXCI6e1wiJGlkXCI6XCIxMDRcIixcIkNvbG9yXCI6e1wiJGlkXCI6XCIxMDVcIixcIkFcIjoyNTUsXCJSXCI6MjU1LFwiR1wiOjI1NSxcIkJcIjoyNTV9fSxcIkJhY2tncm91bmRGaWxsVHlwZVwiOjAsXCJNYXhXaWR0aFwiOjIwMC4wLFwiTWF4SGVpZ2h0XCI6XCJJbmZpbml0eVwiLFwiU21hcnRGb3JlZ3JvdW5kSXNBY3RpdmVcIjpmYWxzZSxcIkhvcml6b250YWxBbGlnbm1lbnRcIjowLFwiVmVydGljYWxBbGlnbm1lbnRcIjowLFwiU21hcnRGb3JlZ3JvdW5kXCI6bnVsbCxcIk1hcmdpblwiOntcIiRpZFwiOlwiMTA2XCIsXCJUb3BcIjowLjAsXCJMZWZ0XCI6MC4wLFwiUmlnaHRcIjowLjAsXCJCb3R0b21cIjowLjB9LFwiUGFkZGluZ1wiOntcIiRpZFwiOlwiMTA3XCIsXCJUb3BcIjowLjAsXCJMZWZ0XCI6MC4wLFwiUmlnaHRcIjowLjAsXCJCb3R0b21cIjowLjB9LFwiQmFja2dyb3VuZFwiOntcIiRpZFwiOlwiMTA4XCIsXCJDb2xvclwiOntcIiRpZFwiOlwiMTA5XCIsXCJBXCI6MCxcIlJcIjowLFwiR1wiOjAsXCJCXCI6MH19LFwiSXNWaXNpYmxlXCI6dHJ1ZSxcIldpZHRoXCI6MC4wLFwiSGVpZ2h0XCI6MC4wLFwiQm9yZGVyU3R5bGVcIjpudWxsfSxcIkRhdGVTdHlsZVwiOntcIiRpZFwiOlwiMTEwXCIsXCJGb250U2V0dGluZ3NcIjp7XCIkaWRcIjpcIjExMVwiLFwiRm9udFNpemVcIjoxMCxcIkZvbnROYW1lXCI6XCJCb2VocmluZ2VyIEZvcndhcmQgVGV4dFwiLFwiSXNCb2xkXCI6ZmFsc2UsXCJJc0l0YWxpY1wiOmZhbHNlLFwiSXNVbmRlcmxpbmVkXCI6ZmFsc2V9LFwiQXV0b1NpemVcIjowLFwiRm9yZWdyb3VuZFwiOntcIiRpZFwiOlwiMTEyXCIsXCJDb2xvclwiOntcIiRpZFwiOlwiMTEzXCIsXCJBXCI6MjU1LFwiUlwiOjI1NSxcIkdcIjoyNTUsXCJCXCI6MjU1fX0sXCJCYWNrZ3JvdW5kRmlsbFR5cGVcIjowLFwiTWF4V2lkdGhcIjoyMDAuMCxcIk1heEhlaWdodFwiOlwiSW5maW5pdHlcIixcIlNtYXJ0Rm9yZWdyb3VuZElzQWN0aXZlXCI6ZmFsc2UsXCJIb3Jpem9udGFsQWxpZ25tZW50XCI6MCxcIlZlcnRpY2FsQWxpZ25tZW50XCI6MCxcIlNtYXJ0Rm9yZWdyb3VuZFwiOm51bGwsXCJNYXJnaW5cIjp7XCIkaWRcIjpcIjExNFwiLFwiVG9wXCI6MC4wLFwiTGVmdFwiOjAuMCxcIlJpZ2h0XCI6MC4wLFwiQm90dG9tXCI6MC4wfSxcIlBhZGRpbmdcIjp7XCIkaWRcIjpcIjExNVwiLFwiVG9wXCI6MC4wLFwiTGVmdFwiOjAuMCxcIlJpZ2h0XCI6MC4wLFwiQm90dG9tXCI6MC4wfSxcIkJhY2tncm91bmRcIjp7XCIkaWRcIjpcIjExNlwiLFwiQ29sb3JcIjp7XCIkaWRcIjpcIjExN1wiLFwiQVwiOjAsXCJSXCI6MCxcIkdcIjowLFwiQlwiOjB9fSxcIklzVmlzaWJsZVwiOmZhbHNlLFwiV2lkdGhcIjowLjAsXCJIZWlnaHRcIjowLjAsXCJCb3JkZXJTdHlsZVwiOm51bGx9LFwiRGF0ZUZvcm1hdFwiOntcIiRpZFwiOlwiMTE4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kRlZmF1bHRTd2ltbGFuZU1pbGVzdG9uZVN0eWxlXCI6e1wiJGlkXCI6XCIxMTlcIixcIlRpdGxlU3R5bGVcIjp7XCIkaWRcIjpcIjEyMFwiLFwiRm9udFNldHRpbmdzXCI6e1wiJGlkXCI6XCIxMjFcIixcIkZvbnRTaXplXCI6MTEsXCJGb250TmFtZVwiOlwiQm9laHJpbmdlciBGb3J3YXJkIFRleHRcIixcIklzQm9sZFwiOnRydWUsXCJJc0l0YWxpY1wiOmZhbHNlLFwiSXNVbmRlcmxpbmVkXCI6ZmFsc2V9LFwiQXV0b1NpemVcIjowLFwiRm9yZWdyb3VuZFwiOntcIiRpZFwiOlwiMTIyXCIsXCJDb2xvclwiOntcIiRyZWZcIjpcIjEwNVwifX0sXCJCYWNrZ3JvdW5kRmlsbFR5cGVcIjowLFwiTWF4V2lkdGhcIjoyMDAuMCxcIk1heEhlaWdodFwiOlwiSW5maW5pdHlcIixcIlNtYXJ0Rm9yZWdyb3VuZElzQWN0aXZlXCI6ZmFsc2UsXCJIb3Jpem9udGFsQWxpZ25tZW50XCI6MCxcIlZlcnRpY2FsQWxpZ25tZW50XCI6MCxcIlNtYXJ0Rm9yZWdyb3VuZFwiOm51bGwsXCJNYXJnaW5cIjp7XCIkaWRcIjpcIjEyM1wiLFwiVG9wXCI6MC4wLFwiTGVmdFwiOjAuMCxcIlJpZ2h0XCI6MC4wLFwiQm90dG9tXCI6MC4wfSxcIlBhZGRpbmdcIjp7XCIkaWRcIjpcIjEyNFwiLFwiVG9wXCI6MC4wLFwiTGVmdFwiOjAuMCxcIlJpZ2h0XCI6MC4wLFwiQm90dG9tXCI6MC4wfSxcIkJhY2tncm91bmRcIjp7XCIkaWRcIjpcIjEyNVwiLFwiQ29sb3JcIjp7XCIkaWRcIjpcIjEyNlwiLFwiQVwiOjAsXCJSXCI6MCxcIkdcIjowLFwiQlwiOjB9fSxcIklzVmlzaWJsZVwiOnRydWUsXCJXaWR0aFwiOjAuMCxcIkhlaWdodFwiOjAuMCxcIkJvcmRlclN0eWxlXCI6bnVsbH0sXCJEYXRlU3R5bGVcIjp7XCIkaWRcIjpcIjEyN1wiLFwiRm9udFNldHRpbmdzXCI6e1wiJGlkXCI6XCIxMjhcIixcIkZvbnRTaXplXCI6MTAsXCJGb250TmFtZVwiOlwiQm9laHJpbmdlciBGb3J3YXJkIFRleHRcIixcIklzQm9sZFwiOmZhbHNlLFwiSXNJdGFsaWNcIjpmYWxzZSxcIklzVW5kZXJsaW5lZFwiOmZhbHNlfSxcIkF1dG9TaXplXCI6MCxcIkZvcmVncm91bmRcIjp7XCIkaWRcIjpcIjEyOVwiLFwiQ29sb3JcIjp7XCIkcmVmXCI6XCIxMTNcIn19LFwiQmFja2dyb3VuZEZpbGxUeXBlXCI6MCxcIk1heFdpZHRoXCI6MjAwLjAsXCJNYXhIZWlnaHRcIjpcIkluZmluaXR5XCIsXCJTbWFydEZvcmVncm91bmRJc0FjdGl2ZVwiOmZhbHNlLFwiSG9yaXpvbnRhbEFsaWdubWVudFwiOjAsXCJWZXJ0aWNhbEFsaWdubWVudFwiOjAsXCJTbWFydEZvcmVncm91bmRcIjpudWxsLFwiTWFyZ2luXCI6e1wiJGlkXCI6XCIxMzBcIixcIlRvcFwiOjAuMCxcIkxlZnRcIjowLjAsXCJSaWdodFwiOjAuMCxcIkJvdHRvbVwiOjAuMH0sXCJQYWRkaW5nXCI6e1wiJGlkXCI6XCIxMzFcIixcIlRvcFwiOjAuMCxcIkxlZnRcIjowLjAsXCJSaWdodFwiOjAuMCxcIkJvdHRvbVwiOjAuMH0sXCJCYWNrZ3JvdW5kXCI6e1wiJGlkXCI6XCIxMzJcIixcIkNvbG9yXCI6e1wiJGlkXCI6XCIxMzNcIixcIkFcIjowLFwiUlwiOjAsXCJHXCI6MCxcIkJcIjowfX0sXCJJc1Zpc2libGVcIjpmYWxzZSxcIldpZHRoXCI6MC4wLFwiSGVpZ2h0XCI6MC4wLFwiQm9yZGVyU3R5bGVcIjpudWxsfSxcIlRpdGxlUG9zaXRpb25cIjowLFwiRGF0ZVBvc2l0aW9uXCI6XCJMZWZ0XCIsXCJTaGFwZVR5cGVcIjoyLFwiU2hhcGVTaXplXCI6MSxcIlNoYXBlU3R5bGVcIjp7XCIkaWRcIjpcIjEzNFwiLFwiTWFyZ2luXCI6e1wiJGlkXCI6XCIxMzVcIixcIlRvcFwiOjAuMCxcIkxlZnRcIjowLjAsXCJSaWdodFwiOjAuMCxcIkJvdHRvbVwiOjAuMH0sXCJQYWRkaW5nXCI6e1wiJGlkXCI6XCIxMzZcIixcIlRvcFwiOjAuMCxcIkxlZnRcIjowLjAsXCJSaWdodFwiOjAuMCxcIkJvdHRvbVwiOjAuMH0sXCJCYWNrZ3JvdW5kXCI6e1wiJGlkXCI6XCIxMzdcIixcIkNvbG9yXCI6e1wiJGlkXCI6XCIxMzhcIixcIkFcIjoyNTUsXCJSXCI6MCxcIkdcIjoxMTQsXCJCXCI6MTg4fX0sXCJJc1Zpc2libGVcIjp0cnVlLFwiV2lkdGhcIjoxMy4wLFwiSGVpZ2h0XCI6MTMuMCxcIkJvcmRlclN0eWxlXCI6e1wiJGlkXCI6XCIxMzlcIixcIkxpbmVDb2xvclwiOntcIiRpZFwiOlwiMTQwXCIsXCIkdHlwZVwiOlwiTkxSRS5Db21tb24uRG9tLlNvbGlkQ29sb3JCcnVzaCwgTkxSRS5Db21tb25cIixcIkNvbG9yXCI6e1wiJGlkXCI6XCIxNDFcIixcIkFcIjoyNTUsXCJSXCI6MjU1LFwiR1wiOjAsXCJCXCI6MH19LFwiTGluZVdlaWdodFwiOjAuMCxcIkxpbmVUeXBlXCI6MH19LFwiRGF0ZUZvcm1hdFwiOntcIiRpZFwiOlwiMTQy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m51bGwsXCJTcGFjaW5nXCI6NX0sXCJEZWZhdWx0VGFza1N0eWxlXCI6e1wiJGlkXCI6XCIxNDNcIixcIlNoYXBlXCI6MSxcIlNoYXBlVGhpY2tuZXNzXCI6MCxcIkR1cmF0aW9uRm9ybWF0XCI6MCxcIlBlcmNlbnRhZ2VDb21wbGV0ZVN0eWxlXCI6e1wiJGlkXCI6XCIxNDRcIixcIkZvbnRTZXR0aW5nc1wiOntcIiRpZFwiOlwiMTQ1XCIsXCJGb250U2l6ZVwiOjEwLFwiRm9udE5hbWVcIjpcIkNhbGlicmlcIixcIklzQm9sZFwiOmZhbHNlLFwiSXNJdGFsaWNcIjpmYWxzZSxcIklzVW5kZXJsaW5lZFwiOmZhbHNlfSxcIkF1dG9TaXplXCI6MCxcIkZvcmVncm91bmRcIjp7XCIkaWRcIjpcIjE0NlwiLFwiQ29sb3JcIjp7XCIkaWRcIjpcIjE0N1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0OFwiLFwiVG9wXCI6MC4wLFwiTGVmdFwiOjAuMCxcIlJpZ2h0XCI6MC4wLFwiQm90dG9tXCI6MC4wfSxcIlBhZGRpbmdcIjp7XCIkaWRcIjpcIjE0OVwiLFwiVG9wXCI6MC4wLFwiTGVmdFwiOjAuMCxcIlJpZ2h0XCI6MC4wLFwiQm90dG9tXCI6MC4wfSxcIkJhY2tncm91bmRcIjp7XCIkaWRcIjpcIjE1MFwiLFwiQ29sb3JcIjp7XCIkaWRcIjpcIjE1MVwiLFwiQVwiOjAsXCJSXCI6MCxcIkdcIjowLFwiQlwiOjB9fSxcIklzVmlzaWJsZVwiOnRydWUsXCJXaWR0aFwiOjAuMCxcIkhlaWdodFwiOjAuMCxcIkJvcmRlclN0eWxlXCI6bnVsbH0sXCJEdXJhdGlvblN0eWxlXCI6e1wiJGlkXCI6XCIxNTJcIixcIkZvbnRTZXR0aW5nc1wiOntcIiRpZFwiOlwiMTUzXCIsXCJGb250U2l6ZVwiOjEwLFwiRm9udE5hbWVcIjpcIkNhbGlicmlcIixcIklzQm9sZFwiOmZhbHNlLFwiSXNJdGFsaWNcIjpmYWxzZSxcIklzVW5kZXJsaW5lZFwiOmZhbHNlfSxcIkF1dG9TaXplXCI6MCxcIkZvcmVncm91bmRcIjp7XCIkaWRcIjpcIjE1NFwiLFwiQ29sb3JcIjp7XCIkaWRcIjpcIjE1NV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1NlwiLFwiVG9wXCI6MC4wLFwiTGVmdFwiOjAuMCxcIlJpZ2h0XCI6MC4wLFwiQm90dG9tXCI6MC4wfSxcIlBhZGRpbmdcIjp7XCIkaWRcIjpcIjE1N1wiLFwiVG9wXCI6MC4wLFwiTGVmdFwiOjAuMCxcIlJpZ2h0XCI6MC4wLFwiQm90dG9tXCI6MC4wfSxcIkJhY2tncm91bmRcIjp7XCIkaWRcIjpcIjE1OFwiLFwiQ29sb3JcIjp7XCIkaWRcIjpcIjE1OVwiLFwiQVwiOjAsXCJSXCI6MCxcIkdcIjowLFwiQlwiOjB9fSxcIklzVmlzaWJsZVwiOnRydWUsXCJXaWR0aFwiOjAuMCxcIkhlaWdodFwiOjAuMCxcIkJvcmRlclN0eWxlXCI6bnVsbH0sXCJIb3Jpem9udGFsQ29ubmVjdG9yU3R5bGVcIjp7XCIkaWRcIjpcIjE2MFwiLFwiTGluZUNvbG9yXCI6e1wiJGlkXCI6XCIxNjFcIixcIiR0eXBlXCI6XCJOTFJFLkNvbW1vbi5Eb20uU29saWRDb2xvckJydXNoLCBOTFJFLkNvbW1vblwiLFwiQ29sb3JcIjp7XCIkaWRcIjpcIjE2MlwiLFwiQVwiOjI1NSxcIlJcIjoyMDQsXCJHXCI6MjA0LFwiQlwiOjIwNH19LFwiTGluZVdlaWdodFwiOjEuMCxcIkxpbmVUeXBlXCI6MH0sXCJWZXJ0aWNhbENvbm5lY3RvclN0eWxlXCI6e1wiJGlkXCI6XCIxNjNcIixcIkxpbmVDb2xvclwiOntcIiRpZFwiOlwiMTY0XCIsXCIkdHlwZVwiOlwiTkxSRS5Db21tb24uRG9tLlNvbGlkQ29sb3JCcnVzaCwgTkxSRS5Db21tb25cIixcIkNvbG9yXCI6e1wiJGlkXCI6XCIxNjVcIixcIkFcIjoyNTUsXCJSXCI6MjA0LFwiR1wiOjIwNCxcIkJcIjoyMDR9fSxcIkxpbmVXZWlnaHRcIjowLjAsXCJMaW5lVHlwZVwiOjB9LFwiTWFyZ2luXCI6bnVsbCxcIlN0YXJ0RGF0ZVBvc2l0aW9uXCI6MyxcIkVuZERhdGVQb3NpdGlvblwiOjMsXCJUaXRsZVBvc2l0aW9uXCI6NCxcIkR1cmF0aW9uUG9zaXRpb25cIjo2LFwiUGVyY2VudGFnZUNvbXBsZXRlZFBvc2l0aW9uXCI6NixcIlNwYWNpbmdcIjo1LFwiSXNCZWxvd1RpbWViYW5kXCI6ZmFsc2UsXCJQZXJjZW50YWdlQ29tcGxldGVTaGFwZU9wYWNpdHlcIjozNSxcIkdyb3VwTmFtZVwiOm51bGwsXCJBdHRhY2hlZE1pbGVzdG9uZXNTdHlsZXNcIjpudWxsLFwiU2hhcGVTdHlsZVwiOntcIiRpZFwiOlwiMTY2XCIsXCJNYXJnaW5cIjp7XCIkaWRcIjpcIjE2N1wiLFwiVG9wXCI6MC4wLFwiTGVmdFwiOjQuMCxcIlJpZ2h0XCI6NC4wLFwiQm90dG9tXCI6MC4wfSxcIlBhZGRpbmdcIjp7XCIkaWRcIjpcIjE2OFwiLFwiVG9wXCI6MC4wLFwiTGVmdFwiOjAuMCxcIlJpZ2h0XCI6MC4wLFwiQm90dG9tXCI6MC4wfSxcIkJhY2tncm91bmRcIjp7XCIkaWRcIjpcIjE2OVwiLFwiQ29sb3JcIjp7XCIkaWRcIjpcIjE3MFwiLFwiQVwiOjI1NSxcIlJcIjowLFwiR1wiOjExNCxcIkJcIjoxODh9fSxcIklzVmlzaWJsZVwiOnRydWUsXCJXaWR0aFwiOjAuMCxcIkhlaWdodFwiOjEwLjAsXCJCb3JkZXJTdHlsZVwiOntcIiRpZFwiOlwiMTcxXCIsXCJMaW5lQ29sb3JcIjp7XCIkaWRcIjpcIjE3MlwiLFwiJHR5cGVcIjpcIk5MUkUuQ29tbW9uLkRvbS5Tb2xpZENvbG9yQnJ1c2gsIE5MUkUuQ29tbW9uXCIsXCJDb2xvclwiOntcIiRpZFwiOlwiMTczXCIsXCJBXCI6MjU1LFwiUlwiOjI1NSxcIkdcIjowLFwiQlwiOjB9fSxcIkxpbmVXZWlnaHRcIjowLjAsXCJMaW5lVHlwZVwiOjB9fSxcIlRpdGxlU3R5bGVcIjp7XCIkaWRcIjpcIjE3NFwiLFwiRm9udFNldHRpbmdzXCI6e1wiJGlkXCI6XCIxNzVcIixcIkZvbnRTaXplXCI6MTEsXCJGb250TmFtZVwiOlwiQ2FsaWJyaVwiLFwiSXNCb2xkXCI6dHJ1ZSxcIklzSXRhbGljXCI6ZmFsc2UsXCJJc1VuZGVybGluZWRcIjpmYWxzZX0sXCJBdXRvU2l6ZVwiOjAsXCJGb3JlZ3JvdW5kXCI6e1wiJGlkXCI6XCIxNzZcIixcIkNvbG9yXCI6e1wiJGlkXCI6XCIxNzdcIixcIkFcIjoyNTUsXCJSXCI6MCxcIkdcIjowLFwiQlwiOjB9fSxcIkJhY2tncm91bmRGaWxsVHlwZVwiOjAsXCJNYXhXaWR0aFwiOjk2MC4wLFwiTWF4SGVpZ2h0XCI6XCJJbmZpbml0eVwiLFwiU21hcnRGb3JlZ3JvdW5kSXNBY3RpdmVcIjpmYWxzZSxcIkhvcml6b250YWxBbGlnbm1lbnRcIjowLFwiVmVydGljYWxBbGlnbm1lbnRcIjowLFwiU21hcnRGb3JlZ3JvdW5kXCI6bnVsbCxcIk1hcmdpblwiOntcIiRpZFwiOlwiMTc4XCIsXCJUb3BcIjowLjAsXCJMZWZ0XCI6MC4wLFwiUmlnaHRcIjowLjAsXCJCb3R0b21cIjowLjB9LFwiUGFkZGluZ1wiOntcIiRpZFwiOlwiMTc5XCIsXCJUb3BcIjowLjAsXCJMZWZ0XCI6MC4wLFwiUmlnaHRcIjowLjAsXCJCb3R0b21cIjowLjB9LFwiQmFja2dyb3VuZFwiOntcIiRpZFwiOlwiMTgwXCIsXCJDb2xvclwiOntcIiRpZFwiOlwiMTgxXCIsXCJBXCI6MCxcIlJcIjowLFwiR1wiOjAsXCJCXCI6MH19LFwiSXNWaXNpYmxlXCI6dHJ1ZSxcIldpZHRoXCI6MC4wLFwiSGVpZ2h0XCI6MC4wLFwiQm9yZGVyU3R5bGVcIjpudWxsfSxcIkRhdGVTdHlsZVwiOntcIiRpZFwiOlwiMTgyXCIsXCJGb250U2V0dGluZ3NcIjp7XCIkaWRcIjpcIjE4M1wiLFwiRm9udFNpemVcIjoxMCxcIkZvbnROYW1lXCI6XCJDYWxpYnJpXCIsXCJJc0JvbGRcIjpmYWxzZSxcIklzSXRhbGljXCI6ZmFsc2UsXCJJc1VuZGVybGluZWRcIjpmYWxzZX0sXCJBdXRvU2l6ZVwiOjAsXCJGb3JlZ3JvdW5kXCI6e1wiJGlkXCI6XCIxODRcIixcIkNvbG9yXCI6e1wiJGlkXCI6XCIxODVcIixcIkFcIjoyNTUsXCJSXCI6NjgsXCJHXCI6ODQsXCJCXCI6MTA2fX0sXCJCYWNrZ3JvdW5kRmlsbFR5cGVcIjowLFwiTWF4V2lkdGhcIjoyMDAuMCxcIk1heEhlaWdodFwiOlwiSW5maW5pdHlcIixcIlNtYXJ0Rm9yZWdyb3VuZElzQWN0aXZlXCI6ZmFsc2UsXCJIb3Jpem9udGFsQWxpZ25tZW50XCI6MixcIlZlcnRpY2FsQWxpZ25tZW50XCI6MCxcIlNtYXJ0Rm9yZWdyb3VuZFwiOm51bGwsXCJNYXJnaW5cIjp7XCIkaWRcIjpcIjE4NlwiLFwiVG9wXCI6MC4wLFwiTGVmdFwiOjAuMCxcIlJpZ2h0XCI6MC4wLFwiQm90dG9tXCI6MC4wfSxcIlBhZGRpbmdcIjp7XCIkaWRcIjpcIjE4N1wiLFwiVG9wXCI6MC4wLFwiTGVmdFwiOjAuMCxcIlJpZ2h0XCI6MC4wLFwiQm90dG9tXCI6MC4wfSxcIkJhY2tncm91bmRcIjp7XCIkaWRcIjpcIjE4OFwiLFwiQ29sb3JcIjp7XCIkaWRcIjpcIjE4OVwiLFwiQVwiOjAsXCJSXCI6MCxcIkdcIjowLFwiQlwiOjB9fSxcIklzVmlzaWJsZVwiOnRydWUsXCJXaWR0aFwiOjAuMCxcIkhlaWdodFwiOjAuMCxcIkJvcmRlclN0eWxlXCI6bnVsbH0sXCJEYXRlRm9ybWF0XCI6e1wiJGlkXCI6XCIxOTB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FwiU2hvd0VsYXBzZWRUaW1lR3JhZGllbnRTdHlsZVwiOmZhbHNlLFwiVGltZWJhbmRSZXNlcnZlZExlZnRBcmVhU3R5bGVcIjp7XCIkaWRcIjpcIjE5MVwiLFwiQWN0aXZpdHlIZWFkZXJXaWR0aFwiOjAuMCxcIklzU2V0XCI6ZmFsc2V9LFwiRGVmYXVsdFN3aW1sYW5lU3R5bGVcIjpudWxsLFwiRGVmYXVsdFN3aW1sYW5lVjJTdHlsZVwiOntcIiRpZFwiOlwiMTkyXCIsXCJIZWFkZXJTdHlsZVwiOntcIiRpZFwiOlwiMTkzXCIsXCJUZXh0U3R5bGVcIjp7XCIkaWRcIjpcIjE5NFwiLFwiRm9udFNldHRpbmdzXCI6e1wiJGlkXCI6XCIxOTVcIixcIkZvbnRTaXplXCI6MTIsXCJGb250TmFtZVwiOlwiQ2FsaWJyaVwiLFwiSXNCb2xkXCI6ZmFsc2UsXCJJc0l0YWxpY1wiOmZhbHNlLFwiSXNVbmRlcmxpbmVkXCI6ZmFsc2V9LFwiQXV0b1NpemVcIjoyLFwiRm9yZWdyb3VuZFwiOntcIiRpZFwiOlwiMTk2XCIsXCJDb2xvclwiOntcIiRpZFwiOlwiMTk3XCIsXCJBXCI6MjU1LFwiUlwiOjI1NSxcIkdcIjoyNTUsXCJCXCI6MjU1fX0sXCJCYWNrZ3JvdW5kRmlsbFR5cGVcIjowLFwiTWF4V2lkdGhcIjpcIkluZmluaXR5XCIsXCJNYXhIZWlnaHRcIjowLjAsXCJTbWFydEZvcmVncm91bmRJc0FjdGl2ZVwiOmZhbHNlLFwiSG9yaXpvbnRhbEFsaWdubWVudFwiOjAsXCJWZXJ0aWNhbEFsaWdubWVudFwiOjAsXCJTbWFydEZvcmVncm91bmRcIjpudWxsLFwiTWFyZ2luXCI6e1wiJGlkXCI6XCIxOThcIixcIlRvcFwiOjAuMCxcIkxlZnRcIjowLjAsXCJSaWdodFwiOjAuMCxcIkJvdHRvbVwiOjAuMH0sXCJQYWRkaW5nXCI6e1wiJGlkXCI6XCIxOTlcIixcIlRvcFwiOjAuMCxcIkxlZnRcIjowLjAsXCJSaWdodFwiOjAuMCxcIkJvdHRvbVwiOjAuMH0sXCJCYWNrZ3JvdW5kXCI6bnVsbCxcIklzVmlzaWJsZVwiOnRydWUsXCJXaWR0aFwiOjAuMCxcIkhlaWdodFwiOjAuMCxcIkJvcmRlclN0eWxlXCI6bnVsbH0sXCJSZWN0YW5nbGVTdHlsZVwiOntcIiRpZFwiOlwiMjAwXCIsXCJNYXJnaW5cIjp7XCIkaWRcIjpcIjIwMVwiLFwiVG9wXCI6MC4wLFwiTGVmdFwiOjAuMCxcIlJpZ2h0XCI6MC4wLFwiQm90dG9tXCI6MC4wfSxcIlBhZGRpbmdcIjp7XCIkaWRcIjpcIjIwMlwiLFwiVG9wXCI6MC4wLFwiTGVmdFwiOjAuMCxcIlJpZ2h0XCI6MC4wLFwiQm90dG9tXCI6MC4wfSxcIkJhY2tncm91bmRcIjp7XCIkaWRcIjpcIjIwM1wiLFwiQ29sb3JcIjp7XCIkaWRcIjpcIjIwNFwiLFwiQVwiOjI1NSxcIlJcIjo2OCxcIkdcIjoxMTQsXCJCXCI6MTk2fX0sXCJJc1Zpc2libGVcIjp0cnVlLFwiV2lkdGhcIjowLjAsXCJIZWlnaHRcIjowLjAsXCJCb3JkZXJTdHlsZVwiOntcIiRpZFwiOlwiMjA1XCIsXCJMaW5lQ29sb3JcIjp7XCIkaWRcIjpcIjIwNlwiLFwiJHR5cGVcIjpcIk5MUkUuQ29tbW9uLkRvbS5Tb2xpZENvbG9yQnJ1c2gsIE5MUkUuQ29tbW9uXCIsXCJDb2xvclwiOntcIiRpZFwiOlwiMjA3XCIsXCJBXCI6MjU1LFwiUlwiOjI1NSxcIkdcIjowLFwiQlwiOjB9fSxcIkxpbmVXZWlnaHRcIjowLjAsXCJMaW5lVHlwZVwiOjB9fSxcIlRleHRJc1ZlcnRpY2FsXCI6ZmFsc2V9LFwiQmFja2dyb3VuZFN0eWxlXCI6e1wiJGlkXCI6XCIyMDhcIixcIk1hcmdpblwiOntcIiRpZFwiOlwiMjA5XCIsXCJUb3BcIjowLjAsXCJMZWZ0XCI6MC4wLFwiUmlnaHRcIjowLjAsXCJCb3R0b21cIjowLjB9LFwiUGFkZGluZ1wiOntcIiRpZFwiOlwiMjEwXCIsXCJUb3BcIjowLjAsXCJMZWZ0XCI6MC4wLFwiUmlnaHRcIjowLjAsXCJCb3R0b21cIjowLjB9LFwiQmFja2dyb3VuZFwiOntcIiRpZFwiOlwiMjExXCIsXCJDb2xvclwiOntcIiRpZFwiOlwiMjEyXCIsXCJBXCI6NTEsXCJSXCI6MTY1LFwiR1wiOjE2NSxcIkJcIjoxNjV9fSxcIklzVmlzaWJsZVwiOnRydWUsXCJXaWR0aFwiOjAuMCxcIkhlaWdodFwiOjAuMCxcIkJvcmRlclN0eWxlXCI6e1wiJGlkXCI6XCIyMTNcIixcIkxpbmVDb2xvclwiOntcIiRpZFwiOlwiMjE0XCIsXCIkdHlwZVwiOlwiTkxSRS5Db21tb24uRG9tLlNvbGlkQ29sb3JCcnVzaCwgTkxSRS5Db21tb25cIixcIkNvbG9yXCI6e1wiJGlkXCI6XCIyMTVcIixcIkFcIjoyNTUsXCJSXCI6MjU1LFwiR1wiOjAsXCJCXCI6MH19LFwiTGluZVdlaWdodFwiOjAuMCxcIkxpbmVUeXBlXCI6MH19LFwiSXNBYm92ZVRpbWViYW5kXCI6ZmFsc2UsXCJTd2ltbGFuZURlZmF1bHRBY3Rpdml0eVN0eWxlXCI6e1wiJGlkXCI6XCIyMTZcIixcIkhlYWRlclN0eWxlXCI6bnVsbCxcIkJhY2tncm91bmRTdHlsZVwiOntcIiRpZFwiOlwiMjE3XCIsXCJNYXJnaW5cIjpudWxsLFwiUGFkZGluZ1wiOm51bGwsXCJCYWNrZ3JvdW5kXCI6bnVsbCxcIklzVmlzaWJsZVwiOmZhbHNlLFwiV2lkdGhcIjowLjAsXCJIZWlnaHRcIjowLjAsXCJCb3JkZXJTdHlsZVwiOm51bGx9LFwiQ3VzdG9tU3dpbWxhbmVNaWxlc3RvbmVTdHlsZUxpc3RcIjpbXSxcIkN1c3RvbVN3aW1sYW5lVGFza1N0eWxlTGlzdFwiOltdLFwiSXNWaXNpYmxlXCI6ZmFsc2V9LFwiQ3VzdG9tU3dpbWxhbmVBY3Rpdml0aWVzU3R5bGVMaXN0XCI6W10sXCJJc1Zpc2libGVcIjp0cnVlLFwiU3BhY2luZ1wiOjJ9LFwiQ3VzdG9tTWlsZXN0b25lU3R5bGVMaXN0XCI6W3tcIiRpZFwiOlwiMjE4XCIsXCJTaGFwZVwiOjE0LFwiQ29ubmVjdG9yTWFyZ2luXCI6e1wiJGlkXCI6XCIyMTlcIixcIlRvcFwiOjAuMCxcIkxlZnRcIjoyLjAsXCJSaWdodFwiOjIuMCxcIkJvdHRvbVwiOjAuMH0sXCJDb25uZWN0b3JTdHlsZVwiOntcIiRpZFwiOlwiMjIwXCIsXCJMaW5lQ29sb3JcIjp7XCIkaWRcIjpcIjIyMVwiLFwiJHR5cGVcIjpcIk5MUkUuQ29tbW9uLkRvbS5Tb2xpZENvbG9yQnJ1c2gsIE5MUkUuQ29tbW9uXCIsXCJDb2xvclwiOntcIiRpZFwiOlwiMjIyXCIsXCJBXCI6MTI3LFwiUlwiOjc5LFwiR1wiOjEyOSxcIkJcIjoxODl9fSxcIkxpbmVXZWlnaHRcIjoxLjAsXCJMaW5lVHlwZVwiOjB9LFwiSXNCZWxvd1RpbWViYW5kXCI6ZmFsc2UsXCJIaWRlRGF0ZVwiOmZhbHNlLFwiU2hhcGVTaXplXCI6MSxcIlNwYWNpbmdcIjowLjAsXCJQYWRkaW5nXCI6e1wiJGlkXCI6XCIyMjNcIixcIlRvcFwiOjUuMCxcIkxlZnRcIjozLjAsXCJSaWdodFwiOjAuMCxcIkJvdHRvbVwiOjIuMH0sXCJQb3NpdGlvblwiOntcIiRpZFwiOlwiMjI0XCIsXCJSYXRpb1wiOjAuMDg5MjMzNTgyMTA4MTA5MDgzLFwiSXNDdXN0b21cIjpmYWxzZX0sXCJQb3NpdGlvbk9uVGFza1wiOjAsXCJTaGFwZVN0eWxlXCI6e1wiJGlkXCI6XCIyMjVcIixcIk1hcmdpblwiOntcIiRpZFwiOlwiMjI2XCIsXCJUb3BcIjowLjAsXCJMZWZ0XCI6MC4wLFwiUmlnaHRcIjowLjAsXCJCb3R0b21cIjowLjB9LFwiUGFkZGluZ1wiOntcIiRpZFwiOlwiMjI3XCIsXCJUb3BcIjowLjAsXCJMZWZ0XCI6MC4wLFwiUmlnaHRcIjowLjAsXCJCb3R0b21cIjowLjB9LFwiQmFja2dyb3VuZFwiOntcIiRpZFwiOlwiMjI4XCIsXCJDb2xvclwiOntcIiRpZFwiOlwiMjI5XCIsXCJBXCI6MjU1LFwiUlwiOjgsXCJHXCI6NDksXCJCXCI6NDJ9fSxcIklzVmlzaWJsZVwiOnRydWUsXCJXaWR0aFwiOjE4LjAsXCJIZWlnaHRcIjoyMC4wLFwiQm9yZGVyU3R5bGVcIjp7XCIkaWRcIjpcIjIzMFwiLFwiTGluZUNvbG9yXCI6e1wiJGlkXCI6XCIyMzFcIixcIiR0eXBlXCI6XCJOTFJFLkNvbW1vbi5Eb20uU29saWRDb2xvckJydXNoLCBOTFJFLkNvbW1vblwiLFwiQ29sb3JcIjp7XCIkaWRcIjpcIjIzMlwiLFwiQVwiOjI1NSxcIlJcIjoyNTUsXCJHXCI6MCxcIkJcIjowfX0sXCJMaW5lV2VpZ2h0XCI6MC4wLFwiTGluZVR5cGVcIjowfX0sXCJUaXRsZVN0eWxlXCI6e1wiJGlkXCI6XCIyMzNcIixcIkZvbnRTZXR0aW5nc1wiOntcIiRpZFwiOlwiMjM0XCIsXCJGb250U2l6ZVwiOjExLFwiRm9udE5hbWVcIjpcIkJvZWhyaW5nZXIgRm9yd2FyZCBUZXh0XCIsXCJJc0JvbGRcIjp0cnVlLFwiSXNJdGFsaWNcIjpmYWxzZSxcIklzVW5kZXJsaW5lZFwiOmZhbHNlfSxcIkF1dG9TaXplXCI6MCxcIkZvcmVncm91bmRcIjp7XCIkaWRcIjpcIjIzNVwiLFwiQ29sb3JcIjp7XCIkaWRcIjpcIjIzNlwiLFwiQVwiOjI1NSxcIlJcIjo4LFwiR1wiOjQ5LFwiQlwiOjQyfX0sXCJCYWNrZ3JvdW5kRmlsbFR5cGVcIjowLFwiTWF4V2lkdGhcIjoyMDAuMCxcIk1heEhlaWdodFwiOlwiSW5maW5pdHlcIixcIlNtYXJ0Rm9yZWdyb3VuZElzQWN0aXZlXCI6ZmFsc2UsXCJIb3Jpem9udGFsQWxpZ25tZW50XCI6MSxcIlZlcnRpY2FsQWxpZ25tZW50XCI6MCxcIlNtYXJ0Rm9yZWdyb3VuZFwiOm51bGwsXCJNYXJnaW5cIjp7XCIkaWRcIjpcIjIzN1wiLFwiVG9wXCI6MC4wLFwiTGVmdFwiOjAuMCxcIlJpZ2h0XCI6MC4wLFwiQm90dG9tXCI6MC4wfSxcIlBhZGRpbmdcIjp7XCIkaWRcIjpcIjIzOFwiLFwiVG9wXCI6MC4wLFwiTGVmdFwiOjAuMCxcIlJpZ2h0XCI6MC4wLFwiQm90dG9tXCI6MC4wfSxcIkJhY2tncm91bmRcIjp7XCIkaWRcIjpcIjIzOVwiLFwiQ29sb3JcIjp7XCIkaWRcIjpcIjI0MFwiLFwiQVwiOjAsXCJSXCI6MjU1LFwiR1wiOjI1NSxcIkJcIjoyNTV9fSxcIklzVmlzaWJsZVwiOnRydWUsXCJXaWR0aFwiOjAuMCxcIkhlaWdodFwiOjAuMCxcIkJvcmRlclN0eWxlXCI6e1wiJGlkXCI6XCIyNDFcIixcIkxpbmVDb2xvclwiOm51bGwsXCJMaW5lV2VpZ2h0XCI6MC4wLFwiTGluZVR5cGVcIjowfX0sXCJEYXRlU3R5bGVcIjp7XCIkaWRcIjpcIjI0MlwiLFwiRm9udFNldHRpbmdzXCI6e1wiJGlkXCI6XCIyNDNcIixcIkZvbnRTaXplXCI6MTAsXCJGb250TmFtZVwiOlwiQm9laHJpbmdlciBGb3J3YXJkIFRleHRcIixcIklzQm9sZFwiOmZhbHNlLFwiSXNJdGFsaWNcIjpmYWxzZSxcIklzVW5kZXJsaW5lZFwiOmZhbHNlfSxcIkF1dG9TaXplXCI6MCxcIkZvcmVncm91bmRcIjp7XCIkaWRcIjpcIjI0NFwiLFwiQ29sb3JcIjp7XCIkaWRcIjpcIjI0NVwiLFwiQVwiOjI1NSxcIlJcIjo4LFwiR1wiOjQ5LFwiQlwiOjQyfX0sXCJCYWNrZ3JvdW5kRmlsbFR5cGVcIjowLFwiTWF4V2lkdGhcIjoyMDAuMCxcIk1heEhlaWdodFwiOlwiSW5maW5pdHlcIixcIlNtYXJ0Rm9yZWdyb3VuZElzQWN0aXZlXCI6ZmFsc2UsXCJIb3Jpem9udGFsQWxpZ25tZW50XCI6MSxcIlZlcnRpY2FsQWxpZ25tZW50XCI6MCxcIlNtYXJ0Rm9yZWdyb3VuZFwiOm51bGwsXCJNYXJnaW5cIjp7XCIkaWRcIjpcIjI0NlwiLFwiVG9wXCI6MC4wLFwiTGVmdFwiOjAuMCxcIlJpZ2h0XCI6MC4wLFwiQm90dG9tXCI6MC4wfSxcIlBhZGRpbmdcIjp7XCIkaWRcIjpcIjI0N1wiLFwiVG9wXCI6MC4wLFwiTGVmdFwiOjAuMCxcIlJpZ2h0XCI6MC4wLFwiQm90dG9tXCI6MC4wfSxcIkJhY2tncm91bmRcIjp7XCIkaWRcIjpcIjI0OFwiLFwiQ29sb3JcIjp7XCIkaWRcIjpcIjI0OVwiLFwiQVwiOjAsXCJSXCI6MjU1LFwiR1wiOjI1NSxcIkJcIjoyNTV9fSxcIklzVmlzaWJsZVwiOmZhbHNlLFwiV2lkdGhcIjowLjAsXCJIZWlnaHRcIjowLjAsXCJCb3JkZXJTdHlsZVwiOntcIiRpZFwiOlwiMjUwXCIsXCJMaW5lQ29sb3JcIjpudWxsLFwiTGluZVdlaWdodFwiOjAuMCxcIkxpbmVUeXBlXCI6MH19LFwiRGF0ZUZvcm1hdFwiOntcIiRpZFwiOlwiMjUx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mYWxzZX0se1wiJGlkXCI6XCIyNTJcIixcIlNoYXBlXCI6MTQsXCJDb25uZWN0b3JNYXJnaW5cIjp7XCIkaWRcIjpcIjI1M1wiLFwiVG9wXCI6MC4wLFwiTGVmdFwiOjIuMCxcIlJpZ2h0XCI6Mi4wLFwiQm90dG9tXCI6MC4wfSxcIkNvbm5lY3RvclN0eWxlXCI6e1wiJGlkXCI6XCIyNTRcIixcIkxpbmVDb2xvclwiOntcIiRpZFwiOlwiMjU1XCIsXCIkdHlwZVwiOlwiTkxSRS5Db21tb24uRG9tLlNvbGlkQ29sb3JCcnVzaCwgTkxSRS5Db21tb25cIixcIkNvbG9yXCI6e1wiJGlkXCI6XCIyNTZcIixcIkFcIjoxMjcsXCJSXCI6NzksXCJHXCI6MTI5LFwiQlwiOjE4OX19LFwiTGluZVdlaWdodFwiOjEuMCxcIkxpbmVUeXBlXCI6MH0sXCJJc0JlbG93VGltZWJhbmRcIjpmYWxzZSxcIkhpZGVEYXRlXCI6ZmFsc2UsXCJTaGFwZVNpemVcIjoxLFwiU3BhY2luZ1wiOjAuMCxcIlBhZGRpbmdcIjp7XCIkaWRcIjpcIjI1N1wiLFwiVG9wXCI6NS4wLFwiTGVmdFwiOjMuMCxcIlJpZ2h0XCI6MC4wLFwiQm90dG9tXCI6Mi4wfSxcIlBvc2l0aW9uXCI6e1wiJGlkXCI6XCIyNThcIixcIlJhdGlvXCI6MC4wODkyMzM1ODIxMDgxMDkwODMsXCJJc0N1c3RvbVwiOmZhbHNlfSxcIlBvc2l0aW9uT25UYXNrXCI6MCxcIlNoYXBlU3R5bGVcIjp7XCIkaWRcIjpcIjI1OVwiLFwiTWFyZ2luXCI6e1wiJGlkXCI6XCIyNjBcIixcIlRvcFwiOjAuMCxcIkxlZnRcIjowLjAsXCJSaWdodFwiOjAuMCxcIkJvdHRvbVwiOjAuMH0sXCJQYWRkaW5nXCI6e1wiJGlkXCI6XCIyNjFcIixcIlRvcFwiOjAuMCxcIkxlZnRcIjowLjAsXCJSaWdodFwiOjAuMCxcIkJvdHRvbVwiOjAuMH0sXCJCYWNrZ3JvdW5kXCI6e1wiJGlkXCI6XCIyNjJcIixcIkNvbG9yXCI6e1wiJGlkXCI6XCIyNjNcIixcIkFcIjoyNTUsXCJSXCI6OCxcIkdcIjo0OSxcIkJcIjo0Mn19LFwiSXNWaXNpYmxlXCI6dHJ1ZSxcIldpZHRoXCI6MTguMCxcIkhlaWdodFwiOjIwLjAsXCJCb3JkZXJTdHlsZVwiOntcIiRpZFwiOlwiMjY0XCIsXCJMaW5lQ29sb3JcIjp7XCIkaWRcIjpcIjI2NVwiLFwiJHR5cGVcIjpcIk5MUkUuQ29tbW9uLkRvbS5Tb2xpZENvbG9yQnJ1c2gsIE5MUkUuQ29tbW9uXCIsXCJDb2xvclwiOntcIiRpZFwiOlwiMjY2XCIsXCJBXCI6MjU1LFwiUlwiOjI1NSxcIkdcIjowLFwiQlwiOjB9fSxcIkxpbmVXZWlnaHRcIjowLjAsXCJMaW5lVHlwZVwiOjB9fSxcIlRpdGxlU3R5bGVcIjp7XCIkaWRcIjpcIjI2N1wiLFwiRm9udFNldHRpbmdzXCI6e1wiJGlkXCI6XCIyNjhcIixcIkZvbnRTaXplXCI6MTEsXCJGb250TmFtZVwiOlwiQm9laHJpbmdlciBGb3J3YXJkIFRleHRcIixcIklzQm9sZFwiOnRydWUsXCJJc0l0YWxpY1wiOmZhbHNlLFwiSXNVbmRlcmxpbmVkXCI6ZmFsc2V9LFwiQXV0b1NpemVcIjowLFwiRm9yZWdyb3VuZFwiOntcIiRpZFwiOlwiMjY5XCIsXCJDb2xvclwiOntcIiRpZFwiOlwiMjcwXCIsXCJBXCI6MjU1LFwiUlwiOjgsXCJHXCI6NDksXCJCXCI6NDJ9fSxcIkJhY2tncm91bmRGaWxsVHlwZVwiOjAsXCJNYXhXaWR0aFwiOjIwMC4wLFwiTWF4SGVpZ2h0XCI6XCJJbmZpbml0eVwiLFwiU21hcnRGb3JlZ3JvdW5kSXNBY3RpdmVcIjpmYWxzZSxcIkhvcml6b250YWxBbGlnbm1lbnRcIjoxLFwiVmVydGljYWxBbGlnbm1lbnRcIjowLFwiU21hcnRGb3JlZ3JvdW5kXCI6bnVsbCxcIk1hcmdpblwiOntcIiRpZFwiOlwiMjcxXCIsXCJUb3BcIjowLjAsXCJMZWZ0XCI6MC4wLFwiUmlnaHRcIjowLjAsXCJCb3R0b21cIjowLjB9LFwiUGFkZGluZ1wiOntcIiRpZFwiOlwiMjcyXCIsXCJUb3BcIjowLjAsXCJMZWZ0XCI6MC4wLFwiUmlnaHRcIjowLjAsXCJCb3R0b21cIjowLjB9LFwiQmFja2dyb3VuZFwiOntcIiRpZFwiOlwiMjczXCIsXCJDb2xvclwiOntcIiRpZFwiOlwiMjc0XCIsXCJBXCI6MCxcIlJcIjoyNTUsXCJHXCI6MjU1LFwiQlwiOjI1NX19LFwiSXNWaXNpYmxlXCI6dHJ1ZSxcIldpZHRoXCI6MC4wLFwiSGVpZ2h0XCI6MC4wLFwiQm9yZGVyU3R5bGVcIjp7XCIkaWRcIjpcIjI3NVwiLFwiTGluZUNvbG9yXCI6bnVsbCxcIkxpbmVXZWlnaHRcIjowLjAsXCJMaW5lVHlwZVwiOjB9fSxcIkRhdGVTdHlsZVwiOntcIiRpZFwiOlwiMjc2XCIsXCJGb250U2V0dGluZ3NcIjp7XCIkaWRcIjpcIjI3N1wiLFwiRm9udFNpemVcIjoxMCxcIkZvbnROYW1lXCI6XCJCb2VocmluZ2VyIEZvcndhcmQgVGV4dFwiLFwiSXNCb2xkXCI6ZmFsc2UsXCJJc0l0YWxpY1wiOmZhbHNlLFwiSXNVbmRlcmxpbmVkXCI6ZmFsc2V9LFwiQXV0b1NpemVcIjowLFwiRm9yZWdyb3VuZFwiOntcIiRpZFwiOlwiMjc4XCIsXCJDb2xvclwiOntcIiRpZFwiOlwiMjc5XCIsXCJBXCI6MjU1LFwiUlwiOjgsXCJHXCI6NDksXCJCXCI6NDJ9fSxcIkJhY2tncm91bmRGaWxsVHlwZVwiOjAsXCJNYXhXaWR0aFwiOjIwMC4wLFwiTWF4SGVpZ2h0XCI6XCJJbmZpbml0eVwiLFwiU21hcnRGb3JlZ3JvdW5kSXNBY3RpdmVcIjpmYWxzZSxcIkhvcml6b250YWxBbGlnbm1lbnRcIjoxLFwiVmVydGljYWxBbGlnbm1lbnRcIjowLFwiU21hcnRGb3JlZ3JvdW5kXCI6bnVsbCxcIk1hcmdpblwiOntcIiRpZFwiOlwiMjgwXCIsXCJUb3BcIjowLjAsXCJMZWZ0XCI6MC4wLFwiUmlnaHRcIjowLjAsXCJCb3R0b21cIjowLjB9LFwiUGFkZGluZ1wiOntcIiRpZFwiOlwiMjgxXCIsXCJUb3BcIjowLjAsXCJMZWZ0XCI6MC4wLFwiUmlnaHRcIjowLjAsXCJCb3R0b21cIjowLjB9LFwiQmFja2dyb3VuZFwiOntcIiRpZFwiOlwiMjgyXCIsXCJDb2xvclwiOntcIiRpZFwiOlwiMjgzXCIsXCJBXCI6MCxcIlJcIjoyNTUsXCJHXCI6MjU1LFwiQlwiOjI1NX19LFwiSXNWaXNpYmxlXCI6ZmFsc2UsXCJXaWR0aFwiOjAuMCxcIkhlaWdodFwiOjAuMCxcIkJvcmRlclN0eWxlXCI6e1wiJGlkXCI6XCIyODRcIixcIkxpbmVDb2xvclwiOm51bGwsXCJMaW5lV2VpZ2h0XCI6MC4wLFwiTGluZVR5cGVcIjowfX0sXCJEYXRlRm9ybWF0XCI6e1wiJGlkXCI6XCIyODV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HtcIiRpZFwiOlwiMjg2XCIsXCJTaGFwZVwiOjE0LFwiQ29ubmVjdG9yTWFyZ2luXCI6e1wiJGlkXCI6XCIyODdcIixcIlRvcFwiOjAuMCxcIkxlZnRcIjoyLjAsXCJSaWdodFwiOjIuMCxcIkJvdHRvbVwiOjAuMH0sXCJDb25uZWN0b3JTdHlsZVwiOntcIiRpZFwiOlwiMjg4XCIsXCJMaW5lQ29sb3JcIjp7XCIkaWRcIjpcIjI4OVwiLFwiJHR5cGVcIjpcIk5MUkUuQ29tbW9uLkRvbS5Tb2xpZENvbG9yQnJ1c2gsIE5MUkUuQ29tbW9uXCIsXCJDb2xvclwiOntcIiRpZFwiOlwiMjkwXCIsXCJBXCI6MTI3LFwiUlwiOjc5LFwiR1wiOjEyOSxcIkJcIjoxODl9fSxcIkxpbmVXZWlnaHRcIjoxLjAsXCJMaW5lVHlwZVwiOjB9LFwiSXNCZWxvd1RpbWViYW5kXCI6ZmFsc2UsXCJIaWRlRGF0ZVwiOmZhbHNlLFwiU2hhcGVTaXplXCI6MSxcIlNwYWNpbmdcIjowLjAsXCJQYWRkaW5nXCI6e1wiJGlkXCI6XCIyOTFcIixcIlRvcFwiOjUuMCxcIkxlZnRcIjozLjAsXCJSaWdodFwiOjAuMCxcIkJvdHRvbVwiOjIuMH0sXCJQb3NpdGlvblwiOntcIiRpZFwiOlwiMjkyXCIsXCJSYXRpb1wiOjAuMCxcIklzQ3VzdG9tXCI6ZmFsc2V9LFwiUG9zaXRpb25PblRhc2tcIjowLFwiU2hhcGVTdHlsZVwiOntcIiRpZFwiOlwiMjkzXCIsXCJNYXJnaW5cIjp7XCIkaWRcIjpcIjI5NFwiLFwiVG9wXCI6MC4wLFwiTGVmdFwiOjAuMCxcIlJpZ2h0XCI6MC4wLFwiQm90dG9tXCI6MC4wfSxcIlBhZGRpbmdcIjp7XCIkaWRcIjpcIjI5NVwiLFwiVG9wXCI6MC4wLFwiTGVmdFwiOjAuMCxcIlJpZ2h0XCI6MC4wLFwiQm90dG9tXCI6MC4wfSxcIkJhY2tncm91bmRcIjp7XCIkaWRcIjpcIjI5NlwiLFwiQ29sb3JcIjp7XCIkaWRcIjpcIjI5N1wiLFwiQVwiOjI1NSxcIlJcIjo4LFwiR1wiOjQ5LFwiQlwiOjQyfX0sXCJJc1Zpc2libGVcIjp0cnVlLFwiV2lkdGhcIjoxMy4wLFwiSGVpZ2h0XCI6MTMuMCxcIkJvcmRlclN0eWxlXCI6e1wiJGlkXCI6XCIyOThcIixcIkxpbmVDb2xvclwiOntcIiRpZFwiOlwiMjk5XCIsXCIkdHlwZVwiOlwiTkxSRS5Db21tb24uRG9tLlNvbGlkQ29sb3JCcnVzaCwgTkxSRS5Db21tb25cIixcIkNvbG9yXCI6e1wiJGlkXCI6XCIzMDBcIixcIkFcIjoyNTUsXCJSXCI6MjU1LFwiR1wiOjAsXCJCXCI6MH19LFwiTGluZVdlaWdodFwiOjAuMCxcIkxpbmVUeXBlXCI6MH19LFwiVGl0bGVTdHlsZVwiOntcIiRpZFwiOlwiMzAxXCIsXCJGb250U2V0dGluZ3NcIjp7XCIkaWRcIjpcIjMwMlwiLFwiRm9udFNpemVcIjoxMSxcIkZvbnROYW1lXCI6XCJCb2VocmluZ2VyIEZvcndhcmQgVGV4dFwiLFwiSXNCb2xkXCI6dHJ1ZSxcIklzSXRhbGljXCI6ZmFsc2UsXCJJc1VuZGVybGluZWRcIjpmYWxzZX0sXCJBdXRvU2l6ZVwiOjAsXCJGb3JlZ3JvdW5kXCI6e1wiJGlkXCI6XCIzMDNcIixcIkNvbG9yXCI6e1wiJHJlZlwiOlwiMTA1XCJ9fSxcIkJhY2tncm91bmRGaWxsVHlwZVwiOjAsXCJNYXhXaWR0aFwiOjIwMC4wLFwiTWF4SGVpZ2h0XCI6XCJJbmZpbml0eVwiLFwiU21hcnRGb3JlZ3JvdW5kSXNBY3RpdmVcIjpmYWxzZSxcIkhvcml6b250YWxBbGlnbm1lbnRcIjoxLFwiVmVydGljYWxBbGlnbm1lbnRcIjowLFwiU21hcnRGb3JlZ3JvdW5kXCI6bnVsbCxcIk1hcmdpblwiOntcIiRpZFwiOlwiMzA0XCIsXCJUb3BcIjowLjAsXCJMZWZ0XCI6MC4wLFwiUmlnaHRcIjowLjAsXCJCb3R0b21cIjowLjB9LFwiUGFkZGluZ1wiOntcIiRpZFwiOlwiMzA1XCIsXCJUb3BcIjowLjAsXCJMZWZ0XCI6MC4wLFwiUmlnaHRcIjowLjAsXCJCb3R0b21cIjowLjB9LFwiQmFja2dyb3VuZFwiOntcIiRpZFwiOlwiMzA2XCIsXCJDb2xvclwiOntcIiRpZFwiOlwiMzA3XCIsXCJBXCI6MCxcIlJcIjowLFwiR1wiOjAsXCJCXCI6MH19LFwiSXNWaXNpYmxlXCI6dHJ1ZSxcIldpZHRoXCI6MC4wLFwiSGVpZ2h0XCI6MC4wLFwiQm9yZGVyU3R5bGVcIjp7XCIkaWRcIjpcIjMwOFwiLFwiTGluZUNvbG9yXCI6bnVsbCxcIkxpbmVXZWlnaHRcIjowLjAsXCJMaW5lVHlwZVwiOjB9fSxcIkRhdGVTdHlsZVwiOntcIiRpZFwiOlwiMzA5XCIsXCJGb250U2V0dGluZ3NcIjp7XCIkaWRcIjpcIjMxMFwiLFwiRm9udFNpemVcIjoxMCxcIkZvbnROYW1lXCI6XCJCb2VocmluZ2VyIEZvcndhcmQgVGV4dFwiLFwiSXNCb2xkXCI6ZmFsc2UsXCJJc0l0YWxpY1wiOmZhbHNlLFwiSXNVbmRlcmxpbmVkXCI6ZmFsc2V9LFwiQXV0b1NpemVcIjowLFwiRm9yZWdyb3VuZFwiOntcIiRpZFwiOlwiMzExXCIsXCJDb2xvclwiOntcIiRyZWZcIjpcIjExM1wifX0sXCJCYWNrZ3JvdW5kRmlsbFR5cGVcIjowLFwiTWF4V2lkdGhcIjoyMDAuMCxcIk1heEhlaWdodFwiOlwiSW5maW5pdHlcIixcIlNtYXJ0Rm9yZWdyb3VuZElzQWN0aXZlXCI6ZmFsc2UsXCJIb3Jpem9udGFsQWxpZ25tZW50XCI6MSxcIlZlcnRpY2FsQWxpZ25tZW50XCI6MCxcIlNtYXJ0Rm9yZWdyb3VuZFwiOm51bGwsXCJNYXJnaW5cIjp7XCIkaWRcIjpcIjMxMlwiLFwiVG9wXCI6MC4wLFwiTGVmdFwiOjAuMCxcIlJpZ2h0XCI6MC4wLFwiQm90dG9tXCI6MC4wfSxcIlBhZGRpbmdcIjp7XCIkaWRcIjpcIjMxM1wiLFwiVG9wXCI6MC4wLFwiTGVmdFwiOjAuMCxcIlJpZ2h0XCI6MC4wLFwiQm90dG9tXCI6MC4wfSxcIkJhY2tncm91bmRcIjp7XCIkaWRcIjpcIjMxNFwiLFwiQ29sb3JcIjp7XCIkaWRcIjpcIjMxNVwiLFwiQVwiOjAsXCJSXCI6MCxcIkdcIjowLFwiQlwiOjB9fSxcIklzVmlzaWJsZVwiOmZhbHNlLFwiV2lkdGhcIjowLjAsXCJIZWlnaHRcIjowLjAsXCJCb3JkZXJTdHlsZVwiOntcIiRpZFwiOlwiMzE2XCIsXCJMaW5lQ29sb3JcIjpudWxsLFwiTGluZVdlaWdodFwiOjAuMCxcIkxpbmVUeXBlXCI6MH19LFwiRGF0ZUZvcm1hdFwiOntcIiRpZFwiOlwiMzE3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mYWxzZX1dLFwiQ3VzdG9tVGFza1N0eWxlTGlzdFwiOltdLFwiQ3VzdG9tU3dpbWxhbmVEZWZpbml0aW9uU3R5bGVMaXN0XCI6bnVsbCxcIkN1c3RvbVN3aW1sYW5lVjJTdHlsZUxpc3RcIjpbe1wiJGlkXCI6XCIzMThcIixcIkhlYWRlclN0eWxlXCI6e1wiJGlkXCI6XCIzMTlcIixcIlRleHRTdHlsZVwiOntcIiRpZFwiOlwiMzIwXCIsXCJGb250U2V0dGluZ3NcIjp7XCIkaWRcIjpcIjMyMVwiLFwiRm9udFNpemVcIjoxMixcIkZvbnROYW1lXCI6XCJCb2VocmluZ2VyIEZvcndhcmQgVGV4dFwiLFwiSXNCb2xkXCI6ZmFsc2UsXCJJc0l0YWxpY1wiOmZhbHNlLFwiSXNVbmRlcmxpbmVkXCI6ZmFsc2V9LFwiQXV0b1NpemVcIjoyLFwiRm9yZWdyb3VuZFwiOntcIiRpZFwiOlwiMzIyXCIsXCJDb2xvclwiOntcIiRpZFwiOlwiMzIzXCIsXCJBXCI6MjU1LFwiUlwiOjgsXCJHXCI6NDksXCJCXCI6NDJ9fSxcIkJhY2tncm91bmRGaWxsVHlwZVwiOjAsXCJNYXhXaWR0aFwiOjcxLjAsXCJNYXhIZWlnaHRcIjpcIkluZmluaXR5XCIsXCJTbWFydEZvcmVncm91bmRJc0FjdGl2ZVwiOmZhbHNlLFwiSG9yaXpvbnRhbEFsaWdubWVudFwiOjAsXCJWZXJ0aWNhbEFsaWdubWVudFwiOjAsXCJTbWFydEZvcmVncm91bmRcIjpudWxsLFwiTWFyZ2luXCI6e1wiJGlkXCI6XCIzMjRcIixcIlRvcFwiOjAuMCxcIkxlZnRcIjowLjAsXCJSaWdodFwiOjAuMCxcIkJvdHRvbVwiOjAuMH0sXCJQYWRkaW5nXCI6e1wiJGlkXCI6XCIzMjVcIixcIlRvcFwiOjAuMCxcIkxlZnRcIjowLjAsXCJSaWdodFwiOjAuMCxcIkJvdHRvbVwiOjAuMH0sXCJCYWNrZ3JvdW5kXCI6bnVsbCxcIklzVmlzaWJsZVwiOnRydWUsXCJXaWR0aFwiOjAuMCxcIkhlaWdodFwiOjAuMCxcIkJvcmRlclN0eWxlXCI6bnVsbH0sXCJSZWN0YW5nbGVTdHlsZVwiOntcIiRpZFwiOlwiMzI2XCIsXCJNYXJnaW5cIjp7XCIkaWRcIjpcIjMyN1wiLFwiVG9wXCI6MC4wLFwiTGVmdFwiOjAuMCxcIlJpZ2h0XCI6MC4wLFwiQm90dG9tXCI6MC4wfSxcIlBhZGRpbmdcIjp7XCIkaWRcIjpcIjMyOFwiLFwiVG9wXCI6MC4wLFwiTGVmdFwiOjAuMCxcIlJpZ2h0XCI6MC4wLFwiQm90dG9tXCI6MC4wfSxcIkJhY2tncm91bmRcIjp7XCIkaWRcIjpcIjMyOVwiLFwiQ29sb3JcIjp7XCIkaWRcIjpcIjMzMFwiLFwiQVwiOjI1NSxcIlJcIjowLFwiR1wiOjIyOCxcIkJcIjoxMjR9fSxcIklzVmlzaWJsZVwiOnRydWUsXCJXaWR0aFwiOjAuMCxcIkhlaWdodFwiOjAuMCxcIkJvcmRlclN0eWxlXCI6e1wiJGlkXCI6XCIzMzFcIixcIkxpbmVDb2xvclwiOntcIiRpZFwiOlwiMzMyXCIsXCIkdHlwZVwiOlwiTkxSRS5Db21tb24uRG9tLlNvbGlkQ29sb3JCcnVzaCwgTkxSRS5Db21tb25cIixcIkNvbG9yXCI6e1wiJGlkXCI6XCIzMzNcIixcIkFcIjoyNTUsXCJSXCI6MjU1LFwiR1wiOjAsXCJCXCI6MH19LFwiTGluZVdlaWdodFwiOjAuMCxcIkxpbmVUeXBlXCI6MH19LFwiVGV4dElzVmVydGljYWxcIjpmYWxzZX0sXCJCYWNrZ3JvdW5kU3R5bGVcIjp7XCIkaWRcIjpcIjMzNFwiLFwiTWFyZ2luXCI6e1wiJGlkXCI6XCIzMzVcIixcIlRvcFwiOjAuMCxcIkxlZnRcIjowLjAsXCJSaWdodFwiOjAuMCxcIkJvdHRvbVwiOjAuMH0sXCJQYWRkaW5nXCI6e1wiJGlkXCI6XCIzMzZcIixcIlRvcFwiOjAuMCxcIkxlZnRcIjowLjAsXCJSaWdodFwiOjAuMCxcIkJvdHRvbVwiOjAuMH0sXCJCYWNrZ3JvdW5kXCI6e1wiJGlkXCI6XCIzMzdcIixcIkNvbG9yXCI6e1wiJGlkXCI6XCIzMzhcIixcIkFcIjo1MSxcIlJcIjoyNTUsXCJHXCI6MjU1LFwiQlwiOjI1NX19LFwiSXNWaXNpYmxlXCI6dHJ1ZSxcIldpZHRoXCI6MC4wLFwiSGVpZ2h0XCI6MC4wLFwiQm9yZGVyU3R5bGVcIjp7XCIkaWRcIjpcIjMzOVwiLFwiTGluZUNvbG9yXCI6e1wiJGlkXCI6XCIzNDBcIixcIiR0eXBlXCI6XCJOTFJFLkNvbW1vbi5Eb20uU29saWRDb2xvckJydXNoLCBOTFJFLkNvbW1vblwiLFwiQ29sb3JcIjp7XCIkaWRcIjpcIjM0MVwiLFwiQVwiOjI1NSxcIlJcIjo4LFwiR1wiOjQ5LFwiQlwiOjQyfX0sXCJMaW5lV2VpZ2h0XCI6Mi4wLFwiTGluZVR5cGVcIjowfX0sXCJJc0Fib3ZlVGltZWJhbmRcIjpmYWxzZSxcIlN3aW1sYW5lRGVmYXVsdEFjdGl2aXR5U3R5bGVcIjp7XCIkaWRcIjpcIjM0MlwiLFwiSGVhZGVyU3R5bGVcIjp7XCIkaWRcIjpcIjM0M1wiLFwiVGV4dFN0eWxlXCI6e1wiJGlkXCI6XCIzNDRcIixcIkZvbnRTZXR0aW5nc1wiOntcIiRpZFwiOlwiMzQ1XCIsXCJGb250U2l6ZVwiOjExLFwiRm9udE5hbWVcIjpcIkNhbGlicmlcIixcIklzQm9sZFwiOmZhbHNlLFwiSXNJdGFsaWNcIjpmYWxzZSxcIklzVW5kZXJsaW5lZFwiOmZhbHNlfSxcIkF1dG9TaXplXCI6MixcIkZvcmVncm91bmRcIjp7XCIkaWRcIjpcIjM0NlwiLFwiQ29sb3JcIjp7XCIkaWRcIjpcIjM0N1wiLFwiQVwiOjI1NSxcIlJcIjowLFwiR1wiOjAsXCJCXCI6MH19LFwiQmFja2dyb3VuZEZpbGxUeXBlXCI6MCxcIk1heFdpZHRoXCI6MC4wLFwiTWF4SGVpZ2h0XCI6MC4wLFwiU21hcnRGb3JlZ3JvdW5kSXNBY3RpdmVcIjpmYWxzZSxcIkhvcml6b250YWxBbGlnbm1lbnRcIjowLFwiVmVydGljYWxBbGlnbm1lbnRcIjowLFwiU21hcnRGb3JlZ3JvdW5kXCI6bnVsbCxcIk1hcmdpblwiOntcIiRpZFwiOlwiMzQ4XCIsXCJUb3BcIjowLjAsXCJMZWZ0XCI6MC4wLFwiUmlnaHRcIjowLjAsXCJCb3R0b21cIjowLjB9LFwiUGFkZGluZ1wiOntcIiRpZFwiOlwiMzQ5XCIsXCJUb3BcIjowLjAsXCJMZWZ0XCI6MC4wLFwiUmlnaHRcIjowLjAsXCJCb3R0b21cIjowLjB9LFwiQmFja2dyb3VuZFwiOm51bGwsXCJJc1Zpc2libGVcIjp0cnVlLFwiV2lkdGhcIjowLjAsXCJIZWlnaHRcIjowLjAsXCJCb3JkZXJTdHlsZVwiOm51bGx9LFwiUmVjdGFuZ2xlU3R5bGVcIjp7XCIkaWRcIjpcIjM1MFwiLFwiTWFyZ2luXCI6e1wiJGlkXCI6XCIzNTFcIixcIlRvcFwiOjAuMCxcIkxlZnRcIjowLjAsXCJSaWdodFwiOjAuMCxcIkJvdHRvbVwiOjAuMH0sXCJQYWRkaW5nXCI6e1wiJGlkXCI6XCIzNTJcIixcIlRvcFwiOjAuMCxcIkxlZnRcIjowLjAsXCJSaWdodFwiOjAuMCxcIkJvdHRvbVwiOjAuMH0sXCJCYWNrZ3JvdW5kXCI6e1wiJGlkXCI6XCIzNTNcIixcIkNvbG9yXCI6e1wiJGlkXCI6XCIzNTRcIixcIkFcIjo2MyxcIlJcIjoxOTcsXCJHXCI6MTk1LFwiQlwiOjIzOH19LFwiSXNWaXNpYmxlXCI6dHJ1ZSxcIldpZHRoXCI6MC4wLFwiSGVpZ2h0XCI6MC4wLFwiQm9yZGVyU3R5bGVcIjp7XCIkaWRcIjpcIjM1NVwiLFwiTGluZUNvbG9yXCI6e1wiJGlkXCI6XCIzNTZcIixcIiR0eXBlXCI6XCJOTFJFLkNvbW1vbi5Eb20uU29saWRDb2xvckJydXNoLCBOTFJFLkNvbW1vblwiLFwiQ29sb3JcIjp7XCIkaWRcIjpcIjM1N1wiLFwiQVwiOjI1NSxcIlJcIjoyNTUsXCJHXCI6MCxcIkJcIjowfX0sXCJMaW5lV2VpZ2h0XCI6MC4wLFwiTGluZVR5cGVcIjowfX19LFwiQmFja2dyb3VuZFN0eWxlXCI6e1wiJGlkXCI6XCIzNThcIixcIk1hcmdpblwiOntcIiRpZFwiOlwiMzU5XCIsXCJUb3BcIjowLjAsXCJMZWZ0XCI6MC4wLFwiUmlnaHRcIjowLjAsXCJCb3R0b21cIjowLjB9LFwiUGFkZGluZ1wiOntcIiRpZFwiOlwiMzYwXCIsXCJUb3BcIjowLjAsXCJMZWZ0XCI6MC4wLFwiUmlnaHRcIjowLjAsXCJCb3R0b21cIjowLjB9LFwiQmFja2dyb3VuZFwiOntcIiRpZFwiOlwiMzYxXCIsXCJDb2xvclwiOntcIiRpZFwiOlwiMzYyXCIsXCJBXCI6NTEsXCJSXCI6MTk3LFwiR1wiOjE5NSxcIkJcIjoyMzh9fSxcIklzVmlzaWJsZVwiOnRydWUsXCJXaWR0aFwiOjAuMCxcIkhlaWdodFwiOjAuMCxcIkJvcmRlclN0eWxlXCI6e1wiJGlkXCI6XCIzNjNcIixcIkxpbmVDb2xvclwiOntcIiRpZFwiOlwiMzY0XCIsXCIkdHlwZVwiOlwiTkxSRS5Db21tb24uRG9tLlNvbGlkQ29sb3JCcnVzaCwgTkxSRS5Db21tb25cIixcIkNvbG9yXCI6e1wiJGlkXCI6XCIzNjVcIixcIkFcIjoyNTUsXCJSXCI6MjU1LFwiR1wiOjAsXCJCXCI6MH19LFwiTGluZVdlaWdodFwiOjAuMCxcIkxpbmVUeXBlXCI6MH19LFwiQ3VzdG9tU3dpbWxhbmVNaWxlc3RvbmVTdHlsZUxpc3RcIjpbe1wiJGlkXCI6XCIzNjZcIixcIlRpdGxlU3R5bGVcIjp7XCIkaWRcIjpcIjM2N1wiLFwiRm9udFNldHRpbmdzXCI6e1wiJGlkXCI6XCIzNjhcIixcIkZvbnRTaXplXCI6MTEsXCJGb250TmFtZVwiOlwiQm9laHJpbmdlciBGb3J3YXJkIFRleHRcIixcIklzQm9sZFwiOnRydWUsXCJJc0l0YWxpY1wiOmZhbHNlLFwiSXNVbmRlcmxpbmVkXCI6ZmFsc2V9LFwiQXV0b1NpemVcIjowLFwiRm9yZWdyb3VuZFwiOntcIiRpZFwiOlwiMzY5XCIsXCJDb2xvclwiOntcIiRpZFwiOlwiMzcwXCIsXCJBXCI6MjU1LFwiUlwiOjgsXCJHXCI6NDksXCJCXCI6NDJ9fSxcIkJhY2tncm91bmRGaWxsVHlwZVwiOjAsXCJNYXhXaWR0aFwiOjIwMC4wLFwiTWF4SGVpZ2h0XCI6XCJJbmZpbml0eVwiLFwiU21hcnRGb3JlZ3JvdW5kSXNBY3RpdmVcIjpmYWxzZSxcIkhvcml6b250YWxBbGlnbm1lbnRcIjowLFwiVmVydGljYWxBbGlnbm1lbnRcIjowLFwiU21hcnRGb3JlZ3JvdW5kXCI6bnVsbCxcIk1hcmdpblwiOntcIiRpZFwiOlwiMzcxXCIsXCJUb3BcIjowLjAsXCJMZWZ0XCI6MC4wLFwiUmlnaHRcIjowLjAsXCJCb3R0b21cIjowLjB9LFwiUGFkZGluZ1wiOntcIiRpZFwiOlwiMzcyXCIsXCJUb3BcIjowLjAsXCJMZWZ0XCI6MC4wLFwiUmlnaHRcIjowLjAsXCJCb3R0b21cIjowLjB9LFwiQmFja2dyb3VuZFwiOntcIiRpZFwiOlwiMzczXCIsXCJDb2xvclwiOntcIiRpZFwiOlwiMzc0XCIsXCJBXCI6MCxcIlJcIjoyNTUsXCJHXCI6MjU1LFwiQlwiOjI1NX19LFwiSXNWaXNpYmxlXCI6dHJ1ZSxcIldpZHRoXCI6MC4wLFwiSGVpZ2h0XCI6MC4wLFwiQm9yZGVyU3R5bGVcIjpudWxsfSxcIkRhdGVTdHlsZVwiOntcIiRpZFwiOlwiMzc1XCIsXCJGb250U2V0dGluZ3NcIjp7XCIkaWRcIjpcIjM3NlwiLFwiRm9udFNpemVcIjoxMCxcIkZvbnROYW1lXCI6XCJCb2VocmluZ2VyIEZvcndhcmQgVGV4dFwiLFwiSXNCb2xkXCI6ZmFsc2UsXCJJc0l0YWxpY1wiOmZhbHNlLFwiSXNVbmRlcmxpbmVkXCI6ZmFsc2V9LFwiQXV0b1NpemVcIjowLFwiRm9yZWdyb3VuZFwiOntcIiRpZFwiOlwiMzc3XCIsXCJDb2xvclwiOntcIiRpZFwiOlwiMzc4XCIsXCJBXCI6MjU1LFwiUlwiOjgsXCJHXCI6NDksXCJCXCI6NDJ9fSxcIkJhY2tncm91bmRGaWxsVHlwZVwiOjAsXCJNYXhXaWR0aFwiOjIwMC4wLFwiTWF4SGVpZ2h0XCI6XCJJbmZpbml0eVwiLFwiU21hcnRGb3JlZ3JvdW5kSXNBY3RpdmVcIjpmYWxzZSxcIkhvcml6b250YWxBbGlnbm1lbnRcIjoyLFwiVmVydGljYWxBbGlnbm1lbnRcIjowLFwiU21hcnRGb3JlZ3JvdW5kXCI6bnVsbCxcIk1hcmdpblwiOntcIiRpZFwiOlwiMzc5XCIsXCJUb3BcIjowLjAsXCJMZWZ0XCI6MC4wLFwiUmlnaHRcIjowLjAsXCJCb3R0b21cIjowLjB9LFwiUGFkZGluZ1wiOntcIiRpZFwiOlwiMzgwXCIsXCJUb3BcIjowLjAsXCJMZWZ0XCI6MC4wLFwiUmlnaHRcIjowLjAsXCJCb3R0b21cIjowLjB9LFwiQmFja2dyb3VuZFwiOntcIiRpZFwiOlwiMzgxXCIsXCJDb2xvclwiOntcIiRpZFwiOlwiMzgyXCIsXCJBXCI6MCxcIlJcIjoyNTUsXCJHXCI6MjU1LFwiQlwiOjI1NX19LFwiSXNWaXNpYmxlXCI6ZmFsc2UsXCJXaWR0aFwiOjAuMCxcIkhlaWdodFwiOjAuMCxcIkJvcmRlclN0eWxlXCI6bnVsbH0sXCJUaXRsZVBvc2l0aW9uXCI6MixcIkRhdGVQb3NpdGlvblwiOlwiTGVmdFwiLFwiU2hhcGVUeXBlXCI6MTQsXCJTaGFwZVNpemVcIjoxLFwiU2hhcGVTdHlsZVwiOntcIiRpZFwiOlwiMzgzXCIsXCJNYXJnaW5cIjp7XCIkaWRcIjpcIjM4NFwiLFwiVG9wXCI6MC4wLFwiTGVmdFwiOjAuMCxcIlJpZ2h0XCI6MC4wLFwiQm90dG9tXCI6MC4wfSxcIlBhZGRpbmdcIjp7XCIkaWRcIjpcIjM4NVwiLFwiVG9wXCI6MC4wLFwiTGVmdFwiOjAuMCxcIlJpZ2h0XCI6MC4wLFwiQm90dG9tXCI6MC4wfSxcIkJhY2tncm91bmRcIjp7XCIkaWRcIjpcIjM4NlwiLFwiQ29sb3JcIjp7XCIkaWRcIjpcIjM4N1wiLFwiQVwiOjI1NSxcIlJcIjowLFwiR1wiOjIyOCxcIkJcIjoxMjR9fSxcIklzVmlzaWJsZVwiOnRydWUsXCJXaWR0aFwiOjE4LjAsXCJIZWlnaHRcIjoyMC4wLFwiQm9yZGVyU3R5bGVcIjp7XCIkaWRcIjpcIjM4OFwiLFwiTGluZUNvbG9yXCI6e1wiJGlkXCI6XCIzODlcIixcIiR0eXBlXCI6XCJOTFJFLkNvbW1vbi5Eb20uU29saWRDb2xvckJydXNoLCBOTFJFLkNvbW1vblwiLFwiQ29sb3JcIjp7XCIkaWRcIjpcIjM5MFwiLFwiQVwiOjI1NSxcIlJcIjoyNTUsXCJHXCI6MCxcIkJcIjowfX0sXCJMaW5lV2VpZ2h0XCI6MC4wLFwiTGluZVR5cGVcIjowfX0sXCJEYXRlRm9ybWF0XCI6e1wiJGlkXCI6XCIzOTF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bnVsbCxcIlNwYWNpbmdcIjo1fV0sXCJDdXN0b21Td2ltbGFuZVRhc2tTdHlsZUxpc3RcIjpbXSxcIklzVmlzaWJsZVwiOmZhbHNlfSxcIkN1c3RvbVN3aW1sYW5lQWN0aXZpdGllc1N0eWxlTGlzdFwiOltdLFwiSXNWaXNpYmxlXCI6dHJ1ZSxcIlNwYWNpbmdcIjoxMH0se1wiJGlkXCI6XCIzOTJcIixcIkhlYWRlclN0eWxlXCI6e1wiJGlkXCI6XCIzOTNcIixcIlRleHRTdHlsZVwiOntcIiRpZFwiOlwiMzk0XCIsXCJGb250U2V0dGluZ3NcIjp7XCIkaWRcIjpcIjM5NVwiLFwiRm9udFNpemVcIjoxMixcIkZvbnROYW1lXCI6XCJCb2VocmluZ2VyIEZvcndhcmQgVGV4dFwiLFwiSXNCb2xkXCI6ZmFsc2UsXCJJc0l0YWxpY1wiOmZhbHNlLFwiSXNVbmRlcmxpbmVkXCI6ZmFsc2V9LFwiQXV0b1NpemVcIjoyLFwiRm9yZWdyb3VuZFwiOntcIiRpZFwiOlwiMzk2XCIsXCJDb2xvclwiOntcIiRyZWZcIjpcIjMyM1wifX0sXCJCYWNrZ3JvdW5kRmlsbFR5cGVcIjowLFwiTWF4V2lkdGhcIjo3MS4wLFwiTWF4SGVpZ2h0XCI6XCJJbmZpbml0eVwiLFwiU21hcnRGb3JlZ3JvdW5kSXNBY3RpdmVcIjpmYWxzZSxcIkhvcml6b250YWxBbGlnbm1lbnRcIjowLFwiVmVydGljYWxBbGlnbm1lbnRcIjowLFwiU21hcnRGb3JlZ3JvdW5kXCI6bnVsbCxcIk1hcmdpblwiOntcIiRpZFwiOlwiMzk3XCIsXCJUb3BcIjowLjAsXCJMZWZ0XCI6MC4wLFwiUmlnaHRcIjowLjAsXCJCb3R0b21cIjowLjB9LFwiUGFkZGluZ1wiOntcIiRpZFwiOlwiMzk4XCIsXCJUb3BcIjowLjAsXCJMZWZ0XCI6MC4wLFwiUmlnaHRcIjowLjAsXCJCb3R0b21cIjowLjB9LFwiQmFja2dyb3VuZFwiOm51bGwsXCJJc1Zpc2libGVcIjp0cnVlLFwiV2lkdGhcIjowLjAsXCJIZWlnaHRcIjowLjAsXCJCb3JkZXJTdHlsZVwiOm51bGx9LFwiUmVjdGFuZ2xlU3R5bGVcIjp7XCIkaWRcIjpcIjM5OVwiLFwiTWFyZ2luXCI6e1wiJGlkXCI6XCI0MDBcIixcIlRvcFwiOjAuMCxcIkxlZnRcIjowLjAsXCJSaWdodFwiOjAuMCxcIkJvdHRvbVwiOjAuMH0sXCJQYWRkaW5nXCI6e1wiJGlkXCI6XCI0MDFcIixcIlRvcFwiOjAuMCxcIkxlZnRcIjowLjAsXCJSaWdodFwiOjAuMCxcIkJvdHRvbVwiOjAuMH0sXCJCYWNrZ3JvdW5kXCI6e1wiJGlkXCI6XCI0MDJcIixcIkNvbG9yXCI6e1wiJHJlZlwiOlwiMzMwXCJ9fSxcIklzVmlzaWJsZVwiOnRydWUsXCJXaWR0aFwiOjAuMCxcIkhlaWdodFwiOjAuMCxcIkJvcmRlclN0eWxlXCI6e1wiJGlkXCI6XCI0MDNcIixcIkxpbmVDb2xvclwiOntcIiRpZFwiOlwiNDA0XCIsXCIkdHlwZVwiOlwiTkxSRS5Db21tb24uRG9tLlNvbGlkQ29sb3JCcnVzaCwgTkxSRS5Db21tb25cIixcIkNvbG9yXCI6e1wiJGlkXCI6XCI0MDVcIixcIkFcIjoyNTUsXCJSXCI6MjU1LFwiR1wiOjAsXCJCXCI6MH19LFwiTGluZVdlaWdodFwiOjAuMCxcIkxpbmVUeXBlXCI6MH19LFwiVGV4dElzVmVydGljYWxcIjpmYWxzZX0sXCJCYWNrZ3JvdW5kU3R5bGVcIjp7XCIkaWRcIjpcIjQwNlwiLFwiTWFyZ2luXCI6e1wiJGlkXCI6XCI0MDdcIixcIlRvcFwiOjAuMCxcIkxlZnRcIjowLjAsXCJSaWdodFwiOjAuMCxcIkJvdHRvbVwiOjAuMH0sXCJQYWRkaW5nXCI6e1wiJGlkXCI6XCI0MDhcIixcIlRvcFwiOjAuMCxcIkxlZnRcIjowLjAsXCJSaWdodFwiOjAuMCxcIkJvdHRvbVwiOjAuMH0sXCJCYWNrZ3JvdW5kXCI6e1wiJGlkXCI6XCI0MDlcIixcIkNvbG9yXCI6e1wiJGlkXCI6XCI0MTBcIixcIkFcIjo1MSxcIlJcIjoyNTUsXCJHXCI6MjU1LFwiQlwiOjI1NX19LFwiSXNWaXNpYmxlXCI6dHJ1ZSxcIldpZHRoXCI6MC4wLFwiSGVpZ2h0XCI6MC4wLFwiQm9yZGVyU3R5bGVcIjp7XCIkaWRcIjpcIjQxMVwiLFwiTGluZUNvbG9yXCI6e1wiJGlkXCI6XCI0MTJcIixcIiR0eXBlXCI6XCJOTFJFLkNvbW1vbi5Eb20uU29saWRDb2xvckJydXNoLCBOTFJFLkNvbW1vblwiLFwiQ29sb3JcIjp7XCIkaWRcIjpcIjQxM1wiLFwiQVwiOjI1NSxcIlJcIjo4LFwiR1wiOjQ5LFwiQlwiOjQyfX0sXCJMaW5lV2VpZ2h0XCI6Mi4wLFwiTGluZVR5cGVcIjowfX0sXCJJc0Fib3ZlVGltZWJhbmRcIjpmYWxzZSxcIlN3aW1sYW5lRGVmYXVsdEFjdGl2aXR5U3R5bGVcIjp7XCIkaWRcIjpcIjQxNFwiLFwiSGVhZGVyU3R5bGVcIjp7XCIkaWRcIjpcIjQxNVwiLFwiVGV4dFN0eWxlXCI6e1wiJGlkXCI6XCI0MTZcIixcIkZvbnRTZXR0aW5nc1wiOntcIiRpZFwiOlwiNDE3XCIsXCJGb250U2l6ZVwiOjExLFwiRm9udE5hbWVcIjpcIkNhbGlicmlcIixcIklzQm9sZFwiOmZhbHNlLFwiSXNJdGFsaWNcIjpmYWxzZSxcIklzVW5kZXJsaW5lZFwiOmZhbHNlfSxcIkF1dG9TaXplXCI6MixcIkZvcmVncm91bmRcIjp7XCIkaWRcIjpcIjQxOFwiLFwiQ29sb3JcIjp7XCIkaWRcIjpcIjQxOVwiLFwiQVwiOjI1NSxcIlJcIjowLFwiR1wiOjAsXCJCXCI6MH19LFwiQmFja2dyb3VuZEZpbGxUeXBlXCI6MCxcIk1heFdpZHRoXCI6MC4wLFwiTWF4SGVpZ2h0XCI6MC4wLFwiU21hcnRGb3JlZ3JvdW5kSXNBY3RpdmVcIjpmYWxzZSxcIkhvcml6b250YWxBbGlnbm1lbnRcIjowLFwiVmVydGljYWxBbGlnbm1lbnRcIjowLFwiU21hcnRGb3JlZ3JvdW5kXCI6bnVsbCxcIk1hcmdpblwiOntcIiRpZFwiOlwiNDIwXCIsXCJUb3BcIjowLjAsXCJMZWZ0XCI6MC4wLFwiUmlnaHRcIjowLjAsXCJCb3R0b21cIjowLjB9LFwiUGFkZGluZ1wiOntcIiRpZFwiOlwiNDIxXCIsXCJUb3BcIjowLjAsXCJMZWZ0XCI6MC4wLFwiUmlnaHRcIjowLjAsXCJCb3R0b21cIjowLjB9LFwiQmFja2dyb3VuZFwiOm51bGwsXCJJc1Zpc2libGVcIjp0cnVlLFwiV2lkdGhcIjowLjAsXCJIZWlnaHRcIjowLjAsXCJCb3JkZXJTdHlsZVwiOm51bGx9LFwiUmVjdGFuZ2xlU3R5bGVcIjp7XCIkaWRcIjpcIjQyMlwiLFwiTWFyZ2luXCI6e1wiJGlkXCI6XCI0MjNcIixcIlRvcFwiOjAuMCxcIkxlZnRcIjowLjAsXCJSaWdodFwiOjAuMCxcIkJvdHRvbVwiOjAuMH0sXCJQYWRkaW5nXCI6e1wiJGlkXCI6XCI0MjRcIixcIlRvcFwiOjAuMCxcIkxlZnRcIjowLjAsXCJSaWdodFwiOjAuMCxcIkJvdHRvbVwiOjAuMH0sXCJCYWNrZ3JvdW5kXCI6e1wiJGlkXCI6XCI0MjVcIixcIkNvbG9yXCI6e1wiJGlkXCI6XCI0MjZcIixcIkFcIjo2MyxcIlJcIjoxOTcsXCJHXCI6MTk1LFwiQlwiOjIzOH19LFwiSXNWaXNpYmxlXCI6dHJ1ZSxcIldpZHRoXCI6MC4wLFwiSGVpZ2h0XCI6MC4wLFwiQm9yZGVyU3R5bGVcIjp7XCIkaWRcIjpcIjQyN1wiLFwiTGluZUNvbG9yXCI6e1wiJGlkXCI6XCI0MjhcIixcIiR0eXBlXCI6XCJOTFJFLkNvbW1vbi5Eb20uU29saWRDb2xvckJydXNoLCBOTFJFLkNvbW1vblwiLFwiQ29sb3JcIjp7XCIkaWRcIjpcIjQyOVwiLFwiQVwiOjI1NSxcIlJcIjoyNTUsXCJHXCI6MCxcIkJcIjowfX0sXCJMaW5lV2VpZ2h0XCI6MC4wLFwiTGluZVR5cGVcIjowfX19LFwiQmFja2dyb3VuZFN0eWxlXCI6e1wiJGlkXCI6XCI0MzBcIixcIk1hcmdpblwiOntcIiRpZFwiOlwiNDMxXCIsXCJUb3BcIjowLjAsXCJMZWZ0XCI6MC4wLFwiUmlnaHRcIjowLjAsXCJCb3R0b21cIjowLjB9LFwiUGFkZGluZ1wiOntcIiRpZFwiOlwiNDMyXCIsXCJUb3BcIjowLjAsXCJMZWZ0XCI6MC4wLFwiUmlnaHRcIjowLjAsXCJCb3R0b21cIjowLjB9LFwiQmFja2dyb3VuZFwiOntcIiRpZFwiOlwiNDMzXCIsXCJDb2xvclwiOntcIiRpZFwiOlwiNDM0XCIsXCJBXCI6NTEsXCJSXCI6MTk3LFwiR1wiOjE5NSxcIkJcIjoyMzh9fSxcIklzVmlzaWJsZVwiOnRydWUsXCJXaWR0aFwiOjAuMCxcIkhlaWdodFwiOjAuMCxcIkJvcmRlclN0eWxlXCI6e1wiJGlkXCI6XCI0MzVcIixcIkxpbmVDb2xvclwiOntcIiRpZFwiOlwiNDM2XCIsXCIkdHlwZVwiOlwiTkxSRS5Db21tb24uRG9tLlNvbGlkQ29sb3JCcnVzaCwgTkxSRS5Db21tb25cIixcIkNvbG9yXCI6e1wiJGlkXCI6XCI0MzdcIixcIkFcIjoyNTUsXCJSXCI6MjU1LFwiR1wiOjAsXCJCXCI6MH19LFwiTGluZVdlaWdodFwiOjAuMCxcIkxpbmVUeXBlXCI6MH19LFwiQ3VzdG9tU3dpbWxhbmVNaWxlc3RvbmVTdHlsZUxpc3RcIjpbe1wiJGlkXCI6XCI0MzhcIixcIlRpdGxlU3R5bGVcIjp7XCIkaWRcIjpcIjQzOVwiLFwiRm9udFNldHRpbmdzXCI6e1wiJGlkXCI6XCI0NDBcIixcIkZvbnRTaXplXCI6MTEsXCJGb250TmFtZVwiOlwiQm9laHJpbmdlciBGb3J3YXJkIFRleHRcIixcIklzQm9sZFwiOnRydWUsXCJJc0l0YWxpY1wiOmZhbHNlLFwiSXNVbmRlcmxpbmVkXCI6ZmFsc2V9LFwiQXV0b1NpemVcIjowLFwiRm9yZWdyb3VuZFwiOntcIiRpZFwiOlwiNDQxXCIsXCJDb2xvclwiOntcIiRpZFwiOlwiNDQyXCIsXCJBXCI6MjU1LFwiUlwiOjgsXCJHXCI6NDksXCJCXCI6NDJ9fSxcIkJhY2tncm91bmRGaWxsVHlwZVwiOjAsXCJNYXhXaWR0aFwiOjIwMC4wLFwiTWF4SGVpZ2h0XCI6XCJJbmZpbml0eVwiLFwiU21hcnRGb3JlZ3JvdW5kSXNBY3RpdmVcIjpmYWxzZSxcIkhvcml6b250YWxBbGlnbm1lbnRcIjowLFwiVmVydGljYWxBbGlnbm1lbnRcIjowLFwiU21hcnRGb3JlZ3JvdW5kXCI6bnVsbCxcIk1hcmdpblwiOntcIiRpZFwiOlwiNDQzXCIsXCJUb3BcIjowLjAsXCJMZWZ0XCI6MC4wLFwiUmlnaHRcIjowLjAsXCJCb3R0b21cIjowLjB9LFwiUGFkZGluZ1wiOntcIiRpZFwiOlwiNDQ0XCIsXCJUb3BcIjowLjAsXCJMZWZ0XCI6MC4wLFwiUmlnaHRcIjowLjAsXCJCb3R0b21cIjowLjB9LFwiQmFja2dyb3VuZFwiOntcIiRpZFwiOlwiNDQ1XCIsXCJDb2xvclwiOntcIiRpZFwiOlwiNDQ2XCIsXCJBXCI6MCxcIlJcIjoyNTUsXCJHXCI6MjU1LFwiQlwiOjI1NX19LFwiSXNWaXNpYmxlXCI6dHJ1ZSxcIldpZHRoXCI6MC4wLFwiSGVpZ2h0XCI6MC4wLFwiQm9yZGVyU3R5bGVcIjpudWxsfSxcIkRhdGVTdHlsZVwiOntcIiRpZFwiOlwiNDQ3XCIsXCJGb250U2V0dGluZ3NcIjp7XCIkaWRcIjpcIjQ0OFwiLFwiRm9udFNpemVcIjoxMCxcIkZvbnROYW1lXCI6XCJCb2VocmluZ2VyIEZvcndhcmQgVGV4dFwiLFwiSXNCb2xkXCI6ZmFsc2UsXCJJc0l0YWxpY1wiOmZhbHNlLFwiSXNVbmRlcmxpbmVkXCI6ZmFsc2V9LFwiQXV0b1NpemVcIjowLFwiRm9yZWdyb3VuZFwiOntcIiRpZFwiOlwiNDQ5XCIsXCJDb2xvclwiOntcIiRpZFwiOlwiNDUwXCIsXCJBXCI6MjU1LFwiUlwiOjgsXCJHXCI6NDksXCJCXCI6NDJ9fSxcIkJhY2tncm91bmRGaWxsVHlwZVwiOjAsXCJNYXhXaWR0aFwiOjIwMC4wLFwiTWF4SGVpZ2h0XCI6XCJJbmZpbml0eVwiLFwiU21hcnRGb3JlZ3JvdW5kSXNBY3RpdmVcIjpmYWxzZSxcIkhvcml6b250YWxBbGlnbm1lbnRcIjoyLFwiVmVydGljYWxBbGlnbm1lbnRcIjowLFwiU21hcnRGb3JlZ3JvdW5kXCI6bnVsbCxcIk1hcmdpblwiOntcIiRpZFwiOlwiNDUxXCIsXCJUb3BcIjowLjAsXCJMZWZ0XCI6MC4wLFwiUmlnaHRcIjowLjAsXCJCb3R0b21cIjowLjB9LFwiUGFkZGluZ1wiOntcIiRpZFwiOlwiNDUyXCIsXCJUb3BcIjowLjAsXCJMZWZ0XCI6MC4wLFwiUmlnaHRcIjowLjAsXCJCb3R0b21cIjowLjB9LFwiQmFja2dyb3VuZFwiOntcIiRpZFwiOlwiNDUzXCIsXCJDb2xvclwiOntcIiRpZFwiOlwiNDU0XCIsXCJBXCI6MCxcIlJcIjoyNTUsXCJHXCI6MjU1LFwiQlwiOjI1NX19LFwiSXNWaXNpYmxlXCI6ZmFsc2UsXCJXaWR0aFwiOjAuMCxcIkhlaWdodFwiOjAuMCxcIkJvcmRlclN0eWxlXCI6bnVsbH0sXCJUaXRsZVBvc2l0aW9uXCI6MixcIkRhdGVQb3NpdGlvblwiOlwiTGVmdFwiLFwiU2hhcGVUeXBlXCI6MTQsXCJTaGFwZVNpemVcIjoxLFwiU2hhcGVTdHlsZVwiOntcIiRpZFwiOlwiNDU1XCIsXCJNYXJnaW5cIjp7XCIkaWRcIjpcIjQ1NlwiLFwiVG9wXCI6MC4wLFwiTGVmdFwiOjAuMCxcIlJpZ2h0XCI6MC4wLFwiQm90dG9tXCI6MC4wfSxcIlBhZGRpbmdcIjp7XCIkaWRcIjpcIjQ1N1wiLFwiVG9wXCI6MC4wLFwiTGVmdFwiOjAuMCxcIlJpZ2h0XCI6MC4wLFwiQm90dG9tXCI6MC4wfSxcIkJhY2tncm91bmRcIjp7XCIkaWRcIjpcIjQ1OFwiLFwiQ29sb3JcIjp7XCIkaWRcIjpcIjQ1OVwiLFwiQVwiOjI1NSxcIlJcIjowLFwiR1wiOjIyOCxcIkJcIjoxMjR9fSxcIklzVmlzaWJsZVwiOnRydWUsXCJXaWR0aFwiOjE4LjAsXCJIZWlnaHRcIjoyMC4wLFwiQm9yZGVyU3R5bGVcIjp7XCIkaWRcIjpcIjQ2MFwiLFwiTGluZUNvbG9yXCI6e1wiJGlkXCI6XCI0NjFcIixcIiR0eXBlXCI6XCJOTFJFLkNvbW1vbi5Eb20uU29saWRDb2xvckJydXNoLCBOTFJFLkNvbW1vblwiLFwiQ29sb3JcIjp7XCIkaWRcIjpcIjQ2MlwiLFwiQVwiOjI1NSxcIlJcIjoyNTUsXCJHXCI6MCxcIkJcIjowfX0sXCJMaW5lV2VpZ2h0XCI6MC4wLFwiTGluZVR5cGVcIjowfX0sXCJEYXRlRm9ybWF0XCI6e1wiJGlkXCI6XCI0NjN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bnVsbCxcIlNwYWNpbmdcIjo1fV0sXCJDdXN0b21Td2ltbGFuZVRhc2tTdHlsZUxpc3RcIjpbXSxcIklzVmlzaWJsZVwiOmZhbHNlfSxcIkN1c3RvbVN3aW1sYW5lQWN0aXZpdGllc1N0eWxlTGlzdFwiOltdLFwiSXNWaXNpYmxlXCI6dHJ1ZSxcIlNwYWNpbmdcIjoxMH0se1wiJGlkXCI6XCI0NjRcIixcIkhlYWRlclN0eWxlXCI6e1wiJGlkXCI6XCI0NjVcIixcIlRleHRTdHlsZVwiOntcIiRpZFwiOlwiNDY2XCIsXCJGb250U2V0dGluZ3NcIjp7XCIkaWRcIjpcIjQ2N1wiLFwiRm9udFNpemVcIjoxMixcIkZvbnROYW1lXCI6XCJCb2VocmluZ2VyIEZvcndhcmQgVGV4dFwiLFwiSXNCb2xkXCI6ZmFsc2UsXCJJc0l0YWxpY1wiOmZhbHNlLFwiSXNVbmRlcmxpbmVkXCI6ZmFsc2V9LFwiQXV0b1NpemVcIjoyLFwiRm9yZWdyb3VuZFwiOntcIiRpZFwiOlwiNDY4XCIsXCJDb2xvclwiOntcIiRyZWZcIjpcIjMyM1wifX0sXCJCYWNrZ3JvdW5kRmlsbFR5cGVcIjowLFwiTWF4V2lkdGhcIjo3MS4wLFwiTWF4SGVpZ2h0XCI6XCJJbmZpbml0eVwiLFwiU21hcnRGb3JlZ3JvdW5kSXNBY3RpdmVcIjpmYWxzZSxcIkhvcml6b250YWxBbGlnbm1lbnRcIjowLFwiVmVydGljYWxBbGlnbm1lbnRcIjowLFwiU21hcnRGb3JlZ3JvdW5kXCI6bnVsbCxcIk1hcmdpblwiOntcIiRpZFwiOlwiNDY5XCIsXCJUb3BcIjowLjAsXCJMZWZ0XCI6MC4wLFwiUmlnaHRcIjowLjAsXCJCb3R0b21cIjowLjB9LFwiUGFkZGluZ1wiOntcIiRpZFwiOlwiNDcwXCIsXCJUb3BcIjowLjAsXCJMZWZ0XCI6MC4wLFwiUmlnaHRcIjowLjAsXCJCb3R0b21cIjowLjB9LFwiQmFja2dyb3VuZFwiOm51bGwsXCJJc1Zpc2libGVcIjp0cnVlLFwiV2lkdGhcIjowLjAsXCJIZWlnaHRcIjowLjAsXCJCb3JkZXJTdHlsZVwiOm51bGx9LFwiUmVjdGFuZ2xlU3R5bGVcIjp7XCIkaWRcIjpcIjQ3MVwiLFwiTWFyZ2luXCI6e1wiJGlkXCI6XCI0NzJcIixcIlRvcFwiOjAuMCxcIkxlZnRcIjowLjAsXCJSaWdodFwiOjAuMCxcIkJvdHRvbVwiOjAuMH0sXCJQYWRkaW5nXCI6e1wiJGlkXCI6XCI0NzNcIixcIlRvcFwiOjAuMCxcIkxlZnRcIjowLjAsXCJSaWdodFwiOjAuMCxcIkJvdHRvbVwiOjAuMH0sXCJCYWNrZ3JvdW5kXCI6e1wiJGlkXCI6XCI0NzRcIixcIkNvbG9yXCI6e1wiJHJlZlwiOlwiMzMwXCJ9fSxcIklzVmlzaWJsZVwiOnRydWUsXCJXaWR0aFwiOjAuMCxcIkhlaWdodFwiOjAuMCxcIkJvcmRlclN0eWxlXCI6e1wiJGlkXCI6XCI0NzVcIixcIkxpbmVDb2xvclwiOntcIiRpZFwiOlwiNDc2XCIsXCIkdHlwZVwiOlwiTkxSRS5Db21tb24uRG9tLlNvbGlkQ29sb3JCcnVzaCwgTkxSRS5Db21tb25cIixcIkNvbG9yXCI6e1wiJGlkXCI6XCI0NzdcIixcIkFcIjoyNTUsXCJSXCI6MjU1LFwiR1wiOjAsXCJCXCI6MH19LFwiTGluZVdlaWdodFwiOjAuMCxcIkxpbmVUeXBlXCI6MH19LFwiVGV4dElzVmVydGljYWxcIjpmYWxzZX0sXCJCYWNrZ3JvdW5kU3R5bGVcIjp7XCIkaWRcIjpcIjQ3OFwiLFwiTWFyZ2luXCI6e1wiJGlkXCI6XCI0NzlcIixcIlRvcFwiOjAuMCxcIkxlZnRcIjowLjAsXCJSaWdodFwiOjAuMCxcIkJvdHRvbVwiOjAuMH0sXCJQYWRkaW5nXCI6e1wiJGlkXCI6XCI0ODBcIixcIlRvcFwiOjAuMCxcIkxlZnRcIjowLjAsXCJSaWdodFwiOjAuMCxcIkJvdHRvbVwiOjAuMH0sXCJCYWNrZ3JvdW5kXCI6e1wiJGlkXCI6XCI0ODFcIixcIkNvbG9yXCI6e1wiJGlkXCI6XCI0ODJcIixcIkFcIjo1MSxcIlJcIjoyNTUsXCJHXCI6MjU1LFwiQlwiOjI1NX19LFwiSXNWaXNpYmxlXCI6dHJ1ZSxcIldpZHRoXCI6MC4wLFwiSGVpZ2h0XCI6MC4wLFwiQm9yZGVyU3R5bGVcIjp7XCIkaWRcIjpcIjQ4M1wiLFwiTGluZUNvbG9yXCI6e1wiJGlkXCI6XCI0ODRcIixcIiR0eXBlXCI6XCJOTFJFLkNvbW1vbi5Eb20uU29saWRDb2xvckJydXNoLCBOTFJFLkNvbW1vblwiLFwiQ29sb3JcIjp7XCIkaWRcIjpcIjQ4NVwiLFwiQVwiOjI1NSxcIlJcIjo4LFwiR1wiOjQ5LFwiQlwiOjQyfX0sXCJMaW5lV2VpZ2h0XCI6Mi4wLFwiTGluZVR5cGVcIjowfX0sXCJJc0Fib3ZlVGltZWJhbmRcIjpmYWxzZSxcIlN3aW1sYW5lRGVmYXVsdEFjdGl2aXR5U3R5bGVcIjp7XCIkaWRcIjpcIjQ4NlwiLFwiSGVhZGVyU3R5bGVcIjp7XCIkaWRcIjpcIjQ4N1wiLFwiVGV4dFN0eWxlXCI6e1wiJGlkXCI6XCI0ODhcIixcIkZvbnRTZXR0aW5nc1wiOntcIiRpZFwiOlwiNDg5XCIsXCJGb250U2l6ZVwiOjExLFwiRm9udE5hbWVcIjpcIkNhbGlicmlcIixcIklzQm9sZFwiOmZhbHNlLFwiSXNJdGFsaWNcIjpmYWxzZSxcIklzVW5kZXJsaW5lZFwiOmZhbHNlfSxcIkF1dG9TaXplXCI6MixcIkZvcmVncm91bmRcIjp7XCIkaWRcIjpcIjQ5MFwiLFwiQ29sb3JcIjp7XCIkaWRcIjpcIjQ5MVwiLFwiQVwiOjI1NSxcIlJcIjowLFwiR1wiOjAsXCJCXCI6MH19LFwiQmFja2dyb3VuZEZpbGxUeXBlXCI6MCxcIk1heFdpZHRoXCI6MC4wLFwiTWF4SGVpZ2h0XCI6MC4wLFwiU21hcnRGb3JlZ3JvdW5kSXNBY3RpdmVcIjpmYWxzZSxcIkhvcml6b250YWxBbGlnbm1lbnRcIjowLFwiVmVydGljYWxBbGlnbm1lbnRcIjowLFwiU21hcnRGb3JlZ3JvdW5kXCI6bnVsbCxcIk1hcmdpblwiOntcIiRpZFwiOlwiNDkyXCIsXCJUb3BcIjowLjAsXCJMZWZ0XCI6MC4wLFwiUmlnaHRcIjowLjAsXCJCb3R0b21cIjowLjB9LFwiUGFkZGluZ1wiOntcIiRpZFwiOlwiNDkzXCIsXCJUb3BcIjowLjAsXCJMZWZ0XCI6MC4wLFwiUmlnaHRcIjowLjAsXCJCb3R0b21cIjowLjB9LFwiQmFja2dyb3VuZFwiOm51bGwsXCJJc1Zpc2libGVcIjp0cnVlLFwiV2lkdGhcIjowLjAsXCJIZWlnaHRcIjowLjAsXCJCb3JkZXJTdHlsZVwiOm51bGx9LFwiUmVjdGFuZ2xlU3R5bGVcIjp7XCIkaWRcIjpcIjQ5NFwiLFwiTWFyZ2luXCI6e1wiJGlkXCI6XCI0OTVcIixcIlRvcFwiOjAuMCxcIkxlZnRcIjowLjAsXCJSaWdodFwiOjAuMCxcIkJvdHRvbVwiOjAuMH0sXCJQYWRkaW5nXCI6e1wiJGlkXCI6XCI0OTZcIixcIlRvcFwiOjAuMCxcIkxlZnRcIjowLjAsXCJSaWdodFwiOjAuMCxcIkJvdHRvbVwiOjAuMH0sXCJCYWNrZ3JvdW5kXCI6e1wiJGlkXCI6XCI0OTdcIixcIkNvbG9yXCI6e1wiJGlkXCI6XCI0OThcIixcIkFcIjo2MyxcIlJcIjoxOTcsXCJHXCI6MTk1LFwiQlwiOjIzOH19LFwiSXNWaXNpYmxlXCI6dHJ1ZSxcIldpZHRoXCI6MC4wLFwiSGVpZ2h0XCI6MC4wLFwiQm9yZGVyU3R5bGVcIjp7XCIkaWRcIjpcIjQ5OVwiLFwiTGluZUNvbG9yXCI6e1wiJGlkXCI6XCI1MDBcIixcIiR0eXBlXCI6XCJOTFJFLkNvbW1vbi5Eb20uU29saWRDb2xvckJydXNoLCBOTFJFLkNvbW1vblwiLFwiQ29sb3JcIjp7XCIkaWRcIjpcIjUwMVwiLFwiQVwiOjI1NSxcIlJcIjoyNTUsXCJHXCI6MCxcIkJcIjowfX0sXCJMaW5lV2VpZ2h0XCI6MC4wLFwiTGluZVR5cGVcIjowfX19LFwiQmFja2dyb3VuZFN0eWxlXCI6e1wiJGlkXCI6XCI1MDJcIixcIk1hcmdpblwiOntcIiRpZFwiOlwiNTAzXCIsXCJUb3BcIjowLjAsXCJMZWZ0XCI6MC4wLFwiUmlnaHRcIjowLjAsXCJCb3R0b21cIjowLjB9LFwiUGFkZGluZ1wiOntcIiRpZFwiOlwiNTA0XCIsXCJUb3BcIjowLjAsXCJMZWZ0XCI6MC4wLFwiUmlnaHRcIjowLjAsXCJCb3R0b21cIjowLjB9LFwiQmFja2dyb3VuZFwiOntcIiRpZFwiOlwiNTA1XCIsXCJDb2xvclwiOntcIiRpZFwiOlwiNTA2XCIsXCJBXCI6NTEsXCJSXCI6MTk3LFwiR1wiOjE5NSxcIkJcIjoyMzh9fSxcIklzVmlzaWJsZVwiOnRydWUsXCJXaWR0aFwiOjAuMCxcIkhlaWdodFwiOjAuMCxcIkJvcmRlclN0eWxlXCI6e1wiJGlkXCI6XCI1MDdcIixcIkxpbmVDb2xvclwiOntcIiRpZFwiOlwiNTA4XCIsXCIkdHlwZVwiOlwiTkxSRS5Db21tb24uRG9tLlNvbGlkQ29sb3JCcnVzaCwgTkxSRS5Db21tb25cIixcIkNvbG9yXCI6e1wiJGlkXCI6XCI1MDlcIixcIkFcIjoyNTUsXCJSXCI6MjU1LFwiR1wiOjAsXCJCXCI6MH19LFwiTGluZVdlaWdodFwiOjAuMCxcIkxpbmVUeXBlXCI6MH19LFwiQ3VzdG9tU3dpbWxhbmVNaWxlc3RvbmVTdHlsZUxpc3RcIjpbe1wiJGlkXCI6XCI1MTBcIixcIlRpdGxlU3R5bGVcIjp7XCIkaWRcIjpcIjUxMVwiLFwiRm9udFNldHRpbmdzXCI6e1wiJGlkXCI6XCI1MTJcIixcIkZvbnRTaXplXCI6MTEsXCJGb250TmFtZVwiOlwiQm9laHJpbmdlciBGb3J3YXJkIFRleHRcIixcIklzQm9sZFwiOnRydWUsXCJJc0l0YWxpY1wiOmZhbHNlLFwiSXNVbmRlcmxpbmVkXCI6ZmFsc2V9LFwiQXV0b1NpemVcIjowLFwiRm9yZWdyb3VuZFwiOntcIiRpZFwiOlwiNTEzXCIsXCJDb2xvclwiOntcIiRpZFwiOlwiNTE0XCIsXCJBXCI6MjU1LFwiUlwiOjgsXCJHXCI6NDksXCJCXCI6NDJ9fSxcIkJhY2tncm91bmRGaWxsVHlwZVwiOjAsXCJNYXhXaWR0aFwiOjIwMC4wLFwiTWF4SGVpZ2h0XCI6XCJJbmZpbml0eVwiLFwiU21hcnRGb3JlZ3JvdW5kSXNBY3RpdmVcIjpmYWxzZSxcIkhvcml6b250YWxBbGlnbm1lbnRcIjowLFwiVmVydGljYWxBbGlnbm1lbnRcIjowLFwiU21hcnRGb3JlZ3JvdW5kXCI6bnVsbCxcIk1hcmdpblwiOntcIiRpZFwiOlwiNTE1XCIsXCJUb3BcIjowLjAsXCJMZWZ0XCI6MC4wLFwiUmlnaHRcIjowLjAsXCJCb3R0b21cIjowLjB9LFwiUGFkZGluZ1wiOntcIiRpZFwiOlwiNTE2XCIsXCJUb3BcIjowLjAsXCJMZWZ0XCI6MC4wLFwiUmlnaHRcIjowLjAsXCJCb3R0b21cIjowLjB9LFwiQmFja2dyb3VuZFwiOntcIiRpZFwiOlwiNTE3XCIsXCJDb2xvclwiOntcIiRpZFwiOlwiNTE4XCIsXCJBXCI6MCxcIlJcIjoyNTUsXCJHXCI6MjU1LFwiQlwiOjI1NX19LFwiSXNWaXNpYmxlXCI6dHJ1ZSxcIldpZHRoXCI6MC4wLFwiSGVpZ2h0XCI6MC4wLFwiQm9yZGVyU3R5bGVcIjpudWxsfSxcIkRhdGVTdHlsZVwiOntcIiRpZFwiOlwiNTE5XCIsXCJGb250U2V0dGluZ3NcIjp7XCIkaWRcIjpcIjUyMFwiLFwiRm9udFNpemVcIjoxMCxcIkZvbnROYW1lXCI6XCJCb2VocmluZ2VyIEZvcndhcmQgVGV4dFwiLFwiSXNCb2xkXCI6ZmFsc2UsXCJJc0l0YWxpY1wiOmZhbHNlLFwiSXNVbmRlcmxpbmVkXCI6ZmFsc2V9LFwiQXV0b1NpemVcIjowLFwiRm9yZWdyb3VuZFwiOntcIiRpZFwiOlwiNTIxXCIsXCJDb2xvclwiOntcIiRpZFwiOlwiNTIyXCIsXCJBXCI6MjU1LFwiUlwiOjgsXCJHXCI6NDksXCJCXCI6NDJ9fSxcIkJhY2tncm91bmRGaWxsVHlwZVwiOjAsXCJNYXhXaWR0aFwiOjIwMC4wLFwiTWF4SGVpZ2h0XCI6XCJJbmZpbml0eVwiLFwiU21hcnRGb3JlZ3JvdW5kSXNBY3RpdmVcIjpmYWxzZSxcIkhvcml6b250YWxBbGlnbm1lbnRcIjoyLFwiVmVydGljYWxBbGlnbm1lbnRcIjowLFwiU21hcnRGb3JlZ3JvdW5kXCI6bnVsbCxcIk1hcmdpblwiOntcIiRpZFwiOlwiNTIzXCIsXCJUb3BcIjowLjAsXCJMZWZ0XCI6MC4wLFwiUmlnaHRcIjowLjAsXCJCb3R0b21cIjowLjB9LFwiUGFkZGluZ1wiOntcIiRpZFwiOlwiNTI0XCIsXCJUb3BcIjowLjAsXCJMZWZ0XCI6MC4wLFwiUmlnaHRcIjowLjAsXCJCb3R0b21cIjowLjB9LFwiQmFja2dyb3VuZFwiOntcIiRpZFwiOlwiNTI1XCIsXCJDb2xvclwiOntcIiRpZFwiOlwiNTI2XCIsXCJBXCI6MCxcIlJcIjoyNTUsXCJHXCI6MjU1LFwiQlwiOjI1NX19LFwiSXNWaXNpYmxlXCI6ZmFsc2UsXCJXaWR0aFwiOjAuMCxcIkhlaWdodFwiOjAuMCxcIkJvcmRlclN0eWxlXCI6bnVsbH0sXCJUaXRsZVBvc2l0aW9uXCI6MixcIkRhdGVQb3NpdGlvblwiOlwiTGVmdFwiLFwiU2hhcGVUeXBlXCI6MTQsXCJTaGFwZVNpemVcIjoxLFwiU2hhcGVTdHlsZVwiOntcIiRpZFwiOlwiNTI3XCIsXCJNYXJnaW5cIjp7XCIkaWRcIjpcIjUyOFwiLFwiVG9wXCI6MC4wLFwiTGVmdFwiOjAuMCxcIlJpZ2h0XCI6MC4wLFwiQm90dG9tXCI6MC4wfSxcIlBhZGRpbmdcIjp7XCIkaWRcIjpcIjUyOVwiLFwiVG9wXCI6MC4wLFwiTGVmdFwiOjAuMCxcIlJpZ2h0XCI6MC4wLFwiQm90dG9tXCI6MC4wfSxcIkJhY2tncm91bmRcIjp7XCIkaWRcIjpcIjUzMFwiLFwiQ29sb3JcIjp7XCIkaWRcIjpcIjUzMVwiLFwiQVwiOjI1NSxcIlJcIjowLFwiR1wiOjIyOCxcIkJcIjoxMjR9fSxcIklzVmlzaWJsZVwiOnRydWUsXCJXaWR0aFwiOjE4LjAsXCJIZWlnaHRcIjoyMC4wLFwiQm9yZGVyU3R5bGVcIjp7XCIkaWRcIjpcIjUzMlwiLFwiTGluZUNvbG9yXCI6e1wiJGlkXCI6XCI1MzNcIixcIiR0eXBlXCI6XCJOTFJFLkNvbW1vbi5Eb20uU29saWRDb2xvckJydXNoLCBOTFJFLkNvbW1vblwiLFwiQ29sb3JcIjp7XCIkaWRcIjpcIjUzNFwiLFwiQVwiOjI1NSxcIlJcIjoyNTUsXCJHXCI6MCxcIkJcIjowfX0sXCJMaW5lV2VpZ2h0XCI6MC4wLFwiTGluZVR5cGVcIjowfX0sXCJEYXRlRm9ybWF0XCI6e1wiJGlkXCI6XCI1MzV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bnVsbCxcIlNwYWNpbmdcIjo1fV0sXCJDdXN0b21Td2ltbGFuZVRhc2tTdHlsZUxpc3RcIjpbXSxcIklzVmlzaWJsZVwiOmZhbHNlfSxcIkN1c3RvbVN3aW1sYW5lQWN0aXZpdGllc1N0eWxlTGlzdFwiOltdLFwiSXNWaXNpYmxlXCI6dHJ1ZSxcIlNwYWNpbmdcIjoyfV0sXCJHcmlkbGluZVBhbmVsU3R5bGVcIjp7XCIkaWRcIjpcIjUzNlwiLFwiR3JpZGxpbmVTdHlsZVwiOntcIiRpZFwiOlwiNTM3XCIsXCJMaW5lQ29sb3JcIjp7XCIkaWRcIjpcIjUzOFwiLFwiJHR5cGVcIjpcIk5MUkUuQ29tbW9uLkRvbS5Tb2xpZENvbG9yQnJ1c2gsIE5MUkUuQ29tbW9uXCIsXCJDb2xvclwiOntcIiRpZFwiOlwiNTM5XCIsXCJBXCI6MzgsXCJSXCI6OTEsXCJHXCI6MTU1LFwiQlwiOjIxM319LFwiTGluZVdlaWdodFwiOjEuMCxcIkxpbmVUeXBlXCI6MH0sXCJJc1Zpc2libGVcIjp0cnVlfSxcIkFjdGl2aXR5TGluZVBhbmVsU3R5bGVcIjp7XCIkaWRcIjpcIjU0MFwiLFwiQWN0aXZpdHlMaW5lU3R5bGVcIjp7XCIkaWRcIjpcIjU0MVwiLFwiTGluZUNvbG9yXCI6e1wiJGlkXCI6XCI1NDJcIixcIiR0eXBlXCI6XCJOTFJFLkNvbW1vbi5Eb20uU29saWRDb2xvckJydXNoLCBOTFJFLkNvbW1vblwiLFwiQ29sb3JcIjp7XCIkaWRcIjpcIjU0M1wiLFwiQVwiOjM4LFwiUlwiOjY4LFwiR1wiOjExNCxcIkJcIjoxOTZ9fSxcIkxpbmVXZWlnaHRcIjoxLjAsXCJMaW5lVHlwZVwiOjB9LFwiSXNWaXNpYmxlXCI6dHJ1ZX0sXCJEZWZhdWx0RGVwZW5kZW5jeVN0eWxlXCI6e1wiJGlkXCI6XCI1NDRcIixcIkxpbmVTdHlsZVwiOntcIiRpZFwiOlwiNTQ1XCIsXCJMaW5lQ29sb3JcIjp7XCIkaWRcIjpcIjU0NlwiLFwiJHR5cGVcIjpcIk5MUkUuQ29tbW9uLkRvbS5Tb2xpZENvbG9yQnJ1c2gsIE5MUkUuQ29tbW9uXCIsXCJDb2xvclwiOntcIiRpZFwiOlwiNTQ3XCIsXCJBXCI6MjU1LFwiUlwiOjAsXCJHXCI6MCxcIkJcIjowfX0sXCJMaW5lV2VpZ2h0XCI6MS4wLFwiTGluZVR5cGVcIjowfSxcIkVuZEFycm93aGVhZExpbmVTdHlsZVwiOntcIiRpZFwiOlwiNTQ4XCIsXCJLaW5kXCI6MSxcIldpZHRoXCI6MSxcIkxlbmd0aFwiOjAsXCJQYXJlbnRTdHlsZVwiOm51bGx9LFwiQnJpbmdUb0Zyb250XCI6dHJ1ZSxcIklzVmlzaWJsZVwiOnRydWUsXCJSYWRpdXNcIjowLjB9LFwiQ3JpdGljYWxQYXRoU3R5bGVcIjp7XCIkaWRcIjpcIjU0OVwiLFwiQ3JpdGljYWxQYXRoU3R5bGVPcHRpb25zXCI6MTUsXCJMaW5lU3R5bGVcIjp7XCIkaWRcIjpcIjU1MFwiLFwiTGluZUNvbG9yXCI6e1wiJGlkXCI6XCI1NTFcIixcIiR0eXBlXCI6XCJOTFJFLkNvbW1vbi5Eb20uU29saWRDb2xvckJydXNoLCBOTFJFLkNvbW1vblwiLFwiQ29sb3JcIjp7XCIkaWRcIjpcIjU1MlwiLFwiQVwiOjI1NSxcIlJcIjoyMjIsXCJHXCI6NTAsXCJCXCI6NTB9fSxcIkxpbmVXZWlnaHRcIjoxLjAsXCJMaW5lVHlwZVwiOjB9LFwiVGl0bGVGb3JlZ3JvdW5kXCI6e1wiJGlkXCI6XCI1NTNcIixcIkNvbG9yXCI6e1wiJGlkXCI6XCI1NTRcIixcIkFcIjoyNTUsXCJSXCI6MTc2LFwiR1wiOjE5LFwiQlwiOjI1fX0sXCJTaGFwZXNCYWNrZ3JvdW5kXCI6e1wiJGlkXCI6XCI1NTVcIixcIkNvbG9yXCI6e1wiJGlkXCI6XCI1NTZcIixcIkFcIjoyNTUsXCJSXCI6MjUzLFwiR1wiOjIwMyxcIkJcIjoyMDh9fSxcIlNoYXBlc0JvcmRlclN0eWxlXCI6e1wiJGlkXCI6XCI1NTdcIixcIkxpbmVDb2xvclwiOntcIiRpZFwiOlwiNTU4XCIsXCIkdHlwZVwiOlwiTkxSRS5Db21tb24uRG9tLlNvbGlkQ29sb3JCcnVzaCwgTkxSRS5Db21tb25cIixcIkNvbG9yXCI6e1wiJGlkXCI6XCI1NTlcIixcIkFcIjoyNTUsXCJSXCI6MjIyLFwiR1wiOjUwLFwiQlwiOjUwfX0sXCJMaW5lV2VpZ2h0XCI6MS41LFwiTGluZVR5cGVcIjowfSxcIklzVmlzaWJsZVwiOmZhbHNlfSxcIlBhbmVsc1NwYWNpbmdEZWZpbml0aW9uXCI6e1wiJGlkXCI6XCI1NjBcIixcIlNwYWNpbmdBYm92ZVRpbWViYW5kXCI6NSxcIlNwYWNpbmdCZWxvd1RpbWViYW5kXCI6NSxcIlNwYWNpbmdBYm92ZUJldHdlZW5Td2ltbGFuZXNBbmRUYXNrc1wiOjUsXCJTcGFjaW5nQmVsb3dCZXR3ZWVuU3dpbWxhbmVzQW5kVGFza3NcIjo1fX0sXCJTY2FsZVwiOm51bGwsXCJTY2FsZVYyXCI6e1wiJGlkXCI6XCI1NjFcIixcIlN0YXJ0RGF0ZVwiOlwiMjAyNC0wNy0xOFQwODowMDowMFwiLFwiRW5kRGF0ZVwiOlwiMjAyNC0wNy0xOVQwODowMDowMFwiLFwiQXV0b0RhdGVSYW5nZVwiOmZhbHNlLFwiV29ya2luZ0RheXNcIjozMSxcIlRvZGF5TWFya2VyVGV4dFwiOlwiVG9kYXlcIixcIkF1dG9TY2FsZVR5cGVcIjpmYWxzZSxcIlRpbWViYW5kU2NhbGVzXCI6e1wiJGlkXCI6XCI1NjJcIixcIlRvcFNjYWxlTGF5ZXJcIjp7XCIkaWRcIjpcIjU2M1wiLFwiRm9ybWF0XCI6XCJkXCIsXCJUeXBlXCI6MH0sXCJNaWRkbGVTY2FsZUxheWVyXCI6e1wiJGlkXCI6XCI1NjRcIixcIkZvcm1hdFwiOlwiZFwiLFwiVHlwZVwiOjB9LFwiQm90dG9tU2NhbGVMYXllclwiOntcIiRpZFwiOlwiNTY1XCIsXCJGb3JtYXRcIjpudWxsLFwiVHlwZVwiOjB9fX0sXCJNaWxlc3RvbmVzXCI6W10sXCJUYXNrc1wiOltdLFwiU3dpbWxhbmVzXCI6bnVsbCxcIlN3aW1sYW5lc1YyXCI6W10sXCJEZXBlbmRlbmNpZXNcIjpbXSxcIkRlcGVuZGVuY3lTZXR0aW5nc1wiOntcIiRpZFwiOlwiNTY2XCIsXCJEZXBlbmRlbmN5TW9kdWxlRW5hYmxlZFwiOmZhbHNlLFwiU2NoZWR1bGluZ1NldHRpbmdzXCI6e1wiJGlkXCI6XCI1NjdcIixcIkRlcGVuZGVuY2llc1NjaGVkdWxpbmdNb2RlU2V0dGluZ1wiOjEsXCJEZXBlbmRlbmNpZXNQcmV2aW91c1NjaGVkdWxpbmdNb2RlXCI6MSxcIk9uQnJlYWtpbmdGbGV4aWJsZVNjaGVkdWxpbmdNb2RlU2V0dGluZ1wiOjAsXCJPbkJyZWFraW5nU3RyaWN0U2NoZWR1bGluZ01vZGVTZXR0aW5nXCI6MH19LFwiU2V0dGluZ3NcIjp7XCIkaWRcIjpcIjU2OFwiLFwiSW1wYU9wdGlvbnNcIjp7XCIkaWRcIjpcIjU2OVwiLFwiTGVmdFRvUmlnaHRcIjpmYWxzZSxcIlBheWxvYWRPcHRpb25zXCI6Mn19LFwiVGltZUNvbmZpZ3VyYXRpb25cIjp7XCIkaWRcIjpcIjU3MFwiLFwiVXNlVGltZVwiOnRydWUsXCJXb3JrRGF5U3RhcnRcIjpcIjAwOjAwOjAwXCIsXCJXb3JrRGF5RW5kXCI6XCIyMzo1OTowMFwifX0iLCJTb3VyY2VUaGVtZSI6IntcIiRpZFwiOlwiMVwiLFwiSWRcIjpcIjQ0M2EyMGU2LWE3NGMtNDNhMi04YjVhLTVkNmFlZTEyNGY5ZlwiLFwiQ2F0ZWdvcnlcIjoyLFwiQ3VsdHVyZUluZm9OYW1lXCI6XCJlbi1VU1wiLFwiVmVyc2lvblwiOntcIiRpZFwiOlwiMlwiLFwiVGhlbWVEb21WZXJzaW9uXCI6XCIyLjAuMFwifSxcIlN0eWxlXCI6e1wiJGlkXCI6XCIzXCIsXCJUaW1lYmFuZFN0eWxlXCI6e1wiJGlkXCI6XCI0XCIsXCJSaWdodEVuZENhcHNTdHlsZVwiOntcIiRpZFwiOlwiNVwiLFwiRm9udFNldHRpbmdzXCI6e1wiJGlkXCI6XCI2XCIsXCJGb250U2l6ZVwiOjE4LFwiRm9udE5hbWVcIjpcIkNhbGlicmlcIixcIklzQm9sZFwiOnRydWUsXCJJc0l0YWxpY1wiOmZhbHNlLFwiSXNVbmRlcmxpbmVkXCI6ZmFsc2V9LFwiRm9yZWdyb3VuZFwiOntcIiRpZFwiOlwiN1wiLFwiQ29sb3JcIjp7XCIkaWRcIjpcIjhcIixcIkFcIjoyNTUsXCJSXCI6OCxcIkdcIjo0OSxcIkJcIjo0Mn19LFwiSG9yaXpvbnRhbEFsaWdubWVudFwiOjAsXCJJc1Zpc2libGVcIjp0cnVlfSxcIkxlZnRFbmRDYXBzU3R5bGVcIjp7XCIkaWRcIjpcIjlcIixcIkZvbnRTZXR0aW5nc1wiOntcIiRpZFwiOlwiMTBcIixcIkZvbnRTaXplXCI6MTgsXCJGb250TmFtZVwiOlwiQ2FsaWJyaVwiLFwiSXNCb2xkXCI6dHJ1ZSxcIklzSXRhbGljXCI6ZmFsc2UsXCJJc1VuZGVybGluZWRcIjpmYWxzZX0sXCJGb3JlZ3JvdW5kXCI6e1wiJGlkXCI6XCIxMVwiLFwiQ29sb3JcIjp7XCIkaWRcIjpcIjEyXCIsXCJBXCI6MjU1LFwiUlwiOjIzNyxcIkdcIjoxMjUsXCJCXCI6NDl9fSxcIkhvcml6b250YWxBbGlnbm1lbnRcIjowLFwiSXNWaXNpYmxlXCI6ZmFsc2V9LFwiVG9kYXlNYXJrZXJTdHlsZVwiOntcIiRpZFwiOlwiMTNcIixcIlRvZGF5VGV4dFN0eWxlXCI6e1wiJGlkXCI6XCIxNFwiLFwiRm9udFNldHRpbmdzXCI6e1wiJGlkXCI6XCIxNVwiLFwiRm9udFNpemVcIjoxMixcIkZvbnROYW1lXCI6XCJDYWxpYnJpXCIsXCJJc0JvbGRcIjpmYWxzZSxcIklzSXRhbGljXCI6ZmFsc2UsXCJJc1VuZGVybGluZWRcIjpmYWxzZX0sXCJGb3JlZ3JvdW5kXCI6e1wiJGlkXCI6XCIxNlwiLFwiQ29sb3JcIjp7XCIkaWRcIjpcIjE3XCIsXCJBXCI6MjU1LFwiUlwiOjgsXCJHXCI6NDksXCJCXCI6NDJ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mZhbHNlfSxcIlNjYWxlU3R5bGVcIjp7XCIkaWRcIjpcIjIzXCIsXCJTaG93U2VnbWVudFNlcGFyYXRvcnNcIjp0cnVlLFwiU2VnbWVudFNlcGFyYXRvck9wYWNpdHlcIjozMCxcIlNoYXBlXCI6MyxcIlNlZ21lbnRUZXh0U3R5bGVcIjp7XCIkaWRcIjpcIjI0XCIsXCJGb250U2V0dGluZ3NcIjp7XCIkaWRcIjpcIjI1XCIsXCJGb250U2l6ZVwiOjEyLFwiRm9udE5hbWVcIjpcIkJvZWhyaW5nZXIgRm9yd2FyZCBUZXh0XCIsXCJJc0JvbGRcIjpmYWxzZSxcIklzSXRhbGljXCI6ZmFsc2UsXCJJc1VuZGVybGluZWRcIjpmYWxzZX0sXCJGb3JlZ3JvdW5kXCI6e1wiJGlkXCI6XCIyNlwiLFwiQ29sb3JcIjp7XCIkaWRcIjpcIjI3XCIsXCJBXCI6MjU1LFwiUlwiOjI1NSxcIkdcIjoyNTUsXCJCXCI6MjU1fX0sXCJIb3Jpem9udGFsQWxpZ25tZW50XCI6MCxcIklzVmlzaWJsZVwiOnRydWV9LFwiU2hhcGVTdHlsZVwiOntcIiRpZFwiOlwiMjhcIixcIk1hcmdpblwiOntcIiRpZFwiOlwiMjlcIixcIlRvcFwiOjAuMCxcIkxlZnRcIjoxMC4wLFwiUmlnaHRcIjoxMC4wLFwiQm90dG9tXCI6MC4wfSxcIlBhZGRpbmdcIjp7XCIkaWRcIjpcIjMwXCIsXCJUb3BcIjozLjAsXCJMZWZ0XCI6MC4wLFwiUmlnaHRcIjowLjAsXCJCb3R0b21cIjozLjB9LFwiQmFja2dyb3VuZFwiOntcIiRpZFwiOlwiMzFcIixcIkNvbG9yXCI6e1wiJGlkXCI6XCIzMlwiLFwiQVwiOjI1NSxcIlJcIjo4LFwiR1wiOjQ5LFwiQlwiOjQy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IsXCJJc1Zpc2libGVcIjpmYWxzZX0sXCJNYXJnaW5cIjp7XCIkaWRcIjpcIjQwXCIsXCJUb3BcIjowLjAsXCJMZWZ0XCI6MTAuMCxcIlJpZ2h0XCI6MTAuMCxcIkJvdHRvbVwiOjAuMH0sXCJQYWRkaW5nXCI6e1wiJGlkXCI6XCI0MVwiLFwiVG9wXCI6MC4wLFwiTGVmdFwiOjAuMCxcIlJpZ2h0XCI6MC4wLFwiQm90dG9tXCI6MC4wfSxcIkJhY2tncm91bmRcIjp7XCIkaWRcIjpcIjQyXCIsXCJDb2xvclwiOntcIiRpZFwiOlwiNDNcIixcIkFcIjoyNTUsXCJSXCI6NDcsXCJHXCI6NTQsXCJCXCI6MTUzfX0sXCJJc1Zpc2libGVcIjpmYWxzZSxcIldpZHRoXCI6MC4wLFwiSGVpZ2h0XCI6MC4wLFwiQm9yZGVyU3R5bGVcIjpudWxsfSxcIlRhc2tTdHlsZVwiOntcIiRpZFwiOlwiNDRcIixcIlNoYXBlXCI6MSxcIlNoYXBlVGhpY2tuZXNzXCI6MCxcIkR1cmF0aW9uRm9ybWF0XCI6MCxcIlBlcmNlbnRhZ2VDb21wbGV0ZVRleHRTdHlsZVwiOntcIiRpZFwiOlwiNDVcIixcIkZvbnRTZXR0aW5nc1wiOntcIiRpZFwiOlwiNDZcIixcIkZvbnRTaXplXCI6MTAsXCJGb250TmFtZVwiOlwiQ2FsaWJyaVwiLFwiSXNCb2xkXCI6ZmFsc2UsXCJJc0l0YWxpY1wiOmZhbHNlLFwiSXNVbmRlcmxpbmVkXCI6ZmFsc2V9LFwiRm9yZWdyb3VuZFwiOntcIiRpZFwiOlwiNDdcIixcIkNvbG9yXCI6e1wiJGlkXCI6XCI0OFwiLFwiQVwiOjI1NSxcIlJcIjoxOTIsXCJHXCI6ODAsXCJCXCI6Nzd9fSxcIkhvcml6b250YWxBbGlnbm1lbnRcIjowLFwiSXNWaXNpYmxlXCI6ZmFsc2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IzNyxcIkdcIjoxMjUsXCJCXCI6NDl9fSxcIkhvcml6b250YWxBbGlnbm1lbnRcIjowLFwiSXNWaXNpYmxlXCI6ZmFsc2V9LFwiSG9yaXpvbnRhbENvbm5lY3RvclN0eWxlXCI6e1wiJGlkXCI6XCI1NlwiLFwiTGluZVN0eWxlXCI6e1wiJGlkXCI6XCI1N1wiLFwiTGluZUNvbG9yXCI6e1wiJGlkXCI6XCI1OFwiLFwiQ29sb3JcIjp7XCIkaWRcIjpcIjU5XCIsXCJBXCI6MjU1LFwiUlwiOjIwNCxcIkdcIjoyMDQsXCJCXCI6MjA0fX0sXCJMaW5lV2VpZ2h0XCI6MS4wLFwiTGluZVR5cGVcIjowfSxcIklzVmlzaWJsZVwiOnRydWV9LFwiVmVydGljYWxDb25uZWN0b3JTdHlsZVwiOntcIiRpZFwiOlwiNjBcIixcIkxpbmVTdHlsZVwiOntcIiRpZFwiOlwiNjFcIixcIkxpbmVDb2xvclwiOntcIiRpZFwiOlwiNjJcIixcIkNvbG9yXCI6e1wiJGlkXCI6XCI2M1wiLFwiQVwiOjI1NSxcIlJcIjoyMDQsXCJHXCI6MjA0LFwiQlwiOjIwNH19LFwiTGluZVdlaWdodFwiOjAuMCxcIkxpbmVUeXBlXCI6MH0sXCJJc1Zpc2libGVcIjpmYWxzZX0sXCJNYXJnaW5cIjp7XCIkaWRcIjpcIjY0XCIsXCJUb3BcIjowLjAsXCJMZWZ0XCI6MC4wLFwiUmlnaHRcIjowLjAsXCJCb3R0b21cIjowLjB9LFwiU3RhcnREYXRlUG9zaXRpb25cIjozLFwiRW5kRGF0ZVBvc2l0aW9uXCI6MyxcIlRpdGxlUG9zaXRpb25cIjoyLFwiRHVyYXRpb25Qb3NpdGlvblwiOjAsXCJQZXJjZW50YWdlQ29tcGxldGVkUG9zaXRpb25cIjowLFwiU3BhY2luZ1wiOjUsXCJJc0JlbG93VGltZWJhbmRcIjpmYWxzZSxcIkJhc2VsaW5lU3R5bGVcIjp7XCIkaWRcIjpcIjY1XCIsXCJCYXNlbGluZVNoYXBlU3R5bGVcIjp7XCIkaWRcIjpcIjY2XCIsXCJNYXJnaW5cIjp7XCIkaWRcIjpcIjY3XCIsXCJUb3BcIjowLjAsXCJMZWZ0XCI6MC4wLFwiUmlnaHRcIjowLjAsXCJCb3R0b21cIjowLjB9LFwiUGFkZGluZ1wiOntcIiRpZFwiOlwiNjhcIixcIlRvcFwiOjAuMCxcIkxlZnRcIjowLjAsXCJSaWdodFwiOjAuMCxcIkJvdHRvbVwiOjAuMH0sXCJCYWNrZ3JvdW5kXCI6e1wiJGlkXCI6XCI2OVwiLFwiQ29sb3JcIjp7XCIkaWRcIjpcIjcwXCIsXCJBXCI6MTUzLFwiUlwiOjAsXCJHXCI6MCxcIkJcIjowfX0sXCJJc1Zpc2libGVcIjpmYWxzZSxcIldpZHRoXCI6MC4wLFwiSGVpZ2h0XCI6MC4wLFwiQm9yZGVyU3R5bGVcIjp7XCIkaWRcIjpcIjcxXCIsXCJMaW5lU3R5bGVcIjp7XCIkaWRcIjpcIjcyXCIsXCJMaW5lQ29sb3JcIjp7XCIkaWRcIjpcIjczXCIsXCJDb2xvclwiOntcIiRpZFwiOlwiNzRcIixcIkFcIjoyNTUsXCJSXCI6MjU1LFwiR1wiOjAsXCJCXCI6MH19LFwiTGluZVdlaWdodFwiOjIuMCxcIkxpbmVUeXBlXCI6MH0sXCJJc1Zpc2libGVcIjpmYWxzZX19fSxcIlNoYXBlU3R5bGVcIjp7XCIkaWRcIjpcIjc1XCIsXCJNYXJnaW5cIjp7XCIkaWRcIjpcIjc2XCIsXCJUb3BcIjowLjAsXCJMZWZ0XCI6NC4wLFwiUmlnaHRcIjo0LjAsXCJCb3R0b21cIjowLjB9LFwiUGFkZGluZ1wiOntcIiRpZFwiOlwiNzdcIixcIlRvcFwiOjAuMCxcIkxlZnRcIjowLjAsXCJSaWdodFwiOjAuMCxcIkJvdHRvbVwiOjAuMH0sXCJCYWNrZ3JvdW5kXCI6e1wiJGlkXCI6XCI3OFwiLFwiQ29sb3JcIjp7XCIkaWRcIjpcIjc5XCIsXCJBXCI6MjU1LFwiUlwiOjgsXCJHXCI6NDksXCJCXCI6NDJ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JvZWhyaW5nZXIgRm9yd2FyZCBUZXh0XCIsXCJJc0JvbGRcIjpmYWxzZSxcIklzSXRhbGljXCI6ZmFsc2UsXCJJc1VuZGVybGluZWRcIjpmYWxzZX0sXCJGb3JlZ3JvdW5kXCI6e1wiJGlkXCI6XCI4NlwiLFwiQ29sb3JcIjp7XCIkaWRcIjpcIjg3XCIsXCJBXCI6MjU1LFwiUlwiOjAsXCJHXCI6MCxcIkJcIjowfX0sXCJIb3Jpem9udGFsQWxpZ25tZW50XCI6MSxcIklzVmlzaWJsZVwiOnRydWV9LFwiRGF0ZVN0eWxlXCI6e1wiJGlkXCI6XCI4OFwiLFwiRm9udFNldHRpbmdzXCI6e1wiJGlkXCI6XCI4OVwiLFwiRm9udFNpemVcIjoxMCxcIkZvbnROYW1lXCI6XCJDYWxpYnJpXCIsXCJJc0JvbGRcIjpmYWxzZSxcIklzSXRhbGljXCI6ZmFsc2UsXCJJc1VuZGVybGluZWRcIjpmYWxzZX0sXCJGb3JlZ3JvdW5kXCI6e1wiJGlkXCI6XCI5MFwiLFwiQ29sb3JcIjp7XCIkaWRcIjpcIjkxXCIsXCJBXCI6MjU1LFwiUlwiOjY4LFwiR1wiOjg0LFwiQlwiOjEwNn19LFwiSG9yaXpvbnRhbEFsaWdubWVudFwiOjIsXCJJc1Zpc2libGVcIjp0cnVlfSxcIkRhdGVGb3JtYXRcIjp7XCIkaWRcIjpcIjk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kzXCIsXCJGb3JtYXRcIjowLFwiSXNWaXNpYmxlXCI6ZmFsc2UsXCJMYXN0S25vd25WaXNpYmlsaXR5U3RhdGVcIjpmYWxzZX19LFwiTWlsZXN0b25lU3R5bGVcIjp7XCIkaWRcIjpcIjk0XCIsXCJTaGFwZVwiOjIsXCJJc0JlbG93VGltZWJhbmRcIjpmYWxzZSxcIlNoYXBlU2l6ZVwiOjEsXCJQYWRkaW5nXCI6e1wiJGlkXCI6XCI5NVwiLFwiVG9wXCI6NS4wLFwiTGVmdFwiOjMuMCxcIlJpZ2h0XCI6MC4wLFwiQm90dG9tXCI6Mi4wfSxcIlNoYXBlU3R5bGVcIjp7XCIkaWRcIjpcIjk2XCIsXCJNYXJnaW5cIjp7XCIkaWRcIjpcIjk3XCIsXCJUb3BcIjowLjAsXCJMZWZ0XCI6MC4wLFwiUmlnaHRcIjowLjAsXCJCb3R0b21cIjowLjB9LFwiUGFkZGluZ1wiOntcIiRpZFwiOlwiOThcIixcIlRvcFwiOjAuMCxcIkxlZnRcIjowLjAsXCJSaWdodFwiOjAuMCxcIkJvdHRvbVwiOjAuMH0sXCJCYWNrZ3JvdW5kXCI6e1wiJGlkXCI6XCI5OVwiLFwiQ29sb3JcIjp7XCIkaWRcIjpcIjEwMFwiLFwiQVwiOjI1NSxcIlJcIjo4LFwiR1wiOjQ5LFwiQlwiOjQyfX0sXCJJc1Zpc2libGVcIjp0cnVlLFwiV2lkdGhcIjoxMy4wLFwiSGVpZ2h0XCI6MTMuMCxcIkJvcmRlclN0eWxlXCI6e1wiJGlkXCI6XCIxMDFcIixcIkxpbmVTdHlsZVwiOntcIiRpZFwiOlwiMTAyXCIsXCJMaW5lQ29sb3JcIjp7XCIkaWRcIjpcIjEwM1wiLFwiQ29sb3JcIjp7XCIkaWRcIjpcIjEwNFwiLFwiQVwiOjI1NSxcIlJcIjoyMzQsXCJHXCI6MjIsXCJCXCI6MzB9fSxcIkxpbmVXZWlnaHRcIjoyLjAsXCJMaW5lVHlwZVwiOjB9LFwiSXNWaXNpYmxlXCI6ZmFsc2V9fSxcIlRpdGxlU3R5bGVcIjp7XCIkaWRcIjpcIjEwNVwiLFwiRm9udFNldHRpbmdzXCI6e1wiJGlkXCI6XCIxMDZcIixcIkZvbnRTaXplXCI6MTEsXCJGb250TmFtZVwiOlwiQm9laHJpbmdlciBGb3J3YXJkIFRleHRcIixcIklzQm9sZFwiOnRydWUsXCJJc0l0YWxpY1wiOmZhbHNlLFwiSXNVbmRlcmxpbmVkXCI6ZmFsc2V9LFwiRm9yZWdyb3VuZFwiOntcIiRpZFwiOlwiMTA3XCIsXCJDb2xvclwiOntcIiRpZFwiOlwiMTA4XCIsXCJBXCI6MjU1LFwiUlwiOjI1NSxcIkdcIjoyNTUsXCJCXCI6MjU1fX0sXCJIb3Jpem9udGFsQWxpZ25tZW50XCI6MCxcIklzVmlzaWJsZVwiOnRydWV9LFwiRGF0ZVN0eWxlXCI6e1wiJGlkXCI6XCIxMDlcIixcIkZvbnRTZXR0aW5nc1wiOntcIiRpZFwiOlwiMTEwXCIsXCJGb250U2l6ZVwiOjEwLFwiRm9udE5hbWVcIjpcIkJvZWhyaW5nZXIgRm9yd2FyZCBUZXh0XCIsXCJJc0JvbGRcIjpmYWxzZSxcIklzSXRhbGljXCI6ZmFsc2UsXCJJc1VuZGVybGluZWRcIjpmYWxzZX0sXCJGb3JlZ3JvdW5kXCI6e1wiJGlkXCI6XCIxMTFcIixcIkNvbG9yXCI6e1wiJGlkXCI6XCIxMTJcIixcIkFcIjoyNTUsXCJSXCI6MjU1LFwiR1wiOjI1NSxcIkJcIjoyNTV9fSxcIkhvcml6b250YWxBbGlnbm1lbnRcIjowLFwiSXNWaXNpYmxlXCI6ZmFsc2V9LFwiRGF0ZUZvcm1hdFwiOntcIiRpZFwiOlwiMTEz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ExNFwiLFwiRm9ybWF0XCI6MCxcIklzVmlzaWJsZVwiOmZhbHNlLFwiTGFzdEtub3duVmlzaWJpbGl0eVN0YXRlXCI6ZmFsc2V9fSxcIk1vdFN0eWxlXCI6e1wiJGlkXCI6XCIxMTVcIixcIlNoYXBlXCI6MixcIlNoYXBlU2l6ZVwiOjEsXCJEZXRhaWxzU3BhY2luZ1wiOjAuMCxcIlBhZGRpbmdcIjp7XCIkaWRcIjpcIjExNlwiLFwiVG9wXCI6NS4wLFwiTGVmdFwiOjMuMCxcIlJpZ2h0XCI6MC4wLFwiQm90dG9tXCI6Mi4wfSxcIlBvc2l0aW9uT25UYXNrXCI6MSxcIlNoYXBlU3R5bGVcIjp7XCIkaWRcIjpcIjExN1wiLFwiTWFyZ2luXCI6e1wiJGlkXCI6XCIxMThcIixcIlRvcFwiOjAuMCxcIkxlZnRcIjowLjAsXCJSaWdodFwiOjAuMCxcIkJvdHRvbVwiOjAuMH0sXCJQYWRkaW5nXCI6e1wiJGlkXCI6XCIxMTlcIixcIlRvcFwiOjAuMCxcIkxlZnRcIjowLjAsXCJSaWdodFwiOjAuMCxcIkJvdHRvbVwiOjAuMH0sXCJCYWNrZ3JvdW5kXCI6e1wiJGlkXCI6XCIxMjBcIixcIkNvbG9yXCI6e1wiJGlkXCI6XCIxMjFcIixcIkFcIjoyNTUsXCJSXCI6OCxcIkdcIjo0OSxcIkJcIjo0Mn19LFwiSXNWaXNpYmxlXCI6dHJ1ZSxcIldpZHRoXCI6MTMuMCxcIkhlaWdodFwiOjEzLjAsXCJCb3JkZXJTdHlsZVwiOntcIiRpZFwiOlwiMTIyXCIsXCJMaW5lU3R5bGVcIjp7XCIkaWRcIjpcIjEyM1wiLFwiTGluZUNvbG9yXCI6e1wiJGlkXCI6XCIxMjRcIixcIkNvbG9yXCI6e1wiJGlkXCI6XCIxMjVcIixcIkFcIjoyNTUsXCJSXCI6MjM0LFwiR1wiOjIyLFwiQlwiOjMwfX0sXCJMaW5lV2VpZ2h0XCI6MC4wLFwiTGluZVR5cGVcIjowfSxcIklzVmlzaWJsZVwiOmZhbHNlfX0sXCJUaXRsZVN0eWxlXCI6e1wiJGlkXCI6XCIxMjZcIixcIkZvbnRTZXR0aW5nc1wiOntcIiRpZFwiOlwiMTI3XCIsXCJGb250U2l6ZVwiOjExLFwiRm9udE5hbWVcIjpcIkJvZWhyaW5nZXIgRm9yd2FyZCBUZXh0XCIsXCJJc0JvbGRcIjp0cnVlLFwiSXNJdGFsaWNcIjpmYWxzZSxcIklzVW5kZXJsaW5lZFwiOmZhbHNlfSxcIkZvcmVncm91bmRcIjp7XCIkaWRcIjpcIjEyOFwiLFwiQ29sb3JcIjp7XCIkaWRcIjpcIjEyOVwiLFwiQVwiOjI1NSxcIlJcIjoyNTUsXCJHXCI6MjU1LFwiQlwiOjI1NX19LFwiSG9yaXpvbnRhbEFsaWdubWVudFwiOjAsXCJJc1Zpc2libGVcIjp0cnVlfSxcIkRhdGVTdHlsZVwiOntcIiRpZFwiOlwiMTMwXCIsXCJGb250U2V0dGluZ3NcIjp7XCIkaWRcIjpcIjEzMVwiLFwiRm9udFNpemVcIjoxMCxcIkZvbnROYW1lXCI6XCJCb2VocmluZ2VyIEZvcndhcmQgVGV4dFwiLFwiSXNCb2xkXCI6ZmFsc2UsXCJJc0l0YWxpY1wiOmZhbHNlLFwiSXNVbmRlcmxpbmVkXCI6ZmFsc2V9LFwiRm9yZWdyb3VuZFwiOntcIiRpZFwiOlwiMTMyXCIsXCJDb2xvclwiOntcIiRpZFwiOlwiMTMzXCIsXCJBXCI6MjU1LFwiUlwiOjI1NSxcIkdcIjoyNTUsXCJCXCI6MjU1fX0sXCJIb3Jpem9udGFsQWxpZ25tZW50XCI6MCxcIklzVmlzaWJsZVwiOmZhbHNlfSxcIkRhdGVGb3JtYXRcIjp7XCIkaWRcIjpcIjEz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xMzVcIixcIkZvcm1hdFwiOjAsXCJJc1Zpc2libGVcIjpmYWxzZSxcIkxhc3RLbm93blZpc2liaWxpdHlTdGF0ZVwiOmZhbHNlfX0sXCJTd2ltbGFuZVYyU3R5bGVcIjp7XCIkaWRcIjpcIjEzNlwiLFwiU3R5bGVJZFwiOlwiZjE1ZDI4MzUtYzU0NC00YjY4LTgxNjEtYzc3YTMzZDkyZWE4XCIsXCJOYW1lXCI6XCJTd2ltbGFuZSBTdHlsZSAxXCIsXCJIZWFkZXJTdHlsZVwiOntcIiRpZFwiOlwiMTM3XCIsXCJUZXh0U3R5bGVcIjp7XCIkaWRcIjpcIjEzOFwiLFwiRm9udFNldHRpbmdzXCI6e1wiJGlkXCI6XCIxMzlcIixcIkZvbnRTaXplXCI6MTIsXCJGb250TmFtZVwiOlwiQm9laHJpbmdlciBGb3J3YXJkIFRleHRcIixcIklzQm9sZFwiOmZhbHNlLFwiSXNJdGFsaWNcIjpmYWxzZSxcIklzVW5kZXJsaW5lZFwiOmZhbHNlfSxcIkZvcmVncm91bmRcIjp7XCIkaWRcIjpcIjE0MFwiLFwiQ29sb3JcIjp7XCIkaWRcIjpcIjE0MVwiLFwiQVwiOjI1NSxcIlJcIjoyNTUsXCJHXCI6MjU1LFwiQlwiOjI1NX19LFwiSG9yaXpvbnRhbEFsaWdubWVudFwiOjAsXCJJc1Zpc2libGVcIjp0cnVlfSxcIlJlY3RhbmdsZVN0eWxlXCI6e1wiJGlkXCI6XCIxNDJcIixcIk1hcmdpblwiOntcIiRpZFwiOlwiMTQzXCIsXCJUb3BcIjowLjAsXCJMZWZ0XCI6MC4wLFwiUmlnaHRcIjowLjAsXCJCb3R0b21cIjowLjB9LFwiUGFkZGluZ1wiOntcIiRpZFwiOlwiMTQ0XCIsXCJUb3BcIjowLjAsXCJMZWZ0XCI6MC4wLFwiUmlnaHRcIjowLjAsXCJCb3R0b21cIjowLjB9LFwiQmFja2dyb3VuZFwiOntcIiRpZFwiOlwiMTQ1XCIsXCJDb2xvclwiOntcIiRpZFwiOlwiMTQ2XCIsXCJBXCI6MjU1LFwiUlwiOjgsXCJHXCI6NDksXCJCXCI6NDJ9fSxcIklzVmlzaWJsZVwiOnRydWUsXCJXaWR0aFwiOjAuMCxcIkhlaWdodFwiOjAuMCxcIkJvcmRlclN0eWxlXCI6e1wiJGlkXCI6XCIxNDdcIixcIkxpbmVTdHlsZVwiOntcIiRpZFwiOlwiMTQ4XCIsXCJMaW5lQ29sb3JcIjp7XCIkaWRcIjpcIjE0OVwiLFwiQ29sb3JcIjp7XCIkaWRcIjpcIjE1MFwiLFwiQVwiOjI1NSxcIlJcIjoyNTUsXCJHXCI6MCxcIkJcIjowfX0sXCJMaW5lV2VpZ2h0XCI6MC4wLFwiTGluZVR5cGVcIjowfSxcIklzVmlzaWJsZVwiOmZhbHNlfX19LFwiQmFja2dyb3VuZFN0eWxlXCI6e1wiJGlkXCI6XCIxNTFcIixcIk1hcmdpblwiOntcIiRpZFwiOlwiMTUyXCIsXCJUb3BcIjowLjAsXCJMZWZ0XCI6MC4wLFwiUmlnaHRcIjowLjAsXCJCb3R0b21cIjowLjB9LFwiUGFkZGluZ1wiOntcIiRpZFwiOlwiMTUzXCIsXCJUb3BcIjowLjAsXCJMZWZ0XCI6MC4wLFwiUmlnaHRcIjowLjAsXCJCb3R0b21cIjowLjB9LFwiQmFja2dyb3VuZFwiOntcIiRpZFwiOlwiMTU0XCIsXCJDb2xvclwiOntcIiRpZFwiOlwiMTU1XCIsXCJBXCI6NTEsXCJSXCI6OCxcIkdcIjo0OSxcIkJcIjo0Mn19LFwiSXNWaXNpYmxlXCI6dHJ1ZSxcIldpZHRoXCI6MC4wLFwiSGVpZ2h0XCI6MC4wLFwiQm9yZGVyU3R5bGVcIjp7XCIkaWRcIjpcIjE1NlwiLFwiTGluZVN0eWxlXCI6e1wiJGlkXCI6XCIxNTdcIixcIkxpbmVDb2xvclwiOntcIiRpZFwiOlwiMTU4XCIsXCJDb2xvclwiOntcIiRpZFwiOlwiMTU5XCIsXCJBXCI6MjU1LFwiUlwiOjIzNCxcIkdcIjoyMixcIkJcIjozMH19LFwiTGluZVdlaWdodFwiOjAuMCxcIkxpbmVUeXBlXCI6MH0sXCJJc1Zpc2libGVcIjpmYWxzZX19LFwiSXNBYm92ZVRpbWViYW5kXCI6ZmFsc2UsXCJTcGFjaW5nXCI6MTAsXCJEZWZhdWx0U3dpbWxhbmVBY3Rpdml0eVN0eWxlXCI6e1wiJGlkXCI6XCIxNjBcIixcIkhlYWRlclN0eWxlXCI6e1wiJGlkXCI6XCIxNjFcIixcIlRleHRTdHlsZVwiOntcIiRpZFwiOlwiMTYyXCIsXCJGb250U2V0dGluZ3NcIjp7XCIkaWRcIjpcIjE2M1wiLFwiRm9udFNpemVcIjoxMSxcIkZvbnROYW1lXCI6XCJDYWxpYnJpXCIsXCJJc0JvbGRcIjpmYWxzZSxcIklzSXRhbGljXCI6ZmFsc2UsXCJJc1VuZGVybGluZWRcIjpmYWxzZX0sXCJGb3JlZ3JvdW5kXCI6e1wiJGlkXCI6XCIxNjRcIixcIkNvbG9yXCI6e1wiJGlkXCI6XCIxNjVcIixcIkFcIjoyNTUsXCJSXCI6MCxcIkdcIjowLFwiQlwiOjB9fSxcIkhvcml6b250YWxBbGlnbm1lbnRcIjowLFwiSXNWaXNpYmxlXCI6dHJ1ZX0sXCJSZWN0YW5nbGV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YzLFwiUlwiOjgsXCJHXCI6NDksXCJCXCI6NDJ9fSxcIklzVmlzaWJsZVwiOnRydWUsXCJXaWR0aFwiOjAuMCxcIkhlaWdodFwiOjAuMCxcIkJvcmRlclN0eWxlXCI6e1wiJGlkXCI6XCIxNzFcIixcIkxpbmVTdHlsZVwiOntcIiRpZFwiOlwiMTcyXCIsXCJMaW5lQ29sb3JcIjp7XCIkaWRcIjpcIjE3M1wiLFwiQ29sb3JcIjp7XCIkaWRcIjpcIjE3NFwiLFwiQVwiOjI1NSxcIlJcIjoyNTUsXCJHXCI6MCxcIkJcIjowfX0sXCJMaW5lV2VpZ2h0XCI6MC4wLFwiTGluZVR5cGVcIjowfSxcIklzVmlzaWJsZVwiOmZhbHNlfX19LFwiQmFja2dyb3VuZFN0eWxlXCI6e1wiJGlkXCI6XCIxNzVcIixcIk1hcmdpblwiOntcIiRpZFwiOlwiMTc2XCIsXCJUb3BcIjowLjAsXCJMZWZ0XCI6MC4wLFwiUmlnaHRcIjowLjAsXCJCb3R0b21cIjowLjB9LFwiUGFkZGluZ1wiOntcIiRpZFwiOlwiMTc3XCIsXCJUb3BcIjowLjAsXCJMZWZ0XCI6MC4wLFwiUmlnaHRcIjowLjAsXCJCb3R0b21cIjowLjB9LFwiQmFja2dyb3VuZFwiOntcIiRpZFwiOlwiMTc4XCIsXCJDb2xvclwiOntcIiRpZFwiOlwiMTc5XCIsXCJBXCI6NTEsXCJSXCI6OCxcIkdcIjo0OSxcIkJcIjo0Mn19LFwiSXNWaXNpYmxlXCI6dHJ1ZSxcIldpZHRoXCI6MC4wLFwiSGVpZ2h0XCI6MC4wLFwiQm9yZGVyU3R5bGVcIjp7XCIkaWRcIjpcIjE4MFwiLFwiTGluZVN0eWxlXCI6e1wiJGlkXCI6XCIxODFcIixcIkxpbmVDb2xvclwiOntcIiRpZFwiOlwiMTgyXCIsXCJDb2xvclwiOntcIiRpZFwiOlwiMTgzXCIsXCJBXCI6MjU1LFwiUlwiOjIzNCxcIkdcIjoyMixcIkJcIjozMH19LFwiTGluZVdlaWdodFwiOjAuMCxcIkxpbmVUeXBlXCI6MH0sXCJJc1Zpc2libGVcIjpmYWxzZX19fSxcIkRlZmF1bHRTd2ltbGFuZU1pbGVzdG9uZVN0eWxlXCI6e1wiJGlkXCI6XCIxODRcIixcIlRpdGxlUG9zaXRpb25cIjoyLFwiRGF0ZVBvc2l0aW9uXCI6MCxcIlNoYXBlVHlwZVwiOjEzLFwiU2hhcGVTaXplXCI6MSxcIlNwYWNpbmdcIjo1LFwiU2hhcGVTdHlsZVwiOntcIiRpZFwiOlwiMTg1XCIsXCJNYXJnaW5cIjp7XCIkaWRcIjpcIjE4NlwiLFwiVG9wXCI6MC4wLFwiTGVmdFwiOjAuMCxcIlJpZ2h0XCI6MC4wLFwiQm90dG9tXCI6MC4wfSxcIlBhZGRpbmdcIjp7XCIkaWRcIjpcIjE4N1wiLFwiVG9wXCI6MC4wLFwiTGVmdFwiOjAuMCxcIlJpZ2h0XCI6MC4wLFwiQm90dG9tXCI6MC4wfSxcIkJhY2tncm91bmRcIjp7XCIkaWRcIjpcIjE4OFwiLFwiQ29sb3JcIjp7XCIkaWRcIjpcIjE4OVwiLFwiQVwiOjI1NSxcIlJcIjoyNDUsXCJHXCI6MTM4LFwiQlwiOjEwNH19LFwiSXNWaXNpYmxlXCI6dHJ1ZSxcIldpZHRoXCI6MTguMCxcIkhlaWdodFwiOjIwLjAsXCJCb3JkZXJTdHlsZVwiOntcIiRpZFwiOlwiMTkwXCIsXCJMaW5lU3R5bGVcIjp7XCIkaWRcIjpcIjE5MVwiLFwiTGluZUNvbG9yXCI6e1wiJGlkXCI6XCIxOTJcIixcIkNvbG9yXCI6e1wiJGlkXCI6XCIxOTNcIixcIkFcIjoyNTUsXCJSXCI6MjM0LFwiR1wiOjIyLFwiQlwiOjMwfX0sXCJMaW5lV2VpZ2h0XCI6Mi4wLFwiTGluZVR5cGVcIjowfSxcIklzVmlzaWJsZVwiOmZhbHNlfX0sXCJUaXRsZVN0eWxlXCI6e1wiJGlkXCI6XCIxOTRcIixcIkZvbnRTZXR0aW5nc1wiOntcIiRpZFwiOlwiMTk1XCIsXCJGb250U2l6ZVwiOjExLFwiRm9udE5hbWVcIjpcIkJvZWhyaW5nZXIgRm9yd2FyZCBUZXh0XCIsXCJJc0JvbGRcIjp0cnVlLFwiSXNJdGFsaWNcIjpmYWxzZSxcIklzVW5kZXJsaW5lZFwiOmZhbHNlfSxcIkZvcmVncm91bmRcIjp7XCIkaWRcIjpcIjE5NlwiLFwiQ29sb3JcIjp7XCIkaWRcIjpcIjE5N1wiLFwiQVwiOjI1NSxcIlJcIjo4LFwiR1wiOjQ5LFwiQlwiOjQyfX0sXCJIb3Jpem9udGFsQWxpZ25tZW50XCI6MCxcIklzVmlzaWJsZVwiOnRydWV9LFwiRGF0ZVN0eWxlXCI6e1wiJGlkXCI6XCIxOThcIixcIkZvbnRTZXR0aW5nc1wiOntcIiRpZFwiOlwiMTk5XCIsXCJGb250U2l6ZVwiOjEwLFwiRm9udE5hbWVcIjpcIkJvZWhyaW5nZXIgRm9yd2FyZCBUZXh0XCIsXCJJc0JvbGRcIjpmYWxzZSxcIklzSXRhbGljXCI6ZmFsc2UsXCJJc1VuZGVybGluZWRcIjpmYWxzZX0sXCJGb3JlZ3JvdW5kXCI6e1wiJGlkXCI6XCIyMDBcIixcIkNvbG9yXCI6e1wiJGlkXCI6XCIyMDFcIixcIkFcIjoyNTUsXCJSXCI6OCxcIkdcIjo0OSxcIkJcIjo0Mn19LFwiSG9yaXpvbnRhbEFsaWdubWVudFwiOjIsXCJJc1Zpc2libGVcIjpmYWxzZX0sXCJEYXRlRm9ybWF0XCI6e1wiJGlkXCI6XCIyMD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AzXCIsXCJGb3JtYXRcIjowLFwiSXNWaXNpYmxlXCI6ZmFsc2UsXCJMYXN0S25vd25WaXNpYmlsaXR5U3RhdGVcIjpmYWxzZX19LFwiRGVmYXVsdFN3aW1sYW5lVGFza1N0eWxlXCI6e1wiJGlkXCI6XCIyMDRcIixcIlNoYXBlXCI6MyxcIlNoYXBlVGhpY2tuZXNzXCI6MCxcIkR1cmF0aW9uRm9ybWF0XCI6MCxcIlBlcmNlbnRhZ2VDb21wbGV0ZVRleHRTdHlsZVwiOntcIiRpZFwiOlwiMjA1XCIsXCJGb250U2V0dGluZ3NcIjp7XCIkaWRcIjpcIjIwNlwiLFwiRm9udFNpemVcIjoxMCxcIkZvbnROYW1lXCI6XCJDYWxpYnJpXCIsXCJJc0JvbGRcIjpmYWxzZSxcIklzSXRhbGljXCI6ZmFsc2UsXCJJc1VuZGVybGluZWRcIjpmYWxzZX0sXCJGb3JlZ3JvdW5kXCI6e1wiJGlkXCI6XCIyMDdcIixcIkNvbG9yXCI6e1wiJGlkXCI6XCIyMDhcIixcIkFcIjoyNTUsXCJSXCI6MjM3LFwiR1wiOjEyNSxcIkJcIjo0OX19LFwiSG9yaXpvbnRhbEFsaWdubWVudFwiOjAsXCJJc1Zpc2libGVcIjpmYWxzZX0sXCJQZXJjZW50YWdlQ29tcGxldGVIaWdobGlnaHRTdHlsZVwiOntcIiRpZFwiOlwiMjA5XCIsXCJCYWNrZ3JvdW5kXCI6e1wiJGlkXCI6XCIyMTBcIixcIkNvbG9yXCI6e1wiJGlkXCI6XCIyMTFcIixcIkFcIjo4OSxcIlJcIjowLFwiR1wiOjAsXCJCXCI6MH19fSxcIkR1cmF0aW9uU3R5bGVcIjp7XCIkaWRcIjpcIjIxMlwiLFwiRm9udFNldHRpbmdzXCI6e1wiJGlkXCI6XCIyMTNcIixcIkZvbnRTaXplXCI6MTAsXCJGb250TmFtZVwiOlwiQ2FsaWJyaVwiLFwiSXNCb2xkXCI6ZmFsc2UsXCJJc0l0YWxpY1wiOmZhbHNlLFwiSXNVbmRlcmxpbmVkXCI6ZmFsc2V9LFwiRm9yZWdyb3VuZFwiOntcIiRpZFwiOlwiMjE0XCIsXCJDb2xvclwiOntcIiRpZFwiOlwiMjE1XCIsXCJBXCI6MjU1LFwiUlwiOjIzNyxcIkdcIjoxMjUsXCJCXCI6NDl9fSxcIkhvcml6b250YWxBbGlnbm1lbnRcIjowLFwiSXNWaXNpYmxlXCI6ZmFsc2V9LFwiTWFyZ2luXCI6e1wiJGlkXCI6XCIyMTZcIixcIlRvcFwiOjAuMCxcIkxlZnRcIjowLjAsXCJSaWdodFwiOjAuMCxcIkJvdHRvbVwiOjAuMH0sXCJTdGFydERhdGVQb3NpdGlvblwiOjAsXCJFbmREYXRlUG9zaXRpb25cIjowLFwiVGl0bGVQb3NpdGlvblwiOjIsXCJEdXJhdGlvblBvc2l0aW9uXCI6MCxcIlBlcmNlbnRhZ2VDb21wbGV0ZWRQb3NpdGlvblwiOjAsXCJTcGFjaW5nXCI6NSxcIkJhc2VsaW5lU3R5bGVcIjp7XCIkaWRcIjpcIjIxN1wiLFwiQmFzZWxpbmVTaGFwZVN0eWxlXCI6e1wiJGlkXCI6XCIyMThcIixcIk1hcmdpblwiOntcIiRpZFwiOlwiMjE5XCIsXCJUb3BcIjowLjAsXCJMZWZ0XCI6MC4wLFwiUmlnaHRcIjowLjAsXCJCb3R0b21cIjowLjB9LFwiUGFkZGluZ1wiOntcIiRpZFwiOlwiMjIwXCIsXCJUb3BcIjowLjAsXCJMZWZ0XCI6MC4wLFwiUmlnaHRcIjowLjAsXCJCb3R0b21cIjowLjB9LFwiQmFja2dyb3VuZFwiOntcIiRpZFwiOlwiMjIxXCIsXCJDb2xvclwiOntcIiRpZFwiOlwiMjIyXCIsXCJBXCI6MTUzLFwiUlwiOjAsXCJHXCI6MCxcIkJcIjowfX0sXCJJc1Zpc2libGVcIjpmYWxzZSxcIldpZHRoXCI6MC4wLFwiSGVpZ2h0XCI6MC4wLFwiQm9yZGVyU3R5bGVcIjp7XCIkaWRcIjpcIjIyM1wiLFwiTGluZVN0eWxlXCI6e1wiJGlkXCI6XCIyMjRcIixcIkxpbmVDb2xvclwiOntcIiRpZFwiOlwiMjI1XCIsXCJDb2xvclwiOntcIiRpZFwiOlwiMjI2XCIsXCJBXCI6MjU1LFwiUlwiOjI1NSxcIkdcIjowLFwiQlwiOjB9fSxcIkxpbmVXZWlnaHRcIjoyLjAsXCJMaW5lVHlwZVwiOjB9LFwiSXNWaXNpYmxlXCI6ZmFsc2V9fX0sXCJTaGFwZVN0eWxlXCI6e1wiJGlkXCI6XCIyMjdcIixcIk1hcmdpblwiOntcIiRpZFwiOlwiMjI4XCIsXCJUb3BcIjowLjAsXCJMZWZ0XCI6NC4wLFwiUmlnaHRcIjo0LjAsXCJCb3R0b21cIjowLjB9LFwiUGFkZGluZ1wiOntcIiRpZFwiOlwiMjI5XCIsXCJUb3BcIjowLjAsXCJMZWZ0XCI6MC4wLFwiUmlnaHRcIjowLjAsXCJCb3R0b21cIjowLjB9LFwiQmFja2dyb3VuZFwiOntcIiRpZFwiOlwiMjMwXCIsXCJDb2xvclwiOntcIiRpZFwiOlwiMjMxXCIsXCJBXCI6MjU1LFwiUlwiOjgsXCJHXCI6NDksXCJCXCI6NDJ9fSxcIklzVmlzaWJsZVwiOnRydWUsXCJXaWR0aFwiOjAuMCxcIkhlaWdodFwiOjEwLjAsXCJCb3JkZXJTdHlsZVwiOntcIiRpZFwiOlwiMjMyXCIsXCJMaW5lU3R5bGVcIjp7XCIkaWRcIjpcIjIzM1wiLFwiTGluZUNvbG9yXCI6e1wiJGlkXCI6XCIyMzRcIixcIkNvbG9yXCI6e1wiJGlkXCI6XCIyMzVcIixcIkFcIjoyNTUsXCJSXCI6MjM0LFwiR1wiOjIyLFwiQlwiOjMwfX0sXCJMaW5lV2VpZ2h0XCI6Mi4wLFwiTGluZVR5cGVcIjowfSxcIklzVmlzaWJsZVwiOmZhbHNlfX0sXCJUaXRsZVN0eWxlXCI6e1wiJGlkXCI6XCIyMzZcIixcIkZvbnRTZXR0aW5nc1wiOntcIiRpZFwiOlwiMjM3XCIsXCJGb250U2l6ZVwiOjExLFwiRm9udE5hbWVcIjpcIkJvZWhyaW5nZXIgRm9yd2FyZCBUZXh0XCIsXCJJc0JvbGRcIjpmYWxzZSxcIklzSXRhbGljXCI6ZmFsc2UsXCJJc1VuZGVybGluZWRcIjpmYWxzZX0sXCJGb3JlZ3JvdW5kXCI6e1wiJGlkXCI6XCIyMzhcIixcIkNvbG9yXCI6e1wiJGlkXCI6XCIyMzlcIixcIkFcIjoyNTUsXCJSXCI6MjU1LFwiR1wiOjI1NSxcIkJcIjoyNTV9fSxcIkhvcml6b250YWxBbGlnbm1lbnRcIjoxLFwiSXNWaXNpYmxlXCI6dHJ1ZX0sXCJEYXRlU3R5bGVcIjp7XCIkaWRcIjpcIjI0MFwiLFwiRm9udFNldHRpbmdzXCI6e1wiJGlkXCI6XCIyNDFcIixcIkZvbnRTaXplXCI6MTAsXCJGb250TmFtZVwiOlwiQ2FsaWJyaVwiLFwiSXNCb2xkXCI6ZmFsc2UsXCJJc0l0YWxpY1wiOmZhbHNlLFwiSXNVbmRlcmxpbmVkXCI6ZmFsc2V9LFwiRm9yZWdyb3VuZFwiOntcIiRpZFwiOlwiMjQyXCIsXCJDb2xvclwiOntcIiRpZFwiOlwiMjQzXCIsXCJBXCI6MjU1LFwiUlwiOjY4LFwiR1wiOjg0LFwiQlwiOjEwNn19LFwiSG9yaXpvbnRhbEFsaWdubWVudFwiOjAsXCJJc1Zpc2libGVcIjpmYWxzZX0sXCJEYXRlRm9ybWF0XCI6e1wiJGlkXCI6XCIyND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Q1XCIsXCJGb3JtYXRcIjowLFwiSXNWaXNpYmxlXCI6ZmFsc2UsXCJMYXN0S25vd25WaXNpYmlsaXR5U3RhdGVcIjpmYWxzZX19LFwiRGVmYXVsdFN3aW1sYW5lTW90U3R5bGVcIjp7XCIkaWRcIjpcIjI0NlwiLFwiU2hhcGVcIjoxNCxcIlNoYXBlU2l6ZVwiOjEsXCJEZXRhaWxzU3BhY2luZ1wiOjAuMCxcIlBhZGRpbmdcIjp7XCIkaWRcIjpcIjI0N1wiLFwiVG9wXCI6NS4wLFwiTGVmdFwiOjMuMCxcIlJpZ2h0XCI6MC4wLFwiQm90dG9tXCI6Mi4wfSxcIlBvc2l0aW9uT25UYXNrXCI6MixcIlNoYXBlU3R5bGVcIjp7XCIkaWRcIjpcIjI0OFwiLFwiTWFyZ2luXCI6e1wiJGlkXCI6XCIyNDlcIixcIlRvcFwiOjAuMCxcIkxlZnRcIjowLjAsXCJSaWdodFwiOjAuMCxcIkJvdHRvbVwiOjAuMH0sXCJQYWRkaW5nXCI6e1wiJGlkXCI6XCIyNTBcIixcIlRvcFwiOjAuMCxcIkxlZnRcIjowLjAsXCJSaWdodFwiOjAuMCxcIkJvdHRvbVwiOjAuMH0sXCJCYWNrZ3JvdW5kXCI6e1wiJGlkXCI6XCIyNTFcIixcIkNvbG9yXCI6e1wiJGlkXCI6XCIyNTJcIixcIkFcIjoyNTUsXCJSXCI6MCxcIkdcIjoyMjgsXCJCXCI6MTI0fX0sXCJJc1Zpc2libGVcIjp0cnVlLFwiV2lkdGhcIjoxOC4wLFwiSGVpZ2h0XCI6MjAuMCxcIkJvcmRlclN0eWxlXCI6e1wiJGlkXCI6XCIyNTNcIixcIkxpbmVTdHlsZVwiOntcIiRpZFwiOlwiMjU0XCIsXCJMaW5lQ29sb3JcIjp7XCIkaWRcIjpcIjI1NVwiLFwiQ29sb3JcIjp7XCIkaWRcIjpcIjI1NlwiLFwiQVwiOjI1NSxcIlJcIjoyMzQsXCJHXCI6MjIsXCJCXCI6MzB9fSxcIkxpbmVXZWlnaHRcIjowLjAsXCJMaW5lVHlwZVwiOjB9LFwiSXNWaXNpYmxlXCI6ZmFsc2V9fSxcIlRpdGxlU3R5bGVcIjp7XCIkaWRcIjpcIjI1N1wiLFwiRm9udFNldHRpbmdzXCI6e1wiJGlkXCI6XCIyNThcIixcIkZvbnRTaXplXCI6MTEsXCJGb250TmFtZVwiOlwiQm9laHJpbmdlciBGb3J3YXJkIFRleHRcIixcIklzQm9sZFwiOnRydWUsXCJJc0l0YWxpY1wiOmZhbHNlLFwiSXNVbmRlcmxpbmVkXCI6ZmFsc2V9LFwiRm9yZWdyb3VuZFwiOntcIiRpZFwiOlwiMjU5XCIsXCJDb2xvclwiOntcIiRpZFwiOlwiMjYwXCIsXCJBXCI6MjU1LFwiUlwiOjgsXCJHXCI6NDksXCJCXCI6NDJ9fSxcIkhvcml6b250YWxBbGlnbm1lbnRcIjoxLFwiSXNWaXNpYmxlXCI6dHJ1ZX0sXCJEYXRlU3R5bGVcIjp7XCIkaWRcIjpcIjI2MVwiLFwiRm9udFNldHRpbmdzXCI6e1wiJGlkXCI6XCIyNjJcIixcIkZvbnRTaXplXCI6MTAsXCJGb250TmFtZVwiOlwiQm9laHJpbmdlciBGb3J3YXJkIFRleHRcIixcIklzQm9sZFwiOmZhbHNlLFwiSXNJdGFsaWNcIjpmYWxzZSxcIklzVW5kZXJsaW5lZFwiOmZhbHNlfSxcIkZvcmVncm91bmRcIjp7XCIkaWRcIjpcIjI2M1wiLFwiQ29sb3JcIjp7XCIkaWRcIjpcIjI2NFwiLFwiQVwiOjI1NSxcIlJcIjo4LFwiR1wiOjQ5LFwiQlwiOjQyfX0sXCJIb3Jpem9udGFsQWxpZ25tZW50XCI6MixcIklzVmlzaWJsZVwiOmZhbHNlfSxcIkRhdGVGb3JtYXRcIjp7XCIkaWRcIjpcIjI2N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NjZcIixcIkZvcm1hdFwiOjAsXCJJc1Zpc2libGVcIjpmYWxzZSxcIkxhc3RLbm93blZpc2liaWxpdHlTdGF0ZVwiOmZhbHNlfX19LFwiX2FkZGl0aW9uYWxTd2ltbGFuZVYyU3R5bGVzXCI6W3tcIiRpZFwiOlwiMjY3XCIsXCJTdHlsZUlkXCI6XCJhOWFkZjBlYy03M2VkLTQ3YjYtOGUwZi0xZGRhNDczOWFhMWVcIixcIk5hbWVcIjpcIlN3aW1sYW5lIFN0eWxlIDJcIixcIkhlYWRlclN0eWxlXCI6e1wiJGlkXCI6XCIyNjhcIixcIlRleHRTdHlsZVwiOntcIiRpZFwiOlwiMjY5XCIsXCJGb250U2V0dGluZ3NcIjp7XCIkaWRcIjpcIjI3MFwiLFwiRm9udFNpemVcIjoxMixcIkZvbnROYW1lXCI6XCJCb2VocmluZ2VyIEZvcndhcmQgVGV4dFwiLFwiSXNCb2xkXCI6ZmFsc2UsXCJJc0l0YWxpY1wiOmZhbHNlLFwiSXNVbmRlcmxpbmVkXCI6ZmFsc2V9LFwiRm9yZWdyb3VuZFwiOntcIiRpZFwiOlwiMjcxXCIsXCJDb2xvclwiOntcIiRpZFwiOlwiMjcyXCIsXCJBXCI6MjU1LFwiUlwiOjgsXCJHXCI6NDksXCJCXCI6NDJ9fSxcIkhvcml6b250YWxBbGlnbm1lbnRcIjowLFwiSXNWaXNpYmxlXCI6dHJ1ZX0sXCJSZWN0YW5nb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yNTUsXCJHXCI6MjMwLFwiQlwiOjEwM319LFwiSXNWaXNpYmxlXCI6dHJ1ZSxcIldpZHRoXCI6MC4wLFwiSGVpZ2h0XCI6MC4wLFwiQm9yZGVyU3R5bGVcIjp7XCIkaWRcIjpcIjI3OFwiLFwiTGluZVN0eWxlXCI6e1wiJGlkXCI6XCIyNzlcIixcIkxpbmVDb2xvclwiOntcIiRpZFwiOlwiMjgwXCIsXCJDb2xvclwiOntcIiRpZFwiOlwiMjgxXCIsXCJBXCI6MjU1LFwiUlwiOjI1NSxcIkdcIjowLFwiQlwiOjB9fSxcIkxpbmVXZWlnaHRcIjowLjAsXCJMaW5lVHlwZVwiOjB9LFwiSXNWaXNpYmxlXCI6ZmFsc2V9fX0sXCJCYWNrZ3JvdW5kU3R5bGVcIjp7XCIkaWRcIjpcIjI4MlwiLFwiTWFyZ2luXCI6e1wiJGlkXCI6XCIyODNcIixcIlRvcFwiOjAuMCxcIkxlZnRcIjowLjAsXCJSaWdodFwiOjAuMCxcIkJvdHRvbVwiOjAuMH0sXCJQYWRkaW5nXCI6e1wiJGlkXCI6XCIyODRcIixcIlRvcFwiOjAuMCxcIkxlZnRcIjowLjAsXCJSaWdodFwiOjAuMCxcIkJvdHRvbVwiOjAuMH0sXCJCYWNrZ3JvdW5kXCI6e1wiJGlkXCI6XCIyODVcIixcIkNvbG9yXCI6e1wiJGlkXCI6XCIyODZcIixcIkFcIjo1MSxcIlJcIjoyNTUsXCJHXCI6MjMwLFwiQlwiOjEwM319LFwiSXNWaXNpYmxlXCI6dHJ1ZSxcIldpZHRoXCI6MC4wLFwiSGVpZ2h0XCI6MC4wLFwiQm9yZGVyU3R5bGVcIjp7XCIkaWRcIjpcIjI4N1wiLFwiTGluZVN0eWxlXCI6e1wiJGlkXCI6XCIyODhcIixcIkxpbmVDb2xvclwiOntcIiRpZFwiOlwiMjg5XCIsXCJDb2xvclwiOntcIiRpZFwiOlwiMjkwXCIsXCJBXCI6MjU1LFwiUlwiOjIzNCxcIkdcIjoyMixcIkJcIjozMH19LFwiTGluZVdlaWdodFwiOjAuMCxcIkxpbmVUeXBlXCI6MH0sXCJJc1Zpc2libGVcIjpmYWxzZX19LFwiSXNBYm92ZVRpbWViYW5kXCI6ZmFsc2UsXCJTcGFjaW5nXCI6MTAsXCJEZWZhdWx0U3dpbWxhbmVBY3Rpdml0eVN0eWxlXCI6e1wiJGlkXCI6XCIyOTFcIixcIkhlYWRlclN0eWxlXCI6e1wiJGlkXCI6XCIyOTJcIixcIlRleHRTdHlsZVwiOntcIiRpZFwiOlwiMjkzXCIsXCJGb250U2V0dGluZ3NcIjp7XCIkaWRcIjpcIjI5NFwiLFwiRm9udFNpemVcIjoxMSxcIkZvbnROYW1lXCI6XCJDYWxpYnJpXCIsXCJJc0JvbGRcIjpmYWxzZSxcIklzSXRhbGljXCI6ZmFsc2UsXCJJc1VuZGVybGluZWRcIjpmYWxzZX0sXCJGb3JlZ3JvdW5kXCI6e1wiJGlkXCI6XCIyOTVcIixcIkNvbG9yXCI6e1wiJGlkXCI6XCIyOTZcIixcIkFcIjoyNTUsXCJSXCI6MCxcIkdcIjowLFwiQlwiOjB9fSxcIkhvcml6b250YWxBbGlnbm1lbnRcIjowLFwiSXNWaXNpYmxlXCI6dHJ1ZX0sXCJSZWN0YW5nbGVTdHlsZVwiOntcIiRpZFwiOlwiMjk3XCIsXCJNYXJnaW5cIjp7XCIkaWRcIjpcIjI5OFwiLFwiVG9wXCI6MC4wLFwiTGVmdFwiOjAuMCxcIlJpZ2h0XCI6MC4wLFwiQm90dG9tXCI6MC4wfSxcIlBhZGRpbmdcIjp7XCIkaWRcIjpcIjI5OVwiLFwiVG9wXCI6MC4wLFwiTGVmdFwiOjAuMCxcIlJpZ2h0XCI6MC4wLFwiQm90dG9tXCI6MC4wfSxcIkJhY2tncm91bmRcIjp7XCIkaWRcIjpcIjMwMFwiLFwiQ29sb3JcIjp7XCIkaWRcIjpcIjMwMVwiLFwiQVwiOjYzLFwiUlwiOjI1NSxcIkdcIjoyMzAsXCJCXCI6MTAzfX0sXCJJc1Zpc2libGVcIjp0cnVlLFwiV2lkdGhcIjowLjAsXCJIZWlnaHRcIjowLjAsXCJCb3JkZXJTdHlsZVwiOntcIiRpZFwiOlwiMzAyXCIsXCJMaW5lU3R5bGVcIjp7XCIkaWRcIjpcIjMwM1wiLFwiTGluZUNvbG9yXCI6e1wiJGlkXCI6XCIzMDRcIixcIkNvbG9yXCI6e1wiJGlkXCI6XCIzMDVcIixcIkFcIjoyNTUsXCJSXCI6MjU1LFwiR1wiOjAsXCJCXCI6MH19LFwiTGluZVdlaWdodFwiOjAuMCxcIkxpbmVUeXBlXCI6MH0sXCJJc1Zpc2libGVcIjpmYWxzZX19fSxcIkJhY2tncm91bmRTdHlsZVwiOntcIiRpZFwiOlwiMzA2XCIsXCJNYXJnaW5cIjp7XCIkaWRcIjpcIjMwN1wiLFwiVG9wXCI6MC4wLFwiTGVmdFwiOjAuMCxcIlJpZ2h0XCI6MC4wLFwiQm90dG9tXCI6MC4wfSxcIlBhZGRpbmdcIjp7XCIkaWRcIjpcIjMwOFwiLFwiVG9wXCI6MC4wLFwiTGVmdFwiOjAuMCxcIlJpZ2h0XCI6MC4wLFwiQm90dG9tXCI6MC4wfSxcIkJhY2tncm91bmRcIjp7XCIkaWRcIjpcIjMwOVwiLFwiQ29sb3JcIjp7XCIkaWRcIjpcIjMxMFwiLFwiQVwiOjUxLFwiUlwiOjI1NSxcIkdcIjoyMzAsXCJCXCI6MTAzfX0sXCJJc1Zpc2libGVcIjp0cnVlLFwiV2lkdGhcIjowLjAsXCJIZWlnaHRcIjowLjAsXCJCb3JkZXJTdHlsZVwiOntcIiRpZFwiOlwiMzExXCIsXCJMaW5lU3R5bGVcIjp7XCIkaWRcIjpcIjMxMlwiLFwiTGluZUNvbG9yXCI6e1wiJGlkXCI6XCIzMTNcIixcIkNvbG9yXCI6e1wiJGlkXCI6XCIzMTRcIixcIkFcIjoyNTUsXCJSXCI6MjM0LFwiR1wiOjIyLFwiQlwiOjMwfX0sXCJMaW5lV2VpZ2h0XCI6MC4wLFwiTGluZVR5cGVcIjowfSxcIklzVmlzaWJsZVwiOmZhbHNlfX19LFwiRGVmYXVsdFN3aW1sYW5lTWlsZXN0b25lU3R5bGVcIjp7XCIkaWRcIjpcIjMxNVwiLFwiVGl0bGVQb3NpdGlvblwiOjAsXCJEYXRlUG9zaXRpb25cIjowLFwiU2hhcGVUeXBlXCI6MTQsXCJTaGFwZVNpemVcIjoxLFwiU3BhY2luZ1wiOjUsXCJTaGFwZVN0eWxlXCI6e1wiJGlkXCI6XCIzMTZcIixcIk1hcmdpblwiOntcIiRpZFwiOlwiMzE3XCIsXCJUb3BcIjowLjAsXCJMZWZ0XCI6MC4wLFwiUmlnaHRcIjowLjAsXCJCb3R0b21cIjowLjB9LFwiUGFkZGluZ1wiOntcIiRpZFwiOlwiMzE4XCIsXCJUb3BcIjowLjAsXCJMZWZ0XCI6MC4wLFwiUmlnaHRcIjowLjAsXCJCb3R0b21cIjowLjB9LFwiQmFja2dyb3VuZFwiOntcIiRpZFwiOlwiMzE5XCIsXCJDb2xvclwiOntcIiRpZFwiOlwiMzIwXCIsXCJBXCI6MjU1LFwiUlwiOjAsXCJHXCI6MjI4LFwiQlwiOjEyNH19LFwiSXNWaXNpYmxlXCI6dHJ1ZSxcIldpZHRoXCI6MTguMCxcIkhlaWdodFwiOjIwLjAsXCJCb3JkZXJTdHlsZVwiOntcIiRpZFwiOlwiMzIxXCIsXCJMaW5lU3R5bGVcIjp7XCIkaWRcIjpcIjMyMlwiLFwiTGluZUNvbG9yXCI6e1wiJGlkXCI6XCIzMjNcIixcIkNvbG9yXCI6e1wiJGlkXCI6XCIzMjRcIixcIkFcIjoyNTUsXCJSXCI6MjM0LFwiR1wiOjIyLFwiQlwiOjMwfX0sXCJMaW5lV2VpZ2h0XCI6Mi4wLFwiTGluZVR5cGVcIjowfSxcIklzVmlzaWJsZVwiOmZhbHNlfX0sXCJUaXRsZVN0eWxlXCI6e1wiJGlkXCI6XCIzMjVcIixcIkZvbnRTZXR0aW5nc1wiOntcIiRpZFwiOlwiMzI2XCIsXCJGb250U2l6ZVwiOjExLFwiRm9udE5hbWVcIjpcIkJvZWhyaW5nZXIgRm9yd2FyZCBUZXh0XCIsXCJJc0JvbGRcIjp0cnVlLFwiSXNJdGFsaWNcIjpmYWxzZSxcIklzVW5kZXJsaW5lZFwiOmZhbHNlfSxcIkZvcmVncm91bmRcIjp7XCIkaWRcIjpcIjMyN1wiLFwiQ29sb3JcIjp7XCIkaWRcIjpcIjMyOFwiLFwiQVwiOjI1NSxcIlJcIjo4LFwiR1wiOjQ5LFwiQlwiOjQyfX0sXCJIb3Jpem9udGFsQWxpZ25tZW50XCI6MixcIklzVmlzaWJsZVwiOnRydWV9LFwiRGF0ZVN0eWxlXCI6e1wiJGlkXCI6XCIzMjlcIixcIkZvbnRTZXR0aW5nc1wiOntcIiRpZFwiOlwiMzMwXCIsXCJGb250U2l6ZVwiOjEwLFwiRm9udE5hbWVcIjpcIkJvZWhyaW5nZXIgRm9yd2FyZCBUZXh0XCIsXCJJc0JvbGRcIjpmYWxzZSxcIklzSXRhbGljXCI6ZmFsc2UsXCJJc1VuZGVybGluZWRcIjpmYWxzZX0sXCJGb3JlZ3JvdW5kXCI6e1wiJGlkXCI6XCIzMzFcIixcIkNvbG9yXCI6e1wiJGlkXCI6XCIzMzJcIixcIkFcIjoyNTUsXCJSXCI6OCxcIkdcIjo0OSxcIkJcIjo0Mn19LFwiSG9yaXpvbnRhbEFsaWdubWVudFwiOjIsXCJJc1Zpc2libGVcIjpmYWxzZX0sXCJEYXRlRm9ybWF0XCI6e1wiJGlkXCI6XCIzMz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M0XCIsXCJGb3JtYXRcIjowLFwiSXNWaXNpYmxlXCI6ZmFsc2UsXCJMYXN0S25vd25WaXNpYmlsaXR5U3RhdGVcIjpmYWxzZX19LFwiRGVmYXVsdFN3aW1sYW5lVGFza1N0eWxlXCI6e1wiJGlkXCI6XCIzMzVcIixcIlNoYXBlXCI6MyxcIlNoYXBlVGhpY2tuZXNzXCI6MCxcIkR1cmF0aW9uRm9ybWF0XCI6MCxcIlBlcmNlbnRhZ2VDb21wbGV0ZVRleHRTdHlsZVwiOntcIiRpZFwiOlwiMzM2XCIsXCJGb250U2V0dGluZ3NcIjp7XCIkaWRcIjpcIjMzN1wiLFwiRm9udFNpemVcIjoxMCxcIkZvbnROYW1lXCI6XCJDYWxpYnJpXCIsXCJJc0JvbGRcIjpmYWxzZSxcIklzSXRhbGljXCI6ZmFsc2UsXCJJc1VuZGVybGluZWRcIjpmYWxzZX0sXCJGb3JlZ3JvdW5kXCI6e1wiJGlkXCI6XCIzMzhcIixcIkNvbG9yXCI6e1wiJGlkXCI6XCIzMzlcIixcIkFcIjoyNTUsXCJSXCI6MjM3LFwiR1wiOjEyNSxcIkJcIjo0OX19LFwiSG9yaXpvbnRhbEFsaWdubWVudFwiOjAsXCJJc1Zpc2libGVcIjpmYWxzZX0sXCJQZXJjZW50YWdlQ29tcGxldGVIaWdobGlnaHRTdHlsZVwiOntcIiRpZFwiOlwiMzQwXCIsXCJCYWNrZ3JvdW5kXCI6e1wiJGlkXCI6XCIzNDFcIixcIkNvbG9yXCI6e1wiJGlkXCI6XCIzNDJcIixcIkFcIjo4OSxcIlJcIjowLFwiR1wiOjAsXCJCXCI6MH19fSxcIkR1cmF0aW9uU3R5bGVcIjp7XCIkaWRcIjpcIjM0M1wiLFwiRm9udFNldHRpbmdzXCI6e1wiJGlkXCI6XCIzNDRcIixcIkZvbnRTaXplXCI6MTAsXCJGb250TmFtZVwiOlwiQ2FsaWJyaVwiLFwiSXNCb2xkXCI6ZmFsc2UsXCJJc0l0YWxpY1wiOmZhbHNlLFwiSXNVbmRlcmxpbmVkXCI6ZmFsc2V9LFwiRm9yZWdyb3VuZFwiOntcIiRpZFwiOlwiMzQ1XCIsXCJDb2xvclwiOntcIiRpZFwiOlwiMzQ2XCIsXCJBXCI6MjU1LFwiUlwiOjIzNyxcIkdcIjoxMjUsXCJCXCI6NDl9fSxcIkhvcml6b250YWxBbGlnbm1lbnRcIjowLFwiSXNWaXNpYmxlXCI6ZmFsc2V9LFwiTWFyZ2luXCI6e1wiJGlkXCI6XCIzNDdcIixcIlRvcFwiOjAuMCxcIkxlZnRcIjowLjAsXCJSaWdodFwiOjAuMCxcIkJvdHRvbVwiOjAuMH0sXCJTdGFydERhdGVQb3NpdGlvblwiOjAsXCJFbmREYXRlUG9zaXRpb25cIjowLFwiVGl0bGVQb3NpdGlvblwiOjIsXCJEdXJhdGlvblBvc2l0aW9uXCI6MCxcIlBlcmNlbnRhZ2VDb21wbGV0ZWRQb3NpdGlvblwiOjAsXCJTcGFjaW5nXCI6NSxcIkJhc2VsaW5lU3R5bGVcIjp7XCIkaWRcIjpcIjM0OFwiLFwiQmFzZWxpbmVTaGFwZVN0eWxlXCI6e1wiJGlkXCI6XCIzNDlcIixcIk1hcmdpblwiOntcIiRpZFwiOlwiMzUwXCIsXCJUb3BcIjowLjAsXCJMZWZ0XCI6MC4wLFwiUmlnaHRcIjowLjAsXCJCb3R0b21cIjowLjB9LFwiUGFkZGluZ1wiOntcIiRpZFwiOlwiMzUxXCIsXCJUb3BcIjowLjAsXCJMZWZ0XCI6MC4wLFwiUmlnaHRcIjowLjAsXCJCb3R0b21cIjowLjB9LFwiQmFja2dyb3VuZFwiOntcIiRpZFwiOlwiMzUyXCIsXCJDb2xvclwiOntcIiRpZFwiOlwiMzUzXCIsXCJBXCI6MTUzLFwiUlwiOjAsXCJHXCI6MCxcIkJcIjowfX0sXCJJc1Zpc2libGVcIjpmYWxzZSxcIldpZHRoXCI6MC4wLFwiSGVpZ2h0XCI6MC4wLFwiQm9yZGVyU3R5bGVcIjp7XCIkaWRcIjpcIjM1NFwiLFwiTGluZVN0eWxlXCI6e1wiJGlkXCI6XCIzNTVcIixcIkxpbmVDb2xvclwiOntcIiRpZFwiOlwiMzU2XCIsXCJDb2xvclwiOntcIiRpZFwiOlwiMzU3XCIsXCJBXCI6MjU1LFwiUlwiOjI1NSxcIkdcIjowLFwiQlwiOjB9fSxcIkxpbmVXZWlnaHRcIjoyLjAsXCJMaW5lVHlwZVwiOjB9LFwiSXNWaXNpYmxlXCI6ZmFsc2V9fX0sXCJTaGFwZVN0eWxlXCI6e1wiJGlkXCI6XCIzNThcIixcIk1hcmdpblwiOntcIiRpZFwiOlwiMzU5XCIsXCJUb3BcIjowLjAsXCJMZWZ0XCI6NC4wLFwiUmlnaHRcIjo0LjAsXCJCb3R0b21cIjowLjB9LFwiUGFkZGluZ1wiOntcIiRpZFwiOlwiMzYwXCIsXCJUb3BcIjowLjAsXCJMZWZ0XCI6MC4wLFwiUmlnaHRcIjowLjAsXCJCb3R0b21cIjowLjB9LFwiQmFja2dyb3VuZFwiOntcIiRpZFwiOlwiMzYxXCIsXCJDb2xvclwiOntcIiRpZFwiOlwiMzYyXCIsXCJBXCI6MjU1LFwiUlwiOjI1NSxcIkdcIjoyMzAsXCJCXCI6MTAzfX0sXCJJc1Zpc2libGVcIjp0cnVlLFwiV2lkdGhcIjowLjAsXCJIZWlnaHRcIjoxMC4wLFwiQm9yZGVyU3R5bGVcIjp7XCIkaWRcIjpcIjM2M1wiLFwiTGluZVN0eWxlXCI6e1wiJGlkXCI6XCIzNjRcIixcIkxpbmVDb2xvclwiOntcIiRpZFwiOlwiMzY1XCIsXCJDb2xvclwiOntcIiRpZFwiOlwiMzY2XCIsXCJBXCI6MjU1LFwiUlwiOjIzNCxcIkdcIjoyMixcIkJcIjozMH19LFwiTGluZVdlaWdodFwiOjIuMCxcIkxpbmVUeXBlXCI6MH0sXCJJc1Zpc2libGVcIjpmYWxzZX19LFwiVGl0bGVTdHlsZVwiOntcIiRpZFwiOlwiMzY3XCIsXCJGb250U2V0dGluZ3NcIjp7XCIkaWRcIjpcIjM2OFwiLFwiRm9udFNpemVcIjoxMSxcIkZvbnROYW1lXCI6XCJCb2VocmluZ2VyIEZvcndhcmQgVGV4dFwiLFwiSXNCb2xkXCI6ZmFsc2UsXCJJc0l0YWxpY1wiOmZhbHNlLFwiSXNVbmRlcmxpbmVkXCI6ZmFsc2V9LFwiRm9yZWdyb3VuZFwiOntcIiRpZFwiOlwiMzY5XCIsXCJDb2xvclwiOntcIiRpZFwiOlwiMzcwXCIsXCJBXCI6MjU1LFwiUlwiOjAsXCJHXCI6MCxcIkJcIjowfX0sXCJIb3Jpem9udGFsQWxpZ25tZW50XCI6MSxcIklzVmlzaWJsZVwiOnRydWV9LFwiRGF0ZVN0eWxlXCI6e1wiJGlkXCI6XCIzNzFcIixcIkZvbnRTZXR0aW5nc1wiOntcIiRpZFwiOlwiMzcyXCIsXCJGb250U2l6ZVwiOjEwLFwiRm9udE5hbWVcIjpcIkNhbGlicmlcIixcIklzQm9sZFwiOmZhbHNlLFwiSXNJdGFsaWNcIjpmYWxzZSxcIklzVW5kZXJsaW5lZFwiOmZhbHNlfSxcIkZvcmVncm91bmRcIjp7XCIkaWRcIjpcIjM3M1wiLFwiQ29sb3JcIjp7XCIkaWRcIjpcIjM3NFwiLFwiQVwiOjI1NSxcIlJcIjo2OCxcIkdcIjo4NCxcIkJcIjoxMDZ9fSxcIkhvcml6b250YWxBbGlnbm1lbnRcIjowLFwiSXNWaXNpYmxlXCI6ZmFsc2V9LFwiRGF0ZUZvcm1hdFwiOntcIiRpZFwiOlwiMzc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M3NlwiLFwiRm9ybWF0XCI6MCxcIklzVmlzaWJsZVwiOmZhbHNlLFwiTGFzdEtub3duVmlzaWJpbGl0eVN0YXRlXCI6ZmFsc2V9fSxcIkRlZmF1bHRTd2ltbGFuZU1vdFN0eWxlXCI6e1wiJGlkXCI6XCIzNzdcIixcIlNoYXBlXCI6MTQsXCJTaGFwZVNpemVcIjoxLFwiRGV0YWlsc1NwYWNpbmdcIjowLjAsXCJQYWRkaW5nXCI6e1wiJGlkXCI6XCIzNzhcIixcIlRvcFwiOjUuMCxcIkxlZnRcIjozLjAsXCJSaWdodFwiOjAuMCxcIkJvdHRvbVwiOjIuMH0sXCJQb3NpdGlvbk9uVGFza1wiOjIsXCJTaGFwZVN0eWxlXCI6e1wiJGlkXCI6XCIzNzlcIixcIk1hcmdpblwiOntcIiRpZFwiOlwiMzgwXCIsXCJUb3BcIjowLjAsXCJMZWZ0XCI6MC4wLFwiUmlnaHRcIjowLjAsXCJCb3R0b21cIjowLjB9LFwiUGFkZGluZ1wiOntcIiRpZFwiOlwiMzgxXCIsXCJUb3BcIjowLjAsXCJMZWZ0XCI6MC4wLFwiUmlnaHRcIjowLjAsXCJCb3R0b21cIjowLjB9LFwiQmFja2dyb3VuZFwiOntcIiRpZFwiOlwiMzgyXCIsXCJDb2xvclwiOntcIiRpZFwiOlwiMzgzXCIsXCJBXCI6MjU1LFwiUlwiOjAsXCJHXCI6MjI4LFwiQlwiOjEyNH19LFwiSXNWaXNpYmxlXCI6dHJ1ZSxcIldpZHRoXCI6MTguMCxcIkhlaWdodFwiOjIwLjAsXCJCb3JkZXJTdHlsZVwiOntcIiRpZFwiOlwiMzg0XCIsXCJMaW5lU3R5bGVcIjp7XCIkaWRcIjpcIjM4NVwiLFwiTGluZUNvbG9yXCI6e1wiJGlkXCI6XCIzODZcIixcIkNvbG9yXCI6e1wiJGlkXCI6XCIzODdcIixcIkFcIjoyNTUsXCJSXCI6MjM0LFwiR1wiOjIyLFwiQlwiOjMwfX0sXCJMaW5lV2VpZ2h0XCI6MC4wLFwiTGluZVR5cGVcIjowfSxcIklzVmlzaWJsZVwiOmZhbHNlfX0sXCJUaXRsZVN0eWxlXCI6e1wiJGlkXCI6XCIzODhcIixcIkZvbnRTZXR0aW5nc1wiOntcIiRpZFwiOlwiMzg5XCIsXCJGb250U2l6ZVwiOjExLFwiRm9udE5hbWVcIjpcIkJvZWhyaW5nZXIgRm9yd2FyZCBUZXh0XCIsXCJJc0JvbGRcIjp0cnVlLFwiSXNJdGFsaWNcIjpmYWxzZSxcIklzVW5kZXJsaW5lZFwiOmZhbHNlfSxcIkZvcmVncm91bmRcIjp7XCIkaWRcIjpcIjM5MFwiLFwiQ29sb3JcIjp7XCIkaWRcIjpcIjM5MVwiLFwiQVwiOjI1NSxcIlJcIjo4LFwiR1wiOjQ5LFwiQlwiOjQyfX0sXCJIb3Jpem9udGFsQWxpZ25tZW50XCI6MSxcIklzVmlzaWJsZVwiOnRydWV9LFwiRGF0ZVN0eWxlXCI6e1wiJGlkXCI6XCIzOTJcIixcIkZvbnRTZXR0aW5nc1wiOntcIiRpZFwiOlwiMzkzXCIsXCJGb250U2l6ZVwiOjEwLFwiRm9udE5hbWVcIjpcIkJvZWhyaW5nZXIgRm9yd2FyZCBUZXh0XCIsXCJJc0JvbGRcIjpmYWxzZSxcIklzSXRhbGljXCI6ZmFsc2UsXCJJc1VuZGVybGluZWRcIjpmYWxzZX0sXCJGb3JlZ3JvdW5kXCI6e1wiJGlkXCI6XCIzOTRcIixcIkNvbG9yXCI6e1wiJGlkXCI6XCIzOTVcIixcIkFcIjoyNTUsXCJSXCI6OCxcIkdcIjo0OSxcIkJcIjo0Mn19LFwiSG9yaXpvbnRhbEFsaWdubWVudFwiOjIsXCJJc1Zpc2libGVcIjpmYWxzZX0sXCJEYXRlRm9ybWF0XCI6e1wiJGlkXCI6XCIzOT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k3XCIsXCJGb3JtYXRcIjowLFwiSXNWaXNpYmxlXCI6ZmFsc2UsXCJMYXN0S25vd25WaXNpYmlsaXR5U3RhdGVcIjpmYWxzZX19fSx7XCIkaWRcIjpcIjM5OFwiLFwiU3R5bGVJZFwiOlwiMDg1YThhMDMtM2ZjYi00NzI2LTgxYTgtMmZlMjk3MjU3MDA2XCIsXCJOYW1lXCI6XCJTd2ltbGFuZSBTdHlsZSAzXCIsXCJIZWFkZXJTdHlsZVwiOntcIiRpZFwiOlwiMzk5XCIsXCJUZXh0U3R5bGVcIjp7XCIkaWRcIjpcIjQwMFwiLFwiRm9udFNldHRpbmdzXCI6e1wiJGlkXCI6XCI0MDFcIixcIkZvbnRTaXplXCI6MTIsXCJGb250TmFtZVwiOlwiQm9laHJpbmdlciBGb3J3YXJkIFRleHRcIixcIklzQm9sZFwiOmZhbHNlLFwiSXNJdGFsaWNcIjpmYWxzZSxcIklzVW5kZXJsaW5lZFwiOmZhbHNlfSxcIkZvcmVncm91bmRcIjp7XCIkaWRcIjpcIjQwMlwiLFwiQ29sb3JcIjp7XCIkaWRcIjpcIjQwM1wiLFwiQVwiOjI1NSxcIlJcIjo4LFwiR1wiOjQ5LFwiQlwiOjQyfX0sXCJIb3Jpem9udGFsQWxpZ25tZW50XCI6MCxcIklzVmlzaWJsZVwiOnRydWV9LFwiUmVjdGFuZ2xlU3R5bGVcIjp7XCIkaWRcIjpcIjQwNFwiLFwiTWFyZ2luXCI6e1wiJGlkXCI6XCI0MDVcIixcIlRvcFwiOjAuMCxcIkxlZnRcIjowLjAsXCJSaWdodFwiOjAuMCxcIkJvdHRvbVwiOjAuMH0sXCJQYWRkaW5nXCI6e1wiJGlkXCI6XCI0MDZcIixcIlRvcFwiOjAuMCxcIkxlZnRcIjowLjAsXCJSaWdodFwiOjAuMCxcIkJvdHRvbVwiOjAuMH0sXCJCYWNrZ3JvdW5kXCI6e1wiJGlkXCI6XCI0MDdcIixcIkNvbG9yXCI6e1wiJGlkXCI6XCI0MDhcIixcIkFcIjoyNTUsXCJSXCI6MTYzLFwiR1wiOjIyOSxcIkJcIjoyMzh9fSxcIklzVmlzaWJsZVwiOnRydWUsXCJXaWR0aFwiOjAuMCxcIkhlaWdodFwiOjAuMCxcIkJvcmRlclN0eWxlXCI6e1wiJGlkXCI6XCI0MDlcIixcIkxpbmVTdHlsZVwiOntcIiRpZFwiOlwiNDEwXCIsXCJMaW5lQ29sb3JcIjp7XCIkaWRcIjpcIjQxMVwiLFwiQ29sb3JcIjp7XCIkaWRcIjpcIjQxMlwiLFwiQVwiOjI1NSxcIlJcIjoyNTUsXCJHXCI6MCxcIkJcIjowfX0sXCJMaW5lV2VpZ2h0XCI6MC4wLFwiTGluZVR5cGVcIjowfSxcIklzVmlzaWJsZVwiOmZhbHNlfX19LFwiQmFja2dyb3VuZFN0eWxlXCI6e1wiJGlkXCI6XCI0MTNcIixcIk1hcmdpblwiOntcIiRpZFwiOlwiNDE0XCIsXCJUb3BcIjowLjAsXCJMZWZ0XCI6MC4wLFwiUmlnaHRcIjowLjAsXCJCb3R0b21cIjowLjB9LFwiUGFkZGluZ1wiOntcIiRpZFwiOlwiNDE1XCIsXCJUb3BcIjowLjAsXCJMZWZ0XCI6MC4wLFwiUmlnaHRcIjowLjAsXCJCb3R0b21cIjowLjB9LFwiQmFja2dyb3VuZFwiOntcIiRpZFwiOlwiNDE2XCIsXCJDb2xvclwiOntcIiRpZFwiOlwiNDE3XCIsXCJBXCI6NTEsXCJSXCI6MTYzLFwiR1wiOjIyOSxcIkJcIjoyMzh9fSxcIklzVmlzaWJsZVwiOnRydWUsXCJXaWR0aFwiOjAuMCxcIkhlaWdodFwiOjAuMCxcIkJvcmRlclN0eWxlXCI6e1wiJGlkXCI6XCI0MThcIixcIkxpbmVTdHlsZVwiOntcIiRpZFwiOlwiNDE5XCIsXCJMaW5lQ29sb3JcIjp7XCIkaWRcIjpcIjQyMFwiLFwiQ29sb3JcIjp7XCIkaWRcIjpcIjQyMVwiLFwiQVwiOjI1NSxcIlJcIjoyMzQsXCJHXCI6MjIsXCJCXCI6MzB9fSxcIkxpbmVXZWlnaHRcIjowLjAsXCJMaW5lVHlwZVwiOjB9LFwiSXNWaXNpYmxlXCI6ZmFsc2V9fSxcIklzQWJvdmVUaW1lYmFuZFwiOmZhbHNlLFwiU3BhY2luZ1wiOjIsXCJEZWZhdWx0U3dpbWxhbmVBY3Rpdml0eVN0eWxlXCI6e1wiJGlkXCI6XCI0MjJcIixcIkhlYWRlclN0eWxlXCI6e1wiJGlkXCI6XCI0MjNcIixcIlRleHRTdHlsZVwiOntcIiRpZFwiOlwiNDI0XCIsXCJGb250U2V0dGluZ3NcIjp7XCIkaWRcIjpcIjQyNVwiLFwiRm9udFNpemVcIjoxMSxcIkZvbnROYW1lXCI6XCJDYWxpYnJpXCIsXCJJc0JvbGRcIjpmYWxzZSxcIklzSXRhbGljXCI6ZmFsc2UsXCJJc1VuZGVybGluZWRcIjpmYWxzZX0sXCJGb3JlZ3JvdW5kXCI6e1wiJGlkXCI6XCI0MjZcIixcIkNvbG9yXCI6e1wiJGlkXCI6XCI0MjdcIixcIkFcIjoyNTUsXCJSXCI6MCxcIkdcIjowLFwiQlwiOjB9fSxcIkhvcml6b250YWxBbGlnbm1lbnRcIjowLFwiSXNWaXNpYmxlXCI6dHJ1ZX0sXCJSZWN0YW5nbGVTdHlsZVwiOntcIiRpZFwiOlwiNDI4XCIsXCJNYXJnaW5cIjp7XCIkaWRcIjpcIjQyOVwiLFwiVG9wXCI6MC4wLFwiTGVmdFwiOjAuMCxcIlJpZ2h0XCI6MC4wLFwiQm90dG9tXCI6MC4wfSxcIlBhZGRpbmdcIjp7XCIkaWRcIjpcIjQzMFwiLFwiVG9wXCI6MC4wLFwiTGVmdFwiOjAuMCxcIlJpZ2h0XCI6MC4wLFwiQm90dG9tXCI6MC4wfSxcIkJhY2tncm91bmRcIjp7XCIkaWRcIjpcIjQzMVwiLFwiQ29sb3JcIjp7XCIkaWRcIjpcIjQzMlwiLFwiQVwiOjYzLFwiUlwiOjE2MyxcIkdcIjoyMjksXCJCXCI6MjM4fX0sXCJJc1Zpc2libGVcIjp0cnVlLFwiV2lkdGhcIjowLjAsXCJIZWlnaHRcIjowLjAsXCJCb3JkZXJTdHlsZVwiOntcIiRpZFwiOlwiNDMzXCIsXCJMaW5lU3R5bGVcIjp7XCIkaWRcIjpcIjQzNFwiLFwiTGluZUNvbG9yXCI6e1wiJGlkXCI6XCI0MzVcIixcIkNvbG9yXCI6e1wiJGlkXCI6XCI0MzZcIixcIkFcIjoyNTUsXCJSXCI6MjU1LFwiR1wiOjAsXCJCXCI6MH19LFwiTGluZVdlaWdodFwiOjAuMCxcIkxpbmVUeXBlXCI6MH0sXCJJc1Zpc2libGVcIjpmYWxzZX19fSxcIkJhY2tncm91bmRTdHlsZVwiOntcIiRpZFwiOlwiNDM3XCIsXCJNYXJnaW5cIjp7XCIkaWRcIjpcIjQzOFwiLFwiVG9wXCI6MC4wLFwiTGVmdFwiOjAuMCxcIlJpZ2h0XCI6MC4wLFwiQm90dG9tXCI6MC4wfSxcIlBhZGRpbmdcIjp7XCIkaWRcIjpcIjQzOVwiLFwiVG9wXCI6MC4wLFwiTGVmdFwiOjAuMCxcIlJpZ2h0XCI6MC4wLFwiQm90dG9tXCI6MC4wfSxcIkJhY2tncm91bmRcIjp7XCIkaWRcIjpcIjQ0MFwiLFwiQ29sb3JcIjp7XCIkaWRcIjpcIjQ0MVwiLFwiQVwiOjUxLFwiUlwiOjE2MyxcIkdcIjoyMjksXCJCXCI6MjM4fX0sXCJJc1Zpc2libGVcIjp0cnVlLFwiV2lkdGhcIjowLjAsXCJIZWlnaHRcIjowLjAsXCJCb3JkZXJTdHlsZVwiOntcIiRpZFwiOlwiNDQyXCIsXCJMaW5lU3R5bGVcIjp7XCIkaWRcIjpcIjQ0M1wiLFwiTGluZUNvbG9yXCI6e1wiJGlkXCI6XCI0NDRcIixcIkNvbG9yXCI6e1wiJGlkXCI6XCI0NDVcIixcIkFcIjoyNTUsXCJSXCI6MjM0LFwiR1wiOjIyLFwiQlwiOjMwfX0sXCJMaW5lV2VpZ2h0XCI6MC4wLFwiTGluZVR5cGVcIjowfSxcIklzVmlzaWJsZVwiOmZhbHNlfX19LFwiRGVmYXVsdFN3aW1sYW5lTWlsZXN0b25lU3R5bGVcIjp7XCIkaWRcIjpcIjQ0NlwiLFwiVGl0bGVQb3NpdGlvblwiOjIsXCJEYXRlUG9zaXRpb25cIjowLFwiU2hhcGVUeXBlXCI6MTMsXCJTaGFwZVNpemVcIjoxLFwiU3BhY2luZ1wiOjUsXCJTaGFwZVN0eWxlXCI6e1wiJGlkXCI6XCI0NDdcIixcIk1hcmdpblwiOntcIiRpZFwiOlwiNDQ4XCIsXCJUb3BcIjowLjAsXCJMZWZ0XCI6MC4wLFwiUmlnaHRcIjowLjAsXCJCb3R0b21cIjowLjB9LFwiUGFkZGluZ1wiOntcIiRpZFwiOlwiNDQ5XCIsXCJUb3BcIjowLjAsXCJMZWZ0XCI6MC4wLFwiUmlnaHRcIjowLjAsXCJCb3R0b21cIjowLjB9LFwiQmFja2dyb3VuZFwiOntcIiRpZFwiOlwiNDUwXCIsXCJDb2xvclwiOntcIiRpZFwiOlwiNDUxXCIsXCJBXCI6MjU1LFwiUlwiOjI0NSxcIkdcIjoxMzgsXCJCXCI6MTA0fX0sXCJJc1Zpc2libGVcIjp0cnVlLFwiV2lkdGhcIjoxOC4wLFwiSGVpZ2h0XCI6MjAuMCxcIkJvcmRlclN0eWxlXCI6e1wiJGlkXCI6XCI0NTJcIixcIkxpbmVTdHlsZVwiOntcIiRpZFwiOlwiNDUzXCIsXCJMaW5lQ29sb3JcIjp7XCIkaWRcIjpcIjQ1NFwiLFwiQ29sb3JcIjp7XCIkaWRcIjpcIjQ1NVwiLFwiQVwiOjI1NSxcIlJcIjoyMzQsXCJHXCI6MjIsXCJCXCI6MzB9fSxcIkxpbmVXZWlnaHRcIjoyLjAsXCJMaW5lVHlwZVwiOjB9LFwiSXNWaXNpYmxlXCI6ZmFsc2V9fSxcIlRpdGxlU3R5bGVcIjp7XCIkaWRcIjpcIjQ1NlwiLFwiRm9udFNldHRpbmdzXCI6e1wiJGlkXCI6XCI0NTdcIixcIkZvbnRTaXplXCI6MTEsXCJGb250TmFtZVwiOlwiQm9laHJpbmdlciBGb3J3YXJkIFRleHRcIixcIklzQm9sZFwiOnRydWUsXCJJc0l0YWxpY1wiOmZhbHNlLFwiSXNVbmRlcmxpbmVkXCI6ZmFsc2V9LFwiRm9yZWdyb3VuZFwiOntcIiRpZFwiOlwiNDU4XCIsXCJDb2xvclwiOntcIiRpZFwiOlwiNDU5XCIsXCJBXCI6MjU1LFwiUlwiOjgsXCJHXCI6NDksXCJCXCI6NDJ9fSxcIkhvcml6b250YWxBbGlnbm1lbnRcIjowLFwiSXNWaXNpYmxlXCI6dHJ1ZX0sXCJEYXRlU3R5bGVcIjp7XCIkaWRcIjpcIjQ2MFwiLFwiRm9udFNldHRpbmdzXCI6e1wiJGlkXCI6XCI0NjFcIixcIkZvbnRTaXplXCI6MTAsXCJGb250TmFtZVwiOlwiQm9laHJpbmdlciBGb3J3YXJkIFRleHRcIixcIklzQm9sZFwiOmZhbHNlLFwiSXNJdGFsaWNcIjpmYWxzZSxcIklzVW5kZXJsaW5lZFwiOmZhbHNlfSxcIkZvcmVncm91bmRcIjp7XCIkaWRcIjpcIjQ2MlwiLFwiQ29sb3JcIjp7XCIkaWRcIjpcIjQ2M1wiLFwiQVwiOjI1NSxcIlJcIjo4LFwiR1wiOjQ5LFwiQlwiOjQyfX0sXCJIb3Jpem9udGFsQWxpZ25tZW50XCI6MixcIklzVmlzaWJsZVwiOmZhbHNlfSxcIkRhdGVGb3JtYXRcIjp7XCIkaWRcIjpcIjQ2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NjVcIixcIkZvcm1hdFwiOjAsXCJJc1Zpc2libGVcIjpmYWxzZSxcIkxhc3RLbm93blZpc2liaWxpdHlTdGF0ZVwiOmZhbHNlfX0sXCJEZWZhdWx0U3dpbWxhbmVUYXNrU3R5bGVcIjp7XCIkaWRcIjpcIjQ2NlwiLFwiU2hhcGVcIjozLFwiU2hhcGVUaGlja25lc3NcIjowLFwiRHVyYXRpb25Gb3JtYXRcIjowLFwiUGVyY2VudGFnZUNvbXBsZXRlVGV4dFN0eWxlXCI6e1wiJGlkXCI6XCI0NjdcIixcIkZvbnRTZXR0aW5nc1wiOntcIiRpZFwiOlwiNDY4XCIsXCJGb250U2l6ZVwiOjEwLFwiRm9udE5hbWVcIjpcIkNhbGlicmlcIixcIklzQm9sZFwiOmZhbHNlLFwiSXNJdGFsaWNcIjpmYWxzZSxcIklzVW5kZXJsaW5lZFwiOmZhbHNlfSxcIkZvcmVncm91bmRcIjp7XCIkaWRcIjpcIjQ2OVwiLFwiQ29sb3JcIjp7XCIkaWRcIjpcIjQ3MFwiLFwiQVwiOjI1NSxcIlJcIjoxOTIsXCJHXCI6ODAsXCJCXCI6Nzd9fSxcIkhvcml6b250YWxBbGlnbm1lbnRcIjowLFwiSXNWaXNpYmxlXCI6ZmFsc2V9LFwiUGVyY2VudGFnZUNvbXBsZXRlSGlnaGxpZ2h0U3R5bGVcIjp7XCIkaWRcIjpcIjQ3MVwiLFwiQmFja2dyb3VuZFwiOntcIiRpZFwiOlwiNDcyXCIsXCJDb2xvclwiOntcIiRpZFwiOlwiNDczXCIsXCJBXCI6ODksXCJSXCI6MCxcIkdcIjowLFwiQlwiOjB9fX0sXCJEdXJhdGlvblN0eWxlXCI6e1wiJGlkXCI6XCI0NzRcIixcIkZvbnRTZXR0aW5nc1wiOntcIiRpZFwiOlwiNDc1XCIsXCJGb250U2l6ZVwiOjEwLFwiRm9udE5hbWVcIjpcIkNhbGlicmlcIixcIklzQm9sZFwiOmZhbHNlLFwiSXNJdGFsaWNcIjpmYWxzZSxcIklzVW5kZXJsaW5lZFwiOmZhbHNlfSxcIkZvcmVncm91bmRcIjp7XCIkaWRcIjpcIjQ3NlwiLFwiQ29sb3JcIjp7XCIkaWRcIjpcIjQ3N1wiLFwiQVwiOjI1NSxcIlJcIjoyMzcsXCJHXCI6MTI1LFwiQlwiOjQ5fX0sXCJIb3Jpem9udGFsQWxpZ25tZW50XCI6MCxcIklzVmlzaWJsZVwiOmZhbHNlfSxcIk1hcmdpblwiOntcIiRpZFwiOlwiNDc4XCIsXCJUb3BcIjowLjAsXCJMZWZ0XCI6MC4wLFwiUmlnaHRcIjowLjAsXCJCb3R0b21cIjowLjB9LFwiU3RhcnREYXRlUG9zaXRpb25cIjowLFwiRW5kRGF0ZVBvc2l0aW9uXCI6MCxcIlRpdGxlUG9zaXRpb25cIjoyLFwiRHVyYXRpb25Qb3NpdGlvblwiOjAsXCJQZXJjZW50YWdlQ29tcGxldGVkUG9zaXRpb25cIjowLFwiU3BhY2luZ1wiOjUsXCJCYXNlbGluZVN0eWxlXCI6e1wiJGlkXCI6XCI0NzlcIixcIkJhc2VsaW5lU2hhcGVTdHlsZVwiOntcIiRpZFwiOlwiNDgwXCIsXCJNYXJnaW5cIjp7XCIkaWRcIjpcIjQ4MVwiLFwiVG9wXCI6MC4wLFwiTGVmdFwiOjAuMCxcIlJpZ2h0XCI6MC4wLFwiQm90dG9tXCI6MC4wfSxcIlBhZGRpbmdcIjp7XCIkaWRcIjpcIjQ4MlwiLFwiVG9wXCI6MC4wLFwiTGVmdFwiOjAuMCxcIlJpZ2h0XCI6MC4wLFwiQm90dG9tXCI6MC4wfSxcIkJhY2tncm91bmRcIjp7XCIkaWRcIjpcIjQ4M1wiLFwiQ29sb3JcIjp7XCIkaWRcIjpcIjQ4NFwiLFwiQVwiOjE1MyxcIlJcIjowLFwiR1wiOjAsXCJCXCI6MH19LFwiSXNWaXNpYmxlXCI6ZmFsc2UsXCJXaWR0aFwiOjAuMCxcIkhlaWdodFwiOjAuMCxcIkJvcmRlclN0eWxlXCI6e1wiJGlkXCI6XCI0ODVcIixcIkxpbmVTdHlsZVwiOntcIiRpZFwiOlwiNDg2XCIsXCJMaW5lQ29sb3JcIjp7XCIkaWRcIjpcIjQ4N1wiLFwiQ29sb3JcIjp7XCIkaWRcIjpcIjQ4OFwiLFwiQVwiOjI1NSxcIlJcIjoyNTUsXCJHXCI6MCxcIkJcIjowfX0sXCJMaW5lV2VpZ2h0XCI6Mi4wLFwiTGluZVR5cGVcIjowfSxcIklzVmlzaWJsZVwiOmZhbHNlfX19LFwiU2hhcGVTdHlsZVwiOntcIiRpZFwiOlwiNDg5XCIsXCJNYXJnaW5cIjp7XCIkaWRcIjpcIjQ5MFwiLFwiVG9wXCI6MC4wLFwiTGVmdFwiOjQuMCxcIlJpZ2h0XCI6NC4wLFwiQm90dG9tXCI6MC4wfSxcIlBhZGRpbmdcIjp7XCIkaWRcIjpcIjQ5MVwiLFwiVG9wXCI6MC4wLFwiTGVmdFwiOjAuMCxcIlJpZ2h0XCI6MC4wLFwiQm90dG9tXCI6MC4wfSxcIkJhY2tncm91bmRcIjp7XCIkaWRcIjpcIjQ5MlwiLFwiQ29sb3JcIjp7XCIkaWRcIjpcIjQ5M1wiLFwiQVwiOjI1NSxcIlJcIjoxNjMsXCJHXCI6MjI5LFwiQlwiOjIzOH19LFwiSXNWaXNpYmxlXCI6dHJ1ZSxcIldpZHRoXCI6MC4wLFwiSGVpZ2h0XCI6MTAuMCxcIkJvcmRlclN0eWxlXCI6e1wiJGlkXCI6XCI0OTRcIixcIkxpbmVTdHlsZVwiOntcIiRpZFwiOlwiNDk1XCIsXCJMaW5lQ29sb3JcIjp7XCIkaWRcIjpcIjQ5NlwiLFwiQ29sb3JcIjp7XCIkaWRcIjpcIjQ5N1wiLFwiQVwiOjI1NSxcIlJcIjoyMzQsXCJHXCI6MjIsXCJCXCI6MzB9fSxcIkxpbmVXZWlnaHRcIjoyLjAsXCJMaW5lVHlwZVwiOjB9LFwiSXNWaXNpYmxlXCI6ZmFsc2V9fSxcIlRpdGxlU3R5bGVcIjp7XCIkaWRcIjpcIjQ5OFwiLFwiRm9udFNldHRpbmdzXCI6e1wiJGlkXCI6XCI0OTlcIixcIkZvbnRTaXplXCI6MTEsXCJGb250TmFtZVwiOlwiQm9laHJpbmdlciBGb3J3YXJkIFRleHRcIixcIklzQm9sZFwiOmZhbHNlLFwiSXNJdGFsaWNcIjpmYWxzZSxcIklzVW5kZXJsaW5lZFwiOmZhbHNlfSxcIkZvcmVncm91bmRcIjp7XCIkaWRcIjpcIjUwMFwiLFwiQ29sb3JcIjp7XCIkaWRcIjpcIjUwMVwiLFwiQVwiOjI1NSxcIlJcIjowLFwiR1wiOjAsXCJCXCI6MH19LFwiSG9yaXpvbnRhbEFsaWdubWVudFwiOjEsXCJJc1Zpc2libGVcIjp0cnVlfSxcIkRhdGVTdHlsZVwiOntcIiRpZFwiOlwiNTAyXCIsXCJGb250U2V0dGluZ3NcIjp7XCIkaWRcIjpcIjUwM1wiLFwiRm9udFNpemVcIjoxMCxcIkZvbnROYW1lXCI6XCJDYWxpYnJpXCIsXCJJc0JvbGRcIjpmYWxzZSxcIklzSXRhbGljXCI6ZmFsc2UsXCJJc1VuZGVybGluZWRcIjpmYWxzZX0sXCJGb3JlZ3JvdW5kXCI6e1wiJGlkXCI6XCI1MDRcIixcIkNvbG9yXCI6e1wiJGlkXCI6XCI1MDVcIixcIkFcIjoyNTUsXCJSXCI6NjgsXCJHXCI6ODQsXCJCXCI6MTA2fX0sXCJIb3Jpem9udGFsQWxpZ25tZW50XCI6MixcIklzVmlzaWJsZVwiOmZhbHNlfSxcIkRhdGVGb3JtYXRcIjp7XCIkaWRcIjpcIjUw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MDdcIixcIkZvcm1hdFwiOjAsXCJJc1Zpc2libGVcIjpmYWxzZSxcIkxhc3RLbm93blZpc2liaWxpdHlTdGF0ZVwiOmZhbHNlfX0sXCJEZWZhdWx0U3dpbWxhbmVNb3RTdHlsZVwiOntcIiRpZFwiOlwiNTA4XCIsXCJTaGFwZVwiOjE0LFwiU2hhcGVTaXplXCI6MSxcIkRldGFpbHNTcGFjaW5nXCI6MC4wLFwiUGFkZGluZ1wiOntcIiRpZFwiOlwiNTA5XCIsXCJUb3BcIjo1LjAsXCJMZWZ0XCI6My4wLFwiUmlnaHRcIjowLjAsXCJCb3R0b21cIjoyLjB9LFwiUG9zaXRpb25PblRhc2tcIjoyLFwiU2hhcGVTdHlsZVwiOntcIiRpZFwiOlwiNTEwXCIsXCJNYXJnaW5cIjp7XCIkaWRcIjpcIjUxMVwiLFwiVG9wXCI6MC4wLFwiTGVmdFwiOjAuMCxcIlJpZ2h0XCI6MC4wLFwiQm90dG9tXCI6MC4wfSxcIlBhZGRpbmdcIjp7XCIkaWRcIjpcIjUxMlwiLFwiVG9wXCI6MC4wLFwiTGVmdFwiOjAuMCxcIlJpZ2h0XCI6MC4wLFwiQm90dG9tXCI6MC4wfSxcIkJhY2tncm91bmRcIjp7XCIkaWRcIjpcIjUxM1wiLFwiQ29sb3JcIjp7XCIkaWRcIjpcIjUxNFwiLFwiQVwiOjI1NSxcIlJcIjowLFwiR1wiOjIyOCxcIkJcIjoxMjR9fSxcIklzVmlzaWJsZVwiOnRydWUsXCJXaWR0aFwiOjE4LjAsXCJIZWlnaHRcIjoyMC4wLFwiQm9yZGVyU3R5bGVcIjp7XCIkaWRcIjpcIjUxNVwiLFwiTGluZVN0eWxlXCI6e1wiJGlkXCI6XCI1MTZcIixcIkxpbmVDb2xvclwiOntcIiRpZFwiOlwiNTE3XCIsXCJDb2xvclwiOntcIiRpZFwiOlwiNTE4XCIsXCJBXCI6MjU1LFwiUlwiOjIzNCxcIkdcIjoyMixcIkJcIjozMH19LFwiTGluZVdlaWdodFwiOjAuMCxcIkxpbmVUeXBlXCI6MH0sXCJJc1Zpc2libGVcIjpmYWxzZX19LFwiVGl0bGVTdHlsZVwiOntcIiRpZFwiOlwiNTE5XCIsXCJGb250U2V0dGluZ3NcIjp7XCIkaWRcIjpcIjUyMFwiLFwiRm9udFNpemVcIjoxMSxcIkZvbnROYW1lXCI6XCJCb2VocmluZ2VyIEZvcndhcmQgVGV4dFwiLFwiSXNCb2xkXCI6dHJ1ZSxcIklzSXRhbGljXCI6ZmFsc2UsXCJJc1VuZGVybGluZWRcIjpmYWxzZX0sXCJGb3JlZ3JvdW5kXCI6e1wiJGlkXCI6XCI1MjFcIixcIkNvbG9yXCI6e1wiJGlkXCI6XCI1MjJcIixcIkFcIjoyNTUsXCJSXCI6OCxcIkdcIjo0OSxcIkJcIjo0Mn19LFwiSG9yaXpvbnRhbEFsaWdubWVudFwiOjEsXCJJc1Zpc2libGVcIjp0cnVlfSxcIkRhdGVTdHlsZVwiOntcIiRpZFwiOlwiNTIzXCIsXCJGb250U2V0dGluZ3NcIjp7XCIkaWRcIjpcIjUyNFwiLFwiRm9udFNpemVcIjoxMCxcIkZvbnROYW1lXCI6XCJCb2VocmluZ2VyIEZvcndhcmQgVGV4dFwiLFwiSXNCb2xkXCI6ZmFsc2UsXCJJc0l0YWxpY1wiOmZhbHNlLFwiSXNVbmRlcmxpbmVkXCI6ZmFsc2V9LFwiRm9yZWdyb3VuZFwiOntcIiRpZFwiOlwiNTI1XCIsXCJDb2xvclwiOntcIiRpZFwiOlwiNTI2XCIsXCJBXCI6MjU1LFwiUlwiOjgsXCJHXCI6NDksXCJCXCI6NDJ9fSxcIkhvcml6b250YWxBbGlnbm1lbnRcIjoyLFwiSXNWaXNpYmxlXCI6ZmFsc2V9LFwiRGF0ZUZvcm1hdFwiOntcIiRpZFwiOlwiNTI3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yOFwiLFwiRm9ybWF0XCI6MCxcIklzVmlzaWJsZVwiOmZhbHNlLFwiTGFzdEtub3duVmlzaWJpbGl0eVN0YXRlXCI6ZmFsc2V9fX0se1wiJGlkXCI6XCI1MjlcIixcIlN0eWxlSWRcIjpcIjkyOTVkZDQ2LTk3NWQtNDExMi1iZDYzLThmYzIxNGM5OGE1M1wiLFwiTmFtZVwiOlwiU3dpbWxhbmUgU3R5bGUgNFwiLFwiSGVhZGVyU3R5bGVcIjp7XCIkaWRcIjpcIjUzMFwiLFwiVGV4dFN0eWxlXCI6e1wiJGlkXCI6XCI1MzFcIixcIkZvbnRTZXR0aW5nc1wiOntcIiRpZFwiOlwiNTMyXCIsXCJGb250U2l6ZVwiOjEyLFwiRm9udE5hbWVcIjpcIkJvZWhyaW5nZXIgRm9yd2FyZCBUZXh0XCIsXCJJc0JvbGRcIjpmYWxzZSxcIklzSXRhbGljXCI6ZmFsc2UsXCJJc1VuZGVybGluZWRcIjpmYWxzZX0sXCJGb3JlZ3JvdW5kXCI6e1wiJGlkXCI6XCI1MzNcIixcIkNvbG9yXCI6e1wiJGlkXCI6XCI1MzRcIixcIkFcIjoyNTUsXCJSXCI6MjU1LFwiR1wiOjI1NSxcIkJcIjoyNTV9fSxcIkhvcml6b250YWxBbGlnbm1lbnRcIjoxLFwiSXNWaXNpYmxlXCI6dHJ1ZX0sXCJSZWN0YW5nbGVTdHlsZVwiOntcIiRpZFwiOlwiNTM1XCIsXCJNYXJnaW5cIjp7XCIkaWRcIjpcIjUzNlwiLFwiVG9wXCI6MC4wLFwiTGVmdFwiOjAuMCxcIlJpZ2h0XCI6MC4wLFwiQm90dG9tXCI6MC4wfSxcIlBhZGRpbmdcIjp7XCIkaWRcIjpcIjUzN1wiLFwiVG9wXCI6MC4wLFwiTGVmdFwiOjAuMCxcIlJpZ2h0XCI6MC4wLFwiQm90dG9tXCI6MC4wfSxcIkJhY2tncm91bmRcIjp7XCIkaWRcIjpcIjUzOFwiLFwiQ29sb3JcIjp7XCIkaWRcIjpcIjUzOVwiLFwiQVwiOjI1NSxcIlJcIjo4LFwiR1wiOjQ5LFwiQlwiOjQyfX0sXCJJc1Zpc2libGVcIjp0cnVlLFwiV2lkdGhcIjowLjAsXCJIZWlnaHRcIjowLjAsXCJCb3JkZXJTdHlsZVwiOntcIiRpZFwiOlwiNTQwXCIsXCJMaW5lU3R5bGVcIjp7XCIkaWRcIjpcIjU0MVwiLFwiTGluZUNvbG9yXCI6e1wiJGlkXCI6XCI1NDJcIixcIkNvbG9yXCI6e1wiJGlkXCI6XCI1NDNcIixcIkFcIjoyNTUsXCJSXCI6MjU1LFwiR1wiOjAsXCJCXCI6MH19LFwiTGluZVdlaWdodFwiOjAuMCxcIkxpbmVUeXBlXCI6MH0sXCJJc1Zpc2libGVcIjpmYWxzZX19fSxcIkJhY2tncm91bmRTdHlsZVwiOntcIiRpZFwiOlwiNTQ0XCIsXCJNYXJnaW5cIjp7XCIkaWRcIjpcIjU0NVwiLFwiVG9wXCI6MC4wLFwiTGVmdFwiOjAuMCxcIlJpZ2h0XCI6MC4wLFwiQm90dG9tXCI6MC4wfSxcIlBhZGRpbmdcIjp7XCIkaWRcIjpcIjU0NlwiLFwiVG9wXCI6MC4wLFwiTGVmdFwiOjAuMCxcIlJpZ2h0XCI6MC4wLFwiQm90dG9tXCI6MC4wfSxcIkJhY2tncm91bmRcIjp7XCIkaWRcIjpcIjU0N1wiLFwiQ29sb3JcIjp7XCIkaWRcIjpcIjU0OFwiLFwiQVwiOjUxLFwiUlwiOjgsXCJHXCI6NDksXCJCXCI6NDJ9fSxcIklzVmlzaWJsZVwiOnRydWUsXCJXaWR0aFwiOjAuMCxcIkhlaWdodFwiOjAuMCxcIkJvcmRlclN0eWxlXCI6e1wiJGlkXCI6XCI1NDlcIixcIkxpbmVTdHlsZVwiOntcIiRpZFwiOlwiNTUwXCIsXCJMaW5lQ29sb3JcIjp7XCIkaWRcIjpcIjU1MVwiLFwiQ29sb3JcIjp7XCIkaWRcIjpcIjU1MlwiLFwiQVwiOjI1NSxcIlJcIjoyMzQsXCJHXCI6MjIsXCJCXCI6MzB9fSxcIkxpbmVXZWlnaHRcIjowLjAsXCJMaW5lVHlwZVwiOjB9LFwiSXNWaXNpYmxlXCI6ZmFsc2V9fSxcIklzQWJvdmVUaW1lYmFuZFwiOmZhbHNlLFwiU3BhY2luZ1wiOjEwLFwiRGVmYXVsdFN3aW1sYW5lQWN0aXZpdHlTdHlsZVwiOntcIiRpZFwiOlwiNTUzXCIsXCJIZWFkZXJTdHlsZVwiOntcIiRpZFwiOlwiNTU0XCIsXCJUZXh0U3R5bGVcIjp7XCIkaWRcIjpcIjU1NVwiLFwiRm9udFNldHRpbmdzXCI6e1wiJGlkXCI6XCI1NTZcIixcIkZvbnRTaXplXCI6MTEsXCJGb250TmFtZVwiOlwiQ2FsaWJyaVwiLFwiSXNCb2xkXCI6ZmFsc2UsXCJJc0l0YWxpY1wiOmZhbHNlLFwiSXNVbmRlcmxpbmVkXCI6ZmFsc2V9LFwiRm9yZWdyb3VuZFwiOntcIiRpZFwiOlwiNTU3XCIsXCJDb2xvclwiOntcIiRpZFwiOlwiNTU4XCIsXCJBXCI6MjU1LFwiUlwiOjAsXCJHXCI6MCxcIkJcIjowfX0sXCJIb3Jpem9udGFsQWxpZ25tZW50XCI6MCxcIklzVmlzaWJsZVwiOnRydWV9LFwiUmVjdGFuZ2xlU3R5bGVcIjp7XCIkaWRcIjpcIjU1OVwiLFwiTWFyZ2luXCI6e1wiJGlkXCI6XCI1NjBcIixcIlRvcFwiOjAuMCxcIkxlZnRcIjowLjAsXCJSaWdodFwiOjAuMCxcIkJvdHRvbVwiOjAuMH0sXCJQYWRkaW5nXCI6e1wiJGlkXCI6XCI1NjFcIixcIlRvcFwiOjAuMCxcIkxlZnRcIjowLjAsXCJSaWdodFwiOjAuMCxcIkJvdHRvbVwiOjAuMH0sXCJCYWNrZ3JvdW5kXCI6e1wiJGlkXCI6XCI1NjJcIixcIkNvbG9yXCI6e1wiJGlkXCI6XCI1NjNcIixcIkFcIjo2MyxcIlJcIjo4LFwiR1wiOjQ5LFwiQlwiOjQyfX0sXCJJc1Zpc2libGVcIjp0cnVlLFwiV2lkdGhcIjowLjAsXCJIZWlnaHRcIjowLjAsXCJCb3JkZXJTdHlsZVwiOntcIiRpZFwiOlwiNTY0XCIsXCJMaW5lU3R5bGVcIjp7XCIkaWRcIjpcIjU2NVwiLFwiTGluZUNvbG9yXCI6e1wiJGlkXCI6XCI1NjZcIixcIkNvbG9yXCI6e1wiJGlkXCI6XCI1NjdcIixcIkFcIjoyNTUsXCJSXCI6MjU1LFwiR1wiOjAsXCJCXCI6MH19LFwiTGluZVdlaWdodFwiOjAuMCxcIkxpbmVUeXBlXCI6MH0sXCJJc1Zpc2libGVcIjpmYWxzZX19fSxcIkJhY2tncm91bmRTdHlsZVwiOntcIiRpZFwiOlwiNTY4XCIsXCJNYXJnaW5cIjp7XCIkaWRcIjpcIjU2OVwiLFwiVG9wXCI6MC4wLFwiTGVmdFwiOjAuMCxcIlJpZ2h0XCI6MC4wLFwiQm90dG9tXCI6MC4wfSxcIlBhZGRpbmdcIjp7XCIkaWRcIjpcIjU3MFwiLFwiVG9wXCI6MC4wLFwiTGVmdFwiOjAuMCxcIlJpZ2h0XCI6MC4wLFwiQm90dG9tXCI6MC4wfSxcIkJhY2tncm91bmRcIjp7XCIkaWRcIjpcIjU3MVwiLFwiQ29sb3JcIjp7XCIkaWRcIjpcIjU3MlwiLFwiQVwiOjUxLFwiUlwiOjgsXCJHXCI6NDksXCJCXCI6NDJ9fSxcIklzVmlzaWJsZVwiOnRydWUsXCJXaWR0aFwiOjAuMCxcIkhlaWdodFwiOjAuMCxcIkJvcmRlclN0eWxlXCI6e1wiJGlkXCI6XCI1NzNcIixcIkxpbmVTdHlsZVwiOntcIiRpZFwiOlwiNTc0XCIsXCJMaW5lQ29sb3JcIjp7XCIkaWRcIjpcIjU3NVwiLFwiQ29sb3JcIjp7XCIkaWRcIjpcIjU3NlwiLFwiQVwiOjI1NSxcIlJcIjoyMzQsXCJHXCI6MjIsXCJCXCI6MzB9fSxcIkxpbmVXZWlnaHRcIjowLjAsXCJMaW5lVHlwZVwiOjB9LFwiSXNWaXNpYmxlXCI6ZmFsc2V9fX0sXCJEZWZhdWx0U3dpbWxhbmVNaWxlc3RvbmVTdHlsZVwiOntcIiRpZFwiOlwiNTc3XCIsXCJUaXRsZVBvc2l0aW9uXCI6MCxcIkRhdGVQb3NpdGlvblwiOjAsXCJTaGFwZVR5cGVcIjoyLFwiU2hhcGVTaXplXCI6MSxcIlNwYWNpbmdcIjo1LFwiU2hhcGVTdHlsZVwiOntcIiRpZFwiOlwiNTc4XCIsXCJNYXJnaW5cIjp7XCIkaWRcIjpcIjU3OVwiLFwiVG9wXCI6MC4wLFwiTGVmdFwiOjAuMCxcIlJpZ2h0XCI6MC4wLFwiQm90dG9tXCI6MC4wfSxcIlBhZGRpbmdcIjp7XCIkaWRcIjpcIjU4MFwiLFwiVG9wXCI6MC4wLFwiTGVmdFwiOjAuMCxcIlJpZ2h0XCI6MC4wLFwiQm90dG9tXCI6MC4wfSxcIkJhY2tncm91bmRcIjp7XCIkaWRcIjpcIjU4MVwiLFwiQ29sb3JcIjp7XCIkaWRcIjpcIjU4MlwiLFwiQVwiOjI1NSxcIlJcIjo4LFwiR1wiOjQ5LFwiQlwiOjQyfX0sXCJJc1Zpc2libGVcIjp0cnVlLFwiV2lkdGhcIjoxMy4wLFwiSGVpZ2h0XCI6MTMuMCxcIkJvcmRlclN0eWxlXCI6e1wiJGlkXCI6XCI1ODNcIixcIkxpbmVTdHlsZVwiOntcIiRpZFwiOlwiNTg0XCIsXCJMaW5lQ29sb3JcIjp7XCIkaWRcIjpcIjU4NVwiLFwiQ29sb3JcIjp7XCIkaWRcIjpcIjU4NlwiLFwiQVwiOjI1NSxcIlJcIjoyMzQsXCJHXCI6MjIsXCJCXCI6MzB9fSxcIkxpbmVXZWlnaHRcIjoyLjAsXCJMaW5lVHlwZVwiOjB9LFwiSXNWaXNpYmxlXCI6ZmFsc2V9fSxcIlRpdGxlU3R5bGVcIjp7XCIkaWRcIjpcIjU4N1wiLFwiRm9udFNldHRpbmdzXCI6e1wiJGlkXCI6XCI1ODhcIixcIkZvbnRTaXplXCI6MTEsXCJGb250TmFtZVwiOlwiQm9laHJpbmdlciBGb3J3YXJkIFRleHRcIixcIklzQm9sZFwiOnRydWUsXCJJc0l0YWxpY1wiOmZhbHNlLFwiSXNVbmRlcmxpbmVkXCI6ZmFsc2V9LFwiRm9yZWdyb3VuZFwiOntcIiRpZFwiOlwiNTg5XCIsXCJDb2xvclwiOntcIiRpZFwiOlwiNTkwXCIsXCJBXCI6MjU1LFwiUlwiOjI1NSxcIkdcIjoyNTUsXCJCXCI6MjU1fX0sXCJIb3Jpem9udGFsQWxpZ25tZW50XCI6MCxcIklzVmlzaWJsZVwiOnRydWV9LFwiRGF0ZVN0eWxlXCI6e1wiJGlkXCI6XCI1OTFcIixcIkZvbnRTZXR0aW5nc1wiOntcIiRpZFwiOlwiNTkyXCIsXCJGb250U2l6ZVwiOjEwLFwiRm9udE5hbWVcIjpcIkJvZWhyaW5nZXIgRm9yd2FyZCBUZXh0XCIsXCJJc0JvbGRcIjpmYWxzZSxcIklzSXRhbGljXCI6ZmFsc2UsXCJJc1VuZGVybGluZWRcIjpmYWxzZX0sXCJGb3JlZ3JvdW5kXCI6e1wiJGlkXCI6XCI1OTNcIixcIkNvbG9yXCI6e1wiJGlkXCI6XCI1OTRcIixcIkFcIjoyNTUsXCJSXCI6MjU1LFwiR1wiOjI1NSxcIkJcIjoyNTV9fSxcIkhvcml6b250YWxBbGlnbm1lbnRcIjowLFwiSXNWaXNpYmxlXCI6ZmFsc2V9LFwiRGF0ZUZvcm1hdFwiOntcIiRpZFwiOlwiNTk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5NlwiLFwiRm9ybWF0XCI6MCxcIklzVmlzaWJsZVwiOmZhbHNlLFwiTGFzdEtub3duVmlzaWJpbGl0eVN0YXRlXCI6ZmFsc2V9fSxcIkRlZmF1bHRTd2ltbGFuZVRhc2tTdHlsZVwiOntcIiRpZFwiOlwiNTk3XCIsXCJTaGFwZVwiOjMsXCJTaGFwZVRoaWNrbmVzc1wiOjAsXCJEdXJhdGlvbkZvcm1hdFwiOjAsXCJQZXJjZW50YWdlQ29tcGxldGVUZXh0U3R5bGVcIjp7XCIkaWRcIjpcIjU5OFwiLFwiRm9udFNldHRpbmdzXCI6e1wiJGlkXCI6XCI1OTlcIixcIkZvbnRTaXplXCI6MTAsXCJGb250TmFtZVwiOlwiQ2FsaWJyaVwiLFwiSXNCb2xkXCI6ZmFsc2UsXCJJc0l0YWxpY1wiOmZhbHNlLFwiSXNVbmRlcmxpbmVkXCI6ZmFsc2V9LFwiRm9yZWdyb3VuZFwiOntcIiRpZFwiOlwiNjAwXCIsXCJDb2xvclwiOntcIiRpZFwiOlwiNjAxXCIsXCJBXCI6MjU1LFwiUlwiOjE5MixcIkdcIjo4MCxcIkJcIjo3N319LFwiSG9yaXpvbnRhbEFsaWdubWVudFwiOjAsXCJJc1Zpc2libGVcIjpmYWxzZX0sXCJQZXJjZW50YWdlQ29tcGxldGVIaWdobGlnaHRTdHlsZVwiOntcIiRpZFwiOlwiNjAyXCIsXCJCYWNrZ3JvdW5kXCI6e1wiJGlkXCI6XCI2MDNcIixcIkNvbG9yXCI6e1wiJGlkXCI6XCI2MDRcIixcIkFcIjo4OSxcIlJcIjowLFwiR1wiOjAsXCJCXCI6MH19fSxcIkR1cmF0aW9uU3R5bGVcIjp7XCIkaWRcIjpcIjYwNVwiLFwiRm9udFNldHRpbmdzXCI6e1wiJGlkXCI6XCI2MDZcIixcIkZvbnRTaXplXCI6MTAsXCJGb250TmFtZVwiOlwiQ2FsaWJyaVwiLFwiSXNCb2xkXCI6ZmFsc2UsXCJJc0l0YWxpY1wiOmZhbHNlLFwiSXNVbmRlcmxpbmVkXCI6ZmFsc2V9LFwiRm9yZWdyb3VuZFwiOntcIiRpZFwiOlwiNjA3XCIsXCJDb2xvclwiOntcIiRpZFwiOlwiNjA4XCIsXCJBXCI6MjU1LFwiUlwiOjIzNyxcIkdcIjoxMjUsXCJCXCI6NDl9fSxcIkhvcml6b250YWxBbGlnbm1lbnRcIjowLFwiSXNWaXNpYmxlXCI6ZmFsc2V9LFwiTWFyZ2luXCI6e1wiJGlkXCI6XCI2MDlcIixcIlRvcFwiOjAuMCxcIkxlZnRcIjowLjAsXCJSaWdodFwiOjAuMCxcIkJvdHRvbVwiOjAuMH0sXCJTdGFydERhdGVQb3NpdGlvblwiOjAsXCJFbmREYXRlUG9zaXRpb25cIjowLFwiVGl0bGVQb3NpdGlvblwiOjAsXCJEdXJhdGlvblBvc2l0aW9uXCI6MCxcIlBlcmNlbnRhZ2VDb21wbGV0ZWRQb3NpdGlvblwiOjAsXCJTcGFjaW5nXCI6NSxcIkJhc2VsaW5lU3R5bGVcIjp7XCIkaWRcIjpcIjYxMFwiLFwiQmFzZWxpbmVTaGFwZVN0eWxlXCI6e1wiJGlkXCI6XCI2MTFcIixcIk1hcmdpblwiOntcIiRpZFwiOlwiNjEyXCIsXCJUb3BcIjowLjAsXCJMZWZ0XCI6MC4wLFwiUmlnaHRcIjowLjAsXCJCb3R0b21cIjowLjB9LFwiUGFkZGluZ1wiOntcIiRpZFwiOlwiNjEzXCIsXCJUb3BcIjowLjAsXCJMZWZ0XCI6MC4wLFwiUmlnaHRcIjowLjAsXCJCb3R0b21cIjowLjB9LFwiQmFja2dyb3VuZFwiOntcIiRpZFwiOlwiNjE0XCIsXCJDb2xvclwiOntcIiRpZFwiOlwiNjE1XCIsXCJBXCI6MTUzLFwiUlwiOjAsXCJHXCI6MCxcIkJcIjowfX0sXCJJc1Zpc2libGVcIjpmYWxzZSxcIldpZHRoXCI6MC4wLFwiSGVpZ2h0XCI6MC4wLFwiQm9yZGVyU3R5bGVcIjp7XCIkaWRcIjpcIjYxNlwiLFwiTGluZVN0eWxlXCI6e1wiJGlkXCI6XCI2MTdcIixcIkxpbmVDb2xvclwiOntcIiRpZFwiOlwiNjE4XCIsXCJDb2xvclwiOntcIiRpZFwiOlwiNjE5XCIsXCJBXCI6MjU1LFwiUlwiOjI1NSxcIkdcIjowLFwiQlwiOjB9fSxcIkxpbmVXZWlnaHRcIjoyLjAsXCJMaW5lVHlwZVwiOjB9LFwiSXNWaXNpYmxlXCI6ZmFsc2V9fX0sXCJTaGFwZVN0eWxlXCI6e1wiJGlkXCI6XCI2MjBcIixcIk1hcmdpblwiOntcIiRpZFwiOlwiNjIxXCIsXCJUb3BcIjowLjAsXCJMZWZ0XCI6NC4wLFwiUmlnaHRcIjo0LjAsXCJCb3R0b21cIjowLjB9LFwiUGFkZGluZ1wiOntcIiRpZFwiOlwiNjIyXCIsXCJUb3BcIjowLjAsXCJMZWZ0XCI6MC4wLFwiUmlnaHRcIjowLjAsXCJCb3R0b21cIjowLjB9LFwiQmFja2dyb3VuZFwiOntcIiRpZFwiOlwiNjIzXCIsXCJDb2xvclwiOntcIiRpZFwiOlwiNjI0XCIsXCJBXCI6MjU1LFwiUlwiOjgsXCJHXCI6NDksXCJCXCI6NDJ9fSxcIklzVmlzaWJsZVwiOnRydWUsXCJXaWR0aFwiOjc0Ljc1ODc0MzI4NjEzMjgxMixcIkhlaWdodFwiOjEwLjAsXCJCb3JkZXJTdHlsZVwiOntcIiRpZFwiOlwiNjI1XCIsXCJMaW5lU3R5bGVcIjp7XCIkaWRcIjpcIjYyNlwiLFwiTGluZUNvbG9yXCI6e1wiJGlkXCI6XCI2MjdcIixcIkNvbG9yXCI6e1wiJGlkXCI6XCI2MjhcIixcIkFcIjoyNTUsXCJSXCI6MjM0LFwiR1wiOjIyLFwiQlwiOjMwfX0sXCJMaW5lV2VpZ2h0XCI6Mi4wLFwiTGluZVR5cGVcIjowfSxcIklzVmlzaWJsZVwiOmZhbHNlfX0sXCJUaXRsZVN0eWxlXCI6e1wiJGlkXCI6XCI2MjlcIixcIkZvbnRTZXR0aW5nc1wiOntcIiRpZFwiOlwiNjMwXCIsXCJGb250U2l6ZVwiOjExLFwiRm9udE5hbWVcIjpcIkJvZWhyaW5nZXIgRm9yd2FyZCBUZXh0XCIsXCJJc0JvbGRcIjpmYWxzZSxcIklzSXRhbGljXCI6ZmFsc2UsXCJJc1VuZGVybGluZWRcIjpmYWxzZX0sXCJGb3JlZ3JvdW5kXCI6e1wiJGlkXCI6XCI2MzFcIixcIkNvbG9yXCI6e1wiJGlkXCI6XCI2MzJcIixcIkFcIjoyNTUsXCJSXCI6MjU1LFwiR1wiOjI1NSxcIkJcIjoyNTV9fSxcIkhvcml6b250YWxBbGlnbm1lbnRcIjoxLFwiSXNWaXNpYmxlXCI6dHJ1ZX0sXCJEYXRlU3R5bGVcIjp7XCIkaWRcIjpcIjYzM1wiLFwiRm9udFNldHRpbmdzXCI6e1wiJGlkXCI6XCI2MzRcIixcIkZvbnRTaXplXCI6MTAsXCJGb250TmFtZVwiOlwiQ2FsaWJyaVwiLFwiSXNCb2xkXCI6ZmFsc2UsXCJJc0l0YWxpY1wiOmZhbHNlLFwiSXNVbmRlcmxpbmVkXCI6ZmFsc2V9LFwiRm9yZWdyb3VuZFwiOntcIiRpZFwiOlwiNjM1XCIsXCJDb2xvclwiOntcIiRpZFwiOlwiNjM2XCIsXCJBXCI6MjU1LFwiUlwiOjY4LFwiR1wiOjg0LFwiQlwiOjEwNn19LFwiSG9yaXpvbnRhbEFsaWdubWVudFwiOjIsXCJJc1Zpc2libGVcIjpmYWxzZX0sXCJEYXRlRm9ybWF0XCI6e1wiJGlkXCI6XCI2Mzd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M4XCIsXCJGb3JtYXRcIjowLFwiSXNWaXNpYmxlXCI6ZmFsc2UsXCJMYXN0S25vd25WaXNpYmlsaXR5U3RhdGVcIjpmYWxzZX19LFwiRGVmYXVsdFN3aW1sYW5lTW90U3R5bGVcIjp7XCIkaWRcIjpcIjYzOVwiLFwiU2hhcGVcIjoyLFwiU2hhcGVTaXplXCI6MSxcIkRldGFpbHNTcGFjaW5nXCI6MC4wLFwiUGFkZGluZ1wiOntcIiRpZFwiOlwiNjQwXCIsXCJUb3BcIjo1LjAsXCJMZWZ0XCI6My4wLFwiUmlnaHRcIjowLjAsXCJCb3R0b21cIjoyLjB9LFwiUG9zaXRpb25PblRhc2tcIjoxLFwiU2hhcGVTdHlsZVwiOntcIiRpZFwiOlwiNjQxXCIsXCJNYXJnaW5cIjp7XCIkaWRcIjpcIjY0MlwiLFwiVG9wXCI6MC4wLFwiTGVmdFwiOjAuMCxcIlJpZ2h0XCI6MC4wLFwiQm90dG9tXCI6MC4wfSxcIlBhZGRpbmdcIjp7XCIkaWRcIjpcIjY0M1wiLFwiVG9wXCI6MC4wLFwiTGVmdFwiOjAuMCxcIlJpZ2h0XCI6MC4wLFwiQm90dG9tXCI6MC4wfSxcIkJhY2tncm91bmRcIjp7XCIkaWRcIjpcIjY0NFwiLFwiQ29sb3JcIjp7XCIkaWRcIjpcIjY0NVwiLFwiQVwiOjI1NSxcIlJcIjo4LFwiR1wiOjQ5LFwiQlwiOjQyfX0sXCJJc1Zpc2libGVcIjp0cnVlLFwiV2lkdGhcIjoxMy4wLFwiSGVpZ2h0XCI6MTMuMCxcIkJvcmRlclN0eWxlXCI6e1wiJGlkXCI6XCI2NDZcIixcIkxpbmVTdHlsZVwiOntcIiRpZFwiOlwiNjQ3XCIsXCJMaW5lQ29sb3JcIjp7XCIkaWRcIjpcIjY0OFwiLFwiQ29sb3JcIjp7XCIkaWRcIjpcIjY0OVwiLFwiQVwiOjI1NSxcIlJcIjoyMzQsXCJHXCI6MjIsXCJCXCI6MzB9fSxcIkxpbmVXZWlnaHRcIjowLjAsXCJMaW5lVHlwZVwiOjB9LFwiSXNWaXNpYmxlXCI6ZmFsc2V9fSxcIlRpdGxlU3R5bGVcIjp7XCIkaWRcIjpcIjY1MFwiLFwiRm9udFNldHRpbmdzXCI6e1wiJGlkXCI6XCI2NTFcIixcIkZvbnRTaXplXCI6MTEsXCJGb250TmFtZVwiOlwiQm9laHJpbmdlciBGb3J3YXJkIFRleHRcIixcIklzQm9sZFwiOnRydWUsXCJJc0l0YWxpY1wiOmZhbHNlLFwiSXNVbmRlcmxpbmVkXCI6ZmFsc2V9LFwiRm9yZWdyb3VuZFwiOntcIiRpZFwiOlwiNjUyXCIsXCJDb2xvclwiOntcIiRpZFwiOlwiNjUzXCIsXCJBXCI6MjU1LFwiUlwiOjI1NSxcIkdcIjoyNTUsXCJCXCI6MjU1fX0sXCJIb3Jpem9udGFsQWxpZ25tZW50XCI6MCxcIklzVmlzaWJsZVwiOnRydWV9LFwiRGF0ZVN0eWxlXCI6e1wiJGlkXCI6XCI2NTRcIixcIkZvbnRTZXR0aW5nc1wiOntcIiRpZFwiOlwiNjU1XCIsXCJGb250U2l6ZVwiOjEwLFwiRm9udE5hbWVcIjpcIkJvZWhyaW5nZXIgRm9yd2FyZCBUZXh0XCIsXCJJc0JvbGRcIjpmYWxzZSxcIklzSXRhbGljXCI6ZmFsc2UsXCJJc1VuZGVybGluZWRcIjpmYWxzZX0sXCJGb3JlZ3JvdW5kXCI6e1wiJGlkXCI6XCI2NTZcIixcIkNvbG9yXCI6e1wiJGlkXCI6XCI2NTdcIixcIkFcIjoyNTUsXCJSXCI6MjU1LFwiR1wiOjI1NSxcIkJcIjoyNTV9fSxcIkhvcml6b250YWxBbGlnbm1lbnRcIjowLFwiSXNWaXNpYmxlXCI6ZmFsc2V9LFwiRGF0ZUZvcm1hdFwiOntcIiRpZFwiOlwiNjU4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Y1OVwiLFwiRm9ybWF0XCI6MCxcIklzVmlzaWJsZVwiOmZhbHNlLFwiTGFzdEtub3duVmlzaWJpbGl0eVN0YXRlXCI6ZmFsc2V9fX0se1wiJGlkXCI6XCI2NjBcIixcIlN0eWxlSWRcIjpcImMxMDRiODcyLTI4MTEtNGJmZS1iM2E5LTIwMDJjZTk5NGE0MlwiLFwiTmFtZVwiOlwiU3dpbWxhbmUgU3R5bGUgNVwiLFwiSGVhZGVyU3R5bGVcIjp7XCIkaWRcIjpcIjY2MVwiLFwiVGV4dFN0eWxlXCI6e1wiJGlkXCI6XCI2NjJcIixcIkZvbnRTZXR0aW5nc1wiOntcIiRpZFwiOlwiNjYzXCIsXCJGb250U2l6ZVwiOjEyLFwiRm9udE5hbWVcIjpcIkJvZWhyaW5nZXIgRm9yd2FyZCBUZXh0XCIsXCJJc0JvbGRcIjpmYWxzZSxcIklzSXRhbGljXCI6ZmFsc2UsXCJJc1VuZGVybGluZWRcIjpmYWxzZX0sXCJGb3JlZ3JvdW5kXCI6e1wiJGlkXCI6XCI2NjRcIixcIkNvbG9yXCI6e1wiJGlkXCI6XCI2NjVcIixcIkFcIjoyNTUsXCJSXCI6OCxcIkdcIjo0OSxcIkJcIjo0Mn19LFwiSG9yaXpvbnRhbEFsaWdubWVudFwiOjEsXCJJc1Zpc2libGVcIjp0cnVlfSxcIlJlY3RhbmdsZVN0eWxlXCI6e1wiJGlkXCI6XCI2NjZcIixcIk1hcmdpblwiOntcIiRpZFwiOlwiNjY3XCIsXCJUb3BcIjowLjAsXCJMZWZ0XCI6MC4wLFwiUmlnaHRcIjowLjAsXCJCb3R0b21cIjowLjB9LFwiUGFkZGluZ1wiOntcIiRpZFwiOlwiNjY4XCIsXCJUb3BcIjowLjAsXCJMZWZ0XCI6MC4wLFwiUmlnaHRcIjowLjAsXCJCb3R0b21cIjowLjB9LFwiQmFja2dyb3VuZFwiOntcIiRpZFwiOlwiNjY5XCIsXCJDb2xvclwiOntcIiRpZFwiOlwiNjcwXCIsXCJBXCI6MjU1LFwiUlwiOjE5NyxcIkdcIjoxOTUsXCJCXCI6MjM4fX0sXCJJc1Zpc2libGVcIjp0cnVlLFwiV2lkdGhcIjowLjAsXCJIZWlnaHRcIjowLjAsXCJCb3JkZXJTdHlsZVwiOntcIiRpZFwiOlwiNjcxXCIsXCJMaW5lU3R5bGVcIjp7XCIkaWRcIjpcIjY3MlwiLFwiTGluZUNvbG9yXCI6e1wiJGlkXCI6XCI2NzNcIixcIkNvbG9yXCI6e1wiJGlkXCI6XCI2NzRcIixcIkFcIjoyNTUsXCJSXCI6MjU1LFwiR1wiOjAsXCJCXCI6MH19LFwiTGluZVdlaWdodFwiOjAuMCxcIkxpbmVUeXBlXCI6MH0sXCJJc1Zpc2libGVcIjpmYWxzZX19fSxcIkJhY2tncm91bmRTdHlsZVwiOntcIiRpZFwiOlwiNjc1XCIsXCJNYXJnaW5cIjp7XCIkaWRcIjpcIjY3NlwiLFwiVG9wXCI6MC4wLFwiTGVmdFwiOjAuMCxcIlJpZ2h0XCI6MC4wLFwiQm90dG9tXCI6MC4wfSxcIlBhZGRpbmdcIjp7XCIkaWRcIjpcIjY3N1wiLFwiVG9wXCI6MC4wLFwiTGVmdFwiOjAuMCxcIlJpZ2h0XCI6MC4wLFwiQm90dG9tXCI6MC4wfSxcIkJhY2tncm91bmRcIjp7XCIkaWRcIjpcIjY3OFwiLFwiQ29sb3JcIjp7XCIkaWRcIjpcIjY3OVwiLFwiQVwiOjUxLFwiUlwiOjE5NyxcIkdcIjoxOTUsXCJCXCI6MjM4fX0sXCJJc1Zpc2libGVcIjp0cnVlLFwiV2lkdGhcIjowLjAsXCJIZWlnaHRcIjowLjAsXCJCb3JkZXJTdHlsZVwiOntcIiRpZFwiOlwiNjgwXCIsXCJMaW5lU3R5bGVcIjp7XCIkaWRcIjpcIjY4MVwiLFwiTGluZUNvbG9yXCI6e1wiJGlkXCI6XCI2ODJcIixcIkNvbG9yXCI6e1wiJGlkXCI6XCI2ODNcIixcIkFcIjoyNTUsXCJSXCI6MjM0LFwiR1wiOjIyLFwiQlwiOjMwfX0sXCJMaW5lV2VpZ2h0XCI6MC4wLFwiTGluZVR5cGVcIjowfSxcIklzVmlzaWJsZVwiOmZhbHNlfX0sXCJJc0Fib3ZlVGltZWJhbmRcIjpmYWxzZSxcIlNwYWNpbmdcIjoyLFwiRGVmYXVsdFN3aW1sYW5lQWN0aXZpdHlTdHlsZVwiOntcIiRpZFwiOlwiNjg0XCIsXCJIZWFkZXJTdHlsZVwiOntcIiRpZFwiOlwiNjg1XCIsXCJUZXh0U3R5bGVcIjp7XCIkaWRcIjpcIjY4NlwiLFwiRm9udFNldHRpbmdzXCI6e1wiJGlkXCI6XCI2ODdcIixcIkZvbnRTaXplXCI6MTEsXCJGb250TmFtZVwiOlwiQ2FsaWJyaVwiLFwiSXNCb2xkXCI6ZmFsc2UsXCJJc0l0YWxpY1wiOmZhbHNlLFwiSXNVbmRlcmxpbmVkXCI6ZmFsc2V9LFwiRm9yZWdyb3VuZFwiOntcIiRpZFwiOlwiNjg4XCIsXCJDb2xvclwiOntcIiRpZFwiOlwiNjg5XCIsXCJBXCI6MjU1LFwiUlwiOjAsXCJHXCI6MCxcIkJcIjowfX0sXCJIb3Jpem9udGFsQWxpZ25tZW50XCI6MCxcIklzVmlzaWJsZVwiOnRydWV9LFwiUmVjdGFuZ2xlU3R5bGVcIjp7XCIkaWRcIjpcIjY5MFwiLFwiTWFyZ2luXCI6e1wiJGlkXCI6XCI2OTFcIixcIlRvcFwiOjAuMCxcIkxlZnRcIjowLjAsXCJSaWdodFwiOjAuMCxcIkJvdHRvbVwiOjAuMH0sXCJQYWRkaW5nXCI6e1wiJGlkXCI6XCI2OTJcIixcIlRvcFwiOjAuMCxcIkxlZnRcIjowLjAsXCJSaWdodFwiOjAuMCxcIkJvdHRvbVwiOjAuMH0sXCJCYWNrZ3JvdW5kXCI6e1wiJGlkXCI6XCI2OTNcIixcIkNvbG9yXCI6e1wiJGlkXCI6XCI2OTRcIixcIkFcIjo2MyxcIlJcIjoxOTcsXCJHXCI6MTk1LFwiQlwiOjIzOH19LFwiSXNWaXNpYmxlXCI6dHJ1ZSxcIldpZHRoXCI6MC4wLFwiSGVpZ2h0XCI6MC4wLFwiQm9yZGVyU3R5bGVcIjp7XCIkaWRcIjpcIjY5NVwiLFwiTGluZVN0eWxlXCI6e1wiJGlkXCI6XCI2OTZcIixcIkxpbmVDb2xvclwiOntcIiRpZFwiOlwiNjk3XCIsXCJDb2xvclwiOntcIiRpZFwiOlwiNjk4XCIsXCJBXCI6MjU1LFwiUlwiOjI1NSxcIkdcIjowLFwiQlwiOjB9fSxcIkxpbmVXZWlnaHRcIjowLjAsXCJMaW5lVHlwZVwiOjB9LFwiSXNWaXNpYmxlXCI6ZmFsc2V9fX0sXCJCYWNrZ3JvdW5kU3R5bGVcIjp7XCIkaWRcIjpcIjY5OVwiLFwiTWFyZ2luXCI6e1wiJGlkXCI6XCI3MDBcIixcIlRvcFwiOjAuMCxcIkxlZnRcIjowLjAsXCJSaWdodFwiOjAuMCxcIkJvdHRvbVwiOjAuMH0sXCJQYWRkaW5nXCI6e1wiJGlkXCI6XCI3MDFcIixcIlRvcFwiOjAuMCxcIkxlZnRcIjowLjAsXCJSaWdodFwiOjAuMCxcIkJvdHRvbVwiOjAuMH0sXCJCYWNrZ3JvdW5kXCI6e1wiJGlkXCI6XCI3MDJcIixcIkNvbG9yXCI6e1wiJGlkXCI6XCI3MDNcIixcIkFcIjo1MSxcIlJcIjoxOTcsXCJHXCI6MTk1LFwiQlwiOjIzOH19LFwiSXNWaXNpYmxlXCI6dHJ1ZSxcIldpZHRoXCI6MC4wLFwiSGVpZ2h0XCI6MC4wLFwiQm9yZGVyU3R5bGVcIjp7XCIkaWRcIjpcIjcwNFwiLFwiTGluZVN0eWxlXCI6e1wiJGlkXCI6XCI3MDVcIixcIkxpbmVDb2xvclwiOntcIiRpZFwiOlwiNzA2XCIsXCJDb2xvclwiOntcIiRpZFwiOlwiNzA3XCIsXCJBXCI6MjU1LFwiUlwiOjIzNCxcIkdcIjoyMixcIkJcIjozMH19LFwiTGluZVdlaWdodFwiOjAuMCxcIkxpbmVUeXBlXCI6MH0sXCJJc1Zpc2libGVcIjpmYWxzZX19fSxcIkRlZmF1bHRTd2ltbGFuZU1pbGVzdG9uZVN0eWxlXCI6e1wiJGlkXCI6XCI3MDhcIixcIlRpdGxlUG9zaXRpb25cIjozLFwiRGF0ZVBvc2l0aW9uXCI6MCxcIlNoYXBlVHlwZVwiOjEzLFwiU2hhcGVTaXplXCI6MSxcIlNwYWNpbmdcIjo1LFwiU2hhcGVTdHlsZVwiOntcIiRpZFwiOlwiNzA5XCIsXCJNYXJnaW5cIjp7XCIkaWRcIjpcIjcxMFwiLFwiVG9wXCI6MC4wLFwiTGVmdFwiOjAuMCxcIlJpZ2h0XCI6MC4wLFwiQm90dG9tXCI6MC4wfSxcIlBhZGRpbmdcIjp7XCIkaWRcIjpcIjcxMVwiLFwiVG9wXCI6MC4wLFwiTGVmdFwiOjAuMCxcIlJpZ2h0XCI6MC4wLFwiQm90dG9tXCI6MC4wfSxcIkJhY2tncm91bmRcIjp7XCIkaWRcIjpcIjcxMlwiLFwiQ29sb3JcIjp7XCIkaWRcIjpcIjcxM1wiLFwiQVwiOjI1NSxcIlJcIjoyNDUsXCJHXCI6MTM4LFwiQlwiOjEwNH19LFwiSXNWaXNpYmxlXCI6dHJ1ZSxcIldpZHRoXCI6MTguMCxcIkhlaWdodFwiOjIwLjAsXCJCb3JkZXJTdHlsZVwiOntcIiRpZFwiOlwiNzE0XCIsXCJMaW5lU3R5bGVcIjp7XCIkaWRcIjpcIjcxNVwiLFwiTGluZUNvbG9yXCI6e1wiJGlkXCI6XCI3MTZcIixcIkNvbG9yXCI6e1wiJGlkXCI6XCI3MTdcIixcIkFcIjoyNTUsXCJSXCI6MjM0LFwiR1wiOjIyLFwiQlwiOjMwfX0sXCJMaW5lV2VpZ2h0XCI6Mi4wLFwiTGluZVR5cGVcIjowfSxcIklzVmlzaWJsZVwiOmZhbHNlfX0sXCJUaXRsZVN0eWxlXCI6e1wiJGlkXCI6XCI3MThcIixcIkZvbnRTZXR0aW5nc1wiOntcIiRpZFwiOlwiNzE5XCIsXCJGb250U2l6ZVwiOjExLFwiRm9udE5hbWVcIjpcIkJvZWhyaW5nZXIgRm9yd2FyZCBUZXh0XCIsXCJJc0JvbGRcIjp0cnVlLFwiSXNJdGFsaWNcIjpmYWxzZSxcIklzVW5kZXJsaW5lZFwiOmZhbHNlfSxcIkZvcmVncm91bmRcIjp7XCIkaWRcIjpcIjcyMFwiLFwiQ29sb3JcIjp7XCIkaWRcIjpcIjcyMVwiLFwiQVwiOjI1NSxcIlJcIjo4LFwiR1wiOjQ5LFwiQlwiOjQyfX0sXCJIb3Jpem9udGFsQWxpZ25tZW50XCI6MSxcIklzVmlzaWJsZVwiOnRydWV9LFwiRGF0ZVN0eWxlXCI6e1wiJGlkXCI6XCI3MjJcIixcIkZvbnRTZXR0aW5nc1wiOntcIiRpZFwiOlwiNzIzXCIsXCJGb250U2l6ZVwiOjEwLFwiRm9udE5hbWVcIjpcIkJvZWhyaW5nZXIgRm9yd2FyZCBUZXh0XCIsXCJJc0JvbGRcIjpmYWxzZSxcIklzSXRhbGljXCI6ZmFsc2UsXCJJc1VuZGVybGluZWRcIjpmYWxzZX0sXCJGb3JlZ3JvdW5kXCI6e1wiJGlkXCI6XCI3MjRcIixcIkNvbG9yXCI6e1wiJGlkXCI6XCI3MjVcIixcIkFcIjoyNTUsXCJSXCI6OCxcIkdcIjo0OSxcIkJcIjo0Mn19LFwiSG9yaXpvbnRhbEFsaWdubWVudFwiOjIsXCJJc1Zpc2libGVcIjpmYWxzZX0sXCJEYXRlRm9ybWF0XCI6e1wiJGlkXCI6XCI3Mj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zI3XCIsXCJGb3JtYXRcIjowLFwiSXNWaXNpYmxlXCI6ZmFsc2UsXCJMYXN0S25vd25WaXNpYmlsaXR5U3RhdGVcIjpmYWxzZX19LFwiRGVmYXVsdFN3aW1sYW5lVGFza1N0eWxlXCI6e1wiJGlkXCI6XCI3MjhcIixcIlNoYXBlXCI6MyxcIlNoYXBlVGhpY2tuZXNzXCI6MCxcIkR1cmF0aW9uRm9ybWF0XCI6MCxcIlBlcmNlbnRhZ2VDb21wbGV0ZVRleHRTdHlsZVwiOntcIiRpZFwiOlwiNzI5XCIsXCJGb250U2V0dGluZ3NcIjp7XCIkaWRcIjpcIjczMFwiLFwiRm9udFNpemVcIjoxMCxcIkZvbnROYW1lXCI6XCJDYWxpYnJpXCIsXCJJc0JvbGRcIjpmYWxzZSxcIklzSXRhbGljXCI6ZmFsc2UsXCJJc1VuZGVybGluZWRcIjpmYWxzZX0sXCJGb3JlZ3JvdW5kXCI6e1wiJGlkXCI6XCI3MzFcIixcIkNvbG9yXCI6e1wiJGlkXCI6XCI3MzJcIixcIkFcIjoyNTUsXCJSXCI6MTkyLFwiR1wiOjgwLFwiQlwiOjc3fX0sXCJIb3Jpem9udGFsQWxpZ25tZW50XCI6MCxcIklzVmlzaWJsZVwiOmZhbHNlfSxcIlBlcmNlbnRhZ2VDb21wbGV0ZUhpZ2hsaWdodFN0eWxlXCI6e1wiJGlkXCI6XCI3MzNcIixcIkJhY2tncm91bmRcIjp7XCIkaWRcIjpcIjczNFwiLFwiQ29sb3JcIjp7XCIkaWRcIjpcIjczNVwiLFwiQVwiOjg5LFwiUlwiOjAsXCJHXCI6MCxcIkJcIjowfX19LFwiRHVyYXRpb25TdHlsZVwiOntcIiRpZFwiOlwiNzM2XCIsXCJGb250U2V0dGluZ3NcIjp7XCIkaWRcIjpcIjczN1wiLFwiRm9udFNpemVcIjoxMCxcIkZvbnROYW1lXCI6XCJDYWxpYnJpXCIsXCJJc0JvbGRcIjpmYWxzZSxcIklzSXRhbGljXCI6ZmFsc2UsXCJJc1VuZGVybGluZWRcIjpmYWxzZX0sXCJGb3JlZ3JvdW5kXCI6e1wiJGlkXCI6XCI3MzhcIixcIkNvbG9yXCI6e1wiJGlkXCI6XCI3MzlcIixcIkFcIjoyNTUsXCJSXCI6MjM3LFwiR1wiOjEyNSxcIkJcIjo0OX19LFwiSG9yaXpvbnRhbEFsaWdubWVudFwiOjAsXCJJc1Zpc2libGVcIjpmYWxzZX0sXCJNYXJnaW5cIjp7XCIkaWRcIjpcIjc0MFwiLFwiVG9wXCI6MC4wLFwiTGVmdFwiOjAuMCxcIlJpZ2h0XCI6MC4wLFwiQm90dG9tXCI6MC4wfSxcIlN0YXJ0RGF0ZVBvc2l0aW9uXCI6MCxcIkVuZERhdGVQb3NpdGlvblwiOjAsXCJUaXRsZVBvc2l0aW9uXCI6MixcIkR1cmF0aW9uUG9zaXRpb25cIjowLFwiUGVyY2VudGFnZUNvbXBsZXRlZFBvc2l0aW9uXCI6MCxcIlNwYWNpbmdcIjo1LFwiQmFzZWxpbmVTdHlsZVwiOntcIiRpZFwiOlwiNzQxXCIsXCJCYXNlbGluZVNoYXBlU3R5bGVcIjp7XCIkaWRcIjpcIjc0MlwiLFwiTWFyZ2luXCI6e1wiJGlkXCI6XCI3NDNcIixcIlRvcFwiOjAuMCxcIkxlZnRcIjowLjAsXCJSaWdodFwiOjAuMCxcIkJvdHRvbVwiOjAuMH0sXCJQYWRkaW5nXCI6e1wiJGlkXCI6XCI3NDRcIixcIlRvcFwiOjAuMCxcIkxlZnRcIjowLjAsXCJSaWdodFwiOjAuMCxcIkJvdHRvbVwiOjAuMH0sXCJCYWNrZ3JvdW5kXCI6e1wiJGlkXCI6XCI3NDVcIixcIkNvbG9yXCI6e1wiJGlkXCI6XCI3NDZcIixcIkFcIjoxNTMsXCJSXCI6MCxcIkdcIjowLFwiQlwiOjB9fSxcIklzVmlzaWJsZVwiOmZhbHNlLFwiV2lkdGhcIjowLjAsXCJIZWlnaHRcIjowLjAsXCJCb3JkZXJTdHlsZVwiOntcIiRpZFwiOlwiNzQ3XCIsXCJMaW5lU3R5bGVcIjp7XCIkaWRcIjpcIjc0OFwiLFwiTGluZUNvbG9yXCI6e1wiJGlkXCI6XCI3NDlcIixcIkNvbG9yXCI6e1wiJGlkXCI6XCI3NTBcIixcIkFcIjoyNTUsXCJSXCI6MjU1LFwiR1wiOjAsXCJCXCI6MH19LFwiTGluZVdlaWdodFwiOjIuMCxcIkxpbmVUeXBlXCI6MH0sXCJJc1Zpc2libGVcIjpmYWxzZX19fSxcIlNoYXBlU3R5bGVcIjp7XCIkaWRcIjpcIjc1MVwiLFwiTWFyZ2luXCI6e1wiJGlkXCI6XCI3NTJcIixcIlRvcFwiOjAuMCxcIkxlZnRcIjo0LjAsXCJSaWdodFwiOjQuMCxcIkJvdHRvbVwiOjAuMH0sXCJQYWRkaW5nXCI6e1wiJGlkXCI6XCI3NTNcIixcIlRvcFwiOjAuMCxcIkxlZnRcIjowLjAsXCJSaWdodFwiOjAuMCxcIkJvdHRvbVwiOjAuMH0sXCJCYWNrZ3JvdW5kXCI6e1wiJGlkXCI6XCI3NTRcIixcIkNvbG9yXCI6e1wiJGlkXCI6XCI3NTVcIixcIkFcIjoyNTUsXCJSXCI6MTk3LFwiR1wiOjE5NSxcIkJcIjoyMzh9fSxcIklzVmlzaWJsZVwiOnRydWUsXCJXaWR0aFwiOjAuMCxcIkhlaWdodFwiOjEwLjAsXCJCb3JkZXJTdHlsZVwiOntcIiRpZFwiOlwiNzU2XCIsXCJMaW5lU3R5bGVcIjp7XCIkaWRcIjpcIjc1N1wiLFwiTGluZUNvbG9yXCI6e1wiJGlkXCI6XCI3NThcIixcIkNvbG9yXCI6e1wiJGlkXCI6XCI3NTlcIixcIkFcIjoyNTUsXCJSXCI6MjM0LFwiR1wiOjIyLFwiQlwiOjMwfX0sXCJMaW5lV2VpZ2h0XCI6Mi4wLFwiTGluZVR5cGVcIjowfSxcIklzVmlzaWJsZVwiOmZhbHNlfX0sXCJUaXRsZVN0eWxlXCI6e1wiJGlkXCI6XCI3NjBcIixcIkZvbnRTZXR0aW5nc1wiOntcIiRpZFwiOlwiNzYxXCIsXCJGb250U2l6ZVwiOjExLFwiRm9udE5hbWVcIjpcIkJvZWhyaW5nZXIgRm9yd2FyZCBUZXh0XCIsXCJJc0JvbGRcIjpmYWxzZSxcIklzSXRhbGljXCI6ZmFsc2UsXCJJc1VuZGVybGluZWRcIjpmYWxzZX0sXCJGb3JlZ3JvdW5kXCI6e1wiJGlkXCI6XCI3NjJcIixcIkNvbG9yXCI6e1wiJGlkXCI6XCI3NjNcIixcIkFcIjoyNTUsXCJSXCI6MCxcIkdcIjowLFwiQlwiOjB9fSxcIkhvcml6b250YWxBbGlnbm1lbnRcIjoxLFwiSXNWaXNpYmxlXCI6dHJ1ZX0sXCJEYXRlU3R5bGVcIjp7XCIkaWRcIjpcIjc2NFwiLFwiRm9udFNldHRpbmdzXCI6e1wiJGlkXCI6XCI3NjVcIixcIkZvbnRTaXplXCI6MTAsXCJGb250TmFtZVwiOlwiQ2FsaWJyaVwiLFwiSXNCb2xkXCI6ZmFsc2UsXCJJc0l0YWxpY1wiOmZhbHNlLFwiSXNVbmRlcmxpbmVkXCI6ZmFsc2V9LFwiRm9yZWdyb3VuZFwiOntcIiRpZFwiOlwiNzY2XCIsXCJDb2xvclwiOntcIiRpZFwiOlwiNzY3XCIsXCJBXCI6MjU1LFwiUlwiOjY4LFwiR1wiOjg0LFwiQlwiOjEwNn19LFwiSG9yaXpvbnRhbEFsaWdubWVudFwiOjIsXCJJc1Zpc2libGVcIjpmYWxzZX0sXCJEYXRlRm9ybWF0XCI6e1wiJGlkXCI6XCI3Njh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zY5XCIsXCJGb3JtYXRcIjowLFwiSXNWaXNpYmxlXCI6ZmFsc2UsXCJMYXN0S25vd25WaXNpYmlsaXR5U3RhdGVcIjpmYWxzZX19LFwiRGVmYXVsdFN3aW1sYW5lTW90U3R5bGVcIjp7XCIkaWRcIjpcIjc3MFwiLFwiU2hhcGVcIjoxNCxcIlNoYXBlU2l6ZVwiOjEsXCJEZXRhaWxzU3BhY2luZ1wiOjAuMCxcIlBhZGRpbmdcIjp7XCIkaWRcIjpcIjc3MVwiLFwiVG9wXCI6NS4wLFwiTGVmdFwiOjMuMCxcIlJpZ2h0XCI6MC4wLFwiQm90dG9tXCI6Mi4wfSxcIlBvc2l0aW9uT25UYXNrXCI6MixcIlNoYXBlU3R5bGVcIjp7XCIkaWRcIjpcIjc3MlwiLFwiTWFyZ2luXCI6e1wiJGlkXCI6XCI3NzNcIixcIlRvcFwiOjAuMCxcIkxlZnRcIjowLjAsXCJSaWdodFwiOjAuMCxcIkJvdHRvbVwiOjAuMH0sXCJQYWRkaW5nXCI6e1wiJGlkXCI6XCI3NzRcIixcIlRvcFwiOjAuMCxcIkxlZnRcIjowLjAsXCJSaWdodFwiOjAuMCxcIkJvdHRvbVwiOjAuMH0sXCJCYWNrZ3JvdW5kXCI6e1wiJGlkXCI6XCI3NzVcIixcIkNvbG9yXCI6e1wiJGlkXCI6XCI3NzZcIixcIkFcIjoyNTUsXCJSXCI6MCxcIkdcIjoyMjgsXCJCXCI6MTI0fX0sXCJJc1Zpc2libGVcIjp0cnVlLFwiV2lkdGhcIjoxOC4wLFwiSGVpZ2h0XCI6MjAuMCxcIkJvcmRlclN0eWxlXCI6e1wiJGlkXCI6XCI3NzdcIixcIkxpbmVTdHlsZVwiOntcIiRpZFwiOlwiNzc4XCIsXCJMaW5lQ29sb3JcIjp7XCIkaWRcIjpcIjc3OVwiLFwiQ29sb3JcIjp7XCIkaWRcIjpcIjc4MFwiLFwiQVwiOjI1NSxcIlJcIjoyMzQsXCJHXCI6MjIsXCJCXCI6MzB9fSxcIkxpbmVXZWlnaHRcIjowLjAsXCJMaW5lVHlwZVwiOjB9LFwiSXNWaXNpYmxlXCI6ZmFsc2V9fSxcIlRpdGxlU3R5bGVcIjp7XCIkaWRcIjpcIjc4MVwiLFwiRm9udFNldHRpbmdzXCI6e1wiJGlkXCI6XCI3ODJcIixcIkZvbnRTaXplXCI6MTEsXCJGb250TmFtZVwiOlwiQm9laHJpbmdlciBGb3J3YXJkIFRleHRcIixcIklzQm9sZFwiOnRydWUsXCJJc0l0YWxpY1wiOmZhbHNlLFwiSXNVbmRlcmxpbmVkXCI6ZmFsc2V9LFwiRm9yZWdyb3VuZFwiOntcIiRpZFwiOlwiNzgzXCIsXCJDb2xvclwiOntcIiRpZFwiOlwiNzg0XCIsXCJBXCI6MjU1LFwiUlwiOjgsXCJHXCI6NDksXCJCXCI6NDJ9fSxcIkhvcml6b250YWxBbGlnbm1lbnRcIjoxLFwiSXNWaXNpYmxlXCI6dHJ1ZX0sXCJEYXRlU3R5bGVcIjp7XCIkaWRcIjpcIjc4NVwiLFwiRm9udFNldHRpbmdzXCI6e1wiJGlkXCI6XCI3ODZcIixcIkZvbnRTaXplXCI6MTAsXCJGb250TmFtZVwiOlwiQm9laHJpbmdlciBGb3J3YXJkIFRleHRcIixcIklzQm9sZFwiOmZhbHNlLFwiSXNJdGFsaWNcIjpmYWxzZSxcIklzVW5kZXJsaW5lZFwiOmZhbHNlfSxcIkZvcmVncm91bmRcIjp7XCIkaWRcIjpcIjc4N1wiLFwiQ29sb3JcIjp7XCIkaWRcIjpcIjc4OFwiLFwiQVwiOjI1NSxcIlJcIjo4LFwiR1wiOjQ5LFwiQlwiOjQyfX0sXCJIb3Jpem9udGFsQWxpZ25tZW50XCI6MixcIklzVmlzaWJsZVwiOmZhbHNlfSxcIkRhdGVGb3JtYXRcIjp7XCIkaWRcIjpcIjc4O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OTBcIixcIkZvcm1hdFwiOjAsXCJJc1Zpc2libGVcIjpmYWxzZSxcIkxhc3RLbm93blZpc2liaWxpdHlTdGF0ZVwiOmZhbHNlfX19XSxcIkdyaWRsaW5lUGFuZWxTdHlsZVwiOntcIiRpZFwiOlwiNzkxXCIsXCJHcmlkbGluZVN0eWxlXCI6e1wiJGlkXCI6XCI3OTJcIixcIkxpbmVDb2xvclwiOntcIiRpZFwiOlwiNzkzXCIsXCJDb2xvclwiOntcIiRpZFwiOlwiNzk0XCIsXCJBXCI6MzgsXCJSXCI6OTEsXCJHXCI6MTU1LFwiQlwiOjIxM319LFwiTGluZVdlaWdodFwiOjEuMCxcIkxpbmVUeXBlXCI6MH0sXCJJc1Zpc2libGVcIjp0cnVlfSxcIkFjdGl2aXR5TGluZVBhbmVsU3R5bGVcIjp7XCIkaWRcIjpcIjc5NVwiLFwiQWN0aXZpdHlMaW5lU3R5bGVcIjp7XCIkaWRcIjpcIjc5NlwiLFwiTGluZUNvbG9yXCI6e1wiJGlkXCI6XCI3OTdcIixcIkNvbG9yXCI6e1wiJGlkXCI6XCI3OThcIixcIkFcIjozOCxcIlJcIjo2OCxcIkdcIjoxMTQsXCJCXCI6MTk2fX0sXCJMaW5lV2VpZ2h0XCI6MS4wLFwiTGluZVR5cGVcIjowfSxcIklzVmlzaWJsZVwiOnRydWV9LFwiRGVmYXVsdERlcGVuZGVuY3lTdHlsZVwiOntcIiRpZFwiOlwiNzk5XCIsXCJMaW5lU3R5bGVcIjp7XCIkaWRcIjpcIjgwMFwiLFwiTGluZUNvbG9yXCI6e1wiJGlkXCI6XCI4MDFcIixcIkNvbG9yXCI6e1wiJGlkXCI6XCI4MDJcIixcIkFcIjoyNTUsXCJSXCI6MCxcIkdcIjowLFwiQlwiOjB9fSxcIkxpbmVXZWlnaHRcIjoxLjAsXCJMaW5lVHlwZVwiOjB9LFwiRW5kQXJyb3doZWFkTGluZVN0eWxlXCI6e1wiJGlkXCI6XCI4MDNcIixcIktpbmRcIjoxLFwiV2lkdGhcIjoxLFwiTGVuZ3RoXCI6MH0sXCJCcmluZ1RvRnJvbnRcIjp0cnVlLFwiUmFkaXVzXCI6MC4wfSxcIkNyaXRpY2FsUGF0aFN0eWxlXCI6e1wiJGlkXCI6XCI4MDRcIixcIkNyaXRpY2FsUGF0aFN0eWxlT3B0aW9uc1wiOjE1LFwiTGluZVN0eWxlXCI6e1wiJGlkXCI6XCI4MDVcIixcIkxpbmVDb2xvclwiOntcIiRpZFwiOlwiODA2XCIsXCJDb2xvclwiOntcIiRpZFwiOlwiODA3XCIsXCJBXCI6MjU1LFwiUlwiOjIyMixcIkdcIjo1MCxcIkJcIjo1MH19LFwiTGluZVdlaWdodFwiOjEuMCxcIkxpbmVUeXBlXCI6MH0sXCJUaXRsZUZvcmVncm91bmRcIjp7XCIkaWRcIjpcIjgwOFwiLFwiQ29sb3JcIjp7XCIkaWRcIjpcIjgwOVwiLFwiQVwiOjI1NSxcIlJcIjoxNzYsXCJHXCI6MTksXCJCXCI6MjV9fSxcIlNoYXBlc0JhY2tncm91bmRcIjp7XCIkaWRcIjpcIjgxMFwiLFwiQ29sb3JcIjp7XCIkaWRcIjpcIjgxMVwiLFwiQVwiOjI1NSxcIlJcIjoyNTMsXCJHXCI6MjAzLFwiQlwiOjIwOH19LFwiU2hhcGVzQm9yZGVyU3R5bGVcIjp7XCIkaWRcIjpcIjgxMlwiLFwiTGluZUNvbG9yXCI6e1wiJGlkXCI6XCI4MTNcIixcIkNvbG9yXCI6e1wiJGlkXCI6XCI4MTRcIixcIkFcIjoyNTUsXCJSXCI6MjIyLFwiR1wiOjUwLFwiQlwiOjUwfX0sXCJMaW5lV2VpZ2h0XCI6Mi4wLFwiTGluZVR5cGVcIjowfX0sXCJQYW5lbHNTcGFjaW5nRGVmaW5pdGlvblwiOntcIiRpZFwiOlwiODE1XCIsXCJTcGFjaW5nQWJvdmVUaW1lYmFuZFwiOjUsXCJTcGFjaW5nQmVsb3dUaW1lYmFuZFwiOjUsXCJTcGFjaW5nQWJvdmVCZXR3ZWVuU3dpbWxhbmVzQW5kVGFza3NcIjo1LFwiU3BhY2luZ0JlbG93QmV0d2VlblN3aW1sYW5lc0FuZFRhc2tzXCI6NX0sXCJDb25kaXRpb25hbEZvcm1hdHRpbmdcIjp7XCIkaWRcIjpcIjgxNlwiLFwiUHZBRm9ybWF0dGluZ1wiOntcIiRpZFwiOlwiODE3XCIsXCJEZWxheVRhc2tTdHlsZVwiOntcIiRpZFwiOlwiODE4XCIsXCJTdHlsZU9wdGlvbnNcIjo4LFwiVGl0bGVGb3JlZ3JvdW5kXCI6e1wiJGlkXCI6XCI4MTlcIixcIkNvbG9yXCI6e1wiJGlkXCI6XCI4MjBcIixcIkFcIjoyNTUsXCJSXCI6MTc1LFwiR1wiOjAsXCJCXCI6MH19LFwiQWN0dWFsU2hhcGVzQmFja2dyb3VuZFwiOntcIiRpZFwiOlwiODIxXCIsXCJDb2xvclwiOntcIiRpZFwiOlwiODIyXCIsXCJBXCI6NjIsXCJSXCI6MjU1LFwiR1wiOjAsXCJCXCI6MH19LFwiQWN0dWFsU2hhcGVzQm9yZGVyU3R5bGVcIjp7XCIkaWRcIjpcIjgyM1wiLFwiTGluZUNvbG9yXCI6e1wiJGlkXCI6XCI4MjRcIixcIkNvbG9yXCI6e1wiJGlkXCI6XCI4MjVcIixcIkFcIjoxNjMsXCJSXCI6MjU1LFwiR1wiOjAsXCJCXCI6MH19LFwiTGluZVdlaWdodFwiOjMuMCxcIkxpbmVUeXBlXCI6MH0sXCJCYXNlbGluZVNoYXBlc0JhY2tncm91bmRcIjp7XCIkaWRcIjpcIjgyNlwiLFwiQ29sb3JcIjp7XCIkaWRcIjpcIjgyN1wiLFwiQVwiOjE4NCxcIlJcIjoyNTUsXCJHXCI6MCxcIkJcIjowfX19LFwiRGVsYXlNaWxlc3RvbmVTdHlsZVwiOntcIiRpZFwiOlwiODI4XCIsXCJTdHlsZU9wdGlvbnNcIjoyLFwiVGl0bGVGb3JlZ3JvdW5kXCI6e1wiJGlkXCI6XCI4MjlcIixcIkNvbG9yXCI6e1wiJGlkXCI6XCI4MzBcIixcIkFcIjoyNTUsXCJSXCI6MTc1LFwiR1wiOjAsXCJCXCI6MH19LFwiQWN0dWFsU2hhcGVzQmFja2dyb3VuZFwiOntcIiRpZFwiOlwiODMxXCIsXCJDb2xvclwiOntcIiRpZFwiOlwiODMyXCIsXCJBXCI6MjU1LFwiUlwiOjIyMixcIkdcIjo4MCxcIkJcIjo1MH19LFwiQWN0dWFsU2hhcGVzQm9yZGVyU3R5bGVcIjp7XCIkaWRcIjpcIjgzM1wiLFwiTGluZUNvbG9yXCI6e1wiJGlkXCI6XCI4MzRcIixcIkNvbG9yXCI6e1wiJGlkXCI6XCI4MzVcIixcIkFcIjoxNjMsXCJSXCI6MjU1LFwiR1wiOjAsXCJCXCI6MH19LFwiTGluZVdlaWdodFwiOjMuMCxcIkxpbmVUeXBlXCI6MH0sXCJCYXNlbGluZVNoYXBlc0JhY2tncm91bmRcIjp7XCIkaWRcIjpcIjgzNlwiLFwiQ29sb3JcIjp7XCIkaWRcIjpcIjgzN1wiLFwiQVwiOjE4NCxcIlJcIjoyNTUsXCJHXCI6MCxcIkJcIjowfX19LFwiQWR2YW5jZVRhc2tTdHlsZVwiOntcIiRpZFwiOlwiODM4XCIsXCJTdHlsZU9wdGlvbnNcIjo4LFwiVGl0bGVGb3JlZ3JvdW5kXCI6e1wiJGlkXCI6XCI4MzlcIixcIkNvbG9yXCI6e1wiJGlkXCI6XCI4NDBcIixcIkFcIjoyNTUsXCJSXCI6MCxcIkdcIjoxMTAsXCJCXCI6MH19LFwiQWN0dWFsU2hhcGVzQmFja2dyb3VuZFwiOntcIiRpZFwiOlwiODQxXCIsXCJDb2xvclwiOntcIiRpZFwiOlwiODQyXCIsXCJBXCI6NjEsXCJSXCI6MCxcIkdcIjoxMjgsXCJCXCI6MH19LFwiQWN0dWFsU2hhcGVzQm9yZGVyU3R5bGVcIjp7XCIkaWRcIjpcIjg0M1wiLFwiTGluZUNvbG9yXCI6e1wiJGlkXCI6XCI4NDRcIixcIkNvbG9yXCI6e1wiJGlkXCI6XCI4NDVcIixcIkFcIjoxNjMsXCJSXCI6MCxcIkdcIjoxMjgsXCJCXCI6MH19LFwiTGluZVdlaWdodFwiOjMuMCxcIkxpbmVUeXBlXCI6MH0sXCJCYXNlbGluZVNoYXBlc0JhY2tncm91bmRcIjp7XCIkaWRcIjpcIjg0NlwiLFwiQ29sb3JcIjp7XCIkaWRcIjpcIjg0N1wiLFwiQVwiOjE4NCxcIlJcIjowLFwiR1wiOjEyOCxcIkJcIjowfX19LFwiQWR2YW5jZU1pbGVzdG9uZVN0eWxlXCI6e1wiJGlkXCI6XCI4NDhcIixcIlN0eWxlT3B0aW9uc1wiOjIsXCJUaXRsZUZvcmVncm91bmRcIjp7XCIkaWRcIjpcIjg0OVwiLFwiQ29sb3JcIjp7XCIkaWRcIjpcIjg1MFwiLFwiQVwiOjI1NSxcIlJcIjowLFwiR1wiOjExMCxcIkJcIjowfX0sXCJBY3R1YWxTaGFwZXNCYWNrZ3JvdW5kXCI6e1wiJGlkXCI6XCI4NTFcIixcIkNvbG9yXCI6e1wiJGlkXCI6XCI4NTJcIixcIkFcIjoyNTUsXCJSXCI6MjAsXCJHXCI6MTAwLFwiQlwiOjB9fSxcIkFjdHVhbFNoYXBlc0JvcmRlclN0eWxlXCI6e1wiJGlkXCI6XCI4NTNcIixcIkxpbmVDb2xvclwiOntcIiRpZFwiOlwiODU0XCIsXCJDb2xvclwiOntcIiRpZFwiOlwiODU1XCIsXCJBXCI6MTYzLFwiUlwiOjAsXCJHXCI6MTI4LFwiQlwiOjB9fSxcIkxpbmVXZWlnaHRcIjozLjAsXCJMaW5lVHlwZVwiOjB9LFwiQmFzZWxpbmVTaGFwZXNCYWNrZ3JvdW5kXCI6e1wiJGlkXCI6XCI4NTZcIixcIkNvbG9yXCI6e1wiJGlkXCI6XCI4NTdcIixcIkFcIjoxODQsXCJSXCI6MCxcIkdcIjoxMjgsXCJCXCI6MH19fX19LFwiX3NlbGVjdGVkVGhlbWVQcmVzZXRDb2xvcnNcIjp7XCIkaWRcIjpcIjg1OFwiLFwiVGV4dExpZ2h0XCI6e1wiJGlkXCI6XCI4NTlcIixcIkFcIjoyNTUsXCJSXCI6MjU1LFwiR1wiOjI1NSxcIkJcIjoyNTV9LFwiVGV4dERhcmtcIjp7XCIkaWRcIjpcIjg2MFwiLFwiQVwiOjI1NSxcIlJcIjowLFwiR1wiOjAsXCJCXCI6MH0sXCJBY2NlbnQxXCI6e1wiJGlkXCI6XCI4NjFcIixcIkFcIjoyNTUsXCJSXCI6MjU1LFwiR1wiOjI1NSxcIkJcIjoyNTV9LFwiQWNjZW50MlwiOntcIiRpZFwiOlwiODYyXCIsXCJBXCI6MjU1LFwiUlwiOjgsXCJHXCI6NDksXCJCXCI6NDJ9LFwiQWNjZW50M1wiOntcIiRpZFwiOlwiODYzXCIsXCJBXCI6MjU1LFwiUlwiOjgsXCJHXCI6NDksXCJCXCI6NDJ9LFwiQWNjZW50NFwiOntcIiRpZFwiOlwiODY0XCIsXCJBXCI6MjU1LFwiUlwiOjI1NSxcIkdcIjoyMzAsXCJCXCI6MTAzfSxcIkFjY2VudDVcIjp7XCIkaWRcIjpcIjg2NVwiLFwiQVwiOjI1NSxcIlJcIjoxNjMsXCJHXCI6MjI5LFwiQlwiOjIzOH0sXCJBY2NlbnQ2XCI6e1wiJGlkXCI6XCI4NjZcIixcIkFcIjoyNTUsXCJSXCI6OCxcIkdcIjo0OSxcIkJcIjo0Mn0sXCJBY2NlbnQ3XCI6e1wiJGlkXCI6XCI4NjdcIixcIkFcIjoyNTUsXCJSXCI6MTk3LFwiR1wiOjE5NSxcIkJcIjoyMzh9LFwiQWNjZW50OFwiOntcIiRpZFwiOlwiODY4XCIsXCJBXCI6MjU1LFwiUlwiOjc4LFwiR1wiOjE2NyxcIkJcIjo0Nn19LFwiX2N1c3RvbVByZXNldENvbG9yc1wiOntcIiRpZFwiOlwiODY5XCJ9fX0ifSwiU2V0dGluZ3MiOnsiJGlkIjoiMjc0MCIsIkltcGFPcHRpb25zIjp7IiRpZCI6IjI3NDE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yNzQyIiwiVXNlVGltZSI6dHJ1ZSwiV29ya0RheVN0YXJ0IjoiMDA6MDA6MDAiLCJXb3JrRGF5RW5kIjoiMjM6NTk6MDAifSwiTGFzdFVzZWRUZW1wbGF0ZUlkIjoiZGY5NGNkYzYtNzJhNC00MTRhLTkxOWMtMGJhM2UxMmFmNTYyIiwiTGFzdFVzZWRUaGVtZURldGFpbHMiOnsiJGlkIjoiMjc0MyIsIklkIjoiNDQzYTIwZTYtYTc0Yy00M2EyLThiNWEtNWQ2YWVlMTI0ZjlmIiwiVGl0bGUiOiJVbnRpdGxlZCB0aGVtZSIsIkNhdGVnb3J5IjoyfSwiRmlyc3RXZWVrT2ZZZWFyIjowLCJQbGFjZU1pbGVzdG9uZUF0VGhlQmVnaW5uaW5nT2ZUaGVEYXkiOmZhbHNlLCJEZXBlbmRlbmN5U2NoZWR1bGluZ1NldHRpbmdzIjp7IiRpZCI6IjI3NDQiLCJEZXBlbmRlbmNpZXNTY2hlZHVsaW5nTW9kZVNldHRpbmciOiJGbGV4aWJsZSIsIkRlcGVuZGVuY2llc1ByZXZpb3VzU2NoZWR1bGluZ01vZGUiOiJGbGV4aWJsZSIsIk9uQnJlYWtpbmdGbGV4aWJsZVNjaGVkdWxpbmdNb2RlU2V0dGluZyI6IkFza0V2ZXJ5dGltZSIsIk9uQnJlYWtpbmdTdHJpY3RTY2hlZHVsaW5nTW9kZVNldHRpbmciOiJBc2tFdmVyeXRpbWUifSwiRGVwZW5kZW5jeU1vZHVsZUVuYWJsZWQiOmZhbHNlLCJQbGFubmVkTW9kdWxlRW5hYmxlZCI6ZmFsc2UsIk9sZEZpeGVkSW50ZXJ2YWxzUmVuZGVyaW5nU3RyYXRlZ3lVc2VkQmVmb3JlIjpmYWxzZSwiRGVwZW5kZW5jaWVzIjp7Il9kZXBlbmRlbmNpZXMiOltdfX0="/>
  <p:tag name="__MASTER" val="__part_0"/>
</p:tagLst>
</file>

<file path=ppt/tags/tag2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2.xml><?xml version="1.0" encoding="utf-8"?>
<p:tagLst xmlns:a="http://schemas.openxmlformats.org/drawingml/2006/main" xmlns:r="http://schemas.openxmlformats.org/officeDocument/2006/relationships" xmlns:p="http://schemas.openxmlformats.org/presentationml/2006/main">
  <p:tag name="OTLMARKERSHAPE" val="OTL"/>
</p:tagLst>
</file>

<file path=ppt/tags/tag223.xml><?xml version="1.0" encoding="utf-8"?>
<p:tagLst xmlns:a="http://schemas.openxmlformats.org/drawingml/2006/main" xmlns:r="http://schemas.openxmlformats.org/officeDocument/2006/relationships" xmlns:p="http://schemas.openxmlformats.org/presentationml/2006/main">
  <p:tag name="OTLMARKERSHAPE" val="OTL"/>
</p:tagLst>
</file>

<file path=ppt/tags/tag224.xml><?xml version="1.0" encoding="utf-8"?>
<p:tagLst xmlns:a="http://schemas.openxmlformats.org/drawingml/2006/main" xmlns:r="http://schemas.openxmlformats.org/officeDocument/2006/relationships" xmlns:p="http://schemas.openxmlformats.org/presentationml/2006/main">
  <p:tag name="OTLMARKERSHAPE" val="OTL"/>
</p:tagLst>
</file>

<file path=ppt/tags/tag225.xml><?xml version="1.0" encoding="utf-8"?>
<p:tagLst xmlns:a="http://schemas.openxmlformats.org/drawingml/2006/main" xmlns:r="http://schemas.openxmlformats.org/officeDocument/2006/relationships" xmlns:p="http://schemas.openxmlformats.org/presentationml/2006/main">
  <p:tag name="OTLMARKERSHAPE" val="OTL"/>
</p:tagLst>
</file>

<file path=ppt/tags/tag226.xml><?xml version="1.0" encoding="utf-8"?>
<p:tagLst xmlns:a="http://schemas.openxmlformats.org/drawingml/2006/main" xmlns:r="http://schemas.openxmlformats.org/officeDocument/2006/relationships" xmlns:p="http://schemas.openxmlformats.org/presentationml/2006/main">
  <p:tag name="OTLMARKERSHAPE" val="OTL"/>
</p:tagLst>
</file>

<file path=ppt/tags/tag227.xml><?xml version="1.0" encoding="utf-8"?>
<p:tagLst xmlns:a="http://schemas.openxmlformats.org/drawingml/2006/main" xmlns:r="http://schemas.openxmlformats.org/officeDocument/2006/relationships" xmlns:p="http://schemas.openxmlformats.org/presentationml/2006/main">
  <p:tag name="OTLMARKERSHAPE" val="OTL"/>
</p:tagLst>
</file>

<file path=ppt/tags/tag228.xml><?xml version="1.0" encoding="utf-8"?>
<p:tagLst xmlns:a="http://schemas.openxmlformats.org/drawingml/2006/main" xmlns:r="http://schemas.openxmlformats.org/officeDocument/2006/relationships" xmlns:p="http://schemas.openxmlformats.org/presentationml/2006/main">
  <p:tag name="OTLELAPSEDSTYLE" val="Hide"/>
  <p:tag name="OTLMARKERSHAPE" val="OTL"/>
</p:tagLst>
</file>

<file path=ppt/tags/tag229.xml><?xml version="1.0" encoding="utf-8"?>
<p:tagLst xmlns:a="http://schemas.openxmlformats.org/drawingml/2006/main" xmlns:r="http://schemas.openxmlformats.org/officeDocument/2006/relationships" xmlns:p="http://schemas.openxmlformats.org/presentationml/2006/main">
  <p:tag name="OTLMARKERSHAPE" val="OTL"/>
</p:tagLst>
</file>

<file path=ppt/tags/tag230.xml><?xml version="1.0" encoding="utf-8"?>
<p:tagLst xmlns:a="http://schemas.openxmlformats.org/drawingml/2006/main" xmlns:r="http://schemas.openxmlformats.org/officeDocument/2006/relationships" xmlns:p="http://schemas.openxmlformats.org/presentationml/2006/main">
  <p:tag name="OTLMARKERSHAPE" val="OTL"/>
</p:tagLst>
</file>

<file path=ppt/tags/tag231.xml><?xml version="1.0" encoding="utf-8"?>
<p:tagLst xmlns:a="http://schemas.openxmlformats.org/drawingml/2006/main" xmlns:r="http://schemas.openxmlformats.org/officeDocument/2006/relationships" xmlns:p="http://schemas.openxmlformats.org/presentationml/2006/main">
  <p:tag name="OTLMARKERSHAPE" val="OTL"/>
</p:tagLst>
</file>

<file path=ppt/tags/tag232.xml><?xml version="1.0" encoding="utf-8"?>
<p:tagLst xmlns:a="http://schemas.openxmlformats.org/drawingml/2006/main" xmlns:r="http://schemas.openxmlformats.org/officeDocument/2006/relationships" xmlns:p="http://schemas.openxmlformats.org/presentationml/2006/main">
  <p:tag name="OTLMARKERSHAPE" val="OTL"/>
  <p:tag name="OTLTODAYPOSITION" val="Hide"/>
</p:tagLst>
</file>

<file path=ppt/tags/tag233.xml><?xml version="1.0" encoding="utf-8"?>
<p:tagLst xmlns:a="http://schemas.openxmlformats.org/drawingml/2006/main" xmlns:r="http://schemas.openxmlformats.org/officeDocument/2006/relationships" xmlns:p="http://schemas.openxmlformats.org/presentationml/2006/main">
  <p:tag name="OTLMARKERSHAPE" val="OTL"/>
</p:tagLst>
</file>

<file path=ppt/tags/tag234.xml><?xml version="1.0" encoding="utf-8"?>
<p:tagLst xmlns:a="http://schemas.openxmlformats.org/drawingml/2006/main" xmlns:r="http://schemas.openxmlformats.org/officeDocument/2006/relationships" xmlns:p="http://schemas.openxmlformats.org/presentationml/2006/main">
  <p:tag name="OTLMARKERSHAPE" val="OTL"/>
</p:tagLst>
</file>

<file path=ppt/tags/tag235.xml><?xml version="1.0" encoding="utf-8"?>
<p:tagLst xmlns:a="http://schemas.openxmlformats.org/drawingml/2006/main" xmlns:r="http://schemas.openxmlformats.org/officeDocument/2006/relationships" xmlns:p="http://schemas.openxmlformats.org/presentationml/2006/main">
  <p:tag name="OTLMARKERSHAPE" val="OTL"/>
</p:tagLst>
</file>

<file path=ppt/tags/tag236.xml><?xml version="1.0" encoding="utf-8"?>
<p:tagLst xmlns:a="http://schemas.openxmlformats.org/drawingml/2006/main" xmlns:r="http://schemas.openxmlformats.org/officeDocument/2006/relationships" xmlns:p="http://schemas.openxmlformats.org/presentationml/2006/main">
  <p:tag name="OTLMARKERSHAPE" val="OTL"/>
</p:tagLst>
</file>

<file path=ppt/tags/tag237.xml><?xml version="1.0" encoding="utf-8"?>
<p:tagLst xmlns:a="http://schemas.openxmlformats.org/drawingml/2006/main" xmlns:r="http://schemas.openxmlformats.org/officeDocument/2006/relationships" xmlns:p="http://schemas.openxmlformats.org/presentationml/2006/main">
  <p:tag name="OTLMARKERSHAPE" val="OTL"/>
</p:tagLst>
</file>

<file path=ppt/tags/tag238.xml><?xml version="1.0" encoding="utf-8"?>
<p:tagLst xmlns:a="http://schemas.openxmlformats.org/drawingml/2006/main" xmlns:r="http://schemas.openxmlformats.org/officeDocument/2006/relationships" xmlns:p="http://schemas.openxmlformats.org/presentationml/2006/main">
  <p:tag name="OTLMARKERSHAPE" val="OTL"/>
</p:tagLst>
</file>

<file path=ppt/tags/tag239.xml><?xml version="1.0" encoding="utf-8"?>
<p:tagLst xmlns:a="http://schemas.openxmlformats.org/drawingml/2006/main" xmlns:r="http://schemas.openxmlformats.org/officeDocument/2006/relationships" xmlns:p="http://schemas.openxmlformats.org/presentationml/2006/main">
  <p:tag name="OTLMARKERSHAPE" val="OTL"/>
</p:tagLst>
</file>

<file path=ppt/tags/tag240.xml><?xml version="1.0" encoding="utf-8"?>
<p:tagLst xmlns:a="http://schemas.openxmlformats.org/drawingml/2006/main" xmlns:r="http://schemas.openxmlformats.org/officeDocument/2006/relationships" xmlns:p="http://schemas.openxmlformats.org/presentationml/2006/main">
  <p:tag name="OTLMARKERSHAPE" val="OTL"/>
</p:tagLst>
</file>

<file path=ppt/tags/tag241.xml><?xml version="1.0" encoding="utf-8"?>
<p:tagLst xmlns:a="http://schemas.openxmlformats.org/drawingml/2006/main" xmlns:r="http://schemas.openxmlformats.org/officeDocument/2006/relationships" xmlns:p="http://schemas.openxmlformats.org/presentationml/2006/main">
  <p:tag name="OTLMARKERSHAPE" val="OTL"/>
</p:tagLst>
</file>

<file path=ppt/tags/tag242.xml><?xml version="1.0" encoding="utf-8"?>
<p:tagLst xmlns:a="http://schemas.openxmlformats.org/drawingml/2006/main" xmlns:r="http://schemas.openxmlformats.org/officeDocument/2006/relationships" xmlns:p="http://schemas.openxmlformats.org/presentationml/2006/main">
  <p:tag name="OTLMARKERSHAPE" val="OTL"/>
</p:tagLst>
</file>

<file path=ppt/tags/tag243.xml><?xml version="1.0" encoding="utf-8"?>
<p:tagLst xmlns:a="http://schemas.openxmlformats.org/drawingml/2006/main" xmlns:r="http://schemas.openxmlformats.org/officeDocument/2006/relationships" xmlns:p="http://schemas.openxmlformats.org/presentationml/2006/main">
  <p:tag name="OTLMARKERSHAPE" val="OTL"/>
</p:tagLst>
</file>

<file path=ppt/tags/tag244.xml><?xml version="1.0" encoding="utf-8"?>
<p:tagLst xmlns:a="http://schemas.openxmlformats.org/drawingml/2006/main" xmlns:r="http://schemas.openxmlformats.org/officeDocument/2006/relationships" xmlns:p="http://schemas.openxmlformats.org/presentationml/2006/main">
  <p:tag name="OTLMARKERSHAPE" val="OTL"/>
</p:tagLst>
</file>

<file path=ppt/tags/tag245.xml><?xml version="1.0" encoding="utf-8"?>
<p:tagLst xmlns:a="http://schemas.openxmlformats.org/drawingml/2006/main" xmlns:r="http://schemas.openxmlformats.org/officeDocument/2006/relationships" xmlns:p="http://schemas.openxmlformats.org/presentationml/2006/main">
  <p:tag name="OTLMARKERSHAPE" val="OTL"/>
</p:tagLst>
</file>

<file path=ppt/tags/tag246.xml><?xml version="1.0" encoding="utf-8"?>
<p:tagLst xmlns:a="http://schemas.openxmlformats.org/drawingml/2006/main" xmlns:r="http://schemas.openxmlformats.org/officeDocument/2006/relationships" xmlns:p="http://schemas.openxmlformats.org/presentationml/2006/main">
  <p:tag name="OTLMARKERSHAPE" val="OTL"/>
</p:tagLst>
</file>

<file path=ppt/tags/tag247.xml><?xml version="1.0" encoding="utf-8"?>
<p:tagLst xmlns:a="http://schemas.openxmlformats.org/drawingml/2006/main" xmlns:r="http://schemas.openxmlformats.org/officeDocument/2006/relationships" xmlns:p="http://schemas.openxmlformats.org/presentationml/2006/main">
  <p:tag name="OTLMARKERSHAPE" val="OTL"/>
</p:tagLst>
</file>

<file path=ppt/tags/tag248.xml><?xml version="1.0" encoding="utf-8"?>
<p:tagLst xmlns:a="http://schemas.openxmlformats.org/drawingml/2006/main" xmlns:r="http://schemas.openxmlformats.org/officeDocument/2006/relationships" xmlns:p="http://schemas.openxmlformats.org/presentationml/2006/main">
  <p:tag name="OTLMARKERSHAPE" val="OTL"/>
</p:tagLst>
</file>

<file path=ppt/tags/tag249.xml><?xml version="1.0" encoding="utf-8"?>
<p:tagLst xmlns:a="http://schemas.openxmlformats.org/drawingml/2006/main" xmlns:r="http://schemas.openxmlformats.org/officeDocument/2006/relationships" xmlns:p="http://schemas.openxmlformats.org/presentationml/2006/main">
  <p:tag name="OTLMARKERSHAPE" val="OTL"/>
</p:tagLst>
</file>

<file path=ppt/tags/tag250.xml><?xml version="1.0" encoding="utf-8"?>
<p:tagLst xmlns:a="http://schemas.openxmlformats.org/drawingml/2006/main" xmlns:r="http://schemas.openxmlformats.org/officeDocument/2006/relationships" xmlns:p="http://schemas.openxmlformats.org/presentationml/2006/main">
  <p:tag name="OTLMARKERSHAPE" val="OTL"/>
</p:tagLst>
</file>

<file path=ppt/tags/tag251.xml><?xml version="1.0" encoding="utf-8"?>
<p:tagLst xmlns:a="http://schemas.openxmlformats.org/drawingml/2006/main" xmlns:r="http://schemas.openxmlformats.org/officeDocument/2006/relationships" xmlns:p="http://schemas.openxmlformats.org/presentationml/2006/main">
  <p:tag name="OTLMARKERSHAPE" val="OTL"/>
</p:tagLst>
</file>

<file path=ppt/tags/tag252.xml><?xml version="1.0" encoding="utf-8"?>
<p:tagLst xmlns:a="http://schemas.openxmlformats.org/drawingml/2006/main" xmlns:r="http://schemas.openxmlformats.org/officeDocument/2006/relationships" xmlns:p="http://schemas.openxmlformats.org/presentationml/2006/main">
  <p:tag name="OTLMARKERSHAPE" val="OTL"/>
</p:tagLst>
</file>

<file path=ppt/tags/tag253.xml><?xml version="1.0" encoding="utf-8"?>
<p:tagLst xmlns:a="http://schemas.openxmlformats.org/drawingml/2006/main" xmlns:r="http://schemas.openxmlformats.org/officeDocument/2006/relationships" xmlns:p="http://schemas.openxmlformats.org/presentationml/2006/main">
  <p:tag name="OTLMARKERSHAPE" val="OTL"/>
</p:tagLst>
</file>

<file path=ppt/tags/tag254.xml><?xml version="1.0" encoding="utf-8"?>
<p:tagLst xmlns:a="http://schemas.openxmlformats.org/drawingml/2006/main" xmlns:r="http://schemas.openxmlformats.org/officeDocument/2006/relationships" xmlns:p="http://schemas.openxmlformats.org/presentationml/2006/main">
  <p:tag name="OTLMARKERSHAPE" val="OTL"/>
</p:tagLst>
</file>

<file path=ppt/tags/tag255.xml><?xml version="1.0" encoding="utf-8"?>
<p:tagLst xmlns:a="http://schemas.openxmlformats.org/drawingml/2006/main" xmlns:r="http://schemas.openxmlformats.org/officeDocument/2006/relationships" xmlns:p="http://schemas.openxmlformats.org/presentationml/2006/main">
  <p:tag name="OTLMARKERSHAPE" val="OTL"/>
</p:tagLst>
</file>

<file path=ppt/tags/tag256.xml><?xml version="1.0" encoding="utf-8"?>
<p:tagLst xmlns:a="http://schemas.openxmlformats.org/drawingml/2006/main" xmlns:r="http://schemas.openxmlformats.org/officeDocument/2006/relationships" xmlns:p="http://schemas.openxmlformats.org/presentationml/2006/main">
  <p:tag name="OTLMARKERSHAPE" val="OTL"/>
</p:tagLst>
</file>

<file path=ppt/tags/tag257.xml><?xml version="1.0" encoding="utf-8"?>
<p:tagLst xmlns:a="http://schemas.openxmlformats.org/drawingml/2006/main" xmlns:r="http://schemas.openxmlformats.org/officeDocument/2006/relationships" xmlns:p="http://schemas.openxmlformats.org/presentationml/2006/main">
  <p:tag name="OTLMARKERSHAPE" val="OTL"/>
</p:tagLst>
</file>

<file path=ppt/tags/tag258.xml><?xml version="1.0" encoding="utf-8"?>
<p:tagLst xmlns:a="http://schemas.openxmlformats.org/drawingml/2006/main" xmlns:r="http://schemas.openxmlformats.org/officeDocument/2006/relationships" xmlns:p="http://schemas.openxmlformats.org/presentationml/2006/main">
  <p:tag name="OTLMARKERSHAPE" val="OTL"/>
</p:tagLst>
</file>

<file path=ppt/tags/tag259.xml><?xml version="1.0" encoding="utf-8"?>
<p:tagLst xmlns:a="http://schemas.openxmlformats.org/drawingml/2006/main" xmlns:r="http://schemas.openxmlformats.org/officeDocument/2006/relationships" xmlns:p="http://schemas.openxmlformats.org/presentationml/2006/main">
  <p:tag name="OTLMARKERSHAPE" val="OTL"/>
</p:tagLst>
</file>

<file path=ppt/tags/tag260.xml><?xml version="1.0" encoding="utf-8"?>
<p:tagLst xmlns:a="http://schemas.openxmlformats.org/drawingml/2006/main" xmlns:r="http://schemas.openxmlformats.org/officeDocument/2006/relationships" xmlns:p="http://schemas.openxmlformats.org/presentationml/2006/main">
  <p:tag name="OTLMARKERSHAPE" val="OTL"/>
</p:tagLst>
</file>

<file path=ppt/tags/tag261.xml><?xml version="1.0" encoding="utf-8"?>
<p:tagLst xmlns:a="http://schemas.openxmlformats.org/drawingml/2006/main" xmlns:r="http://schemas.openxmlformats.org/officeDocument/2006/relationships" xmlns:p="http://schemas.openxmlformats.org/presentationml/2006/main">
  <p:tag name="OTLMARKERSHAPE" val="OTL"/>
</p:tagLst>
</file>

<file path=ppt/tags/tag262.xml><?xml version="1.0" encoding="utf-8"?>
<p:tagLst xmlns:a="http://schemas.openxmlformats.org/drawingml/2006/main" xmlns:r="http://schemas.openxmlformats.org/officeDocument/2006/relationships" xmlns:p="http://schemas.openxmlformats.org/presentationml/2006/main">
  <p:tag name="OTLMARKERSHAPE" val="OTL"/>
</p:tagLst>
</file>

<file path=ppt/tags/tag263.xml><?xml version="1.0" encoding="utf-8"?>
<p:tagLst xmlns:a="http://schemas.openxmlformats.org/drawingml/2006/main" xmlns:r="http://schemas.openxmlformats.org/officeDocument/2006/relationships" xmlns:p="http://schemas.openxmlformats.org/presentationml/2006/main">
  <p:tag name="OTLMARKERSHAPE" val="OTL"/>
</p:tagLst>
</file>

<file path=ppt/tags/tag264.xml><?xml version="1.0" encoding="utf-8"?>
<p:tagLst xmlns:a="http://schemas.openxmlformats.org/drawingml/2006/main" xmlns:r="http://schemas.openxmlformats.org/officeDocument/2006/relationships" xmlns:p="http://schemas.openxmlformats.org/presentationml/2006/main">
  <p:tag name="OTLMARKERSHAPE" val="OTL"/>
</p:tagLst>
</file>

<file path=ppt/tags/tag265.xml><?xml version="1.0" encoding="utf-8"?>
<p:tagLst xmlns:a="http://schemas.openxmlformats.org/drawingml/2006/main" xmlns:r="http://schemas.openxmlformats.org/officeDocument/2006/relationships" xmlns:p="http://schemas.openxmlformats.org/presentationml/2006/main">
  <p:tag name="OTLMARKERSHAPE" val="OTL"/>
</p:tagLst>
</file>

<file path=ppt/tags/tag266.xml><?xml version="1.0" encoding="utf-8"?>
<p:tagLst xmlns:a="http://schemas.openxmlformats.org/drawingml/2006/main" xmlns:r="http://schemas.openxmlformats.org/officeDocument/2006/relationships" xmlns:p="http://schemas.openxmlformats.org/presentationml/2006/main">
  <p:tag name="OTLMARKERSHAPE" val="OTL"/>
</p:tagLst>
</file>

<file path=ppt/tags/tag267.xml><?xml version="1.0" encoding="utf-8"?>
<p:tagLst xmlns:a="http://schemas.openxmlformats.org/drawingml/2006/main" xmlns:r="http://schemas.openxmlformats.org/officeDocument/2006/relationships" xmlns:p="http://schemas.openxmlformats.org/presentationml/2006/main">
  <p:tag name="OTLMARKERSHAPE" val="OTL"/>
</p:tagLst>
</file>

<file path=ppt/tags/tag268.xml><?xml version="1.0" encoding="utf-8"?>
<p:tagLst xmlns:a="http://schemas.openxmlformats.org/drawingml/2006/main" xmlns:r="http://schemas.openxmlformats.org/officeDocument/2006/relationships" xmlns:p="http://schemas.openxmlformats.org/presentationml/2006/main">
  <p:tag name="OTLMARKERSHAPE" val="OTL"/>
</p:tagLst>
</file>

<file path=ppt/tags/tag269.xml><?xml version="1.0" encoding="utf-8"?>
<p:tagLst xmlns:a="http://schemas.openxmlformats.org/drawingml/2006/main" xmlns:r="http://schemas.openxmlformats.org/officeDocument/2006/relationships" xmlns:p="http://schemas.openxmlformats.org/presentationml/2006/main">
  <p:tag name="OTLMARKERSHAPE" val="OTL"/>
</p:tagLst>
</file>

<file path=ppt/tags/tag270.xml><?xml version="1.0" encoding="utf-8"?>
<p:tagLst xmlns:a="http://schemas.openxmlformats.org/drawingml/2006/main" xmlns:r="http://schemas.openxmlformats.org/officeDocument/2006/relationships" xmlns:p="http://schemas.openxmlformats.org/presentationml/2006/main">
  <p:tag name="OTLMARKERSHAPE" val="OTL"/>
</p:tagLst>
</file>

<file path=ppt/tags/tag271.xml><?xml version="1.0" encoding="utf-8"?>
<p:tagLst xmlns:a="http://schemas.openxmlformats.org/drawingml/2006/main" xmlns:r="http://schemas.openxmlformats.org/officeDocument/2006/relationships" xmlns:p="http://schemas.openxmlformats.org/presentationml/2006/main">
  <p:tag name="OTLMARKERSHAPE" val="OTL"/>
</p:tagLst>
</file>

<file path=ppt/tags/tag272.xml><?xml version="1.0" encoding="utf-8"?>
<p:tagLst xmlns:a="http://schemas.openxmlformats.org/drawingml/2006/main" xmlns:r="http://schemas.openxmlformats.org/officeDocument/2006/relationships" xmlns:p="http://schemas.openxmlformats.org/presentationml/2006/main">
  <p:tag name="OTLMARKERSHAPE" val="OTL"/>
</p:tagLst>
</file>

<file path=ppt/tags/tag273.xml><?xml version="1.0" encoding="utf-8"?>
<p:tagLst xmlns:a="http://schemas.openxmlformats.org/drawingml/2006/main" xmlns:r="http://schemas.openxmlformats.org/officeDocument/2006/relationships" xmlns:p="http://schemas.openxmlformats.org/presentationml/2006/main">
  <p:tag name="OTLMARKERSHAPE" val="OTL"/>
</p:tagLst>
</file>

<file path=ppt/tags/tag274.xml><?xml version="1.0" encoding="utf-8"?>
<p:tagLst xmlns:a="http://schemas.openxmlformats.org/drawingml/2006/main" xmlns:r="http://schemas.openxmlformats.org/officeDocument/2006/relationships" xmlns:p="http://schemas.openxmlformats.org/presentationml/2006/main">
  <p:tag name="OTLMARKERSHAPE" val="OTL"/>
</p:tagLst>
</file>

<file path=ppt/tags/tag275.xml><?xml version="1.0" encoding="utf-8"?>
<p:tagLst xmlns:a="http://schemas.openxmlformats.org/drawingml/2006/main" xmlns:r="http://schemas.openxmlformats.org/officeDocument/2006/relationships" xmlns:p="http://schemas.openxmlformats.org/presentationml/2006/main">
  <p:tag name="OTLMARKERSHAPE" val="OTL"/>
</p:tagLst>
</file>

<file path=ppt/tags/tag276.xml><?xml version="1.0" encoding="utf-8"?>
<p:tagLst xmlns:a="http://schemas.openxmlformats.org/drawingml/2006/main" xmlns:r="http://schemas.openxmlformats.org/officeDocument/2006/relationships" xmlns:p="http://schemas.openxmlformats.org/presentationml/2006/main">
  <p:tag name="OTLMARKERSHAPE" val="OTL"/>
</p:tagLst>
</file>

<file path=ppt/tags/tag277.xml><?xml version="1.0" encoding="utf-8"?>
<p:tagLst xmlns:a="http://schemas.openxmlformats.org/drawingml/2006/main" xmlns:r="http://schemas.openxmlformats.org/officeDocument/2006/relationships" xmlns:p="http://schemas.openxmlformats.org/presentationml/2006/main">
  <p:tag name="OTLMARKERSHAPE" val="OTL"/>
</p:tagLst>
</file>

<file path=ppt/tags/tag278.xml><?xml version="1.0" encoding="utf-8"?>
<p:tagLst xmlns:a="http://schemas.openxmlformats.org/drawingml/2006/main" xmlns:r="http://schemas.openxmlformats.org/officeDocument/2006/relationships" xmlns:p="http://schemas.openxmlformats.org/presentationml/2006/main">
  <p:tag name="OTLMARKERSHAPE" val="OTL"/>
</p:tagLst>
</file>

<file path=ppt/tags/tag279.xml><?xml version="1.0" encoding="utf-8"?>
<p:tagLst xmlns:a="http://schemas.openxmlformats.org/drawingml/2006/main" xmlns:r="http://schemas.openxmlformats.org/officeDocument/2006/relationships" xmlns:p="http://schemas.openxmlformats.org/presentationml/2006/main">
  <p:tag name="OTLMARKERSHAPE" val="OTL"/>
</p:tagLst>
</file>

<file path=ppt/tags/tag280.xml><?xml version="1.0" encoding="utf-8"?>
<p:tagLst xmlns:a="http://schemas.openxmlformats.org/drawingml/2006/main" xmlns:r="http://schemas.openxmlformats.org/officeDocument/2006/relationships" xmlns:p="http://schemas.openxmlformats.org/presentationml/2006/main">
  <p:tag name="OTLMARKERSHAPE" val="OTL"/>
</p:tagLst>
</file>

<file path=ppt/tags/tag281.xml><?xml version="1.0" encoding="utf-8"?>
<p:tagLst xmlns:a="http://schemas.openxmlformats.org/drawingml/2006/main" xmlns:r="http://schemas.openxmlformats.org/officeDocument/2006/relationships" xmlns:p="http://schemas.openxmlformats.org/presentationml/2006/main">
  <p:tag name="OTLMARKERSHAPE" val="OTL"/>
</p:tagLst>
</file>

<file path=ppt/tags/tag282.xml><?xml version="1.0" encoding="utf-8"?>
<p:tagLst xmlns:a="http://schemas.openxmlformats.org/drawingml/2006/main" xmlns:r="http://schemas.openxmlformats.org/officeDocument/2006/relationships" xmlns:p="http://schemas.openxmlformats.org/presentationml/2006/main">
  <p:tag name="OTLMARKERSHAPE" val="OTL"/>
</p:tagLst>
</file>

<file path=ppt/tags/tag283.xml><?xml version="1.0" encoding="utf-8"?>
<p:tagLst xmlns:a="http://schemas.openxmlformats.org/drawingml/2006/main" xmlns:r="http://schemas.openxmlformats.org/officeDocument/2006/relationships" xmlns:p="http://schemas.openxmlformats.org/presentationml/2006/main">
  <p:tag name="OTLMARKERSHAPE" val="OTL"/>
</p:tagLst>
</file>

<file path=ppt/tags/tag284.xml><?xml version="1.0" encoding="utf-8"?>
<p:tagLst xmlns:a="http://schemas.openxmlformats.org/drawingml/2006/main" xmlns:r="http://schemas.openxmlformats.org/officeDocument/2006/relationships" xmlns:p="http://schemas.openxmlformats.org/presentationml/2006/main">
  <p:tag name="OTLMARKERSHAPE" val="OTL"/>
</p:tagLst>
</file>

<file path=ppt/tags/tag285.xml><?xml version="1.0" encoding="utf-8"?>
<p:tagLst xmlns:a="http://schemas.openxmlformats.org/drawingml/2006/main" xmlns:r="http://schemas.openxmlformats.org/officeDocument/2006/relationships" xmlns:p="http://schemas.openxmlformats.org/presentationml/2006/main">
  <p:tag name="OTLMARKERSHAPE" val="OTL"/>
</p:tagLst>
</file>

<file path=ppt/tags/tag286.xml><?xml version="1.0" encoding="utf-8"?>
<p:tagLst xmlns:a="http://schemas.openxmlformats.org/drawingml/2006/main" xmlns:r="http://schemas.openxmlformats.org/officeDocument/2006/relationships" xmlns:p="http://schemas.openxmlformats.org/presentationml/2006/main">
  <p:tag name="OTLMARKERSHAPE" val="OTL"/>
</p:tagLst>
</file>

<file path=ppt/tags/tag287.xml><?xml version="1.0" encoding="utf-8"?>
<p:tagLst xmlns:a="http://schemas.openxmlformats.org/drawingml/2006/main" xmlns:r="http://schemas.openxmlformats.org/officeDocument/2006/relationships" xmlns:p="http://schemas.openxmlformats.org/presentationml/2006/main">
  <p:tag name="OTLMARKERSHAPE" val="OTL"/>
</p:tagLst>
</file>

<file path=ppt/tags/tag288.xml><?xml version="1.0" encoding="utf-8"?>
<p:tagLst xmlns:a="http://schemas.openxmlformats.org/drawingml/2006/main" xmlns:r="http://schemas.openxmlformats.org/officeDocument/2006/relationships" xmlns:p="http://schemas.openxmlformats.org/presentationml/2006/main">
  <p:tag name="OTLMARKERSHAPE" val="OTL"/>
</p:tagLst>
</file>

<file path=ppt/tags/tag289.xml><?xml version="1.0" encoding="utf-8"?>
<p:tagLst xmlns:a="http://schemas.openxmlformats.org/drawingml/2006/main" xmlns:r="http://schemas.openxmlformats.org/officeDocument/2006/relationships" xmlns:p="http://schemas.openxmlformats.org/presentationml/2006/main">
  <p:tag name="OTLMARKERSHAPE" val="OTL"/>
</p:tagLst>
</file>

<file path=ppt/tags/tag290.xml><?xml version="1.0" encoding="utf-8"?>
<p:tagLst xmlns:a="http://schemas.openxmlformats.org/drawingml/2006/main" xmlns:r="http://schemas.openxmlformats.org/officeDocument/2006/relationships" xmlns:p="http://schemas.openxmlformats.org/presentationml/2006/main">
  <p:tag name="OTLMARKERSHAPE" val="OTL"/>
</p:tagLst>
</file>

<file path=ppt/tags/tag291.xml><?xml version="1.0" encoding="utf-8"?>
<p:tagLst xmlns:a="http://schemas.openxmlformats.org/drawingml/2006/main" xmlns:r="http://schemas.openxmlformats.org/officeDocument/2006/relationships" xmlns:p="http://schemas.openxmlformats.org/presentationml/2006/main">
  <p:tag name="OTLMARKERSHAPE" val="OTL"/>
</p:tagLst>
</file>

<file path=ppt/tags/tag292.xml><?xml version="1.0" encoding="utf-8"?>
<p:tagLst xmlns:a="http://schemas.openxmlformats.org/drawingml/2006/main" xmlns:r="http://schemas.openxmlformats.org/officeDocument/2006/relationships" xmlns:p="http://schemas.openxmlformats.org/presentationml/2006/main">
  <p:tag name="OTLMARKERSHAPE" val="OTL"/>
</p:tagLst>
</file>

<file path=ppt/tags/tag293.xml><?xml version="1.0" encoding="utf-8"?>
<p:tagLst xmlns:a="http://schemas.openxmlformats.org/drawingml/2006/main" xmlns:r="http://schemas.openxmlformats.org/officeDocument/2006/relationships" xmlns:p="http://schemas.openxmlformats.org/presentationml/2006/main">
  <p:tag name="OTLMARKERSHAPE" val="OTL"/>
</p:tagLst>
</file>

<file path=ppt/tags/tag294.xml><?xml version="1.0" encoding="utf-8"?>
<p:tagLst xmlns:a="http://schemas.openxmlformats.org/drawingml/2006/main" xmlns:r="http://schemas.openxmlformats.org/officeDocument/2006/relationships" xmlns:p="http://schemas.openxmlformats.org/presentationml/2006/main">
  <p:tag name="OTLMARKERSHAPE" val="OTL"/>
</p:tagLst>
</file>

<file path=ppt/tags/tag295.xml><?xml version="1.0" encoding="utf-8"?>
<p:tagLst xmlns:a="http://schemas.openxmlformats.org/drawingml/2006/main" xmlns:r="http://schemas.openxmlformats.org/officeDocument/2006/relationships" xmlns:p="http://schemas.openxmlformats.org/presentationml/2006/main">
  <p:tag name="OTLMARKERSHAPE" val="OTL"/>
</p:tagLst>
</file>

<file path=ppt/tags/tag296.xml><?xml version="1.0" encoding="utf-8"?>
<p:tagLst xmlns:a="http://schemas.openxmlformats.org/drawingml/2006/main" xmlns:r="http://schemas.openxmlformats.org/officeDocument/2006/relationships" xmlns:p="http://schemas.openxmlformats.org/presentationml/2006/main">
  <p:tag name="OTLMARKERSHAPE" val="OTL"/>
</p:tagLst>
</file>

<file path=ppt/tags/tag297.xml><?xml version="1.0" encoding="utf-8"?>
<p:tagLst xmlns:a="http://schemas.openxmlformats.org/drawingml/2006/main" xmlns:r="http://schemas.openxmlformats.org/officeDocument/2006/relationships" xmlns:p="http://schemas.openxmlformats.org/presentationml/2006/main">
  <p:tag name="OTLMARKERSHAPE" val="OTL"/>
</p:tagLst>
</file>

<file path=ppt/tags/tag298.xml><?xml version="1.0" encoding="utf-8"?>
<p:tagLst xmlns:a="http://schemas.openxmlformats.org/drawingml/2006/main" xmlns:r="http://schemas.openxmlformats.org/officeDocument/2006/relationships" xmlns:p="http://schemas.openxmlformats.org/presentationml/2006/main">
  <p:tag name="OTLMARKERSHAPE" val="OTL"/>
</p:tagLst>
</file>

<file path=ppt/tags/tag299.xml><?xml version="1.0" encoding="utf-8"?>
<p:tagLst xmlns:a="http://schemas.openxmlformats.org/drawingml/2006/main" xmlns:r="http://schemas.openxmlformats.org/officeDocument/2006/relationships" xmlns:p="http://schemas.openxmlformats.org/presentationml/2006/main">
  <p:tag name="OTLMARKERSHAPE" val="OTL"/>
</p:tagLst>
</file>

<file path=ppt/tags/tag300.xml><?xml version="1.0" encoding="utf-8"?>
<p:tagLst xmlns:a="http://schemas.openxmlformats.org/drawingml/2006/main" xmlns:r="http://schemas.openxmlformats.org/officeDocument/2006/relationships" xmlns:p="http://schemas.openxmlformats.org/presentationml/2006/main">
  <p:tag name="OTLMARKERSHAPE" val="OTL"/>
</p:tagLst>
</file>

<file path=ppt/tags/tag301.xml><?xml version="1.0" encoding="utf-8"?>
<p:tagLst xmlns:a="http://schemas.openxmlformats.org/drawingml/2006/main" xmlns:r="http://schemas.openxmlformats.org/officeDocument/2006/relationships" xmlns:p="http://schemas.openxmlformats.org/presentationml/2006/main">
  <p:tag name="OTLMARKERSHAPE" val="OTL"/>
</p:tagLst>
</file>

<file path=ppt/tags/tag302.xml><?xml version="1.0" encoding="utf-8"?>
<p:tagLst xmlns:a="http://schemas.openxmlformats.org/drawingml/2006/main" xmlns:r="http://schemas.openxmlformats.org/officeDocument/2006/relationships" xmlns:p="http://schemas.openxmlformats.org/presentationml/2006/main">
  <p:tag name="OTLMARKERSHAPE" val="OTL"/>
</p:tagLst>
</file>

<file path=ppt/tags/tag303.xml><?xml version="1.0" encoding="utf-8"?>
<p:tagLst xmlns:a="http://schemas.openxmlformats.org/drawingml/2006/main" xmlns:r="http://schemas.openxmlformats.org/officeDocument/2006/relationships" xmlns:p="http://schemas.openxmlformats.org/presentationml/2006/main">
  <p:tag name="OTLMARKERSHAPE" val="OTL"/>
</p:tagLst>
</file>

<file path=ppt/tags/tag304.xml><?xml version="1.0" encoding="utf-8"?>
<p:tagLst xmlns:a="http://schemas.openxmlformats.org/drawingml/2006/main" xmlns:r="http://schemas.openxmlformats.org/officeDocument/2006/relationships" xmlns:p="http://schemas.openxmlformats.org/presentationml/2006/main">
  <p:tag name="OTLMARKERSHAPE" val="OTL"/>
</p:tagLst>
</file>

<file path=ppt/tags/tag305.xml><?xml version="1.0" encoding="utf-8"?>
<p:tagLst xmlns:a="http://schemas.openxmlformats.org/drawingml/2006/main" xmlns:r="http://schemas.openxmlformats.org/officeDocument/2006/relationships" xmlns:p="http://schemas.openxmlformats.org/presentationml/2006/main">
  <p:tag name="OTLMARKERSHAPE" val="OTL"/>
</p:tagLst>
</file>

<file path=ppt/tags/tag306.xml><?xml version="1.0" encoding="utf-8"?>
<p:tagLst xmlns:a="http://schemas.openxmlformats.org/drawingml/2006/main" xmlns:r="http://schemas.openxmlformats.org/officeDocument/2006/relationships" xmlns:p="http://schemas.openxmlformats.org/presentationml/2006/main">
  <p:tag name="OTLMARKERSHAPE" val="OTL"/>
</p:tagLst>
</file>

<file path=ppt/tags/tag307.xml><?xml version="1.0" encoding="utf-8"?>
<p:tagLst xmlns:a="http://schemas.openxmlformats.org/drawingml/2006/main" xmlns:r="http://schemas.openxmlformats.org/officeDocument/2006/relationships" xmlns:p="http://schemas.openxmlformats.org/presentationml/2006/main">
  <p:tag name="OTLMARKERSHAPE" val="OTL"/>
</p:tagLst>
</file>

<file path=ppt/tags/tag308.xml><?xml version="1.0" encoding="utf-8"?>
<p:tagLst xmlns:a="http://schemas.openxmlformats.org/drawingml/2006/main" xmlns:r="http://schemas.openxmlformats.org/officeDocument/2006/relationships" xmlns:p="http://schemas.openxmlformats.org/presentationml/2006/main">
  <p:tag name="OTLMARKERSHAPE" val="OTL"/>
</p:tagLst>
</file>

<file path=ppt/tags/tag309.xml><?xml version="1.0" encoding="utf-8"?>
<p:tagLst xmlns:a="http://schemas.openxmlformats.org/drawingml/2006/main" xmlns:r="http://schemas.openxmlformats.org/officeDocument/2006/relationships" xmlns:p="http://schemas.openxmlformats.org/presentationml/2006/main">
  <p:tag name="OTLMARKERSHAPE" val="OTL"/>
</p:tagLst>
</file>

<file path=ppt/tags/tag310.xml><?xml version="1.0" encoding="utf-8"?>
<p:tagLst xmlns:a="http://schemas.openxmlformats.org/drawingml/2006/main" xmlns:r="http://schemas.openxmlformats.org/officeDocument/2006/relationships" xmlns:p="http://schemas.openxmlformats.org/presentationml/2006/main">
  <p:tag name="OTLMARKERSHAPE" val="OTL"/>
</p:tagLst>
</file>

<file path=ppt/tags/tag311.xml><?xml version="1.0" encoding="utf-8"?>
<p:tagLst xmlns:a="http://schemas.openxmlformats.org/drawingml/2006/main" xmlns:r="http://schemas.openxmlformats.org/officeDocument/2006/relationships" xmlns:p="http://schemas.openxmlformats.org/presentationml/2006/main">
  <p:tag name="OTLMARKERSHAPE" val="OTL"/>
</p:tagLst>
</file>

<file path=ppt/tags/tag3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2.xml><?xml version="1.0" encoding="utf-8"?>
<a:theme xmlns:a="http://schemas.openxmlformats.org/drawingml/2006/main" name="5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3.xml><?xml version="1.0" encoding="utf-8"?>
<a:theme xmlns:a="http://schemas.openxmlformats.org/drawingml/2006/main" name="9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Presentation3" id="{14B66337-F5CE-4094-9D92-B929EDCEB9BC}" vid="{8F864872-E7CE-4E16-BC4E-5BF6CCDC6B07}"/>
    </a:ext>
  </a:extLst>
</a:theme>
</file>

<file path=ppt/theme/theme4.xml><?xml version="1.0" encoding="utf-8"?>
<a:theme xmlns:a="http://schemas.openxmlformats.org/drawingml/2006/main" name="2_Zongertinib_PPT_template">
  <a:themeElements>
    <a:clrScheme name="HERNEXEOS">
      <a:dk1>
        <a:srgbClr val="333333"/>
      </a:dk1>
      <a:lt1>
        <a:sysClr val="window" lastClr="FFFFFF"/>
      </a:lt1>
      <a:dk2>
        <a:srgbClr val="4F41C8"/>
      </a:dk2>
      <a:lt2>
        <a:srgbClr val="2E64FA"/>
      </a:lt2>
      <a:accent1>
        <a:srgbClr val="9DECCC"/>
      </a:accent1>
      <a:accent2>
        <a:srgbClr val="C5CEDF"/>
      </a:accent2>
      <a:accent3>
        <a:srgbClr val="F2F7FF"/>
      </a:accent3>
      <a:accent4>
        <a:srgbClr val="121B58"/>
      </a:accent4>
      <a:accent5>
        <a:srgbClr val="CC0CCF"/>
      </a:accent5>
      <a:accent6>
        <a:srgbClr val="666666"/>
      </a:accent6>
      <a:hlink>
        <a:srgbClr val="898885"/>
      </a:hlink>
      <a:folHlink>
        <a:srgbClr val="B7B6B2"/>
      </a:folHlink>
    </a:clrScheme>
    <a:fontScheme name="Custom 5">
      <a:majorFont>
        <a:latin typeface="Source Sans 3 Bold"/>
        <a:ea typeface=""/>
        <a:cs typeface=""/>
      </a:majorFont>
      <a:minorFont>
        <a:latin typeface="Source Sans 3"/>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F85B46FD-1777-4A81-A134-E91623AB4286}" vid="{EF7DAB70-3099-410F-81EF-56E372FD261A}"/>
    </a:ext>
  </a:extLst>
</a:theme>
</file>

<file path=ppt/theme/theme5.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Props1.xml><?xml version="1.0" encoding="utf-8"?>
<ds:datastoreItem xmlns:ds="http://schemas.openxmlformats.org/officeDocument/2006/customXml" ds:itemID="{A019A65A-33D0-4661-B880-E49859395FB6}"/>
</file>

<file path=customXml/itemProps2.xml><?xml version="1.0" encoding="utf-8"?>
<ds:datastoreItem xmlns:ds="http://schemas.openxmlformats.org/officeDocument/2006/customXml" ds:itemID="{60E89AE9-096C-4008-8F14-FF16F0553995}">
  <ds:schemaRefs>
    <ds:schemaRef ds:uri="http://schemas.microsoft.com/sharepoint/v3/contenttype/forms"/>
  </ds:schemaRefs>
</ds:datastoreItem>
</file>

<file path=customXml/itemProps3.xml><?xml version="1.0" encoding="utf-8"?>
<ds:datastoreItem xmlns:ds="http://schemas.openxmlformats.org/officeDocument/2006/customXml" ds:itemID="{5D0452D6-F2D9-4FC2-9863-71052AA7BDFA}">
  <ds:schemaRefs>
    <ds:schemaRef ds:uri="545a336c-45ba-4242-ba8b-2a24159e5b92"/>
    <ds:schemaRef ds:uri="6105e471-a007-4c69-b034-cfd36128fa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otalTime>0</TotalTime>
  <Words>6598</Words>
  <Application>Microsoft Office PowerPoint</Application>
  <PresentationFormat>宽屏</PresentationFormat>
  <Paragraphs>2110</Paragraphs>
  <Slides>51</Slides>
  <Notes>18</Notes>
  <HiddenSlides>8</HiddenSlides>
  <MMClips>0</MMClips>
  <ScaleCrop>false</ScaleCrop>
  <HeadingPairs>
    <vt:vector size="8" baseType="variant">
      <vt:variant>
        <vt:lpstr>已用的字体</vt:lpstr>
      </vt:variant>
      <vt:variant>
        <vt:i4>16</vt:i4>
      </vt:variant>
      <vt:variant>
        <vt:lpstr>主题</vt:lpstr>
      </vt:variant>
      <vt:variant>
        <vt:i4>5</vt:i4>
      </vt:variant>
      <vt:variant>
        <vt:lpstr>嵌入 OLE 服务器</vt:lpstr>
      </vt:variant>
      <vt:variant>
        <vt:i4>2</vt:i4>
      </vt:variant>
      <vt:variant>
        <vt:lpstr>幻灯片标题</vt:lpstr>
      </vt:variant>
      <vt:variant>
        <vt:i4>51</vt:i4>
      </vt:variant>
    </vt:vector>
  </HeadingPairs>
  <TitlesOfParts>
    <vt:vector size="74" baseType="lpstr">
      <vt:lpstr>Boehringer Forward Head (标题)</vt:lpstr>
      <vt:lpstr>Boehringer Text</vt:lpstr>
      <vt:lpstr>等线</vt:lpstr>
      <vt:lpstr>等线</vt:lpstr>
      <vt:lpstr>OPPOSans M</vt:lpstr>
      <vt:lpstr>Source Sans 3</vt:lpstr>
      <vt:lpstr>Source Sans 3 Regular</vt:lpstr>
      <vt:lpstr>Aptos</vt:lpstr>
      <vt:lpstr>Arial</vt:lpstr>
      <vt:lpstr>BISansOpti</vt:lpstr>
      <vt:lpstr>BISansOptiCond</vt:lpstr>
      <vt:lpstr>Boehringer Forward Head</vt:lpstr>
      <vt:lpstr>Boehringer Forward Text</vt:lpstr>
      <vt:lpstr>Calibri</vt:lpstr>
      <vt:lpstr>Times New Roman</vt:lpstr>
      <vt:lpstr>Wingdings</vt:lpstr>
      <vt:lpstr>1_Boehringer Ingelheim 16:9</vt:lpstr>
      <vt:lpstr>5_Boehringer Ingelheim 16:9</vt:lpstr>
      <vt:lpstr>9_Boehringer Ingelheim 16:9</vt:lpstr>
      <vt:lpstr>2_Zongertinib_PPT_template</vt:lpstr>
      <vt:lpstr>Boehringer Ingelheim 16:9</vt:lpstr>
      <vt:lpstr>Worksheet</vt:lpstr>
      <vt:lpstr>think-cell Folie</vt:lpstr>
      <vt:lpstr>Portfolio Executive Committee (PEC) Review Meeting  TA ONCOLOGY</vt:lpstr>
      <vt:lpstr>Actions from last PEC meeting</vt:lpstr>
      <vt:lpstr>Part I: Portfolio Update</vt:lpstr>
      <vt:lpstr>PowerPoint 演示文稿</vt:lpstr>
      <vt:lpstr>2026 ONC Key Milestone Overview</vt:lpstr>
      <vt:lpstr>Part II: Project Update</vt:lpstr>
      <vt:lpstr>Zongertinib (BI 1810631, HER2 TKI)</vt:lpstr>
      <vt:lpstr>Zongertinib (HERNEXEOS®) – 1L NSCLC Development Plan_AA  </vt:lpstr>
      <vt:lpstr>Key Milestones of Zongertinib 1L NSCLC NDA(with PR)</vt:lpstr>
      <vt:lpstr>Zongertinib (HERNEXEOS®) – 1L NSCLC Development Plan_ Full Approval</vt:lpstr>
      <vt:lpstr>HER2 Non-TKD Mutant Population 2L NSCLC AA Post Marketing Requirement in China</vt:lpstr>
      <vt:lpstr>Zongertinib (HERNEXEOS®) – Adjunctive NSCLC Development Plan </vt:lpstr>
      <vt:lpstr>Global Recruitment Status</vt:lpstr>
      <vt:lpstr>1479-0032 Zongertinib Beamion LUNG-3 on 22Apr2026 (China recruitment status)</vt:lpstr>
      <vt:lpstr>Zongertinib (HERNEXEOS®) – 1L NSCLC Combo  </vt:lpstr>
      <vt:lpstr>Zongertinib (BI 1810631, HER2 TKI)</vt:lpstr>
      <vt:lpstr>General update</vt:lpstr>
      <vt:lpstr>Zongertinib (HERNEXEOS®) – Pan-tumor Development Plan (Accelerate Approval)</vt:lpstr>
      <vt:lpstr>Global Recruitment Status (as of 17-Apr-2026) </vt:lpstr>
      <vt:lpstr>China Recruitment Status (as of 17-Apr-2026) </vt:lpstr>
      <vt:lpstr>Zongertinib (HERNEXEOS®) – Breast Cancer &amp; Gastric Cancer (BC&amp;GC)</vt:lpstr>
      <vt:lpstr>Zongertinib (HERNEXEOS®)– Colorectal Cancer 1L</vt:lpstr>
      <vt:lpstr>Obrixtamig  (BI 764532, DLL3/CD3 TcE)</vt:lpstr>
      <vt:lpstr>Obrixtamig (DLL3/CD3 TcE) – 2L epNEC (single arm study)</vt:lpstr>
      <vt:lpstr>PowerPoint 演示文稿</vt:lpstr>
      <vt:lpstr>PowerPoint 演示文稿</vt:lpstr>
      <vt:lpstr>1438-0005 DLL3/CD3 epNEC dated on 16Apr 2026 (Global recruitment status)</vt:lpstr>
      <vt:lpstr>1438-0005 DLL3/CD3 epNEC dated on 16Apr 2026 (Asia recruitment status)</vt:lpstr>
      <vt:lpstr>Obrixtamig (DLL3/CD3 TcE) – 1L SCLC (obrix+atezo+EP vs. atezo+EP) </vt:lpstr>
      <vt:lpstr>Obrixtamig (DLL3/CD3 TcE) – 1L epNEC (obrix+EP vs. EP)</vt:lpstr>
      <vt:lpstr>Obrixtamig (DLL3/CD3 TcE) – 1L/2L SCLC(obrix+BNT327+chemo)</vt:lpstr>
      <vt:lpstr>Obrixtamig (DLL3/CD3 TcE) – 1L/2L SCLC(obrix+DLL3-ADC+chemo)</vt:lpstr>
      <vt:lpstr>Brigimadlin (BI 907828, MDM2/p53)</vt:lpstr>
      <vt:lpstr>Brigimadlin (MDM2/p53 antago.) – Rollover study Development Plan </vt:lpstr>
      <vt:lpstr>Early Assets</vt:lpstr>
      <vt:lpstr>CD137/FAP (BI 765179) </vt:lpstr>
      <vt:lpstr>PowerPoint 演示文稿</vt:lpstr>
      <vt:lpstr>CD137xFAP Clinical Development in 1L NSCLC PD-L1 positive  </vt:lpstr>
      <vt:lpstr>Go NoGo Scenarios for initiation of a Ph. 2 study in 1L NSCLC based on ORR in 1L HNSCC </vt:lpstr>
      <vt:lpstr>1L HNSCC  CPS ≥1:  SOC and future SOC </vt:lpstr>
      <vt:lpstr>Timelines for 1463-0002 Start-Up and FPI Milestones</vt:lpstr>
      <vt:lpstr>STING Agonist (BI 1703880)</vt:lpstr>
      <vt:lpstr>Systemic STING ago. FR  – NSCLC Development Plan </vt:lpstr>
      <vt:lpstr>LY6K-HLA/CD3 (BI 3822971)</vt:lpstr>
      <vt:lpstr>LY6K-HLA/CD3 FiH Ph1 Timeline</vt:lpstr>
      <vt:lpstr>PowerPoint 演示文稿</vt:lpstr>
      <vt:lpstr>China Feasibility Assessment CMC - Summary </vt:lpstr>
      <vt:lpstr>PMS &amp; RWE Studies</vt:lpstr>
      <vt:lpstr>Study Status</vt:lpstr>
      <vt:lpstr>Mature Product/PMS Overview - ONCO</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Lu Jiaqi</dc:creator>
  <cp:lastModifiedBy>Zhang,Catherine (MED CDO) BII-CN-S</cp:lastModifiedBy>
  <cp:revision>1</cp:revision>
  <dcterms:created xsi:type="dcterms:W3CDTF">2023-11-09T09:11:57Z</dcterms:created>
  <dcterms:modified xsi:type="dcterms:W3CDTF">2026-04-29T07:10:00Z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MediaServiceImageTags">
    <vt:lpwstr/>
  </property>
</Properties>
</file>